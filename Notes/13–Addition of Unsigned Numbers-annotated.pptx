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4"/>
  </p:sldMasterIdLst>
  <p:notesMasterIdLst>
    <p:notesMasterId r:id="rId68"/>
  </p:notesMasterIdLst>
  <p:handoutMasterIdLst>
    <p:handoutMasterId r:id="rId69"/>
  </p:handoutMasterIdLst>
  <p:sldIdLst>
    <p:sldId id="788" r:id="rId5"/>
    <p:sldId id="774" r:id="rId6"/>
    <p:sldId id="1418" r:id="rId7"/>
    <p:sldId id="789" r:id="rId8"/>
    <p:sldId id="1147" r:id="rId9"/>
    <p:sldId id="1155" r:id="rId10"/>
    <p:sldId id="1157" r:id="rId11"/>
    <p:sldId id="1121" r:id="rId12"/>
    <p:sldId id="1165" r:id="rId13"/>
    <p:sldId id="1130" r:id="rId14"/>
    <p:sldId id="1421" r:id="rId15"/>
    <p:sldId id="1374" r:id="rId16"/>
    <p:sldId id="1133" r:id="rId17"/>
    <p:sldId id="1123" r:id="rId18"/>
    <p:sldId id="1223" r:id="rId19"/>
    <p:sldId id="1224" r:id="rId20"/>
    <p:sldId id="1225" r:id="rId21"/>
    <p:sldId id="1226" r:id="rId22"/>
    <p:sldId id="1134" r:id="rId23"/>
    <p:sldId id="1423" r:id="rId24"/>
    <p:sldId id="1135" r:id="rId25"/>
    <p:sldId id="1136" r:id="rId26"/>
    <p:sldId id="1137" r:id="rId27"/>
    <p:sldId id="1138" r:id="rId28"/>
    <p:sldId id="1139" r:id="rId29"/>
    <p:sldId id="1372" r:id="rId30"/>
    <p:sldId id="1186" r:id="rId31"/>
    <p:sldId id="1141" r:id="rId32"/>
    <p:sldId id="1378" r:id="rId33"/>
    <p:sldId id="1424" r:id="rId34"/>
    <p:sldId id="1379" r:id="rId35"/>
    <p:sldId id="1125" r:id="rId36"/>
    <p:sldId id="1166" r:id="rId37"/>
    <p:sldId id="1168" r:id="rId38"/>
    <p:sldId id="1170" r:id="rId39"/>
    <p:sldId id="1126" r:id="rId40"/>
    <p:sldId id="1169" r:id="rId41"/>
    <p:sldId id="1171" r:id="rId42"/>
    <p:sldId id="1172" r:id="rId43"/>
    <p:sldId id="1174" r:id="rId44"/>
    <p:sldId id="1175" r:id="rId45"/>
    <p:sldId id="1376" r:id="rId46"/>
    <p:sldId id="1380" r:id="rId47"/>
    <p:sldId id="1377" r:id="rId48"/>
    <p:sldId id="1176" r:id="rId49"/>
    <p:sldId id="1219" r:id="rId50"/>
    <p:sldId id="1221" r:id="rId51"/>
    <p:sldId id="1222" r:id="rId52"/>
    <p:sldId id="1220" r:id="rId53"/>
    <p:sldId id="1177" r:id="rId54"/>
    <p:sldId id="1179" r:id="rId55"/>
    <p:sldId id="1180" r:id="rId56"/>
    <p:sldId id="1182" r:id="rId57"/>
    <p:sldId id="1183" r:id="rId58"/>
    <p:sldId id="1381" r:id="rId59"/>
    <p:sldId id="1184" r:id="rId60"/>
    <p:sldId id="1201" r:id="rId61"/>
    <p:sldId id="1538" r:id="rId62"/>
    <p:sldId id="1539" r:id="rId63"/>
    <p:sldId id="1541" r:id="rId64"/>
    <p:sldId id="1540" r:id="rId65"/>
    <p:sldId id="772" r:id="rId66"/>
    <p:sldId id="1422" r:id="rId6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92" autoAdjust="0"/>
    <p:restoredTop sz="94690"/>
  </p:normalViewPr>
  <p:slideViewPr>
    <p:cSldViewPr>
      <p:cViewPr varScale="1">
        <p:scale>
          <a:sx n="97" d="100"/>
          <a:sy n="97" d="100"/>
        </p:scale>
        <p:origin x="648" y="40"/>
      </p:cViewPr>
      <p:guideLst>
        <p:guide orient="horz" pos="9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amed, Md Maruf [E CPE]" userId="6f647de5-aeca-43cd-b76c-e84c6089bcf4" providerId="ADAL" clId="{0ADB84FB-EBB2-454E-BC79-53A8F9813081}"/>
    <pc:docChg chg="custSel addSld delSld modSld sldOrd">
      <pc:chgData name="Ahamed, Md Maruf [E CPE]" userId="6f647de5-aeca-43cd-b76c-e84c6089bcf4" providerId="ADAL" clId="{0ADB84FB-EBB2-454E-BC79-53A8F9813081}" dt="2022-02-21T23:13:22.130" v="181"/>
      <pc:docMkLst>
        <pc:docMk/>
      </pc:docMkLst>
      <pc:sldChg chg="delSp modSp">
        <pc:chgData name="Ahamed, Md Maruf [E CPE]" userId="6f647de5-aeca-43cd-b76c-e84c6089bcf4" providerId="ADAL" clId="{0ADB84FB-EBB2-454E-BC79-53A8F9813081}" dt="2022-02-21T18:17:05.449" v="133" actId="20577"/>
        <pc:sldMkLst>
          <pc:docMk/>
          <pc:sldMk cId="661507520" sldId="772"/>
        </pc:sldMkLst>
        <pc:spChg chg="mod">
          <ac:chgData name="Ahamed, Md Maruf [E CPE]" userId="6f647de5-aeca-43cd-b76c-e84c6089bcf4" providerId="ADAL" clId="{0ADB84FB-EBB2-454E-BC79-53A8F9813081}" dt="2022-02-21T18:17:05.449" v="133" actId="20577"/>
          <ac:spMkLst>
            <pc:docMk/>
            <pc:sldMk cId="661507520" sldId="772"/>
            <ac:spMk id="2" creationId="{FA6A6597-0E44-4F9E-9167-9A8E3C21418B}"/>
          </ac:spMkLst>
        </pc:spChg>
        <pc:picChg chg="del">
          <ac:chgData name="Ahamed, Md Maruf [E CPE]" userId="6f647de5-aeca-43cd-b76c-e84c6089bcf4" providerId="ADAL" clId="{0ADB84FB-EBB2-454E-BC79-53A8F9813081}" dt="2022-02-21T18:16:41.245" v="79" actId="478"/>
          <ac:picMkLst>
            <pc:docMk/>
            <pc:sldMk cId="661507520" sldId="772"/>
            <ac:picMk id="5" creationId="{B84F8481-55AC-4F48-B0CC-DA3B1C727772}"/>
          </ac:picMkLst>
        </pc:picChg>
      </pc:sldChg>
      <pc:sldChg chg="modSp ord">
        <pc:chgData name="Ahamed, Md Maruf [E CPE]" userId="6f647de5-aeca-43cd-b76c-e84c6089bcf4" providerId="ADAL" clId="{0ADB84FB-EBB2-454E-BC79-53A8F9813081}" dt="2022-02-21T17:58:49.054" v="43" actId="20577"/>
        <pc:sldMkLst>
          <pc:docMk/>
          <pc:sldMk cId="1865281566" sldId="774"/>
        </pc:sldMkLst>
        <pc:spChg chg="mod">
          <ac:chgData name="Ahamed, Md Maruf [E CPE]" userId="6f647de5-aeca-43cd-b76c-e84c6089bcf4" providerId="ADAL" clId="{0ADB84FB-EBB2-454E-BC79-53A8F9813081}" dt="2022-02-21T17:58:49.054" v="43" actId="20577"/>
          <ac:spMkLst>
            <pc:docMk/>
            <pc:sldMk cId="1865281566" sldId="774"/>
            <ac:spMk id="207875" creationId="{D583FDE5-0A59-BD41-A182-AC71C16B0812}"/>
          </ac:spMkLst>
        </pc:spChg>
      </pc:sldChg>
      <pc:sldChg chg="del">
        <pc:chgData name="Ahamed, Md Maruf [E CPE]" userId="6f647de5-aeca-43cd-b76c-e84c6089bcf4" providerId="ADAL" clId="{0ADB84FB-EBB2-454E-BC79-53A8F9813081}" dt="2022-02-21T18:03:09.561" v="50" actId="2696"/>
        <pc:sldMkLst>
          <pc:docMk/>
          <pc:sldMk cId="1420216846" sldId="786"/>
        </pc:sldMkLst>
      </pc:sldChg>
      <pc:sldChg chg="addSp delSp">
        <pc:chgData name="Ahamed, Md Maruf [E CPE]" userId="6f647de5-aeca-43cd-b76c-e84c6089bcf4" providerId="ADAL" clId="{0ADB84FB-EBB2-454E-BC79-53A8F9813081}" dt="2022-02-21T23:13:22.130" v="181"/>
        <pc:sldMkLst>
          <pc:docMk/>
          <pc:sldMk cId="1508369471" sldId="789"/>
        </pc:sldMkLst>
        <pc:inkChg chg="del">
          <ac:chgData name="Ahamed, Md Maruf [E CPE]" userId="6f647de5-aeca-43cd-b76c-e84c6089bcf4" providerId="ADAL" clId="{0ADB84FB-EBB2-454E-BC79-53A8F9813081}" dt="2022-02-21T18:03:18.567" v="59" actId="478"/>
          <ac:inkMkLst>
            <pc:docMk/>
            <pc:sldMk cId="1508369471" sldId="789"/>
            <ac:inkMk id="4" creationId="{739B3175-48B6-4877-AD1C-86A1F4F33931}"/>
          </ac:inkMkLst>
        </pc:inkChg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1508369471" sldId="789"/>
            <ac:inkMk id="4" creationId="{88F81CAB-938F-4B71-A308-03B065A2BAFD}"/>
          </ac:inkMkLst>
        </pc:inkChg>
      </pc:sldChg>
      <pc:sldChg chg="del">
        <pc:chgData name="Ahamed, Md Maruf [E CPE]" userId="6f647de5-aeca-43cd-b76c-e84c6089bcf4" providerId="ADAL" clId="{0ADB84FB-EBB2-454E-BC79-53A8F9813081}" dt="2022-02-21T18:03:11.712" v="52" actId="2696"/>
        <pc:sldMkLst>
          <pc:docMk/>
          <pc:sldMk cId="0" sldId="1077"/>
        </pc:sldMkLst>
      </pc:sldChg>
      <pc:sldChg chg="del">
        <pc:chgData name="Ahamed, Md Maruf [E CPE]" userId="6f647de5-aeca-43cd-b76c-e84c6089bcf4" providerId="ADAL" clId="{0ADB84FB-EBB2-454E-BC79-53A8F9813081}" dt="2022-02-21T18:03:13.559" v="55" actId="2696"/>
        <pc:sldMkLst>
          <pc:docMk/>
          <pc:sldMk cId="0" sldId="1103"/>
        </pc:sldMkLst>
      </pc:sldChg>
      <pc:sldChg chg="del">
        <pc:chgData name="Ahamed, Md Maruf [E CPE]" userId="6f647de5-aeca-43cd-b76c-e84c6089bcf4" providerId="ADAL" clId="{0ADB84FB-EBB2-454E-BC79-53A8F9813081}" dt="2022-02-21T18:03:14.094" v="56" actId="2696"/>
        <pc:sldMkLst>
          <pc:docMk/>
          <pc:sldMk cId="0" sldId="1104"/>
        </pc:sldMkLst>
      </pc:sldChg>
      <pc:sldChg chg="del">
        <pc:chgData name="Ahamed, Md Maruf [E CPE]" userId="6f647de5-aeca-43cd-b76c-e84c6089bcf4" providerId="ADAL" clId="{0ADB84FB-EBB2-454E-BC79-53A8F9813081}" dt="2022-02-21T18:03:14.753" v="57" actId="2696"/>
        <pc:sldMkLst>
          <pc:docMk/>
          <pc:sldMk cId="0" sldId="1105"/>
        </pc:sldMkLst>
      </pc:sldChg>
      <pc:sldChg chg="del">
        <pc:chgData name="Ahamed, Md Maruf [E CPE]" userId="6f647de5-aeca-43cd-b76c-e84c6089bcf4" providerId="ADAL" clId="{0ADB84FB-EBB2-454E-BC79-53A8F9813081}" dt="2022-02-21T18:03:11.225" v="51" actId="2696"/>
        <pc:sldMkLst>
          <pc:docMk/>
          <pc:sldMk cId="0" sldId="1110"/>
        </pc:sldMkLst>
      </pc:sldChg>
      <pc:sldChg chg="del">
        <pc:chgData name="Ahamed, Md Maruf [E CPE]" userId="6f647de5-aeca-43cd-b76c-e84c6089bcf4" providerId="ADAL" clId="{0ADB84FB-EBB2-454E-BC79-53A8F9813081}" dt="2022-02-21T18:03:15.404" v="58" actId="2696"/>
        <pc:sldMkLst>
          <pc:docMk/>
          <pc:sldMk cId="0" sldId="1113"/>
        </pc:sldMkLst>
      </pc:sldChg>
      <pc:sldChg chg="delSp">
        <pc:chgData name="Ahamed, Md Maruf [E CPE]" userId="6f647de5-aeca-43cd-b76c-e84c6089bcf4" providerId="ADAL" clId="{0ADB84FB-EBB2-454E-BC79-53A8F9813081}" dt="2022-02-21T18:03:41.181" v="61" actId="478"/>
        <pc:sldMkLst>
          <pc:docMk/>
          <pc:sldMk cId="0" sldId="1121"/>
        </pc:sldMkLst>
        <pc:inkChg chg="del">
          <ac:chgData name="Ahamed, Md Maruf [E CPE]" userId="6f647de5-aeca-43cd-b76c-e84c6089bcf4" providerId="ADAL" clId="{0ADB84FB-EBB2-454E-BC79-53A8F9813081}" dt="2022-02-21T18:03:41.181" v="61" actId="478"/>
          <ac:inkMkLst>
            <pc:docMk/>
            <pc:sldMk cId="0" sldId="1121"/>
            <ac:inkMk id="2" creationId="{CC9E8B04-7F9D-49C6-BF28-DD65A58C3003}"/>
          </ac:inkMkLst>
        </pc:inkChg>
      </pc:sldChg>
      <pc:sldChg chg="addSp delSp">
        <pc:chgData name="Ahamed, Md Maruf [E CPE]" userId="6f647de5-aeca-43cd-b76c-e84c6089bcf4" providerId="ADAL" clId="{0ADB84FB-EBB2-454E-BC79-53A8F9813081}" dt="2022-02-21T23:13:22.130" v="181"/>
        <pc:sldMkLst>
          <pc:docMk/>
          <pc:sldMk cId="0" sldId="1126"/>
        </pc:sldMkLst>
        <pc:inkChg chg="del">
          <ac:chgData name="Ahamed, Md Maruf [E CPE]" userId="6f647de5-aeca-43cd-b76c-e84c6089bcf4" providerId="ADAL" clId="{0ADB84FB-EBB2-454E-BC79-53A8F9813081}" dt="2022-02-21T18:05:22.061" v="71" actId="478"/>
          <ac:inkMkLst>
            <pc:docMk/>
            <pc:sldMk cId="0" sldId="1126"/>
            <ac:inkMk id="4" creationId="{456AA09E-1803-40CF-80B6-FBA547F41FB9}"/>
          </ac:inkMkLst>
        </pc:inkChg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0" sldId="1126"/>
            <ac:inkMk id="4" creationId="{CF5229C9-A65E-4432-88AE-99BEB7FBD9AA}"/>
          </ac:inkMkLst>
        </pc:inkChg>
      </pc:sldChg>
      <pc:sldChg chg="addSp delSp modSp">
        <pc:chgData name="Ahamed, Md Maruf [E CPE]" userId="6f647de5-aeca-43cd-b76c-e84c6089bcf4" providerId="ADAL" clId="{0ADB84FB-EBB2-454E-BC79-53A8F9813081}" dt="2022-02-21T23:13:22.130" v="181"/>
        <pc:sldMkLst>
          <pc:docMk/>
          <pc:sldMk cId="0" sldId="1134"/>
        </pc:sldMkLst>
        <pc:spChg chg="add mod">
          <ac:chgData name="Ahamed, Md Maruf [E CPE]" userId="6f647de5-aeca-43cd-b76c-e84c6089bcf4" providerId="ADAL" clId="{0ADB84FB-EBB2-454E-BC79-53A8F9813081}" dt="2022-02-21T20:31:30.584" v="140" actId="164"/>
          <ac:spMkLst>
            <pc:docMk/>
            <pc:sldMk cId="0" sldId="1134"/>
            <ac:spMk id="2" creationId="{C7922461-1406-4CD8-B1D3-B1FCB346A607}"/>
          </ac:spMkLst>
        </pc:spChg>
        <pc:spChg chg="add mod">
          <ac:chgData name="Ahamed, Md Maruf [E CPE]" userId="6f647de5-aeca-43cd-b76c-e84c6089bcf4" providerId="ADAL" clId="{0ADB84FB-EBB2-454E-BC79-53A8F9813081}" dt="2022-02-21T20:31:30.584" v="140" actId="164"/>
          <ac:spMkLst>
            <pc:docMk/>
            <pc:sldMk cId="0" sldId="1134"/>
            <ac:spMk id="10" creationId="{FE84C926-3C23-4113-84A1-048A9DDF49DE}"/>
          </ac:spMkLst>
        </pc:spChg>
        <pc:grpChg chg="add mod">
          <ac:chgData name="Ahamed, Md Maruf [E CPE]" userId="6f647de5-aeca-43cd-b76c-e84c6089bcf4" providerId="ADAL" clId="{0ADB84FB-EBB2-454E-BC79-53A8F9813081}" dt="2022-02-21T20:31:41.889" v="144" actId="14100"/>
          <ac:grpSpMkLst>
            <pc:docMk/>
            <pc:sldMk cId="0" sldId="1134"/>
            <ac:grpSpMk id="3" creationId="{E8D1DB95-8FDB-4502-85FA-69AAC5D80E34}"/>
          </ac:grpSpMkLst>
        </pc:grpChg>
        <pc:grpChg chg="mod">
          <ac:chgData name="Ahamed, Md Maruf [E CPE]" userId="6f647de5-aeca-43cd-b76c-e84c6089bcf4" providerId="ADAL" clId="{0ADB84FB-EBB2-454E-BC79-53A8F9813081}" dt="2022-02-21T20:31:30.584" v="140" actId="164"/>
          <ac:grpSpMkLst>
            <pc:docMk/>
            <pc:sldMk cId="0" sldId="1134"/>
            <ac:grpSpMk id="39941" creationId="{3FEB7A6F-0E02-4664-AD3D-6E242ED0C55C}"/>
          </ac:grpSpMkLst>
        </pc:grpChg>
        <pc:inkChg chg="del">
          <ac:chgData name="Ahamed, Md Maruf [E CPE]" userId="6f647de5-aeca-43cd-b76c-e84c6089bcf4" providerId="ADAL" clId="{0ADB84FB-EBB2-454E-BC79-53A8F9813081}" dt="2022-02-21T18:04:26.276" v="65" actId="478"/>
          <ac:inkMkLst>
            <pc:docMk/>
            <pc:sldMk cId="0" sldId="1134"/>
            <ac:inkMk id="2" creationId="{582EAD95-6BB4-4D50-9A24-2CF99257652B}"/>
          </ac:inkMkLst>
        </pc:inkChg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0" sldId="1134"/>
            <ac:inkMk id="4" creationId="{A0F37B32-9C28-467B-AE06-05FBFE657326}"/>
          </ac:inkMkLst>
        </pc:inkChg>
      </pc:sldChg>
      <pc:sldChg chg="addSp delSp modSp">
        <pc:chgData name="Ahamed, Md Maruf [E CPE]" userId="6f647de5-aeca-43cd-b76c-e84c6089bcf4" providerId="ADAL" clId="{0ADB84FB-EBB2-454E-BC79-53A8F9813081}" dt="2022-02-21T23:13:22.130" v="181"/>
        <pc:sldMkLst>
          <pc:docMk/>
          <pc:sldMk cId="0" sldId="1135"/>
        </pc:sldMkLst>
        <pc:grpChg chg="mod">
          <ac:chgData name="Ahamed, Md Maruf [E CPE]" userId="6f647de5-aeca-43cd-b76c-e84c6089bcf4" providerId="ADAL" clId="{0ADB84FB-EBB2-454E-BC79-53A8F9813081}" dt="2022-02-21T20:34:37.493" v="151" actId="14100"/>
          <ac:grpSpMkLst>
            <pc:docMk/>
            <pc:sldMk cId="0" sldId="1135"/>
            <ac:grpSpMk id="40964" creationId="{615943F0-7130-490C-8C7F-98A214B8FAD9}"/>
          </ac:grpSpMkLst>
        </pc:grpChg>
        <pc:picChg chg="add mod">
          <ac:chgData name="Ahamed, Md Maruf [E CPE]" userId="6f647de5-aeca-43cd-b76c-e84c6089bcf4" providerId="ADAL" clId="{0ADB84FB-EBB2-454E-BC79-53A8F9813081}" dt="2022-02-21T20:35:35.315" v="156" actId="14100"/>
          <ac:picMkLst>
            <pc:docMk/>
            <pc:sldMk cId="0" sldId="1135"/>
            <ac:picMk id="2" creationId="{0933BA08-E3E1-45E5-9D64-F545A54A94EB}"/>
          </ac:picMkLst>
        </pc:picChg>
        <pc:inkChg chg="del">
          <ac:chgData name="Ahamed, Md Maruf [E CPE]" userId="6f647de5-aeca-43cd-b76c-e84c6089bcf4" providerId="ADAL" clId="{0ADB84FB-EBB2-454E-BC79-53A8F9813081}" dt="2022-02-21T18:04:48.992" v="66" actId="478"/>
          <ac:inkMkLst>
            <pc:docMk/>
            <pc:sldMk cId="0" sldId="1135"/>
            <ac:inkMk id="2" creationId="{0647D912-ADF2-4983-9481-CE2FAD613600}"/>
          </ac:inkMkLst>
        </pc:inkChg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0" sldId="1135"/>
            <ac:inkMk id="3" creationId="{EF6F0B27-2104-4AFC-A585-064FA490E7C4}"/>
          </ac:inkMkLst>
        </pc:inkChg>
      </pc:sldChg>
      <pc:sldChg chg="addSp delSp">
        <pc:chgData name="Ahamed, Md Maruf [E CPE]" userId="6f647de5-aeca-43cd-b76c-e84c6089bcf4" providerId="ADAL" clId="{0ADB84FB-EBB2-454E-BC79-53A8F9813081}" dt="2022-02-21T23:13:22.130" v="181"/>
        <pc:sldMkLst>
          <pc:docMk/>
          <pc:sldMk cId="0" sldId="1136"/>
        </pc:sldMkLst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0" sldId="1136"/>
            <ac:inkMk id="2" creationId="{2AA932CE-DADA-4F23-A495-06DD9B2C6218}"/>
          </ac:inkMkLst>
        </pc:inkChg>
        <pc:inkChg chg="del">
          <ac:chgData name="Ahamed, Md Maruf [E CPE]" userId="6f647de5-aeca-43cd-b76c-e84c6089bcf4" providerId="ADAL" clId="{0ADB84FB-EBB2-454E-BC79-53A8F9813081}" dt="2022-02-21T18:04:56.473" v="67" actId="478"/>
          <ac:inkMkLst>
            <pc:docMk/>
            <pc:sldMk cId="0" sldId="1136"/>
            <ac:inkMk id="2" creationId="{4D7F519C-EC7D-4ADB-95A9-11257FEBEBD1}"/>
          </ac:inkMkLst>
        </pc:inkChg>
      </pc:sldChg>
      <pc:sldChg chg="delSp">
        <pc:chgData name="Ahamed, Md Maruf [E CPE]" userId="6f647de5-aeca-43cd-b76c-e84c6089bcf4" providerId="ADAL" clId="{0ADB84FB-EBB2-454E-BC79-53A8F9813081}" dt="2022-02-21T18:03:30.839" v="60" actId="478"/>
        <pc:sldMkLst>
          <pc:docMk/>
          <pc:sldMk cId="0" sldId="1155"/>
        </pc:sldMkLst>
        <pc:inkChg chg="del">
          <ac:chgData name="Ahamed, Md Maruf [E CPE]" userId="6f647de5-aeca-43cd-b76c-e84c6089bcf4" providerId="ADAL" clId="{0ADB84FB-EBB2-454E-BC79-53A8F9813081}" dt="2022-02-21T18:03:30.839" v="60" actId="478"/>
          <ac:inkMkLst>
            <pc:docMk/>
            <pc:sldMk cId="0" sldId="1155"/>
            <ac:inkMk id="2" creationId="{134174C4-E34D-4851-BE84-6DA7E6E811A6}"/>
          </ac:inkMkLst>
        </pc:inkChg>
      </pc:sldChg>
      <pc:sldChg chg="addSp delSp">
        <pc:chgData name="Ahamed, Md Maruf [E CPE]" userId="6f647de5-aeca-43cd-b76c-e84c6089bcf4" providerId="ADAL" clId="{0ADB84FB-EBB2-454E-BC79-53A8F9813081}" dt="2022-02-21T23:13:22.130" v="181"/>
        <pc:sldMkLst>
          <pc:docMk/>
          <pc:sldMk cId="0" sldId="1165"/>
        </pc:sldMkLst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0" sldId="1165"/>
            <ac:inkMk id="2" creationId="{1C663BEE-FE3E-42B5-A0ED-0DE27FAA1CCB}"/>
          </ac:inkMkLst>
        </pc:inkChg>
        <pc:inkChg chg="del">
          <ac:chgData name="Ahamed, Md Maruf [E CPE]" userId="6f647de5-aeca-43cd-b76c-e84c6089bcf4" providerId="ADAL" clId="{0ADB84FB-EBB2-454E-BC79-53A8F9813081}" dt="2022-02-21T18:03:58.141" v="62" actId="478"/>
          <ac:inkMkLst>
            <pc:docMk/>
            <pc:sldMk cId="0" sldId="1165"/>
            <ac:inkMk id="2" creationId="{4E7A016D-8254-4788-BDB2-2ADDEDF79E14}"/>
          </ac:inkMkLst>
        </pc:inkChg>
      </pc:sldChg>
      <pc:sldChg chg="delSp">
        <pc:chgData name="Ahamed, Md Maruf [E CPE]" userId="6f647de5-aeca-43cd-b76c-e84c6089bcf4" providerId="ADAL" clId="{0ADB84FB-EBB2-454E-BC79-53A8F9813081}" dt="2022-02-21T18:05:47.935" v="72" actId="478"/>
        <pc:sldMkLst>
          <pc:docMk/>
          <pc:sldMk cId="0" sldId="1172"/>
        </pc:sldMkLst>
        <pc:inkChg chg="del">
          <ac:chgData name="Ahamed, Md Maruf [E CPE]" userId="6f647de5-aeca-43cd-b76c-e84c6089bcf4" providerId="ADAL" clId="{0ADB84FB-EBB2-454E-BC79-53A8F9813081}" dt="2022-02-21T18:05:47.935" v="72" actId="478"/>
          <ac:inkMkLst>
            <pc:docMk/>
            <pc:sldMk cId="0" sldId="1172"/>
            <ac:inkMk id="2" creationId="{7A897638-D47F-486E-A47A-020D16F93AF5}"/>
          </ac:inkMkLst>
        </pc:inkChg>
      </pc:sldChg>
      <pc:sldChg chg="addSp">
        <pc:chgData name="Ahamed, Md Maruf [E CPE]" userId="6f647de5-aeca-43cd-b76c-e84c6089bcf4" providerId="ADAL" clId="{0ADB84FB-EBB2-454E-BC79-53A8F9813081}" dt="2022-02-21T23:13:22.130" v="181"/>
        <pc:sldMkLst>
          <pc:docMk/>
          <pc:sldMk cId="0" sldId="1175"/>
        </pc:sldMkLst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0" sldId="1175"/>
            <ac:inkMk id="2" creationId="{C350CDB7-B53F-4F0D-AD1F-821E9DD574FC}"/>
          </ac:inkMkLst>
        </pc:inkChg>
      </pc:sldChg>
      <pc:sldChg chg="delSp">
        <pc:chgData name="Ahamed, Md Maruf [E CPE]" userId="6f647de5-aeca-43cd-b76c-e84c6089bcf4" providerId="ADAL" clId="{0ADB84FB-EBB2-454E-BC79-53A8F9813081}" dt="2022-02-21T18:07:59.920" v="75" actId="478"/>
        <pc:sldMkLst>
          <pc:docMk/>
          <pc:sldMk cId="0" sldId="1177"/>
        </pc:sldMkLst>
        <pc:inkChg chg="del">
          <ac:chgData name="Ahamed, Md Maruf [E CPE]" userId="6f647de5-aeca-43cd-b76c-e84c6089bcf4" providerId="ADAL" clId="{0ADB84FB-EBB2-454E-BC79-53A8F9813081}" dt="2022-02-21T18:07:59.920" v="75" actId="478"/>
          <ac:inkMkLst>
            <pc:docMk/>
            <pc:sldMk cId="0" sldId="1177"/>
            <ac:inkMk id="2" creationId="{D64618C3-6CC0-4F7C-9B76-C6A0D6C1610B}"/>
          </ac:inkMkLst>
        </pc:inkChg>
      </pc:sldChg>
      <pc:sldChg chg="addSp">
        <pc:chgData name="Ahamed, Md Maruf [E CPE]" userId="6f647de5-aeca-43cd-b76c-e84c6089bcf4" providerId="ADAL" clId="{0ADB84FB-EBB2-454E-BC79-53A8F9813081}" dt="2022-02-21T23:13:22.130" v="181"/>
        <pc:sldMkLst>
          <pc:docMk/>
          <pc:sldMk cId="0" sldId="1179"/>
        </pc:sldMkLst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0" sldId="1179"/>
            <ac:inkMk id="2" creationId="{91C9705D-2B55-4F4C-8C9A-398EE29883BC}"/>
          </ac:inkMkLst>
        </pc:inkChg>
      </pc:sldChg>
      <pc:sldChg chg="modSp">
        <pc:chgData name="Ahamed, Md Maruf [E CPE]" userId="6f647de5-aeca-43cd-b76c-e84c6089bcf4" providerId="ADAL" clId="{0ADB84FB-EBB2-454E-BC79-53A8F9813081}" dt="2022-02-21T20:58:54.187" v="173" actId="1037"/>
        <pc:sldMkLst>
          <pc:docMk/>
          <pc:sldMk cId="0" sldId="1180"/>
        </pc:sldMkLst>
        <pc:spChg chg="mod">
          <ac:chgData name="Ahamed, Md Maruf [E CPE]" userId="6f647de5-aeca-43cd-b76c-e84c6089bcf4" providerId="ADAL" clId="{0ADB84FB-EBB2-454E-BC79-53A8F9813081}" dt="2022-02-21T20:58:54.187" v="173" actId="1037"/>
          <ac:spMkLst>
            <pc:docMk/>
            <pc:sldMk cId="0" sldId="1180"/>
            <ac:spMk id="67587" creationId="{7CFDDF25-DED2-40AB-8C74-2418258106EA}"/>
          </ac:spMkLst>
        </pc:spChg>
        <pc:spChg chg="mod">
          <ac:chgData name="Ahamed, Md Maruf [E CPE]" userId="6f647de5-aeca-43cd-b76c-e84c6089bcf4" providerId="ADAL" clId="{0ADB84FB-EBB2-454E-BC79-53A8F9813081}" dt="2022-02-21T20:58:50.043" v="167" actId="1035"/>
          <ac:spMkLst>
            <pc:docMk/>
            <pc:sldMk cId="0" sldId="1180"/>
            <ac:spMk id="207874" creationId="{05691C8D-638C-254F-9F6F-47D8957CE30C}"/>
          </ac:spMkLst>
        </pc:spChg>
      </pc:sldChg>
      <pc:sldChg chg="addSp delSp">
        <pc:chgData name="Ahamed, Md Maruf [E CPE]" userId="6f647de5-aeca-43cd-b76c-e84c6089bcf4" providerId="ADAL" clId="{0ADB84FB-EBB2-454E-BC79-53A8F9813081}" dt="2022-02-21T23:13:22.130" v="181"/>
        <pc:sldMkLst>
          <pc:docMk/>
          <pc:sldMk cId="0" sldId="1182"/>
        </pc:sldMkLst>
        <pc:inkChg chg="del">
          <ac:chgData name="Ahamed, Md Maruf [E CPE]" userId="6f647de5-aeca-43cd-b76c-e84c6089bcf4" providerId="ADAL" clId="{0ADB84FB-EBB2-454E-BC79-53A8F9813081}" dt="2022-02-21T18:08:05.004" v="76" actId="478"/>
          <ac:inkMkLst>
            <pc:docMk/>
            <pc:sldMk cId="0" sldId="1182"/>
            <ac:inkMk id="2" creationId="{2D0D5F18-7D01-43AA-8BEF-89200195F91C}"/>
          </ac:inkMkLst>
        </pc:inkChg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0" sldId="1182"/>
            <ac:inkMk id="2" creationId="{74CED688-D314-4DBA-BD67-151DA8A0D665}"/>
          </ac:inkMkLst>
        </pc:inkChg>
      </pc:sldChg>
      <pc:sldChg chg="addSp delSp">
        <pc:chgData name="Ahamed, Md Maruf [E CPE]" userId="6f647de5-aeca-43cd-b76c-e84c6089bcf4" providerId="ADAL" clId="{0ADB84FB-EBB2-454E-BC79-53A8F9813081}" dt="2022-02-21T23:13:22.130" v="181"/>
        <pc:sldMkLst>
          <pc:docMk/>
          <pc:sldMk cId="0" sldId="1183"/>
        </pc:sldMkLst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0" sldId="1183"/>
            <ac:inkMk id="3" creationId="{061890C6-273B-4AB3-B764-09691293E944}"/>
          </ac:inkMkLst>
        </pc:inkChg>
        <pc:inkChg chg="del">
          <ac:chgData name="Ahamed, Md Maruf [E CPE]" userId="6f647de5-aeca-43cd-b76c-e84c6089bcf4" providerId="ADAL" clId="{0ADB84FB-EBB2-454E-BC79-53A8F9813081}" dt="2022-02-21T18:08:08.487" v="77" actId="478"/>
          <ac:inkMkLst>
            <pc:docMk/>
            <pc:sldMk cId="0" sldId="1183"/>
            <ac:inkMk id="3" creationId="{16D2368F-57AF-4089-9758-CDF536BF6E39}"/>
          </ac:inkMkLst>
        </pc:inkChg>
      </pc:sldChg>
      <pc:sldChg chg="addSp delSp">
        <pc:chgData name="Ahamed, Md Maruf [E CPE]" userId="6f647de5-aeca-43cd-b76c-e84c6089bcf4" providerId="ADAL" clId="{0ADB84FB-EBB2-454E-BC79-53A8F9813081}" dt="2022-02-21T23:13:22.130" v="181"/>
        <pc:sldMkLst>
          <pc:docMk/>
          <pc:sldMk cId="0" sldId="1225"/>
        </pc:sldMkLst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0" sldId="1225"/>
            <ac:inkMk id="2" creationId="{205C59B6-D341-428B-BD5E-01951308FCE1}"/>
          </ac:inkMkLst>
        </pc:inkChg>
        <pc:inkChg chg="del">
          <ac:chgData name="Ahamed, Md Maruf [E CPE]" userId="6f647de5-aeca-43cd-b76c-e84c6089bcf4" providerId="ADAL" clId="{0ADB84FB-EBB2-454E-BC79-53A8F9813081}" dt="2022-02-21T18:04:12.924" v="63" actId="478"/>
          <ac:inkMkLst>
            <pc:docMk/>
            <pc:sldMk cId="0" sldId="1225"/>
            <ac:inkMk id="2" creationId="{837ADC6B-A0AE-48FC-A63E-54A7E863BF19}"/>
          </ac:inkMkLst>
        </pc:inkChg>
      </pc:sldChg>
      <pc:sldChg chg="addSp delSp">
        <pc:chgData name="Ahamed, Md Maruf [E CPE]" userId="6f647de5-aeca-43cd-b76c-e84c6089bcf4" providerId="ADAL" clId="{0ADB84FB-EBB2-454E-BC79-53A8F9813081}" dt="2022-02-21T23:13:22.130" v="181"/>
        <pc:sldMkLst>
          <pc:docMk/>
          <pc:sldMk cId="0" sldId="1226"/>
        </pc:sldMkLst>
        <pc:inkChg chg="del">
          <ac:chgData name="Ahamed, Md Maruf [E CPE]" userId="6f647de5-aeca-43cd-b76c-e84c6089bcf4" providerId="ADAL" clId="{0ADB84FB-EBB2-454E-BC79-53A8F9813081}" dt="2022-02-21T18:04:17.542" v="64" actId="478"/>
          <ac:inkMkLst>
            <pc:docMk/>
            <pc:sldMk cId="0" sldId="1226"/>
            <ac:inkMk id="3" creationId="{5D693381-77F0-4077-B8EF-CE618E290F2B}"/>
          </ac:inkMkLst>
        </pc:inkChg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0" sldId="1226"/>
            <ac:inkMk id="3" creationId="{83762A99-AD08-46D5-BE79-5EA5DDAD4BBA}"/>
          </ac:inkMkLst>
        </pc:inkChg>
      </pc:sldChg>
      <pc:sldChg chg="del">
        <pc:chgData name="Ahamed, Md Maruf [E CPE]" userId="6f647de5-aeca-43cd-b76c-e84c6089bcf4" providerId="ADAL" clId="{0ADB84FB-EBB2-454E-BC79-53A8F9813081}" dt="2022-02-21T18:03:12.382" v="53" actId="2696"/>
        <pc:sldMkLst>
          <pc:docMk/>
          <pc:sldMk cId="0" sldId="1371"/>
        </pc:sldMkLst>
      </pc:sldChg>
      <pc:sldChg chg="addSp delSp modSp">
        <pc:chgData name="Ahamed, Md Maruf [E CPE]" userId="6f647de5-aeca-43cd-b76c-e84c6089bcf4" providerId="ADAL" clId="{0ADB84FB-EBB2-454E-BC79-53A8F9813081}" dt="2022-02-21T23:13:22.130" v="181"/>
        <pc:sldMkLst>
          <pc:docMk/>
          <pc:sldMk cId="2800124569" sldId="1372"/>
        </pc:sldMkLst>
        <pc:picChg chg="mod">
          <ac:chgData name="Ahamed, Md Maruf [E CPE]" userId="6f647de5-aeca-43cd-b76c-e84c6089bcf4" providerId="ADAL" clId="{0ADB84FB-EBB2-454E-BC79-53A8F9813081}" dt="2022-02-21T20:41:49.386" v="161" actId="1035"/>
          <ac:picMkLst>
            <pc:docMk/>
            <pc:sldMk cId="2800124569" sldId="1372"/>
            <ac:picMk id="4" creationId="{EB25B088-8150-44D4-8687-57B1D0F2E7EF}"/>
          </ac:picMkLst>
        </pc:picChg>
        <pc:picChg chg="mod">
          <ac:chgData name="Ahamed, Md Maruf [E CPE]" userId="6f647de5-aeca-43cd-b76c-e84c6089bcf4" providerId="ADAL" clId="{0ADB84FB-EBB2-454E-BC79-53A8F9813081}" dt="2022-02-21T20:41:49.386" v="161" actId="1035"/>
          <ac:picMkLst>
            <pc:docMk/>
            <pc:sldMk cId="2800124569" sldId="1372"/>
            <ac:picMk id="5" creationId="{A605FFBB-1178-439D-9343-906F5FF4730E}"/>
          </ac:picMkLst>
        </pc:picChg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2800124569" sldId="1372"/>
            <ac:inkMk id="2" creationId="{30348446-2CB2-4664-A991-E179EADA6444}"/>
          </ac:inkMkLst>
        </pc:inkChg>
        <pc:inkChg chg="del mod">
          <ac:chgData name="Ahamed, Md Maruf [E CPE]" userId="6f647de5-aeca-43cd-b76c-e84c6089bcf4" providerId="ADAL" clId="{0ADB84FB-EBB2-454E-BC79-53A8F9813081}" dt="2022-02-21T18:05:06.647" v="69" actId="478"/>
          <ac:inkMkLst>
            <pc:docMk/>
            <pc:sldMk cId="2800124569" sldId="1372"/>
            <ac:inkMk id="2" creationId="{FB953B4D-FF8D-4C3E-8D4B-26C5EAC209A0}"/>
          </ac:inkMkLst>
        </pc:inkChg>
      </pc:sldChg>
      <pc:sldChg chg="del">
        <pc:chgData name="Ahamed, Md Maruf [E CPE]" userId="6f647de5-aeca-43cd-b76c-e84c6089bcf4" providerId="ADAL" clId="{0ADB84FB-EBB2-454E-BC79-53A8F9813081}" dt="2022-02-21T18:03:05.994" v="47" actId="2696"/>
        <pc:sldMkLst>
          <pc:docMk/>
          <pc:sldMk cId="212713959" sldId="1373"/>
        </pc:sldMkLst>
      </pc:sldChg>
      <pc:sldChg chg="addSp">
        <pc:chgData name="Ahamed, Md Maruf [E CPE]" userId="6f647de5-aeca-43cd-b76c-e84c6089bcf4" providerId="ADAL" clId="{0ADB84FB-EBB2-454E-BC79-53A8F9813081}" dt="2022-02-21T23:13:22.130" v="181"/>
        <pc:sldMkLst>
          <pc:docMk/>
          <pc:sldMk cId="3392525354" sldId="1374"/>
        </pc:sldMkLst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3392525354" sldId="1374"/>
            <ac:inkMk id="6" creationId="{EDA9337C-FB4E-4E52-AD87-7254FEEE8934}"/>
          </ac:inkMkLst>
        </pc:inkChg>
      </pc:sldChg>
      <pc:sldChg chg="del">
        <pc:chgData name="Ahamed, Md Maruf [E CPE]" userId="6f647de5-aeca-43cd-b76c-e84c6089bcf4" providerId="ADAL" clId="{0ADB84FB-EBB2-454E-BC79-53A8F9813081}" dt="2022-02-21T18:03:12.853" v="54" actId="2696"/>
        <pc:sldMkLst>
          <pc:docMk/>
          <pc:sldMk cId="1807786917" sldId="1375"/>
        </pc:sldMkLst>
      </pc:sldChg>
      <pc:sldChg chg="addSp delSp">
        <pc:chgData name="Ahamed, Md Maruf [E CPE]" userId="6f647de5-aeca-43cd-b76c-e84c6089bcf4" providerId="ADAL" clId="{0ADB84FB-EBB2-454E-BC79-53A8F9813081}" dt="2022-02-21T23:13:22.130" v="181"/>
        <pc:sldMkLst>
          <pc:docMk/>
          <pc:sldMk cId="3004051633" sldId="1376"/>
        </pc:sldMkLst>
        <pc:inkChg chg="del">
          <ac:chgData name="Ahamed, Md Maruf [E CPE]" userId="6f647de5-aeca-43cd-b76c-e84c6089bcf4" providerId="ADAL" clId="{0ADB84FB-EBB2-454E-BC79-53A8F9813081}" dt="2022-02-21T18:07:36.080" v="73" actId="478"/>
          <ac:inkMkLst>
            <pc:docMk/>
            <pc:sldMk cId="3004051633" sldId="1376"/>
            <ac:inkMk id="5" creationId="{579F7401-A17F-4760-A175-C13BCE456B6B}"/>
          </ac:inkMkLst>
        </pc:inkChg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3004051633" sldId="1376"/>
            <ac:inkMk id="5" creationId="{F46B1C6F-34A7-4330-A8CA-EDA0DE803664}"/>
          </ac:inkMkLst>
        </pc:inkChg>
      </pc:sldChg>
      <pc:sldChg chg="addSp delSp">
        <pc:chgData name="Ahamed, Md Maruf [E CPE]" userId="6f647de5-aeca-43cd-b76c-e84c6089bcf4" providerId="ADAL" clId="{0ADB84FB-EBB2-454E-BC79-53A8F9813081}" dt="2022-02-21T23:13:22.130" v="181"/>
        <pc:sldMkLst>
          <pc:docMk/>
          <pc:sldMk cId="4034395384" sldId="1377"/>
        </pc:sldMkLst>
        <pc:inkChg chg="del">
          <ac:chgData name="Ahamed, Md Maruf [E CPE]" userId="6f647de5-aeca-43cd-b76c-e84c6089bcf4" providerId="ADAL" clId="{0ADB84FB-EBB2-454E-BC79-53A8F9813081}" dt="2022-02-21T18:07:49.019" v="74" actId="478"/>
          <ac:inkMkLst>
            <pc:docMk/>
            <pc:sldMk cId="4034395384" sldId="1377"/>
            <ac:inkMk id="5" creationId="{6BC7E601-DCCF-4E29-9F3C-529F31759288}"/>
          </ac:inkMkLst>
        </pc:inkChg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4034395384" sldId="1377"/>
            <ac:inkMk id="5" creationId="{9058EACA-C877-431C-87E5-E3E316552555}"/>
          </ac:inkMkLst>
        </pc:inkChg>
      </pc:sldChg>
      <pc:sldChg chg="addSp delSp">
        <pc:chgData name="Ahamed, Md Maruf [E CPE]" userId="6f647de5-aeca-43cd-b76c-e84c6089bcf4" providerId="ADAL" clId="{0ADB84FB-EBB2-454E-BC79-53A8F9813081}" dt="2022-02-21T20:42:53.414" v="163" actId="478"/>
        <pc:sldMkLst>
          <pc:docMk/>
          <pc:sldMk cId="3122813560" sldId="1378"/>
        </pc:sldMkLst>
        <pc:spChg chg="del">
          <ac:chgData name="Ahamed, Md Maruf [E CPE]" userId="6f647de5-aeca-43cd-b76c-e84c6089bcf4" providerId="ADAL" clId="{0ADB84FB-EBB2-454E-BC79-53A8F9813081}" dt="2022-02-21T20:42:53.414" v="163" actId="478"/>
          <ac:spMkLst>
            <pc:docMk/>
            <pc:sldMk cId="3122813560" sldId="1378"/>
            <ac:spMk id="49252" creationId="{29AAE590-5CE5-4718-A3E2-DAFE84CB421C}"/>
          </ac:spMkLst>
        </pc:spChg>
        <pc:grpChg chg="add">
          <ac:chgData name="Ahamed, Md Maruf [E CPE]" userId="6f647de5-aeca-43cd-b76c-e84c6089bcf4" providerId="ADAL" clId="{0ADB84FB-EBB2-454E-BC79-53A8F9813081}" dt="2022-02-21T20:42:49.530" v="162"/>
          <ac:grpSpMkLst>
            <pc:docMk/>
            <pc:sldMk cId="3122813560" sldId="1378"/>
            <ac:grpSpMk id="4" creationId="{4DDBC082-9775-40E1-B4BB-7FD6A3C18308}"/>
          </ac:grpSpMkLst>
        </pc:grpChg>
        <pc:inkChg chg="del">
          <ac:chgData name="Ahamed, Md Maruf [E CPE]" userId="6f647de5-aeca-43cd-b76c-e84c6089bcf4" providerId="ADAL" clId="{0ADB84FB-EBB2-454E-BC79-53A8F9813081}" dt="2022-02-21T18:05:13.959" v="70" actId="478"/>
          <ac:inkMkLst>
            <pc:docMk/>
            <pc:sldMk cId="3122813560" sldId="1378"/>
            <ac:inkMk id="2" creationId="{BCC6FF31-03E3-4151-B4A9-9629A80C6F91}"/>
          </ac:inkMkLst>
        </pc:inkChg>
      </pc:sldChg>
      <pc:sldChg chg="del">
        <pc:chgData name="Ahamed, Md Maruf [E CPE]" userId="6f647de5-aeca-43cd-b76c-e84c6089bcf4" providerId="ADAL" clId="{0ADB84FB-EBB2-454E-BC79-53A8F9813081}" dt="2022-02-21T18:03:04.224" v="45" actId="2696"/>
        <pc:sldMkLst>
          <pc:docMk/>
          <pc:sldMk cId="2607089068" sldId="1394"/>
        </pc:sldMkLst>
      </pc:sldChg>
      <pc:sldChg chg="del">
        <pc:chgData name="Ahamed, Md Maruf [E CPE]" userId="6f647de5-aeca-43cd-b76c-e84c6089bcf4" providerId="ADAL" clId="{0ADB84FB-EBB2-454E-BC79-53A8F9813081}" dt="2022-02-21T18:03:04.808" v="46" actId="2696"/>
        <pc:sldMkLst>
          <pc:docMk/>
          <pc:sldMk cId="4260631305" sldId="1395"/>
        </pc:sldMkLst>
      </pc:sldChg>
      <pc:sldChg chg="del">
        <pc:chgData name="Ahamed, Md Maruf [E CPE]" userId="6f647de5-aeca-43cd-b76c-e84c6089bcf4" providerId="ADAL" clId="{0ADB84FB-EBB2-454E-BC79-53A8F9813081}" dt="2022-02-21T18:03:08.413" v="49" actId="2696"/>
        <pc:sldMkLst>
          <pc:docMk/>
          <pc:sldMk cId="1813635454" sldId="1411"/>
        </pc:sldMkLst>
      </pc:sldChg>
      <pc:sldChg chg="del">
        <pc:chgData name="Ahamed, Md Maruf [E CPE]" userId="6f647de5-aeca-43cd-b76c-e84c6089bcf4" providerId="ADAL" clId="{0ADB84FB-EBB2-454E-BC79-53A8F9813081}" dt="2022-02-21T18:03:07.672" v="48" actId="2696"/>
        <pc:sldMkLst>
          <pc:docMk/>
          <pc:sldMk cId="3498433364" sldId="1412"/>
        </pc:sldMkLst>
      </pc:sldChg>
      <pc:sldChg chg="modSp">
        <pc:chgData name="Ahamed, Md Maruf [E CPE]" userId="6f647de5-aeca-43cd-b76c-e84c6089bcf4" providerId="ADAL" clId="{0ADB84FB-EBB2-454E-BC79-53A8F9813081}" dt="2022-02-21T18:02:53.565" v="44" actId="6549"/>
        <pc:sldMkLst>
          <pc:docMk/>
          <pc:sldMk cId="608326400" sldId="1418"/>
        </pc:sldMkLst>
        <pc:spChg chg="mod">
          <ac:chgData name="Ahamed, Md Maruf [E CPE]" userId="6f647de5-aeca-43cd-b76c-e84c6089bcf4" providerId="ADAL" clId="{0ADB84FB-EBB2-454E-BC79-53A8F9813081}" dt="2022-02-21T18:02:53.565" v="44" actId="6549"/>
          <ac:spMkLst>
            <pc:docMk/>
            <pc:sldMk cId="608326400" sldId="1418"/>
            <ac:spMk id="4" creationId="{CA5AE38B-8B29-4CFD-8DC4-49E537DD3855}"/>
          </ac:spMkLst>
        </pc:spChg>
      </pc:sldChg>
      <pc:sldChg chg="add">
        <pc:chgData name="Ahamed, Md Maruf [E CPE]" userId="6f647de5-aeca-43cd-b76c-e84c6089bcf4" providerId="ADAL" clId="{0ADB84FB-EBB2-454E-BC79-53A8F9813081}" dt="2022-02-21T18:16:39.128" v="78"/>
        <pc:sldMkLst>
          <pc:docMk/>
          <pc:sldMk cId="3746095665" sldId="1422"/>
        </pc:sldMkLst>
      </pc:sldChg>
      <pc:sldChg chg="add">
        <pc:chgData name="Ahamed, Md Maruf [E CPE]" userId="6f647de5-aeca-43cd-b76c-e84c6089bcf4" providerId="ADAL" clId="{0ADB84FB-EBB2-454E-BC79-53A8F9813081}" dt="2022-02-21T20:30:12.148" v="134"/>
        <pc:sldMkLst>
          <pc:docMk/>
          <pc:sldMk cId="3901263941" sldId="1423"/>
        </pc:sldMkLst>
      </pc:sldChg>
      <pc:sldChg chg="addSp delSp add">
        <pc:chgData name="Ahamed, Md Maruf [E CPE]" userId="6f647de5-aeca-43cd-b76c-e84c6089bcf4" providerId="ADAL" clId="{0ADB84FB-EBB2-454E-BC79-53A8F9813081}" dt="2022-02-21T23:13:22.130" v="181"/>
        <pc:sldMkLst>
          <pc:docMk/>
          <pc:sldMk cId="1337017583" sldId="1424"/>
        </pc:sldMkLst>
        <pc:grpChg chg="del">
          <ac:chgData name="Ahamed, Md Maruf [E CPE]" userId="6f647de5-aeca-43cd-b76c-e84c6089bcf4" providerId="ADAL" clId="{0ADB84FB-EBB2-454E-BC79-53A8F9813081}" dt="2022-02-21T20:43:16.885" v="165" actId="478"/>
          <ac:grpSpMkLst>
            <pc:docMk/>
            <pc:sldMk cId="1337017583" sldId="1424"/>
            <ac:grpSpMk id="4" creationId="{4DDBC082-9775-40E1-B4BB-7FD6A3C18308}"/>
          </ac:grpSpMkLst>
        </pc:grpChg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1337017583" sldId="1424"/>
            <ac:inkMk id="2" creationId="{501FE9D5-1BAD-40AB-8BD6-3CB3AF31ADE9}"/>
          </ac:inkMkLst>
        </pc:inkChg>
      </pc:sldChg>
      <pc:sldChg chg="modSp">
        <pc:chgData name="Ahamed, Md Maruf [E CPE]" userId="6f647de5-aeca-43cd-b76c-e84c6089bcf4" providerId="ADAL" clId="{0ADB84FB-EBB2-454E-BC79-53A8F9813081}" dt="2022-02-21T21:04:16.407" v="176" actId="20577"/>
        <pc:sldMkLst>
          <pc:docMk/>
          <pc:sldMk cId="2071140848" sldId="1538"/>
        </pc:sldMkLst>
        <pc:spChg chg="mod">
          <ac:chgData name="Ahamed, Md Maruf [E CPE]" userId="6f647de5-aeca-43cd-b76c-e84c6089bcf4" providerId="ADAL" clId="{0ADB84FB-EBB2-454E-BC79-53A8F9813081}" dt="2022-02-21T21:04:16.407" v="176" actId="20577"/>
          <ac:spMkLst>
            <pc:docMk/>
            <pc:sldMk cId="2071140848" sldId="1538"/>
            <ac:spMk id="10" creationId="{56E0FB8E-B2FC-4F6D-8D66-027ECFE7623C}"/>
          </ac:spMkLst>
        </pc:spChg>
      </pc:sldChg>
      <pc:sldChg chg="addSp delSp">
        <pc:chgData name="Ahamed, Md Maruf [E CPE]" userId="6f647de5-aeca-43cd-b76c-e84c6089bcf4" providerId="ADAL" clId="{0ADB84FB-EBB2-454E-BC79-53A8F9813081}" dt="2022-02-21T23:13:22.130" v="181"/>
        <pc:sldMkLst>
          <pc:docMk/>
          <pc:sldMk cId="270059702" sldId="1539"/>
        </pc:sldMkLst>
        <pc:inkChg chg="del">
          <ac:chgData name="Ahamed, Md Maruf [E CPE]" userId="6f647de5-aeca-43cd-b76c-e84c6089bcf4" providerId="ADAL" clId="{0ADB84FB-EBB2-454E-BC79-53A8F9813081}" dt="2022-02-21T21:05:52.368" v="177" actId="478"/>
          <ac:inkMkLst>
            <pc:docMk/>
            <pc:sldMk cId="270059702" sldId="1539"/>
            <ac:inkMk id="2" creationId="{29509A74-2B65-49F3-A767-70244FCE33AE}"/>
          </ac:inkMkLst>
        </pc:inkChg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270059702" sldId="1539"/>
            <ac:inkMk id="2" creationId="{F34F29D9-E4C0-465D-BB45-2615CFB82FE2}"/>
          </ac:inkMkLst>
        </pc:inkChg>
      </pc:sldChg>
      <pc:sldChg chg="addSp delSp add ord">
        <pc:chgData name="Ahamed, Md Maruf [E CPE]" userId="6f647de5-aeca-43cd-b76c-e84c6089bcf4" providerId="ADAL" clId="{0ADB84FB-EBB2-454E-BC79-53A8F9813081}" dt="2022-02-21T23:13:22.130" v="181"/>
        <pc:sldMkLst>
          <pc:docMk/>
          <pc:sldMk cId="3608571579" sldId="1541"/>
        </pc:sldMkLst>
        <pc:inkChg chg="add">
          <ac:chgData name="Ahamed, Md Maruf [E CPE]" userId="6f647de5-aeca-43cd-b76c-e84c6089bcf4" providerId="ADAL" clId="{0ADB84FB-EBB2-454E-BC79-53A8F9813081}" dt="2022-02-21T23:13:22.130" v="181"/>
          <ac:inkMkLst>
            <pc:docMk/>
            <pc:sldMk cId="3608571579" sldId="1541"/>
            <ac:inkMk id="2" creationId="{D42EBB12-E03C-433E-8169-BF22B438A9B1}"/>
          </ac:inkMkLst>
        </pc:inkChg>
        <pc:inkChg chg="del">
          <ac:chgData name="Ahamed, Md Maruf [E CPE]" userId="6f647de5-aeca-43cd-b76c-e84c6089bcf4" providerId="ADAL" clId="{0ADB84FB-EBB2-454E-BC79-53A8F9813081}" dt="2022-02-21T21:06:08.800" v="179" actId="478"/>
          <ac:inkMkLst>
            <pc:docMk/>
            <pc:sldMk cId="3608571579" sldId="1541"/>
            <ac:inkMk id="2" creationId="{DFB36126-E5FE-4130-B52F-1598BB5FD282}"/>
          </ac:inkMkLst>
        </pc:inkChg>
      </pc:sldChg>
    </pc:docChg>
  </pc:docChgLst>
  <pc:docChgLst>
    <pc:chgData name="Md Maruf Ahamed" userId="6f647de5-aeca-43cd-b76c-e84c6089bcf4" providerId="ADAL" clId="{D35797DA-AC7E-422A-BF64-67C0FB5DD1B1}"/>
    <pc:docChg chg="custSel modSld">
      <pc:chgData name="Md Maruf Ahamed" userId="6f647de5-aeca-43cd-b76c-e84c6089bcf4" providerId="ADAL" clId="{D35797DA-AC7E-422A-BF64-67C0FB5DD1B1}" dt="2022-02-21T21:21:00.301" v="0" actId="21"/>
      <pc:docMkLst>
        <pc:docMk/>
      </pc:docMkLst>
      <pc:sldChg chg="delSp mod">
        <pc:chgData name="Md Maruf Ahamed" userId="6f647de5-aeca-43cd-b76c-e84c6089bcf4" providerId="ADAL" clId="{D35797DA-AC7E-422A-BF64-67C0FB5DD1B1}" dt="2022-02-21T21:21:00.301" v="0" actId="21"/>
        <pc:sldMkLst>
          <pc:docMk/>
          <pc:sldMk cId="3392525354" sldId="1374"/>
        </pc:sldMkLst>
        <pc:inkChg chg="del">
          <ac:chgData name="Md Maruf Ahamed" userId="6f647de5-aeca-43cd-b76c-e84c6089bcf4" providerId="ADAL" clId="{D35797DA-AC7E-422A-BF64-67C0FB5DD1B1}" dt="2022-02-21T21:21:00.301" v="0" actId="21"/>
          <ac:inkMkLst>
            <pc:docMk/>
            <pc:sldMk cId="3392525354" sldId="1374"/>
            <ac:inkMk id="6" creationId="{312F7DAF-FBB7-44EE-BCD0-9B5026F5A873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16A246E-1165-E245-A7EB-0772963E03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440F699-AA4E-4A4F-915B-4E190BCFD0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EA62CF11-F0EA-0848-BA90-DDCC4F4E76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ABB4707E-3172-FE4D-BE44-CD82F8236D0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85064E9-D108-4958-BC0A-32345D0A6B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2:29:06.0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19949 1569 1314 0,'0'0'37'0,"-6"5"8"0,0-5-36 0,0 0-9 0,0 0 0 0,0 0 0 0,0 0 104 0,0 0 20 16,0 0 3-16,6 0 1 0,-6 0 0 0,0 0 0 0,6 0 0 0,0 0 0 15,-3-8-52-15,0 3-9 0,3 2-3 0,0-7 0 16,3 7 0-16,3-5 0 0,3 0 0 0,0 0 0 16,6-2 0-16,0 2 0 0,6 0 0 0,-1-3 0 15,1 1-51-15,6 2-13 0,-3 0 0 0,6 0 0 16,-4 0 0-16,1 0 0 0,0 0 0 0,3 3 0 16,-3 2 0-16,2-2 0 0,1 5 0 0,0 0 0 15,-3 5 0-15,-4-5 0 0,1 3 0 16,-3 5 0-16,-6-3 0 0,0 3 0 15,-3 0 8-15,-6 0-8 0,0 0 0 0,-3 5 0 0,-6-5 0 16,3 5 0-16,-6-2-14 0,0 2 4 0,0 0 1 0,-6-2 0 16,0 2 0-16,0 0 0 0,0-5 0 0,-3 6 0 15,0-7 9-15,4 1-8 0,-4 0 8 0,3 6-8 16,0-6-27-16,0-6-5 16,3 6 0-16,0-3-1 0,3 1 84 0,0-4 17 0,6-2 3 0,0 0 1 15,0 0-52-15,0 0-12 0,0 0 0 0,6 6 0 0,3-4 0 16,0 4 0-16,0-6 0 0,3 2 0 0,0-2-12 15,3 0-6-15,-1 6-1 0,4-6 0 0,-3 0 19 16,0 2 0-16,0 3 0 0,-3 1 9 0,0 2 2 0,0-6 0 16,-3 6 0-16,3 0 0 0,-4 3-3 0,-2-3 0 15,3 0 0-15,-6 5 0 0,3-5-8 0,-3 8 12 16,-3-3-12-16,0-2 12 0,-3 2-12 0,0 3 12 16,-3-3-12-16,0 0 12 0,-3 3-23 0,-2 0-4 15,-1-3-1-15,-6-2 0 0,0 2 64 16,-3-5 13-16,0 5 3 0,-6-2 0 0,4-1-52 0,-4-2-12 15,3 0 0-15,-3 3 0 16,0-1 0-16,4-7 0 0,-4 2 0 0,0 3 0 0,0-8 11 0,3 3-11 16,-2-3 12-16,2 0-12 0,0 0 0 0,3 0 0 0,0 0 0 15,4 0 0-15,-1 0-12 0,3 0-8 0,0 0-3 0,6 0 0 32,0-3-225-32,-3 3-44 0,-6-13-10 0,9 5-2 0</inkml:trace>
  <inkml:trace contextRef="#ctx0" brushRef="#br0" timeOffset="1018.712">20693 1828 1314 0,'0'0'37'0,"0"0"8"0,-3-2-36 0,0-4-9 0,0 4 0 0,3 2 0 16,-3-5 155-16,3 2 29 0,-3-5 5 0,3 8 2 16,0 0-50-16,0-5-9 0,0 5-3 0,0 0 0 15,0 0-52-15,0 0-10 0,0 0-3 0,0 0 0 16,0 0 0-16,0 0 0 0,0 0 0 0,0 5 0 15,0 3-52-15,0 0-12 0,0 2 0 0,0 4 0 16,-3 1 0-16,3 4 0 0,0-3 10 0,0 5-10 16,-3-5 0-16,3 5 0 0,0-5 8 0,-3 5-8 15,3-5 0-15,-3 5 0 0,3-2 0 0,-3 2 0 16,3 0 0-16,-3 0 0 0,3 0 0 0,0-2-11 16,0 7-42-16,-3-10-9 0,3 5-2 15,0 1 0-15,0-7-74 0,-3 1-15 0,3-2-3 0,0-1-865 16</inkml:trace>
  <inkml:trace contextRef="#ctx0" brushRef="#br0" timeOffset="1460.673">21029 1887 2077 0,'0'0'45'0,"-9"5"10"0,3-5 1 0,6 0 4 0,-6 0-48 0,0 8-12 0,0-3 0 0,0-2 0 16,1 2 70-16,2 3 12 0,0-5 2 0,-3 10 1 16,6-5-41-16,-3 5-8 0,0-5-1 0,0 5-1 15,0-2-14-15,0 2-2 0,0 0-1 0,-3 3 0 16,6-3-17-16,-3 3 8 0,0 0-8 0,-3 0 0 16,3 0 8-16,0 2-8 0,0 1 0 0,3-1 0 15,-3 1 0-15,3-1 0 0,0-2 0 0,0 6 0 16,0-12-19-16,3 9-1 0,0-9 0 0,0 1 0 15,3-1 1-15,0-2 0 0,0 0 0 0,0-2 0 16,3-4 11-16,0-2 8 0,0 0-12 0,-1 0 12 16,4-2 0-16,0 2 0 0,0-8 0 0,-3 0 0 15,6 0 53-15,-3-3 8 0,3 1 2 0,-3-4 0 0,0-2-51 16,0 1-12-16,-1-4 0 0,-2 1 0 0,0-1 60 0,-3 0 10 16,3-2 2-16,-3 0 0 0,-3 0-23 0,3 5-4 15,-6 0-1-15,0-5 0 0,0 5-19 0,-3-2-4 16,0-1-1-16,-6 6 0 0,3-3-9 15,-3 3-3-15,0 5 0 0,0-5 0 16,-2 5-19-16,-1 0-4 0,0 0-1 0,-3 3 0 0,0 2 16 0,3 3-9 16,-3 0 9-16,-3 0-8 15,3 3-156-15,-2 2-32 0,-1 3-5 0</inkml:trace>
  <inkml:trace contextRef="#ctx0" brushRef="#br0" timeOffset="9053.764">19318 3342 1666 0,'0'0'36'0,"0"0"8"0,0 0 2 0,0 0 2 0,0 0-39 0,3 3-9 0,3 4 0 0,0-7 0 16,-1 3 79-16,4 2 13 0,0-5 4 0,0 3 0 15,0 2-28-15,0-5-6 0,3 0-1 0,0 0 0 16,3 0-22-16,3 0-5 0,-3 0-1 0,5 0 0 16,1 0-18-16,0 0-4 0,3 0-1 0,3 0 0 15,-4 0-10-15,1 3 0 0,3-3 0 0,-3 3 8 16,0-3-34-16,0 2-7 15,-4-2-2-15,-2 0-994 0</inkml:trace>
  <inkml:trace contextRef="#ctx0" brushRef="#br0" timeOffset="9742.699">20163 3170 1965 0,'0'0'43'0,"0"0"9"0,-3-3 1 0,-3 1 3 0,0-1-44 0,0 3-12 0,-3-5 0 0,6 5 0 16,3 0 81-16,0 0 15 0,-6-3 2 0,6 3 1 16,0 0-35-16,3-8-8 0,0 8 0 0,3-8-1 15,0 6-19-15,3-4-4 0,0 4-1 0,3-1 0 16,0-2-3-16,0 2-1 0,3-2 0 0,2 2 0 16,4-2-7-16,3 2 0 0,0 0-1 0,0 1 0 15,3-1-7-15,-1 1-2 0,1 2 0 0,0 0 0 16,-3 0-10-16,-3 2 8 0,-1 1-8 0,-2 2 8 15,-6 3-8-15,0-5 0 0,-3 5 0 0,-3 0 0 0,-3 0 0 0,0 2 0 16,-3-2 0-16,-6 3 0 0,0 2 9 16,-3 0 0-16,-3-5 0 0,-3 5 0 15,0-5-58-15,-2 3-12 0,-1-1-3 0,-3 1 0 16,3-3 52-16,0 2 12 0,0-2 0 0,0 3 0 0,4-3 0 0,2 2 0 16,0-2 0-16,0 0 0 0,6 0 0 0,-3-2 0 15,6-1 0-15,0 0 0 0,3 3 0 0,0-8 0 16,3 5 0-16,3 3 0 0,3-8 0 15,0 6 0-15,0-4 0 0,6 4 0 0,-1-4 0 0,1 4 0 16,0-4 0-16,3 3 0 0,0 3 0 0,-3-5 0 16,0 5 0-16,0-3 0 0,-1 3 0 0,1 0 0 15,-3 0 0-15,0 3 0 0,-3-1 0 0,0-2 0 0,-3 3 0 16,0-1 0-16,-3 4 0 0,0-4 0 0,0 1 0 16,-3-1 0-16,-3 1 0 0,0 5 0 0,-3-6 0 0,-3 1 0 15,0 0 0-15,-3 2 0 0,0-8 0 0,-3 3 0 16,-2 3 0-16,-1-3 0 0,0-1 0 0,-3 1 0 15,0 3 0-15,-3-8 0 0,3 5 0 16,1 0 0-16,-1-1 0 0,0-1 0 0,3 2 0 0,-3 0 0 16,6-3 15-16,1 0 5 0,-1-2 2 0,3 0 0 15,-3-1-35-15,6 1-7 0,-3-3-2 0,6 0 0 16,0-3-187-16,3 1-38 16,0-9-7-16,9-2-667 0</inkml:trace>
  <inkml:trace contextRef="#ctx0" brushRef="#br0" timeOffset="10099.538">20669 3442 1552 0,'0'0'44'0,"0"0"10"0,3-5-43 0,0 3-11 16,3-4 0-16,-3-2 0 0,0 3 104 0,3 0 20 15,-3-1 3-15,0 1 1 0,0 2 0 0,0-2 0 16,0 3 0-16,0-4 0 0,0 4-52 0,-3 2-9 0,0 0-3 0,0 0 0 16,0 0 0-16,6 0 0 0,-6 0 0 0,3 8 0 15,3-1-51-15,-3 1-13 0,-1 3 0 0,1 2 0 16,0 0 21-16,-3 3 2 0,0 0 0 0,3 3 0 16,-3-3-23-16,0-1 9 0,0 7-9 15,0-9 0-15,0 5 11 0,0-2-11 0,-3 3 10 0,0-6-10 16,3 6 0-16,-3-4 0 0,3 4 0 15,-2-3 0 1,2 5-21-16,-3-5-7 0,3 5-2 0,0-2 0 0,-3-1 30 0,3-2 0 0,0 5 0 16,0-10 0-16,3 2-108 15,-3 0-16-15,3-2-4 0,2-1 0 16,-2-7-72-16,3 5-16 0,12 0-2 0,-3-6-1 0</inkml:trace>
  <inkml:trace contextRef="#ctx0" brushRef="#br0" timeOffset="10511.017">20988 3556 1728 0,'0'0'38'0,"0"0"8"0,0-5 2 0,0 5 0 0,-3-5-39 0,3 5-9 15,0 0 0-15,0 0 0 0,0 0 104 0,0 0 20 16,-6 2 3-16,3 4 1 0,0 2 0 0,0-1 0 16,0 1 0-16,0 0 0 0,0 6-103 0,0-7-25 15,3 4 0-15,0-3 0 0,-3 8 0 0,3-8 0 16,3 2 0-16,-3 1 0 0,3 0 0 0,0 2 0 15,0 0 0-15,3-2 0 0,-3-1 0 0,3 6 0 16,0-5 0-16,-1-1 0 0,1 6 0 0,3-8 0 16,0 0 0-16,0 0 0 0,0 0 0 0,3-3 0 15,0-2 0-15,0 2 0 0,3-5 0 0,0 0 0 0,0 0 0 16,-1 0 0-16,1-5 56 0,0 2 7 16,0-2 1-16,0 2 0 0,-3-7-52 0,0 2-12 0,0 0 0 15,0-3 0-15,-4-2 0 0,1 5 0 0,0-8 0 0,-3 3 0 16,0 0 54-16,0-1 8 0,-3 4 2 0,0-3 0 15,-3-1-36-15,0 4-6 0,0-3-2 16,-6-1 0-16,3 4-4 0,-3-6-2 0,-3 3 0 0,0 5 0 16,-3-5-6-16,1 2 0 0,-4 6-8 0,0-9 12 15,-3 6-12-15,0-2 0 0,0 5 0 0,-3-3 0 16,1 0-28 0,2 0-11-16,0 2-2 0,0 1-1 0,3 3-69 0,0 2-13 0,-3 0-4 15,1 0-1126-15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2:31:14.6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12445 1942 1947 0,'0'0'43'0,"0"0"9"0,0-5 1 0,0-3 2 0,0 3-44 0,3 2-11 0,-3-5 0 0,0 0 0 16,3 3 99-16,-3 0 17 0,3-3 4 0,-3 5 1 16,3-5-49-16,-3 3-9 0,0 5-3 0,0 0 0 15,3-6-36-15,-3 6-8 0,0 0-2 0,0 0 0 16,0 0 32-16,0 0 6 0,0 0 2 0,0 0 0 16,0 11-34-16,-3-3-6 0,3 3-2 0,-3 2 0 15,0 3-12-15,0 2 9 0,0-2-9 0,0 0 8 16,0 0-8-16,3 2 0 0,-3 1 0 0,3-1 0 15,3 1 0-15,0-1 0 0,0 1 0 0,0 2 0 16,3 0-10-16,0-5-4 0,-1-3-1 0,4 1 0 16,0-4-13-16,0 3-4 15,0-10 0-15,0 2 0 0,0-5 8 0,0 0 0 0,0 0 1 0,0-8 0 0,0 0 23 16,0 1 0-16,0-7 0 0,0 1 0 0,-3-3 0 16,2 3 0-16,-2-3 0 0,0 3 0 0,0-3 47 0,-3 5 13 15,0-2 4-15,-3 0 0 16,3 0-52-16,-3 2-12 0,-3-2 0 0,3 2 0 0,-3-2 40 15,0 5 4-15,3-5 2 0,-6 0 0 0,6 5-22 16,-3-3-5-16,0 1-1 0,0 7 0 0,0-5-18 0,3 3 0 16,0 5 0-16,0 0 0 0,0 0 0 15,0 0 0-15,0 0 0 0,0 0 0 0,0 0 0 0,0 8 0 16,0 5 0-16,0-5 0 0,0 5 0 0,3-2 0 16,-3 2 0-16,3 3 0 0,0-3 13 0,-3 3-1 15,3 0 0-15,0 5 0 0,3-3-12 0,-3 1-16 0,0 2 3 16,3 0 1-16,-3 3 12 0,0-5 0 0,3-1 0 0,-3 1 0 15,3-3-20-15,-3-1-2 0,3-7 0 0,-3 6 0 32,3-12-132-32,-3 3-26 0,3-2-6 0,0 0-974 0</inkml:trace>
  <inkml:trace contextRef="#ctx0" brushRef="#br0" timeOffset="1146.818">12799 1857 1497 0,'0'0'32'0,"0"0"8"0,0 0 0 0,3-2 4 16,0 2-36-16,3-5-8 0,-3 2 0 0,-3 3 0 0,3 0 148 0,0-5 28 16,-3 5 6-16,6 0 1 0,-3 0-88 0,0 5-18 15,3-5-3-15,-3 3-1 16,0 2-7-16,-1 3-2 0,4-3 0 0,-3 3 0 0,3 0-51 0,0 0-13 15,-3 5 0-15,0-5 0 0,3 8 54 0,0-3 8 16,-3-2 2-16,3 5 0 0,-3-3-52 0,0 0-12 16,0 0 0-16,0 3 0 0,-3 0 0 0,0-8-16 0,3 5 3 15,-3 3 1-15,0-3 12 0,0-2 0 0,0 2 0 16,0-5 0-16,-3 5 8 0,3-5-8 0,0 5 0 0,-3-5 0 16,3-5 9-16,0 2-1 0,0-5-8 0,0 0 12 15,0 0-12-15,0 0 0 16,0 0 0-16,0 0 0 0,0 0 0 0,0 0 11 0,-3-8-11 15,0 0 10-15,0 1-10 0,3-4 0 0,0 0 9 16,-3-2-9-16,3 5 8 0,0-8-8 0,3 3 8 16,-3 0-8-16,0-3 9 0,3 3-9 0,0-3 12 0,0 0-12 15,0 0 0-15,0 3-20 0,3-3 2 0,-3 3 1 16,3 0 30-16,0 2 7 0,-3-2 0 0,3 5 1 16,0 0-33-16,0 0-8 0,0 0 0 0,0 3-1 15,0-1 21-15,2 4 0 0,-2 2 0 0,0-6 0 16,0 6 16-16,3 6 8 0,-3-4 2 0,0 4 0 15,0 2-42-15,0 0-8 0,0 0-1 0,0 2-1 16,0-2 26-16,0 8 0 0,-3-3 0 0,3-2 0 16,-3 2 0-16,-3 0 0 0,3 3 0 0,-3-5 0 15,0 2 20-15,0 3 8 0,-3-3 3 0,3 3 0 16,-3-3-50-16,3 3-9 0,-3-3-3 0,3 3 0 16,0-3 31-16,0-2 0 0,0-1 0 0,3 1 0 0,0-6 0 15,0 3 0-15,6-8 0 0,-3 0 0 16,0 0 0-16,3-5 0 0,2 2 0 0,1-10 0 0,0 5 0 15,3-5 0-15,0 2 0 0,0-2 0 0,3-3 9 16,-3 3-9-16,2-3 0 0,-2 3 9 0,0-3 0 16,-3 0 0-16,0-2 0 0,0-1 0 0,-3 6 5 0,0-3 1 15,-3 0 0-15,-3 3 0 0,0 0 2 0,-3 2 1 16,0 1 0-16,-3 2 0 0,0 5 2 0,-3-2 1 16,0 2 0-16,-3 3 0 0,-3 0-7 0,0 0-2 15,0 3 0-15,0 2 0 0,0-2-24 0,3 5-4 16,-2-3-2-16,5 3 0 0,-3 0 18 0,6 0 0 15,0 0 0-15,3 2 0 0,0-2 0 0,6 3 0 0,0-3 0 0,0 2 0 16,3 1 0-16,2 2 12 0,1-5-1 0,0 5-1 16,0-5-10-16,0 3 0 0,0-1 0 0,0 1 0 15,0 2-11-15,-3 0 3 0,3-2 0 0,-3 2 0 16,-1 0 8-16,-2-2 0 0,0 2 0 0,0 0 0 16,-3-2 0-16,0 2 0 0,-3 0 0 0,0-2 0 15,0 2 9-15,-3 1 4 0,-3-7 1 0,0 7 0 16,0-6-14-16,1 0 11 0,-4-1-11 0,0-1 10 15,0 2-10-15,-3 0 0 0,0-6 0 0,0 4 8 16,0-4-8-16,0 4 0 0,0-6 0 0,0 2 0 16,3-2 0-16,1 0-14 0,-1-2 2 0,3 2 0 15,0-6-41-15,3 4-8 16,3-6-2-16,0 0 0 0,3-3-42 0,3 1-9 0,3-4-2 0,-1 1 0 16,4-3-7-16,3 0-1 0,0 0-1 0,3 1 0 15,-3-4 22-15,0 3 5 0,0 0 1 0,0 0 0 16,-1-2 69-16,-2 2 15 0,0 3 2 0,0 2 1 0,0-2 64 0,-3 5 13 15,-3 0 2-15,0 0 1 0,0 0 55 0,0-2 11 16,0 2 3-16,-3 5 0 0,3-5-60 0,-3 8-12 16,3-8-3-16,-3 8 0 0,0-5 9 0,3 5 2 15,-4 0 0-15,4 0 0 0,0 0-37 0,0 5-7 16,0-5-2-16,0 3 0 0,0 2-12 0,0 3-2 0,0-5-1 16,0 5 0-16,-3-3-3 0,3 3-1 0,-3 0 0 0,0 5 0 15,0-5-10-15,-3 5 0 16,0-5 0-16,0 5 0 0,0 3 0 0,-3 0 0 15,0-3 0-15,0 3 0 0,0 0 0 0,0 0 0 0,0 3 0 16,-3-4 0 0,3-1-49-16,0-4-12 0,0 3-3 0,0-5 0 15,3-2-169-15,0-4-35 0,3 6-6 0,-3-8-2 0</inkml:trace>
  <inkml:trace contextRef="#ctx0" brushRef="#br0" timeOffset="1312.889">13576 1942 1958 0,'-3'-18'43'0,"0"10"9"0,0-3 1 0,0-2 3 0,0-3-45 0,0-3-11 0,0 4 0 0,0-1 0 16,0 0 156-16,3 3 28 0,-3-3 7 0,3 8 1 0,0-5-103 0,3-1-20 15,-3 6-4-15,3 0-1 0,0 1-51 0,0 1-13 16,0 4 0-16,3-4 0 16,-3 4-53-16,0 2-14 0,3 0-2 0,3 0-1141 15</inkml:trace>
  <inkml:trace contextRef="#ctx0" brushRef="#br0" timeOffset="3112.974">13766 2019 2350 0,'0'0'52'0,"0"0"10"0,0 0 2 0,0 0 3 0,0 0-54 0,0 0-13 0,0 0 0 0,0 0 0 16,0 0 69-16,0 0 11 0,3 0 3 0,-3 0 0 16,6 0-67-16,0 0-16 0,0 0 0 0,0 0 0 15,0 0 55-15,0 5 7 0,0-5 2 0,0 0 0 16,3 0-52-16,0 0-12 0,0 0 0 0,0 0 0 16,2 0 0-16,-2 0 0 0,3 0 0 0,0 0 0 15,3 0 0-15,-3 0 0 0,0-5 0 0,0 2 0 16,0 3 0-16,0-5 0 0,-3 2 0 0,-1-2 0 15,1 5 0-15,-3-8 0 0,0 3 0 0,0 2 0 16,-3-5 54-16,0 3 8 0,-3 0 2 0,0-3 0 16,-3 5-52-16,-3-2-12 0,0-3 0 0,0 5 0 15,-6-2 0-15,1 5 0 0,-4-5 0 0,-3 5 0 16,0 0 0-16,-3 0 0 0,0 0 0 0,0 5 0 16,1-5 0-16,-1 5 0 0,3-5 0 0,0 3 0 15,3 2 14-15,3-2 0 0,0 2 0 0,3 3 0 16,4-8-28-16,5 0-6 0,0 0 0 0,0 8-1 15,0-8-20-15,5 5-4 0,1-2-1 0,3 2 0 16,3-5-23-16,0 3-5 0,3-3-1 0,0 0 0 16,3 0 9-16,-3 0 2 0,3 0 0 0,-4 0 0 15,1-3 0-15,0 3 0 0,-3 0 0 0,0 0 0 0,-3 0 76 16,0 0 16-16,-3 0 4 0,0 0 0 0,0 0 5 0,-6 0 2 0,6 3 0 16,-3 2 0-16,-3-5 5 0,6 3 2 0,-3 2 0 15,0 0 0-15,2 3-28 0,-2-5-6 0,0 5 0 0,3 0-1 16,-3 0 23-16,0 2 5 15,0 1 1-15,0 2 0 0,0 3-13 0,-3 0-3 0,3 2 0 16,-3-2 0-16,3 5-24 0,-3-2 0 0,0 2-14 16,-3 0 5-16,3 0 9 0,-3-5 8 0,-3 5-8 15,3-7 11-15,-3 2-11 0,0-1 0 0,0-1 0 0,1-4 8 16,-4 4-8-16,3-1 0 0,-3-5 0 0,0 0 0 16,0-3 0-16,0-2 0 0,0 2 0 0,0 3 0 15,0-8 0-15,3 0 0 0,-3 0 0 0,3 0 0 16,0 0 16-16,-3-5 2 0,3 2 0 0,1-5 0 15,2-3-18-15,-3 3 0 0,3-2 0 0,0-3 0 16,0-1 0-16,3 4 0 0,3-9 0 0,0 1 0 16,0-3-9-16,3-1 9 0,0-1-8 0,2-4 8 15,1 6-14-15,0 2 2 0,0-2 1 0,3 0 0 16,0 5 11-16,0 0 0 0,0 3 0 0,0 5 0 16,0-5 0-16,-3 5 0 0,2 0 8 0,1 3-8 0,-3 2 0 15,3-5 0-15,0 8 0 0,0 0 0 16,0-5 0-16,-3 5 0 0,3 5 0 0,-3-5 0 15,0 3 0-15,0 2 9 0,0-2-9 0,-4 2 0 16,4 3 8-16,-3-3-8 0,0 3 0 0,0 0 0 0,0 0 0 16,0 0 0-16,0 5 8 0,-3-5-8 0,3 0 0 15,-3 0 0-15,0 5 0 0,-3-5 0 0,3-2 10 0,-3 1-10 16,0 1 8-16,0 0-8 0,0-5 0 0,0-3 8 16,0 0-8-16,0 0 0 0,0 0 8 0,0 0-8 15,0 0 8-15,0 0-8 0,0 0 8 0,0 0-8 16,-6-3 8-16,0 3-8 0,6-8 8 0,-3 3-8 15,3-3 0-15,-3 0 8 0,3 0-8 0,3 0 0 0,-3-5 0 0,3 5 0 16,0-5 0-16,0 2 0 0,3-2 0 0,0 5 0 16,0-5 0-16,0 5 0 0,3-5 0 0,0 5 0 15,0 0 0-15,0 0 8 0,2 0-8 0,-2 0 0 16,0 0 0-16,3 3 0 0,-3-3 0 0,0 3 0 16,3 2 0-16,-3-5 0 0,0 8 0 0,0-5 0 31,0 5-22-31,0 0-6 0,0 0-2 0,-3 5 0 0,-1-5 52 0,1 3 10 0,0 2 3 0,0 3 0 15,0 0-5-15,-3-3-1 0,0 3 0 0,0 3 0 16,-3-3-43-16,0 2-9 0,0 1-1 0,0 2-1 16,-3-5 40-16,0 5 8 0,3-2 1 0,-3 7 1 31,0-7-71-31,3 2-14 0,0 3-4 0,0-3 0 0,0 0 52 0,0 3 12 0,3-8 0 0,0 6 0 16,0-7-41-16,3 1-6 15,0-5-1-15,0 2 0 0,0-5 15 0,3 0 2 16,0 0 1-16,0-5 0 0,3 2 30 0,0-5 0 0,-3 1-8 0,2-1 8 15,1-3 0-15,-3 0 13 0,3-2-2 0,-3 0-1 0,0 2 25 0,0-2 5 16,-3-3 0-16,3 3 1 0,-3 0 9 0,0 2 2 16,0-5 0-16,-3 3 0 0,0 5-22 0,-3-5-4 15,0 5-1-15,0 0 0 0,-3 0-9 0,0 0-3 16,-3 3 0-16,0 5 0 0,0-5-3 0,0 10-1 16,-3-5 0-16,0 5 0 0,0 3-9 0,0 0 0 0,0 0 0 0,0 5 0 15,0-5 0 1,3 3 0-16,1 2 0 0,-1 0 0 0,3-2 0 0,0 2 0 15,3 3 0-15,3-3 0 0,0 0-14 0,0 3 5 16,3-3 1-16,2-2 0 16,-2-3-27-16,6 3-5 0,0-3 0 0,0-6-1 15,3 3-34-15,3-5-6 0,0-7-2 0,0 1 0 16,5-2 15-16,-2 0 4 0,6 0 0 0,0-7 0 16,-3 1 0-16,-1 1 0 0,1-3 0 0,3 3 0 0,-3-3 51 0,-3 0 13 0,3 0 0 0,-7-2 0 15,1-3 48-15,0 2 13 0,-3-7 3 0,3 2 0 16,-3-8 0-16,-3 3 0 0,2 0 0 0,1-8 0 15,-3 8 0-15,0 0 0 0,-3 2 0 0,0 9 0 16,-3-3-20-16,0 5-4 0,0 2-1 0,-3 1 0 16,0 3-11-16,0 4-3 0,-3 4 0 0,0 2 0 15,0 0-12-15,0 0-2 0,0 0-1 0,0 0 0 16,0 8-10-16,0 0-14 0,0 7 3 0,-3-1 1 16,3 4 10-16,-3 9 0 0,0-4 0 0,0 7 0 0,0-1 0 15,0 0 0-15,0 0 0 0,0 0 0 16,0 0 0-16,0-5 0 0,-3 0 0 0,3 2 0 15,0-5 16-15,0 6 4 0,0-1 2 0,0 3 0 16,0-5-22-16,3 0 0 0,0 2 0 0,-3-2 0 0,3-3-11 16,0-5 11-16,0 0-13 0,0-3 5 15,0 1 8-15,0-12 0 0,0 4 0 0,0-6 0 0,0 0 0 0,0 0 0 16,0 0 0-16,3-6 0 0,0-4 0 0,0-4 0 16,0 1 0-16,0 3 0 0,0-12 0 0,-3 4 0 15,3-1 0-15,0 1 8 0,-3-1-8 0,0 1 11 16,-3-1-11-16,0 6 12 0,0-3-2 15,-3 0 0-15,-3 6 0 0,0-1 0 0,-3 3 5 0,1 3 1 0,-4 0 0 0,0 2 0 16,0 3-7-16,-3 3-1 0,0-1 0 0,0 6 0 16,0-5 1-16,4 2 0 0,-1 3 0 0,0 0 0 15,6 5-9-15,0-5 0 0,0 3 0 0,6 7 0 16,0-7 0-16,3 7 0 0,3-2 0 0,0 0 0 16,3 0 0-16,0 0 0 0,3-3 0 0,0 0 0 15,0 1 0-15,3-4 0 0,0-2 0 0,-1-3 0 16,4 3 0-16,3-8 0 0,0 0 0 15,0-5 0 1,6-3-100-16,0 0-23 0,5-2-4 0,1-4-1 0</inkml:trace>
  <inkml:trace contextRef="#ctx0" brushRef="#br0" timeOffset="4174.943">12147 2585 1886 0,'0'0'41'0,"0"0"9"0,0 0 2 0,0 0 1 0,3 8-42 0,0-5-11 0,0 2 0 0,3-2 0 15,3-1 69-15,0 1 12 0,3 2 3 0,3-5 0 16,2 0-16-16,4 3-4 0,3-3 0 0,0 0 0 16,3 0 0-16,2-3 0 0,1 3 0 0,0 0 0 15,0 0-51-15,-1 0-13 0,4 0 0 0,3 0 0 16,3-5 0-16,-1 2 0 0,4 1 0 0,0-1 0 16,-1 3 54-16,-2-5 8 0,3 5 2 0,2-3 0 15,-2-2-52-15,3 2-12 0,2-2 0 0,4 2 0 16,2-2 0-16,-5 2 0 0,3 3 0 0,-1-2 0 15,1-1 0-15,0-5 0 0,5 3 0 0,1 5 0 16,-4 0 0-16,1-3 0 0,-4 3 0 0,7 0 0 0,-3-5 0 16,2 2 0-16,4 3 0 0,-1 0 0 0,-5 0 0 0,-4 3 0 15,1-3 0-15,2-3 0 0,1 3 0 16,-3 0 0-16,-1 0 0 0,1 0 0 0,-6 0 0 16,-4 3 0-16,1-3 0 0,-3-3 0 0,-1 3 25 15,-2 0 3-15,0-5 0 0,-1 5 0 0,1-3 6 16,-3 3 2-16,-3 0 0 0,-4 0 0 0,1 0-36 0,-3 0 0 15,-3 3 0-15,0-3 0 0,-3 5 0 0,-1-5 0 16,-2 0 0-16,0 0 0 0,0 0 0 0,0-5 0 16,-3 5 0-16,0-3 0 15,0 3-14-15,0-2-10 0,-1 2-1 0,1 0-1 16,0-3-22-16,-3 3-4 0,3 0 0 0,-3-5-1 16,3 2-202-16,-3 3-40 0,12-16-8 0,-9 11-1 0</inkml:trace>
  <inkml:trace contextRef="#ctx0" brushRef="#br0" timeOffset="4758.142">15430 1913 1494 0,'-3'8'32'0,"0"-5"8"0,0 2 0 0,-3 3 3 0,3 0-35 0,-3 0-8 16,3 0 0-16,-3 5 0 0,3-5 52 0,-2 0 8 0,2 0 1 0,0-3 1 15,3 3-19-15,-3-3-4 0,3-5-1 0,0 8 0 16,0-8 10-16,0 0 3 0,0 0 0 0,0 0 0 16,0 0 8-16,0 0 1 0,6 3 1 0,-6-3 0 15,5 0 11-15,-2 0 1 0,3-3 1 0,-6 3 0 16,6 0-10-16,-3-5-3 0,0 2 0 0,0 3 0 16,-3 0-12-16,3-8-2 0,0 6-1 0,0-1 0 15,0-2-13-15,0 2-2 0,-3-5-1 0,3 3 0 16,-3 2-18-16,3-2-4 0,-3 0-8 0,0 2 12 15,3-2-12-15,-3 5 0 0,0-3 0 0,0-2 0 16,3 2-12-16,-3 3-6 0,0 0-1 0,0 0 0 16,0 0-141-16,0 0-29 0,0 0-6 0</inkml:trace>
  <inkml:trace contextRef="#ctx0" brushRef="#br0" timeOffset="5099.922">15403 2278 1821 0,'0'0'52'0,"0"0"11"0,0 8-51 0,-3-3-12 0,3 1 0 0,0 2 0 16,0-8 128-16,-3 2 24 0,3 6 4 0,0-2 0 15,0-1-60-15,0 3-13 0,0-6-3 16,0 6 0-16,0-8-33 0,0 6-7 0,0 2-2 0,0-8 0 15,0 2-10-15,0-2-3 0,0 6 0 0,0-6 0 16,0 0 3-16,0 0 1 0,0 0 0 0,0 5 0 16,0-5 3-16,0 0 0 0,0 0 0 0,0 0 0 15,0 0-8-15,0 0 0 0,0 0-1 0,0 0 0 16,0 0-8-16,0 0-2 0,0 0 0 0,0 0 0 16,0 0-13-16,3-8 8 0,-3 3-8 0,0-1 0 15,3-2 0-15,0 6 8 0,-3-6-8 0,3-3 0 16,0 3-36-16,-3 0-11 0,3 0-1 0,0 0-871 15,0 0-173-15</inkml:trace>
  <inkml:trace contextRef="#ctx0" brushRef="#br0" timeOffset="6232.023">17823 1686 2113 0,'0'0'46'0,"0"0"10"0,0 0 1 0,0 0 3 0,-3-6-48 0,-3 4-12 16,6 2 0-16,-6 0 0 0,1 0 93 0,-1-6 16 15,3 6 3-15,-3 6 1 0,0-6-43 16,0 0-9-16,-3 8-1 0,3-6-1 0,-3 9-30 0,0-3-5 15,-3 0-2-15,0 7 0 0,3 1-22 0,0 3 0 16,-3-1 0-16,3 4 0 0,-2 1 0 0,2-1 8 16,0-1-8-16,3 0 0 0,0 0 0 0,3-5 0 15,0 0 0-15,3 0 0 0,3 2 0 16,0-7 0-16,3 2 0 0,3 0 0 0,0-2 0 0,3 2 0 0,2-5 0 16,1 0 0-16,0 0 16 0,3-3 1 0,0-5 1 0,3 0 0 15,0 0-18-15,2-8 0 0,4 3 0 16,0 2 0-16,0-5 0 0,0 3 0 15,-1 0 0-15,1-3 0 0,-3 0 0 0,-3-3 0 0,0 1 0 16,-4-1 0-16,1-7 0 0,-3 2 0 0,-3 0 0 0,-3-5 0 16,0 0 55-16,-3-3 7 0,0 0 2 0,-6 3 0 15,3-3-52-15,-6 3-12 0,-3 0 0 16,0-1 0-16,-6 7 0 0,0-1 0 0,-3 2 0 0,-3 1 0 16,-2 3 12-16,-4 2 0 0,-3 2 0 0,0 1 0 15,0 5-25-15,-2 0-6 0,2 0-1 0,3 5 0 31,0 1-23-31,3-4-5 0,1 4 0 0,2 2-1 0,3-6-105 0,3 4-21 16,0 1-4-16,6-1-932 0</inkml:trace>
  <inkml:trace contextRef="#ctx0" brushRef="#br0" timeOffset="6923.056">18523 1641 1646 0,'0'0'47'0,"0"0"9"0,-3-6-44 0,3 4-12 15,-3-6 0-15,3 2 0 16,0-2 128-16,0 3 24 0,0 2 5 0,0-4 1 0,0 1-38 0,0 4-7 15,0-4-1-15,0 6-1 0,0 0-37 0,3-5-7 16,-3 2-2-16,0 3 0 0,0 0-24 0,0 0-5 16,0 0 0-16,0 0-1 0,0 0-14 0,0 0-2 15,0 0-1-15,3 3 0 0,-3-3-8 0,3 5-2 16,0 3 0-16,0 5 0 0,0-5-8 0,0 0 0 0,0 6 9 0,-3 1-9 16,0-1 0-16,3 2 0 15,-3 5 0-15,0-3 0 0,3 3 0 0,-3 1 0 16,0 1 0-16,3 4 8 0,-3-3-8 0,0-1 0 0,3 4 0 15,-3-6 0-15,0 3 0 0,3-3 0 16,-3 3 0-16,0-8 0 0,0 0 20 0,0 2 4 0,0-2 0 0,-3 0 0 16,3 0-39-16,0-3-7 0,-3 3-2 0,3-3 0 31,0 0-10-31,-3-5-2 0,3 0-1 0,0 0 0 16,0-3-127-16,3 3-24 0,0-8-6 0,-3 0-896 0</inkml:trace>
  <inkml:trace contextRef="#ctx0" brushRef="#br0" timeOffset="7370.473">19023 1633 1958 0,'0'0'43'0,"0"0"9"0,-6-6 1 0,3 4 3 0,3-4-45 0,-3 1-11 0,0 2 0 0,3-5 0 16,-3 3 104-16,3 3 20 0,0 2 3 0,-3-6 1 15,0 6-52-15,3 0-9 16,0 0-3-16,0 0 0 0,0 0 0 0,0 0 0 15,0 0 0-15,0 0 0 0,0 0-30 0,0 0-6 16,0 0-2-16,-3 6 0 0,3-4-6 0,-3 6-2 0,3 0 0 0,0 3 0 16,0-1-8-16,0 6-2 0,0 3 0 0,0-3 0 15,0 5 3-15,0 2 0 0,0-1 0 16,0 7 0-16,0-8-3 0,3 5-8 0,-3 1 12 0,0-6-4 16,0 3-8-16,3-3 0 0,-3 0-12 0,0-2 12 15,3-1 0-15,-3 1 0 0,0-1 0 16,0-7 0-16,0 5 0 0,0-3 13 0,-3 0 0 0,3 0 0 15,0-2-85 1,3 2-18-16,-3 0-3 0,3-2-786 0,-3 2-157 0</inkml:trace>
  <inkml:trace contextRef="#ctx0" brushRef="#br0" timeOffset="9481.12">19306 2069 1325 0,'0'0'37'0,"0"0"9"0,0 0-37 0,0 0-9 16,0 0 0-16,0 0 0 0,0 0 100 0,0 0 17 16,0 0 4-16,0 0 1 0,0 0-42 0,-9 0-9 15,9 0-2-15,-6 8 0 0,3-3-16 0,-3-2-3 16,3 2-1-16,-3-2 0 0,6-3-9 0,-3 8-3 16,0-3 0-16,0 3 0 0,0-3-5 0,0 3-2 15,0-5 0-15,0 5 0 0,3-8-13 0,-6 5-2 16,6-5-1-16,-3 6 0 0,3-6 5 0,0 0 1 15,0 0 0-15,0 0 0 0,0 0 0 0,0 0 0 16,0 0 0-16,0 0 0 0,0 0-7 0,0-6-1 0,0 1 0 16,3-3 0-16,0 5-2 0,0-5-1 15,0 3 0-15,3-3 0 0,0 0 0 0,0 0 0 0,3 3 0 16,-3 2 0-16,3-7-1 0,0 7-8 0,3-5 12 0,0 3-4 16,-4 2-8-16,4-2 12 0,-3 0-12 0,3 2 12 15,-3-2-12-15,0 2 0 0,3 3 0 0,-3-5 0 16,0 5 0-16,0 0 0 0,-3 0 0 0,3 5 0 15,-3-5 0-15,0 8 0 0,-3-8 0 0,2 8 0 16,-5-3-14-16,0 6-8 0,0-3-2 0,-2 5 0 16,-1 0 24-16,-3 3 0 0,0 5 0 0,0-5 0 15,0 5 0-15,-3 1 0 0,0-7 0 0,0 7 0 16,0-4 0-16,0 3 13 0,0-2-1 0,0-1-1 16,0-2-11-16,-3 3 0 0,3-3 0 0,-2-3 0 15,2 3 0-15,0-3 0 0,0-5 0 0,0 2 0 16,3-2 0-16,0 3 0 0,3-3 0 0,0-5 0 15,0 2 0-15,3 3 0 0,0-8 0 0,0 2 0 16,3 4 0-16,0-1 0 0,3-2 0 0,0-3 8 16,0 5 8-16,3-5 2 0,0 0 0 0,3 0 0 15,-1 0-6-15,1 0-2 0,0-5 0 0,0 2 0 16,3 3 0-16,-3-5 0 0,3-1 0 0,3 4 0 0,-3 2-10 16,-1-6 0-16,4 6 9 0,-3-2-9 0,0 2 0 0,3 0 0 15,-3-5 0-15,3 5 0 16,-3 0-41-16,-1 0-3 0,1 0-1 0,-3 0 0 15,3 0-151-15,0 5-29 0,-3-5-7 0</inkml:trace>
  <inkml:trace contextRef="#ctx0" brushRef="#br0" timeOffset="10549.113">19077 934 1213 0,'0'0'34'0,"0"0"8"0,0 0-34 0,0 0-8 16,0 0 0-16,0 0 0 0,0 0 103 16,0 0 18-16,0 0 4 0,0 0 1 0,0 0-42 0,0 0-9 15,0 0-2-15,-6 5 0 0,6-5-19 0,0 0-4 16,0 0-1-16,-6 3 0 0,6-3-4 16,0 0-1-16,-3 5 0 0,3-5 0 0,0 0-4 0,-6 6-2 15,6-6 0-15,0 0 0 0,0 0-14 0,0 0-2 16,0 0-1-16,0 0 0 0,0 0-8 0,0 0-1 15,0 0-1-15,0 0 0 0,0 0-11 0,0 0 0 16,0 0 0-16,3-6 8 0,0 1-8 0,3 2 0 0,0-2 0 0,-1 2 0 16,4-2-9-16,-3 5-7 0,3-8-2 0,0 8 0 15,0-8 30-15,0 8 7 0,0-8 1 0,3 8 0 16,-3-5-20-16,0 2 0 16,3-2 0-16,-3 5 0 0,0 0 0 0,-1-3 0 0,-2 3 0 0,3 0 0 15,-3 0 8-15,-3 0-8 0,-3 0 0 0,0 0 0 16,6 0 9-16,-6 0-9 15,0 0 0-15,0 8 9 0,3 0-9 0,-6-5 0 16,3 5 0-16,-6 2 8 0,3-2-8 0,-3 3-11 0,-3 2 3 0,1-5 0 16,-1 5-9-16,0 1-2 0,0-4 0 0,-3 3 0 15,3 1 3-15,0-6 0 0,-3 2 0 0,3 3 0 16,0-7 0-16,0 4 1 0,0-4 0 0,0 2 0 16,3-1 4-16,0-1 1 0,1-4 0 0,5-2 0 15,-3 8 10-15,3-2 0 0,0-6-9 0,0 0 9 16,0 2 0-16,0-2-11 0,3 6 11 0,2-1-8 15,-2-3 8-15,3-2 0 0,0 0 0 0,3 6 0 16,-3-6 0-16,3 0 12 0,-3 0-2 0,3 0-1 16,3 0-9-16,-3 0 10 0,0 0-10 0,3 0 10 15,-3 0-10-15,3 0 0 0,-1 0 0 0,-2 0 0 0,3 0 0 0,-3 0 0 16,-3 0 0-16,3 0-685 16,0 0-131-16</inkml:trace>
  <inkml:trace contextRef="#ctx0" brushRef="#br0" timeOffset="11110.758">19344 638 1702 0,'0'0'37'0,"0"0"8"0,0 0 2 0,0 0 1 0,0 0-38 0,-3-8-10 0,3 8 0 0,-3-6 0 0,3 6 98 0,0 0 18 15,0 0 3-15,0 0 1 0,0 0-43 0,0 0-8 16,0 0-1-16,0 0-1 16,0 0-25-16,0 0-5 0,0 0-1 0,0 0 0 15,-3 6-17-15,1 2-4 0,-1 0-1 0,0-3 0 0,3 5-14 16,0 1 8-16,0-3-8 0,3 0 0 0,0 0 0 0,-1 0 0 16,4 0 0-16,-3 0 0 0,6-3 0 0,-3 3 0 15,0-5 0-15,3 2 0 0,-3-5 0 0,3 5 0 16,0-5 0-16,-3 0 0 0,0-5 10 0,3 5-1 15,0-5 0-15,-3 2 0 0,0-2 14 0,0 2 2 16,0-2 1-16,-3 2 0 0,3-5 6 0,-4 3 2 16,1-3 0-16,0 3 0 0,-3-3-1 0,0 0 0 15,0 0 0-15,0 0 0 0,-3-5-11 0,0 5-2 0,1-6-1 16,-4 4 0-16,0 2-11 0,3-5-8 16,-3 5 12-16,0-5-12 0,0 5 8 0,-3 0-8 15,3 0 0-15,0 2 0 0,0 4-9 0,-3-4-6 16,3 6-1-16,0 0 0 15,-3 0-57-15,3 0-12 0,-3 0-3 0,0 6 0 16,0 2-104-16,1 0-22 0</inkml:trace>
  <inkml:trace contextRef="#ctx0" brushRef="#br0" timeOffset="11979.68">18437 1045 1410 0,'0'0'40'0,"0"0"9"0,0 0-39 0,0 0-10 0,-3-2 0 0,3-4 0 15,0 6 105-15,-3-8 19 0,3 6 4 0,0-4 1 0,0-2-45 16,3 0-8-16,0 3-3 0,0 3 0 0,0-4-21 0,-1-2-4 16,4 3 0-16,0-3-1 0,-3 5-10 0,3-5-1 15,0 3-1-15,0 3 0 0,3-4-13 0,-3 1-2 16,0 2-1-16,0-2 0 0,3 5-7 0,-3-3 0 15,3 3-1-15,-3-5 0 0,0 5-3 0,0 0 0 16,0 0 0-16,0 0 0 0,0 0-8 0,-3 0 0 16,2 5 0-16,-2-5 0 0,-3 0 8 0,3 8-8 15,0-5 0-15,-3 8 8 0,0-4-8 0,0 1 0 0,0 0 0 0,-3 0 8 16,3 0-8-16,-6 5-14 0,3-5 3 0,1 0 1 16,-4 6-3-16,3-6-1 15,-3 2 0-15,0 1 0 0,0-3 4 0,0 0 1 16,0 0 0-16,-3-1 0 0,3 1 9 0,0 0-10 15,0-2 10-15,0 2-10 0,0-1 10 0,0-1 0 0,3-4 0 0,-3 4 0 16,6-6 0-16,0 8 0 0,0-8 0 16,0 0-8-16,0 2 8 0,0-2 0 0,0 0-9 0,3 6 9 15,0 2 0-15,3-8-9 0,-3 5 9 0,3-5 0 16,3 2-9-16,-3-2 9 0,3 0 0 0,0 0-9 16,0 0 9-16,0 0 0 0,0 0 0 0,0-2-8 15,-1 2 8-15,4-5-13 0,-3 5 5 0,0-3 8 31,0-2-51-31,0 5-2 0,0-8-1 0,0 8-605 0,0-8-121 0</inkml:trace>
  <inkml:trace contextRef="#ctx0" brushRef="#br0" timeOffset="12383.905">18609 569 1818 0,'0'0'40'0,"0"0"8"0,0-11 1 0,0 9 3 0,0-6-42 0,0 2-10 0,0 4 0 0,0 2 0 15,-3-6 111-15,3 6 20 0,-3-2 4 0,3 2 1 16,0 0-47-16,0 0-9 0,0 0-1 0,0 0-1 16,0 0-28-16,0 0-6 0,0 0 0 0,0 0-1 15,0 0-25-15,-3 2-5 0,0 12-1 0,3-6 0 16,-3 8-12-16,3-3 11 0,-3 3-11 0,3 0 10 15,0 2-10-15,-3-2 0 0,3-6 0 0,0 9 0 16,0-3 0-16,0 0 0 0,0-3 0 0,0 3 0 16,0-3-81-16,3 3-22 15,-3-8-4-15</inkml:trace>
  <inkml:trace contextRef="#ctx0" brushRef="#br0" timeOffset="13229.051">17710 1199 1389 0,'0'0'30'0,"0"0"6"0,0 0 2 0,0 0 2 0,0 0-32 0,0 0-8 15,0 0 0-15,0 0 0 0,0 0 93 0,-3-6 17 16,3 6 3-16,0-2 1 0,0-4-28 0,0 4-6 16,3-4 0-16,-3 4-1 0,3-3-21 0,0 2-4 0,3-2-1 0,-3-1 0 15,0 4-13-15,3-6-4 16,0 2 0-16,0 4 0 0,0-4-12 0,0 6-2 0,-3-7-1 0,3 7 0 15,0-6-5-15,0 4 0 0,0 2-1 0,0-6 0 16,0 4-3-16,0 2-1 0,-3 0 0 0,2 0 0 16,-5 0-2-16,6 0 0 0,-3 0 0 0,-3 0 0 15,0 0-9-15,0 0 8 0,3 2-8 0,0 4 8 16,-3 2-8-16,0-1 0 0,0-1 9 0,-3 2-9 16,3 0 0-16,-3 0 0 0,-3 0 0 0,3-1 0 15,0 7-20-15,-2-6 0 0,-1-3 1 0,0 6 0 16,3-4-3-16,-3 1-1 0,0 3 0 0,-3 0 0 31,3-4-8-31,0 4-1 0,3-3-1 0,-3 0 0 0,0 0 5 0,3 0 2 16,0 0 0-16,0 0 0 0,0-3 11 0,3 3 3 0,0-8 0 0,0 8 0 15,0-8 12-15,6 5-11 0,-3-5 11 0,0 8-10 16,3-8 10-16,-3 0 0 0,3 3 0 0,0-3-8 16,0 0 8-16,3-3 0 0,-3 3 0 0,3 0 0 15,0 0 0-15,-1-5 0 0,1 2 0 0,0 3 0 16,0-5-12-16,3 5 0 0,-3-8 0 0,0 8 0 15,0-8-168-15,0 3-33 0</inkml:trace>
  <inkml:trace contextRef="#ctx0" brushRef="#br0" timeOffset="13902.086">17808 741 1235 0,'0'0'35'0,"0"0"8"0,-2 8-35 0,-1-3-8 0,3-5 0 0,-3 3 0 16,0 2 82-16,-3 3 14 0,3-5 4 0,0 2 0 0,3-5-40 0,-3 8-7 15,3-8-1-15,0 0-1 0,0 0-12 0,-6 0-3 16,6 0 0-16,0 0 0 15,0 0-3-15,0 0-1 0,0 0 0 0,0 0 0 16,0 0-9-16,0 0-3 0,0 0 0 0,0 0 0 0,0 0-3 0,0 0-1 16,3-3 0-16,-3-2 0 0,3-3 3 0,-3 0 0 15,3 3 0-15,0-3 0 0,0 5-19 0,3-2 8 16,-3-3-8-16,3 0 0 0,-1 3 48 0,-2 2 4 16,3-2 0-16,0-3 0 0,0 8-18 0,0-8-3 15,0 8-1-15,0-5 0 0,0 2-6 0,0 3 0 16,0-5-1-16,0 5 0 0,0-3-10 0,0 3-1 15,0 0-1-15,-6 0 0 0,6 3 1 0,-3 2 0 16,3-2 0-16,-3 2 0 0,0 3-12 0,-3-3 0 16,3 3 0-16,-3 0 0 0,0 0 0 0,-3 5 0 0,3-5 0 0,-3 0 0 15,3 3 0-15,-3 2 0 0,0-8 0 16,0 6 0-16,0-1 0 0,0-2 0 0,0 0 9 0,0 0-9 16,3 0 0-16,-3-3 0 0,3-5 0 0,0 3 0 15,0-3 0-15,3 8 0 0,-3-8 0 0,3 5 0 16,0-2 0-16,3 2 11 0,0-5-1 15,3 0 0-15,0 0 3 0,2 0 1 0,1 0 0 0,0-5 0 16,0 5-6-16,0 0-8 0,3-3 11 0,-3 3-11 16,0 0 0-16,0 0 0 0,0 0 0 0,0 0 0 15,-4 0-108 1,4 0-28-16,0 0-5 0</inkml:trace>
  <inkml:trace contextRef="#ctx0" brushRef="#br0" timeOffset="16853.61">20538 1913 1728 0,'0'0'38'0,"0"0"8"0,0 0 2 0,0 0 0 0,0 0-39 0,0 0-9 16,0 0 0-16,0 0 0 0,0 0 53 0,3 0 9 15,3-5 2-15,3 5 0 0,-3 0 0 0,3-3 0 16,0 3 0-16,0 3 0 0,3-3-52 15,-1 0-12-15,4 0 0 0,3 5 0 0,3-5 54 0,3 0 8 16,3 3 2-16,5-3 0 0,1 5-51 0,6-5-13 16,-3 0 0-16,-1 3 0 0,1-3 0 0,-3 5 0 15,2-5 8-15,1 3-8 0,3-3 0 0,0 0 0 16,2 0 0-16,-2 5 8 0,0-5-8 0,-4 0 0 0,-2 5 0 16,-3-5 0-16,-3 0 0 0,-4 0 0 0,1 0 0 0,-3-5-11 31,0 5-46-31,-3 0-10 15,-3-5-1-15,0 2-608 0,-4-2-120 0</inkml:trace>
  <inkml:trace contextRef="#ctx0" brushRef="#br0" timeOffset="17186.098">21342 1664 1724 0,'-9'-2'38'0,"0"2"8"15,0 0 2-15,0 0 0 0,0 0-39 0,0 0-9 0,3 0 0 0,6 0 0 16,0 0 105-16,0 0 19 0,0 0 4 0,3 8 1 16,3 0-103-16,3 0-26 0,0-1 0 0,3 1 0 15,0 6 76-15,0-6 9 0,0-1 3 0,2 7 0 0,-2-4-39 0,3 1-7 16,-3-1-2-16,0 4 0 0,3-1-32 0,-3-2-8 16,3 2 0-16,0 0 0 0,-3 3 0 0,-1-8 0 15,1 5 0-15,-3-2 0 0,3 2 0 16,-3 0 0-16,0-2 0 0,-3 2 0 15,-3-5 0-15,0 5 0 0,-3-5 0 0,-3 0 0 0,0 0 53 0,-3 5 9 16,-3-5 2-16,-3-3 0 0,3 3-52 16,-3 0-12-16,-2 3 0 0,2-3 0 0,-3 2 0 15,3-2 0-15,0 0 0 0,-3-5 0 0,3 7 0 16,-3-2 0-16,3-5 0 0,0 2 0 16,-2-5-48-16,2 3-13 0,-3 2-3 0,3-5 0 15,0 0-96-15,3-5-19 0</inkml:trace>
  <inkml:trace contextRef="#ctx0" brushRef="#br0" timeOffset="18055.056">22318 1633 1724 0,'0'0'38'0,"0"0"8"0,-9 0 2 0,3 0 0 0,0-6-39 0,0 4-9 0,0 2 0 0,6 0 0 15,-6-6 120-15,0 1 23 0,6 5 4 0,0-3 1 16,-3-5-53-16,3 3-11 0,0-3-1 0,3 0-1 16,0 3-37-16,3-3-7 0,3 0-2 0,3 0 0 15,3 3-17-15,0-3-4 0,6 5-1 0,3-5 0 16,-1 3-14-16,1 2 8 0,3-2-8 0,0 0 0 15,0 2 0-15,-4-2 0 0,-2 2 0 0,0 3 0 16,-3 0 0-16,3 0 0 0,-6 3 0 0,2 2 0 16,-5-2-15-16,0 2-9 0,0 3-1 15,-6 0-1-15,0 5 26 0,-6-5 0 0,0 5 0 0,-6-2 0 16,3 2 0-16,-6 0 0 0,0-2 0 0,-3 2 0 16,1 3-44-16,2-3-4 0,-6 1-1 15,3-4 0-15,-6 3 35 0,6-5 14 0,-6 6-11 0,3-6 11 0,0-1 0 16,4 1 0-16,-1 0 0 0,3 0 0 0,0-2 0 15,3-1 0-15,3 3 0 0,3-8 0 0,0 0 0 0,0 0 0 16,3 2-8-16,6 4 8 0,0-6 0 0,3 2 0 16,-1 4 0-16,1-6 0 0,0 2 0 0,3 4 0 15,-3-6 0-15,0 5 0 0,0-5 0 0,0 3-16 16,0 2 5-16,-3-2 1 0,3 4 10 0,-4-1 0 16,4 2 0-16,-3 0 0 0,0 0 0 0,-3-1 0 15,0 4 0-15,0 0 0 0,-3-3 0 0,0 5 0 16,-3-5 0-16,-3 5 0 0,0-5 0 0,0 5 0 15,-3-2 0-15,-3 2 0 0,-3 0 0 0,3 3 0 0,-3-5 0 16,-2 2 0-16,2 0 17 0,-6-5 6 0,-3 5 1 0,-3-5 0 16,3 0-24-16,-2 0 8 0,-4 5-8 0,3-5 0 15,0 0 0-15,3 0-8 0,0-3 0 0,1 3 0 32,2-5-111-32,3 2-21 0,3-5-5 0,0 3-813 0</inkml:trace>
  <inkml:trace contextRef="#ctx0" brushRef="#br0" timeOffset="18348.526">22869 1879 2214 0,'0'0'48'0,"0"0"11"0,0 0 1 0,0 0 3 0,0 0-51 15,0 0-12-15,0 0 0 0,0 0 0 0,0 0 62 16,3 5 10-16,0-2 1 0,0 5 1 15,0-3-33-15,0 3-6 0,3-3-2 0,-3 3 0 0,0 3-17 0,-1-1-3 16,4 1-1-16,-3 2 0 0,0-5-12 0,0 5 8 16,0-2-8-16,0 2 0 0,0 3 8 0,0-3-8 15,-3 3 0-15,3 5 0 0,-3-5 0 0,0 0 8 16,-3 5-8-16,3-2 0 0,-3-1 0 0,3-2 0 16,0 2 0-16,-3 4 0 15,3-6-42-15,0-6-2 0,0 3 0 0,0 1 0 16,0-7-145-16,3-1-30 15</inkml:trace>
  <inkml:trace contextRef="#ctx0" brushRef="#br0" timeOffset="18763.06">23169 1987 2012 0,'0'0'44'0,"0"0"10"0,0 0 2 0,0 0 0 0,-6 0-45 0,6 0-11 0,0 0 0 0,-6 3 0 16,1 2 41-16,2 3 7 0,0-5 0 0,0 7 1 16,0-7 7-16,3 5 0 0,-3 0 1 0,3 0 0 15,0 2-41-15,-3 1-16 0,3 2 11 0,0-5-11 16,0 5 0-16,3 3 8 0,-3-3-8 0,3-2 0 16,0 2 0-16,0 0 0 0,0 3 0 0,2-2 0 0,-2-7 0 0,3 4 0 15,0 0 0-15,0-1 0 16,3-4 0-16,0 1 0 0,0 1 0 0,0-8 0 0,0 6 0 15,3-6 0-15,0 2 0 0,0-2 0 0,0-2 0 0,-1 2 0 16,1-6 0-16,0-2 0 0,0 3 0 16,0 3 0-16,3-6 0 0,-6 0 0 0,0-3 24 0,0 0 0 15,-3 4-1-15,3-4 0 0,-3 0 15 0,-3-2 3 16,3-3 1-16,-3 3 0 0,0 2 17 0,-1-7 3 16,-2 7 1-16,0-2 0 0,0-3-47 0,0 3-8 15,-2 0-8-15,-1 2 9 0,0-2-9 0,0 5 0 16,0-5-10-16,-3 2 10 0,-3 1 21 0,0 2 11 15,0 0 1-15,-3 0 1 0,3 5-26 0,-3-2-8 16,-3 0 0-16,0 2 0 16,0 3-56-16,-2 0-19 0,-1 0-3 0,-3 0-766 0,3 3-154 0</inkml:trace>
  <inkml:trace contextRef="#ctx0" brushRef="#br0" timeOffset="47155.712">12147 5059 1792 0,'0'0'51'0,"0"0"10"0,0 0-49 0,-3-5-12 0,0 2 0 0,0-2 0 15,-3 2 105-15,0 1 19 0,-3-4 3 0,0 6 1 16,-3-2-52-16,0 4-9 0,-2-2-3 0,-4 3 0 16,0 2-51-16,-3 3-13 0,0-5 0 0,-3 2 0 15,1 3 0-15,2 5 0 0,-3-7 0 0,3 4 0 16,3 1 0-16,0-1 0 0,3-2 0 0,1 3 0 16,2-1 15-16,3 1 0 0,3-3 0 0,3 3 0 15,0 4-24-15,6-7-5 0,0 3-1 0,3-3 0 16,3 2 15-16,3 1 0 0,2-3 0 0,1 3 0 15,3-6 0-15,3 3 16 0,0 0-3 0,3 0-1 0,0 0-12 16,-4-3 0-16,1 3 8 0,3 0-8 0,-3 0-8 16,-3-3-5-16,0 3-1 0,-7 0 0 0,1 0 14 0,-3 0 0 15,0 0 0-15,-6 0 0 0,0 2 0 0,-6 1 0 16,0-6 0-16,-3 6 0 0,0-1 16 0,-3 1 7 16,-5-3 1-16,-1 2 0 0,0 1-15 0,-3-3-9 15,-3 0 12-15,0 0-12 0,0 0 34 0,1 0 0 16,-1 0 0-16,0-3 0 15,0 0-48-15,3 0-10 0,0-2-1 0,3 0-1 0,-2-1 26 16,2-2-10-16,3 0 10 0,0 0 0 16,3 0-35-16,0 0 0 0,3-2 0 0,0-1 0 15,3 0-74-15,0-2-15 0,3-3-4 0,3 0-512 0,3 0-102 16</inkml:trace>
  <inkml:trace contextRef="#ctx0" brushRef="#br0" timeOffset="47392.724">12218 5295 1728 0,'0'0'38'0,"0"0"8"0,0 0 2 0,0 0 0 0,0 0-39 0,0 0-9 0,0 0 0 0,0 0 0 15,0 0 104-15,0 0 20 0,0 0 3 0,0 0 1 16,0 0 0-16,0 0 0 0,6 2 0 0,0 1 0 16,-3 0-103-16,3-1-25 0,-6-2 0 0,3 8 0 0,3-3 48 15,-3 1 4-15,3 2 0 0,-3 0 1 16,0 2-41-16,-3-2-12 0,3 5 0 0,-3-2 8 0,0 5 0 15,3-6 1-15,-3 4 0 0,0-1 0 0,0 0-9 0,0 0 0 16,0 1 0-16,0-4 0 16,0 1-100-16,0-3-23 0,-3 0-4 15,3 0-1025-15</inkml:trace>
  <inkml:trace contextRef="#ctx0" brushRef="#br0" timeOffset="47551.461">12311 5064 1695 0,'-3'-5'37'0,"3"0"8"0,0-8 2 0,0 2 1 0,0 0-39 0,0 1-9 0,0-1 0 0,0 3 0 15,3-2 9-15,-3 2 0 0,0 3 0 0,3-1 0 16,-3 6-21-16,3-2-4 0,0-1 0 0,3 0-736 16</inkml:trace>
  <inkml:trace contextRef="#ctx0" brushRef="#br0" timeOffset="48577.565">12409 5311 1552 0,'0'0'44'0,"0"0"10"0,0 0-43 0,3 5-11 0,-3-5 0 0,3 5 0 15,0 0 104-15,0-2 20 0,0 2 3 0,3-2 1 16,3-3-52-16,0 3-9 0,0-1-3 0,-1 1 0 15,1-3-51-15,0 0-13 0,3 0 0 0,0-3 0 16,0 1 54-16,0-1 8 0,0 0 2 0,0-2 0 0,3 0 0 0,-3-1 0 16,-1 1 0-16,4 0 0 0,-3 0-52 0,0-1-12 15,-3 4 0-15,3-9 0 0,-3 6 54 0,-3-1 8 16,0 1 2-16,0-3 0 0,-3 6 0 0,-3-6 0 16,0 0 0-16,0 2 0 0,-3 1-52 0,0 0-12 15,-6 2 0-15,0-2 0 0,0 5 0 0,-3-3 0 16,-3 3 0-16,3 3 0 0,-3-3 11 0,4 5-1 15,-4-2 0-15,0-1 0 0,0 4-10 0,3-1-14 0,0 0 3 0,0 1 1 32,0-4-43-32,3 4-9 0,3-4-2 0,3 4 0 0,3-6 52 15,0 0 12-15,0 5 0 0,3 0 0 16,3 0-105-16,3 1-19 0,0 2-3 0,0-8-1 16,3 2 38-16,0-2 7 0,0 0 2 0,0 3 0 15,0-3 13-15,-3 0 4 0,2 0 0 0,-2 0 0 0,-3 0 47 0,3 0 17 16,-3 3-12-16,0-1 12 0,0 1 43 0,-3 0 14 0,-3-3 3 0,3 2 1 15,3 3 9-15,-3 1 2 0,3-1 0 16,-3 3 0-16,0 0-44 0,0 0-9 0,0 2-2 0,0 1 0 16,0 2 38-16,0 3 7 0,0-3 2 0,0 6 0 15,0-1-52-15,0-2-12 0,-3 0 0 0,3 3 0 16,-3-3 0-16,0-1 0 0,-3-1 0 0,3 2 0 16,-3-3 0-16,-3 3 0 0,3-6 0 0,-3 3 0 15,3-2 0-15,-6 0 0 0,3-1 0 0,-3 1 0 16,0-3 0-16,3-3-15 0,-3 0 3 0,0 1 1 15,3-4 30-15,-3 1 5 0,4 0 2 0,-1-3 0 16,0-3-9-16,0 0-1 0,0 1-1 0,0-6 0 16,3 2-3-16,-3-2-1 0,3-2 0 0,-3-1 0 0,3 1-11 0,3-4 8 15,-3 1-8-15,3 0 8 0,3-3-8 0,-3 0 0 16,3 0 0-16,3-2 0 0,0-1 0 0,0-2-9 16,0 0 9-16,3 2-13 0,3 1 13 0,-4-1 0 15,4 1 0-15,0 2 0 0,-3 3 16 0,6 0 8 16,-3 2 3-16,3 0 0 0,0 1-27 0,0 5 0 15,0-1 0-15,-1 1 0 0,-2 2 0 0,3 1 0 16,0 2 0-16,0 0 0 16,-3 0-17-16,0 0-9 0,0 0-2 0,0 5 0 0,0 0 28 0,-4 1 0 0,4-1 0 0,0 3 0 15,-3 0 0-15,-3 2 0 0,3-2 0 0,-3 3 0 16,0-1 0-16,-3-2 0 0,3 3 0 0,-3-1 0 16,0 1 20-16,-3-3 5 0,3 3 2 0,-3-1 0 31,0-5-43-31,0 3-8 0,-3-2-1 0,3-1-1 0,0-5 26 0,0 0 9 0,0 0 0 0,0 0 0 15,0 0-9-15,0 0 12 0,0 0-12 0,0 0 12 16,-6 0-1-16,0-5 0 0,3-1 0 0,0-2 0 16,0 1 10-16,0-1 3 0,3-3 0 0,0 3 0 15,0-3-12-15,3-2-1 0,0 0-1 0,0 2 0 16,0-2-2-16,0 3-8 0,0-4 12 0,3 4-4 16,-3-1 4-16,3 1 0 0,0-1 0 0,0 3 0 15,0 0-12-15,0 0 0 0,0 0 0 0,-1 3 0 16,1 0 0-16,3 2 0 0,-3 0 0 0,0 3 8 15,3-2 0-15,-3 4 0 0,3 1 0 0,0 0 0 0,-3 2-8 16,3 6 0-16,0-9 0 0,-3 6 0 0,0 3 0 16,0-1 0-16,0 1 0 0,-3 2 0 0,0 0 0 0,0 3 0 15,0 0 0-15,0 0 0 0,-3 0 0 0,0 2 0 16,3-2 0-16,-3 3 0 16,0-3-46-16,0 0-14 0,0-6-4 0,0 3 0 15,0-2-51-15,0 0-10 0,2-6-3 0,-2 0-648 16,3 3-131-16</inkml:trace>
  <inkml:trace contextRef="#ctx0" brushRef="#br0" timeOffset="48960.047">13162 5408 1497 0,'0'0'32'0,"0"0"8"0,0 0 0 0,0 0 4 0,0 0-36 0,6 0-8 0,-3 0 0 0,3 0 0 15,3 0 85-15,-3 0 15 0,0 0 4 0,3 3 0 16,0-3-10-16,0 0-2 15,-1 0 0-15,1 0 0 0,3 0-18 0,-3 0-4 0,3 0-1 0,-3 0 0 16,3 0-11-16,0-3-2 0,-3 1-1 0,3-1 0 16,-3 0-44-16,0 1-11 0,2-9 0 0,-2 6 0 15,0 0 53-15,0-1 9 0,0-2 2 0,0 1 0 16,0 1-52-16,-3-2-12 0,0 3 0 0,-3 0 0 16,0-1 33-16,-3-2 4 0,0 3 1 0,0-3 0 15,-3 3-15-15,-3 0-3 0,3 5-1 0,-3-8 0 16,-3 5-10-16,3 3-1 0,-3 0-8 0,0 0 12 15,0 0-12-15,0 3 0 0,-2-1 0 0,2 4 0 16,-3-1 0-16,0 3 0 0,0 0 0 0,0 2 0 16,0 4 0-16,3-1 0 0,0 0 0 0,3 6 0 15,0-4 0-15,3 4 0 0,3 0 0 0,0-1 0 16,0 1-48-16,3-4-13 0,3-1-3 0,0-4 0 16,0 3 30-16,3-5 6 0,3 0 0 0,0 0 1 15,-3-5-59-15,6 0-12 0,-3-6-2 0,5 0-1 16,-2-2-124-16,6 0-25 0,0-6-5 0,0 1-564 15</inkml:trace>
  <inkml:trace contextRef="#ctx0" brushRef="#br0" timeOffset="49420.683">13680 5326 1900 0,'3'-5'42'0,"3"-3"9"0,3-5 1 0,0-3 1 0,0-2-42 0,0-4-11 15,0 1 0-15,-1-5 0 0,-2 2 101 0,3 0 19 0,-3-2 3 0,0-1 1 16,0 3-32-16,0 3-7 0,-3-5-1 0,0 7 0 16,3 3-16-16,-3 3-3 0,0 3-1 0,-3 2 0 15,3 0 0-15,-3 2 0 0,3 4 0 0,-3 2 0 16,0 0-51-16,0 0-13 0,0 0 0 0,0 0 0 15,0 8 0-15,0 0 0 0,0 5 0 0,0 3 0 16,3 0 0-16,-3 5 0 0,0 0 0 0,0 0 0 16,3 3 0-16,-3 2 0 0,3-4 0 0,-3 4 0 15,3 0 0-15,-3-4 0 0,0 1 0 0,3 1 0 16,-3 0 0-16,0 0 0 0,3 2 0 0,-3-2 0 16,0 0 0-16,3-3 0 0,-3 0 0 0,0-2 0 15,3-3 13-15,-3 0 0 0,0-6 0 0,0-2 0 16,0 3-13-16,3-9-18 0,-3-2 4 0,0 0 1 15,0 0 13-15,0 0 0 0,3-2 0 0,0-6 0 16,0-3 0-16,-3 1 0 0,3-4 0 0,0 1 0 0,0 0 0 16,-3-6 0-16,3 3 0 0,-3-2 0 0,-3 2 0 15,3 0 0-15,-3 0 0 0,-3 0 0 0,3 3 0 0,-6 3 0 16,3-6 0-16,-6 8 0 0,0-3 26 0,3 3 8 16,-3 3 2-16,-3 2 0 0,3 3-36 0,-3 0 0 15,1 3 0-15,-4 2 0 16,3 1-24-16,3 2-9 0,-3-1-2 0,3 4 0 15,0 0 35-15,3 2 0 0,3 0 0 0,0 0 0 0,0 3 0 0,6 3 0 16,0-3 0-16,0 2 0 0,3-2 0 16,0 3 0-16,3-4 0 0,0-1 0 0,0-1 0 0,0 0 0 15,0-2 0-15,3-3 0 0,-3 0 0 0,6-3 0 0,-3-3 0 16,3 1 0 0,0-3-160-16,3-3-24 0,-1-2-6 0</inkml:trace>
  <inkml:trace contextRef="#ctx0" brushRef="#br0" timeOffset="49637.37">14135 5157 2365 0,'0'0'52'0,"0"0"10"0,0 0 2 0,0 0 4 0,0 0-55 0,0 0-13 0,0 0 0 0,0 0 0 16,0 0 100-16,0 0 18 0,0 0 3 0,3-3 1 15,0-5-81-15,-3 6-16 0,3-3-3 0,-3 5-1 0,6-3-21 16,-3-2 0-16,3 2 0 0,-3 3 0 16,3 0-200-16,0 0-45 0,0 3-9 0,0 2-2 0</inkml:trace>
  <inkml:trace contextRef="#ctx0" brushRef="#br0" timeOffset="49818.718">14198 5445 2030 0,'0'0'57'0,"0"0"14"0,0 0-57 0,0 0-14 0,0 0 0 16,0 0 0-16,0 0 148 0,0 0 26 16,0 0 6-16,3 6 0 0,-3-6-99 0,6 2-20 15,0 1-4-15,-3-3-1 0,3 0-44 0,-6 0-12 0,6 0 0 0,0 0 0 32,-3-3-34-32,3 1-9 0,-1-1-1 0,-2 3-1 15,0-3-118-15,-3 3-23 0,0 0-5 0,0 0-794 0</inkml:trace>
  <inkml:trace contextRef="#ctx0" brushRef="#br0" timeOffset="50524.694">11674 5803 1893 0,'0'0'41'0,"0"0"9"0,-3 0 2 0,3 0 2 0,0 0-43 0,0 0-11 0,0 0 0 0,0 0 0 16,0 0 80-16,0 0 13 0,0 0 3 0,0 0 1 15,3 2-37-15,3-2-8 0,3 3-2 0,0-3 0 16,-1 0 10-16,4 0 3 0,0 0 0 0,3 0 0 16,3 0-51-16,3 0-12 0,3-3 0 0,-1 3 0 15,7 0 0-15,-3 3 0 0,6-3 0 16,-1 3 0-16,1-3 0 0,0 0 0 15,0 2 0-15,2-2 0 0,-2-2 0 0,6 2 0 0,0 0 0 16,2 0 0-16,1 0 0 0,0 0 0 0,5 0 0 0,-2 0 0 16,0 0 54-16,-1-3 8 0,4 3 2 0,2-3 0 15,1 3-52-15,-3 3-12 0,-1-3 0 0,1 3 0 16,-3-3 0-16,2-3 0 0,4 3 0 0,-1-3 0 16,1 1 0-16,0 2 0 0,-1 0 0 0,1 0 0 15,-4 0 0-15,-2-3 0 0,3 0 0 0,2 3 0 16,-2-2 0-16,-3 2 0 0,-1 2 0 0,1 1 0 15,-3-3 0-15,-4 0 0 0,-2 0 0 0,3-3 0 16,-4 3 0-16,-2-2 0 0,3 2 0 0,-3-3 0 0,-1 3 54 16,-2 0 8-16,0 0 2 0,-3 0 0 0,-1 3-52 15,1-3-12-15,-3 0 0 0,0-3 0 16,0 3 0-16,-7-3 0 0,4 1 0 0,-3-1 0 0,0 1 0 16,0-1 0-16,0 0 0 0,-3 1 0 0,3-1 0 0,-4 0 0 15,1 1 0-15,-3 2 0 16,3-3 19-16,-3 0 1 0,-3 1 0 0,3 2 0 0,-3-3-20 15,3 3 0-15,-3-3 0 0,0 3 0 16,-1-2 0-16,1 2 0 0,-3-3 0 0,0 0 0 0,0 3 0 0,0 0-17 16,-6 0 1-16,3-2 1 15,-3 2-96-15,0 0-19 0,0 0-4 0,0-5-1123 0</inkml:trace>
  <inkml:trace contextRef="#ctx0" brushRef="#br0" timeOffset="57279.381">15186 5178 1314 0,'0'0'37'0,"0"0"8"0,0 0-36 0,0 0-9 15,0 0 0-15,0 0 0 0,0-2 104 0,0 2 20 0,3-6 3 0,-3 6 1 16,0-2 0-16,0 2 0 0,0 0 0 0,0 0 0 16,0 0-52-16,0 0-9 0,0 0-3 0,0 0 0 15,0 0 0-15,0 0 0 0,3 5 0 0,0 0 0 16,-3 3-51-16,0 0-13 0,3 3 0 0,-3 2 0 16,3 0 0-16,-3-2 0 0,3 5 0 0,-3-3 0 15,3 3 0-15,-3 2 0 0,3 1 0 0,-3 2 0 16,0 0 0-16,3 3 0 0,-3-3 0 0,0 6 0 15,3-6 0-15,-3 3 0 0,0-3 0 0,3-3 0 16,-3 1 0-16,0-3 0 0,0 2 0 0,3-5 0 16,-3 1 0-16,0-1 0 0,3 0 0 0,-3-2 0 15,0-1-151-15,0-2-33 0,0 0-6 16,0-3-479-16,0-5-96 0</inkml:trace>
  <inkml:trace contextRef="#ctx0" brushRef="#br0" timeOffset="57967.635">15180 5258 1497 0,'0'0'32'0,"0"0"8"0,0 0 0 0,-3-6 4 0,0 1-36 0,3 0-8 0,0 2 0 0,-3-2 0 16,3-1 104-16,0 1 20 0,3-3 3 0,-3 3 1 15,3 0-52-15,0-3-9 0,3 2-3 0,-3-4 0 16,6 2 0-16,-3 0 0 0,3 0 0 0,0-3 0 16,0 4-51-16,0-1-13 0,0 0 0 0,0 2 0 15,2-4 54-15,-2 2 8 0,3 3 2 0,-3 2 0 16,0-2-52-16,0-1-12 0,0 6 0 0,-3 0 0 15,0 0 0-15,0 0 0 0,0 0 0 0,0 6 0 16,0-1 0-16,-3 3 0 0,3 2 0 0,0 1 0 16,0 2 0-16,-3 0 0 0,2 1 0 0,-2 2 0 15,0-1 0-15,0-1 0 0,3-1 0 0,-6 0 0 16,3-2 0-16,0 5 0 0,-3-11 0 0,3 5 0 16,-3-2 0-16,3 0 0 0,-3-2 0 0,0-6 0 15,3 5 0-15,-3-5 0 0,0 0 0 0,0 0 0 16,0 0-48-16,0 0-13 0,3 0-3 0,3-3 0 0,0 1 52 15,0-4 12-15,0 1 0 0,0-3 0 16,0 0 0-16,3 0 0 0,-3-2 0 0,0-1 0 0,3-2 0 0,0 0 0 16,-3 2 0-16,3-5 0 0,-1 3 48 0,1-3 13 15,-3-2 3-15,3 2 0 0,0 0-52 0,-3 0-12 16,0 5 0-16,0-2 0 0,0 3 0 0,0 4 0 16,0 1 0-16,-3 0 0 0,3 2 54 0,0 0 8 15,-3 6 2-15,0 0 0 0,3 7-52 0,-3-4-12 16,3 4 0-16,-3 3 0 0,3 1 12 0,-3 4-1 15,0-2 0-15,-3 2 0 0,2 4-11 0,1-4-16 16,0 3 4-16,-3-2 1 0,3 2 11 0,-3-2 0 0,3-1 0 16,-3 3 0-16,0 0 0 0,0 1 0 0,0 1 0 15,0 4 0-15,0-6 12 0,0 3 4 0,0 0 0 16,0-3 1-16,0 0-17 0,0-3 0 0,-3 1 0 0,3-3-9 16,0 0-10-16,-3 0-1 0,3-3-1 0,0-3 0 31,-3 1-18-31,3-3-3 0,0 0-1 0,0-8 0 15,3 3-130-15,-3-3-27 0,0 0-4 0</inkml:trace>
  <inkml:trace contextRef="#ctx0" brushRef="#br0" timeOffset="58412.634">16028 5184 1765 0,'0'0'50'0,"0"-6"11"15,3 1-49-15,-3 0-12 0,3 2 0 0,0-2 0 0,0-1 144 0,-3 1 27 16,0 0 5-16,3 0 0 0,-3-1-72 0,0 6-14 16,0-5-3-16,0 5-1 0,0 0-18 0,-3-5-3 15,3 5-1-15,-9 0 0 0,3 0-51 0,-2 0-13 16,-1 5 0-16,0-2 0 0,-3 2 0 0,0 3 0 16,0 2 0-16,-3-4 0 0,3 2 0 0,-3 0 0 15,6 2 0-15,-3 1 0 0,4-1 0 0,-1 1 0 16,3-3 0-16,0 0 0 0,6 2 0 0,0-2 0 15,0 0 0-15,6 3 0 0,0-3 0 16,3 0 0-16,-1 2 0 0,7 1 0 0,-3-3 0 0,6 5 0 0,0-2 0 16,-3-1 0-16,3 3 0 0,-3-2 0 0,-1 2 0 15,1 0 0-15,-3-2 0 0,0 0 0 0,0 2 0 16,-3-8 0-16,0 6 0 0,-3-1-8 0,0 1 8 0,-3-3 0 16,0 0 0-16,-3 0-8 0,3 0 8 0,-6 0 0 15,0 0 0-15,0-1 0 0,-3 1 0 0,0 0 0 16,0 0 0-16,-3 0-8 0,0-2 8 0,-3 4 0 15,0-7-9-15,0 5 9 0,1-3 0 0,-4 0-9 16,3 1 17-16,-3-1 3 0,0 0 1 0,0 0 0 16,0-2-30-16,0 2-6 0,0-2 0 0,4 2-1 15,-1-5-15 1,3 3-2-16,0-3-1 0,0-3 0 0,0 1-167 0,3-1-34 16</inkml:trace>
  <inkml:trace contextRef="#ctx0" brushRef="#br0" timeOffset="61374.563">16436 5244 1474 0,'-6'-8'41'0,"6"8"11"0,-3-5-42 0,0 2-10 15,3-2 0-15,0 5 0 0,0 0 70 0,0 0 12 16,0 0 2-16,0 0 1 0,0 0 21 16,0 0 4-16,0 0 1 0,0 0 0 0,3 5-24 0,0 3-5 15,3 0-1-15,-3 6 0 0,0-6-65 0,3 2-16 16,-3 3 0-16,0 3 0 0,0 3 23 0,0-1 1 15,0 3 0-15,0 1 0 0,-3-1-14 16,3 3-2-16,-3-1-8 0,3-1 12 0,-3-1-12 0,0-3 8 16,0 1-8-16,0-3 0 0,0 0 0 0,0-3 8 0,-3-3-8 15,3 1 0-15,-3-3 12 0,0-3-1 0,3-5 0 0,0 0 0 16,0 0 8-16,-6 3 1 16,0-6 1-16,0-2 0 0,3 0-4 0,0-3-1 15,0-6 0-15,0 1 0 0,0-3-6 0,3-2-2 0,0-3 0 16,0-1 0-16,0-4 0 0,3 2-8 0,-3 0 12 15,3-2-4-15,3 2 18 0,-3 3 3 0,3-3 1 16,0-2 0-16,0-1-30 0,3 3 0 0,3 1 0 0,-3-1 0 16,3 0 0-16,0 5 0 0,0-2 0 0,-1 5 0 15,1-2 0-15,3 5 0 0,0-1 0 0,0 4 0 16,3 2 0-16,-3 5 0 0,3 3 0 0,-1 0 0 16,-2 0 11-16,0 3-11 0,-3 2 12 0,0 3-12 15,0 5 8-15,0-5-8 0,-6 5 0 0,0 3 0 16,0-5 11-16,-6 5-11 0,0-3 10 0,0 3-10 15,-6-3 0-15,0 3 0 0,0-3 0 0,-3 3 0 16,0-5 0-16,-3 5-15 0,-3-8 2 0,3 5 0 16,-3-3 13-16,1 1 0 0,2-3 0 0,-3 2 0 0,6-2 0 15,-3 0 0-15,3-2 0 0,0-1 0 0,0 0 8 0,6-2 4 16,3-3 0-16,0 0 1 0,0 0-13 16,0 0 0-16,0 0 0 0,0 0 0 0,3-3-12 0,3 1 4 15,0-1 8-15,6 0-13 0,0-2 13 0,3 2-9 16,0 1 9-16,5-1-8 0,1 0 8 15,0 3 0-15,0 3 0 0,0 0 0 0,3-1 0 0,-4 6 0 16,-2-2 0-16,0 2 0 0,-3-1 0 0,0 4 8 16,-3 0-8-16,-3 2 8 0,0-5-8 0,-3 2 0 15,0 4-8-15,-3-1 8 0,-3 0 0 0,0 0 0 16,-3 1 0-16,-3-4 0 0,0 3 0 0,0 1 0 0,-6-4 0 16,3 3 0-16,-6-2 0 0,0 0 0 0,0-1 0 0,-6 1 0 15,4-3 0-15,-1 0 0 0,-3 0 0 0,0-1 0 16,3 1 0-16,-3-2 0 0,3-1 0 15,1 0 0 1,2-2-51-16,0 0-5 0,3-3 0 0,0-3-1 16,0 0-140-16,3-2-28 0</inkml:trace>
  <inkml:trace contextRef="#ctx0" brushRef="#br0" timeOffset="62102.214">17323 5276 1396 0,'0'0'31'0,"0"0"6"0,0 0 2 0,0 0 0 0,0 0-31 0,0 0-8 16,0 0 0-16,-6 3 0 0,6-3 104 15,0 0 20-15,0 0 4 0,0 0 1 0,0 0-37 0,0 0-7 16,0 0-1-16,3 5-1 0,3-2-17 0,0-1-3 15,0 4-1-15,0-6 0 0,3 0-14 0,-3 0-4 16,3 0 0-16,3 0 0 0,0-6-6 0,0 4-2 16,3 2 0-16,-1-3 0 0,1 0-15 0,3 1-3 15,0 2-1-15,0-3 0 0,3 0-17 0,-3 3 8 16,2-2-8-16,-2 2 0 0,0 0 8 0,0-3-8 0,-3 3 0 0,0 0 0 16,-3-2 0-16,0 2 0 0,-1 0 0 0,-2-3-9 31,0 3-38-31,-3 0-7 0,0 0-2 15,0 0 0-15,-6 0-86 0,0 0-18 0,0 0-3 0,0 0-797 0</inkml:trace>
  <inkml:trace contextRef="#ctx0" brushRef="#br0" timeOffset="62381.864">17359 5512 1504 0,'0'0'43'0,"0"0"9"0,0 0-42 0,0 0-10 0,6 0 0 0,-3 0 0 15,3 0 124-15,0 0 22 0,0-3 5 0,0 3 1 0,3-3-44 0,0 3-9 16,3 0-2-16,-4-2 0 0,4 2-31 0,3 0-6 16,-3-3-2-16,3 0 0 0,0 3-21 0,3-2-4 15,0-1-1-15,-1 3 0 0,1-3-17 0,0-2-4 16,0 3-1-16,0-1 0 0,0 0-10 0,0-2 10 15,0 2-10-15,2-2 10 0,-2 2-19 0,0-2-4 16,0-3-1-16,0 3 0 16,0-3-126-16,0 0-26 0,2 0-5 0,-2 0-1 0</inkml:trace>
  <inkml:trace contextRef="#ctx0" brushRef="#br0" timeOffset="62724.247">18359 5128 1792 0,'0'0'51'0,"0"0"10"0,0 0-49 0,0 0-12 0,0 0 0 0,0 0 0 16,0 0 109-16,0 0 19 0,0 0 4 0,0 0 1 15,0 0-41-15,0 0-8 0,0 0-1 0,0 0-1 16,0 0-40-16,-3 5-8 0,0 1-2 0,3 1 0 15,0 1-8-15,0 0-1 0,3 0-1 0,-3 3 0 16,0 2-7-16,0-2-2 0,3 2 0 0,-3 0 0 0,0 0-5 0,0 1 0 16,0-1-8-16,0 0 12 15,0 3 16-15,0 0 2 0,0 0 1 0,0 2 0 0,0 1-31 0,0-1 0 16,-3-2 0-16,3 5 0 0,0-2 0 0,-3-1 0 16,3-2 0-16,-3 0 0 15,3-3-45-15,-3 3-15 0,0-5-4 0,3-1 0 16,-3-2 0-16,0 0 0 0,3-2 0 15,0-6 0-15,0 0-153 0,0 0-31 0,0 0-7 0,0 0-1 0</inkml:trace>
  <inkml:trace contextRef="#ctx0" brushRef="#br0" timeOffset="62978.122">18347 5117 1717 0,'0'0'37'0,"-6"-5"8"0,0 2 2 0,3 1 2 0,-3-4-39 0,0 6-10 0,3-2 0 0,-2-1 0 16,5 3 112-16,-6 0 21 0,6 0 4 0,-6 0 1 16,0 3-44-16,0-1-9 0,6-2-1 0,-6 6-1 15,0-1-34-15,3 3-6 0,-3 0-2 0,0 0 0 16,0-3-25-16,3 3-4 0,-3 0-2 0,3 3 0 16,0-3-10-16,0 2 0 0,-3-2 0 0,3 3 0 15,0-1 0-15,0 1-17 0,3-1 2 0,-3 1 1 31,0 0-245-31,0-1-49 0,-15 1-9 0,12 5-540 0</inkml:trace>
  <inkml:trace contextRef="#ctx0" brushRef="#br0" timeOffset="63214.706">18172 5636 1578 0,'0'0'44'0,"0"0"12"0,0 0-45 0,0 0-11 16,6-3 0-16,-3 3 0 0,3-2 99 0,-1-1 17 16,1 3 4-16,0-3 1 0,3 3-45 0,-3 0-10 15,3-2-2-15,0 2 0 0,3-3 0 0,-3 3 0 0,6-3 0 16,-3 3 0-16,3 0-51 0,-3-2-13 16,2 2 0-16,-2 0 0 0,3-3 0 0,0 1 0 15,0 2 0-15,0-3 0 16,0 0-100-16,0 1-22 0,0 2-5 0,-1-3-1 0</inkml:trace>
  <inkml:trace contextRef="#ctx0" brushRef="#br0" timeOffset="63480.131">18913 5535 1792 0,'0'0'51'0,"0"0"10"0,0 0-49 0,0 0-12 0,0 0 0 0,0 0 0 16,0 0 105-16,0 0 19 0,0 0 3 0,0 0 1 16,0 0 0-16,0 0 0 0,0 0 0 0,0 0 0 15,0 0-52-15,0 0-9 0,0 0-3 0,0 6 0 16,0-6 0-16,0 8 0 0,0 0 0 0,-3 0 0 16,3-3-51-16,-3 3-13 0,3 2 0 0,-3-2 0 15,0 0 0-15,-3 3 0 0,0-1 0 0,-3-2 0 16,0 3 0-16,0-1 0 0,0 1 0 0,-6 0 0 15,3 2-48-15,-2-3-13 0,-1 1-3 0,-6 2-1254 16</inkml:trace>
  <inkml:trace contextRef="#ctx0" brushRef="#br0" timeOffset="67011.935">19693 5311 1267 0,'0'0'28'15,"0"0"5"-15,0 0 2 0,0 0 1 0,0 0-36 0,0-6 0 0,0 6 0 0,0-5 0 0,0 2 109 0,0 1 15 16,0-6 4-16,0 8 0 0,0-6 0 0,3 1 0 15,-3 0 0-15,3 2 0 0,0-2-52 0,0 2-9 0,0 1-3 0,0-6 0 16,2 5 0-16,1-2 0 0,0 2 0 0,0 0 0 16,0 1-51-16,0 2-13 0,0-3 0 15,0 6 0-15,0-3 54 0,0 2 8 0,0 1 2 16,0 2 0-16,0 1-52 0,0 2-12 0,0-3 0 16,0 5 0-16,0-2 0 0,-3 6 0 0,3-4 0 0,0 6 0 15,-3-3 0-15,3 3 0 0,0 0 0 16,-4 0 0-16,4 2 0 0,-3-2 0 0,3 3 0 0,-3-6 0 15,0 0 0-15,0 1 0 16,0-1 0-16,-3-3 0 0,3 1 0 0,-3 0 0 0,0-4 0 0,0 1 0 16,0-2 0-16,0-6 0 0,3 5 0 0,-3-5 0 15,0 0 0-15,0 0 0 0,0 0 0 0,0 0 0 16,0 0 0-16,0 0 0 0,0 0 0 0,0 0 0 16,-3-5 0-16,0-3 0 0,0 0 0 0,3 0 0 15,0-3 0-15,0 1 0 0,3-1 0 0,0-2 0 16,0-3 0-16,0 3 0 0,0-3 0 0,0 0 0 15,3 3 0-15,0-3 0 0,0 3 0 0,0 0 0 16,0 2 54-16,3 0 8 0,-3 1 2 0,0 2 0 16,3 0-64-16,-3 0-18 0,3 5-1 0,0 1 0 15,-4-6 19-15,4 5 0 0,0 0 0 0,-3 1 0 0,3 2 0 16,-3 0 0-16,3 0 0 0,0 5 0 0,-3 0 0 16,3 3-8-16,-3 0 8 0,3 0 0 0,-3 5 0 0,0-2 0 15,-3 2-8-15,3 3 8 0,-3 0 0 0,0 0 0 16,0 0 0-16,-3 5 0 0,3-8 0 0,-3 3 0 15,0 0-8-15,0 0 8 16,-3-3-35-16,3 0-3 0,-3 0-1 0,0-2 0 16,0-3-71-16,0 0-14 0,0 0-4 0,3 0-648 0,0-8-131 15</inkml:trace>
  <inkml:trace contextRef="#ctx0" brushRef="#br0" timeOffset="67396.631">20205 5414 1702 0,'0'0'37'0,"0"0"8"0,0 0 2 0,0 0 1 0,0 0-38 0,0 0-10 0,6-3 0 0,-3 3 0 16,3 0 85-16,2 0 15 0,-2 0 4 0,3 0 0 15,3-3-30-15,-3 1-6 0,6-1 0 0,-3 0-1 16,3 1-13-16,0-3-2 0,0-1-1 0,0 1 0 16,-1 2-13-16,1-2-2 0,0-3-1 0,0 3 0 15,0 0-10-15,-3 2-1 0,0-5-1 0,0 3 0 16,-3-1 19-16,0 1 4 0,-1-3 1 0,-2 3 0 15,-3 2-38-15,0-2-9 0,0 0 0 0,-3-1 0 16,0 4 0-16,-3-6 0 0,0 2 0 0,-3 4 0 16,0-1 0-16,-2 0 0 0,-1 1 0 0,-3-1 0 0,0 3 0 15,-3 0 0-15,0 0 0 0,0 3 0 16,-3-1 0-16,3 1 0 0,1 2 0 0,-4 1 0 0,3 2 0 16,3 0 0-16,0 2 0 0,0 1 0 0,3-1 0 15,0 4 0-15,6-1 0 0,-3 0 0 0,6 0 0 0,0 3 0 16,3-3 0-16,3 6 0 0,0-9 0 15,3 4 0-15,3-1 0 0,0 0 0 16,0-5 0-16,3 3 0 0,-3-3 0 0,2 0 0 16,1-3-30-16,3-3-8 0,-3 1-2 0,0-3 0 15,0 0-101-15,0-3-21 0,0 1-4 0,2-3-544 16,1-1-109-16</inkml:trace>
  <inkml:trace contextRef="#ctx0" brushRef="#br0" timeOffset="68571.143">20696 5313 1497 0,'0'0'32'0,"0"0"8"0,0 0 0 0,0 0 4 0,0 0-36 0,0 0-8 0,0 0 0 0,0 0 0 16,6 0 104-16,0 0 20 0,0 0 3 0,3 0 1 16,-3 3-52-16,2-3-9 0,1 0-3 0,0 0 0 15,0 0 0-15,3 0 0 0,0 0 0 0,0 0 0 16,0 0 0-16,0-3 0 0,0 3 0 0,0 0 0 15,0 0-51-15,-1-2-13 0,1-1 0 0,0 3 0 16,0-3 0-16,0 1 0 0,-3-1 0 0,0 3 0 16,0-3 54-16,-3 1 8 0,0 2 2 0,-3-6 0 15,-3 6-52-15,0 0-12 0,3-5 0 0,-3 5 0 16,0 0 0-16,-3-5 0 0,0 2 0 0,-3-2 0 16,-3 2 0-16,3 3 0 0,-3-2 0 0,-3 2 0 15,0 0 0-15,0 0 0 0,0 0 0 0,-3 0 0 0,1 0 0 0,2 2 0 16,-3-2 0-16,3 3 0 0,0-3 0 15,0 2 0-15,3-2 0 0,3 3 0 16,6-3-48-16,0 0-13 0,0 0-3 0,0 0 0 16,0 0 0-16,0 0 0 0,6 3 0 0,3-1 0 15,3-2 0-15,0 3 0 0,3-3 0 0,0 0 0 16,0-3 0-16,-4 3 0 0,4-2 0 0,-3 2 0 0,3 0 52 0,-6-3 12 0,0 3 0 0,-3 0 0 16,0-3 48-16,-6 3 13 0,0 0 3 0,0 0 0 15,0 0 0-15,0 0 0 0,0 0 0 0,0 0 0 16,0 0 0-16,0 0 0 0,0 0 0 0,-3 6 0 15,0 2-52-15,3-8-12 0,-3 8 0 0,3-3 0 16,0 3 54-16,0 0 8 0,0 2 2 0,0 1 0 16,3 2-52-16,-3 0-12 0,3-2 0 0,0 5 0 15,0 0 0-15,3 2 0 0,-3-2 0 0,3 3 0 16,-3-1 0-16,0 1 0 0,0-1 0 0,0 1 0 16,-3-1 0-16,3 1 0 0,-3-1 0 0,3 4 0 15,-3-7 0-15,0 4 0 0,-3-3 0 0,0 0 0 16,0-3 0-16,-3 0 0 0,3 0 0 0,-3-2 0 15,0 0 0-15,0-1-12 0,-3 1 3 0,0-3 0 16,3 0 9-16,-6-3-13 0,3 3 5 0,-3-6 8 16,3 1 0-16,-3 0 18 0,1-3-2 0,-1-3 0 15,0 0-16-15,0-2 0 0,0 0 0 0,0-3 0 16,3 0 0-16,0 0 0 0,0-3 0 0,0 1 0 16,3-3-48-16,0 2-12 0,3-2-4 0,0 0 0 15,0-1 52-15,3-2 12 0,3 1 0 0,0-1 0 0,0 0 0 16,6 0 0-16,0 0 0 0,0 0 0 15,3 0 0-15,3 3 0 0,0-3 0 0,3 3 0 0,0 2 0 16,-1-2 0-16,4 5 0 0,0 0 0 16,0 0 0-16,3 0 0 0,-3 3 0 0,-1 0 0 0,4-3 0 0,-3 0 0 15,3 5 0-15,0-2 0 0,0 2 11 0,-1-2 5 16,-2 2 0-16,3 1 1 0,-3 2-17 0,0 0 8 16,-3-8-8-16,-1 8 0 0,1-3 20 0,-3 1-4 15,-3-1 0-15,0 0 0 0,0-2 10 0,0 2 2 16,-3-2 0-16,-3 2 0 0,0-2-28 0,0 0 0 0,-3 0 0 0,0-1 0 15,-3 1 56-15,2 0 7 0,-2-3 1 0,-2 0 0 16,-1 3-52-16,0-1-12 0,0-2 0 0,-3 0 0 16,0 3 0-16,0 0 0 0,0-3 0 0,-3 5 0 15,-3-2 0-15,3 2 0 0,-3 1 0 0,0 2 0 16,0 0 16-16,0 0 0 0,-3 2 0 0,1 1 0 16,-1 0-26-16,0 2-5 0,3 0-1 0,-3 3 0 15,6 3 16-15,-3-6 0 0,6 3 0 0,0 2 0 16,3 1-19-16,0 2-4 0,6-2-1 15,0-1 0-15,0 4-17 16,6-4-4-16,0 1-1 0,0-1 0 16,6-2 1-16,-3 0 0 0,3-5 0 0,0 5 0 0,0-8 25 0,-1 0 6 0,-2 0 1 0,0 0 0 15,0-5 13-15,-3 2 0 0,0-2 12 0,0 2-12 16,-3-2 24-16,3 2-3 0,-3-2 0 0,0-1 0 16,0 4 8-16,0-6 2 0,-3 3 0 0,0-1 0 15,0 1-3-15,0 2 0 0,-1-2 0 0,1 2 0 0,0-2-8 0,-3 5-3 16,0 0 0-16,0 0 0 0,0 0 6 15,0 0 1-15,6 0 0 0,-6 0 0 0,3 5-24 16,0 1 0-16,0 2 0 0,0 2 0 0,-3 1 0 0,3-1 0 16,-3 1 0-16,0 5 0 0,3-6 0 0,-3 1 0 15,3 2 0-15,0 1 0 16,-3-4-47-16,3 3-13 0,0-5-4 0,-3 3 0 16,3-3 8-16,0 0 2 0,-3-3 0 0,0-5 0 15,6 5-170-15,0-5-33 0,-3 0-7 0</inkml:trace>
  <inkml:trace contextRef="#ctx0" brushRef="#br0" timeOffset="68864.499">21708 4977 2188 0,'0'0'48'0,"-3"-8"11"0,0 0 1 0,0 0 1 0,0 0-49 0,0 3-12 0,-3-3 0 0,3 5 0 15,0 1 54-15,3 2 8 0,0 0 2 0,0 0 0 16,-6 2 0-16,0 9 0 0,3-6 0 0,0 6 0 15,0 2 0-15,3 6 0 0,0-1 0 0,0 3 0 16,3 3-52-16,0-3-12 0,0 1 0 0,0 1 0 16,0-1 0-16,0-1 0 0,0 5 0 0,0-5 0 15,0 0 0-15,0 1 0 0,0-4 0 0,0 9 0 16,0-9 0-16,0 3 0 0,0 3 0 0,-3 0 0 16,3 0 0-16,-3-3 0 0,0 0 0 0,-3 0 0 0,0-2 0 15,0-1 0-15,0-2 0 0,0-3 0 16,0 1-48-1,0-6-13-15,-3 0-3 0,3 2 0 0,0-5-102 0,-3-2-21 16,6-3-4-16,0 0-794 0</inkml:trace>
  <inkml:trace contextRef="#ctx0" brushRef="#br0" timeOffset="69159.634">21604 5348 1728 0,'0'0'38'0,"0"0"8"0,0 0 2 0,0-6 0 0,0 6-39 0,3-5-9 0,-3-3 0 0,3 5 0 16,3-2 53-16,0 2 9 0,2 1 2 0,1-1 0 15,0 3 51-15,3-2 10 0,0-1 3 0,0 3 0 16,3-3-52-16,0 3-9 0,0 0-3 0,0-2 0 16,-1-1 0-16,1 3 0 0,-3 0 0 0,0 0 0 15,0 0-51-15,-3 0-13 0,3 0 0 0,-3 0 0 16,0 3 0-16,3-1 0 0,-3 1 0 0,0 2 0 16,-1-2 0-16,1 2 0 0,-3 0 0 0,0 3 0 15,3-2 0-15,-3 2 0 0,0 2 0 0,-3 1 0 16,3-1 0-16,-3 4 0 0,0-1 0 15,0 0 0-15,0 3 0 0,-3-6 0 0,0 4 0 0,0-1 0 16,0 0 0-16,-3 0 0 0,0-2 0 0,0 0 0 16,0-1 0-16,0 1 0 0,-3-3 0 0,0-3 0 15,3 0-100-15,-3 1-22 16,6-6-5-16,0 0-649 0,0 0-131 0</inkml:trace>
  <inkml:trace contextRef="#ctx0" brushRef="#br0" timeOffset="69350.312">21991 5136 2037 0,'-3'-8'44'0,"3"-3"10"0,-3 1 2 0,3-3 2 0,0 2-46 0,0 0-12 16,0 1 0-16,0 2 0 0,3 5 57 0,-3-7 10 0,3 4 1 0,-3 4 1 16,0 2-45-16,0 0-8 15,6-3-3-15,-6 3 0 0,3 0-30 0,3 3-7 0,-1-1 0 0,-2 6-1 31,3 0-187-31,3 3-36 0</inkml:trace>
  <inkml:trace contextRef="#ctx0" brushRef="#br0" timeOffset="70037.842">22044 5329 1839 0,'0'0'40'0,"0"0"9"0,0 0 2 0,0 0 1 0,0 0-42 0,0 0-10 0,6 0 0 0,-3-3 0 15,3 1 85-15,-3-1 15 0,3 3 4 0,0 0 0 16,0-3-49-16,0 6-10 0,0-3-1 0,0 3-1 16,0-1-23-16,0 1-4 0,0 2 0 0,-3 1-1 15,3-1-15-15,-3 0 8 0,3 3-8 0,-1 3 0 16,1-3 0-16,-3 2 0 0,3 1 0 0,0-1 0 16,0-2 0-16,0 3 0 0,0 2 0 0,0 0 0 0,0-2 0 15,0 0-10-15,0-3 0 0,0 2 0 0,-3-5-5 16,3 3-1-16,-3 0 0 0,0-2 0 15,0-4 16-15,-3-2 0 0,0 0 0 0,0 0-9 0,6 3 9 0,-3-3 0 16,3-3 10-16,-3 1-10 16,0-1 8-16,0-2-8 0,0-1 0 0,0-2 0 0,0 0 8 15,-1 1-8-15,1-4 0 0,0 0 9 0,0 1 9 0,0-1 2 16,-3-2 0-16,3 0 0 0,0-1 0 0,0 1 0 16,0 0 0-16,0 2 0 0,3-2-8 0,-3 3 0 15,0-1-1-15,0 3 0 0,0 0-11 0,0 0 12 16,3 0-12-16,-3 6 12 0,3-4-12 0,0 4 8 15,0-1-8-15,0 0 8 0,0 3 4 16,0 0 0-16,3 0 0 0,-3 3 0 0,6 0-3 0,-4-1 0 0,1 4 0 16,3-6 0-16,0 2-9 0,0 4 0 0,0-4 9 15,0 4-9-15,3-4 0 0,-3 1 9 0,3-1-9 0,0 1 0 16,-1 0 12-16,1-1-12 16,0-2 12-16,0-2-12 0,-3-1 25 0,3 3-1 0,-3-5-1 0,-3 2 0 15,3-2 4-15,-4 0 1 0,4-1 0 0,-3 4 0 16,-3-6 5-16,0 2 2 0,0 1 0 15,0-3 0-15,-3 3-5 0,0 0-1 0,-3-6 0 0,0 3 0 16,-3 0-9-16,0 3-3 0,0-3 0 0,-3 0 0 16,0 3-6-16,0-1-2 0,-3 1 0 0,0 2 0 15,1 3-9-15,-4 0 0 0,0 0 0 0,0 3 8 16,-3 0-8-16,3 5 0 0,0 0 0 0,0 2 0 16,0 1-8-16,3-1 8 0,0 4-10 0,1-1 10 15,2 0-10-15,3 0 10 0,0 1-10 0,0 1 10 16,3 1-8-16,0 0 8 0,3 0 0 0,0 0-9 0,0 0 9 15,3-3 0-15,-1 3 0 0,1-6-8 0,0 1 8 16,3 0 0-16,0-1 0 0,-3-2 0 0,6-3 0 0,-3 1 0 16,3-4 0-16,0 4-8 0,3-6-9 0,-3 0-2 15,2 0 0-15,4-6 0 16,0 4-112-16,0-4-22 0,3-1-5 16</inkml:trace>
  <inkml:trace contextRef="#ctx0" brushRef="#br0" timeOffset="71282.474">23101 5250 1594 0,'0'0'35'0,"0"0"7"0,-6-3 2 0,3 0 1 0,3 3-36 0,-6-5-9 0,6 5 0 0,0-3 0 16,0 3 90-16,0-5 16 0,0 5 3 0,0-5 1 16,3 2-22-16,3 1-5 0,-3-1-1 0,3 3 0 15,0 0-29-15,3 0-5 0,-3 0-2 0,3 3 0 16,-3-1-14-16,3 1-4 0,-1-1 0 0,-2 4 0 16,0-1-10-16,3 3-2 0,-3 3-1 0,0-6 0 15,0 3-7-15,0 0-8 0,-3 2 11 0,3 1-11 16,-3-3 8-16,0 2-8 0,0 1 0 15,0 2 0-15,-3-5 0 0,3 3 8 0,-3-1-8 0,0-2 0 16,-3 3 9-16,3-3-9 0,0-3 0 0,-3 3 9 16,3-8-9-16,0 5 10 0,0-5-10 0,0 0 10 15,0 0-10-15,0 0 0 0,0 0-12 0,0 0 12 16,0 0 0-16,-6-5 0 0,3 0 0 0,0-1 0 16,3-4 16-16,0-1 12 0,0 1 1 0,0-1 1 15,0 1 3-15,0-4 1 0,3 4 0 0,0-3 0 16,-3 2-34-16,3-2 0 0,0-1 0 0,3 1 0 15,-3 0 0-15,3-3 0 0,0 0 0 0,0 3 0 0,0 2 0 16,0-4 0-16,0 1 0 0,3 6 0 0,-4-7 0 16,1 7 0-16,3-3 0 0,-3 8 0 0,3-7 0 0,-3 7 0 15,3 0 0-15,0 1 0 0,0 2 0 0,0 0-14 16,-3 0 1-16,3 2 0 0,-3 1 21 0,0 2 4 16,0 3 0-16,-3 3 1 0,3 0-13 0,0-1 0 15,-3 3 0-15,0 1 0 0,-1 1 0 0,1 1 0 16,-3-2 0-16,0 1 0 0,0-1 0 0,3-1 0 15,-3 0 0-15,0-2 0 0,0 2 0 0,0-2 0 16,-3-1 0-16,3 1 0 16,0-1-48-16,0-2-13 0,3 0-3 0,-3-3 0 0,0 1 52 0,0-6 12 15,3 5 0-15,-3-5 0 0,6 0 0 0,0 0 0 16,0 0 0-16,0-3 0 16,3-2-54-16,0-3-8 0,0 3-2 0,0-3 0 0,0 0 52 0,0-3 12 15,0 3 0-15,0-2 0 0,0 2 48 0,0 3 13 0,-4-9 3 0,1 4 0 16,0 2-52-16,0-3-12 0,-3 1 0 0,0-1 0 15,0 1 54-15,0 2 8 0,0-3 2 0,-3 3 0 16,0 0-52-16,3 3-12 0,-3-3 0 0,0 3 0 16,0 2 8-16,0 3-8 0,0 0 11 0,0 0-11 15,0 0 8-15,0 0-8 0,0 0 0 0,0 0 0 16,0 0 0-16,0 0 0 0,0 0 0 0,-3 8 0 16,3 0 0-16,0 2 0 0,0-2 0 0,0 3 0 15,0 2 0-15,0-2 0 0,0-3 0 0,3 2 0 16,-3 1 0-16,3-1 0 0,0-2 0 0,0 6 0 15,3-6-9-15,-3 2 9 0,3-2-8 0,0 3 8 16,0-1-16-16,0-2 3 0,3 0 0 0,-3-3 0 16,3 3 2-16,0-5 1 0,-3 2 0 0,5-2 0 15,-2-3 10-15,0 3 0 0,0-3 0 0,0 0 0 0,0-3 0 0,0 0 0 16,-3-2 0-16,0 2 8 0,3-2 2 0,-3 0 1 16,0 0 0-16,-3-3 0 0,3 2 10 0,-3-2 3 15,0 0 0-15,0 0 0 0,-3-2 0 0,0 2 1 16,0-3 0-16,0 1 0 0,-3-1-12 0,0 1-2 15,0-6-1-15,0 2 0 16,0-1-10-16,0 4 0 0,0 0 0 0,0-4 0 16,0-1-35-16,0 5-5 0,0-2-2 0,0 5 0 15,3-3-40-15,0 3-8 0,-3 3-2 0,3 0 0 16,0 5-115-16,0 0-23 0,0 0-5 0,0 0-673 0</inkml:trace>
  <inkml:trace contextRef="#ctx0" brushRef="#br0" timeOffset="72485.88">23812 5107 1623 0,'0'0'36'0,"0"0"7"0,0 0 1 0,6 2 2 0,0-2-37 0,-3 0-9 0,3 0 0 0,0 0 0 16,0 0 91-16,0 0 16 0,0 0 3 0,0 0 1 16,3 0-23-16,0 3-5 0,0-3-1 0,0 5 0 15,0-2-24-15,-1 0-5 0,1-1-1 0,0 1 0 16,0 2-26-16,-3 1-6 0,0-1 0 0,0 5-1 16,0-4-19-16,0 2 0 0,0 2 0 0,-3 3 0 15,0-5 9-15,0 3-9 0,-3-3 0 0,3 2 9 16,-3 1-9-16,0-3 0 0,-3 3 9 0,3-6-9 15,-3 3 0-15,0 0 8 0,3 0-8 0,-3 0 0 0,-3-3 0 16,3 0 0-16,3-5 0 0,-3 6 8 0,3-6-8 0,0 0 0 16,0 0 0-16,0 0 8 0,0 0-8 0,0 0 8 15,0 0-8-15,0 0 8 0,0 0-8 0,0 0 0 16,0 0 8-16,0-6-8 0,3-2 8 0,0 6-8 16,0-6 10-16,0 0-10 0,3 0 12 0,-3 0-4 15,3-3-8-15,0 1 12 0,3 2 0 0,-3-3 0 16,3 1 0-16,0-1 0 0,0 3 0 0,-1-2 0 15,4-1 0-15,-3 3 0 0,0 0-2 0,0 5-1 16,0-7 0-16,0 5 0 0,-3 2-9 0,3-2 0 16,-3 2 0-16,0 3 8 0,0 0-8 0,-3 3 0 15,3-3 0-15,0 5 8 0,-3 0-8 0,0 0 0 16,3 3 0-16,-3 0 0 0,-1 3 0 0,-2-3 0 0,3 2 0 0,0 1 0 16,-3 0 0-16,3-1 0 0,-3-2 0 0,0 0 0 15,0 0-11-15,0 3 3 0,0-6 0 0,0 0 0 16,0-5 0-16,0 0 0 0,-3 8 0 0,3-8 0 15,0 0 8-15,0 0-12 0,0 0 12 0,0 0-12 16,0 0 12-16,0 0 0 0,0 0-9 0,0 0 9 16,0 0 0-16,0 0 0 0,3-5 0 0,3 0 0 15,-3-1 0-15,3 4 0 0,-3-6 0 0,0 0 0 16,3 2 0-16,-3 1 0 0,3 0 0 0,0-3 0 16,0 3 0-16,0-1 0 0,0-2 0 0,0 3 0 15,0 2 0-15,0-4 0 0,0 1 12 0,0 4-4 16,-3-1 2-16,3 3 0 0,0 0 0 0,-3 0 0 15,-3 0-2-15,6 3 0 0,-4 2 0 0,1 0 0 16,0 0-8-16,-3 3 8 0,3 3-8 0,-3-3 8 16,0 2-8-16,0 1 0 0,0 0 0 0,0-1 8 15,0 1-8-15,0-1 0 0,-3 4 0 0,3-6 0 16,0 2-15-16,0 1 2 0,-3-3 0 0,3 2 0 16,0-2-15-16,0-2-4 0,0 1 0 0,0-7 0 15,0 0-1-15,0 0-1 0,0 0 0 0,0 0 0 16,0 0-5-16,3-2-1 0,3-1 0 0,0-2 0 15,0 0-7-15,0-3-1 0,0 0-1 0,0-3 0 16,0 1 1-16,0-4 1 0,0 4 0 0,0-6 0 0,0 3 29 0,0-9 6 16,0 4 0-16,-3-1 1 0,3-4 31 0,-3 1 5 0,3-7 2 15,-3 0 0-15,0 3 28 0,0-3 5 0,0 2 2 0,0 1 0 16,0-1-2-16,-3 9-1 0,0-3 0 0,0 5 0 16,-3 0-15-16,3 3-4 0,-3 2 0 0,3 0 0 15,-3 3-8-15,0 3-3 0,3 3 0 16,0 2 0-16,0 0-14 0,0 0-3 0,0 0-1 15,0 0 0-15,-3 5-2 0,3 5 0 0,-3-2 0 16,3 3 0-16,0 2-1 0,0 0-8 0,0 6 12 0,3 2-4 16,-3-2-8-16,0 4 0 0,3 1 0 0,0 3 0 15,-3-3 0-15,3 2 0 0,0-2 0 0,-3 0 0 16,3-1 0-16,0-4 0 0,0 2 0 0,-3-5 0 16,2 0 0-16,1 0 8 0,-3 0-8 0,3-8 0 15,-3 2 0-15,3 1 0 0,-3-3 0 0,3-3 0 16,-3 3 0-16,0-8 0 0,0 0 8 0,3 5-8 15,-3-5 0-15,0 0 0 0,0 0 9 0,0 0-9 16,3-2 8-16,3-1-8 0,-3 0 10 0,3 1-10 0,-3-4 9 16,0 4-9-16,3-6 8 0,-3 0-8 0,0 2 9 15,3-1-9-15,-3-1 10 0,3-3-10 0,-3 3 12 0,3-3-4 16,0 1-8-16,0 2 12 0,0-3-12 0,0 3 11 16,-3-2-11-16,3 5 10 0,0-3-10 0,3 2 0 15,-4 1 0-15,4 2 8 0,-3 3-8 0,3-5 0 16,3 2 0-16,-3 6 0 0,0 2 0 15,0-5 0-15,-3 3 0 0,3 2 0 0,-3 1 0 0,3-1 0 16,-3 3 0-16,0 2 0 0,-3-4 0 0,3 4 0 16,-3 1 0-16,0-3 0 0,0 2 0 0,-3 1 0 15,0 0 0-15,-3-3 0 0,3 2 0 0,-3-2 8 16,-3 3-8-16,3-3 0 0,-3 2 9 0,-3-2-9 16,0-3 10-16,-3 3-10 0,0-2 0 0,-3-1 0 0,3 3 0 0,-3-5 0 15,0-1 0-15,1 1-21 0,-1-3 3 0,3 0 1 31,-3 0-25-31,3 0-5 0,3-3-1 0,0 1 0 16,3-1-115-16,0 0-23 0,3 1-5 0,0-4-866 0</inkml:trace>
  <inkml:trace contextRef="#ctx0" brushRef="#br0" timeOffset="72953.838">24735 5244 1448 0,'0'0'41'0,"0"0"9"0,0 0-40 0,0 0-10 0,0 0 0 0,6 3 0 0,0-3 124 16,0 3 24-16,0-1 4 0,3 4 0 16,0-6-48-16,0 0-11 0,0 0-1 0,0 0-1 0,2 0-34 0,1 0-6 15,0 0-2-15,-3 0 0 0,3 0-21 16,0 0-5-16,-3-6-1 0,3 4 0 16,0 2-2-16,-3-3-1 0,0 3 0 0,0-3 0 0,-1 1 1 0,1-1 1 15,-3 0 0-15,0 1 0 0,0-1 3 0,0 0 0 16,-3 1 0-16,-3 2 0 0,3-5-7 0,-3-1-1 15,0 1 0-15,0 0 0 0,0 2-3 0,-3-2-1 16,0 2 0-16,0 0 0 0,-3-2-4 0,3 0 0 16,-3 2-8-16,0 1 12 0,0-1-12 0,-3-2 0 0,1 2 8 15,-1 3-8-15,-3-3 0 0,0 1 8 0,0-1-8 0,-3 3 0 16,3 0 0-16,-3 3 0 0,0-3 0 0,0 2 0 16,1 1 0-16,-1 0 0 0,3 2-12 15,0 0 12-15,3 1-12 0,0 1 12 0,0 1-12 0,3 0 12 16,0 3-12-16,3-1 4 15,0 1 8-15,0 0-13 0,3-1 13 0,0 1-9 16,3 2 9-16,0-2-8 0,0-3 8 0,3 0 0 0,0 2 0 0,3-2-8 16,0 0 8-16,0 3 0 0,3-3 0 0,-3-1-8 15,3 1-7-15,3-2-1 0,-4-1 0 0,7-2 0 32,-3-1-22-32,0-2-5 0,0 3-1 0,3-3 0 15,-3-3-80-15,3 3-16 0,-1-5-3 0,-2 2-1 0,3 1-102 16,-6-4-21-16,6-15-4 0,-6 8-1 0</inkml:trace>
  <inkml:trace contextRef="#ctx0" brushRef="#br0" timeOffset="73318.765">25089 5236 1465 0,'0'-5'32'0,"0"0"6"16,-3-3 2-16,3 3 2 0,0-1-34 0,3 1-8 0,-3-3 0 0,3 5 0 0,0-4 80 0,0 4 15 16,0-2 2-16,3 2 1 0,-3 3-21 0,3-3-4 15,0 3-1-15,0 0 0 0,0 0 1 0,3 3 0 16,-3 0 0-16,0-1 0 0,0 1 1 0,0 2 0 15,0 0 0-15,0 3 0 0,0-2-20 0,-1 2-4 16,1 2-1-16,-3-2 0 0,0 0-22 0,3 0-5 16,-3 3-1-16,-3-6 0 0,3 3-13 0,-3 0-8 15,0 0 8-15,0 2-8 0,0-2 0 0,-3 0 0 16,3 0 0-16,-3 0 0 0,3-3 0 0,-3 3 0 16,0 0 0-16,0-2 0 0,0-1 0 0,3-5 0 0,-3 5 0 15,3-5 0-15,-3 3 8 0,3-3-8 0,0 0 10 16,0 0-10-16,0 0 12 0,-5-3-4 0,5 3-8 15,-3-3 12-15,3-4 8 0,0 1 0 0,0 1 1 0,3-3 0 16,2 3-1-16,-2-3 0 0,3 0 0 0,3 0 0 16,0 0-10-16,0-3-2 0,3 1-8 0,0-1 12 15,3 1-12-15,0-6 0 0,-3 2 0 0,3-1 0 16,-1 1-11-16,-2 1-1 0,0 0-1 0,0 0 0 16,0-1-90-16,0 4-17 15,0-1-4-15,-3 3-701 0,0-5-140 0</inkml:trace>
  <inkml:trace contextRef="#ctx0" brushRef="#br0" timeOffset="74810.058">15365 6483 1638 0,'0'0'36'0,"0"0"7"0,0 0 1 0,0 0 3 0,0 0-38 0,0 0-9 0,0 0 0 0,3 5 0 15,0 0 57-15,0 1 10 0,0 2 1 0,-3 2 1 0,0-2-43 0,0 5-9 16,0 0-1-16,0 3-1 0,0 3-15 0,0-1 0 16,-3 4 0-16,3 1 0 0,0-1 0 0,-3-1 0 15,3 3 0-15,0-3 0 0,-3-3 0 0,0 3-10 16,3-5 2-16,-3 3 0 0,0-1 8 0,0-2-13 16,0-3 5-16,-3 1 8 0,3-4 0 0,0-2 0 0,0 0 0 15,-3-3 0-15,6-5 12 0,0 0 4 16,-6 0 1-16,6 0 0 0,0 0 21 0,-3-2 4 15,3-6 1-15,-3-3 0 0,3-2-17 16,3 0-3-16,-3-6-1 0,3 3 0 0,3-5-4 0,-3 3-1 16,3-3 0-16,0-6 0 0,0 3 2 0,0 0 0 0,3-2 0 0,0 0 0 15,0-1 7-15,-1 1 2 0,1 2 0 0,0 0 0 16,3 3-28-16,-3 0 0 0,3 2 0 0,-3 1 0 16,3 2 0-16,-3 2 0 0,3 1 0 0,-3 3 0 15,0 2 56-15,2 2 7 0,-2 1 1 0,0 3 0 16,0-1-52-16,0 6-12 0,0-1 0 0,-3 3 0 15,3 1 0-15,0 2 0 0,-3 0-12 0,0 2 12 16,3 3 0-16,-3 1 0 0,-3-1 0 0,3 0 0 16,-3 0 0-16,0 3 0 0,0-3 0 0,-3 1 0 15,3-1 0-15,-3 0 0 0,0-2 0 0,0-1 0 16,-3 1 8-16,3-1-8 0,-3-2 0 0,0 0 0 16,3-2 8-16,0-6-8 0,-3 5 0 0,3-5 9 0,0 0-9 15,0 0 0-15,0 0 0 0,-3-5 0 0,3-1 0 16,0-2 0-16,3 0 0 0,0-2 0 0,0 2 0 15,3-3 0-15,-3 1 0 0,3-1 0 0,-1-2 0 16,4 2 0-16,-3 1 9 0,3-3-9 0,0-1 11 0,0 1-3 16,0 0 0-16,-3 0 0 0,3 2-8 15,0 0 12-15,0 1-12 0,-3 2 12 0,0 3-12 0,0-1 8 16,0 4-8-16,0-1 8 0,0 3 0 16,-1 0-8-16,1 3 12 0,-3 2-4 0,3 0 20 0,0 3 4 15,-3 0 1-15,3 3 0 0,-3 2-33 0,0 0 0 16,0 0 0-16,3 1 0 0,-3 4 0 0,-3-2 0 15,3 3 0-15,-3-1 0 0,3 6 0 16,-3-3 0-16,0 3 0 0,-3 2 0 0,3-4 0 0,0 1 0 0,-3-1 0 0,3-1 0 16,-3-3 0-16,3 1 0 0,0-1 0 0,-3-2 0 31,3 0-44-31,0-3-16 0,0 0-4 0,0 1 0 16,0-6-68-16,0 0-15 0,0 0-2 0,0-8-879 0</inkml:trace>
  <inkml:trace contextRef="#ctx0" brushRef="#br0" timeOffset="75226.824">16314 6430 2343 0,'0'0'52'0,"0"0"10"0,0 0 2 16,0 0 2-16,0 0-53 0,0 0-13 0,0 0 0 0,-3-6 0 15,-3 4 71-15,0 2 11 0,-3 0 2 0,0 0 1 16,1 2-17-16,-4 1-3 0,3 2-1 0,-6 1 0 0,6 2-64 0,-3 0-24 16,0 0 1-16,3-1 0 0,0 1 23 0,0 3 0 15,0-3 0-15,3 0 0 0,0 2 0 0,3 1-11 16,1-3 11-16,-1 3-8 0,6-1 8 0,-3 1-8 16,2-1 8-16,4 1-8 0,-3-1 8 0,6 1 0 15,0 2-9-15,3-2 9 0,0-1 0 0,0 1 0 16,0 0 0-16,3 2 0 15,-3 0-26-15,0-2-4 0,0-1-1 0,-4 1 0 16,1-1 31-16,-3 4 0 0,0-6 0 0,-3 2 0 0,-3 1 0 0,0-3 0 0,-3 0 0 16,-3 0 0-16,-3 0 0 0,0-1 0 0,-2 1 0 15,-1 0 0-15,-3 0 0 0,0-2 0 0,0 1 0 0,-3-1 0 16,3-1 17-16,-3 0 10 0,-2-2 1 0,-1 0 1 16,6-1-39-16,-3-2-8 0,6-2-2 0,-3-1 0 31,6 0-47-31,0-2-9 0,3 0-3 0,0-3 0 15,6-3-152-15,3 3-30 0</inkml:trace>
  <inkml:trace contextRef="#ctx0" brushRef="#br0" timeOffset="75893.966">16398 6525 1958 0,'0'0'43'0,"0"0"9"0,0 0 1 0,0 0 3 0,0 0-45 0,0 0-11 15,0 0 0-15,0 8 0 16,0-3 83-16,0 3 14 0,3 3 3 0,-3-1 1 0,3 1-59 0,0 2-12 15,-1-2-2-15,-2 2-1 0,3 3 29 0,0-3 7 16,-3 3 1-16,3 2 0 0,0-2-52 0,-3 0-12 16,0 0 0-16,3 0 0 0,-3-3 0 0,0 0 0 15,3 1 0-15,-3-4 0 0,0-2-9 0,-3 3-5 16,3-3-1-16,0-3 0 0,-3 0 24 0,3-5 5 16,0 0 1-16,0 0 0 0,0 0-15 0,0 0 0 15,0 0 0-15,0 0 0 0,0 0 0 16,0-5 0-16,-3-3 0 0,3-2 0 0,0 2 0 0,0-6 0 15,0 1 0-15,3-3 0 0,0-2 54 16,-3-3 8-16,3-1 2 0,3 1 0 0,-3 0-52 0,3-3-12 0,-3 3 0 16,6-3 0-16,0 3 0 0,0 0-10 0,0-3 2 15,3 0 0-15,0 3 8 0,0 0 16 0,0 0-4 0,-1 0-1 16,4 5-3-16,-3 0-8 0,3 0 12 0,0 3-4 16,0 5-8-16,0 0-14 0,3 0 3 0,-3 5 1 15,2 1 10-15,-2 2 0 0,3 5 0 0,-3-2 0 16,-3 5 0-16,3-1 0 0,-6 4 0 15,3 0 0-15,-3 2 0 0,-3 0 0 0,-4 0 0 0,1 1 0 16,-3-1 0-16,0 3 0 0,-3-3 0 0,-2 0 0 16,2-2 0-16,-6 2 0 0,3-2 0 0,-3-1 0 15,0 1 0-15,0-1 0 0,0-2 0 0,0 3 0 16,0-3 0-16,0-3 0 0,0 0 0 0,3 1 0 16,0-4 0-16,0 1 0 0,6-3 0 0,0 0 0 15,0 0 0-15,0 0 0 0,0 0 0 0,0 0 0 16,3-3 0-16,3-5 0 0,0 3 0 0,3 0 0 0,3-3 0 15,0 2 0-15,3 1 0 0,0 3 0 16,0-4 0-16,3 4 0 0,-4-1 0 0,1 3 0 0,-3 3 0 0,3-1 0 16,-3-2 0-16,0 6 0 0,0-1 0 0,-3 0 0 15,0 3 0-15,-3 0 0 0,0 3 0 0,0-1 0 16,-4 1 0-16,1 2 0 0,-3-2 0 16,0 2 0-16,-3 0 0 0,1 0 0 0,-4 3 0 0,0-3 0 15,-3 3 0-15,0-3 0 0,-3 1 0 0,0-1 0 16,-3-2 0-16,0 2 0 0,-3 0 0 15,3-2 0-15,-5-1 0 0,-1 1 0 0,3-3 0 16,0 2 0-16,-3 1 0 0,3-3 0 16,0 0-30-16,4 0-4 0,-1-6-1 0,3 4 0 15,0-4-151-15,3 1-30 0,0-3-7 0</inkml:trace>
  <inkml:trace contextRef="#ctx0" brushRef="#br0" timeOffset="76409.465">17368 6634 1314 0,'0'0'37'0,"0"0"8"0,0 0-36 0,0 0-9 0,6 0 0 0,0 0 0 15,0 0 104-15,3 0 20 0,0-3 3 0,0 3 1 16,3-3 0-16,2 3 0 0,1-2 0 0,3-1 0 16,0 3-40-16,0-3-7 0,3 1-1 0,0-1-1 15,-4 0-36-15,4 3-7 0,0 0-2 0,0 0 0 16,-3 0-17-16,0 0-3 0,2 0-1 0,-2 0 0 15,0 0-13-15,-3 0 0 0,0 0 8 0,-6 0-8 16,3 0 0-16,-3 0 0 0,-3 3 0 0,0 0 0 16,0-1-68-16,-3 1-17 15,0 2-3-15,-3-5-1 0,0 6-78 16,0 1-15-16,-3-1-3 0,-6 2-664 0</inkml:trace>
  <inkml:trace contextRef="#ctx0" brushRef="#br0" timeOffset="76615.452">17484 6837 1314 0,'0'0'37'0,"0"0"8"0,-6 3-36 0,6-3-9 16,0 0 0-16,0 0 0 0,0 0 84 0,0 0 16 15,0 0 2-15,0 0 1 0,6 3-11 0,0 2-3 16,0-5 0-16,3 2 0 0,0-2-20 0,3 0-4 16,0-2-1-16,0 2 0 0,2 0 0 0,1-3 0 15,0 1 0-15,3 2 0 0,-3-3-51 0,3 0-13 16,-3 1 0-16,3-4 0 0,2 4 0 0,-2-4 0 15,0 4 0-15,-3-4 0 16,3 1-100-16,0 0-22 0,0-3-5 0,2 3-1 16</inkml:trace>
  <inkml:trace contextRef="#ctx0" brushRef="#br0" timeOffset="77041.359">18210 6551 1821 0,'-12'0'52'0,"12"0"11"0,-6 0-51 0,1 0-12 0,-1 0 0 0,0 3 0 16,0-3 102-16,0 3 18 0,0-3 3 0,-3 2 1 15,3 1-33-15,0 2-7 0,0 1 0 0,0-1-1 16,0 3-29-16,3 0-6 0,-3 2 0 0,3 1-1 16,0 2-22-16,0 0-4 0,0 1-1 0,0 2 0 15,3-3-12-15,0 3-8 0,0 0 8 0,0-3-8 16,3 3 0-16,0-3 0 0,3 0 0 0,0 0 8 15,0-2-8-15,0 0 0 0,3 2 0 0,0-3 8 16,0-2-8-16,0 0 0 0,0-3 0 0,0 3 0 16,2-2 0-16,-2-4 9 0,3-2-9 0,0 0 0 0,0 0 16 15,3-2-3-15,0-1-1 0,0-2 0 0,0-1 3 16,0 1 0-16,-1-3 0 0,-2 0 0 0,3-2-15 16,-3 2 0-16,3-5 0 0,-3 2 0 0,-3-2 54 0,3 0 8 15,-3-3 2-15,-3-3 0 0,0 3-52 16,0 0-12-16,0-2 0 0,-6-1 0 0,2 1 0 15,-2-1 0-15,-2 3 0 0,-1-2 0 16,-3 5 0-16,0-3 0 0,-3 3 0 0,-3-1 0 0,3 4 20 0,-6-1 2 16,3 3 0-16,-3 0 0 0,0 3-38 0,-3 0-7 15,1-1-1-15,-1 1-1 16,3 2-80-16,-3 3-16 0,0 0-3 0,0 0-720 0,3 3-143 0</inkml:trace>
  <inkml:trace contextRef="#ctx0" brushRef="#br0" timeOffset="77523.317">18940 6761 2012 0,'0'0'44'0,"3"0"10"0,3 2 2 0,-1-2 0 0,1 0-45 0,0 3-11 0,0-1 0 0,-3-2 0 15,-3 0 96-15,3 6 16 0,0-4 4 0,0 4 1 16,0-4-45-16,-3 6-10 0,0 0-2 0,0 0 0 16,0 3 4-16,-3-1 0 0,-3 4 0 0,-3-1 0 15,0 0-41-15,-2 3-8 0,-1-3-2 0,0 3 0 16,-3-3-5-16,-3 0-8 0,0 3 11 15,0 0-11-15,0 0-8 0,-2 0-9 0,-1 0-2 0,0 2 0 16,3 1 19-16,-3-3 0 0,3-3 0 0,3 3 0 31,1-6-200-31,-1 1-36 0,6 0-7 0,-6-3-1 0</inkml:trace>
  <inkml:trace contextRef="#ctx0" brushRef="#br0" timeOffset="78156.117">20169 6618 1792 0,'0'0'51'0,"0"0"10"0,0 0-49 0,0 0-12 16,0 0 0-16,0 0 0 15,0 0 84-15,0 0 15 0,6 2 2 0,-6-2 1 0,3 3-14 0,0 2-4 16,3 1 0-16,-3 1 0 0,0 4-32 0,0 0-8 16,0 2 0-16,0 0-1 0,0 0-15 0,0 3-4 15,-3 0 0-15,3 3 0 0,0-4-14 0,-3 4-10 16,0 0 12-16,0-1-12 0,0 1 0 0,-3-1 0 15,3-2 0-15,-3 2 0 0,0-2 0 16,0 0 0-16,0 0 0 0,0 0 0 16,0-3-42-16,0 0-6 0,-3 1 0 0,3-4-1 15,0 1-127-15,-3-3-24 0,3-3-6 0</inkml:trace>
  <inkml:trace contextRef="#ctx0" brushRef="#br0" timeOffset="78475.799">20237 6493 1541 0,'3'-10'44'0,"0"4"9"0,3 1-42 0,0 0-11 0,3-3 0 0,0 5 0 16,3-2 107-16,0 2 19 0,-3 1 4 0,3-1 1 16,0 0-12-16,0 3-3 0,-1 3 0 0,1 0 0 15,0-1-40-15,0 1-9 0,-3 2-2 0,0 3 0 16,0-5-29-16,-3 5-7 0,0-3-1 0,0 3 0 15,-3 0-15-15,0 3-3 0,0-1-1 0,-3 1 0 16,-3-1-28-16,3 1-5 0,-3 2-2 0,-3 3 0 0,0-3 72 16,-3 0 14-16,3 1 4 0,-3 2 0 15,-3-3-52-15,3 0-12 0,-6-2 0 0,3-1 0 0,1 1 0 16,-4-1 0-16,3-4 0 0,0 2 0 0,0-3 0 0,3-3 0 16,-3 1 0-16,3-3 0 0,3 0-11 0,0-3-5 15,0-2 0-15,0 0-1 16,3-3-28-16,0 0-6 0,3-3-1 15,0-2 0-15,0 0-159 0,3-6-32 0,-3-20-6 0,6 12-2 16</inkml:trace>
  <inkml:trace contextRef="#ctx0" brushRef="#br0" timeOffset="78958.354">20764 6514 1552 0,'0'0'44'0,"0"0"10"0,0 0-43 0,0 0-11 0,0 0 0 0,0 0 0 16,0 0 132-16,0 0 25 0,0 0 5 0,0 0 1 16,0 0-70-16,-6 0-13 0,0 3-4 0,0 0 0 15,0-1-22-15,-2 1-5 0,2 5-1 0,-3-3 0 16,3 3-12-16,-3 0-2 0,-3 3-1 0,3-1 0 15,0 4-33-15,0 1 0 0,0-1 0 0,0 2 0 16,3-3 0-16,0 0 0 0,3 3 0 0,-3-3 0 16,6 0 58-16,-3 1 5 0,3-1 1 0,3-3 0 15,0 4-52-15,0-6-12 0,3 2 0 0,3-2 0 16,0-3 0-16,0 1 0 0,3-1 0 0,0-2 0 16,3-1 0-16,0-2 0 0,2 0 0 0,1-2 0 0,0-1 0 15,0-2 0-15,0-1 0 0,0-2 0 0,0 0 0 0,-3-2 0 16,-1-1 0-16,1-2 0 0,-3 2 0 15,0 1 0-15,-3-3 0 0,0-1 0 16,0 1 34-16,-3-3 4 0,0 3 1 0,0-3 0 0,-3 0-11 0,0 3-3 16,-3-3 0-16,-3 3 0 0,0-3-25 0,-3 3 0 15,-3 2 0-15,0-2 0 0,-3 0 8 0,0 2-8 16,-3 1 8-16,0 2-8 0,-2 0 0 0,-1 3-16 16,0-1 3-16,-3 1 0 15,-3 2-34-15,3 3-6 0,3-2-2 0,-2 4 0 16,2-2-109-16,3 3-23 0,0 2-4 0,3-5-897 0</inkml:trace>
  <inkml:trace contextRef="#ctx0" brushRef="#br0" timeOffset="79344.436">21243 6480 1958 0,'0'0'43'0,"0"0"9"0,3-5 1 0,0 2 3 0,0-2-45 0,0 2-11 0,-3-2 0 0,0 0 0 15,0 5 104-15,-3-3 20 0,-3-2 3 0,1 2 1 16,-1 0-52-16,-3 1-9 0,0 2-3 0,-3 0 0 16,0 0-51-16,0 2-13 0,3 1 0 0,-3 0 0 15,0 2 0-15,3 0 0 0,0 1 0 0,0-1 0 16,4 3 15-16,2 0 0 0,0-3 0 0,0 3 0 0,3 0-24 16,3 0-5-16,3 2-1 0,-1 1 0 0,4-3 23 0,0 5 4 15,0-2 0-15,0-1 1 0,3 4-13 16,0-1-18-16,0 0 4 0,0 3 1 0,-3-3 13 15,0 3 0-15,0-3 0 0,-3 0 0 0,-1-2 0 16,1 2 0-16,-6-2 0 0,0-1 0 0,0 1 0 0,-3 0 0 16,-2-3 0-16,-4-1 0 0,0 1 48 0,-3 0 13 15,-3 0 3-15,0-2 0 0,0-1-64 0,-3-2-21 16,3 2 0-16,-5-3 0 0,5-2 21 0,0 3 0 16,0-3-9-16,3 0 9 15,0-3-36-15,3 1-4 0,3-1-1 0,0-2 0 16,3 0-91-16,3-3-17 0,3 0-4 0,3 0-539 0,0-3-108 15</inkml:trace>
  <inkml:trace contextRef="#ctx0" brushRef="#br0" timeOffset="79564.872">21407 6559 1728 0,'0'0'38'0,"0"0"8"0,3-2 2 0,0-4 0 0,-3 6-39 0,0 0-9 0,3-2 0 0,-3 2 0 16,0 0 156-16,0 0 28 0,3-3 7 0,-3 3 1 15,0 0-103-15,0 0-20 0,0 0-4 0,6 0-1 16,0 3 0-16,0-1 0 0,-3 4 0 0,0-1 0 15,3 0-51-15,-3 1-13 0,0-1 0 0,0 3 0 16,0 2 0-16,0-2 0 0,-3 0 0 0,3 3 0 16,-3 0 54-16,0-4 8 0,0 4 2 0,0 0 0 15,-3-1-52-15,3-2-12 0,-3 3 0 0,3-1 0 16,-3 1-48-16,0-3-13 16,0 0-3-16,0-3 0 0,0 0-18 0,3-5-4 15,-3 6-1-15,3-6-714 0,0 0-143 0</inkml:trace>
  <inkml:trace contextRef="#ctx0" brushRef="#br0" timeOffset="79722.459">21449 6393 1982 0,'-6'-13'56'0,"6"10"12"0,-3-2-54 0,0-3-14 0,3 2 0 0,0 1 0 15,0-3 63-15,0 3 9 16,3-3 3-16,0 0 0 0,0 3-57 0,3-3-18 0,0 0 10 0,0-3-658 15,6 1-131-15</inkml:trace>
  <inkml:trace contextRef="#ctx0" brushRef="#br0" timeOffset="80009.228">21720 6128 1695 0,'0'0'37'0,"0"0"8"0,-6 0 2 0,-3 0 1 0,3 0-39 0,0 0-9 0,6 0 0 0,-6 3 0 15,6-3 112-15,0 0 20 0,-6 2 4 0,6-2 0 16,-6 6-6-16,3-1-2 0,3 3 0 0,0 0 0 16,0 2-102-16,0 4-26 0,3-1 0 0,0 3 0 15,3 2 56-15,-3 1 7 0,0-1 1 0,3 1 0 16,-3 2-52-16,0-2-12 0,0 2 0 0,0 0 0 16,-3 0 0-16,3-2 0 0,-3 2 0 0,0 0 0 15,0 0 0-15,0-2 0 0,0-1 0 0,-3 1 0 0,0-1 0 0,0 3 0 16,0 1 0-16,0-1 0 15,-3-3 0-15,3 3 0 0,-3-5 0 0,0 0 0 16,0 0-151-16,3-5-33 0,-3-1-6 16,3 1-2-16,0-6 0 0,3 3 0 0,0-8 0 0,0 0-341 15,0 0-69-15</inkml:trace>
  <inkml:trace contextRef="#ctx0" brushRef="#br0" timeOffset="80230.757">21672 6718 1728 0,'3'-2'38'0,"0"-6"8"0,0 0 2 0,0 0 0 0,3 0-39 0,-3-3-9 15,3 3 0-15,0-5 0 0,3 2 104 0,-3 1 18 0,3-1 4 16,0-2 1-16,0 2-50 0,2-2-9 0,-2 5-3 0,3-2 0 15,-3 2-1-15,0 0 0 0,0 0 0 0,0 3 0 16,0-1 0-16,0 1 0 0,0 2 0 0,-3 1 0 16,3 2 0-16,0-3 0 0,0 3 0 0,-4 3 0 15,1-1-51-15,3 1-13 0,-3 2 0 0,0 1 0 16,0-1-8-16,0 3-5 0,0 0-1 0,-3 2 0 16,0-2 14-16,0 3 0 0,0 2 0 15,-3 0 0-15,0-2-8 0,0 5-3 0,-3-3 0 0,0 0 0 31,0-2-74-31,0 2-15 0,0-2-4 0,-3-1-729 0,0-2-147 0</inkml:trace>
  <inkml:trace contextRef="#ctx0" brushRef="#br0" timeOffset="80419.397">21982 6380 2296 0,'0'-19'65'0,"0"11"14"0,0-5-63 0,0 2-16 0,0 1 0 0,3-1 0 0,0 0 91 0,0 1 15 16,0 2 3-16,0-3 1 0,0 6-63 0,0 0-13 16,0-1-2-16,-1 4-1 0,1-1-31 0,-3 3-10 15,6-2 0-15,-6 2 0 16,3 5-138-16,0-3-27 0,3 4-5 0,-3 4-832 0</inkml:trace>
  <inkml:trace contextRef="#ctx0" brushRef="#br0" timeOffset="81059.036">22008 6507 1624 0,'0'0'46'0,"0"0"10"0,0 0-45 0,0 0-11 0,0 0 0 0,0 0 0 15,0 0 140-15,6-3 27 0,0 3 5 0,0-3 0 16,0 3-61-16,0 0-13 0,0 0-2 0,0 0-1 16,3 0-35-16,-3 3-6 0,3-3-2 0,-3 3 0 15,0-1-27-15,0 3-5 0,0-2-2 0,0 2 0 16,-3 3-18-16,3-2 8 0,0 2-8 0,-3-1 0 15,0 1 8-15,3 0-8 0,-3 3 0 0,-1 0 0 16,4-1 0-16,-3-2 0 0,0 3 0 0,3-1 0 16,-3-2 0-16,0 0 0 0,0 0 0 0,0 0 0 15,0 0 0-15,-3-3 0 0,3 0 0 0,-3-5 0 16,0 0 0-16,0 0 0 0,0 0 0 0,0 0 0 16,0 0 8-16,6 0-8 0,-3-2 0 0,0-1 0 0,0 1 0 15,0-4 0-15,0-2 8 0,0 3-8 0,0-3 8 16,0 0-8-16,0 0 12 0,0 0-12 15,0 0 16-15,0 0-4 0,0 0-1 0,0 1 0 16,0-1-2-16,0 2 0 0,3-2 0 0,-3 3 0 16,3 0-9-16,0 2 0 0,0 0 9 0,0 1-9 0,-1-1 0 15,1 1 0-15,3 2 0 0,0-3 0 0,0 3 0 0,0 0 0 16,3 0 0-16,0 3 0 0,0-3 0 0,0 2 0 16,0-2 0-16,0 0 0 0,-1 0 0 0,1 3 0 15,0-3 0-15,0 0 0 0,0 0 0 0,0 0 0 0,0-3 0 16,-3 3 0-16,3-2 11 0,-3-1 4 15,0 0 1-15,-3 1 0 0,0-1 13 0,-1-2 3 0,-2-1 1 16,3 1 0-16,-3 0-6 0,0 2-2 0,0-5 0 0,0 3 0 16,-3 0-7-16,0-1-2 0,0 1 0 0,-3-3 0 15,3 3-4-15,-3 2 0 0,0 1-1 0,-3-1 0 16,0 0-11-16,1 3 8 0,-1-2-8 0,-3 2 8 16,0 2-8-16,-3 4 0 0,3-4 0 0,0 6 0 15,0-3 0-15,0 1 0 0,0 4 0 0,3-2 0 16,0 3-11-16,3-1 11 0,0 1-8 15,0 2 8-15,3 0 0 0,3 3-10 0,0-2 10 0,0 1 0 16,3-1-9-16,0 2 9 0,3-3 0 0,0 0-9 16,0-2 9-16,0-1 0 0,3 1 0 0,0-3 0 15,0 0 0-15,2-3 0 0,-2-2 0 0,3-1 0 16,0 1-8-16,0-1 8 0,3-2-8 0,-3-2 8 16,3-3-106-16,-1-1-16 0,1 1-3 15,0-3-1181-15</inkml:trace>
  <inkml:trace contextRef="#ctx0" brushRef="#br0" timeOffset="82957.107">23333 6499 1728 0,'0'0'38'0,"0"0"8"0,0 0 2 0,0 0 0 0,0 0-39 0,0 0-9 0,0 0 0 0,0 0 0 0,0 0 104 0,0 0 20 16,0 0 3-16,0 0 1 0,-6 2-44 0,6-2-9 16,0 0-2-16,-3 8 0 0,0-5-28 15,3 5-5-15,0-3-2 0,0 3 0 0,0 0-17 0,3 0-3 16,-3 2-1-16,3 4 0 0,0-4-17 0,-3 3 0 16,3 3 0-16,-3-2 0 0,3 1 0 0,-3 1 0 15,0-2 0-15,3-1 0 0,-3 0 0 0,0 0 0 16,0-2 0-16,0-1 0 0,0-2 0 0,0 0 0 15,0 0 0-15,0-2 0 0,0-6 0 16,0 0 0-16,0 0 0 0,0 0 0 0,0 0 0 0,0 0 0 0,0 0 0 16,0 0 0-16,3-3 55 0,0-2 7 0,0-3 2 0,0 0 0 15,-3-3-52-15,3 1-12 0,0-1 0 0,-3-2 0 16,3-1 0-16,-3 1 0 16,3 0 0-16,-3-3 0 0,3 3 0 0,-3-3 0 0,0 3 0 15,3-3 0-15,-3 3 0 0,0-1 0 0,0 1 0 0,3 3 0 16,-3-4 0-16,3 1 0 0,0 0 0 15,0 0 0-15,3 2 0 0,-3 1 0 0,3-1 0 16,0 3 0-16,-1 0 0 0,1 3 0 0,3 0 0 0,-3 2 0 16,0 0 0-16,3 1 0 0,0 2 0 0,-3 0 0 15,3 0 0-15,0 5 0 0,-3-2 0 0,3-1 0 16,-3 3 0-16,0 1 0 0,3-1 0 0,-3 3 0 16,0-3 0-16,-3 3 0 0,3 0 0 0,-4 3 0 15,1-3 0-15,0 2 0 0,0 1 0 0,0-1 0 0,0 1 0 16,-3 0 0-16,3-1 0 0,-3 3 0 15,0-2 0-15,0 0 0 0,-3-1 0 0,3 3 0 16,0-5 0-16,0 3 0 0,0-3 0 0,0-3 0 16,0 0-48-16,0-5-13 0,3 6-3 0,-3-6 0 15,0 0 0-15,3 2 0 0,3-2 0 0,0-2 0 16,3-4 28-16,0 1 4 0,-3 0 2 16,3-3 0-16,0 0 6 0,0 0 2 0,0 0 0 0,0 0 0 0,0 0 22 0,0 0 0 15,2 0 0-15,-2 0 0 0,-3 0 15 0,3 1 7 16,-3-1 2-16,-3 2 0 0,3-4 22 15,-3 4 5-15,0-1 1 0,0 1 0 0,0-2-2 16,-3 3 0-16,3 0 0 0,-3-1 0 0,0 1-12 0,0 5-2 16,0 0-1-16,0 0 0 0,0 0-8 0,0 0-2 15,0 0 0-15,0 0 0 0,0 0-11 0,0 0-2 16,0 0-1-16,0 0 0 0,0 0-3 0,6 3 0 0,-3 2 0 0,0 3 0 16,0 0-8-16,0 0 0 0,0-3 9 0,0 6-9 15,0-3 0-15,0 2 0 0,0-2 0 0,0 3 0 16,3-1 0-16,0 4 0 0,-3-4 0 0,3 3 0 15,0-2 0-15,-1-3 0 0,1 3 0 0,0-1 0 16,0-5 0-16,-3 3 0 0,3-2 0 0,0-1 0 16,0 0-18-1,0-2-8-15,0-1-2 0,0-2 0 0,0 0 28 0,0-2 0 0,3-1 0 0,-3 1 0 16,3-4 46-16,-3 1 14 0,3-3 4 0,-3 0 0 16,3 0-52-16,-4 0-12 0,4-2 0 0,-3-1 0 15,3 0 0-15,-6 1 0 0,3-1 0 0,-3 1 0 16,0-1 23-16,0-2 1 0,0 2 1 0,-3 1 0 15,0-3-13-15,0 2-4 0,0-5 0 0,0 3 0 16,-3 0-8-16,3-1 0 0,0 1 0 0,-3 0 0 16,3 0-14-16,-3 2-5 0,3-2-1 0,-3 2 0 15,3 1-45-15,0 2-10 0,0 0-1 0,0 3-1 16,0 2-92-16,0 3-19 0,0 0-3 0,0 0-1 16,6 0-7-16,-6 0-1 0,3 3-1 0,3-1 0 15,-3 1 84-15,3 2 17 0,0-2 3 0,-3 2 1 16,3-2 32-16,-3 2 8 0,3-2 0 0,0-1 1 0,-3 1 111 0,3 0 23 15,0-1 4-15,0 1 1 0,0 0 28 0,0-1 5 16,2 1 2-16,-2-1 0 0,3 1-27 0,-3 0-4 0,3-1-2 16,0 1 0-16,0 0-7 0,0-1-2 0,-3 1 0 15,3 2 0-15,0 1-5 0,0-1-2 0,-3 3 0 0,0-3 0 16,0 3-25-16,0 3-5 0,0-3 0 16,0-1-1-16,-4 4-15 0,1-3-4 0,0 0 0 0,-3 0 0 15,0 2-9-15,0 1-3 0,0-3 0 0,0 3 0 16,0-1-8-16,-3-2 0 0,0 0 0 15,1 0 0-15,-1-3 0 0,0 3 12 0,0-3-4 0,0 3 0 16,0-5-8-16,3-3 0 0,-3 5 0 0,3-5 0 16,0 0 0-16,0 0 0 0,0 0 0 0,0 0 0 15,0 0 10-15,0 0-10 0,0 0 12 0,-3-2-12 16,0-4 12-16,3 1-12 0,0-3 12 0,0 3-12 16,3-3 11-16,-3 3-11 0,3-3 10 0,0 0-10 15,0 2 12-15,0-1-3 0,0-1-1 0,0 0 0 16,2 0 2-16,1 2 0 0,0-1 0 0,3-1 0 15,0 2-10-15,-3 1 10 0,3-3-10 0,0 3 10 16,0-3-10-16,0 5 10 0,0-2-10 0,0 0 10 0,0 2-10 16,0 0 0-16,0 3 9 0,2 0-9 0,-2 0 11 0,-3 0-3 15,3 3 0-15,-3 2 0 0,0-2 0 0,0 2-8 16,0-2 12-16,-3 2-4 0,0 3-8 16,0-3 8-16,0 3-8 0,0-2 8 0,0 2-8 0,-3-1 0 15,0 1 0-15,0 0 0 0,0 0 0 0,0-2 0 16,0-1-12-16,0 3 12 0,-3-3-20 0,3-5 4 15,0 5 1-15,0-5 0 0,-3 3 15 0,3-3-12 16,0 0 12-16,0 0-12 0,0 0 12 0,0 0 0 16,0 0 0-16,0 0 0 0,0 0 0 0,0 0 0 15,-3-3 0-15,3-5 0 0,0 3 0 0,3 0 0 16,-3 0 0-16,3-1 0 0,0-2 0 0,3 3 0 0,-3 0 0 0,3-3 0 16,0 5 0-16,-3-2 0 0,3-3 0 0,3 5 0 15,-3-2 11-15,0-3-11 0,0 3 10 0,-1 2-10 16,1 0 9-16,0 1-9 0,0 2 8 0,0 0-8 15,-3 0 9-15,-3 0-9 0,6 0 10 0,-6 0-10 16,3 5 11-16,-3 3-11 0,3-3 12 0,-3 3-12 16,3 0 9-16,-6 3-9 0,3-3 0 0,-3 2 9 15,3 1-9-15,-3-1 0 0,0 1 0 0,0 2 0 16,0-2-12-16,3-1 1 0,-3 1 1 0,0 0 0 16,0-1-21-16,3-2-4 15,-3 0-1-15,0 0 0 0,3-8-34 0,0 0-7 16,0 0-2-16,0 0 0 0,0 0-133 0,0 0-26 15,6 0-6-15</inkml:trace>
  <inkml:trace contextRef="#ctx0" brushRef="#br0" timeOffset="83505.103">24565 6454 1814 0,'0'-22'52'0,"0"12"10"0,0-3-50 0,0-3-12 16,3-3 0-16,-3-2 0 0,0 3 136 0,0-4 25 16,0 4 5-16,-3-1 1 0,3 3-55 0,0 3-12 15,-3 0-1-15,3 2-1 0,0 3-43 0,0 1-9 16,0 1-2-16,0 6 0 0,0 0-16 0,0 0-3 15,0 0-1-15,0 0 0 0,0 0-10 0,0 11-2 16,3-3-1-16,-3 2 0 0,3 4-11 0,-3-1 10 0,0 3-10 0,3 0 10 16,-3-1-10-16,3 4 0 15,0-3 9-15,-3 2-9 0,3 1 0 0,0-3 0 0,0 2 0 16,0 1 8-16,0-1-8 0,0-2 0 0,-3 0 0 0,3 0 0 16,0 0 0-16,-3-3 0 0,3 0 0 15,-3 0 0-15,3 1 0 0,-3-1 0 0,3-2 0 16,-3-1 0-16,3-2 0 0,-3-3 9 0,3 3-9 15,-3-8 0-15,0 3 9 0,0-3-9 0,0 0 0 0,0 0 9 16,0 0 0-16,0 0 0 0,6-3 0 0,-3 1 0 16,0-4 0-16,3 1 0 0,-3 0 0 0,0-1 0 15,3-1-1-15,-3-1-8 0,0 2 12 0,3-2-4 16,-3 0-8-16,3 0 10 0,0 3-10 0,-1-3 10 16,1 3-10-16,0 0 0 0,0-3 0 0,3 5 0 15,-3 0 0-15,3 1 0 0,-3-1 0 0,3 1 0 16,0-1 0-16,-3 3 0 0,0 0 0 0,3 0 0 15,-3 3 0-15,0-1 0 0,-3-2 0 0,3 3 0 16,-3 2 0-16,0 0 0 0,0 1 0 0,-3-1 0 0,3 3 0 16,-3 0 0-16,0 0 0 0,-3 2 0 0,3 1 0 0,-3 0 0 15,3-1 0-15,-6 3 0 0,3-2 0 0,-3 0 0 16,-3-1 0-16,0 3 0 0,0-5 0 16,0 3 0-16,-3-1 9 0,0-2-9 0,0-2 8 15,0-1-8-15,0 0 8 0,1-2-8 0,-1-3 0 16,3 3 0-16,-3-6-10 0,0 3 10 15,3-3-38-15,0 3-1 0,0-5 0 0,3 2 0 16,0-2-97-16,3 0-19 0,0-1-4 0,3-2-1 16,3 3-50-16,0-3-10 0,0 0-3 0,3 0 0 0</inkml:trace>
  <inkml:trace contextRef="#ctx0" brushRef="#br0" timeOffset="84356.44">24735 6544 1382 0,'0'0'30'0,"0"0"6"0,0 0 2 0,0 0 2 0,0 0-32 0,0 0-8 0,3 2 0 15,3 1 0-15,-3-3 115 0,3 2 21 0,-3 1 5 0,3 0 1 16,0-3-36-16,3 2-7 0,-3-2-2 0,3 3 0 16,0 0-19-16,-1-1-4 0,1-2-1 0,0 3 0 15,0-3-18-15,0 0-4 0,0 0-1 0,0 0 0 16,0 0-21-16,0 0-4 0,0 0-1 0,0 0 0 16,0 0-11-16,0 0-2 0,0 0-1 0,-1 0 0 15,1 0-10-15,0 0 10 0,0-3-10 0,-3 3 10 16,3-2 1-16,0-1 0 0,-3 0 0 0,0 1 0 15,0-1 4-15,0 0 1 0,-3 1 0 0,0-1 0 16,0-2 2-16,-3 5 1 0,3-3 0 0,-3-2 0 16,0 5-2-16,0-5 0 0,0-3 0 0,0 5 0 15,-3-2-7-15,3 0-2 0,-3-1 0 0,-3 1 0 16,3 0-8-16,-3 2 8 0,3-2-8 0,-3-1 8 0,0 4-8 16,0-4 0-16,-3 4 0 0,0-1 0 0,0 1 0 0,0-1 0 15,-2 3 8-15,-1-3-8 0,0 3 0 0,0 3 0 16,0 0 0-16,0 2 0 0,0-3-9 0,0 1 9 15,3 2-12-15,0 1 12 0,-3 2-10 0,6-3 10 16,-2 3-8-16,2 0 8 0,0 0-8 0,3 0 8 16,0 2-8-16,0-2 8 0,3 0 0 0,0 3 0 15,3-1 0-15,0 1-8 0,0-1 8 0,3-2 0 0,0 3 0 16,-1 0 0-16,4-3 0 0,3-1 0 0,0 1 0 16,-3 0 0-16,3-2 0 0,0-1 0 0,3 0 0 15,-3-2-8-15,3-1-12 0,-3-2-1 16,2 0-1-16,1 0 0 15,-3-2-29-15,3-1-5 0,-3 1-2 0,0-4 0 16,0 1-27-16,0 2-6 0,-3-2-1 0,0 0 0 16,0-1 25-16,-4 1 5 0,1 0 1 0,0 0 0 0,-3-1 36 0,0-2 7 15,0 3 2-15,0 0 0 0,-3-3 16 0,0 3 0 0,0-3 0 0,0 2 9 16,0-2 13-16,0 3 2 0,0-3 1 0,0 3 0 16,0-3 12-16,0 3 3 0,3-1 0 0,-3 1 0 15,3 0-9-15,-3-1-2 0,3 4 0 0,0-1 0 16,0-2-1-16,3 5-1 0,-6 0 0 0,3-3 0 15,3 3 5-15,0 0 0 0,0 0 1 0,0 3 0 16,3-3 4-16,-6 3 1 0,3-1 0 0,0 3 0 16,0-2-6-16,0 2-2 0,-3 3 0 0,3-2 0 0,0 2-16 15,-4-1-3-15,1 1-1 0,0 3 0 0,-3 0-10 16,3-1 8-16,-3 1-8 0,0-1 8 0,3 1-8 16,-3 2 0-16,0-2 0 0,-3-1 0 0,3 1 0 0,0-1 0 15,-3-2 8-15,3 0-8 0,-3 0 0 16,3 0 0-16,-3-2 9 0,3-6-9 0,0 0 8 15,0 0-8-15,-2 5 10 0,2-5-10 0,0 0 14 0,0 0-3 16,0 0-1-16,0 0 0 0,0 0 5 0,-6-3 1 16,3-5 0-16,0 3 0 0,3-3-3 0,0 0 0 15,0 0 0-15,0-2 0 0,3 2-1 0,0-6-1 16,0 1 0-16,2 0 0 0,1 0-11 0,3-1 8 16,0 1-8-16,3 0 8 0,0 0-8 0,0 0 0 0,3 2 0 0,-3-2 0 15,3 2 0-15,-3-2 0 0,2 2 0 0,-2-2 0 31,0 3-36-31,0-1-4 0,0-2 0 0,0 2-892 0,0 1-178 16</inkml:trace>
  <inkml:trace contextRef="#ctx0" brushRef="#br0" timeOffset="97765.745">17052 9703 2188 0,'0'0'48'0,"0"0"11"0,0 0 1 0,-3-5 1 0,3 5-49 0,0 0-12 0,0-6 0 0,0 6 0 0,0 0 105 0,0 0 19 15,0 0 3-15,0 0 1 0,0 0-52 0,0 0-9 16,0 0-3-16,0 0 0 0,0 0 0 0,0 0 0 16,0 0 0-16,-3 8 0 0,3 3-51 0,0-1-13 15,0 1 0-15,0 2 0 0,3 3 0 0,-3 0 0 16,3 0 0-16,-3 5 0 0,3 0 0 0,-3 3 8 16,3 2-8-16,-3 4 0 0,3-4 0 0,-3 0 8 15,3 1-8-15,-3-3 0 0,3-3 0 0,0 0 0 16,-3 0 0-16,0-2 0 0,3-1 0 0,-6 1 0 15,3-3-9-15,0 2 9 0,0-2-24 16,0 0 0-16,0 0 1 0,0-3 0 16,0 0-13-16,0 1-4 0,3-4 0 0,-3-2 0 15,3-3-224-15,0-2-44 0,3-3-10 0</inkml:trace>
  <inkml:trace contextRef="#ctx0" brushRef="#br0" timeOffset="98218.909">17499 9721 1958 0,'0'0'43'0,"0"0"9"0,-6 0 1 0,6 0 3 0,-3-2-45 0,3 2-11 0,0 0 0 0,-6-3 0 16,6 3 156-16,-6 0 28 0,6 0 7 0,-9 5 1 16,9-5-107-16,-6 3-21 0,0 2-4 0,3 1 0 15,-3 2-24-15,3 0-4 0,0-1 0 0,-3 4-1 16,3 0-13-16,-3 2-2 0,4 0-1 0,-1 3 0 0,0 0-5 0,0 2-1 15,0-2 0-15,0 5 0 0,3 1-9 0,0-1 0 16,3-3 0-16,0 1 8 0,0-1-8 0,0 1 0 16,2-3 0-16,1 0 0 0,0-3 0 0,3 0 0 15,0-2 0-15,0-1 0 0,3 1 0 0,0-3 0 16,0-3 0-16,3 0 0 0,0-2-11 0,0 0 11 16,-1-3-8-16,4 0 8 0,-3-3 0 0,0-2 0 15,3-1 0-15,-3 1 0 0,0 0 9 0,0-3-9 16,-4-3 12-16,1 1-12 0,0 2 27 15,-3-5-2-15,3-3 0 0,-3 0 0 16,-3 0 5-16,3-3 1 0,-3-2 0 0,-3 0 0 0,3-3-6 0,0 0-1 16,-3 1 0-16,0 1 0 0,0-1-9 0,-3-1-3 15,0 3 0-15,0-1 0 0,-3 1-12 0,0 3 11 0,-3 2-11 16,0-3 10-16,0 6-10 0,-3-3 0 0,-3 3 0 0,-3 2 0 16,0 3-16-16,-3 1-6 0,1-1-1 0,-1 2 0 31,-3 4-84-31,0-1-17 0,-3 3-3 0,3 0-1 15,1 0-51-15,-4 3-10 0,-21 5-3 0,18-6 0 0</inkml:trace>
  <inkml:trace contextRef="#ctx0" brushRef="#br0" timeOffset="98765.435">18303 9647 2127 0,'0'0'47'0,"0"0"9"0,0 0 3 0,0 0 1 0,0-5-48 0,0 5-12 0,0 0 0 0,0 0 0 15,0 0 118-15,0 0 22 0,0 0 4 0,0 0 0 16,0 0-64-16,0 0-12 0,0 0-4 0,-3 8 0 16,3 3 0-16,0 2 0 0,-3 0 0 0,3 3 0 15,0 0-51-15,-3 2-13 0,3 1 0 0,-3 5 0 16,3-1 54-16,-3 7 8 0,0 4 2 0,0 0 0 16,0 1-52-16,3-1-12 0,-3-2 0 0,0 0 0 15,3-3 0-15,-3-3 0 0,3 1 0 0,-3 2 0 16,3 0 0-16,-3-3-12 0,0 3 3 0,0 3 0 15,3-5 9-15,-3-1 0 0,3 1 0 0,-3-6 0 16,3 0-23-16,0-5 1 0,0 0 0 0,3-6 0 16,0 1-110-16,0-3-23 0,3-3-4 0,3-2-701 15,-3-1-140-15</inkml:trace>
  <inkml:trace contextRef="#ctx0" brushRef="#br0" timeOffset="99365.1">18648 10319 1900 0,'0'0'42'0,"0"0"9"0,0 0 1 0,-3-5 1 0,0 2-42 0,0-2-11 0,-3 3 0 0,3-4 0 15,0 1 117-15,0 0 22 0,0-1 4 0,0 1 1 16,0 2-38-16,3-2-7 0,-3 0-2 0,3-3 0 15,0 3-29-15,3-1-7 0,-3-2-1 0,3 3 0 16,3-3-20-16,0 3-4 0,0-3 0 0,3 3-1 0,0-1-35 16,0 1 0-16,3 0 0 0,3 2 0 0,-4-2 40 15,4 2 0-15,-3 1 1 0,3 2 0 16,0-3-14-16,0 3-3 0,-3 3-1 0,3-1 0 0,-3 1-23 16,-3-1 0-16,-1 4 0 0,1-1 0 15,-3 3-24-15,0 0-10 0,-3 2-2 0,0 4 0 16,-3-1 5-16,-3 5 1 0,0 1 0 0,-3 0 0 15,0 2 2-15,-3 2 0 0,-2-1 0 0,-1-1 0 16,0 0-5-16,-3-2-1 0,3-1 0 0,-3 1 0 0,3-4 18 16,3 1 4-16,0 0 1 0,0-3 0 0,3 1 3 0,0-1 0 0,1-5 0 15,2 2 0-15,3-2 21 0,0-2 5 0,0 2 1 16,3-3 0-16,-1 0-19 0,4-2 0 0,0-1 0 16,3 1 0-16,0 0 0 0,3-3 0 0,0 2 0 0,3-2 0 15,0 0 0-15,0-2 10 0,3 2-10 0,-1-3 8 16,1 0-8-16,3 1 0 0,0-3 0 15,0 2 0 1,-3-5-130-16,3 0-25 0,-1 0-5 0,1-3-964 0</inkml:trace>
  <inkml:trace contextRef="#ctx0" brushRef="#br0" timeOffset="100174.359">19776 10055 1314 0,'0'0'37'0,"0"0"8"0,0 0-36 0,-6 0-9 16,0 0 0-16,-3-3 0 0,9 3 134 0,-6 0 25 15,0-2 5-15,0 2 0 0,6 0-54 0,-6-3-11 16,6 3-3-16,0 0 0 15,0 0-32-15,0 0-8 0,0 0 0 0,0 0-1 0,0 0-22 0,0 0-4 16,0 0-1-16,6 0 0 0,0 0 1 0,3 3 0 16,3-3 0-16,0 0 0 0,3 2-14 0,3-2-3 15,3 3-1-15,5-3 0 0,1 0 42 0,6 0 9 0,0 0 2 0,8 0 0 16,-2-3-52-16,0 1-12 0,-1-1 0 0,1 3 0 16,3-3 0-16,-4 1 0 0,4 2 0 0,3-3 0 15,-4 0 0-15,-2 1 0 0,0-1 0 0,-3 3 0 16,-4-3 0-16,-5 3 0 0,-3 0 0 15,-3 3 0 1,0-3-48-16,-7 0-13 0,1 3-3 0,-3-1 0 16,-3 1 0-16,0-3 0 0,-3 3 0 0,0-3 0 15,0 2 10-15,-6-2 2 0,0 0 0 0,0 0 0 0,0 0-122 16,0 0-24-16,0 0-5 0,0 0-1 0</inkml:trace>
  <inkml:trace contextRef="#ctx0" brushRef="#br0" timeOffset="100575.55">20589 9785 1267 0,'0'0'28'0,"-6"-3"5"0,0 1 2 0,0-4 1 0,0 4-36 0,-3-1 0 15,3 0 0-15,0 3 0 0,0 0 160 0,-3-2 26 16,3 2 5-16,0 0 1 0,3 0-103 0,3 0-20 15,0 0-4-15,0 0-1 0,0 0 0 0,-6 5 0 16,6-5 0-16,3 8 0 0,0-3 0 0,0 1 0 0,6 1 0 0,0 1 0 16,0 0 0-16,3 0 0 0,-3 0 0 0,3 0 0 15,3 3-51-15,-3-3-13 16,-1 0 0-16,1 2 0 0,0 1 0 0,0-3 0 16,0 5 0-16,0 0 0 0,0 0 0 0,0 1 0 0,0-1 0 15,-3 0 0-15,0 0 0 0,-1-2 0 0,-2 2 0 0,0 0 0 16,-3-2 0-16,0 0 0 0,0-3 0 15,-3 2 0-15,-3-2 0 0,3 3 0 0,-6-3 0 0,3-1 0 16,-3 4 0-16,-2-3 0 0,2 0 0 0,-3 3 0 16,-3-4 54-16,3 1 8 0,-3-2 2 0,3 2 0 15,-3 0-52-15,3-3-12 0,0 3 0 0,0 0 0 16,0-3 0-16,3 0 0 0,0 3 0 0,-3-5 0 16,4 2-100-1,-1-2-22-15,0-1-5 0,0 4-1 0,6-6-102 0,-6 0-21 16</inkml:trace>
  <inkml:trace contextRef="#ctx0" brushRef="#br0" timeOffset="104235.589">10653 9946 1508 0,'0'0'33'0,"0"0"7"0,0 0 2 0,0 0 0 0,3-5-34 0,0 2-8 16,0-2 0-16,-3 2 0 0,3 1 107 0,0-1 19 15,0 0 4-15,-3 3 1 0,3-2-30 0,-3 2-5 0,0-5-2 16,0 5 0-16,3-3-15 0,-3 3-3 0,0 0-1 0,0 0 0 16,0 0-18-16,0 0-3 0,0 0-1 0,0 0 0 15,0 0-15-15,0 0-3 0,0 0-1 0,0 0 0 16,-3 8-17-16,0 0-3 0,0 0-1 0,0 2 0 16,0 4-13-16,0-1 9 0,0 0-9 0,3 0 8 15,-3 3-24-15,3 0-6 0,0 0-1 0,0 0 0 16,0-3 35-16,0 3 6 0,3-3 2 0,0 3 0 15,0-3-32-15,0 0-7 0,3 1-1 0,0-4 0 16,-1 1 0-16,4-3-1 0,0 0 0 0,3 0 0 16,-3-3-7-1,3 0-2-15,0-2 0 0,0-3 0 0,0 2 16 0,3-4 3 0,0-1 1 0,-1 1 0 16,1-4 10-16,0-2 0 0,0-2 0 0,0-1 0 16,-3-2 9-16,0 0 4 0,0 2 1 0,-3-2 0 15,0 0 13-15,-3-1 2 0,2 1 1 0,-2 0 0 16,-3 0 14-16,0 0 4 0,3-3 0 0,-6 0 0 0,0 3-12 0,0-3-3 15,0 0 0-15,0 0 0 0,-3-3-5 0,0 6 0 16,0-3-1-16,0 3 0 0,3 2-14 16,-3 1-2-16,0 2-1 0,3 3 0 0,-3-1-10 0,3 4 8 15,0 2-8-15,0 0 8 0,0 0-8 0,0 0 0 16,-3 5 0-16,6 6 0 0,-3 2 0 0,0 3 0 16,0 2 0-16,0 1-11 0,3 2 11 0,-3-3 0 15,3 1 0-15,-3-3 0 16,3 2-34-16,-3-2-2 0,3 0 0 0,0-3 0 15,3 1-43-15,-3-1-9 0,0-3-1 0,0 1-1 16,3-3-135-16,-3-3-27 0</inkml:trace>
  <inkml:trace contextRef="#ctx0" brushRef="#br0" timeOffset="105087.516">11123 10002 1792 0,'0'0'51'0,"-3"-8"10"0,3 0-49 0,-3-3-12 0,0-2 0 0,3 3 0 16,0-4 105-16,0 4 19 0,0-1 3 0,0 1 1 15,0 2-52-15,0 0-9 0,3 0-3 0,0 3 0 16,3 2-1-16,-3 0-1 0,3 1 0 0,-3 2 0 16,3 0-48-16,0 2-14 0,0 1 0 0,0 2 8 15,3 0 31-15,-3 6 6 0,0 0 2 0,0-1 0 16,-1 1-29-16,1 5-6 0,3-3 0 0,-6 3-1 16,3 0-11-16,-3 0 0 0,0-1 0 0,0 1 8 15,-3-2-8-15,3 1 0 0,0-1 0 0,-3 4 0 16,0-5 0-16,0 3-12 0,-3-5 4 0,0 2 8 15,3-2-10-15,0-1 10 0,-3-2 0 0,0 0-9 16,3 0 9-16,0-3 0 0,0-5 0 0,0 0 0 0,0 0 0 0,0 0 0 16,0 0 0-16,0 0 0 0,0 0 10 0,0 0-2 15,0 0-8-15,0 0 12 0,0-5 4 0,3 0 0 16,0-3 0-16,0 0 0 0,0-3 2 0,3 1 1 16,-3-4 0-16,3 1 0 0,0-3 3 0,0 0 1 15,0 1 0-15,0-4 0 0,0 1-6 0,3 2-1 16,-3-3 0-16,0 3 0 0,3 0-16 0,-3 1 10 15,2 1-10-15,-2 1 8 0,3 0-8 0,0 2 0 16,-3 3 0-16,0 0 0 0,0 0 0 0,3 3 0 0,-3 0 0 16,3 2 0-16,-3 3 0 0,0 0 0 0,-3 3 0 0,3 2 0 15,-3 0 0-15,3 1 0 0,-3 4 0 0,0 1 0 16,0-1 0-16,0 4-11 0,0 2 3 16,-3-3 0-16,3 3 8 0,-3 0 8 15,0-3-8-15,3 3 11 0,-3 0-23 0,0-3-5 0,0 0-1 0,3-2 0 31,-3 2-27-31,0-3-6 0,2 1-1 0,-2-3 0 0,3 0 41 0,0 0 11 0,0-3 0 0,3-2 0 16,-3-3 0-16,3 2 0 0,3-4 0 0,-3-1 0 16,6-2-14-16,-3 0-2 0,3-3 0 0,0 0 0 15,0-3 16-15,0-2 16 0,0 2-3 0,2-5-1 16,-2 1 14-16,3-1 2 0,-3-3 1 0,0 1 0 16,0-4 3-16,-3 7 0 0,0-4 0 0,-3 3 0 15,0 0-5-15,0 0-1 0,-3 3 0 0,0 3 0 16,-3-1-9-16,0 3-1 0,0 3-1 0,-3-3 0 15,0 3-4-15,0 2-1 0,-3 0 0 0,0 3 0 0,0 0-10 16,0 3 8-16,-3 0-8 0,3 2 8 0,0 3 7 16,0 0 1-16,0 0 0 0,3 2 0 0,0 3-30 15,3 1-6-15,3-1 0 0,0 3-1 0,0 0 12 0,3 0 9 16,3-1-12-16,0 1 12 0,0-2-8 0,3 1 8 16,-3-1 0-16,3 2 0 15,-3-3 0-15,-1 0-8 0,1 3 8 0,0-3 0 0,0-2 0 0,0 2 0 16,0-3 0-16,0 1 0 0,0-3 0 0,0 3 0 15,0-3 0-15,-3-1 0 0,0-1 18 0,0 2 10 0,0 0 3 16,-3-3 0-16,0 3-45 0,0 0-9 0,-3-3-1 16,-3 3-1-1,0-3-11-15,-6 3-3 0,3 0 0 0,-3 0 0 0,0 0 39 0,-3-3 0 0,0 3 0 0,0-5 0 16,3 2 0-16,-3-2 0 0,0 0 0 0,1-3 0 31,2 0-59-31,-3-3-4 0,3-2-1 0,3-1 0 16,0-2-141-16,3 0-29 0,3-5-6 0,3 0-799 0</inkml:trace>
  <inkml:trace contextRef="#ctx0" brushRef="#br0" timeOffset="105290.751">11924 10005 1818 0,'15'-11'40'0,"-9"8"8"0,2-2 1 0,-2 2 3 0,0-2-42 0,0 2-10 0,0 1 0 0,-3 2 0 16,-3 0 165-16,0 0 31 0,6 0 7 0,-6 0 1 16,3 0-71-16,0 2-13 0,0 1-4 0,0 2 0 15,0-2-61-15,3 2-13 0,-3 1-2 0,0-1-1 16,3 3-22-16,-3-3-4 0,0 3-1 0,0 0 0 15,0 0-4-15,0 0 0 0,0 0-8 0,0 2 12 16,-3-2-12-16,3 3 11 0,0-1-11 0,-3 1 10 0,0 0-10 0,0-1 0 16,0 1 0-16,0-3 0 0,0 2 0 0,-3-2 0 15,3 3 0-15,-3-3 0 16,0-3-61-16,3 3-18 0,0-8-3 0,0 0-816 16,0 0-163-16</inkml:trace>
  <inkml:trace contextRef="#ctx0" brushRef="#br0" timeOffset="105469.864">12105 9774 2440 0,'-6'-8'54'0,"3"3"11"0,0-3 3 0,0 3 0 0,0 0-55 0,3-1-13 0,-3-2 0 0,0 3 0 16,3 2 81-16,0 3 14 0,0 0 2 15,0 0 1-15,0-5-60 0,0 5-12 0,0-5-2 0,0 5-1 16,0 0-23-16,0 0-18 15,0 0 3-15,3-3-829 0,-3 3-165 0</inkml:trace>
  <inkml:trace contextRef="#ctx0" brushRef="#br0" timeOffset="107404.342">12278 9986 1267 0,'0'0'28'0,"0"0"5"0,0 0 2 0,0 0 1 0,0 0-36 0,0 0 0 0,0 0 0 0,-3 3 0 16,3-3 109-16,0 0 15 0,-3 5 4 0,0 0 0 15,0 1-20-15,3-1-4 0,0-5-1 0,0 5 0 16,0 0-63-16,3 1-12 0,0-1-2 0,0 0-1 16,3 1 31-16,0-1 7 0,0-2 1 0,0 2 0 15,3-3-52-15,0 1-12 0,0-3 0 0,2 3 0 16,1-3 0-16,0 0 0 0,0-3 0 0,3 3 0 16,-3-3 54-16,0 1 8 0,0-3 2 0,0 2 0 15,0-2 0-15,-3-3 0 0,-1 2 0 0,-2 1 0 16,0-3-52-16,-3 3-12 0,0-3 0 0,-3 3 0 15,0-3 48-15,-3 2 8 0,0-2 0 0,0 0 1 16,-3 3-29-16,-2 0-7 0,-1 0-1 0,-3-1 0 16,0-2-20-16,0 6-16 0,0-4 2 0,0 6 1 15,-3-2 13-15,3 2 0 0,0 0 0 0,0 2 0 0,4-2 0 16,-1 3 0-16,0 0 0 0,3 2 0 0,3 0 0 16,0 1 0-16,3 2 0 0,3-1 0 0,3 1 0 0,0 3 0 15,3-3 0-15,0 3 0 0,2-4 0 16,1 7 0-16,0-6 0 0,0 5 0 15,3-5 0-15,-3 5 0 0,0-2 0 0,0 2 0 0,0 0 0 16,0 0 0-16,-4 1 0 0,-2-1 0 0,0 0 0 0,0 0 0 16,0 0 0-16,-3 1 0 15,0-1-37-15,-3 0-5 0,0 0-1 0,-3-2 0 0,3 2 17 0,-3 0 3 0,-3 1 1 16,3-4 0-16,-3 1 9 0,0-1 1 0,0-2 1 16,1 0 0-16,-1 0 11 0,-3-3 0 0,3-2 0 15,-3 0 0-15,3-1 0 0,0-2 0 16,0 0 0-16,0-2 8 0,0-4-8 0,3-1 8 0,-3-1-8 0,3-3 8 15,0-2-8-15,0-3 0 0,0 0 0 0,3 0 0 16,0 0 0-16,0 0 0 0,3 1 0 0,0-4-8 16,0 1 8-16,3-1 0 0,0 0 0 0,3 1 0 15,0 2 0-15,0-2 9 0,0-1 0 0,3 1 0 16,0-1-9-16,-1 3 0 0,1 3 0 0,0-3 0 16,-3 3 0-16,3 2 0 0,0 1 0 0,0 2 0 15,0 2 0-15,3 1 0 0,-3 0 0 0,0 2 0 16,2 3 0-16,-2 3 0 0,-3-1 0 0,3 6 0 15,0-2 0-15,0 2 0 0,-3 2 0 0,0 1 0 16,0-1 0-16,0 1 0 0,-3 0 0 0,3 2 0 0,-3-3 0 16,-4 4 0-16,1-4 0 0,0 1 0 15,0-1 0-15,-3 1 0 0,3-3 0 0,-3 2 0 0,-3-2 0 16,3 0 0-16,-3 0 0 0,0-2 0 16,3-6 0-16,-3 5 0 0,3-5 0 0,-5 5 0 15,2 0 0-15,3-5 0 0,0 0 0 0,-6 0 0 0,6 0 0 0,-6 0 0 16,6 0 0-16,-3-2 0 15,-3-1 53-15,3-2 9 0,0 0 2 0,0-1 0 0,3-2-52 0,-3 3-12 16,3-3 0-16,0 0 0 0,0 0 0 0,0 0 0 16,3 0 0-16,0 0 0 0,3-2 0 0,0-1 0 0,0 1 0 0,0 2 0 15,3-6 9-15,-1 4-1 0,1-1 0 0,0 1 0 16,3 2-8-16,-3 0 0 0,3 0 0 0,-3 0 8 16,0 3-8-16,3-1 0 0,-3 4 0 0,-3-4 0 15,3 6 0-15,0 0 0 0,-3 0 0 0,-1 3 0 16,1 0 0-16,-3-1 0 0,3 4 0 0,-3 2 0 15,0 0 0-15,0-1 0 0,0 1 0 0,0 3 0 16,-3 0 0-16,0-3 0 0,3 2 0 0,-3 1 0 16,0 2 0-16,0-2-16 0,0-1 3 0,3 1 0 31,-3-1-23-31,0 1-5 0,3-1-1 0,-3-2 0 16,3 0-20-16,0 0-4 0,0 0-1 0,0 0 0 15,0-5-8-15,3 2-1 0,0 0-1 0,0-2 0 16,0-3 26-16,0 0 6 0,3-3 1 0,-3 1 0 0,3-4 24 0,0 1 4 0,2 0 2 0,1-3 0 15,0 0 14-15,0 0 0 0,0 0 0 0,-3 0 10 16,3-2 25-16,-3 2 5 0,3 0 0 0,-6 0 1 16,3 0 26-16,-3 0 5 0,-3 0 0 0,0 0 1 15,0 0-7-15,-3 3-2 0,0-1 0 0,0 6 0 0,0-5 0 0,0 5 0 16,-6-2 0-16,0-1 0 0,0 3-51 0,0 3-13 16,0 2 0-16,-3 0 0 0,3 3 0 0,-3 0 0 15,3 0 0-15,-3 3 0 0,3-1 0 0,0 1 0 16,0-1 0-16,3 3 0 0,3 1 0 15,-3-4 0-15,6 4 0 0,-3-4 0 16,6 1-48-16,-3-1-13 0,6-2-3 0,-3 0 0 16,3 0 0-16,3 0 0 0,0 0 0 15,3 0 0-15,0-3-14 0,-1-2-3 0,4-1-1 0,3 1 0 16,0-3-25-16,3-3-5 0,0 1 0 0,-1-6-1 16,1 3 28-16,3-6 5 0,-3 0 2 0,0-2 0 15,-1 0 37-15,1-3 7 0,3 0 2 0,-3-2 0 0,0 2 64 0,-1-3 14 0,1 1 2 16,0-3 1-16,-3-3 63 0,-3 0 13 0,0 0 3 15,0 0 0-15,-4-2 0 0,-2 2 0 16,0 0 0-16,0 0 0 0,0 1 0 0,-3 1 0 0,0-1 0 0,-3 2 0 16,0-1-52-16,0 4-9 0,-3-1-3 0,3 3 0 15,-3 1-51-15,-3 1-13 0,3 6 0 0,-3 0 0 16,0 0 0-16,0 6 0 0,0 2 0 0,0 0 0 16,0 0 0-16,0 0 0 0,0 5 0 0,-3 3 0 15,3 5 0-15,-3 1 0 0,0 4 0 0,0-2 0 16,-3 2 0-16,3 1 0 0,-3 0 0 0,3 2 0 15,-3 2 0-15,0-1 0 0,0 4 0 0,0 1 0 16,0-1 0-16,0 0 0 0,3 4 0 0,0-7 0 16,0 4-48-1,0-6-13-15,0 0-3 0,0 0 0 0,3-2 44 0,0-3 9 0,0 0 2 0,0-3 0 16,0-3-37-16,0 1-7 0,0-6-2 0,0 3 0 16,0-8 44-16,0 0 11 0,0 0 0 0,0 0 0 15,0 0 0-15,6-2 0 0,-3-4 0 0,3 1 0 16,-3-3 49-16,0 0 12 0,0-5 3 0,-3 2 0 0,3-2-52 0,-6 3-12 15,3-4 0-15,-3 1 0 0,-3 0 54 16,0-3 8-16,0 0 2 0,-3 0 0 0,-3 3-52 0,1 0-12 16,-7 0 0-16,0 2 0 0,-3 6 0 0,-3-1 0 15,0 6 0-15,-2 0 0 0,5 6 0 0,-3 2 0 16,6 0 0-16,-3 5 0 0,6-3 0 0,0 4 0 0,4-1 0 0,2 3 0 16,3-3-8-16,3 3 8 0,3-3-12 0,0 3 12 15,3-3-12-15,3 0 4 0,3-2 8 0,-1 2-13 16,4-5 13-1,3 0-9-15,3 0 9 0,0-3-8 0,3-2 8 0,0 2 0 0,-1-5 0 16,1 3-8-16,3-3 23 0,-3 0 5 0,0-3 0 0,0 1 1 31,2-4-170-31,-2-2-35 0,0-2-6 0,-3-3-2 0</inkml:trace>
  <inkml:trace contextRef="#ctx0" brushRef="#br0" timeOffset="107808.824">14103 9907 2649 0,'0'0'58'0,"0"0"12"0,0 0 2 0,0 0 4 0,0 0-61 0,0 0-15 0,0 0 0 0,0 0 0 15,3-3 105-15,-3-2 19 16,0-1 3-16,0 1 1 0,0 2-52 0,0 3-9 15,0-5-3-15,0 5 0 0,0-5-51 0,0 5-13 0,0 0 0 0,0-5 0 16,0 5 0-16,0-3 0 0,0-2 0 0,0 5 0 16,0 0 0-16,0 0 0 0,3-3 0 0,-3 3 0 31,0 0-48-31,0 0-13 0,0 0-3 0,6 0 0 16,-4 3-102-16,4 5-21 0,0 0-4 0,3-1-615 0,-6 7-123 0</inkml:trace>
  <inkml:trace contextRef="#ctx0" brushRef="#br0" timeOffset="107997.416">14189 10211 2649 0,'0'0'58'0,"0"0"12"0,0 0 2 0,0 0 4 0,0 0-61 0,0 0-15 0,0 0 0 0,0 0 0 0,0 0 105 16,0 0 19-16,0 0 3 0,0 0 1 0,0 0-93 0,0 0-19 16,0 0-3-16,0 0-1 0,0 0-12 0,0 0 8 15,0 0-8-15,0 0 0 16,0 0 0-16,3-3-18 0,0-2 2 0,0 2 1 15,3 1-39-15,-3-1-8 0,-3 3-2 0,0 0 0 16,0 0-102-16,0 0-21 0,0 0-4 0,0 0-1 0</inkml:trace>
  <inkml:trace contextRef="#ctx0" brushRef="#br0" timeOffset="108874.405">10537 10719 1724 0,'0'0'38'0,"0"0"8"0,0 0 2 0,0 0 0 15,0 0-39-15,0 0-9 0,0 0 0 0,6 0 0 0,0-3 54 0,-1 3 9 16,4-2 1-16,0-1 1 0,3 0-1 0,0 1 0 15,3-1 0-15,0 0 0 0,3 1-22 0,3-1-5 16,-1-2-1-16,1 5 0 0,3-3-22 0,0 1-5 16,3 2-1-16,-3-3 0 0,2 3 10 0,1 0 2 15,0-3 0-15,0 1 0 0,2 2-20 0,4 0 0 16,0 0 0-16,3 0 0 0,2 0 12 0,1 0-2 16,0 0 0-16,2 2 0 0,-2 1 0 0,3-6 0 15,2 1 0-15,1 2 0 0,3-3 2 0,-1 0 0 0,1 3 0 16,0-2 0-16,-1 2 6 0,1-3 2 15,-1-2 0-15,7 2 0 0,-3 0 1 0,-4 1 1 16,4-1 0-16,2 3 0 0,-5-3-4 0,0 1-1 0,2-3 0 0,1 2 0 16,0-2-5-16,-4 5 0 0,4-3-1 15,-1 3 0-15,-5-3 1 0,-3 1 1 0,-1-1 0 16,4 0 0-16,-3 1-1 0,-4-1 0 0,7 0 0 16,-3 3 0-16,-4-2-2 0,1 2-1 0,0-5 0 0,-4 5 0 15,1-3-1-15,0-2-8 0,0 2 12 0,2 0-4 16,-5-2-8-16,3 2 10 0,0 1-10 15,-4-1 10-15,1 0-10 0,0 3 12 0,-1-2-12 0,-2-1 12 16,0 0-2-16,0 3 0 0,-3-2 0 0,2-3 0 16,-2 2-10-16,3 3 10 0,-3-5-10 0,2 5 10 15,1-3-10-15,-3 0 0 0,-3 3 9 0,3-2-9 16,-1 2 0-16,1 0 0 0,-3-3 0 0,0 3 8 16,3-3-8-16,-4 3 0 0,1 0 0 0,3-2 0 15,-3 2 0-15,3 0 0 0,-1 0 0 0,1 0 0 0,3 0 0 16,-3 0 0-16,-3 0 0 0,2 0 0 15,1 0 0-15,0 0 0 0,-3-3 0 0,-3 3 0 16,-1-3 12-16,4 3-1 0,0 0-1 0,-3-2 0 0,3 2-10 0,0 0 10 16,-1 0-10-16,1-3 10 0,-3 3-10 0,3-3 8 15,-3 3-8-15,2 0 8 0,-2 0-8 0,-3-2 0 16,3 2 9-16,-3 0-9 0,0 2 0 0,0-2 8 16,-4 0-8-16,1 0 0 0,0 3 0 0,0-3 0 15,0 0 0-15,-3 0 8 0,0 3-8 0,0-3 0 16,-3 0 0-16,0 0 0 15,-1 0-24-15,-2 0-2 16,0 0-1-16,0 0-885 0,-6 0-176 0</inkml:trace>
  <inkml:trace contextRef="#ctx0" brushRef="#br0" timeOffset="110854.817">21693 9655 1695 0,'0'0'37'0,"0"0"8"0,0 0 50 0,0 0-86 0,3-2-9 0,3-1 0 0,-6 3 0 16,3 0 60-16,-3 0 11 0,3 0 1 0,-3 0 1 15,0 0 37-15,0 0 7 0,0 0 2 0,0 0 0 16,0 0-47-16,0 0-8 0,0 0-3 0,-6 0 0 15,-3 0-30-15,-3 5-7 0,0-2 0 0,0 2-1 16,-3 0-12-16,0 1-3 0,1 2 0 0,-1 0 0 16,0 0-21-16,0 0-5 0,3-1-1 0,0 4 0 0,0-3 19 15,3 3 0-15,0-1 0 0,3-2 0 0,3 3 0 0,3-1 0 16,0-2 0-16,3 5 0 16,3-2 0-16,3 2 0 0,0-2 0 0,3 2 0 0,3 0 0 15,3 1 0-15,0-1 0 0,3 0 0 0,-1 0 0 0,4-2 11 16,0 2-2-16,-3-2 0 0,3-1-9 0,-3 1 10 15,-4-1-10-15,1 1 10 16,0 0-10-16,-6-4 10 0,3 4-10 0,-6-3 10 0,0 0-23 0,-3 3-5 0,-3-4-1 16,3 1 0-16,-6 3 19 0,0-3 0 0,-6 2 0 15,0 1 0-15,-3 0 26 0,0 2 9 16,-3-3 1-16,-3 4 1 0,-3-4-37 0,-3 1 0 0,-2-1 0 16,-1-2 0-16,0 0-14 0,0 0 2 0,-3 3 1 0,1-3 0 15,2 0-9-15,3 0-1 0,-3 0-1 16,3-3 0-1,0 3-34-15,4-6-6 0,2 1-2 0,3-3-682 0,0-3-137 16</inkml:trace>
  <inkml:trace contextRef="#ctx0" brushRef="#br0" timeOffset="111096.284">21684 9690 1963 0,'0'0'56'0,"0"0"12"0,0 0-55 0,0-6-13 0,0 6 0 0,3-5 0 0,0 0 92 0,3-1 15 16,0-1 3-16,0 1 1 0,6 1-29 0,0 0-6 16,0-1 0-16,2 1-1 0,1 0-23 0,0-1-5 15,3 1-1-15,0 3 0 0,0-4-19 0,3 4-4 16,2-4-1-16,1 4 0 0,0-1-2 0,0 0 0 16,0 1 0-16,0 2 0 15,-1-3-67-15,-2 3-13 0,3 3-4 0,-6-3 0 16,3 5-51-16,-6 0-10 15,2-2-3-15,-5 5-580 0,0 2-116 0</inkml:trace>
  <inkml:trace contextRef="#ctx0" brushRef="#br0" timeOffset="111417.034">22077 10012 2052 0,'0'0'45'0,"0"0"10"0,0 0 58 0,0 0-101 0,0 0-12 0,0 0 0 0,3-2 0 15,0-1 98-15,-3 3 18 0,0 0 3 0,0 0 1 16,0 0-38-16,0 0-7 0,0 0-2 0,0 0 0 16,3 5-26-16,0 1-6 0,0 2-1 0,-3 0 0 15,3 0-12-15,-3 5-2 0,3-3-1 0,-3 4 0 16,0 1-8-16,0 1-1 0,0 3-1 0,-3-1 0 15,0 1-6-15,0 2-1 0,0 0 0 0,-3 3 0 16,3 0-8-16,-3 2 0 0,0 1 9 0,0-1-9 16,0-2 12-16,3 0-1 0,-3-3-1 0,0 0 0 15,3-5-59-15,-3 0-12 16,0-3-3-16,3 0 0 0,0-2-71 0,0-3-14 0,3 0-3 16,0-8-976-16</inkml:trace>
  <inkml:trace contextRef="#ctx0" brushRef="#br0" timeOffset="111854.827">22345 10153 2412 0,'0'0'53'0,"0"0"11"0,0-6 3 0,-3 1 0 0,3 0-54 0,0 2-13 0,0 3 0 0,0 0 0 16,0 0 56-16,0 0 8 0,0 0 1 0,0 0 1 16,0 0-2-16,0 0 0 0,-6 5 0 0,0 1 0 15,3 2-51-15,0 0-13 0,0 2 0 0,0-2 0 16,0 3 27-16,0 2 2 0,0 0 1 0,3 3 0 15,-3-3-21-15,3 3-9 0,0 3 8 0,0-1-8 16,0-2 0-16,3 3 0 0,0-1 0 0,0 1 0 16,3-3 0-16,-3-1 0 0,3-1 8 0,3-4-8 31,-3 1-26-31,3-1-7 0,3-4-2 0,-3 2 0 0,3-3 35 0,-4-2 0 0,4-1 0 0,0 1 0 16,3-3 0-16,-3 0 0 0,0-3 12 0,3 1-3 15,-3-4-9-15,3 4 0 0,-3-6 9 0,-1 2-9 16,1-2 19-16,0 1-1 0,-3-1 0 0,0-3 0 15,3 0 8-15,-6-2 2 0,3 0 0 0,-3 0 0 16,0-1 1-16,0-1 1 0,0-1 0 0,-3 0 0 16,0 0-2-16,0 0-1 0,0 0 0 0,-3 3 0 15,0 0-9-15,0 0-2 0,-3 2 0 0,0-2 0 0,0 5-2 16,0-3-1-16,-3 3 0 0,-3 3 0 0,0-3-13 0,-3 3 0 16,-3-1 0-16,-3 4 0 15,0 2-25-15,1 0-5 0,-7 0-1 16,0 5 0-16,-3 0-166 0,-3 1-34 15,1 2-6-15,-4 0-2 0</inkml:trace>
  <inkml:trace contextRef="#ctx0" brushRef="#br0" timeOffset="115305.582">12010 12005 1987 0,'0'0'44'0,"0"0"8"0,-6 0 3 0,-3 3 1 0,3-1-45 0,-3 1-11 0,0 2 0 0,0-2 0 16,-2 5 48-16,-4 0 8 0,3 0 2 15,-6 0 0-15,0-1-48 0,3 4-10 0,-3-3 0 0,3 3 0 16,-2-1 0-16,5-2 0 0,-3 3 0 0,3-1 0 16,0 3 0-16,3-2 0 0,0 0 0 0,3-1 0 15,3 1 32-15,0-3 10 0,3 2 2 0,0-2 0 16,6 0-20-16,-3 0-3 0,6-3-1 0,-3 3 0 15,6-2-20-15,0 2 0 0,0-3 0 0,6 0 0 16,-1 0 0-16,1 1-15 0,0-1 3 0,3 0 0 16,0 3 12-16,-3-2 0 0,0-1 12 0,2 0-12 15,-2 0 12-15,-3 3-12 0,0-2 12 0,-3 2-12 16,0-3 8-16,-6 3-8 0,0-3 0 0,0 0 0 16,-6 3 16-16,-3 0-3 0,0 3-1 0,-3-3 0 15,-3 2-4-15,-3-2 0 0,-3 6-8 0,-3-4 12 16,0 1-4-16,-3-1 0 0,1-2-8 0,-4 3 12 15,0-3 20-15,0 0 3 0,3-3 1 0,1 3 0 0,-1-5-36 16,0 2 0-16,6 0 0 0,-3-2 0 0,3 0 0 16,3-1-22-16,0-2 3 0,-2 0 1 0,5 0 10 15,-3-2 8-15,3-4-12 0,3 1 12 16,0 0-64-16,6-1-7 0,-1447-4-1 0,2897-1 0 16,-1441-2-155-16,-3 0-31 0,3-19-6 0,6 6-2 0</inkml:trace>
  <inkml:trace contextRef="#ctx0" brushRef="#br0" timeOffset="115531.979">12212 12172 2156 0,'0'0'48'0,"0"0"9"0,0 0 3 0,0 0 0 0,0 0-48 0,0 0-12 0,0 0 0 0,0 0 0 16,-3 5 88-16,3-5 16 0,-2 5 4 0,-1 0 0 16,3-5-28-16,0 8-4 0,-3-2-2 0,3-1 0 15,0 0-44-15,0 3-9 0,0-2-1 0,0 1-1 16,3-1-19-16,-3 2 0 15,3 0 0-15,-1 2 0 0,1-2 34 0,0 3 3 0,0 2 1 0,-3-2 0 16,3 2-10-16,0 0-1 0,-3 0-1 0,3 0 0 31,0 1-52-31,-3-1-10 0,0-2-3 0,0-1 0 0,0 1-91 16,0-6-18-16,0 3-4 0,-3-3-1016 0</inkml:trace>
  <inkml:trace contextRef="#ctx0" brushRef="#br0" timeOffset="115727.549">12284 12079 2232 0,'-9'-8'49'0,"6"3"11"0,-3-3 1 16,3 0 1-16,-3-3-50 0,3 3-12 0,0-2 0 0,3-1 0 0,-3 3 44 0,3 0 7 16,3-2 1-16,-3 4 0 0,3 1 9 0,0-3 3 15,0 3 0-15,3 2 0 0,-3 1-52 0,3-1-12 16,0 3 0-16,0 0 0 15,3 3-172-15,0-1-36 0,0 4-8 0,0 1-2 0</inkml:trace>
  <inkml:trace contextRef="#ctx0" brushRef="#br0" timeOffset="117460.301">12468 12288 1879 0,'0'0'41'0,"0"0"9"0,0 5 2 0,0 1 0 0,3 2-41 0,0-3-11 0,0 3 0 0,0-3 0 16,3-2 54-16,-3 2 9 0,3-2 1 0,0-1 1 15,0-2-8-15,3 0-1 0,-3 0-1 0,3-2 0 16,0-1 31-16,0 0 6 0,0 1 2 0,-3-4 0 16,3 1-51-16,0 0-11 0,-3 0-1 0,2 2-1 15,-5-2 3-15,3-1 1 0,-3 4 0 0,0-4 0 16,0 1 3-16,-3 2 1 0,0-2 0 0,-3 0 0 15,0 0-9-15,0 2-1 0,-3-2-1 0,0 2 0 16,1 0-10-16,-4 1-1 0,0 2-1 0,0 0 0 16,-3 0-6-16,0 0-1 0,-3 2 0 0,0-2 0 0,0 3-8 0,0 0 0 15,-2-1 0-15,2-2 0 0,3 3 0 16,0 0 0-16,3-3-9 0,3 2 9 16,6-2-28-16,0 0 2 0,0 0 0 0,0 0 0 15,0 0-9-15,6 0-1 0,3 0-1 0,0-2 0 0,3 2 13 0,3-3 4 16,-4 0 0-16,1 1 0 0,0-1 12 0,0 0 8 15,0 1-10-15,0 2 10 0,0 0 0 16,0 0 0-16,-3 0 0 0,3 0 0 0,-3 2 0 16,-1 4 0-16,1-1 0 0,0 0 10 0,-3 6-10 15,3-1 0-15,-3 4 0 0,0 1 0 0,3 4 0 0,-3 0 0 16,0 2 0-16,-3 3 0 0,0-3 0 0,0 0 0 16,0 3-10-16,0-3 10 0,-3 0 0 0,0-2 0 15,0 2 0-15,-3-3 10 0,3 1-10 0,-3-3 0 0,-3 2 0 16,3-2 0-16,-3 0-13 0,0-3-5 0,0 3-1 0,-3-3 0 15,3-2 31-15,0-1 5 16,0 1 2-16,-3-3 0 0,3 0-34 0,-2-3-6 0,2-2-2 0,0-1 0 16,0-2 23-16,0-2 0 0,0-1 12 0,0-5-4 15,0 0 2-15,0 0 0 0,3-2 0 0,-3-3 0 16,0-1-10-16,3 1 10 0,0 0-10 0,-3 0 10 16,3-3-10-16,3 0 0 0,-3 3 0 0,3-1 0 15,0 1 0-15,3-3 0 0,-3 3 11 0,3 0-11 16,3 0 12-16,0-1-4 0,-3 4-8 0,6-3 12 15,0 2-12-15,0-2-13 0,3-1 2 0,3 4 1 16,-4-1 10-16,4 1 0 0,3-3 0 0,-3 5 0 16,6 0 0-16,-6-3 0 0,6 6 0 0,-3-1 0 15,-4 1 0-15,4 3 16 0,-3 2-4 0,0 2-1 16,-3 1-11-16,0 2 0 0,0 0 0 0,-3 1 8 0,0 2-8 16,0 0 12-16,-4 0-12 0,1 2 12 0,-3 1-12 0,0 2 0 15,0-3 0-15,0 1 0 0,-3 0 0 0,0-1 0 16,0 1-14-16,-3-3 5 0,0 0-3 0,0 0-1 15,0-3 0-15,0 0 0 0,0 1 13 16,1-1-9-16,2-5 9 0,0 0-8 0,0 0 8 0,0 0 0 16,0 0 0-16,0 0 0 0,0 0 0 0,-3-5 0 15,0-3 8-15,3 2-8 0,0-4 13 0,0 2-1 0,3-5-1 16,0-1 0-16,-1 1-2 0,1-3 0 0,3 0 0 0,-3 0 0 16,6 1 3-16,-3-1 0 0,3 0 0 0,-3-3 0 15,0 3-4-15,3 3 0 0,-3-3 0 0,0 6 0 16,3-4-8-16,-3 4 0 0,3-1 0 0,0 3 8 15,0 0 12-15,0 3 3 0,-1 0 0 16,-2 0 0-16,3 2-23 0,0 0 0 0,0 3 0 16,-3 0 0-16,0 3-12 0,3 2-6 0,-3-2-2 0,0 2 0 15,0 3 32-15,-3 3 7 0,0-1 1 0,0 1 0 16,0 2-20-16,-3 0 0 0,0 6 0 0,0-3 0 16,0 2 0-16,-3 1 0 0,0-1 0 0,0 1 0 15,3-3-48 1,-3 0-12-16,0-3-4 0,3 0 0 0,-3 0 52 0,3-2 12 0,0-3 0 0,0 0 0 15,3-3-51-15,0 0-7 16,0-2-2-16,0 0 0 0,3-1 29 0,0-4 6 0,3 2 1 0,0-3 0 16,3-2 24-16,-4 2-10 0,7-5 10 0,-3 0 0 15,3-2 0-15,0-1 11 0,0-2 0 0,3-1 0 0,-3 1 13 16,-3-3 4-16,-1 3 0 0,1-3 0 0,0 0 14 0,0 3 3 16,-6-3 1-16,3 3 0 0,-3 0-4 0,0 2-1 15,-3 1 0-15,-3 2 0 0,3-3-13 0,-3 6-4 16,0 0 0-16,-3-1 0 0,0 1-3 0,-3 2-1 15,0 1 0-15,-3 2 0 0,3 0-8 16,-3 2-3-16,0 1 0 0,3 2 0 0,-3 1-9 0,3 1 0 16,1 4 0-16,-1 2 0 0,3 1 0 0,0-1 0 0,3 3 0 15,0 0-11-15,3-1 11 0,0-1-10 0,0 2 10 0,3-3-10 16,2-3-2-16,-2 1-1 16,3-3 0-16,3 0 0 0,-3 0-7 0,0-3-2 0,3-2 0 0,0-1 0 31,0-2-21-31,0 0-4 0,0-2-1 0,3-1 0 15,-4-2-12-15,4-3-4 0,3-3 0 0,3-2 0 16,-3 0 0-16,3-3 0 0,2-3 0 0,1 1 0 16,0-1 20-16,0 1 3 0,-3-1 1 0,3 3 0 0,-1 0 12 0,-2 1 4 0,-3-4 0 15,0 1 0-15,-3-1 24 0,0 3 0 0,-3-5 0 0,-3 2 0 16,-1 1 97-16,-2-1 25 0,0-2 5 0,0-3 1 16,0 3-59-16,0-3-11 0,-3 3-2 0,0-3-1 15,0 3-4-15,0 3-1 0,-3 2 0 0,3 3 0 16,0 2-23-16,-3-2-5 0,3 8-1 0,-3-3 0 15,0 5-11-15,0 3-2 0,0 0-8 0,0 0 12 16,0 0-12-16,0 0 0 0,0 0 0 0,3 8 0 0,-3 3 0 16,0 2 0-16,0 3-9 0,0 5 9 0,-3 0 0 15,3 3 13-15,-3 2-1 0,0 1 0 0,0-3-12 0,0 2-16 16,-3-2 3-16,3 0 1 16,-3-1 20-16,0 1 4 0,3 0 0 0,-3 3 1 0,0-4-13 0,3 1-18 15,-2 0 4-15,2 0 1 0,3-3 13 0,-3 0-12 16,3-2 12-16,-3-1-12 0,6-2-6 15,-3-3-1-15,3-2 0 0,-3-1 0 16,3-2-16-16,0 0-3 0,-1-2-1 16,1-4 0-16,-3-2 39 0,0 0 0 0,0 0 0 0,0 0 0 0,3-2 44 0,3-6 16 15,-3 2 3-15,0-2 1 0,-3-2-52 0,3-3-12 0,-3-1 0 16,0 1 0-16,0-3 0 0,0 0 0 0,0 3 0 16,-3-3 0-16,0 0 0 0,0 6 0 0,0-3 0 15,-3-1 0-15,1 6 32 0,-1 0 3 0,-3 1 1 0,-3 1 0 16,0 4-22-16,0 2-4 0,-3 0-1 0,0 5 0 15,0 0-9-15,0 3 0 0,0 5 0 16,4 1 8-16,-1 1-8 0,3 4 0 0,0 2 0 0,3 0-11 16,3-2 3-16,3 2 0 0,3-2 0 0,0-4 0 15,3-1-3-15,3-1 0 0,0-3 0 0,0 1 0 16,2-3-4-16,1 0-1 0,0-3 0 0,3-2 0 16,-3 0-5-16,0-3-2 0,0 0 0 0,0-3 0 31,3-2-79-31,0-1-16 0,-4 1-3 0,4-3-711 0,0-5-143 0</inkml:trace>
  <inkml:trace contextRef="#ctx0" brushRef="#br0" timeOffset="118340.17">11337 13122 1504 0,'-9'2'43'0,"9"-2"9"0,-6 0-42 0,1 0-10 16,5 0 0-16,-9 0 0 0,3-2 52 0,0-1 8 0,3 3 1 0,-3-5 1 15,0 2 3-15,0 0 1 0,0 1 0 0,3-1 0 16,3 3-10-16,0 0-1 0,-6-5-1 0,6 5 0 16,-3-3-4-16,3 3-1 0,0 0 0 0,0 0 0 15,0 0-14-15,0 0-3 16,0 0-1-16,0 0 0 0,6-3-10 0,0 1-1 0,0 2-1 15,3 0 0-15,0-3-6 0,3 3-1 16,0-3 0-16,2 3 0 0,4-2-1 0,6 2-1 0,0-3 0 16,6 1 0-16,5 2-1 0,4-3 0 0,0 0 0 0,5 1 0 15,1-1-9-15,6 0 0 0,2-2 9 0,10 0-9 16,-1-1 0-16,1 1 0 0,2-3 0 0,7 3 8 16,-4-3 7-16,4 0 1 0,5 0 1 0,3 0 0 15,-8 3-27-15,-1-3-6 0,7 3 0 0,2-3-1 16,-6 0 17-16,-2 2 0 0,-1 1 8 0,7 0-8 15,-7 0 20-15,1-1-1 0,-7 4-1 0,6-1 0 16,-8 0 32-16,-1 1 6 0,1 2 2 0,-1-3 0 16,-2 0-58-16,-9 3 0 0,-1 0-10 0,1 0 1 15,-4 0 19-15,-5 0 4 0,3 0 1 0,-1 0 0 0,-5 0-15 16,0 0 9-16,-3 0-9 0,-1 0 8 0,-5 0-8 16,-3 0 0-16,-3 3 0 0,-1 0 0 15,1-3 0-15,-3 2-12 0,0 1 0 0,0-3 1 16,3 3-42-16,-4-3-9 0,1-3-2 0,0 3-1152 15</inkml:trace>
  <inkml:trace contextRef="#ctx0" brushRef="#br0" timeOffset="119995.15">17100 12166 1116 0,'0'0'32'0,"0"-5"6"0,0-3-30 0,0 3-8 0,0-1 0 0,0 1 0 16,0 5 107-16,0-5 20 0,0 5 4 0,0 0 1 15,0 0-4-15,0 0 0 0,0 0 0 0,0 0 0 16,0 0-21-16,0 0-5 0,0 0-1 0,0 0 0 0,0 0-33 15,-3 5-8-15,0 0 0 0,0 3-1 16,0 3-34-16,3 0-6 0,-3 2-2 0,3 0 0 0,0 3 38 0,0 2 7 16,0 4 2-16,0 1 0 0,0 1-52 0,0 3-12 15,0 2 0-15,0 0 0 0,3-3 0 0,-3 1 0 16,3-3 0-16,0 2 0 0,-3-5 0 0,3 3 0 16,0-3 0-16,0 0 0 0,-3 1 0 0,0-1 0 15,3-3 0-15,-3 3 0 16,3-2-19-16,-3 0-6 0,0-1-2 0,0 1 0 15,0-4-19-15,0-1-4 0,3-1-1 0,-3-3 0 16,0-2-153-16,3-2-30 0,-3-1-6 0</inkml:trace>
  <inkml:trace contextRef="#ctx0" brushRef="#br0" timeOffset="120394.58">17484 12225 2379 0,'0'0'52'0,"0"0"12"0,0 0 1 0,-6-3 2 0,6 3-54 0,-6-3-13 0,3 3 0 0,3 0 0 16,-6-2 63-16,0 4 9 0,6-2 3 0,-9 3 0 15,3 2-30-15,0 3-5 0,0 3-2 0,1-1 0 16,-1 6-10-16,0 3-1 0,0 2-1 0,0 3 0 16,3-3-26-16,0 3 0 0,0-1 0 0,-3 1 0 15,3-3 0-15,3 1-19 0,-3-4 3 0,3 1 1 16,0 2 24-16,3-5 5 0,-3 2 1 0,3-2 0 15,3-3-46 1,-3-2-9-16,3 2-1 0,3-5-1 0,0-3 16 0,2 1 3 0,-2-4 1 0,3 1 0 16,3-6 22-16,-3 1 0 0,3-4 0 0,3-2 0 15,0 0 0-15,0-2 0 0,-4-1-9 0,4-2 9 16,-3-3 13-16,0 3 7 0,0-3 0 0,-3 0 1 0,3-2 7 0,-6-1 0 16,0-2 1-16,-3 0 0 0,-1-3-10 0,-2 0-3 15,-3 0 0-15,0 1 0 0,0-1 12 0,-3 3 1 16,1-1 1-16,-7 1 0 0,3 5-20 0,-6 1-10 0,0-1 10 15,0 2-10-15,-6 4 0 0,3 2 0 16,-3 0 0-16,-3 3 0 16,1-1-28-16,-1 6-9 0,3-2-2 0,0 4 0 15,0-2-118-15,0 6-24 0,3-4-5 0,-2 4-899 0</inkml:trace>
  <inkml:trace contextRef="#ctx0" brushRef="#br0" timeOffset="121036.204">18070 12116 2206 0,'0'0'48'0,"0"0"11"0,-6-11 64 0,3 6-111 0,3 0-12 0,0 5 0 0,0 0 0 16,0 0 80-16,0 0 14 0,0 0 2 0,0 0 1 15,0 0-32-15,0 0-6 0,0 0-2 0,0 0 0 16,0 0-24-16,0 8-5 0,3 5 0 0,-3 3-1 16,0 2-12-16,-3 1-3 0,3 2 0 0,0 3 0 15,-2 2-12-15,2 3 9 0,-3 3-9 0,3 3 8 16,-3-4-8-16,0 1 0 0,0 0 0 0,3-3 8 15,-3 0-8-15,0-5-17 0,3 2 4 0,-3-2 1 16,3-3 12-16,-3 3 13 0,3-3-2 0,-3-2-1 16,3 2-22-16,-3-5-5 0,3 2-1 0,-3-4 0 15,3-1-34-15,-3-3-8 16,6 1 0-16,-3-3-1 0,3-3-159 16,0-2-32-16</inkml:trace>
  <inkml:trace contextRef="#ctx0" brushRef="#br0" timeOffset="121490.676">18264 12666 2098 0,'0'0'46'0,"0"0"10"0,0-5 61 0,-3-3-105 0,3 3-12 0,0 0 0 0,0-1 0 16,3-2 73-16,-3 3 13 0,3-3 2 0,-3 3 1 15,3-3-20-15,0 0-4 0,3-3-1 0,-3 3 0 16,6 0 0-16,-3 3 0 0,3-3 0 0,0 0 0 15,-1 3 0-15,1 0 0 0,3-1 0 0,3 1 0 16,-3 0-64-16,0 2 0 0,3 1-16 0,-3-1 4 16,0-2 12-16,0 5 10 0,-1-3-2 0,1 3 0 15,-3 0-8-15,3 3 0 0,-3-1 0 0,0 1 0 16,-3 2 0-16,0 1 0 0,0 1 8 0,-3 1-8 16,0 0 0-16,-3 3-14 0,0 2 3 0,-3-2 1 15,0 5-14 1,0-3-4-16,0 3 0 0,-6 0 0 0,3-3-7 15,-3 5-1-15,-3 1-1 0,0-1 0 16,3 4 5-16,-2-4 0 0,2 1 1 0,-3-1 0 0,3 1 18 16,0-1 3-16,0-2 1 0,3-3 0 0,0 0 9 0,3-2 0 0,0 0 0 0,0-3-8 0,3 0 8 15,0-1 11-15,3 1-3 0,0-2 0 0,3-4 5 0,0-2 1 16,0 3 0-16,3 0 0 0,0-3 3 0,3 0 1 16,0-6 0-16,2 4 0 0,1-1-2 0,0-2-1 15,0 2 0-15,0-2 0 0,0-3-15 0,0 0-8 16,-3 0 8-16,3 0-13 15,2-3-138-15,-2-2-27 0,12-16-6 16,0 5 0-16</inkml:trace>
  <inkml:trace contextRef="#ctx0" brushRef="#br0" timeOffset="121936.973">19612 12539 1688 0,'-9'0'37'0,"9"0"8"0,0 0 2 0,0 0 0 0,0 0-38 0,0 0-9 16,0 0 0-16,3 0 0 0,6 0 72 0,3-2 13 15,3 2 3-15,3 0 0 0,3-3 4 0,3 3 0 16,-1-3 1-16,4 1 0 0,3-1-22 0,3 1-5 16,2-1-1-16,7-2 0 0,3-1-35 0,-1 1-7 15,4 0-2-15,0-3 0 0,-4 2 7 0,1 1 2 16,0 0 0-16,5 2 0 15,1-2-48-15,-1 2-10 0,1 1-1 0,0-1-1 0,-7 3 51 16,-2 0 11-16,3 0 1 0,-4 3 1 16,1-3-54-16,-3 2-12 0,-4 1-1 0,-2 0-1 15,-3-3 34-15,-6 5 19 0,-1-2-3 0,-2 2 0 16,-3-3-46-16,0 4-10 0,-6-4-1 0,-3 4-1 16,-3-1-26-16,-3 0-6 0,-3 1-1 0,-3-1 0 15,0 3-121-15,-6 0-24 0</inkml:trace>
  <inkml:trace contextRef="#ctx0" brushRef="#br0" timeOffset="122241.348">20008 12891 1958 0,'0'0'43'0,"0"0"9"0,0 0 1 0,0 0 3 0,0 0-45 0,0 0-11 0,0 0 0 0,0 0 0 15,3 0 84-15,3 0 16 0,3 0 2 0,3-2 1 0,0 2-11 0,3-3-3 16,3 0 0-16,-1 1 0 0,4-1-41 0,0 0-9 16,6 3-2-16,0-5 0 15,2 2-8-15,7 1-1 0,0-3-1 0,6-1 0 0,-1 1-27 0,1-3 0 16,-3 0 0-16,2 0 0 0,-2 3 16 16,-3 0-3-16,2-3 0 0,1 2 0 0,-3 1-13 0,0-3-18 15,-7 3 4-15,4 0 1 16,-6-1-41-16,0 1-8 0,-4-3-2 0,-2 3 0 15,-3-1-113-15,0 1-23 0,-6-3-5 16</inkml:trace>
  <inkml:trace contextRef="#ctx0" brushRef="#br0" timeOffset="122571.828">20601 12336 2415 0,'0'0'53'0,"-3"-6"11"0,3-2 3 0,0 3 1 0,0 0-55 0,0-3-13 0,3 3 0 0,-3 5 0 16,3-3 55-16,-3 3 8 0,0 0 1 0,0 0 1 16,0 0-1-16,0 0 0 0,0 0 0 0,0 11 0 15,0 2 0-15,0 5 0 0,-3 3 0 0,0 6 0 16,0 2-51-16,0 3-13 0,-6 2 0 0,0 1 0 15,-3 2 0-15,0 2 0 0,-3 4 0 0,0 4 0 16,-3 1 32-16,3 0 4 0,1-3 1 0,-1-3 0 16,0-2-26-16,3-1-11 0,0 1 8 0,3 0-8 0,3-3 24 15,0 2-1-15,3-4 0 0,0 2 0 16,3-8-70 0,0 0-13-16,3-5-4 0,-3-6 0 0,3-2 0 0,0 0 0 0,3-8 0 15,0-3 0-15,3-2-193 0,0 0-39 0,18-6-8 16,-6-8-2-16</inkml:trace>
  <inkml:trace contextRef="#ctx0" brushRef="#br0" timeOffset="123184.627">22020 12423 1728 0,'0'0'38'0,"-6"-3"8"0,0 1 2 0,1-4 0 0,-1 4-39 0,0-1-9 16,0 0 0-16,0 1 0 0,-3-1 104 0,0 1 20 16,3 2 3-16,-3 0 1 0,-3 0-52 0,3 2-9 15,-3 1-3-15,0 2 0 0,3-2-23 0,-3 2-5 16,4 3 0-16,-4-3-1 0,3 3-21 0,0-3-4 15,3 3-1-15,0 3 0 0,3-3-1 0,0 0 0 16,0 0 0-16,3 2 0 0,3 1 0 0,0-3-8 16,3 3 12-16,3-1-4 0,0-2-8 0,6 3 10 0,-1-1-10 15,1-2 10-15,3 0-10 0,3 0 0 16,0 0 0-16,3 0 0 0,-3 0 53 0,2 0 9 16,-2 2 2-16,3-4 0 0,-3 2-52 0,-3 0-12 0,0-1 0 15,-4 4 0-15,-2-3 0 0,-3 0 0 0,-3 0 0 16,0 2 0-16,0-2 0 0,-6 3 0 15,0 0 0-15,-6-1 0 0,3 3 0 0,-6-2 0 0,0 0 0 0,-3 2 0 16,1 0 0-16,-7 0 0 0,0 0 0 0,-3-2 0 16,0 2 0-16,0-5 0 0,0 3 0 0,-2-3 0 31,2 0-48-31,-3-3-13 0,3 0-3 0,0 1 0 0,3-4 42 0,1 1 8 0,-1-3 2 16,0 0 0-1,3-3-144-15,0 1-28 0,0-4-5 0</inkml:trace>
  <inkml:trace contextRef="#ctx0" brushRef="#br0" timeOffset="123410.841">21925 12426 2127 0,'0'-14'47'0,"0"9"9"0,0-5 3 0,0-1 1 0,3 0-48 0,0-2-12 16,0 3 0-16,3-4 0 0,0 4 67 0,0-1 11 15,0 1 2-15,6 2 1 0,-3 0-13 0,0 0-4 16,6 2 0-16,-4 4 0 0,7-4-51 0,0 4-13 15,0-1 0-15,6 1 0 0,-3-1 54 0,0 0 8 16,-1 1 2-16,4 2 0 0,-3-3-52 0,0 0-12 16,3 3 0-16,-4 0 0 15,4 0-48-15,0 0-13 0,0 0-3 0,-3 3 0 16,0 2-181-16,-1-2-37 0,22 0-7 0,-15 4-598 0</inkml:trace>
  <inkml:trace contextRef="#ctx0" brushRef="#br0" timeOffset="123719.774">22324 12637 2358 0,'0'0'52'0,"0"0"10"0,0 0 2 0,0 0 3 0,3 0-54 0,3 0-13 0,0 0 0 0,-6 0 0 16,3 0 68-16,-3 0 10 0,6 3 2 0,-3 2 1 15,-3-5-13-15,6 6-4 0,-3 1 0 0,-3 1 0 16,0 3 0-16,3 0 0 0,-3-1 0 0,0 6 0 16,0-3-51-16,0 3-13 0,-3 3 0 0,0-1 0 15,3-2 0-15,-3 3 0 0,0-4 0 0,0 4 0 16,0-3 0-16,0 0 0 0,0-3 0 0,0 0 0 16,0 0 0-16,3-2 0 0,-3 0 0 0,0-1 0 15,3 1-48-15,0-3-13 0,-3 0-3 0,3-3 0 16,3 0-154-16,-3-5-31 0,0 0-7 15,0 0-767-15</inkml:trace>
  <inkml:trace contextRef="#ctx0" brushRef="#br0" timeOffset="124134.495">22601 12809 2030 0,'0'0'57'0,"0"0"14"0,-6-5-57 0,3 0-14 0,3 2 0 0,0 3 0 15,-3-5 105-15,3 5 19 0,-3-6 3 0,3 6 1 16,-6 0-52-16,6 0-9 0,0 0-3 0,-6 3 0 15,3 0 0-15,-3 2 0 0,0 6 0 0,3-1 0 16,-3-2-51-16,3 5-13 0,0-2 0 0,-3 2 0 16,3 0 0-16,3 1 0 0,-3-4 0 0,3 3 0 15,-3-2 0-15,3 0 0 0,0-1 0 0,3 1 0 16,0-1 0-16,0 4 0 0,0-6 0 0,3 2 0 16,0-2 0-16,0 0 0 0,3-3 0 0,0 1 0 15,0-1 0-15,3-2 0 0,0-1 0 0,-3 1 0 16,3-3 0-16,2-3 0 0,-2 1 0 0,3 2 0 15,0-3 0-15,0-2 0 0,3 2 0 0,-3-2 0 16,0-1 0-16,0 4-18 0,-4-4 4 0,1 1 1 16,0 0 33-16,0-3 8 0,-3 3 0 0,0-3 1 15,0 0 11-15,-3 0 1 0,3 0 1 0,-6-3 0 16,3 3-10-16,-6-2-1 0,3-1-1 0,-3 1 0 16,0-1-6-16,-3 0 0 0,0-2-1 0,-3 3 0 15,3-1-11-15,-6 0-1 0,0 1-1 0,0-1 0 16,-3 3-10-16,-3-2 0 0,0 4 0 0,-2-1 8 15,-1 1-8-15,0 4 10 0,-3-1-10 0,0 3 10 16,0 0-110-16,0 0-23 0,-2 3-4 0,-4-1-1 16,3 1-51-16,0 0-10 0</inkml:trace>
  <inkml:trace contextRef="#ctx0" brushRef="#br0" timeOffset="131996.51">17139 14987 1728 0,'0'0'38'0,"0"0"8"0,0 0 2 0,0 0 0 0,0 0-39 0,0 0-9 0,0 0 0 15,0 0 0-15,0 0 108 0,0 0 20 0,0 0 4 0,0 0 1 16,0 0-59-16,-3 5-12 0,3-5-2 0,-3 8-1 15,3-8 4-15,-3 5 1 0,0 3 0 0,0 0 0 16,3 0 0-16,0 0 0 0,-3 3 0 0,3 2 0 16,0 0-52-16,0 3-12 0,0 3 0 0,0 4 0 15,0 4 0-15,-3 2 0 0,3 0 0 16,0 3 0-16,0-3 0 0,0-3 0 0,-3 1 0 0,3-3 0 16,0 2 0-16,-3-5 0 0,3 1 0 0,0-1 0 15,0 0 0-15,0 0 0 0,0-2 0 0,0-1 0 31,0 1-48-31,0-1-13 0,0-2-3 0,3-3 0 16,-3 3 0-16,0-5 0 0,3-1 0 0,-3-2-682 0,3-3-137 0</inkml:trace>
  <inkml:trace contextRef="#ctx0" brushRef="#br0" timeOffset="132445.663">17413 15114 2095 0,'0'0'46'0,"0"0"10"0,-9 8 60 0,9-8-104 0,0 0-12 15,0 0 0-15,-6 5 0 0,6-5 84 0,-6 3 14 16,3 2 3-16,-3 0 1 0,3 3-37 0,0-2-7 16,3 2-2-16,-3 2 0 0,3 3-26 0,-3 1-6 15,3 1 0-15,0 4-1 0,-3 0-23 0,3 2 9 0,3-3-9 0,-3 3 0 16,0-2 0-16,3-1 0 15,-3-2 0-15,3 3 0 0,0-6 0 0,0 3 0 16,0 0-10-16,0-3 10 0,0 0-20 0,0-2 3 16,3-1 1-16,0-2 0 0,0 0 4 0,0-2 0 0,2-1 1 15,-2-2 0-15,3-3 11 0,3 0 0 0,-3-3 8 0,3-2-8 16,0 2-10-16,3-2-6 0,-3-3-2 0,3-3 0 16,0 3 18-16,-1-2 0 0,-2-4 11 0,0 4-11 15,3-3 24-15,-3-3-3 0,-3 2 0 0,3-1 0 16,-3-4 8-16,-3 1 2 0,0-4 0 0,0 1 0 15,-3 0-6-15,0 0-1 0,-3-3 0 16,-3 3 0-16,0 0 1 0,0 2 0 0,-3 3 0 0,-3-2 0 16,3 5-12-16,-6-1-2 0,0 1-1 0,-3 3 0 15,0-1 15-15,0 3 3 0,1 3 1 0,-4-3 0 32,0 5-74-32,0 1-15 0,3 2-4 0,0-3 0 0,0 3-67 15,3 0-13-15,0 0-4 0,1 3-616 0,-1-1-124 0</inkml:trace>
  <inkml:trace contextRef="#ctx0" brushRef="#br0" timeOffset="132981.369">18133 15032 2094 0,'0'0'60'0,"0"0"12"0,0 0-58 0,0 0-14 0,0 0 0 0,0 0 0 15,0 0 92-15,0 0 15 0,0 0 3 0,0 0 1 0,0 0-13 0,-6 8-2 16,3 0-1-16,3 5 0 0,-3 0-50 0,3 3-9 16,-3 3-3-16,3 4 0 0,-3 4-20 0,3 2-4 15,-3 5-1-15,0 1 0 0,0-3-8 0,0-1 8 16,-3 1-8-16,3 2 8 0,0-4-8 16,-3 1-17-16,3 4 4 0,0-1 1 0,0 1 12 0,0-1 0 15,0 0 0-15,-3-2 0 16,3-3-33-16,1-2-1 0,-1-6 0 0,0-3 0 15,3-2-102-15,-3 0-21 0,0-5-4 0</inkml:trace>
  <inkml:trace contextRef="#ctx0" brushRef="#br0" timeOffset="133447.575">18240 15561 2188 0,'0'0'48'0,"0"0"11"0,0 0 1 0,0 0 1 0,0 0-49 0,0 0-12 0,-6-3 0 0,6 3 0 16,0 0 53-16,0-5 8 0,-3 0 2 0,6-3 0 15,-3 3 1-15,6-1 0 0,-3 1 0 0,3-3 0 16,0 3-21-16,3 0-4 0,0-1-1 0,0 1 0 15,3 0-9-15,0-1-1 0,-1 1-1 0,-2 0 0 16,6 2-27-16,-3 1 0 0,0 2 0 0,0 0 0 16,0 0 0-16,0 0 0 0,-3 2 0 0,0 3 0 15,-3 1 0-15,0-1 0 0,0 3 0 0,-3 3 0 16,-3 2-51-16,0 3-15 0,-3 2-3 0,-3 3-1 16,0 3-10-16,-3 0-1 0,0 0-1 0,-3 2 0 15,0-2 34-15,3 0 6 0,-3-3 2 0,0 0 0 0,0-2 32 16,3-1 8-16,-3-2 0 0,4 3 0 0,2-3 0 0,-3-3 0 15,3 0 0-15,3-2 0 0,0-1 49 0,3-2 12 16,0-3 3-16,0 1 0 0,3-1-52 0,3-2-12 16,-3-1 0-16,6-2 0 0,-3-2 0 15,2 2 0-15,4-6 0 0,0 4 0 0,0-4 0 0,3 1 0 0,0 0 0 16,3-3 0-16,0 0 19 0,-3-3 1 0,2 3 0 16,1-2 0-1,3-1-37-15,-3-2-7 0,0 2-2 0,-3-2-1055 0</inkml:trace>
  <inkml:trace contextRef="#ctx0" brushRef="#br0" timeOffset="134128.97">19228 15442 1749 0,'0'0'38'0,"0"0"8"0,0 0 2 0,0 0 2 0,0 0-40 0,0 0-10 0,0 0 0 0,0 0 0 15,6-3 69-15,0 3 12 0,3 0 3 0,0-2 0 16,3 2-18-16,0 0-3 0,0 0-1 0,3-3 0 16,0 0-12-16,2 3-2 0,1-2-1 0,0 2 0 15,0-3 8-15,3 3 1 0,3-2 1 0,-1 2 0 0,7-3-45 0,-3 3-12 16,6-3 0-16,0 1 0 16,-1-1-20-16,1 0-5 0,0 3-2 0,-1-2 0 15,-5 2 27-15,0-3 0 0,0 3 0 0,3-3 0 16,-4 3-35-16,1 0-1 0,0-2-1 0,0 2 0 15,-3-3-22-15,-1 3-4 0,1-3-1 16,-3 3 0-16,0-2 0 0,0 2 0 16,-3-3 0-16,-4 3 0 0,4-3-101 0,-6 3-21 0,3 0-4 0,-15 0-490 15</inkml:trace>
  <inkml:trace contextRef="#ctx0" brushRef="#br0" timeOffset="135877.012">20047 15122 1149 0,'0'0'32'0,"0"0"8"0,-3 0-32 0,-3 0-8 0,6 0 0 0,-6-3 0 15,0 1 140-15,0-1 25 0,0 3 6 0,6 0 1 0,-6-3-87 0,6 3-17 16,0 0-3-16,0 0-1 0,0 0 0 0,0 0 0 16,0 0 0-16,0 0 0 0,0 0 0 0,0 0 0 15,0 0 0-15,0 0 0 0,0 0 0 0,6 3 0 16,0-3 0-16,6 5 0 0,0-2-51 0,0 0-13 0,6 2 0 0,-3 0 0 16,2 0 16-16,1 1 1 0,0 2 0 15,3-3 0-15,-3 3-17 0,0 0 8 16,0 0-8-16,2 2 0 0,-2-2-9 0,0 3-9 15,0-1-2-15,-3 4 0 0,0-1 20 0,0 0 0 16,-3 0 0-16,-1 3 0 0,-2-3 0 0,-3 3 0 0,-3-2 0 16,0-1 0-16,-3 3 0 0,-3-3 0 0,-3 0 0 0,0 3 0 15,-3 0 48-15,1 2 12 0,-4-2 4 0,-3 0 0 16,0 0-52-16,0 3-12 0,0-4 0 0,-3 4 0 16,6-3 0-16,-3 2 0 0,4-2 0 0,-4 0 0 15,3-3-18 1,0 1-6-16,0-4-2 0,0-2 0 0,3 0-10 15,0 0-1-15,3-3-1 0,0 1 0 0,0-4 29 0,0 1 9 0,6-3 0 16,0 0 0 0,0 0-70-16,0 0-7 0,0 0-2 0,0 0-657 0,0-8-131 0</inkml:trace>
  <inkml:trace contextRef="#ctx0" brushRef="#br0" timeOffset="136508.685">21217 15379 1792 0,'0'0'40'0,"-6"5"8"0,3-3 1 0,3-2 1 0,0 0-40 0,0 0-10 16,0 0 0-16,0 0 0 0,0 0 70 0,3 6 12 15,3-4 2-15,6 1 1 0,-3 0-22 0,5-3-5 16,1 0-1-16,3 0 0 0,3 0-8 0,0-3-1 16,0 3-1-16,2-3 0 0,1 3-47 0,0-2-15 0,3-1 0 15,0 0 0-15,-1 1 63 0,1-3 13 16,3-1 3-16,0 4 0 15,-3-4-86-15,-1 1-17 0,1 0-3 0,-3 2-1 16,0-2 4-16,-6 2 1 0,0 0 0 0,-1 3 0 16,-2-2-90-16,-3-1-17 0,-3 3-4 0,-3 0-749 0</inkml:trace>
  <inkml:trace contextRef="#ctx0" brushRef="#br0" timeOffset="137222.386">22238 15029 1792 0,'0'0'51'0,"0"0"10"0,-6-2-49 0,3-4-12 15,0 1 0-15,0 0 0 0,3 2 104 0,0-2 17 16,0 0 4-16,0-1 1 0,3 1-48 0,-3 0-10 15,3 2-1-15,3-2-1 0,0-1-18 16,0 4-3-16,3-4-1 0,2 4 0 0,1-3-19 0,3-1-4 0,3 4-1 0,3-1 0 16,0-2-20-16,0 2 0 0,5 0 0 0,-2 1 0 15,0-1 18-15,-3 0-1 0,3 3 0 0,-1 0 0 16,-2 3-17-16,-3 0 0 0,-3-1 8 16,0 4-8-16,-3 2 0 0,0 0-9 0,-3-1 1 0,-3 4 0 31,-3-3-16-31,0 5-4 0,-3 0 0 0,-3 1 0 15,0-1-7-15,-3 3-1 0,-3-3-1 0,-3 3 0 0,0 0 17 0,-3 0 3 0,-3-3 1 0,0 3 0 16,0-3 16-16,1 3 0 0,-1-3 0 0,0 3 0 16,3-3 0-16,3 0 0 0,0 1 8 0,0-4-8 15,6-2 0-15,0 0 8 0,3-3-8 0,3 1 0 16,3-1 0-16,3-2 0 0,0-1 0 0,3 1 0 16,0-3 17-16,3 0 1 0,3 0 0 0,0-3 0 15,0 3-10-15,3 0-8 0,-1-2 9 0,1 4-9 16,-3-2 11-16,0 3-11 0,0 0 12 0,-3-1-12 0,0 4 13 15,-3 1-4-15,0-1-1 0,-3 4 0 16,0-2 16-16,-4 0 2 0,1 3 1 0,-3-1 0 16,-3 4-27-16,-2-1 0 0,-1 0 0 0,-3 0 0 0,-3 6 13 15,-6-3-2-15,0 2-1 0,-3 1 0 0,-3-3-10 16,-2 2 12-16,-1 1-12 0,0-1 12 0,0 1-23 0,0 2-4 16,4-3-1-16,-1 1 0 0,0-3 16 15,3-3 0-15,3-2 0 0,0-1 0 0,4-2-22 16,-1-3-2-16,6-2 0 0,0 0 0 15,0-1-166-15,0-4-34 0</inkml:trace>
  <inkml:trace contextRef="#ctx0" brushRef="#br0" timeOffset="137595.762">22943 15394 2275 0,'0'0'50'0,"0"0"10"0,-6 0 3 0,6 0 1 0,0 0-52 0,-3 0-12 0,3 0 0 0,0 0 0 0,-6-2 54 0,6 2 8 15,-6 0 2-15,6 0 0 0,-3 2-6 0,-3 1-1 16,6-3 0-16,-3 5 0 15,0 1-21-15,0-1-4 0,0 0 0 0,3 3-1 16,0 0-11-16,-3 3-1 0,3-3-1 0,-2 5 0 16,2-3-10-16,0 4-8 0,0-1 9 0,0 3-9 0,2 0 0 0,-2 2 0 15,0 1 0-15,0 2 0 0,3 0 0 0,-3-2 0 16,3 2 0-16,-3-3 0 0,3 1-10 0,-3-1-5 16,3-2-1-16,-3 0 0 15,3 0-21-15,0-3-5 0,0 0-1 0,-3-5 0 16,3 0-90-16,-3 0-19 0,3-3-3 0,0 1-548 0,-3-6-109 15</inkml:trace>
  <inkml:trace contextRef="#ctx0" brushRef="#br0" timeOffset="138020.172">23157 15564 2188 0,'0'0'48'0,"0"0"11"0,0 0 1 0,0 0 1 0,0 0-49 0,-3 0-12 0,3 0 0 0,-8 0 0 16,2 2 105-16,0 1 19 0,-3 0 3 0,3 5 1 15,0-3-103-15,0 6-25 0,0-4 0 0,0 4 0 16,3 2 0-16,0 0 0 0,0 1 0 0,0-1 0 16,0 3 0-16,3-3 0 0,0 0 0 0,0 3 0 15,0-5 0-15,3 2 0 0,0-2 0 0,0-1 0 16,3-2-46 0,0 3-14-16,0-3-4 0,0 0 0 0,3-3 0 0,0 0 0 0,0 0 0 0,3-2 0 15,-4-3 12-15,4 3 3 0,0-3 0 16,0-3 0-16,3 0 21 0,0 1 5 0,0-4 1 0,0 1 0 15,0 0 22-15,-1 0 13 0,1-3-1 0,0 2-1 0,0-2 29 16,0 1 7-16,-3-1 1 0,0-3 0 0,-3 3 17 16,0-3 4-16,0 1 1 0,-3-1 0 0,-1 1 1 0,-2-1 0 15,3-2 0-15,-3 2 0 0,-3-2-7 0,3 2 0 16,0-2-1-16,-3 0 0 0,-3 2-7 0,3 1-2 16,-3-3 0-16,3 2 0 0,-3 0-22 0,0 1-5 15,0 2-1-15,-2 3 0 0,-1-3-14 16,-3 2-2-16,0 1-1 0,0 0 0 0,-3 2-9 0,-3 3 0 15,-3-2 0-15,0 4 8 0,-3-2-25 0,1 3-6 16,-1 2-1-16,-3 0 0 16,0 1-87-16,0 2-17 0,1 0-4 0,2 0-1 15,-3-1-97-15,3-1-19 0</inkml:trace>
  <inkml:trace contextRef="#ctx0" brushRef="#br0" timeOffset="141686.406">18341 16953 1314 0,'0'0'37'0,"0"0"8"0,0 0-36 0,0 0-9 0,0 0 0 0,3-5 0 0,0-1 104 0,3-2 20 16,-3 3 3-16,3 0 1 0,3-3-21 0,0 3-4 15,0-1-1-15,0-2 0 0,3 3-61 0,0 0-12 16,0-1-2-16,-1 1-1 0,1 0 9 0,0 2 1 16,3 1 1-16,-3-1 0 0,0 3-21 0,-3 0-5 0,0 0-1 0,0 3 0 15,-3-1-2-15,0 1-8 0,0 2 12 0,0 3-4 16,-3 0 2-16,0 0 0 15,-3 3 0-15,0-1 0 16,0 3-59-16,-3 1-12 0,3-1-3 0,-6 0 0 0,3 0 46 16,-6 3 9-16,0 0 9 0,-3 0-13 15,0 0-18-15,0 2-3 0,-3-2-1 0,0 0 0 0,0 0 11 0,1 0 1 0,-1 0 1 16,0 0 0-16,0-3 22 0,3 3 10 0,0-6-1 0,0 4 0 16,0-1-9-16,3-3 0 0,3 1 0 0,-3-3 0 15,6-3 0-15,0 0-12 0,3-5 2 0,0 0 1 16,0 0 9-16,0 0 0 0,0 0 0 0,0 0 0 15,6-2 12-15,3 2 4 0,0-6 0 0,0 4 1 16,3-6-2-16,3 3-1 0,0-3 0 0,0 0 0 16,6 0-14-16,-4 0 11 0,1 0-11 0,3 0 10 15,-3-3-10-15,-3 3 0 0,3 1 0 0,0-1 0 16,-3 0 0-16,2-3 0 0,-2 3 0 0,0-2 0 16,0 2-50-16,-3 0-9 0,3-3-1 15,-3 3-806-15</inkml:trace>
  <inkml:trace contextRef="#ctx0" brushRef="#br0" timeOffset="141916.734">18690 16556 1854 0,'0'0'40'0,"0"0"9"0,0 0 2 0,0 0 1 0,-3 3-41 0,0 2-11 0,3 0 0 0,-3 1 0 16,3 1 20-16,0 1 1 0,3 0 1 0,-3 0 0 16,3 3-12-16,-3-1-2 0,3 1-8 0,0 5 12 15,-3-3-12-15,3 3 0 0,-1 0 0 0,-2 2 0 32,3-2-48-32,-3 3-13 0,3-1-3 0</inkml:trace>
  <inkml:trace contextRef="#ctx0" brushRef="#br0" timeOffset="142396.562">19068 16815 2084 0,'0'0'46'0,"0"0"10"0,0 0 1 0,0 0 1 0,0 0-46 0,0 0-12 16,0 0 0-16,0 0 0 0,0 0 76 0,0 0 14 15,-6 0 2-15,0 3 1 0,0 0-74 0,0 2-19 16,0 3 0-16,-3 2 0 0,3 1 0 0,0 2 0 16,-3 0 0-16,0 1 0 0,3 2 0 0,0-1 0 15,0 1 0-15,0-2 0 0,0-1 0 0,3-3 0 0,0 4 0 16,0-4 0-16,3-2 0 0,0 0 0 15,3 0 0-15,0 0 0 0,0-3 0 0,3 1 0 16,0-4 0-16,0 3 0 0,3-2 0 0,0 0 0 16,0-1 0-16,0 4 0 0,3-4 0 0,-3 1 0 15,3 2 0-15,-3 1 0 0,3-4 0 0,-4 4 0 0,-2-1 0 16,0 0 0-16,0 0 0 0,-6 3 0 0,0 0 0 0,-3 3 0 16,-3-1 0-16,-3 1 0 0,1 0 0 0,-4 4 0 15,0-1 0-15,-3 2 0 0,0 2 0 0,0 1 0 16,-3-4 24-16,3 1 2 0,-6 0 0 0,4 0 0 15,-1 0-26-15,0-3 0 0,0-2 0 0,0-1 0 16,0-2 0-16,3-2 0 0,4-1-9 0,-1-2 9 16,0-3-109-16,3 0-15 15,0 0-4-15,9 0-851 0</inkml:trace>
  <inkml:trace contextRef="#ctx0" brushRef="#br0" timeOffset="143811.859">19791 16858 1872 0,'0'0'41'0,"0"0"9"0,0-6 2 0,0 1 0 0,0-3-42 0,0 0-10 0,-3 0 0 0,3 0 0 15,0 0 82-15,0 3 14 0,-3-3 4 0,0 0 0 16,3 3-32-16,-3-3-5 0,-3 3-2 0,3 2 0 16,-3 0-17-16,0 3-3 0,-3-2-1 0,-3 4 0 15,3 1-20-15,-3 0-4 0,1 2 0 0,-4 3-1 16,0 0-15-16,0 8 8 0,0 0-8 0,0 5 0 16,0 3-13-16,0-1-9 0,3 4-2 0,1-1 0 15,2-2-16-15,0-3-4 16,3 0-1-16,0 3 0 0,3-3-8 0,3-2-2 0,3 0 0 15,0-4 0-15,3 1-18 0,3-3-4 0,3-2-1 16,-1 0 0-16,4-3 5 0,3-3 1 0,0-2 0 0,3-1 0 16,-3-2 18-16,3-2 4 0,-4-1 1 15,-2-2 0-15,3-1 80 0,-3 1 16 0,0-3 3 0,-3 0 1 0,0 0 17 0,0 0 3 16,-3 3 1-16,0-3 0 0,-3 0-3 0,-1 3 0 16,-2 0 0-16,0-1 0 0,0 4-4 0,-3 2-1 15,0 0 0-15,0 0 0 0,-3-6 0 0,3 6 0 16,-6-2 0-16,6 2 0 0,-5 0-20 0,-1 0-5 15,0 2-1-15,0 4 0 0,0-1-25 0,0 3-5 16,3 0 0-16,-3 2-8 0,3-2 0 0,0 5 0 16,0 1-15-16,0-4 5 15,3 4-21-15,0-1-4 0,3 0-1 0,0-2 0 16,0-3-22-16,3-1-5 0,3 1-1 0,-3-2 0 0,3-4 32 0,0-2 7 16,-1 0 1-16,4 0 0 15,0-2-13-15,-3-4-3 0,3 1 0 0,0 0 0 0,0 0 40 0,0-3 0 0,0 0 0 0,-3 0 0 16,3 0 44-16,-3 0 16 0,-4 3 3 0,1-3 1 15,0 2-15-15,-3 4-2 0,-3-4-1 0,0 1 0 16,0 2-5-16,-3-2-1 0,0 0 0 0,0 0 0 16,-3-1-11-16,-2 4-2 0,2-4-1 0,-6 1 0 15,6 2-12-15,-3-2-2 0,0 5-1 0,-3-3 0 16,3-2-11-16,0 3 0 0,0-1 0 0,0 0 0 16,3 1 0-16,-3 2 10 0,3 0-10 0,3-3 10 15,3 3-82 1,0 0-17-16,0 0-3 0,0 0-1 0,0 0-63 0,0 0-13 0,-3-3-3 15,3-2 0-15,3 2 79 16,0-2 15-16,3 2 3 0,3-2 1 0,0 0 35 0,3 2 7 0,-3-2 2 16,3 2 0-16,0-2 62 0,0 2 13 0,3-2 3 0,-3 0 0 0,-1 2 13 15,1-2 3-15,0 2 1 0,-3 0 0 0,3-2-1 0,-3 3 0 16,3-1 0-16,-3 0 0 0,0 1 0 0,0-1 0 16,-3 3 0-16,0-3 0 0,3 3-51 0,-3 0-13 15,2 0 0-15,-2 0 0 0,3 3 0 0,-3-3 0 16,3 5 0-16,0-2 0 0,-3 2 0 0,0 0 0 15,0 3 0-15,0 0 0 0,0 3 0 0,-3 0 0 16,3-1 0-16,-6 3 0 0,3 1 0 0,-3 1 0 16,0-1 0-16,0 2 0 15,-3-1-48-15,0 1-13 0,0-2-3 0,0 1 0 0,-3-1 52 0,0-4 12 16,3 3 0-16,-3-2 0 0,0 0 0 0,3-3 0 0,-3-3 0 0,3 0 0 16,3-5 48-16,0 0 13 0,0 0 3 0,0 0 0 15,-3-8-52-15,0 0-12 0,3-2 0 16,0-1 0-16,3 1 0 0,0-4 0 0,0 1 0 0,0-3 0 15,3 3 0-15,0 0 0 0,0-1 0 0,0-1 0 16,3 1 54-16,-3 4 8 0,3-1 2 16,-3 1 0-16,3-1-52 0,0 3-12 0,0 3 0 0,-1 0 0 15,1-1 0-15,0 1 0 0,-3 2 0 0,3 3 0 16,-3 0 0-16,3 0 0 0,0 3 0 0,-3 2 0 16,0 1 0-16,0-1 0 0,0 0 0 0,0 6 0 15,-3-1 0-15,0 1-12 0,0-1 3 0,-3 1 0 0,3 0 9 16,-3-1 12-16,-3 1-2 0,0-1-1 15,3 1-9-15,-3 0 0 0,0-4 0 0,-3 1 0 16,3 0-21-16,0-2-7 16,3-6 0-16,0 0-1 0,0 0 29 0,0 0 13 0,0 0-1 0,0 0 0 0,0 0 4 0,-3-8 0 15,3 0 0-15,0 0 0 0,3-3-16 0,0 1 0 16,3-4 0-16,0 1 0 0,0 3 0 0,3-1 0 16,0-2 0-16,0 2 0 0,2 1 57 15,1-1 6-15,0 0 1 0,0 4 0 0,0-4-52 0,0 3-12 16,0 3 0-16,0-1 0 0,0 1 0 15,-3 2 0-15,3 1 0 0,-4 2 0 0,1 0 0 0,-3 2 0 16,0 1 0-16,0 2 0 0,0 3 0 0,0 0 0 16,-3 0 0-16,0 3 0 15,0 2-48-15,-3 0-13 0,3 1-3 0,-3 1 0 0,0 4 52 0,-3-3 12 0,0 0 0 0,3 0 0 32,-3-1-55-32,3-1-8 0,0-1-1 0,-3 0-1 15,3-5-101-15,0-3-20 0,3 1-4 0,-3-6-693 0</inkml:trace>
  <inkml:trace contextRef="#ctx0" brushRef="#br0" timeOffset="144322.911">20627 17083 1728 0,'6'-8'38'0,"-6"8"8"0,3-6 2 0,0 1 0 0,-3 5-39 0,3-3-9 0,-3 3 0 0,3-5 0 15,-3 5 104-15,0 0 20 0,0 0 3 0,0 0 1 16,0 0-52-16,0 0-9 0,0 0-3 0,0 0 0 16,0 0 0-16,0 0 0 0,0 0 0 0,0 0 0 15,0 0-51-15,-3 8-13 0,3 3 0 0,-3 2 0 16,3-3 0-16,-3 6 0 0,3-2 0 0,-3 4 0 31,3 1-48-31,0-1-13 0,0 1-3 0,0 2 0 0,0 3 38 0,3-3 7 0,-3-3 2 0,3 3 0 16,0-2-24-16,-3-3-5 0,3 0-1 0,-3-3 0 15,3-2 34-15,-3-1 13 0,0-2-11 0,3-3 11 0,-3 1-11 0,0-6 11 16,0 0-12-16,0 0 12 0,0 0 0 0,0 0 0 16,0 0 0-16,0-8 0 0,0 0 0 15,-3-3 11-15,3 1 0 0,0-4 0 0,0-1 42 0,0-4 9 16,0-2 2-16,3 0 0 0,-3-1-52 0,0 1-12 15,3 0 0-15,0 0 0 0,0 0 54 0,3 2 8 16,-3-2 2-16,0 3 0 0,3-1-52 0,0 3-12 16,3 0 0-16,0 0 0 0,-3-2 54 15,6 2 8-15,0 0 2 0,2 0 0 0,1-2-64 0,0 2-15 0,3 0-1 16,0 3-1-16,0 2 17 0,0 1 0 16,-4 2 0-16,1 2 0 0,0 4 0 0,0 2 0 0,-3 0 0 15,0 5 9-15,-3 0-9 0,0 6 0 0,-3-3 9 16,0 5-9-16,-3 0 12 0,0 3-1 0,-3-3-1 15,0 3 0-15,0 0-10 0,-3-3 0 0,0 1 0 16,-3-1 0-16,-3 0-10 0,0 0-4 0,-3-2-1 0,0 2 0 16,0-2 15-16,-6-3 0 0,3 0 0 0,-2 0 0 15,-1-1 0-15,3-1 0 0,-3 2 0 0,0-6 0 16,3 1 0-16,0-3 20 0,0 0-4 0,4-3 0 16,-1-2-64-1,3-3-12-15,0 0-4 0,0-5 0 0,3 0-80 0,0-3-17 16,3-3-3-16,0-2-1 0</inkml:trace>
  <inkml:trace contextRef="#ctx0" brushRef="#br0" timeOffset="145075.093">21127 16641 1728 0,'0'0'38'0,"0"0"8"0,0 0 2 0,0 0 0 0,0 0-39 0,0 0-9 0,0 0 0 0,0 0 0 16,0 0 71-16,0 0 12 0,-3 2 2 0,3-2 1 15,-3 6-26-15,0 2-4 0,1-3-2 0,2 3 0 16,-3 0-7-16,3 2-2 0,-3 1 0 0,3-1 0 15,0 4-30-15,-3 4-7 0,3 1 0 0,0 7-8 16,0 1 36-16,3 4 1 0,0 1 0 0,0-3 0 16,-1 0-26-16,4-2-11 0,-3-1 8 0,0-2-8 15,3 0 0-15,-3-3 0 0,3-2 0 0,-3-1 0 16,3 1 0-16,0-1 0 0,-3-2 0 0,3 0 0 16,0-3-52-1,-3-2-4-15,3-1 0 0,-3-2 0 0,3-2-147 0,-3-1-29 16,-3-5-7-16</inkml:trace>
  <inkml:trace contextRef="#ctx0" brushRef="#br0" timeOffset="145503.398">21220 17104 1458 0,'0'0'32'0,"0"0"6"0,0 0 2 0,0 0 1 0,0 0-33 15,0 0-8-15,0 0 0 0,0 0 0 0,0 0 61 0,0 0 11 16,0 0 1-16,0 0 1 0,0 0-26 0,0 0-6 15,6 2-1-15,0-2 0 0,3 0-3 0,-4 3-1 16,7-3 0-16,-3 0 0 0,3 0-1 0,3-3 0 0,-3 3 0 0,3-2 0 16,-3-1-16-16,0 0-4 15,3-2-1-15,-6 3 0 0,2-4-15 0,-2 1 0 0,0 0 0 16,3-1 0-16,-6 4 0 0,3-4 0 16,-3 4 0-16,0-4 0 0,0 4 49 0,-3-1 7 0,0 1 2 0,-3 2 0 15,0 0 10-15,0-6 1 0,0 1 1 0,0 5 0 16,-6-5-58-16,0-1-12 0,0 4 0 0,-3-4 0 15,0 4 0-15,0-1 0 0,0 3 0 0,-3 0 0 16,0 0 10-16,4 0-2 0,-4 3-8 0,-3-1 12 16,3 1-12-16,3 2 0 0,0-2 8 0,0 2-8 15,3 1 0-15,3-1 0 0,3-5 0 0,-3 5 0 16,6 0 0-16,0 3-10 0,3-2 2 0,3 2 0 16,0-3 8-16,0 0-12 0,3 1 12 0,0-1-12 15,-3-3 12-15,3 1-12 0,-1 0 12 0,1-3-12 16,0 0 12-16,3 0 16 0,-3-3-4 0,3 0-1 31,0 1-60-31,0-3-12 0,0-3-3 0,-1 2 0 0,1-2-86 0,3-2-18 16,3-3-3-16</inkml:trace>
  <inkml:trace contextRef="#ctx0" brushRef="#br0" timeOffset="146770.365">21443 17064 1404 0,'0'0'31'15,"0"0"6"-15,-3 5 2 0,3-5 0 0,0 0-31 0,0 0-8 0,0 0 0 0,-3 6 0 0,3-6 73 0,0 0 14 16,-3 8 2-16,3-8 1 0,0 0-26 0,0 0-6 16,0 0-1-16,3 5 0 0,-3-5-40 0,3 5-8 15,3-2-1-15,0-1-8 0,0 1 56 0,3 0 4 16,0-3 0-16,0 2 1 0,3-2-46 0,-1 0-15 16,1 0 8-16,6-2-8 0,-3-1 8 0,3 0-8 0,0 1 9 15,0-3-9-15,2-1 0 0,-2 1 0 16,0 0 0-16,0-1 0 0,-3-2 8 0,0 3-8 0,0 0 0 15,-3 0 0-15,-3-3 0 0,2 2 0 16,-5 1 0-16,0 2 0 0,0-2 0 0,-3 0 0 0,3 2-11 0,-6 3 11 16,0 0 16-16,0 0 10 0,0-5 2 0,0 5 1 15,-3-5 13-15,3 5 2 0,-3-6 1 0,-3 1 0 16,0 2-9-16,0 1-3 0,-5-1 0 0,2 3 0 16,0-3-7-16,-3 3-2 0,-3 0 0 0,3 3 0 15,-6 0-6-15,3-1-2 0,-3 1 0 0,0 0 0 16,1 2-7-16,-1-2-1 0,3 2-8 0,-3 0 12 31,0 0-30-31,3 1-6 0,3 2-2 0,-2 0 0 0,2 0 42 0,0-1 9 0,3 4 2 16,0 2 0-16,0-2-27 0,3 2 0 0,0-2 0 0,3 2 0 15,0 0-17-15,3 0 4 0,0 3 1 0,3-3 0 16,0 3-2-16,3 0 0 0,0-3 0 0,0 6 0 16,3-3 14-16,0-3-12 0,3 0 12 0,0 1-12 15,2-4 12-15,-2 1-12 0,6-3 12 0,0 0-12 16,0-3 12-16,0 0 0 0,0-2-10 0,-4-1 10 0,4-2 0 0,0-2-9 15,-3-1 9-15,0-2 0 16,0 0-28-16,0-3 2 0,-3 0 0 0,0-3 0 16,2 1-99-16,-2-4-20 0,-3 4-4 0,0-6-496 15,0 3-99-15</inkml:trace>
  <inkml:trace contextRef="#ctx0" brushRef="#br0" timeOffset="147587.887">21907 16963 1868 0,'0'0'41'0,"0"0"9"0,-3 6 2 0,3-6 0 0,0 0-42 0,0 0-10 0,0 0 0 0,0 0 0 16,0 0 73-16,0 0 13 0,0 0 2 0,0 0 1 16,0 0-40-16,0 0-8 0,0 5-1 0,6 0-1 15,-3 1-11-15,3-1-3 0,0 0 0 0,0 1 0 16,3-1-25-16,-3 0 0 0,3 3 0 0,-3 0 0 15,3 0 0-15,-3 0 0 0,3 2 0 0,-3 1 0 16,-3 2 0-16,3 1 0 0,-3-1 0 0,-3 3 0 16,3-3 0-16,-3 3 0 0,0 0 0 0,0-1 0 15,0 1 0-15,-3 0 0 0,0-3 0 0,0 1 0 16,0-4 0-16,3 1 0 0,-3-3 0 0,0-3 0 16,3-5 0-16,0 0 0 0,0 0 0 0,0 0 0 0,0 0 0 15,0-8 0-15,0-2 0 0,3-1 0 0,-3-2 0 0,3 0 0 16,0-3 0-16,3 0 0 0,-3 0 0 15,2 3 0-15,1-3 0 0,0 0 0 16,0 3 0-16,3-1 0 0,-3-1 0 0,3 4 0 16,0-2 0-16,3 2 0 0,-3 1 0 0,0-1 0 15,0 3 56-15,0 0 7 0,0 0 1 0,0 3 0 0,-1 0-52 0,1-1-12 16,-3 6 0-16,3-2 0 0,-3 2 0 0,0 2 0 16,3 1 0-16,-3 0 0 15,0 2-48-15,-3 3-13 0,3 0-3 0,-3 0 0 0,3 2 52 0,-3 1 12 16,0-1 0-16,0 4 0 15,0-1-54-15,-3 0-8 0,3-2-2 0,-3 2 0 0,0-2 52 0,0-1 12 16,0-2 0-16,-3 3 0 0,3-3 0 0,-3 0 0 0,3-1 0 0,-3-1 0 16,3-6 0-16,0 0 0 0,0 0 0 15,0 0 0-15,0 0 0 0,0 0 0 0,0 0 0 0,0 0 0 16,-3-3 48-16,-3-2 13 0,3 0 3 0,3-1 0 16,-3-2-52-16,3 3-12 0,0-6 0 0,0 3 0 15,3 1 54-15,-3-4 8 0,3 3 2 0,0-3 0 16,0 4-52-16,3-1-12 0,0 0 0 0,0 0 0 15,0 0 0-15,0 2 0 0,3-1 0 0,-3 1 0 16,2 4 0-16,-2-4 0 0,3 4 0 0,0-1 0 16,-3 3 0-16,3-3 0 0,-3 3 0 0,3 0 0 15,-3 3 0-15,0-3 0 0,0 3 0 0,0-1 0 16,0 1 0-16,0 2 0 0,-3 1 0 0,0 1 0 16,0-1 0-16,-3 4 0 0,3-2 0 0,-3 6 0 15,0-4 0-15,-3 3 0 0,3 1 0 0,-3-1 0 16,0 3-48-16,-3 0-13 0,3-1-3 0,0 1 0 15,-3 0 0-15,3-3 0 0,0 3 0 0,-3-3 0 16,3-2 32-16,0 0 5 0,0-3 2 0,0 0 0 16,3-1-12-16,0-7-3 15,0 0 0-15,0 0 0 0,0 0 26 0,0 0 5 0,0 0 1 0,0 0 0 0,0 0 8 0,0 0 0 16,3-5 0-16,3 0 0 0,-3 0 10 0,3-1-2 16,0-2-8-16,-3 3 12 0,3 0-12 0,0-1 0 15,-3 1 0-15,3 3 0 16,-3-4-48-16,3 4-13 0,-3-1-3 0,3 0-742 0</inkml:trace>
  <inkml:trace contextRef="#ctx0" brushRef="#br0" timeOffset="148180.105">22494 17088 1638 0,'0'0'46'15,"0"0"11"-15,0 0-45 0,0 0-12 0,0 0 0 0,0 0 0 0,6 3 60 0,0-3 9 16,0 2 3-16,-1-2 0 0,4 3-32 0,0-1-5 16,0-2-2-16,0 0 0 0,0 0-11 0,0 0-2 15,0 0-1-15,0 0 0 0,3-2-31 0,-3-1-5 16,0 3-2-16,0-2 0 0,3-4 19 0,-1 4 0 16,-2-4 0-16,3 4 0 0,-3-4 39 0,3 1 11 15,-3 2 2-15,0-2 1 0,0 2-33 0,0 1-8 16,-3-1 0-16,0 1-1 0,0-4 41 0,-6 6 8 0,0 0 1 0,0 0 1 15,0 0-20-15,-3-5-4 16,-3 2-1-16,3 1 0 0,-3-1-6 0,-3 0-2 0,0 3 0 0,-3-2 0 16,-3 2-29-16,3 2 0 0,0-2 0 0,-3 3 0 15,4 2 0-15,-1 1 0 0,-3 2 0 0,0-1 0 16,0 1 15-16,0 3-3 0,0 0-1 0,0-1 0 16,3-2-11-16,4 5 0 0,-1-2 0 0,3 2 0 15,0 0 0-15,3 3 0 0,0-3-10 0,6 3 10 16,0 0-17-16,3 0 2 0,0 0 1 0,0-3 0 15,5 0-6-15,-2-2-2 0,3 0 0 0,3-3 0 16,-3 2 2-16,0-2 0 0,3 0 0 0,-3 0 0 16,3 0 4-16,0-3 2 0,-1-2 0 0,4-1 0 15,-3 1 4-15,3-3 1 0,0-3 0 0,3-4 0 16,-3-1-34-16,2 0-6 16,1-6-2-16,3 1 0 0,-6 0-112 0,3-3-22 15,0-2-5-15</inkml:trace>
  <inkml:trace contextRef="#ctx0" brushRef="#br0" timeOffset="148775.04">22976 17008 1544 0,'0'0'34'0,"0"0"7"0,0 0 2 0,0 0 0 0,0 0-35 0,0 0-8 0,0 0 0 0,0 0 0 16,0 0 88-16,0 0 16 0,0 0 4 0,0 0 0 15,0 0-20-15,0 0-4 0,0 0-1 0,0 0 0 16,0 0-23-16,0 0-5 0,0 0-1 0,0 0 0 16,6 0-19-16,0-2-4 0,0 2-1 0,-3 2 0 15,3-2-10-15,-3 3-1 0,3-3-1 0,-3 5 0 16,3-2-6-16,-1 2 0 0,-2-2-1 0,0 5 0 15,0 0-11-15,0 2 0 0,0 1 9 0,0 2-9 16,-3 3 0-16,3-3 0 0,-3 3 0 0,0 3 0 16,-3-3-47-16,3 0-13 15,-3-1-4-15,0 1 0 0,0-2 52 0,0-1 12 0,0 0 0 0,0-2 0 16,-2-1 0-16,2-2 0 0,0-3 0 0,0 1 0 16,3-6-10-16,0 0 1 0,0 0 0 0,0 0 0 15,0 0 9-15,-3-6 0 0,3-2 10 0,0-2-10 0,0-3 8 16,0-1-8-16,3 1 0 0,3 0 9 15,-3 0-9-15,2-3 0 0,1 3 0 0,0-1 0 16,0 1 56-16,3 0 7 0,0 0 1 0,0 2 0 16,0 1-52-16,0 2-12 0,3 0 0 0,-3 0 0 0,0 0 0 15,3 2 0-15,-3 1 0 0,3 3 0 16,-4-4 11-16,1 6-1 0,0-2 0 0,3 4 0 0,-3-2-2 0,0 6-8 16,0-1 12-16,0 3-4 0,0 2-8 0,0 4 12 15,0 1-12-15,0 1 12 0,0 5-12 0,-1 3-12 16,-2 0 2-16,3 3 1 0,-3-1 1 0,0 0 0 15,-3-2 0-15,3-3 0 16,-3 1-20-16,3-6-3 0,-3-1-1 0,0-4 0 16,0 0-36-16,-3-3-8 0,0-3-2 0,0-5 0 15,0 0-147-15,0 0-30 0</inkml:trace>
  <inkml:trace contextRef="#ctx0" brushRef="#br0" timeOffset="149046.134">23405 16831 2163 0,'0'-8'48'0,"0"0"9"0,2-2 3 0,-2-1 0 0,3-2-48 0,0 5-12 0,0-3 0 0,0 1 0 16,0 2 58-16,-3 3 9 0,3 2 1 0,0-2 1 15,-3 5-28-15,0 0-5 0,0 0-2 0,0 0 0 16,3 5-6-16,0 0-2 0,0 3 0 0,0 3 0 16,-3 2-10-16,3 3-3 0,0 2 0 0,0 6 0 15,-3 3-5-15,3-1-8 0,-3 3 11 0,3 0-11 0,-3-5 9 16,3 5-9-16,-3-2 0 0,0-1 9 15,0 3-9-15,0-2 0 0,0-1 0 0,0 6 0 16,0 0-8-16,3-3-8 0,-3 0 0 0,0 0-1 0,3-3 17 0,-3-2 0 16,0-5-8-16,0-1 8 15,0-4-53-15,0-1-7 0,0-3-2 0,0 1 0 16,0-6-104-16,0-5-21 0,0 0-4 0,0 0-410 16,0 0-83-16</inkml:trace>
  <inkml:trace contextRef="#ctx0" brushRef="#br0" timeOffset="149241.866">23369 17173 1933 0,'0'0'42'0,"0"0"9"0,0 0 1 0,0 0 4 0,0 0-45 0,0-6-11 0,0 6 0 0,0-2 0 16,3-4 76-16,3 1 14 0,-3 0 2 0,3-1 1 16,0 4-41-16,0-4-8 0,0 1-1 0,2 3-1 15,1-6 18-15,6 2 3 0,0 4 1 0,3-4 0 16,3-2-52-16,3 3-12 0,2-5 0 0,7 2 0 31,0-3-29-31,0-2-9 0,2-3-2 0,1 3-720 0,-3-3-145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22:41:45.8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15332 6681 1544 0,'0'0'34'0,"0"0"7"0,0 0 2 0,0 0 0 0,0 0-35 0,-3-3-8 0,-3 1 0 0,0-1 0 31,0 3 94-31,0-2 17 0,0-1 3 0,-6 3 1 0,3-3-55 0,-3 3-10 0,4 0-2 0,-7 0-1 16,3 3-31-16,-3 0-5 16,-3-1-2-16,0 3 0 0,0-2-9 0,3 2 0 0,-2 1 0 0,2-1 0 15,3 0 0-15,0 3 0 0,0-2 0 0,0 1 0 0,6 1 0 16,-3-2 0-16,6 2 0 0,-3 0 0 15,6-3 0-15,0 3 0 0,3 0 0 0,0 0 0 16,6 0-8-16,0 0 8 0,3 0-10 0,3-1 10 16,0 1 0-16,3-2 0 0,-1 2 0 0,4 0 0 15,-3-1 0-15,3 1 0 0,0 0 0 0,0 0 0 0,-4 0 0 0,1 0 0 16,-6 0 8-16,0-3-8 16,-3 3 0-16,0 0 0 0,-6-2 8 0,0 2-8 15,0-1 0-15,-6 1-17 0,0 0 3 0,-3 0 1 16,0 3-14-16,-3-3-2 0,-6 0-1 0,0 2 0 15,1 1 1-15,-4-3 0 16,-3 2 0-16,0 1 0 0,0 0 8 0,-3 2 1 0,3-3 1 0,1 1 0 16,2 0-12-16,0-1-2 0,0-5-1 0,3 3 0 15,0-2-121-15,0-1-24 0</inkml:trace>
  <inkml:trace contextRef="#ctx0" brushRef="#br0" timeOffset="377.32">15424 6991 1571 0,'0'0'44'0,"0"0"11"15,0 0-44-15,0 0-11 0,0 0 0 0,0 0 0 16,0 0 114-16,-3 2 21 0,3-2 4 0,-6 6 1 16,6-6-73-16,0 5-15 0,-3 0-2 0,3 1-1 15,0 1-33-15,0-1-6 0,0 2-2 0,0-3 0 16,3 3-8-16,0 0 0 0,0-3 0 0,0 3 8 15,3 0-8-15,0 0 0 0,0 0 0 0,3 0 0 16,-3 0 0-16,3 0-9 0,3-3 9 0,-3 0-13 0,0-2 13 0,0-3-11 16,2 3 11-16,1-3-10 0,-3 0 18 0,0-3 3 15,0 3 1-15,0-3 0 0,-3-2 33 16,0 2 7-16,0-2 2 0,-3 0 0 16,0-3 9-16,-3 3 1 0,0-3 1 0,0 0 0 15,0 0-18-15,-3 0-4 0,-3 0-1 0,3 0 0 0,-3 0-25 0,-3 0-5 16,3 0 0-16,-3-2-1 15,0 4-11-15,0 1 0 0,-3-3 0 0,1 3 0 16,2-1-19-16,-6 4-5 0,3-4-2 0,-3 4 0 16,0 2-86-16,3 0-18 0,-3 0-3 0,-3 2-603 0,7-2-121 15</inkml:trace>
  <inkml:trace contextRef="#ctx0" brushRef="#br0" timeOffset="955.43">14567 6790 1552 0,'0'0'44'0,"-3"-6"10"0,-3 1-43 0,3 2-11 16,0-2 0-16,-3 2 0 0,0 1 112 0,0-1 20 15,-3 3 4-15,0-2 0 0,0 2-96 0,-2 0-20 16,-1 0-4-16,-3 2-1 0,3 3-15 0,-6 1 11 16,3-1-11-16,0 0 10 0,0 3-10 0,0 0 0 15,1 3 0-15,2-3 8 16,0 2-8-16,3 1 0 0,0-1 0 0,3 1 0 0,3 0 0 0,0 2-9 16,3-5 9-16,3 2 0 0,0 1-10 0,3 0 10 0,0 2-8 15,6-3 8-15,0 1 0 0,0 0 0 16,2-1 0-16,1 1 0 15,0-1 0-15,0-2 9 0,0 3 0 0,3-3 0 0,-3 0 4 16,0-3 1-16,-4 0 0 0,-2 1 0 0,3-4-4 16,-3 4-1-16,-3-1 0 0,0-3 0 15,0 1 1-15,-3 0 0 0,0 2 0 0,-3-5 0 0,-3 5-10 0,3 3 0 0,-6-2 0 16,0-1 0 0,-3 3-49-16,-3-3-12 0,0 3-3 0,-2-3 0 0,-1 3 52 15,-3 0 12-15,3-3 0 0,-3 3 0 16,3-2-134-16,-3-1-24 0,3 0-5 0</inkml:trace>
  <inkml:trace contextRef="#ctx0" brushRef="#br0" timeOffset="1229.71">14683 6996 2149 0,'0'0'47'0,"0"0"9"0,0 0 3 0,0 0 2 0,0 0-49 0,0 0-12 0,0 0 0 0,0 0 0 0,0 0 114 0,0 0 20 15,0 0 4-15,0 0 1 16,0 0-60-16,-6 3-12 0,3 2-3 0,-3 3 0 0,3 0-51 0,-3 0-13 0,3 5 0 0,0-2 0 31,0 4 0-31,0-1 0 0,0 4 0 0,0-2 0 0,0 0 0 0,0 2 0 16,0 1 0-16,0 0 0 0,0-4 0 0,1 4 0 0,-1-1 0 16,0-2 0-1,0 0 0-15,0 0 0 16,-3 0 0-16,3 0 0 0,0 0 0 0,0 0 0 0,0-3 0 0,3 3 0 31,-3 0-151-31,3-3-33 0,3-3-6 0,-3 4-2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2:36:03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19764 3204 1571 0,'0'0'44'0,"0"0"11"0,0 0-44 0,0 0-11 0,0 0 0 0,0 0 0 16,0 0 100-16,0 0 19 0,0 0 3 0,0 0 1 16,0 0-47-16,0 0-10 0,0 0-2 0,0 0 0 15,0 0 0-15,0 0 0 0,0 0 0 0,-3 8 0 16,3-5 0-16,0 5 0 0,0-3 0 0,0 0 0 16,0 1-51-16,0-1-13 0,3 3 0 0,-3-3 0 15,0 3 14-15,3-3 0 0,-3 6 0 0,0-3 0 16,0 0 2-16,0 2 0 0,0 1 0 0,0 2 0 15,0-2 14-15,0 2 3 0,0 3 1 0,0-3 0 16,0 3-34-16,0 0-12 0,0 3 0 16,3-4 0-16,-3 1 12 0,0 3 0 0,3-3 12 0,-3 2-12 15,3 1 12-15,-3-6-12 0,3 5 12 0,0 1-12 16,-3-3 12-16,3 2-4 0,-3 1 0 0,3-6-8 16,-3 3 13-16,0 0-4 0,3-3-1 0,-3 6 0 15,0-3 2-15,3 2 0 0,-3 1 0 0,0-1 0 16,0-2-2-16,0 5 0 0,0-5 0 0,3 5 0 15,-3-8-8-15,0 6 10 0,0-3-10 0,0 2 10 16,0-4-10-16,3 1 12 0,-3 1-12 0,0 0 12 0,0 0-12 16,0 3 8-16,0-9-8 0,0 3 8 0,0 3-8 15,3-3 0-15,-3 1 9 0,0 2-9 0,0-3 0 0,3 3 9 16,-3-3-9-16,0 3 0 0,3 0 10 0,-3 5-10 16,0-8 8-16,3 3-8 0,-3 0 8 0,0 2-8 15,3-2 0-15,-3 0 8 0,0 3-8 0,0-4 8 16,0-1-8-16,3 2 8 0,-3 2-8 0,0-7 10 15,0 5-10-15,0-1 10 0,0 1-2 16,0 0-8-16,-3-3 12 0,3 3-4 0,0-2-8 0,-3 1 10 0,3 1-10 16,-3 3 10-16,3-1-10 0,0 1 0 0,-3-3 9 0,3 8-9 15,0-9 0-15,0 7 0 16,0-4 0-16,-3 1 8 0,3-1-8 0,0 1 0 0,0-1 0 0,0 1 0 16,0-3 0-16,0 2 0 0,0 1 0 0,0-1 0 15,0-2 0-15,0 0 0 0,0 2 0 16,-3 1 0-16,3-1 0 0,0 1 0 0,0 0 0 0,0 2 0 15,0-3 0-15,0 3 0 0,0-2 0 16,0 2 0-16,0-2 0 0,3-1 0 0,-3 1 0 0,0 2 0 16,0-5 0-16,0 0 0 0,0 2 0 0,0 1 0 15,0-1 0-15,0-2 0 0,0 0 0 0,0 2 8 16,0-2-8-16,-3 0 0 0,3 3 0 0,0-1 0 16,-3 1 8-16,3-1-8 0,0 3 10 0,-3-2-10 15,3 2 8-15,0-2-8 0,0-1 0 0,0 3 0 16,0-5 8-16,0 3-8 0,0-1 0 0,-3 1 9 15,3-3-9-15,0 0 8 0,0-1-8 0,0 1 8 16,0 0-8-16,0-3 0 0,0 3 9 0,-3-3-9 0,3 3 0 16,0-2 9-16,0-1-9 0,0 0 0 0,0 0 8 15,0 1-8-15,0-1 0 0,-3-3 0 0,3 4 8 0,0-4-8 16,0 1 0-16,0-3 0 0,0 2 0 0,0-4 0 16,0-1 0-16,0 0 0 0,0-5-12 0,0 0-10 15,0 0-2-15,0 0 0 16,0 0-161-16,3-8-33 0,0-5-6 0</inkml:trace>
  <inkml:trace contextRef="#ctx0" brushRef="#br0" timeOffset="3147.982">19862 3244 1162 0,'0'0'25'0,"0"0"6"0,0 0 1 0,-6 0 1 0,6 0-33 0,-6 0 0 0,6 0 0 0,-8 0 0 16,8 0 66-16,0 0 6 0,-6-3 2 0,0 1 0 15,3 2 0-15,0-3 0 0,3 3 0 0,-6-3 0 16,3 1 1-16,-3-1 0 0,3 3 0 0,3 0 0 16,-3 0-16-16,3 0-3 0,-3-5-1 0,3 5 0 15,-6-3-17-15,6 3-3 0,0 0-1 0,0 0 0 16,0 0-11-16,-6 0-3 0,6 0 0 0,0 0 0 16,0 0-4-16,0 0 0 0,0 0-1 0,0 0 0 15,0 0-6-15,0 0-1 0,0 0 0 0,0 0 0 16,0 0-8-16,0 0 12 0,0 0-12 0,0 0 12 15,6 3-1-15,-3 2 0 0,3-2 0 0,0-1 0 16,3-2 2-16,-3 3 1 0,6-3 0 0,-4 3 0 16,7-3-2-16,-3 0 0 0,3 0 0 0,0 0 0 15,0 0-4-15,3 0 0 0,0 0-8 0,0 0 12 0,-1 0-12 16,4 0 8-16,0 0-8 0,0 0 0 0,3 0 8 0,-3 0-8 16,-1 0 0-16,1 0 0 0,-3-3 0 0,3 3 8 15,0-3-8-15,-3 3 0 0,2-2 0 0,-2 2 0 16,6-3 0-16,-3 3 0 0,0-5 0 0,0 5 0 15,2-3 8-15,1 3-8 16,-3 0 0-16,0 0 0 0,0-5 0 0,0 5 0 0,-1-3 0 0,-2 3 0 16,3 0 0-16,-3-5 0 0,0 2 0 0,0 3 0 15,0-2 0-15,-1 2 0 0,-2-3 0 0,3 0 0 0,0 3 0 16,0 0 0-16,3 0 0 0,-3 0 0 16,-1 0 0-16,1 0 0 0,0 0 0 0,0 0 0 0,0-2 0 15,0 2 0-15,0 0 0 0,-4 0 0 0,4 0 0 16,-3 0 0-16,3 0 0 0,0 0 0 0,-3 0 0 15,-3 0 0-15,3 0 8 0,-1 0-8 0,1-3 0 0,-3 3 0 16,3 0 0-16,0 0 8 0,-3 0-8 0,3 0 0 16,0-5 0-16,0 5 8 0,2-3-8 0,-2 3 0 15,3 0 8-15,-3 0-8 0,3 0 0 0,0-5 9 16,0 5-9-16,0-3 8 0,-1 3-8 0,4 0 8 16,-3-5-8-16,0 5 10 0,3-3-10 0,-3 3 10 15,-1 0-10-15,1-2 8 0,0 2-8 0,0 0 8 16,3-3-8-16,-3 3 0 0,3 0 0 0,2 0 0 15,-2 0 8-15,3 0-8 0,-3 0 0 0,3 0 8 16,-3 0-8-16,2 0 0 0,-2-5 0 0,3 5 8 0,-3 0-8 16,0-3 8-16,-3 3-8 0,2 0 8 0,-2 0-8 15,0 0 0-15,0 0 0 0,3-5 0 0,0 5 8 0,-4 0-8 16,1-3 0-16,3 3 8 16,-3 0-8-16,0 0 8 0,3-5-8 0,0 5 8 0,-1-3-8 15,-2 3 0-15,3-2 9 0,0 2-9 0,0-3 0 0,-3 3 9 16,2-3-9-16,-2 3 0 0,0-2 0 15,0 2 0-15,0 0 0 0,0 0 0 0,0 0 0 0,-1 0 0 16,1 0 0-16,0 0 0 0,0 0 8 0,0 0-8 16,3 0 0-16,-3 0 0 0,2 0 8 0,1 0-8 15,-3-3 0-15,3 3 0 0,-3 0 0 0,3 0 0 0,0 0 0 16,-4-5 0-16,4 5 8 0,-3-3-8 0,0 3 0 16,0 0 0-16,0 0 0 0,-3 0 0 0,2 0 0 0,4 0 0 15,0 0 0-15,0 0 0 0,0 0 0 0,0 0 0 16,2 0 0-16,1 0 0 0,0 0 0 0,0 0 0 15,-3-5 0-15,0 5 0 16,2 0 0-16,-2-3 0 0,0 3 0 0,-3 0 0 0,3 0 0 16,-3 0 0-16,-1 0 9 0,1 0-1 0,0-5-8 0,0 5 12 15,3 0-12-15,-3-3 11 0,0 3-11 0,-1-3 10 16,-2 3-10-16,0 0 0 0,0-2 9 0,-3-1-9 16,0 3 8-16,0-2-8 0,-3 2 8 0,0-3-8 15,0 3 12-15,-1 0-1 0,-2-5-1 0,3 5 0 16,-3 0-1-16,0-3 0 0,0 3 0 0,0 0 0 15,-3 0-9-15,3 0 10 0,0 0-10 16,0 0 10-16,-3 0-10 0,3 0 0 0,0 0 9 0,0 0-9 16,-6 0 0-16,6 0 8 0,0 0-8 0,-3 0 0 15,3 0 0-15,-6 0 9 0,6 3-9 0,-3 2 0 16,0-5 10-16,3 0-10 0,-6 0 8 0,3 5-8 0,0-2 9 16,-3-3-9-16,2 5 10 0,-2-5-10 0,3 8 12 0,0-5-3 15,-3-3-1-15,3 5 0 0,-3 3 3 0,3-3 0 16,-3 1 0-16,0-6 0 0,0 10-2 0,0-7 0 15,0 5 0-15,0-3 0 16,0 3-9-16,0 0 0 0,0 0 9 0,0 0-9 0,0 0 0 0,-3 2 9 16,3-2-9-16,0 0 0 0,0-3 0 0,-3 3 0 15,3 3 0-15,-3-3 0 0,3 0 8 0,0 2-8 0,-3-2 0 16,3 3 0-16,0-1 0 0,-2 1 0 16,2 2 0-16,-3 1 0 0,0 1 8 0,3-4-8 15,-3 0 0-15,0 4 0 0,3-1 0 0,-3 2 0 16,0-6 0-16,0 6 0 0,3-3 8 0,-3 3-8 0,0-3 0 15,0 3 0-15,-3-3 0 0,3 1 0 16,0 2 0-16,0-1 0 0,0-1 0 0,0-1 0 0,0 3 8 0,0-3-8 16,0 3 0-16,0-6 0 0,-3 1 8 0,3 5-8 15,3-5 0-15,-3 7 0 0,0-7 8 0,3 5-8 16,-3 2 0-16,0-2 0 0,3 5 0 0,-3-5 0 16,3 5 8-16,-3-5-8 0,3 5 0 0,-3-5 0 15,3 3 8-15,-3-1-8 0,3-2 0 0,-3 2 0 16,3 1 0-16,-3 0 8 0,3-6-8 0,-3 5 0 15,0-2 10-15,3 3-10 0,-3-3 8 0,3 2-8 16,-3 3 0-16,0 0 8 0,3 1-8 0,-3 1 0 16,3 4 8-16,-3-6-8 0,3 5 0 0,-3 1 8 15,3-6-8-15,0 3 0 0,-2-3 0 0,2 0 8 0,-3 3-8 16,3-5 0-16,0 2 0 0,-3-3 0 16,3 1 0-16,0 2 0 0,0 3 8 0,-3 0-8 15,3-1 0-15,0 4 0 0,0-3 0 0,0 5 8 0,0-3-8 0,0 1 0 16,0-3 0-16,0-1 0 0,0 4 0 15,0-9 0-15,0 6 8 0,0-3-8 0,0-2 0 0,0-1 0 16,0 4 0-16,0-1 0 0,0 2 0 0,3-1 0 16,-3 4 8-16,0-2-8 0,3 2 0 0,-3-2 0 15,3 0 0-15,-3 0 0 0,0-3 0 0,2-2 0 16,-2-1 0-16,0 1 0 0,0-1 0 0,3 1 0 0,-3-4 0 16,3 1 0-16,0 0 0 0,-3 0 0 0,3-3 8 15,0 3-8-15,-3-3 0 0,3 3 0 0,-3 0 0 16,3 0 0-16,-3 0 0 0,3 2 0 0,-3-2 0 0,3 3 8 15,-3-6-8-15,3 3 0 0,-3 0 0 16,3 0 0-16,-3-3 0 0,3 3 0 0,-3-3 8 0,3 0-8 16,0-2 0-16,-3 2 0 0,3-5 0 0,-3 3 0 15,3-1 0-15,-3 3 8 0,3-5-8 0,-3 3 0 16,0 0 0-16,0-4 0 0,3 1 8 0,-3 0-8 16,3 0 0-16,0-2 0 0,-3 2 0 0,3-1 0 15,-3-1 0-15,0 4 8 0,3-7-8 0,-3 5 0 16,0-3 0-16,0 1 0 0,0-1 8 0,-3 3-8 15,3-8 0-15,0 5 0 0,0-5 9 0,0 8-9 16,-3-3 0-16,3-5 9 0,0 0-9 0,-3 6 0 16,3-6 13-16,0 0-4 0,-3 5-1 0,3-5 0 15,-6 3 3-15,0-1 0 0,0 1 0 0,0-1 0 16,0-2-3-16,0 3 0 0,0-3 0 0,-3 0 0 0,1 0-8 16,2 0 8-16,-3 0-8 0,-3 0 8 0,3-3-8 15,0 3 0-15,-3-2 9 0,3 2-9 0,-3 0 0 0,3-3 0 16,0 3 0-16,0-2 8 0,-3 2-8 0,4 0 0 15,-1 0 0-15,-3 0 0 0,3 0 0 0,0 0 0 16,0 0 0-16,-3 0 0 0,3 0 0 0,0 0 0 16,0 0 0-16,0 0 0 0,0 0 0 0,0 0 0 15,0 0 0-15,-2 0 0 0,-1 0 0 0,0 0 0 16,0 0 0-16,0 0 0 0,0 0 0 0,-3-3 0 16,0 3 0-16,-3 0 0 0,4-3 0 0,-4 3 0 15,3-2 0-15,-6 2 0 0,3 0 0 0,0 2 0 16,-3-2 0-16,4 3 0 0,-4-3 0 0,0 3 0 15,0-1 0-15,3 1 0 0,0-3 0 0,-3 2 0 0,4 1 0 0,-4 0 0 16,-3-3 0-16,3 2 0 0,-3-2 0 0,1 0 8 16,-1 0-8-16,0 3 0 0,-3-3 0 15,0 3 0-15,3-1 0 0,-2 1 0 0,-1-3 0 0,3 3 0 16,0 2 0-16,3-2 0 0,-2-1 0 0,2 1 0 16,0-1 0-16,-3 1 0 0,0-3 0 0,-2 0 0 15,2 3 0-15,0-1 0 0,-3 1 0 0,-3-3 0 16,4 3 0-16,-1-3 0 0,0 2 0 0,0 1 0 15,3 0 0-15,1-3 0 0,-4 2 0 0,3-2 8 16,0 3-8-16,-3-3 0 0,1 0 0 0,-1 0 0 16,3 0 0-16,-3 0 0 0,-3 0 0 0,4 0 0 15,2 0 0-15,-3 0 0 0,0 3 0 0,3-3 0 16,4 0 0-16,-4 0 0 0,3 0 0 0,0 0 0 16,0 0 0-16,0 0 0 0,1 0 0 0,-1 0 0 0,-3 0 0 15,3 0 0-15,0-3 0 0,0 3 0 0,1 0 0 16,-1 0 0-16,0 0 0 0,0 0 0 0,3 0 0 15,-3 0 0-15,4 0 0 0,-4 0 0 0,6 0 0 16,-3 0 0-16,3 0 0 0,0-3 0 0,-3 3 0 0,3 0 0 16,1 0 0-16,-1 0 8 0,0-2-8 0,0 2 0 15,-3 0 0-15,0 0 0 0,3-3 0 0,-3 3 0 16,1 0 0-16,-1 0 0 0,0 0 0 0,0 0 0 0,0 0 0 16,0 0 0-16,3 0 0 0,-2 0 0 15,2 3 0-15,-3-3 0 0,3 0 0 0,0 2 0 0,3-2 0 16,0 0 0-16,-3 3 0 0,3-3 0 0,1 0 0 15,-4 0 0-15,0 0 0 0,0 0 0 16,0 0 0-16,3 0 0 0,-3 0 0 0,3 0 0 0,0 0 0 16,-2 0 0-16,2 0 0 0,-3 0 0 0,3 0 0 0,0 0 0 15,0 0 0-15,-3 0 0 0,3 0 0 0,-3 0 0 16,3 0 0-16,-2 0 0 0,2 0 0 0,0 0 0 16,-3 0 0-16,3 0 0 0,0 0 0 0,0 0 0 15,0 0 0-15,0 0 0 0,3 0 0 0,-3 0 0 16,4 0 0-16,-1 0 0 0,0 0 0 0,0 0 0 15,0 0 0-15,0 0 0 0,0 0 0 0,-3 0 0 16,3 0 0-16,0 0 0 0,0 0 0 0,-3 0 0 16,3 0 0-16,1 0 0 0,-1 0 0 0,0 0 0 15,0 0 0-15,0 0 0 0,0 0 0 0,0 0 0 16,0 0 0-16,0 0 0 0,0 0 0 0,-3 0 0 16,3 0 0-16,0 0 0 0,0 0 0 0,-2 0 0 0,5 0 0 15,-6 0 0-15,3 0 0 0,0 0 0 0,0 0 0 16,0 3 0-16,0-3 0 0,0 0 0 0,3 0 0 15,-3 0 0-15,3 0 0 0,-3 2 0 16,3-2 0-16,0 3 0 0,6-3 0 0,-8 0 0 0,2 0 0 0,6 0 0 16,-6 0 0-16,6 0 0 0,-6 0 0 0,6 0 0 15,0 0 0-15,-6 0 0 0,6 0 0 0,-6 0 0 16,6 0 0-16,0 0 0 0,-6 0 0 0,6 0 0 16,-6 0 0-16,6 0 0 0,0 0-10 0,0 0 0 0,-6-3 0 15,0 1 0 1,6 2-72-16,-3-3-14 0,-3-2-4 0,3 2-873 15,0-5-175-15</inkml:trace>
  <inkml:trace contextRef="#ctx0" brushRef="#br0" timeOffset="13800.424">17570 3887 1036 0,'0'0'23'0,"0"0"5"0,0 0 0 0,0 0 1 0,0 0-29 0,0 0 0 0,0 0 0 0,0 0 0 16,3 5 108-16,0-2 16 0,3 0 4 0,-3 2 0 15,3-5-40-15,0 2-7 0,0 1-1 0,0 0-1 16,3-3-24-16,0 2-5 0,0-2-1 0,3 3 0 15,-3-3 12-15,3 0 3 0,-1 0 0 0,1 5 0 16,3-5-52-16,-3 0-12 0,3 0 0 0,-3 0 0 16,3 0 0-16,-3 3 0 0,3-3 0 0,0 5 0 15,-1-5 54-15,4 0 8 0,0 0 2 0,3 3 0 16,0-3-56-16,0 0-8 0,2 3-8 0,1-3 8 16,-3 0 0-16,3 0 14 0,-3 0-1 0,3 2 0 15,-4-2-2-15,1 3-1 0,0-3 0 0,0 0 0 16,0 3-22-16,-3-3-4 0,-1 0 0 0,4 2-1 0,0 1 65 15,0-3 12-15,3 0 4 0,-3 0 0 0,2 0-64 16,1 0-16-16,0 0-2 0,0 0 0 0,0 0 18 0,0 0 16 16,-4 0-4-16,4 0 0 0,-3 0 0 0,-3 0 0 15,3 0 0-15,-3 0 0 0,2 0-3 0,-2 0-1 0,0 0 0 16,0 0 0-16,3 0 0 0,-3 0 0 16,2 0 0-16,1 0 0 0,0-3-8 0,-3 3 10 0,3-2-10 15,0 2 10-15,0-3-10 0,-1 3 12 0,1 0-12 0,0 0 12 16,0 0-12-16,-3 0 8 15,0 0-8-15,-1 0 8 0,-2 0-8 0,3 0 0 0,-3 0 9 16,3 0-9-16,-3 0 0 0,0 0 0 0,3 0 0 16,-1 0 8-16,-2 0-8 0,3 0 0 0,0 0 0 0,-3 0 8 15,0 0-8-15,3 0 0 0,-3 0 0 16,-1 0 0-16,1 0 0 0,0 0 9 0,-3 0-9 0,3 3 0 16,0-3 8-16,-3 0-8 0,3 0 0 0,-3 0 0 15,2 0 0-15,-2 0 10 0,-3 0-10 0,3 0 8 16,0 0-8-16,-3 0 12 0,0 0-12 0,0 0 12 15,0 0-12-15,3 0 10 0,-3 0-10 0,0 0 10 16,0 0-2-16,-1 0-8 0,-2 0 12 0,3 0-4 16,0 0-8-16,0 0 8 0,-3 0-8 0,3 0 8 15,0 2-8-15,0-2 0 0,0 0 0 0,-3 0 0 16,3 0 0-16,0 0 8 0,0 0-8 0,-3 0 0 16,2 0 0-16,-2 0 0 0,0 0 0 0,0 0 0 0,0-2 0 15,0 2 8-15,0 0-8 0,-3 0 0 0,6 0 0 0,-3 0 0 16,0 0 0-16,0 0 0 15,-3 0 0-15,3 2-11 0,0-4 11 0,3 2-12 16,-3 0-81-16,0 0-17 0,3-3-3 0,-3 3-679 16,2-3-136-16</inkml:trace>
  <inkml:trace contextRef="#ctx0" brushRef="#br0" timeOffset="14958.379">17886 5549 1267 0,'0'0'28'0,"0"0"5"0,0 0 2 0,-6 2 1 0,6-2-36 0,-6 0 0 0,6 0 0 0,-6 3 0 16,6-3 100-16,-6 0 14 0,0 3 2 0,6-3 1 15,0 0-45-15,-6 0-8 0,6 0-3 0,-6 0 0 16,6 0-6-16,0 0-2 0,0 0 0 0,0 0 0 16,0 0-22-16,0 0-5 0,-6 0-1 0,6 0 0 15,0 0 31-15,0 0 7 0,0 0 1 0,0 0 0 16,0 0-55-16,0 0-9 0,0 0 0 0,6 2 0 16,0 1 0-16,3-3 0 0,0 3 0 0,0-3 0 15,3 2 0-15,0-2 0 0,0 0 0 0,3 0 0 0,-1 0 56 16,4 0 7-16,-3 0 1 0,3 0 0 15,0 0-52-15,0 0-12 0,0 0 0 0,2 0 0 16,-2 0 0-16,0 0-10 0,3 0 2 0,-3 0 0 16,0 0 8-16,0 3 0 0,-1-3 0 0,4 5 8 0,-3-5-8 15,3 0 9-15,0 0-9 0,3 0 10 0,-4 0-10 16,1 3 0-16,3-3 0 0,-3 0 0 0,3 0 11 0,-3 0 0 16,-1-3 0-16,4 3 0 0,-3 0-11 0,0 0 12 15,-3 0-12-15,3 0 12 0,-4 0-24 0,4 0-4 16,-3 0 0-16,3 0-1 0,0 0 17 0,-3 0 0 0,3 0 0 15,-1 0 0-15,-2 0 0 16,0 0 0-16,3 0 0 0,-3 0 0 0,3 0 0 0,-4 0 0 0,1 0 0 0,0-5 0 16,3 5 0-16,0-3 0 0,-3 3 0 0,-3 0 0 15,2 0 0-15,-2 0 0 0,0 0 0 0,3 0 0 16,-3 0 0-16,3 3 0 0,-3-3 0 0,3 5 0 16,-4-5 48-16,1 0 12 0,3 0 4 0,-3 0 0 15,3 0-52-15,-3-5-12 0,3 5 0 0,-3-3 0 16,-1 3 0-16,4 0 0 0,-3 0 0 0,0 0 0 15,0 0 0-15,-3-2 0 0,3 2 0 0,0 0 0 16,0 0 0-16,-4 0 0 0,1 0 0 0,0 0 0 16,-3 0 0-16,3 0 0 0,0 0 0 0,-3 0 0 15,3 0 0-15,-3 0 0 0,3 0 0 0,0 2 0 16,-3-2 0-16,-1 0 0 0,4 0 0 0,-3 0 0 16,0 0 0-16,0 0 0 0,3 0 0 0,-3 0 0 15,0 3 0-15,3-3 0 0,-3 0 0 0,0 0 0 16,3 0 0-16,-4 0 0 0,4 0 0 0,-3 0 0 15,0 0 0-15,0 0 0 0,0 0 0 0,-3 0 0 0,3 0 0 16,-3 0 0-16,-3 0 0 0,-3 0 0 0,6-3 0 0,-6 3 0 16,3 0 0-16,-3 0 0 0,6-2 0 0,-6 2 0 15,0 0 0-15,3-3 0 16,-3 3-151-16,3-3-33 0,0-2-6 0,0 0-898 0</inkml:trace>
  <inkml:trace contextRef="#ctx0" brushRef="#br0" timeOffset="15576.902">17285 3929 1698 0,'0'0'48'0,"-6"0"11"0,0 0-47 0,0 0-12 0,-3 0 0 0,3-5 0 16,-3 5 104-16,-3 0 18 0,3 0 4 0,-3 5 1 16,0-5-47-16,0 3-10 0,0 0-2 0,-2 2 0 15,-1-2-22-15,0 4-5 0,0 1-1 0,-3 3 0 16,3 2-19-16,-3 0-4 0,3 1-1 0,-2 2 0 15,-1-1-16-15,3 1 8 0,-3 0-8 0,-3 3 0 16,3-1 0-16,0 1 0 0,1-3 0 0,-4 5 0 16,3-8 0-16,0 6-20 0,0-4 2 0,-3 1 1 15,6 3-35 1,-2-9-6-16,-1 4-2 0,3-6-642 0,0 0-129 0</inkml:trace>
  <inkml:trace contextRef="#ctx0" brushRef="#br0" timeOffset="15899.425">16773 3789 1954 0,'0'0'43'0,"0"0"9"0,0 0 1 0,0 0 3 0,0 0-45 0,0 0-11 16,0 0 0-16,0 0 0 0,0 0 105 0,0 0 19 15,0 0 4-15,6 5 1 0,0 3-52 0,-3 8-10 16,2-8-3-16,1 3 0 0,3 2-4 0,-3 0-2 15,3 0 0-15,-3 3 0 0,3-5-19 0,0 7-4 16,0-7-1-16,3 7 0 0,0 1 2 0,0 0 0 0,0-4 0 0,0 7 0 16,-4-4-36-16,4 1 0 0,0 2 0 15,0 3 0-15,0-1 0 0,3 1 0 16,-3 0 0-16,3 2 0 0,0-2 0 0,-3 0 0 0,2 0 0 0,-2-3 0 16,0-2 0-16,0-1 0 0,0-2 0 0,-3 0 0 31,0 0-44-31,0-3-16 0,0 3-4 0,-3-3 0 15,3-2-139-15,0-1-28 0</inkml:trace>
  <inkml:trace contextRef="#ctx0" brushRef="#br0" timeOffset="16479.354">17061 5239 1695 0,'0'0'37'0,"0"0"8"0,0 0 2 0,0 0 1 0,0 0-39 0,0 0-9 0,0 0 0 0,0 0 0 15,0 0 88-15,0 0 16 0,0 0 4 0,0 0 0 16,0 0-64-16,0 5-12 0,0 1-2 0,3 2-1 16,0-3 28-16,3 0 6 0,-3 3 1 0,3 0 0 15,3 3 0-15,0-1 0 0,0 1 0 0,0 2 0 16,3 0 0-16,-3 3 0 0,3 3 0 0,0 2 0 15,-4-5-52-15,4 5-12 0,-3-3 0 0,0 1 0 16,0-1 0-16,0-2 0 0,0 0 0 0,0 0 0 0,0-3 0 16,-3 1 8-16,3-1-8 0,0-3 0 15,-3 4 0-15,3-1 0 0,-3-5 0 0,0 2 0 16,-1 1-20-16,-2-3-11 0,3-3-1 0,0 0-1 16,0 1-140-16,0-4-28 0,0-2-6 0</inkml:trace>
  <inkml:trace contextRef="#ctx0" brushRef="#br0" timeOffset="16805.673">17538 5295 1552 0,'0'0'44'0,"0"0"10"0,0 0-43 0,0 0-11 0,0 0 0 0,0 0 0 16,0 0 153-16,0 0 29 0,0 0 6 0,0 0 0 15,0 0-45-15,0 0-10 0,0 0-1 0,0 0-1 16,0 0-105-16,0 0-26 0,0 0 0 0,0 0 0 15,0 0 56-15,3 5 7 16,-3 0 1-16,0 3 0 0,0 0-52 0,-3 0-12 0,3 0 0 0,-3 3 0 16,0-1 0-16,-3 1 0 0,3 2 0 0,-6 3 0 15,3-6 0-15,0 4 0 0,-3 2 0 0,0-1 0 16,3-1 0-16,-6-1 0 0,3 0 0 0,-3 3 0 16,3-3 0-16,-2-2 8 0,2-1-8 0,-3 4 0 15,0-6 9-15,3 2-9 0,0 1 8 0,0-3-8 16,0 0 0-16,0 0 0 0,3-1 0 0,-3 1 0 15,3 0 0-15,0-2-20 0,3-1 3 0,0 0 1 16,0 0-39-16,3-5-7 0,0 0-2 0,-3 8 0 16,3-8-179-16,0 0-36 0,0 0-7 15,0 0-2-15</inkml:trace>
  <inkml:trace contextRef="#ctx0" brushRef="#br0" timeOffset="17259.751">17329 5641 1724 0,'0'0'38'0,"0"0"8"0,0 0 2 0,0 0 0 0,0 0-39 0,0 0-9 0,0 0 0 0,0 0 0 16,0 0 115-16,0 0 21 0,-3 6 4 0,0-1 0 15,3 3-70-15,0-3-14 0,0 3-4 0,0 0 0 16,0-3 8-16,0 3 0 0,0 3 1 0,3-1 0 15,-3 1-25-15,0 0-6 0,3 4-1 0,0-1 0 16,-3 2-8-16,3 2-1 0,0 1-1 0,-3-1 0 16,3 1-5-16,0 2-1 0,0 0 0 0,0-3 0 0,0 1-13 15,0 2 9-15,0-2-9 0,0-1 8 0,0-2-8 0,-3 0 0 16,3 0 0-16,0 0 0 0,0 0 0 16,-3-6 0-16,3 3 0 0,-3 1 0 0,3-6 0 0,-3 2 0 15,0 1 0-15,3-3-11 16,-3 0-98-16,0 0-20 0,0-3-4 0,0-5-1003 15</inkml:trace>
  <inkml:trace contextRef="#ctx0" brushRef="#br0" timeOffset="20317.087">23372 3752 1472 0,'0'0'32'0,"0"0"8"0,0 0 0 0,0 0 1 0,0 0-33 0,0 0-8 16,0 0 0-16,0 0 0 0,0 0 91 0,0 0 16 0,0 0 3 0,0 0 1 16,0 0-32-16,0 0-7 15,0-5 0-15,0 5-1 0,0-3-19 0,0 3-3 0,0-5-1 16,0 5 0-16,0 0-11 0,6-3-2 0,-6 3-1 0,3-2 0 15,3 2-7-15,-3 0-2 0,3-3 0 0,0 3 0 16,-1 0-4-16,1 0-1 0,0 0 0 0,0 0 0 16,3 0-8-16,0-3-1 0,3 3-1 0,0-2 0 15,0 2 1-15,6 0 0 0,0-3 0 16,0 3 0-16,5 0 0 0,1-5 0 0,3 5 0 0,0-3 0 16,-1 3 5-16,1 0 0 0,3 0 1 0,-3-5 0 15,0 5-3-15,-1-3-1 0,1-2 0 0,3-1 0 16,0 1 12-16,2 3 3 0,-2-1 0 0,6 3 0 15,-6 0-6-15,2-5-1 0,-5 5 0 16,3 0 0-16,0 0-9 0,-6-3-3 0,-1 3 0 0,1 0 0 16,0-5-9-16,-3 2 12 0,3-2-12 0,0 2 12 15,-4 3-12-15,1 0 12 0,3-3-12 0,-3 3 12 16,0 0-12-16,0 0 0 0,-1 0 0 0,-2 0 8 16,0 3-8-16,0-3 0 0,-3 3 0 0,3 2 8 15,-3-5-8-15,-4 0 0 0,4 3 0 0,-3-3 0 16,0 0 0-16,-3 5 0 0,3-5 0 0,-3 0 8 15,0 0-8-15,-3 0 0 0,3 0 0 0,-3 0 0 0,0 3 0 0,-3-3-11 16,3 0 3-16,-6 0 0 16,3 5-24-16,2-5-5 0,-5 0-1 0,3 0 0 15,-3 0-119-15,3 3-24 0,-3-3-5 0</inkml:trace>
  <inkml:trace contextRef="#ctx0" brushRef="#br0" timeOffset="21219.392">23271 5549 1231 0,'0'0'27'0,"0"0"5"0,0 0 2 0,0 0 1 0,0 0-35 0,0 0 0 0,3-3 0 0,0 0 0 15,2 3 94-15,-2-2 12 0,3-1 2 0,0 3 1 16,0-3-23-16,0 3-5 0,0-2-1 0,0 2 0 16,0 0-16-16,3 0-3 0,0 0-1 0,0 0 0 15,0 0-15-15,0 0-3 0,3 2-1 0,0-2 0 0,-3 3-8 16,2 0-1-16,4-3-1 0,-3 2 0 0,6 1-8 0,-3 0-2 15,6-1 0-15,0 1 0 0,-1 0-5 16,7-3-2-16,0 2 0 0,0 1 0 0,0 0-4 0,-1-3-1 16,1 2 0-16,3 1 0 0,-6 2 5 15,0-5 1-15,-1 0 0 0,1 3 0 0,-3-1-3 0,3 1 0 16,0-3 0-16,-1 3 0 0,1-3-12 0,0 2 8 16,0-2-8-16,-3 0 0 0,0 3 0 0,-1-3 0 15,-2 0 0-15,0 0 0 0,-3 0 8 16,0 3-8-16,0-3 11 0,-3 0-11 0,3 0 12 0,-3 0-4 15,-4 2 0-15,4-2-8 0,-3 0 9 0,0 0-9 16,0 0 0-16,0 0 9 0,-3 0-9 0,3-2 0 16,0 2 0-16,-3 0 0 0,3-3 0 0,-3 3 0 0,3-3 0 15,-3 3 0 1,3 0-29-16,-4-2-8 0,4 2-2 0,-3-3 0 16,0 0-104-16,0 3-21 0,-3-2-4 0</inkml:trace>
  <inkml:trace contextRef="#ctx0" brushRef="#br0" timeOffset="22325.155">24637 3009 1630 0,'0'0'36'0,"0"0"7"0,0-8 1 0,0 2 3 0,3 1-38 0,-3 0-9 0,0-1 0 0,0 4 0 16,0-6 111-16,-3 3 20 0,3-1 4 0,-3 1 1 15,0 0-48-15,0-1-10 0,0 4-2 0,-3-6 0 16,0 2-23-16,-3 4-5 0,3-3 0 0,-3 5-1 16,0-6-20-16,-3 4-4 0,3 2-1 0,-2-6 0 15,-1 6-13-15,-3 0-9 0,3 0 12 0,-3 0-12 16,0 6 8-16,3-6-8 0,0 2 0 0,0 6 0 16,0-3 0-16,4 3 0 0,2 6 0 0,0-9 0 15,3 11 0-15,0-8-11 0,0 5 11 0,6 3-10 16,-3 0 10-16,6 0-12 0,0-1 12 0,2 4-12 15,4-8 12-15,0 4-8 0,0-1 8 0,3-1-8 16,-3 0 8-16,3 3 0 0,0-5-9 0,0-1 9 16,-3 1 0-16,2-1 0 0,-2 1 0 0,-3 2 0 15,3-5 0-15,-3-3 0 0,0 3 0 0,0 0 0 16,-3 0 0-16,-3 0 0 0,3-3 0 0,-6 3 0 0,3 0 0 0,-3 0 0 16,0-5 0-16,-3 2 0 0,0 0 10 0,-3 1-10 15,0-1 12-15,0 0-12 0,-6 3 12 0,3-8-4 16,-3 6 0-16,0-4-8 0,-3 1 11 0,4 0-11 15,-4-3 10-15,3 2-10 0,-3 3 12 0,0-5-4 16,3 3-8-16,0-3 12 0,0 5-12 0,0-5 9 0,3 0-9 16,1 0 8-16,-1 0-8 0,3 0-9 0,-3 0 9 15,3 0-13 1,6 0-151-16,0 0-31 0,0 0-5 0</inkml:trace>
  <inkml:trace contextRef="#ctx0" brushRef="#br0" timeOffset="23348.65">24306 6120 1396 0,'0'0'40'0,"0"0"8"0,0 0-39 0,0-5-9 0,0 0 0 0,3-1 0 15,-3-2 93-15,0 3 17 0,0-3 3 0,-3 3 1 16,3 0-25-16,-3-3-5 0,3 2 0 0,-3-2-1 15,0 3-16-15,-2 0-3 0,2 0-1 0,-3-1 0 16,0 1-21-16,0 0-4 0,0 2-1 0,0 0 0 16,0 3-13-16,-3 0-2 0,3 0-1 0,-6 3 0 15,3 2-12-15,-3-2-9 0,0 5 12 0,0 0-12 16,-2 2 0-16,-1-2 0 0,3 3 0 0,0 2 0 16,0-2 0-16,0 2 0 0,0 0 0 0,3 6 0 15,0-3 0-15,3 2-11 0,0 3 11 0,3 0-10 16,3 3 1-16,0-3 0 0,0 3 0 0,6 0 0 15,0-3 1-15,0-2 0 0,6-1 0 0,-3 1 0 16,6-6 8-16,-3 3 0 0,6-3-9 0,-3 0 9 16,2-2 0-16,1-3 0 0,0 0-9 0,0-3 9 15,0 0 0-15,0-2 0 0,6 0 0 0,-4-1 9 16,4 1-9-16,-3-3-14 0,3-3 3 0,0 3 1 16,-1-2-118-16,-2 2-23 0,0-3-5 0,0-2 0 15</inkml:trace>
  <inkml:trace contextRef="#ctx0" brushRef="#br0" timeOffset="26658.893">20761 4038 1728 0,'0'0'38'0,"0"0"8"0,0 0 2 0,0 0 0 0,0 0-39 0,0 0-9 16,-3-3 0-16,3 3 0 0,-3-2 104 0,3 2 20 15,0 0 3-15,0 0 1 0,0 0-52 0,0 0-9 0,0 0-3 0,0 0 0 16,0 0 0-16,0 0 0 15,0 0 0-15,0 5 0 0,0 3-51 0,0 2-13 0,0 4 0 16,3-4 0-16,-3 9 54 0,0 2 8 0,0 5 2 16,0 3 0-16,0 6-64 0,-3-6-18 15,3 3-1-15,-3 2 0 0,3-8 31 0,-3 4 5 0,0-1 2 16,0 0 0-16,0-3-19 0,0 1 0 0,0 4 0 0,1-1 0 16,-1-1 0-16,0 2 0 0,0-7 0 0,0 3 0 15,0-3-16-15,0-3-8 0,3-3 0 0,-3-2-1 31,3-3-35-31,0-5-8 0,0 0 0 0,0-2-1 0,0-6-199 16,0 0-40-16,0 0-8 0,15-14-2 0</inkml:trace>
  <inkml:trace contextRef="#ctx0" brushRef="#br0" timeOffset="26924.412">21029 4001 1496 0,'0'-19'42'0,"-3"14"10"0,3-3-41 0,0 0-11 0,-3 0 0 0,3 3 0 0,-3 0 137 15,3 5 26-15,0 0 5 0,0 0 0 0,0 0-44 0,0 0-10 16,0 0-2-16,-6 5 0 0,3 0-50 0,0 8-10 16,3-2-3-16,-3 2 0 0,3 3-35 0,0 3-14 15,0-6 11-15,0 11-11 16,0-6 57-16,3 9 6 0,-3-6 1 0,0 8 0 0,3 0-52 0,-3 0-12 16,3 3 0-16,-3-3 0 0,3 0 0 0,-3-3 0 15,0 4 0-15,0-1 0 0,0-3 0 0,0 3 0 16,0-5 0-16,-3 0 0 0,3 2-16 0,-3-4-4 15,0 4 0-15,0-5 0 16,0 0-30-16,0 0-6 0,0-2-2 0,0-3 0 16,0-3-110-16,1 0-21 0,-4-5-5 0</inkml:trace>
  <inkml:trace contextRef="#ctx0" brushRef="#br0" timeOffset="27119.694">20785 4448 2070 0,'0'0'45'0,"0"0"10"0,0 0 1 0,-3-3 3 0,0-2-47 0,3 5-12 0,0 0 0 0,3-5 0 16,0 2 70-16,0 0 12 0,3 1 2 0,3-4 1 15,-3 4-7-15,6 2-2 0,-3-3 0 0,3 3 0 16,3 0-60-16,-4 0-16 0,7-5 0 0,-3 2 0 16,3 1 0-16,0-1 8 0,3 0-8 0,-3 1 0 15,2-4-109-15,4 1-28 0,3 0-6 0</inkml:trace>
  <inkml:trace contextRef="#ctx0" brushRef="#br0" timeOffset="27687.221">21720 4136 1631 0,'0'0'46'0,"0"0"10"0,0 0-44 15,0 0-12-15,0 0 0 0,0 0 0 0,0 0 101 0,-6 2 19 0,3 4 3 0,0-1 1 16,0 0-41-16,3 6-8 16,0-3-2-16,-3 2 0 0,3 4-29 0,0 1-5 0,0 1-2 0,0 3 0 15,0-3-12-15,0 2-2 0,0 6-1 16,0-8 0-16,0 5-10 0,0-2-1 0,-3 2-1 0,0 0 0 16,3-3-10-16,-3 1 0 0,3 0 0 0,-3-1 0 15,0 1 0-15,0-4 8 0,-3 4-8 16,3-3 0-16,0 0 11 0,-3 0-3 0,3-1-8 0,-3-7 12 15,3 3 14-15,-3 0 2 0,3-9 1 0,0 6 0 16,3-8 2-16,0 0 0 0,0 0 0 0,-3-8 0 16,0 0-7-16,3-5-2 0,3 2 0 0,-3-10 0 15,3 5-10-15,3-5-3 0,0 5 0 0,0-10 0 16,0 2-9-16,0 0 0 0,0-2 9 0,3-6-9 16,0 0 0-16,0 1 0 0,3-6 0 0,-3 2 0 15,3 1 0-15,0 2 0 0,-1 3 0 0,1 2 0 16,-3 6 0-16,0 0 0 0,0 3 0 0,0-4 0 15,-3 9 0-15,0 3 9 0,3-6-9 0,-3 8 0 16,0 2 0-16,0-1-9 0,0 7-1 0,0-6 0 16,3 6 32-16,-3 0 6 0,-1 6 2 0,4 1 0 15,-3-1-14-15,3 2-2 0,0 2-1 0,0 4 0 16,-3-1-5-16,3 3-8 0,-3 2 11 0,0 3-11 0,3 6 8 16,-3-3-8-16,0 7 0 0,-3 1 0 0,0 0 9 0,0-3-9 15,-3 0 0-15,3 0 9 0,-3-2-9 0,-3 2 0 16,3-3 0-16,-6-5 0 15,3 6-46-15,0-1-5 0,-3-2-1 0,0 3 0 16,3-1 42-16,-3 0 10 0,0-2 0 0,-3 0 0 16,3-3-53-16,0-2-9 0,0-3-2 0,0 0 0 15,3-6-153-15,-3 1-31 0,3-1-7 0,-3-4-1 0</inkml:trace>
  <inkml:trace contextRef="#ctx0" brushRef="#br0" timeOffset="27911.223">21717 4403 2062 0,'-9'-3'45'0,"3"3"10"0,-3 0 1 0,3-2 3 0,3 2-47 0,3 0-12 0,0 0 0 0,0 0 0 16,0 0 107-16,0 0 19 0,0 0 4 0,0 0 1 16,6 2-53-16,6-2-10 0,0 3-3 0,0-3 0 15,6 0-15-15,-4 0-3 0,4-3-1 0,3 3 0 16,-3-2-26-16,3 2-4 0,3-3-2 0,2 0 0 15,-2 1-34-15,6-1-8 0,0 3 0 0,6-5-1 16,-1 2-121-16,4-2-24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2:38:12.6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17177 6327 1036 0,'0'0'23'0,"0"0"5"0,0-6 0 0,0 1 1 0,0-3-29 0,0 0 0 15,0 0 0-15,3-2 0 0,-3 2 57 0,3-6 6 16,0 4 1-16,0-1 0 0,0-2 0 0,0 0 0 0,0 0 0 0,0-1 0 16,0 4 51-16,0-3 10 0,0-3 3 15,0 2 0-15,0-1-103 0,0-1-25 0,0-3 0 0,0 1 0 16,0-1 60-16,0-2 6 0,0-3 2 0,-3-2 0 16,3-1-35-16,-3-2-6 0,0 0-2 15,0-3 0-15,-3 3-8 0,0 3-1 16,-3-3-1-16,0 2 0 0,-3 1-4 0,-3-3-1 15,-3 2 0-15,1-2 0 0,-7-3-1 0,0 3 0 0,-3-11 0 0,-3 3 0 16,3 6 45-16,1 2 9 0,-4-1 1 0,-6 1 1 16,-3 3-52-16,1 2-13 0,-7-2 0 0,-3 2 0 15,4 3 0-15,-1-3 0 0,3 0 0 0,-5 0 0 16,2 3 0-16,-6-3 0 0,4 3 0 0,-10 0 0 31,6 2-23-31,1 1-7 0,-1 2-2 0,1 3 0 0,2-1 0 16,0 4 0-16,-5-3 0 0,-1 5 0 0,0 0 32 0,4 5 16 0,-1-2-1 0,1 2-1 15,5 3-22-15,-6-2-5 0,1 2-1 0,-7 0 0 16,4 0 14-16,-1 5 0 0,0 0 0 0,4 3 0 16,2 3-14-16,3-3 0 0,-5 2 0 0,-4 3 0 15,6 1 14-15,1 2-11 0,-1 2 11 0,4 3-10 0,2 0 10 16,6-2 0-16,0 5 0 0,4 0 0 0,-1 2-11 16,0-2 11-16,3 0-13 0,-3 2 5 0,4 3 8 0,-1 0 0 15,0 3-9-15,3 2 9 0,3-2 0 16,1 3 0-16,5-6-9 0,-3 2 9 15,6-1-29-15,0-4-3 0,0-2 0 0,0 0 0 0,3-1 32 16,0-1 0-16,3-4 0 0,-2 3 0 0,2-2 0 16,0 2 0-16,0-2 0 0,0-1 0 15,0-2-57-15,0 0-6 0,3-3-1 0,-3 0-546 16,3-2-110-16</inkml:trace>
  <inkml:trace contextRef="#ctx0" brushRef="#br0" timeOffset="551.652">14501 5575 1263 0,'0'0'28'0,"0"0"5"0,0 0 2 0,0 0 1 0,0 3-36 0,0 5 0 16,0-3 0-16,0 0 0 0,-3 3 48 0,3 0 4 16,0 0 0-16,-2 3 0 0,2-3-32 0,0 0-5 0,0-1-2 15,0 4 0-15,0 0 19 0,-3-3 4 0,3 0 1 0,0 2 0 16,0 3-8-16,3-5-1 0,-3 6-1 0,0-4 0 16,2 3-27-16,1 1-9 0,-3-1 0 0,3 0 0 15,0-2 9-15,0-1 0 0,0 1 0 16,0 2 0-16,0-5 0 0,3 3 12 0,-3-1-2 15,3-2-1-15,-3-3 44 0,3 3 9 16,-3-5 2-16,3 2 0 0,0 1-8 0,0-4 0 0,0 1-1 16,3-3 0-16,-3 0-37 0,3 0-7 0,0 0-2 0,0-3 0 15,0 1 24-15,2-1 5 0,1-2 1 0,0-1 0 16,0-2-11-16,3 0-3 0,0 0 0 0,0 1 0 16,-3-4-25-16,3 3 0 0,-3 0 0 0,5-3 0 15,-2 4-148 1,0-4-36-16,0 3-6 0,0 0-2 0</inkml:trace>
  <inkml:trace contextRef="#ctx0" brushRef="#br0" timeOffset="15282.763">14433 5538 1346 0,'0'0'29'0,"0"0"7"0,0 0 0 0,0 0 3 0,0 0-31 0,3-5-8 0,-3 5 0 0,0-8 0 16,0 3 88-16,0-3 16 0,0 2 3 0,0-2 1 0,0 0-25 0,0 1-5 15,0-1-1-15,-3 0 0 0,3-3-17 0,0 3-3 16,-3-2-1-16,3-1 0 0,-3 0-14 0,3-2-3 16,-3 0-1-16,-3 2 0 0,3-5-4 0,-3 3-1 15,0-3 0-15,0 0 0 0,0 1-8 0,-3-4-1 16,0 3-1-16,1-5 0 0,-4 2-1 0,0-2 0 16,-3 0 0-16,0-5 0 0,-3 2-6 0,0-3-2 15,-3 1 0-15,1 0 0 0,-1 2-2 16,0 5-1-16,0-7 0 0,-3 5 0 0,-3-1-11 15,1 1 0-15,-1 3 9 0,0-3-9 0,0-1 0 16,1 4 0-16,-1-1 0 0,-3 1 8 0,3-1-8 0,0 3 0 16,1-2 0-16,-1 2 0 0,0 3 0 0,0 0 0 15,0-1 0-15,-2 1 0 0,2 0 0 0,-3 2-8 0,0 1 8 0,-2-1 0 16,2 0 0-16,0 4 0 0,-3-1 0 16,-2 2-8-16,5 1 8 0,-3 0 0 0,-3-1 0 0,-2 1-8 15,2 0 8-15,-3 0-8 0,1 2 8 0,-4 3-8 16,3-3 8-16,1 3-12 0,-1 0 12 0,0 3-12 15,3-3 12-15,1 0-8 0,2 0 8 16,-6 3-8-16,7-1 8 0,-4 1 0 0,3 2 0 0,-3 0 0 16,7 1 0-16,-1 2 0 0,0 0-9 0,3 2 9 15,0 1 0-15,4-3 0 0,-1 8 0 0,0-6 0 16,0 1 0-16,0 5 0 0,4-3 0 0,-4 0 0 16,6 3-18-16,-3 0 1 0,3 0 0 0,-3 2 0 15,6-2 6-15,-2 0 2 0,2 0 0 0,-3 0 0 16,3 5 28-16,0-5 5 0,3 5 2 0,-3 0 0 15,0 3-72-15,4 2-14 16,-1 1-4-16,0-1 0 0,0 1 52 0,0-3 12 0,3-1 0 0,-3 4 0 16,3-1 0-16,-3-2 0 0,0 0 0 0,0 0 0 15,0 0 0-15,4-6 0 0,-4 3 0 0,3-2 0 0,0 2 0 0,0 0 0 16,0-2 0-16,0 2 0 0,0-8 0 0,3 3 0 16,0 2 0-16,0-2 0 15,0-2-105-15,3-4-19 0,-3 1-3 0,0-1-820 0</inkml:trace>
  <inkml:trace contextRef="#ctx0" brushRef="#br0" timeOffset="15736.528">11843 5258 1267 0,'0'0'28'0,"0"0"5"0,0 0 2 0,0 0 1 0,0 0-36 0,0 0 0 0,0 0 0 0,0 0 0 16,0 0 58-16,0 0 5 0,0 0 1 0,0 5 0 15,3 0 0-15,-3 3 0 0,0 0 0 0,-3 3 0 0,3-1-52 0,-3 1-12 16,3 5 0-16,-3 0 0 0,0-1 0 0,3 4 0 16,-3-1 0-16,3-2 0 0,-3 3 0 0,3-3 0 15,0 0 0-15,0 0 0 0,0-1 0 0,0-1 0 16,3-4 0-16,-3 1 0 0,3-1 0 0,-3-2 0 16,3-2 0-16,3 2 0 0,-3-3 50 0,3 0 7 15,0-2 2-15,0 2 0 0,3-2-43 0,0-1-16 16,0-2 11-16,0 0-11 15,6 0 57-15,-3 0 6 0,3-2 1 0,-1-4 0 0,1 1-52 0,3 0-12 16,0 0 0-16,0-3 0 0,0 0 0 0,3-3 0 16,-4 0 0-16,1 1 0 15,0-1-100-15,3-2-22 0,-3 3-5 0,-3-6-717 0</inkml:trace>
  <inkml:trace contextRef="#ctx0" brushRef="#br0" timeOffset="16623.632">11805 5448 1250 0,'0'0'35'0,"0"0"9"0,0 0-36 0,-3-5-8 0,3 0 0 0,-3 2 0 16,0-8 96-16,0 3 18 0,-3 3 3 0,3-3 1 15,-3 3-36-15,0-6-7 0,-3 1-2 0,3-1 0 16,-3 3-13-16,-3-5-2 0,0 2-1 0,-3 1 0 16,1-3-12-16,-4-1-2 0,0 1-1 0,0 0 0 15,-3 0-10-15,0-3-1 0,-3 2-1 0,1-1 0 16,-1-1-10-16,-3-3-3 0,-3 1 0 0,1-1 0 15,2-2-17-15,-3 0 0 0,-3-3 0 0,0 3 0 16,1 0 20-16,-4 2 0 0,3-5 0 0,-2 3 0 16,-1 5 19-16,3 3 4 0,3-3 1 0,-5 3 0 15,5 2-60-15,3 3-11 0,-3 1-2 16,-2-1-1-16,2 0 30 0,0 0-9 0,-3 0 9 0,1 2 0 16,2 4 20-16,-3-1 10 0,3 1 2 0,0 2 0 0,1-3-32 15,-1 3 0-15,0 3 0 0,3-1 0 16,-2 1-26-16,-1 2-11 0,0-2-3 15,-3 2 0-15,4 0 32 0,-1 1 8 0,0-1 0 0,0 3 0 0,1 2-23 0,2-2 0 16,0 6 0-16,-3-1 0 0,6 3 23 0,1 0 0 16,2 2 0-16,-6 1 0 0,3-1 8 0,-3 3 5 0,4 3 2 15,-1 0 0-15,-3 0-15 0,3 0 0 0,0 2 0 16,0-2 0-16,1 0-16 0,2-1 3 0,3 1 1 0,-3 3 0 16,3-3 12-16,3 2 0 0,1 1 0 0,-1 2 0 15,3-3 0-15,0 1 12 0,3-4-3 0,0 4 0 16,3-3-9-16,-3-3 0 15,3 0 0-15,0 0 0 0,3-2 0 0,0-3 0 0,-3-1 0 16,3 1 0-16,0-3-24 0,0 1 2 0,0-1 1 0,0-2 0 16,0-1-29-1,-3-2-6-15,3 0 0 0,0 0-1 16,-2 0-117-16,2-3-23 0,0 0-5 0</inkml:trace>
  <inkml:trace contextRef="#ctx0" brushRef="#br0" timeOffset="16999.072">9572 5456 1382 0,'0'0'30'0,"0"0"6"0,-3-3 2 0,3-2 2 0,-3 0-32 0,3 0-8 15,0 5 0-15,0 0 0 0,-3-3 76 0,3 3 13 16,0 0 3-16,0 0 1 0,0 0-26 0,0 0-6 15,0 0-1-15,0 0 0 0,0 0-36 0,-3 3-7 16,0 2-1-16,0 5-1 0,0 1-15 0,3 0 11 16,-3 4-11-16,3-1 10 0,0-1-10 0,0 3 0 15,0 0 0-15,0 0 8 0,0-1-18 0,0 1-4 16,3-2-1-16,0 1 0 0,0-1 23 0,3-1 4 16,-3 0 0-16,3-2 1 0,3 2-13 0,0-3 0 0,-3 1 8 15,3 0-8-15,3-3 19 0,0 0 1 0,-3-1 0 16,3 1 0-16,0-2 3 0,-4-1 1 15,4 0 0-15,0-2 0 0,3 0-10 0,-3-3-2 0,3 0 0 0,0-3 0 16,3-2-12-16,0 2 8 0,-1-2-8 0,4-3 0 31,0 2-17-31,0-1-10 0,3-1-1 0,0 0-1 16,-1-3-147-16,1-2-30 0,21-14-6 0,-15 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2:38:55.5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18184 6723 1314 0,'0'0'37'0,"0"0"8"0,0 0-36 0,0 0-9 0,0 0 0 0,0 0 0 16,0 0 104-16,5 3 20 0,1-3 3 0,3 0 1 16,3 0-52-16,0-3-9 0,6 1-3 0,3-3 0 15,0-1 8-15,8 1 0 0,1-3 1 0,9 0 0 16,-3 0-19-16,2 0-4 0,1 0-1 0,3-5 0 16,2 2-5-16,4 1 0 0,6-1-1 0,5 3 0 15,-2 0-8-15,-4-2-2 0,1-1 0 0,5 3 0 16,1-2-18-16,-4 2-4 0,4 2-1 0,0 1 0 15,-7 0-10-15,-5 2 0 0,-1-5 0 0,1 3 0 0,-3 0 0 16,-4 2 0-16,1 0 0 0,-3 1 0 0,-7 2 0 16,-5 0 8-16,0-3-8 0,-6 3 0 0,0 0-10 0,-6-2-7 15,-4 2-2-15,-2 0 0 16,-3 0-99-16,0 0-20 0,-6 0-4 0,0 0-557 16,0 0-111-16</inkml:trace>
  <inkml:trace contextRef="#ctx0" brushRef="#br0" timeOffset="569.343">18448 6448 1926 0,'0'0'42'0,"0"0"9"0,0 0 1 0,0-5 3 0,0 0-44 0,0 5-11 0,0-6 0 0,0 1 0 0,0 5 110 0,3-5 20 15,-3 0 4-15,0 5 1 0,0 0-55 0,0 0-12 16,3-3-1-16,-3 3-1 0,3-5-30 16,-3 5-5-16,0 0-2 0,0 0 0 0,0 0-9 0,0 0-1 15,0 0-1-15,0 0 0 16,0 0-10-16,0 0-8 0,-6 2 9 0,-2 4-9 0,-1 1 8 0,-3 1-8 16,0 3 0-16,-3 2 9 0,0-2-9 0,-3 5 0 15,0-3 0-15,0 3 0 0,1 2 12 0,-1 3-4 16,0 1 0-16,0 1 0 0,3-1-8 0,3 1 0 15,0 1 0-15,0-3 0 0,0 1 0 0,7-7 0 16,-4 4 0-16,3-3 0 0,0-3 0 0,3 0 0 16,3 1 0-16,-3-1 0 0,6-5 0 0,-3 2 0 0,3-2 0 15,3 3 0-15,-3-3 0 0,6-3 0 0,-4 0 0 16,7 1 0-16,0-1 0 0,0-2 0 0,3-1 0 0,3 1 0 16,0-3 0-16,3 0 0 0,-1 3 0 15,7-3 0-15,-3 0 29 0,3 0 4 0,0 0 1 16,-1 0 0-1,4 0-61-15,-3-3-12 0,0 0-2 0,3-2-823 0,-1 0-165 0</inkml:trace>
  <inkml:trace contextRef="#ctx0" brushRef="#br0" timeOffset="1122.073">20431 6417 1756 0,'6'-6'39'0,"0"1"8"0,0-3 1 0,3 0 1 0,-3 0-39 0,3-2-10 0,-1-1 0 0,-2-2 0 16,0 0 116-16,-3-3 20 0,0 2 5 0,-3-1 1 15,0-1-50-15,0 2-9 0,-6-1-3 0,0 1 0 16,0 1-24-16,-2 3-6 0,-4-4-1 0,0 4 0 16,-3 2-20-16,0 0-4 0,-3 3-1 0,-3-1 0 15,0 4-5-15,1 2-2 0,2 0 0 0,-3 2 0 16,0 4-17-16,0-1 0 0,3 3 0 0,1 2 0 16,-1 4 0-16,0 1 0 0,3 4 0 0,0 5 0 15,-3-3 0-15,3 5-9 0,3 1 9 0,0-1-8 16,4 1 8-16,-1-1-8 0,3 1 8 0,3-3-8 15,0 2-2-15,6-2 0 0,0 2 0 0,3 1 0 16,0-1-27-16,2 3-6 16,4-5-1-16,0 3 0 0,3-4 36 0,-3-1 8 0,3-4 0 0,0 1 0 15,0-6-9-15,3 0 0 0,2-2 0 0,1-6 0 16,6 0-139-16,-3-2-28 0,6 0-6 0,2-3-798 16</inkml:trace>
  <inkml:trace contextRef="#ctx0" brushRef="#br0" timeOffset="1369.724">20669 6689 1549 0,'0'0'44'0,"0"0"9"0,-3-3-42 0,0-2-11 0,0 2 0 16,3 3 0-16,-3-5 138 0,3 5 26 0,0 0 4 0,-6-2 2 16,6 2-66-16,0 0-14 0,0 0-2 0,0 0-1 15,0 0-37-15,0 0-7 0,-3 5-2 0,0 3 0 16,3 0-14-16,3 2-3 0,-3-2-1 0,0 3 0 16,3-1 33-16,0 4 6 0,0-4 2 0,0 1 0 15,-3-1-52-15,3 1-12 16,0 2 0-16,-3-2 0 0,3-1 0 0,-3 4 0 15,3-4 0-15,-3 1 0 0,0-3 8 0,0 2 0 0,0-2-8 0,0 3 12 16,0-3-12-16,0 0 0 0,0 0 0 0,0 0-10 16,-3-3-8-16,3 3-2 0,0-3 0 0,-3 0 0 31,3-5-72-31,0 0-16 0,0 6-2 0,0-6-658 0,0 0-132 0</inkml:trace>
  <inkml:trace contextRef="#ctx0" brushRef="#br0" timeOffset="1537.023">20770 6533 2170 0,'-3'-3'48'0,"3"-2"9"0,0 5 3 0,0-3 1 0,0-2-49 0,0 0-12 16,0 2 0-16,0 3 0 0,0-5 109 0,0 5 19 16,0-3 4-16,0 3 1 0,0 0-106 0,0 0-27 15,0 0 0-15,0 0 0 0,0 0 0 0,0 0 0 16,0 0 0-16,0 0-780 15,0 0-160-15</inkml:trace>
  <inkml:trace contextRef="#ctx0" brushRef="#br0" timeOffset="4017.938">18053 8576 1497 0,'0'0'32'0,"0"0"8"0,0 0 0 0,0 0 4 0,0 0-36 0,0 0-8 16,0 0 0-16,6 0 0 0,-1 2 104 0,1-2 20 15,3 0 3-15,3 0 1 0,3 0 0 0,0 0 0 16,3 0 0-16,6-2 0 0,-3 2-52 0,5-3-9 16,7 0-3-16,3 3 0 0,2-2-15 0,1 2-3 0,6 0-1 0,-1 0 0 15,-2 0-21-15,3-3-4 16,2 0 0-16,7 1-1 0,0 2-10 15,-1-3-1-15,4 3-8 0,-4 0 12 0,1 0-12 0,-4-2 0 16,4 2 0-16,0-3 0 0,-1 6 0 0,-5-3 0 0,-1 2 0 16,-2 1 0-16,-6-3 8 0,-3 2-8 0,-7-2 0 0,1 0 0 15,0 0 0-15,-6 0-10 0,-1 0 0 0,-2 0 0 16,-6 0 0-16,0 0 0 0,-3 0 0 0,-3 0 0 31,0 0-51-31,-6 0-11 0,-3 0-1 0,0 0-725 0,0 0-145 0</inkml:trace>
  <inkml:trace contextRef="#ctx0" brushRef="#br0" timeOffset="4636.444">18463 8295 1958 0,'0'0'43'0,"0"0"9"0,0 0 1 0,0-5 3 0,3 0-45 0,-3-1-11 0,3 1 0 0,-3 0 0 15,3 2 104-15,0-2 20 0,-3 5 3 0,0-5 1 16,0 5-52-16,3-3-9 0,-3 3-3 0,0 0 0 15,0 0 0-15,0 0 0 0,0 0 0 0,0 0 0 16,0 0-51-16,0 0-13 0,0 0 0 0,0 0 0 16,-9 3 0-16,3 4 0 0,-3 4 0 0,-2 0 0 15,-1 7 0-15,-3-2 0 0,-3 5 0 0,-3 0 0 16,0-2 0-16,0 2 0 0,1 0 0 0,-1 0 0 16,0-2 0-16,0 2 0 0,0-2 0 0,3-1 0 31,3 1-18-31,4-3-6 0,-4 2-2 0,3-2 0 0,3-3 26 0,3 3-8 0,0-3 8 15,3 0 0-15,3-2 17 0,0 2 9 0,3-2 2 0,3-1 0 0,0 1-28 0,3-3 0 16,0 0 0-16,3 0 0 0,-1-3 0 16,4 0 0-16,3-2 0 0,0 0 0 0,6-1 0 0,-3-2 0 15,3 0 0-15,-1 0 0 0,1 3 0 0,0-3 0 16,-3 0 0-16,3-3 0 0,-1 3 0 0,-2 0 0 16,0 0 0-16,0 0-848 15,-3 0-176-15</inkml:trace>
  <inkml:trace contextRef="#ctx0" brushRef="#br0" timeOffset="6482.264">20484 8091 1958 0,'0'0'43'0,"0"0"9"0,0 0 1 0,0 0 3 0,0 0-45 0,0 0-11 0,0 0 0 0,0 0 0 16,-5-2 104-16,5 2 20 0,-6 0 3 0,0 0 1 16,-3 2-52-16,0 4-9 0,0-1-3 0,-3 3 0 15,0 0-51-15,0 3-13 0,-3 2 0 0,0 5 0 16,-3 1 0-16,4 5 0 0,-4-1 0 0,-3 7 0 15,3-1 0-15,-3 0 0 0,3 0-10 0,-3 3 10 16,4-3-8-16,-4 0 8 0,0-3-8 0,-3 3 8 16,0-5-49-16,3 3-5 15,1-4-1-15,-7 1 0 0,6 0-109 0,0-3-23 0,-3 0-4 16,4 1-1-16</inkml:trace>
  <inkml:trace contextRef="#ctx0" brushRef="#br0" timeOffset="6810.061">19972 8203 2019 0,'0'0'57'0,"0"0"13"0,-5-3-56 0,5 3-14 0,0 0 0 0,0 0 0 16,0 0 96-16,0 0 16 0,0 0 3 0,0 0 1 15,-3 8-30-15,0 0-6 0,3 2 0 0,3 1-1 16,0 0-63-16,0-1-16 0,2 3 0 0,-2 1 0 15,3-1 54-15,0 5 8 0,0-2 2 0,3 0 0 16,-3 3-53-16,3-3-11 0,0 2 0 0,0-2 0 16,0 5 0-16,0-2 13 0,3-1-2 0,-3 3-1 15,3-2-10-15,-1-1 10 0,4 4-10 0,-3-1 10 16,0 0-10-16,0 3 12 0,0-6-12 0,3 6 12 16,-3-3-12-16,0-2 0 0,0 2 0 0,-1-3 0 15,1 1 0-15,0-6 0 0,0 0 0 0,3 1 0 16,-3-4-13-16,0-2-5 0,0 0-1 0,0-3 0 15,0-2-241-15,0 0-48 16,-1-3-9-16</inkml:trace>
  <inkml:trace contextRef="#ctx0" brushRef="#br0" timeOffset="7061.281">20589 8634 1668 0,'0'0'47'0,"0"0"11"0,0 0-46 0,-3-5-12 0,3 5 0 0,0-6 0 0,0 6 123 0,0 0 22 16,0 0 5-16,0 0 1 0,0 0-43 0,0 0-9 15,0 0-2-15,0 0 0 0,0 0-39 0,0 0-8 0,0 0-2 0,-3 8 0 16,3-2-9-16,0 4-3 0,3 1 0 16,-3-1 0-16,0 1-12 0,3-1-2 15,-3 4-1-15,3-1 0 0,-3 0-10 0,0 0-3 0,0 3 0 16,0-3 0-16,0 3-8 0,0-2 0 16,0-1 0-16,0 0 8 0,0-2-8 0,0 2 0 0,0-3 0 15,0 4 0-15,0-4 0 0,-3 1-17 0,3-1 4 0,-3-2 1 31,3 0-35-31,-3 0-6 0,3 0-2 0,0-8 0 16,-3 3-166-16,3-3-34 0,0 0-6 0</inkml:trace>
  <inkml:trace contextRef="#ctx0" brushRef="#br0" timeOffset="7258.977">20630 8335 1958 0,'0'0'43'0,"0"0"9"0,0 0 1 0,0 0 3 0,0 0-45 0,0 0-11 16,0 0 0-16,0 0 0 15,0 0 93-15,0 0 17 0,0 0 3 0,0 0 1 0,0 0-80 0,0 0-16 16,0 0-3-16,0 0-1 16,0 0-62-16,0 0-13 0,0 0-3 0</inkml:trace>
  <inkml:trace contextRef="#ctx0" brushRef="#br0" timeOffset="9426.877">18175 10526 1440 0,'0'0'40'0,"0"0"11"0,0 0-41 0,0 0-10 0,0 0 0 0,0 0 0 16,0 0 99-16,0 0 17 16,0 0 4-16,0 0 1 0,3 5-31 0,0 0-6 15,3-2-2-15,-1 0 0 0,4-3-10 0,3-3-3 16,3 0 0-16,3 3 0 0,3-2 7 0,3-4 2 0,2 4 0 0,7-4 0 15,-3 4-62-15,6-3-16 0,-1-1 0 0,1 4 0 16,0-1 16-16,-3 0 1 16,2 1 0-16,4-4 0 0,0 4-27 0,-1 2-6 0,1-3 0 0,0 0-1 15,-3 3 17-15,-1 0 0 0,-2 0 0 0,-3 0 0 16,-6 0 0-16,-1 3 0 0,-2 0 0 0,-3-3 0 16,0 2 0-16,-3-2 0 0,0 3 0 0,-3-3 0 31,0 3-55-31,-4-3-7 0,1 0-2 0,-3 0 0 0,0-3-153 15,-6 3-31-15,0 0-7 0,0 0-1 0</inkml:trace>
  <inkml:trace contextRef="#ctx0" brushRef="#br0" timeOffset="9943.189">18398 10171 1728 0,'0'0'49'0,"0"0"11"0,0 0-48 0,0 0-12 0,0-5 0 0,0 5 0 16,3-5 112-16,-3 5 20 0,0 0 4 0,0 0 0 16,0 0-49-16,0 0-11 0,0 0-1 0,0 0-1 15,0 0-24-15,0 0-5 0,0 0-1 0,0 0 0 16,0 0-23-16,0 0-5 0,-6 5 0 0,0 3-1 16,3 0-15-16,-3 0 8 0,-3 2-8 0,0 4 0 15,0-1 0-15,0 3 8 0,-3 2-8 0,0 3 0 16,-2-2 0-16,-1 2 0 15,3 0 0-15,-3 0 0 0,0 1-14 0,0-4-2 0,3 1-1 0,-3-1 0 16,6-2 27-16,-2 0 6 0,-1 0 0 0,3 0 1 16,0-1-28-16,0-1-5 0,3-4-2 0,0 4 0 15,6-7 18-15,-3 4 0 0,3 0-8 0,3-3 8 16,0 0 0-16,0-1 0 0,6-1 0 0,0-1 0 16,-3-2 12-16,6 2 7 0,-3-2 1 0,2-1 0 15,4 1-20-15,0-3 0 0,0 0 0 0,3 0 0 16,0 0 0-16,3 0 0 0,-1 0 0 0,1 0 0 0,0 0 0 15,3-3 0-15,-3 3 0 0,3 0 0 16,-1 0-114-16,1-2-26 0,0 2-6 0</inkml:trace>
  <inkml:trace contextRef="#ctx0" brushRef="#br0" timeOffset="11194.117">19889 10142 1497 0,'0'0'32'0,"0"0"8"0,0 0 0 0,0 0 4 0,0 0-36 0,-3-5-8 15,3 5 0-15,0 0 0 0,-3-3 104 0,3 3 20 16,0 0 3-16,0 0 1 0,0-5-52 0,0 5-9 16,0 0-3-16,0 0 0 0,0 0 0 0,0 0 0 15,0 0 0-15,0 0 0 0,0 0-48 0,0 0-16 16,0 0 8-16,0 0-8 0,6 3 16 0,-3-1 0 16,3 3 0-16,0 3 0 0,-3 0 24 0,3 0 4 15,0 3 0-15,0 2 1 16,0 0-60-16,3 1-12 0,0 1-2 0,3 4-1 15,-3-3 48-15,2 0 10 0,1 0 1 0,3 2 1 16,-3-5-75-16,0 1-15 0,3-4-4 0,0-2 0 0,0 0 38 16,0-3 7-16,-1-2 2 0,1 0 0 15,0-6-75-15,0 0-16 0,0-2-2 0,0 0-1 16,0-3-9-16,0-3-3 0,2 1 0 0,-2-1 0 16,3-2 43-16,-3 0 8 0,3-1 1 0,-3 1 1 0,-3 0 57 15,0 2 13-15,0-2 0 0,-1 2 0 0,-2 1 80 0,-3-1 17 0,3 1 3 16,-6-1 1-16,3-2-8 0,-3 2-1 0,-3 1-1 0,0-1 0 15,0 1-22-15,0 2-4 0,0-3-1 0,-3 3 0 16,3 3 0-16,-3-3 0 0,0 3 0 0,0-3 0 16,0 5 0-16,3 3 0 0,0 0 0 0,-3-5 0 15,3 5-51-15,0 0-13 0,0 0 0 0,0 0 0 16,0 0 54-16,-6 0 8 0,6 0 2 0,-6 5 0 16,3-2-52-16,0 2-12 0,-2 0 0 0,-1 6 0 15,3-3 0-15,-3 5 0 0,0-2 0 0,0 2 0 16,0 0 11-16,0 3-1 0,0 0 0 0,0 2 0 15,0 1-10-15,0 2 0 0,-3 0 0 0,3 3 0 16,0-3 0-16,0 3 0 0,3-3 0 0,-3 0 0 16,0 0 0-16,3-2 0 0,-3 0 8 0,3-4-8 0,-3 1 0 15,3 0 0-15,-2-3 0 0,2 1 0 0,-3-1-12 0,3 0 1 16,-3-2 1-16,0-1 0 16,0 1-14-16,0-1-2 0,3-2-1 0,-3 0 0 15,0 0-8-15,-3 0-1 0,3-3-1 16,-3 1 0-16,0 2-12 0,0-3-3 0,0-2 0 0,-3 2 0 15,3-2-19-15,1-1-4 0,-1 1-1 16,-3-1 0-16,0-2-144 0,3 0-28 0</inkml:trace>
  <inkml:trace contextRef="#ctx0" brushRef="#br0" timeOffset="11756.078">20508 10499 1911 0,'0'0'42'0,"0"0"9"0,0 0 1 0,0 0 2 0,0 0-43 0,0 0-11 0,0 0 0 0,0 8 0 16,-3-2 76-16,3-1 12 0,0 3 4 0,0-3 0 15,-3 3-42-15,3-3-8 0,0 6-2 0,0-3 0 16,-3 2-19-16,3-2-4 0,-3 3-1 0,3 0 0 15,0-1-16-15,-3 3 8 0,3-2-8 0,-3 2 0 16,3 0 8-16,0 1-8 0,-3-1 0 0,3 0 0 16,0 0 0-16,-3 1 0 0,3-1 0 0,-3-3 0 15,3 1 0-15,-2 2-14 0,2-5 4 0,-3 0 1 16,3 0-45 0,-3-3-9-16,3-5-1 0,0 0-615 0,-3 6-122 0</inkml:trace>
  <inkml:trace contextRef="#ctx0" brushRef="#br0" timeOffset="11963.742">20639 10221 2030 0,'0'0'57'0,"0"0"14"0,0 0-57 0,-3-5-14 15,3 5 0-15,0 0 0 0,0 0 54 0,0 0 8 16,0-5 2-16,0 5 0 0,0 0 0 0,0 0 0 15,0 0 0-15,0 0 0 0,0 0 0 0,0 0 0 0,3-3 0 0,-3 3 0 32,3-2-103-32,-3 2-20 0,0 0-4 0,0 0-1050 0</inkml:trace>
  <inkml:trace contextRef="#ctx0" brushRef="#br0" timeOffset="15604.523">17990 12283 1609 0,'0'0'35'0,"0"0"7"0,0 0 2 0,0 0 2 0,0 0-37 15,3 0-9-15,6-3 0 0,-3 3 0 0,6-3 87 0,0 3 15 0,3 0 3 0,2-2 1 16,4-1-9-16,3 3-1 0,0-3-1 0,3 1 0 16,0-3-6-16,5 2-1 0,7-2 0 0,6 2 0 15,-1 0-37-15,7 1-8 0,-4-4-2 0,7 1 0 16,0 0-12-16,2 0-2 0,4-1-1 0,5 1 0 16,-2 0-17-16,-1-1-9 0,-2 1 10 0,8-3-10 15,-2 5 0-15,-1-2 0 0,-2 3-13 0,2-4 4 16,-5 4 9-16,-4-1 16 0,4 0-4 0,2 1-1 15,-5 2-11-15,-4-3-16 0,-2 3 4 0,-3-3 1 16,-10 3 11-16,1-2 0 0,-6 2 0 0,0-3 0 16,-7 3-104-16,-5 0-20 15,0-3-3-15,-6 1-649 0,-3 2-131 0</inkml:trace>
  <inkml:trace contextRef="#ctx0" brushRef="#br0" timeOffset="16264.026">18255 12023 1314 0,'0'0'37'0,"0"0"8"0,0 0-36 0,0 0-9 0,0 0 0 0,0-5 0 16,0 5 104-16,0-5 20 0,0 5 3 0,0 0 1 15,3-3-9-15,-3 3-2 0,0 0 0 0,0 0 0 16,0 0-33-16,0 0-8 0,0 0 0 0,0 0-1 15,0 0-9-15,0 0-2 0,0 0 0 0,0 0 0 0,0 0-51 0,0 0-13 16,0 0 0-16,0 5 0 0,-3 3 0 0,0 0 0 16,0 0 0-16,-3 0 0 0,0 0 0 0,-3 3 0 15,0-1 0-15,0 4 0 0,0-4 19 0,0 3 1 16,-2-2 0-16,-1 2 0 0,0 0-20 0,0 1 0 16,3-1 0-16,-3-3 0 0,3 1 0 0,3 2 0 15,-3-2 0-15,3-1 0 0,3 1 0 16,0 0 0-16,3-3 8 0,0 2-8 0,3 1 8 15,0-3-8-15,3 0 9 0,0 2-9 0,3-2 8 0,0 0-8 16,0-3 0-16,0 3 9 0,3-2-1 0,0 2-8 16,0-3 12-16,2 0-4 0,1 0-8 0,0-2 0 15,3 0 0-15,0-1 0 0,0 4 0 0,3-6 0 16,-1 2 0-16,1-2 0 16,0 0-76-16,3-2-21 0,0 2-4 0</inkml:trace>
  <inkml:trace contextRef="#ctx0" brushRef="#br0" timeOffset="17051.427">20723 11949 1958 0,'0'-8'43'0,"3"0"9"0,-3-2 1 0,0-3 3 0,3 2-45 16,-3-2-11-16,3 0 0 0,-3-1 0 0,0 4 104 0,0-3 20 0,-3 5 3 0,0-3 1 15,0 0-52-15,-3 4-9 0,0-1-3 0,0 0 0 16,0 2-51-16,-3 1-13 0,0 2 0 0,-3 1 0 16,3-4 0-16,-3 6 0 0,0 0 0 0,-3 3 0 15,0 0 24-15,1-1 1 0,-4 6 1 0,0 0 0 16,-3 0-26-16,3 3 0 0,3-3 0 0,0 5 0 15,1-2 0-15,2 2 0 0,3 3-12 0,3 0 12 16,3 2-23-16,0 1 3 0,3-1 1 0,3 1 0 0,0-1 19 16,3 1 0-16,3-1 0 0,3-2 0 0,2 0 0 0,1-3 0 15,3 0 0-15,-3 1 0 0,0-1 0 0,0-3 0 16,0 1 0-16,0 2 0 0,-1-2 0 0,-2-1 0 16,0 1 0-16,0 0 0 0,-3-3 0 0,0-1 0 15,0 1 0-15,-3 0 0 0,3 0 0 16,-6 0 0-16,3 3 0 0,-6-3 0 0,0 2 0 15,-3-2 0-15,0 3 11 0,-3-1-11 0,0-2 0 0,-3 3 0 16,0 0 0-16,-3-1-12 0,0 1 12 0,-3-3 12 16,3 2-3-16,-5-2 0 0,-4 3-9 0,3-6 0 0,-3 3 0 15,0 0 8-15,-3-3-8 0,4 1 0 0,-4-1 0 0,0 0 8 16,3 0-8-16,0 1 0 16,3-4 9-16,-2 4-9 0,5-6-8 0,-3 2-7 0,6-2-1 0,0 0 0 15,3 0 16-15,0 0 0 0,3-2 0 0,0-1 0 31,6 3-172-31,0-5-32 0,3-3-7 0</inkml:trace>
  <inkml:trace contextRef="#ctx0" brushRef="#br0" timeOffset="17331.575">20877 12227 1918 0,'0'0'42'0,"0"0"9"0,0 0 1 0,0 0 3 0,0 0-44 0,0 0-11 0,-6 0 0 0,6 0 0 0,0 0 105 15,-3 0 19-15,3 0 4 0,0 0 1 0,-6 0-44 0,6 0-9 16,0 0-1-16,-5 5-1 0,5-5-33 0,-3 6-6 16,3-1-2-16,0 3 0 0,0-3-15 15,0 3-3-15,0 3-1 0,0-1 0 0,0 1-5 16,0 2-1-16,3 0 0 0,0 3 0 16,-3-2-8-16,2 1 0 0,1 4 0 0,-3-3 0 0,3-3 0 0,-3 3 0 15,3 0 0-15,-3-3 0 0,3-2 0 0,-3 2-11 16,0-3 3-16,0 1 0 15,0 0-32-15,0-1-5 0,-3-2-2 0,3 0 0 16,-3 0-13-16,0-3-4 0,3 1 0 0,0-6 0 16,0 0-103-16,0 0-21 0,0 0-4 0,0 0-690 0</inkml:trace>
  <inkml:trace contextRef="#ctx0" brushRef="#br0" timeOffset="17534.228">21017 12021 2070 0,'0'0'45'0,"0"0"10"0,-3-6 1 0,3 6 3 0,-6-5-47 0,3 3-12 0,3 2 0 0,0-6 0 16,0 1 72-16,0 5 13 0,0-3 3 0,0-2 0 16,0 5-44-16,0-5-9 0,0 2-2 0,0 3 0 15,3-5-33-15,-3 5-16 0,0 0 2 0,0 0-720 16,3-3-144-16</inkml:trace>
  <inkml:trace contextRef="#ctx0" brushRef="#br0" timeOffset="22056.663">9129 11944 1256 0,'0'0'28'0,"0"0"5"0,-3-3 37 0,3 3-70 0,-6-2 0 0,6 2 0 0,-6 0 0 15,6 0 93-15,-6-3 12 0,6 3 3 0,-6 0 0 16,6 0-17-16,-6 0-3 0,6 0-1 0,0 0 0 16,-3 0-17-16,3 0-3 0,0 0-1 0,0 0 0 15,0 0-14-15,-6 3-4 0,6-3 0 0,-3 5 0 16,0 3-15-16,0-3-3 0,3 3-1 0,-3 0 0 0,3 0-9 16,-3 3-3-16,3-1 0 0,-3 1 0 15,3 2-7-15,-3 0-2 0,3 3 0 0,-3-3 0 16,3 1-8-16,0-1 0 0,-3 0 0 0,3 3 0 0,-3 0 0 15,3-3 0-15,-3 6 0 0,0-4 0 0,0 1 0 16,3 0 0-16,-3 3 0 0,3 2 0 0,-3 3 0 0,0-3 0 16,3 3 0-16,-3 0 0 0,3-1 0 0,-3 1-11 15,3-3 11-15,-3 0-8 0,3-2 0 16,-3-3 0-16,3 0 0 0,0 0 0 0,-2 0 0 0,2-3 0 16,0 0 0-16,-3-2 0 0,3-1 8 0,0 1 0 15,0-3 0-15,0 2 0 0,3-2 0 0,-1 0-8 16,1-3 8-16,0 3 0 0,0-2 0 0,0-1 0 0,3 0 0 15,-3 1-8-15,3-4-5 0,0 1-1 0,0-1 0 16,0 1 0-16,0-3 14 0,0 3 13 0,0-1-2 0,0 1-1 16,0-3-10-16,3 0 0 0,-3 0 0 0,3 0 0 15,0 0 0-15,0 0 0 0,2 0 0 0,1-3 0 16,-3 3 0-16,3 0 0 0,0-2 0 0,0 2 0 16,0 0 0-16,-3 0 0 0,3-3 0 0,0 3 0 15,-3 0 0-15,3 0 0 0,-4 0 0 16,1-3 0-16,3 1-8 0,0 2-1 0,3-3 0 0,-3 1 0 15,3-1-1-15,0 3 0 0,0-3 0 0,2 1 0 16,1-1-8-16,-3 0-2 0,6 1 0 0,0-1 0 31,0 3-5-31,0 0-2 0,-1 0 0 0,1 0 0 0,0 0 16 0,0 0 11 0,-3 0-13 0,3 0 5 16,-4 0-14-16,1 0-2 0,0 0-1 0,3 0 0 16,-3 3-11-1,3-3-3-15,3 2 0 0,-1-2 0 0,1 3 20 0,0 0 4 0,3-1 1 0,3 1 0 16,-7 0 3-16,4-1 1 0,0 1 0 0,-3 2 0 15,0-2 10-15,-1-1 0 0,-2 4 0 0,0-4-8 0,0 1 8 16,0 2 0-16,0-2 0 0,2 0 0 0,-2-1 0 0,6 1 0 16,-3 2 0-16,0 0 0 0,-4-2 0 0,4 0 0 15,0-1 0-15,0-2 0 0,-3 3 0 0,0-3 0 16,-1 3 0-16,-2-3 0 0,-3-3 8 0,0 3-8 16,0-3 8-16,-3 1-8 0,0-1 0 0,3 3 8 15,-6-3-8-15,2-2 0 0,-2 3 8 0,3-4-8 16,-3 4 8-16,0-4-8 0,0 4 12 0,3-4-3 15,-3 1 0-15,3 0 0 0,0-1-9 16,-3 1 10-16,3 0-10 0,-1 0 10 0,1-1-10 0,0 1 0 0,0 0 0 16,0-1 0-16,-3 1 0 0,3 0 0 0,0 0 0 15,-3-1 0-15,0 1 0 0,3 0 0 0,-6 2 0 16,2-2 8-16,-2-1-8 0,3 1 0 0,-3 0 0 0,-3 2 0 16,3 1 0-16,-3-1 0 0,0-2 0 0,-3 5 0 15,0 0 0-15,3-3 0 0,-3 0 0 16,0 3 0-16,0 0 0 0,0 0 0 0,0 0 0 0,0 0 0 15,3-5 0-15,-3 5 0 0,-3-5 0 0,3 5 0 16,0-6 0-16,0 1 0 0,-3 0 0 0,3 0 0 16,0-3 0-16,0 2 0 0,0 1 0 0,0-3 0 15,-3-2 33-15,3-1 11 0,0 0 3 0,0-5 0 16,0 1-24-16,-3-1-5 0,3-3-1 0,3-2 0 16,-3 0 14-16,0-3 2 0,3 3 1 0,-3 0 0 15,3 0-10-15,-3-3-3 0,3 3 0 0,-3-3 0 16,3 3 7-16,-3-1 0 0,0 1 1 0,3 0 0 0,-3 3 5 15,0-4 1-15,0 4 0 0,0 2 0 16,0-3-7-16,0 6-2 0,3-3 0 0,-3 3 0 0,0 0-13 16,0 0-2-16,0 2-1 0,0-2 0 15,0 5 6-15,0-3 0 0,0 1 1 0,0 2 0 0,0 0-8 16,0 3-1-16,0-3-8 0,0 5 12 0,0-2-4 0,0-1-8 16,-3 4 11-16,0-4-11 0,3 6 10 0,-3-2-10 15,3 2 8-15,-3-3-8 0,-3 1 9 0,3-1-9 16,-3 0 10-16,0 1-10 0,0 2 9 0,0 0-9 15,0-3 8-15,1 3-8 0,-4 0 0 0,0 0 0 0,0 0 0 16,0 3 0-16,-3-3 0 0,-3 0 0 0,3 2 0 0,-3 1 0 16,3-3 0-16,-6 3 0 0,4-3 0 0,-1 2 0 15,-3 1 0-15,0-3 0 0,3 2 0 0,-3 1 0 16,3 0 0-16,-3 2 0 0,4-5-9 0,-1 3 9 16,0-1 0-16,0 1 0 0,-3-3 0 0,-3 0 0 15,0 0 0-15,1 0 0 0,-1 0 0 16,-3 0 0-16,3 0-8 0,-3 0 8 0,0 0 0 0,1 3 0 15,-1-1 0-15,3 1 0 0,-3-3 0 0,3 3 0 16,4-1-8-16,-1 1 8 0,0 0 0 0,3 2 0 16,-3-5 0-16,3 2 0 0,-3 1 0 0,0-3 0 15,1 0 0-15,-1 3 0 0,0-3 0 0,0 2 0 16,0-2 0-16,0 3 0 0,0-3 0 0,1 3 0 16,-4-3 0-16,6 2 0 0,-3-2 0 0,0 3 0 15,3-3 0-15,-3 3 0 0,4-3 0 0,2 2 0 16,0-2 0-16,0 3 0 0,0-3 0 0,0 0 0 0,3 3 0 15,-3-3 0-15,3 0 0 0,0 0 0 16,0 0 0-16,0 0 0 0,0-3 0 0,-2 3-10 0,2 0 10 16,0-3 0-16,-3 1 0 0,3-1 0 0,-3 3 0 0,3-3 0 15,-3 1 0-15,0-1 0 0,3-2 0 0,-3 2 0 16,3 3 0-16,-2-3 0 0,-1 1 0 0,0-1 0 16,3 1 0-16,-3 2 0 0,-3 0 0 0,6-3 0 15,-3 3 0-15,0 0 0 0,0 0 0 16,0 0 8-16,1 0-8 0,2 3 8 0,-3-3-8 0,0 0 0 15,0 2 0-15,3 1 0 0,-3-1 0 16,3 1 0-16,0-3 0 0,0 3 0 0,-3-1 0 16,3 1 0-16,1 0 0 0,-1-3 0 0,-3 2 0 0,3 1 0 0,-3-3 0 15,0 3 11-15,3-3-11 0,-3 2 8 0,3-2-8 16,-3 3 8-16,3 0-8 0,0-3 0 0,0 5 9 0,1-5-9 16,-1 3 0-16,0-1 0 0,0-2 0 0,3 3 0 15,-3-1 0-15,3 1 0 0,0 0 0 16,0-1 0-16,3 1-16 0,3-3 0 0,-6 3-1 0,6-3 0 31,0 0-115-31,0 0-24 0,0 0-4 0,0 0-944 0</inkml:trace>
  <inkml:trace contextRef="#ctx0" brushRef="#br0" timeOffset="22935.621">9977 13516 1926 0,'0'0'42'0,"0"0"9"0,0 0 1 0,0 0 3 0,0 0-44 0,-3-6-11 0,0-1 0 16,0 1 0-16,-3 4 76 0,3-6 12 0,-3 2 4 0,-3 1 0 15,3-3-24-15,-3 5-5 0,3-2-1 0,-5 3 0 16,2-4-14-16,-3 4-2 0,0-1-1 0,-3 0 0 16,3 3-16-16,0 0-3 0,0 0-1 0,-3 3 0 15,3 2-7-15,-2 1-2 0,2-1 0 0,0 3 0 16,0 0-16-16,0 2 0 0,3 4 0 0,-3 1 0 16,3 4 0-16,3-1 0 15,-3 4-10-15,0-1 10 0,6 3 0 0,-3 2-9 16,3-2 9-16,0 0 0 15,0 0-28-15,3 2 0 0,0 0 1 0,0 1 0 16,3-1-1-16,0 1 0 0,0-1 0 0,0 3 0 16,3-2-9-16,0-1-3 0,3 1 0 0,-3-1 0 0,3-2 40 15,0-3 0-15,0 0 0 0,0 1 0 0,0-7 0 0,3-1 0 0,0-1 0 0,0 0 0 16,-1-2 0-16,4-3 15 0,-3 0-1 0,0-1 0 16,3-1-14-16,-3-4 0 0,3-2 0 0,-3 0 0 15,3 0-14-15,-1-2 1 0,1-1 0 0,0-2 0 16,3-3-50-1,-3-3-9-15,0 1-3 0,3-6-596 0,-3 3-119 0</inkml:trace>
  <inkml:trace contextRef="#ctx0" brushRef="#br0" timeOffset="23173.032">10182 13918 1728 0,'0'0'38'0,"0"0"8"0,0 0 2 0,-3 5 0 0,-3-2-39 0,6-3-9 15,-2 5 0-15,-1 0 0 0,3-5 104 0,-6 6 20 16,6-6 3-16,-3 5 1 0,3-5-52 0,-3 5-9 15,0 1-3-15,3 2 0 0,-3 0-51 0,3-1-13 16,0 1 0-16,-3 0 0 0,6 0 36 0,-3 3 4 0,0-1 0 16,0 4 1-16,0-4-28 0,3 3-5 15,-3 1-8-15,0-4 11 0,3 4-11 0,-3-1 12 0,3-3-12 16,-3 1 12-16,3 0-12 0,-3-4-14 0,3 4 3 16,-3-3 1-1,3 0-34-15,-3 0-8 0,3 0 0 0,-3 0-1 16,0-3-155-16,2 3-30 0,-2-5-6 0,0-3-2 0</inkml:trace>
  <inkml:trace contextRef="#ctx0" brushRef="#br0" timeOffset="23432.079">10171 13786 2098 0,'0'0'46'0,"0"0"10"0,0 0 1 0,-3-3 3 0,0-2-48 0,3 5-12 0,0-6 0 0,0 6 0 0,0 0 73 0,-3-5 13 16,0 0 2-16,3 5 1 0,-3-3-71 0,3 3-18 15,-3-5 0-15,3 5 0 0,0 0 16 0,0-5-1 16,0 5 0-16,0 0 0 15,-3-3-48-15,3 3-10 0,0 0-1 0,0 0-662 16,0 0-132-16</inkml:trace>
  <inkml:trace contextRef="#ctx0" brushRef="#br0" timeOffset="23946.356">10352 14093 1645 0,'0'0'36'0,"0"0"7"0,0 0 1 0,0 0 4 0,0 0-39 0,0 0-9 0,0 0 0 0,3 0 0 16,0 0 69-16,3 0 12 16,0 0 3-16,0 0 0 0,0 0-22 0,3 0-4 0,0 0-1 0,0 0 0 15,3 0-17-15,-1 0-3 16,-2 0-1-16,3 0 0 0,-3 0-13 0,3 0-3 0,0 0-1 0,0 0 0 16,-3-3-11-16,3 0-8 0,3 3 9 0,-3 0-9 15,2-2 8-15,1-1-8 0,-3 0 0 0,3 3 0 16,-3-2 16-16,0-4-4 0,3 4 0 15,-3-1 0 1,0 0-112-16,0 1-22 0,-4-1-5 0,1 1-513 0,0-1-102 0</inkml:trace>
  <inkml:trace contextRef="#ctx0" brushRef="#br0" timeOffset="24279.571">10507 13963 1735 0,'0'0'38'0,"0"0"8"0,0 0 2 0,-9 0 0 0,6-3-38 0,3 3-10 0,0 0 0 0,0 0 0 0,-6-2 89 0,6 2 16 16,0 0 3-16,0 0 1 0,0 0-30 0,0 0-7 16,0 0 0-16,0 0-1 0,0 0-24 0,0 0-5 15,0 0-1-15,-3 8 0 0,3 0-9 0,0-1-1 16,0 1-1-16,0 0 0 0,0 0-22 0,3 5-8 15,-3-2 0-15,0 2 9 0,3 1-9 0,0-1 0 16,0 3 0-16,-3-3 0 0,3 0 0 0,0 0 0 16,-3 3 0-16,3-3 0 0,0 3 17 0,0-2 2 0,0 1 0 15,0-1 0-15,0-1-31 0,0-3-5 16,3 4-2-16,0-4 0 16,0 1-36-16,-3-3-7 0,3 0-2 0,-1 0 0 15,1-3-102-15,0-2-21 0,0 2-4 0,-6-5-1 16</inkml:trace>
  <inkml:trace contextRef="#ctx0" brushRef="#br0" timeOffset="24589.878">10927 13791 1683 0,'0'0'48'0,"0"0"10"0,0 0-46 0,0 0-12 0,0 0 0 0,0 0 0 15,0 0 106-15,0 0 19 0,0 0 4 0,0 0 1 16,0 0-31-16,0 0-7 0,0 0 0 0,0 0-1 16,0 0-22-16,0 0-4 0,-3 8-1 0,3 0 0 15,-3 0-51-15,3 0-13 0,0 2 0 0,0 4 0 0,0-1 0 0,0 0 0 16,0 3 0-16,0 5 0 0,-3-5 0 16,3 5 0-16,0 3 0 0,-3 0 0 15,3-1 0-15,-3 4 0 0,3-6 0 0,-3 3 0 16,3-3 54-16,-3 0 8 0,3 3 2 0,-3 0 0 15,3-3-73-15,-3-2-15 0,3 2-2 0,0-3-1 16,0 1-8-16,-3-3-1 0,3 0-1 0,0-1 0 16,0-1-99-16,3-4-20 0,-3 1-4 0</inkml:trace>
  <inkml:trace contextRef="#ctx0" brushRef="#br0" timeOffset="25245.674">10120 15172 1724 0,'0'0'38'0,"0"0"8"0,-3-5 2 0,0 0 0 0,3-3-39 0,-3 2-9 0,0-2 0 0,-3-2 0 15,3 2 54-15,0 0 9 0,-3 0 1 0,0 0 1 16,3 0 29-16,-3 0 6 0,-3 0 0 0,3 0 1 15,-6 0-36-15,4 3-7 0,-4 0-2 0,0 2 0 16,-3-2-16-16,0 5-3 0,0-3-1 0,0 6 0 16,-3-3-12-16,3 3-2 0,1 2-1 0,-4 0 0 15,3 0-10-15,3 3-3 0,-3 0 0 0,3 3 0 16,0 2-8-16,3 3 0 0,-3 0 9 0,3 5-9 31,1 5-22-31,5-2-9 0,-3 5-1 0,3 0-1 0,3-2 33 16,0-1 0-16,0 1 0 0,3-1 0 0,3 1 12 0,-3-3 8 0,5-1 3 15,-2 4 0-15,6-3-23 0,-3-1 0 0,6 4 0 0,-3-1 0 16,3-2 0-16,3 0-10 0,-3-3 10 0,5-2 0 16,-2-3-20-16,0-1 2 0,3-4 1 0,0 0 0 15,-3-3-1-15,0-3 0 0,-4-2 0 0,1-1 0 16,0-4-176-16,0-1-35 16,0-2-7-16</inkml:trace>
  <inkml:trace contextRef="#ctx0" brushRef="#br0" timeOffset="25692.147">10224 15490 1911 0,'0'0'42'0,"0"0"9"0,0 0 1 0,0 0 2 0,0 0-43 0,0 0-11 0,0 0 0 0,0 0 0 16,0 0 80-16,0 0 15 0,0 0 2 0,0 0 1 15,0 0-42-15,0 0-9 0,0 5-2 0,0 3 0 16,3 0-30-16,0 0-7 0,-3 2 0 0,3 4-8 16,0-4 8-16,3 3-8 0,-3 1 0 0,3-1 0 15,0 0 0-15,0 0 0 0,0 1 0 0,3-4 0 16,0-2-19-16,0 0 3 0,-1 0 0 0,1-3 0 16,0 1 0-16,0-4 0 15,0-2 0-15,0 0 0 0,3-2 16 0,-3-1-12 0,0-2 12 0,0-1-10 16,0-2 10-16,0 0 11 0,0-2-3 15,0 2 0-15,-4 0 4 0,-2-3 1 0,3 3 0 0,-3 1 0 16,0-4 19-16,-3 3 4 0,0 0 1 0,-3-3 0 16,0 4-1-16,0-4 0 0,-6 3 0 0,4 0 0 15,-4 0 22-15,-3 3 4 0,3 0 1 0,-6-1 0 16,3 1-38-16,-3 2-7 0,-3 1-2 0,0 2 0 16,-2 0-16-16,2 0 10 0,-3 2-10 0,3 1 8 0,-3 0-21 15,3 2-5-15,3 0-1 0,1 0 0 16,2 3-36-16,3-2-7 0,0 2-2 0,3-3 0 15,3 0-167-15,3-5-33 16,-12 0-8-16,12 0 0 0</inkml:trace>
  <inkml:trace contextRef="#ctx0" brushRef="#br0" timeOffset="26414.319">10632 15424 2088 0,'0'0'46'0,"0"0"10"0,0 0 1 0,0 0 1 0,0 0-46 0,0 0-12 16,0 0 0-16,0 0 0 0,0 0 77 0,-6 2 14 16,3 3 2-16,0 1 1 0,0-4-34 0,0 6-8 15,0-2 0-15,0 2-1 0,3 2-32 0,-3 1-7 16,3-3 0-16,0 5-1 0,0 0-11 0,0 0 12 0,3 1-12 16,0 1 12-16,0 1-12 0,3-2 0 0,0-1-12 15,0 3 12 1,6-6-33-16,-3 1 1 0,3-1 0 0,-3-2 0 15,2 0-10-15,1-5-2 0,3 0 0 0,-3-3 0 16,3-3 5-16,0-2 1 0,0-3 0 0,0 0 0 0,0 0 17 0,-1-5 3 16,4-1 1-16,-6 1 0 0,3 0 17 0,-3-3-10 0,0 3 10 15,-3-3-8-15,0 3 8 0,0 2 0 0,-3 1 0 0,0-1 0 16,-3 0 37-16,0 3 3 0,0 1 1 0,-3-1 0 16,0 0 29-16,0 2 6 0,0-2 0 0,-3 6 1 15,3 2-9-15,0 0-1 0,-3-6-1 0,3 6 0 16,0 0-22-16,0 0-5 0,0 0-1 0,0 0 0 15,0 0-16-15,0 0-3 0,0 0-1 0,0 0 0 16,-3 6-18-16,-3 2 8 0,3 2-8 0,3 4 0 16,-3-4 8-16,3 6-8 0,0-3 0 0,-3 6 0 15,3-3 0-15,3 5 0 0,-3 0 0 0,0 0 0 16,0 3-10-16,0-3-2 0,3-2-1 0,-3-1 0 16,3 1-20-16,-3-6-4 15,3 0-1-15,0 0 0 0,0-5-92 16,0 0-18-16,3-5-4 0,-4 2-604 0,4-5-121 0</inkml:trace>
  <inkml:trace contextRef="#ctx0" brushRef="#br0" timeOffset="26670.413">11153 15262 2311 0,'-3'-3'51'0,"0"-4"10"0,0 1 3 0,-3-2 0 0,0-2-51 0,3 2-13 0,0 2 0 15,-3-1 0-15,3 1 76 0,0 1 12 16,3 5 2-16,-3 0 1 0,3 0-32 0,0 0-7 0,-6 3 0 0,3 2-1 15,0 5-23-15,-3 1-5 0,6 5-1 0,-3 2 0 16,3 4-22-16,0-1 8 0,0 3-8 0,0-3 0 16,3 3 0-16,-3-1 0 0,3 1 0 0,-3 0 0 15,3 0 0-15,0 2 0 0,-3 1-10 0,3 2 10 16,-3 0-27-16,3 0 2 0,-3 0 0 0,3-2 0 31,-3-1-22-31,0-5-4 0,3 0-1 0,-3-2 0 16,3-3-32-16,-3 0-8 0,0-3 0 0,0 0-626 0,0-2-125 0</inkml:trace>
  <inkml:trace contextRef="#ctx0" brushRef="#br0" timeOffset="26900.123">11016 15524 1676 0,'0'0'48'0,"0"0"9"0,0 0-45 0,0 0-12 16,0 0 0-16,0 0 0 0,0 0 78 0,6 0 14 16,0 0 2-16,3 0 1 0,0 0-6 0,0 0-1 15,2 0 0-15,1 0 0 0,0 0-35 0,0 0-7 16,0 0-2-16,0 0 0 0,3 0-22 0,0-3-5 16,0 1-1-16,-3-1 0 0,2 0-16 0,1-2-14 15,-3 0 2-15,0-3-1084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2:40:30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19785 2307 1861 0,'0'0'40'0,"0"0"9"0,0 0 2 0,0 0 2 0,0 0-42 0,0 0-11 0,0 0 0 0,0 0 0 16,0 0 73-16,0 0 13 0,0 0 2 0,0 0 1 16,0 0-29-16,0 0-7 0,0 0-1 0,6 0 0 15,0 0-8-15,0 0-1 0,0 6-1 0,0-6 0 16,3 0-7-16,0 0-2 0,2 2 0 0,1-2 0 15,3 6-10-15,0-6-3 0,3 0 0 0,0 2 0 16,6-2-8-16,0 0-1 0,-1 0-1 0,1 0 0 16,3 0-10-16,0 0 0 0,-3 0 9 0,2-2-9 15,-5 2 0-15,0 0 0 0,0 0 0 0,0-6 0 16,-3 6-29-16,2-2-7 16,-2 2-2-16,0-8 0 0,-3 8-195 0,0-6-39 15</inkml:trace>
  <inkml:trace contextRef="#ctx0" brushRef="#br0" timeOffset="270.989">20148 2045 1661 0,'-15'-5'47'0,"6"5"10"0,3 0-45 0,0-5-12 16,0 5 0-16,0-3 0 0,6 3 110 0,0 0 20 15,0 0 4-15,0 0 1 0,0 0-38 0,0 0-7 16,0 0-2-16,0 0 0 0,0 8-34 0,0-3-7 0,3 3-2 0,-3 3 0 15,3 2-17-15,0 0-3 0,0-2-1 0,0 7 0 16,0 1-11-16,0 2-2 0,0 3-1 0,0 2 0 16,0-4-10-16,0 1 10 15,0 1-10-15,-3 3 10 0,3-6-21 0,0 3-4 16,-3-3-1-16,0 3 0 0,3-8 16 0,-3 2 0 0,0 1 0 0,3 2 0 16,-3 0-15-16,0-5 0 0,0 0 0 0,0 2 0 31,3-2-129-31,-3 0-27 0,3-3-5 0</inkml:trace>
  <inkml:trace contextRef="#ctx0" brushRef="#br0" timeOffset="886.775">20964 2056 828 0,'0'0'23'0,"0"0"6"0,0 0-29 0,0 0 0 16,0 0 0-16,0 0 0 0,0 0 8 0,0 0-8 16,0 0 0-16,0 0 0 0,0 0 0 0,0 0 0 15,0 0 0-15,0 0 0 16</inkml:trace>
  <inkml:trace contextRef="#ctx0" brushRef="#br0" timeOffset="3448.873">21785 2297 1497 0,'0'0'32'0,"0"0"8"0,0 0 0 0,6 0 4 0,0 0-36 0,-3 0-8 0,3 0 0 0,0 0 0 16,0 0 129-16,3 0 24 0,-3 0 5 0,3 0 1 16,0 2-59-16,3-2-12 0,0 0-3 0,2 6 0 15,1-6-23-15,3 0-5 0,0 0-1 0,3 0 0 16,3 2-21-16,-1-2-5 0,1 0-1 0,3 6 0 16,0-6-19-16,-3 0-10 0,2 0 10 0,-2 2-10 15,0-2 8-15,-3 6-8 0,0-6 0 0,3 0 0 16,-4 0 0-16,1 2 0 0,0-2 0 0,0 0 0 15,-3-2-11-15,0 2-8 0,-3 0-1 0,-1 0-1 16,-2-6-101-16,0 6-20 16,-3-2-4-16,-3 2-546 0,0-6-108 0</inkml:trace>
  <inkml:trace contextRef="#ctx0" brushRef="#br0" timeOffset="3802.388">22214 2114 1825 0,'0'0'40'0,"0"0"8"0,0-5 1 0,0 2 3 0,0-5-41 0,0 0-11 16,0 3 0-16,3 2 0 0,-3-2 116 0,0-3 22 15,3 3 4-15,-3 5 1 0,0-3-57 0,0 3-11 0,0 0-3 0,0 0 0 16,0 0-33-16,0 0-7 0,0 0-2 0,0 0 0 15,0 0-15-15,0 0-3 0,0 0-1 0,0 0 0 16,-6 3-11-16,0 5 0 0,0 2 9 0,0 1-9 16,-3 2 0-16,3 3 0 0,0 5 0 0,0 0 0 31,0-2-22-31,0 7-6 0,3-4 0 0,0 7-1 0,0-11 29 16,0 9 0-16,0-4 0 0,3-1 0 0,-3-1 0 0,3-3 0 0,0 4 0 0,-3-4 0 15,3 1 0-15,-2-4 0 0,2 4 0 0,0-3 0 16,0 0 0-16,0 0 0 0,0-3 0 15,2 0 0 1,-2-2-160-16,3-1-25 0,3-2-6 0,-3 0-1 0</inkml:trace>
  <inkml:trace contextRef="#ctx0" brushRef="#br0" timeOffset="4815.488">23833 2225 1522 0,'0'0'33'0,"0"0"7"0,0 0 2 0,0 0 2 0,0 0-36 0,0 0-8 0,0 0 0 0,0 0 0 0,0 0 114 0,0 0 21 16,0 0 4-16,6 0 1 0,0 0-40 0,0 0-8 15,0-2-2-15,3 2 0 0,0 0-22 0,3 0-4 16,0 0 0-16,3 0-1 0,-1-6-16 0,1 6-3 16,3-5-1-16,3 2 0 0,0 3-15 0,0-5-2 15,-1 2-1-15,1 3 0 0,0-5-11 0,-3 3-2 16,3 2-1-16,0 0 0 0,-3-6-11 0,-1 4 0 16,1-1 0-16,-3 3 0 0,0-3 0 0,0 3 8 15,-3-5-8-15,0 2 0 16,0 3 0-16,-3 0 0 0,2-5 0 0,-5 2 0 15,3 3-31-15,-6 0-1 0,-3 0-1 0,0 0 0 16,0 0-45-16,0 0-9 0,0 0-1 0,0 0-1 16,-3 8-175-16,-6 0-36 0</inkml:trace>
  <inkml:trace contextRef="#ctx0" brushRef="#br0" timeOffset="5076.274">23914 2387 1314 0,'0'0'37'0,"0"0"8"0,0 0-36 0,0 0-9 0,0 0 0 0,0 0 0 16,0 0 123-16,5 0 22 0,-2 2 5 0,0-2 1 15,3 6-43-15,0-6-8 0,0 0-1 0,0 0-1 16,0 0-22-16,3-6-4 0,-3 6 0 0,6 0-1 16,-3-2-25-16,3 2-5 0,0 0-1 0,0 0 0 15,3 0-8-15,-1 0-1 0,-2 0-1 0,6 0 0 16,-3-6-13-16,0 6-2 0,3 0-1 0,-3-2 0 15,3 2-14-15,-4 0 9 0,4 0-9 0,0-6 8 16,-3 4-8-16,3 2 0 0,0-8 0 0,0 5 0 16,2 1-74-16,-2-4-17 0,0 4-3 0,0-4-659 15,0 4-132-15</inkml:trace>
  <inkml:trace contextRef="#ctx0" brushRef="#br0" timeOffset="9031.664">21997 6382 1918 0,'0'0'42'0,"0"0"9"0,0 0 1 0,-6 0 3 0,0 0-44 0,0 0-11 0,0 0 0 0,-3 0 0 16,0 3 62-16,0-3 10 0,0 0 3 15,0 2 0-15,-3 1 42 0,3 0 9 0,0-1 2 0,-3 4 0 16,4-1-103-16,-1 0-25 0,-3 3 0 0,3 0 0 16,0 3 0-16,0 2 0 0,0 0 0 0,0 0 0 15,0 1 32-15,3-1 0 0,-3 3 1 0,3 2 0 16,0-2-23-16,0 5-10 0,3-2 8 0,0 2-8 16,0 0 0-16,3 0 0 0,3 0 8 0,0-2-8 15,0 0 0-15,3-4 0 0,0 1 0 0,0 3 0 16,3-6 0-16,0 0 0 0,0-2 0 0,0-1 0 15,3-2 0-15,0 0 0 0,3-2 9 0,-3-1-9 16,2-2 8-16,4-1-8 0,0-2 8 0,0 0-8 16,0-2 9-16,0-1-9 0,0 0 12 0,2-2-12 15,-2 0 16-15,-3-1-3 0,3-2-1 0,0 1 0 16,-3-1 10-16,-3 0 2 0,3-3 0 0,-4-2 0 16,-2 0 4-16,3-1 0 0,-3-2 1 0,0 1 0 15,-3-4 3-15,0 1 0 0,0-1 0 0,0 1 0 16,-3-1-10-16,0 0-2 0,0 1 0 0,-3 2 0 0,3 0-8 15,-3 0-1-15,-3 3-1 0,0 0 0 0,0 0-10 0,-3 2 10 16,0-2-10-16,0 2 10 0,-3 1-10 0,-3-1 8 16,0 0-8-16,0 4 8 0,-2-1-8 0,-1 0 0 15,3 2 0-15,-6 1 0 0,3 0 0 0,-3 0-14 16,3-1 3-16,-3 1 1 16,1 2-16-16,-1 1-3 0,3 2-1 0,-3-3 0 15,3 3-94-15,-3 3-18 0,3-3-4 0,0 5-1 16,4-2-36-16,-4 5-7 0,-21 7-2 0,12-1 0 15</inkml:trace>
  <inkml:trace contextRef="#ctx0" brushRef="#br0" timeOffset="10000.569">19112 6604 1882 0,'0'0'41'0,"0"0"9"0,0 0 2 0,0 0 1 0,0-5-42 0,0 5-11 0,-3-5 0 0,-3 0 0 0,3 2 76 0,0-2 12 16,3 5 4-16,-6-3 0 15,0 0-28-15,-2 3-6 0,2-2-1 0,0 2 0 16,-3 0 6-16,3 2 1 0,-3-2 0 0,0 3 0 15,3 0-52-15,0-1-12 0,-3 4 0 0,0-1 0 0,0 0 54 16,0 0 8-16,0 3 2 0,0 3 0 0,0-3-64 0,-2 2-20 16,2 4 0-16,0-1 0 0,0 0 20 0,3 0 0 15,-3 1 0-15,3 1 0 0,3 1 0 0,0-2 0 16,0 1 0-16,3-1 0 0,3 2 0 0,0-1-8 16,3-1 8-16,0 2 0 0,3-3 0 0,3 3-8 15,-3-3 8-15,3-3 0 0,-1 1 0 16,4-3-10-16,0 0 10 0,0-3-8 0,0-2 8 0,3 0-13 15,0-3 5-15,3 0 8 0,-1-3-10 16,4 0 10-16,-3 1 0 0,3-4-9 0,-3 1 9 16,2 0 0-16,1-3 0 0,-3 0 0 0,-3 0 9 0,3-3 1 15,-3 1 0-15,-3-1 0 0,-1 1 27 0,-5 2 6 0,3-3 1 16,-3 0 0-16,-3-2 2 0,0 3 1 0,0-4 0 16,-3 1 0-16,0 0 0 0,0-3 0 0,0 0 0 0,-3 0 0 15,0-2-24-15,0 2-5 0,-3 0-1 16,0 0 0-16,0 0-5 0,-3 0 0 0,0 3-1 15,0 3 0-15,0-1-11 0,-6 0 12 0,3 1-12 0,-5 2 12 16,-1 0-12-16,-3 3 0 0,3-1 9 0,-6 1-9 16,0 2 0-16,0 1 0 0,1 2 0 0,-4 0 0 15,3 0-18-15,-3 2-2 0,3 1 0 0,0 2 0 16,1 1-84-16,2 2-18 0,0 0-3 0,0-1-1 16,0 4-53-16,0 0-10 0,-17 7-3 15,8-2 0-15</inkml:trace>
  <inkml:trace contextRef="#ctx0" brushRef="#br0" timeOffset="29366.931">22059 7806 1332 0,'0'0'37'0,"0"0"10"0,0 0-38 0,0 0-9 0,0 0 0 0,0 0 0 16,0 0 144-16,0 0 28 0,0 0 4 0,0 0 2 15,0 0-50-15,0 0-11 0,3-3-1 0,-3 3-1 16,0 0-38-16,0 0-7 0,0 0-2 0,0 0 0 0,6 3-13 0,0 2-3 15,-3 0-1-15,0 1 0 0,0-1-14 0,-3 5-2 16,3 1-1-16,0 2 0 0,0 0-10 0,0 3-3 16,-3 3 0-16,0 2 0 0,3-2-8 15,-3 2-1-15,3-3-1 0,-3 3 0 16,0-2-11-16,3-1 8 0,-3 4-8 0,3-4 8 16,-3-2-8-16,3 3 0 0,0-4 0 0,-3 1 0 0,3 0 0 0,0 0 0 15,-3 0 0-15,3 0 0 0,0 0 0 0,0 0 0 16,-3-3 8-16,3 3-8 0,-3 0 0 15,3-3 0-15,-1-3 0 0,-2 1 8 0,3 2-8 0,0-5 0 16,-3 0 0-16,0 0 0 0,3 0 0 0,-3-3 0 16,3 1 0-16,0-1 0 0,-3 0 0 0,0-5-16 15,3 5 3-15,-3-5 0 16,3 3-28-16,-3-3-6 0,3 0-1 0,-3 0 0 16,0 0-88-16,6 3-17 0,-3-3-4 0,-3 0-583 0,0 0-117 0</inkml:trace>
  <inkml:trace contextRef="#ctx0" brushRef="#br0" timeOffset="30725.589">19044 7824 1854 0,'0'0'40'0,"0"0"9"0,0 0 2 0,0 0 1 0,0 0-41 0,0 0-11 0,0 0 0 0,-3-5 0 16,3 5 90-16,-3-3 16 0,0-2 3 0,0 2 1 15,3 3-30-15,0 0-5 0,-6-5-2 0,3 5 0 16,3 0-21-16,-6-3-4 0,0 3 0 0,0 0-1 16,0 0-18-16,0 0-3 0,0 0-1 0,-3 3 0 15,3 0-9-15,-3-1-1 0,0 4-1 0,1 2 0 0,-1 0-14 16,-3-1 8-16,3 4-8 0,-3 2 0 0,0 3 0 16,3 0 0-16,0 0 0 0,-3 2 0 15,6 1 0-15,-3-1 0 0,3 1 0 0,0-1 0 16,0 1 0-16,3-3 0 0,1 0 0 0,-1 0 0 15,3-3-10-15,0 0 10 0,3 0-8 0,-1 1 8 16,4-4 0-16,0 1-10 0,0 2 10 0,3-2 0 0,0-4-12 16,0 4 12-16,3 0-12 0,-3-3 12 0,6 2-10 0,-3-2 10 15,0 0-8-15,3 0 8 0,-4-5 0 0,4 2-10 16,-3 0 10-16,3-2 0 16,3-3-28-16,-3 3 0 0,3-3 1 0,0 0 0 0,-1-3 43 0,1 0 8 15,0 1 1-15,0-1 1 0,0-2-18 0,0-1-8 0,-3 1 0 16,2 0 8-16,-2-1 8 0,0 1 2 15,-3 0 0-15,0-3 0 0,0 0 4 0,0 0 1 0,-3 0 0 16,3-2 0-16,-3-1 5 0,0 0 0 0,0-4 1 0,-4 1 0 16,4-2-6-16,-3-2-2 0,0 2 0 0,-3-3 0 15,3 1-5-15,-3-1-2 0,0-2 0 0,-3 3 0 16,0-1-2-16,0-2 0 0,0 5 0 0,-3-2 0 16,0-1 2-16,0 3 0 0,-3 0 0 0,-3 3 0 15,3 0-2-15,-3 2-1 0,-2-2 0 0,-1 3 0 16,0-1-11-16,0 3 8 0,-3-3-8 0,0 3 8 15,-3 1-8-15,0 1 0 0,-2 4 0 0,-1-1 0 16,3 0 0-16,-3 3 0 0,0 0-14 0,-3 3 5 31,4 2-41-31,-1 3-8 0,0 0-2 0,0 3 0 0,-3-1-184 0,3 1-38 16</inkml:trace>
  <inkml:trace contextRef="#ctx0" brushRef="#br0" timeOffset="43480.347">22154 9219 1375 0,'0'0'30'0,"0"0"6"0,0 0 2 0,0 0 1 0,0 0-31 0,-3-6-8 0,3 6 0 0,-3-2 0 16,3 2 100-16,0 0 18 0,-3-6 4 0,0 4 1 16,3 2-20-16,0 0-4 0,0 0-1 0,0 0 0 15,0 0-9-15,0 0-1 0,0 0-1 0,0 0 0 16,0 0-12-16,0 0-3 0,0 0 0 0,0 0 0 15,0 0-16-15,0 0-4 0,0 0-1 0,0 0 0 16,-6 5-10-16,4 0-1 0,2 1-1 0,-3 2 0 16,3 0-15-16,-3 2-4 0,3 1 0 0,0-1 0 15,0 1-9-15,-3-1-3 0,3 4 0 0,0 2 0 16,0-3-8-16,0 3 8 0,0 0-8 0,0 2 8 16,0 1-8-16,0-1 0 0,0 6 0 0,3 0 0 15,-3-3 0-15,3 3 0 0,0-3 0 0,-3 3 0 16,2-3 0-16,-2-3 0 0,3 1 0 0,-3-3 0 15,3-3 0-15,-3 0 0 0,0 0 8 0,0-2-8 16,0-3 0-16,0 0 0 0,-3 3 0 0,3-6 0 16,0-5-18-16,0 0-2 0,-3 5-1 0,3-5 0 15,0 5-35-15,0-5-6 0,0 0-2 0,0 0 0 16,0 0-51-16,0 0-10 0,0 0-3 0,0 0-648 16,0 0-131-16</inkml:trace>
  <inkml:trace contextRef="#ctx0" brushRef="#br0" timeOffset="44493.526">19074 9097 1728 0,'0'0'38'0,"0"0"8"0,0-5 2 0,0-1 0 0,0 1-39 0,0-3-9 0,0 3 0 0,-3 0 0 15,3-1 53-15,0-2 9 0,-3 3 2 0,0 0 0 16,3-1 51-16,-3 4 10 0,0-3 3 0,-3 2 0 16,3 0-52-16,0 1-9 0,-3-1-3 0,0 3 0 15,0-3-51-15,0 3-13 0,0 3 0 0,-3 0 0 16,0-1 0-16,0 1 0 0,0 2 0 0,-6 3 0 15,3 0 54-15,-2 0 8 0,-1 5 2 0,0 3 0 0,-3 0-52 16,3 2-12-16,0 4 0 0,-3-1 0 0,6 0-11 16,-2 0-5-16,-1-2 0 0,3 2-1 0,3-3 27 0,0 1 6 15,3-1 0-15,0-2 1 0,3 0-17 0,0 0 0 16,3 0 0-16,0 0 0 0,3-3 0 0,0 3 0 16,3 0 0-16,0 2 0 0,3-2 0 0,3 0 0 15,3-3 0-15,-3 3 0 0,2-3 0 0,4-2 0 16,0 0 0-16,0-1 0 15,0-5-48-15,0 1-12 0,0-4-4 0,-1 1 0 0,1-3 76 16,3-3 14-16,0 1 3 0,0-4 1 16,0-2-48-16,2-2-10 0,1-1-1 0,0 1-1 0,0-4 30 15,0 1 0-15,-3 0 0 0,-4 0 0 0,1 0 45 0,0 2 15 16,-6-2 4-16,3 0 0 0,-6 2-41 0,3-2-8 16,-6-3-2-16,3 0 0 0,-3 0 20 0,0-2 4 0,-3 2 1 0,-1-3 0 15,-2 1-20-15,0-4-4 0,-2 4-1 0,-1-3 0 16,0 0-13-16,-3-1 0 0,0 1 0 0,-3 0 0 15,0 3 54-15,0 2 8 0,-3-3 2 0,0 6 0 16,-3 2-64-16,0 1-16 0,-3-1-2 0,-2 3 0 16,2 3 18-16,-3 2 0 0,3 1 0 0,-3-1 0 15,0 3-19-15,3 3-3 0,1-1-1 0,-1 4 0 16,0-1-79-16,3 0-16 16,-3 1-3-16,3 1-753 0,0-1-150 0</inkml:trace>
  <inkml:trace contextRef="#ctx0" brushRef="#br0" timeOffset="68756.727">13227 6361 1668 0,'0'0'47'0,"-5"-3"11"0,-1 1-46 15,0-1-12-15,0 3 0 0,0-3 0 0,-3 1 80 0,0 2 13 16,-3-3 3-16,0 3 1 0,0 3-26 0,0-3-6 15,-3 2-1-15,0 4 0 0,1-4 0 0,-4 4 0 16,3-1 0-16,-3 0 0 0,3 1-51 0,0 1-13 16,0 1 0-16,0 3 0 0,1-3 54 0,2 2 8 0,0 4 2 15,0-4 0-15,0 4-52 0,0-1-12 0,0 0 0 16,0 0 0-16,3 3 0 0,-3 0 0 16,3 0 0-16,4 2 0 0,2 1 0 0,0-1 0 0,0 6 0 15,0 0 0-15,3-3 0 0,3 3 0 0,0 2 0 16,3-2 0-1,2-3-21-15,-2 3-7 0,3 3-2 16,0-1 0-16,0-2 48 0,0 2 10 0,0 4 1 0,0 4 1 16,3-2-50-16,0 2-9 0,0 3-3 0,6 0 0 0,-1 0 52 0,-2-2 9 0,3-1 3 0,3 3 0 31,-3 0-52-31,-3 0-11 0,6 8-1 0,-4 3-1 0,-2-3 33 0,3-3 0 16,-3 0 0-16,-3 1 0 0,0-1 0 0,-3-2 0 0,0 0 0 0,-3 4 0 15,-3 1 11-15,0 0-1 0,-3 0 0 0,-3 0 0 16,-3-5 3-16,-3-3 1 0,0 0 0 0,-6 3 0 15,0-6 1-15,0 6 0 0,-6-3 0 0,1 5 0 16,-1-5-15-16,0-2-12 0,0-1 3 0,0-2 0 16,0-3 9-16,3-5 0 0,-2 2 0 0,-1 1 0 15,0-6 17-15,0-3 6 0,-3 4 1 0,1-4 0 16,2 1-24-16,0-1 0 0,0-2 0 0,0 3 0 0,0-4 0 16,3 1 0-16,4 0 0 0,-1 0 0 15,0-3-15-15,6 1-7 0,0-1-2 0,3 0 0 0,0 0 24 16,3-2 0-16,0-1 0 0,0 4 0 0,3-4 0 0,3 1 0 15,0-1 0-15,0 1 0 16,3 0 0-16,-3-1 0 0,3 3 0 0,3-2 0 0,-3 2 0 0,3 0 0 16,-3 1-9-16,3-1 9 0,-3 3 0 0,3 2 0 15,-1 1 0-15,-2 5 0 0,3-1 0 0,-3 4 0 16,3 2 0-16,-3 3 0 0,0-3 0 0,0 0 0 16,0-3 0-16,0 6 0 0,-3-3 0 0,0 0 0 15,0 0 0-15,0 6 0 0,0-3 0 0,-3 5 0 16,3 0 0-16,-3 5 0 0,3-8 0 0,-3 4 0 0,3-4 0 15,0 3 0-15,-3 0 0 0,3-3 0 0,-3 3 0 0,3 3 0 16,-3 2 0-16,3-2 0 0,0 0 0 0,0 0 0 16,-3-6 0-16,3 0 0 0,0 1 0 0,0-1 0 15,0-2 10-15,0 2-10 0,0-2 10 0,-1 5-10 16,4-3 9-16,-3-2-9 0,0 0 8 0,3 0-8 16,-3-3 10-16,0-5-10 0,3-1 12 0,-3 1-12 15,0-3 10-15,0-2-10 0,0-1 8 0,-3 1-8 16,3-3 12-16,0 0-2 0,-3-3-1 15,3-2 0-15,-3-1 3 0,3-2 0 0,-3 0 0 0,3 0 0 16,-3-3-4-16,3 1 0 0,-3-6 0 0,0 0 0 16,0 0 0-16,0 0 0 0,0 0 0 0,0 0 0 15,0 0-8-15,0 0 0 0,6 0 0 0,-3-3 8 16,0-2-8-16,0 2 0 0,0-2-10 0,3-3 10 16,-3 0-87-16,3 0-11 0,0-5-2 15,0-1-1064-15</inkml:trace>
  <inkml:trace contextRef="#ctx0" brushRef="#br0" timeOffset="87343.041">19330 2045 2188 0,'0'0'48'0,"-3"-5"11"0,0 0 1 0,-3 2 1 0,0-5-49 0,0 3-12 0,0 2 0 0,3-5 0 0,-3 3 105 0,3 5 19 16,3 0 3-16,0 0 1 0,0 0-52 0,0 0-9 16,0 0-3-16,0 0 0 0,0 0-26 0,-3 3-6 15,3 7 0-15,-3-2-1 0,0 3-2 0,3 7 0 16,-3 1 0-16,0 7 0 0,0 3-7 0,3 3-2 16,-3 3 0-16,0 2 0 0,3-8-8 0,-3-3-3 15,0 1 0-15,3 2 0 0,-3-8-27 0,3 3-6 16,0-3 0-16,-3 0-1 0,3 3 25 0,-3 0 0 15,3-1 0-15,-3 4 0 0,0-3 0 0,0 2 0 0,3-7 0 0,-3 2 0 16,0 0 0-16,0-8 0 0,3 3 0 0,-3-3 0 31,3-2-72-31,-3 2-8 0,3-7-3 0,0 1-789 0,0-4-157 0</inkml:trace>
  <inkml:trace contextRef="#ctx0" brushRef="#br0" timeOffset="124484.919">13120 11253 2012 0,'0'0'44'0,"0"0"10"0,-6 0 2 0,0 0 0 0,0 3-45 0,-2-3-11 0,2 3 0 0,-3-1 0 15,-3 4 47-15,3-1 7 0,-3 0 2 0,0 1 0 16,0 4-26-16,0 1-5 0,3-1-1 0,-3 6 0 15,0 0-12-15,-2 0-2 0,5 2-1 0,-3 4 0 16,3-1-9-16,0 0 10 0,0 3-10 0,3 5 10 16,0-3-10-16,0 1 8 0,0 2-8 0,3 0 8 15,3-3 6-15,0 4 1 0,0-1 0 0,0 0 0 0,3-3-15 16,0 1 0-16,3-1 0 0,0 1 0 16,-3-1 0-16,3 1 0 0,0 2 0 0,0-3-10 0,0 3 10 15,0-5 0-15,0 2 8 0,-3 1-8 0,3-6 0 16,-3 3 0-16,3 2 0 0,-6-2 0 0,0-3 56 0,0 3 6 15,-3-3 2-15,0 3 0 0,-3 0-52 0,0 2-12 16,-3 1 0-16,-3-1 0 16,0 1-18-16,-3-1-6 0,-3 1-2 15,-3-3 0-15,1 2 26 0,-1-2 0 0,0-3 0 0,0 3-8 0,0-3 8 0,0 0-10 16,4-5 10-16,-4 5-10 0,3-5 34 0,3 3 6 16,0-1 2-16,0-2 0 0,3 3-32 0,0-4 0 0,3 1 0 15,0-3 0 1,4 1-45-16,-1-1-15 0,3-2-4 0,0-1 0 0,3 1 52 15,0-1 12-15,3-2 0 0,0 0 0 0,3 0 0 0,-1 3 0 0,4-3 0 0,0 0 0 16,0-1 48-16,3-1 13 0,-3 2 3 0,6 0 0 16,-3 0-64-16,3-3-21 0,0 3 0 0,0 0 0 15,-4 0 21-15,4 0 0 0,-3 2 0 0,0 1 8 16,0-1 1-16,0 4 0 0,-3 1 0 0,3 1 0 16,-3 3 4-16,0 2 1 0,0 0 0 0,-3 6 0 15,2 2-3-15,-2 3-1 0,0-1 0 0,0 6 0 16,0-2-10-16,-3 4 12 0,3 1-12 0,-3 2 12 15,0 3-12-15,0 3 8 0,0 2-8 0,0 1 8 16,-3-4 12-16,3 1 1 0,0 2 1 0,-3 3 0 16,6-3-2-16,-3 3-1 0,0 0 0 0,0 3 0 15,0-9-1-15,0 4 0 0,0-6 0 0,0 2 0 16,0 1 0-16,0-3 0 0,0 0 0 0,0 0 0 16,0-3-6-16,3-2 0 0,-3-3-1 0,3-3 0 0,-3-2-1 15,0 0 0-15,0-3 0 0,2-3 0 0,-2 1 0 0,-3-3 0 16,3-1 0-16,0 1 0 15,0-3-2-15,-3-2-8 0,3-1 12 0,0 1-4 0,0-3-8 0,0-3 0 16,-3-2 0-16,3 2 8 0,0-5-8 0,-3 0 0 16,3 0 0-16,-3 0 0 0,0-3 0 0,0-5 0 15,0 0 0-15,0 0 0 16,0 0-44-16,0 0 0 0,0 0-1 0,0 0 0 16,6-5-143-16,-3-3-28 0</inkml:trace>
  <inkml:trace contextRef="#ctx0" brushRef="#br0" timeOffset="139066.267">21050 2164 1728 0,'0'0'49'0,"0"0"11"0,-3-5-48 0,3 2-12 0,-3-4 0 0,0 1 0 16,3 1 118-16,-3 2 22 0,0-5 4 0,3 8 0 15,-3-5-64-15,0 2-12 0,0-2-4 0,3 5 0 16,-3 0 0-16,3 0 0 0,0 0 0 0,-6-5 0 16,0 5-51-16,6 0-13 0,-6 0 0 0,6 0 0 15,-6 5 0-15,0-5 0 0,1 8 0 0,-1 0 0 16,0 0 0-16,0 3 0 0,0 4 0 0,0 1 0 16,0-2 0-16,0 4 0 0,0 1 0 0,0-1 0 15,0 1 0-15,3-4 0 0,0 1 0 0,0-2 0 16,0-1 0-16,3 3 0 0,-3-6 0 0,3 1 0 15,3-1 0-15,-3 4 0 0,3-6 0 0,0 0 0 16,0 0 0-16,0-1 0 0,0 1 0 0,3-2 0 16,-3-1 0-16,3-2 0 0,-3 2 0 0,3-2 0 15,-3 2 0-15,-3-5 0 0,6 0 0 0,-3 0 0 16,3 2 0-16,-6-2 0 0,0 0 0 0,6-2 0 0,-3 2 0 0,-3 0 0 16,3-5 0-16,-3 5 0 0,5-3 0 0,-2 3 0 15,0-8 0-15,-3 8 0 0,0 0 0 0,3-11 0 16,-3 9 0-16,0-6 0 0,0 3 0 0,3 2 0 15,-3 3 0-15,0-8 0 16,0 3-202-16,0-1-43 0,0 4-9 0,0 2-667 16</inkml:trace>
  <inkml:trace contextRef="#ctx0" brushRef="#br0" timeOffset="139639.745">20937 2156 1314 0,'0'0'37'0,"0"0"8"0,0-7-36 0,0 1-9 16,-3 1 0-16,3 2 0 0,0-5 104 0,0 3 20 15,0 5 3-15,0-3 1 0,3-2-6 0,-3 0-1 16,0 5 0-16,3-3 0 0,-3-5-34 0,0 8-7 0,3 0-2 0,-3 0 0 15,3-8-21-15,-3 8-4 0,3 0-1 0,-3 0 0 16,3-5-16-16,-3 5-4 0,0 0-1 0,0 0 0 16,3-3-7-16,-3 3 0 15,0 0-1-15,0 0 0 0,0 0-4 0,0 0-1 0,0 0 0 0,0 0 0 16,6 3-18-16,-3 5 0 0,-3 0 0 16,3 5 0-16,-3 0 16 0,0 3 10 0,0 5 2 0,-3-2 0 15,3 2-18-15,0 6-10 0,-3-4 12 0,3-1-12 16,-3 1 8-16,3 1-8 0,-3 3 0 15,3-6 0-15,0 3 8 0,0-3-8 0,0 0 0 0,0 3 0 16,0-3 28-16,3-3-2 0,-3 1 0 0,0 2 0 16,3-2-26-16,-3 2 0 0,0-5 0 0,3 2 0 15,-3-7 0-15,0 2 0 0,0 0 0 0,0-5 0 16,0 3-46-16,3-3-14 16,-3-3-4-16,0 3 0 0,0-8 0 0,0 0 0 0,0 0 0 0,6 5-751 15,-6-5-150-15</inkml:trace>
  <inkml:trace contextRef="#ctx0" brushRef="#br0" timeOffset="149714.078">22229 10036 1209 0,'0'0'26'0,"0"0"6"0,0 0 0 0,0 0 4 0,0 0-36 0,0 0 0 0,0 0 0 0,0 0 0 16,0 0 72-16,0 0 7 0,0 0 1 0,0 0 1 15,0 0-17-15,0 0-3 0,0 0-1 0,0 0 0 16,0 0-8-16,0 0-3 0,0 0 0 0,0 0 0 16,0 0-3-16,0 0-1 0,0 0 0 0,0 0 0 15,0 0 2-15,0 0 0 0,0 0 0 0,0 0 0 16,0 0-6-16,0 0-1 0,0 0 0 0,0 0 0 16,0 0-6-16,-3 0-2 0,3 0 0 0,0 0 0 15,-6-2-5-15,6 2-2 0,-6 0 0 0,6 0 0 0,-6 0-5 16,6 0-2-16,-6 0 0 0,0 0 0 15,6 0-1-15,-6 2 0 0,6-2 0 0,-6 0 0 0,0 3 0 0,6-3 0 16,-9 0 0-16,9 0 0 0,-6 0-2 0,3 3-1 16,3-3 0-16,-6 0 0 0,6 0-2 0,-9 0-1 15,3 2 0-15,1 1 0 0,-1-3-1 0,3 0 0 16,3 0 0-16,-9 3 0 0,3-3-2 0,0 2 0 16,0 1 0-16,0-3 0 0,0 2 0 0,3 1-8 0,3-3 12 15,-6 0-4-15,6 0-8 16,-9 3 12-16,3-3-12 0,0 2 12 0,3 1-12 0,-3 0 0 15,6-3 0-15,-6 0 8 16,0 2-8-16,0 1 0 0,0 0 9 0,3 2-9 16,3-5 0-16,-6 3 0 0,0-1 0 0,1 1 0 0,2-1 0 15,-3 1 0-15,0 0 0 0,3-1 8 0,0 1-8 0,-3 0 0 0,6-3 0 16,-3 5 0-16,3-5 0 0,-6 3 0 0,6-3 0 16,-3 5 0-16,-3 0 0 0,3-2 0 0,3-3 0 0,-3 5 0 15,3-5 0-15,-3 5 0 0,3-5 0 16,-3 6 0-16,3-6 0 0,-3 5 0 0,3-5 0 15,0 5 0-15,0-5 0 0,0 6 0 0,0-6 0 0,-3 5 0 16,3-5 0-16,0 0 0 0,3 8 0 0,-3-8-8 16,0 5 8-16,0-5 0 0,3 8 0 0,-3-8 0 15,6 5 0-15,-3 1 0 0,-3-6 0 0,6 5 0 16,0 3 0-16,0-3 0 0,0-2 0 0,-6-3 0 16,6 5 0-16,3-2 0 0,-3 2 0 0,0 0 0 15,-1-2 0-15,1 2 0 0,3-2 0 0,-3 0 0 16,3-1 0-16,-3 1 0 0,3 2 0 0,0-5 0 15,0 5 0-15,0-2 0 0,-3 0 0 0,3-1 0 16,-3-2 0-16,3 3 0 0,-3 0 0 0,3-1 0 16,-3-2 0-16,2 3 0 0,-2-3 0 0,3 3 0 15,-3-1 0-15,3-2 0 0,-3 0 0 0,3 0 0 16,-3 0 0-16,0 0 0 0,0 0 0 0,0 0 0 16,0 0 0-16,0 0 0 0,0-2 0 0,-3 2 0 15,3-3 0-15,0 0 8 0,0 3-8 0,0-2 0 16,-1-1 11-16,1-2-3 0,0 2 0 0,0-2 0 15,0 2 4-15,0-2 0 0,0 2 0 0,0-2 0 0,0 0 4 16,0-1 2-16,-3 1 0 0,3 0 0 0,0-1-2 16,0 1 0-16,0 0 0 0,-3 2 0 0,3-5-2 0,-3 3-1 15,3 0 0-15,0 2 0 0,-3-2-1 0,3 0-1 16,-3-1 0-16,0 1 0 0,0 0-2 0,2-1 0 0,-2 1 0 16,-3 0 0-16,3 2-9 0,0-2 12 15,-3 2-12-15,0-2 12 0,0 2-12 16,0-2 10-16,0 0-10 0,-3 2 10 0,3-2-10 0,-3 2 10 0,0-2-10 0,1 2 10 15,-1-2-10-15,0 0 12 0,-3-1-12 16,3 1 12-16,-3 2-12 0,3-2 8 0,-3 2-8 0,0-2 8 16,0 2-8-16,-3-2 0 0,3 3 9 0,-3-4-9 15,3 4 0-15,-3-4 8 0,0 4-8 0,0-4 0 16,0 4 0-16,0-4 0 0,0 4 0 0,1-4 8 16,-1 4-8-16,0-1 0 0,0-2 0 0,0 2 8 15,0 1-8-15,0-1 0 0,0 0 0 0,0 1 0 16,-3-1 0-16,3 3 0 0,-3 0 0 0,0-3 0 15,4 3 0-15,-1 0-8 0,-3 0 8 0,3 3-12 16,0-3-11-16,0 0-2 0,0 3-1 16,0-3 0-16,3 2-74 0,0 1-16 0,0 0-2 15,0-1-1-15,0 4-106 0,6-6-22 0</inkml:trace>
  <inkml:trace contextRef="#ctx0" brushRef="#br0" timeOffset="150466.808">19071 9975 1508 0,'0'0'64'0,"-6"-5"-52"15,6 5 108-15,-3-5 22 0,0 0 4 0,3 5 1 32,-3-3-15-32,0-2-4 0,3 2 0 0,0 3 0 15,-3-5-51-15,0-1-10 0,3 6-3 0,-3-2 0 0,3 2 0 0,0 0 0 0,0 0 0 0,0 0 0 16,0 0-7-16,0 0-1 0,0 0-1 0,0 0 0 15,0 0-31-15,-6 2-7 0,6-2-1 0,-6 6 0 16,0 2-3-16,3 0-1 0,0-1 0 0,0 1 0 16,3 6-1-16,-3-4-1 0,0 3 0 0,3 1 0 15,-3 2-10-15,3-1 0 0,0-1 9 0,0 4-9 16,0-5 0-16,-3 3 0 0,3 0 0 0,0 0 8 16,0 0-8-16,-3 0 8 0,3 0-8 0,0 2 8 31,-3-2-36-31,3 0-8 0,0 2 0 0,-3-2-1 0,3 0 37 0,0-3 0 0,0 3 0 0,0-2 0 15,0-4 0-15,0 1 0 0,3-3 0 0,-3 2 0 16,0-2 0-16,0-3 0 0,3 1 0 0,-3-6 0 16,0 0 0-16,0 0 0 0,3 2 0 0,0-2 0 15,3 0-161-15,0-5-25 0,0 2-5 0</inkml:trace>
  <inkml:trace contextRef="#ctx0" brushRef="#br0" timeOffset="158690">22187 11142 1007 0,'0'0'42'0,"0"0"-34"16,0 0 83-16,0 0 16 0,0 0 3 0,0 0 1 16,0 0-1-16,0 0 0 0,-3-2 0 0,3 2 0 15,0 0-15-15,0 0-3 0,-3-6-1 0,3 6 0 16,-3-2-16-16,3 2-3 0,-6-6-1 0,3 4 0 15,3 2-1-15,-3-3 0 0,3 3 0 0,-3-3 0 16,3 3-13-16,-3-2-2 0,3 2-1 0,-6-3 0 16,6 3-11-16,0 0-3 0,0 0 0 0,-3-2 0 15,3 2-6-15,0 0-2 0,0 0 0 0,0 0 0 16,0 0-11-16,0 0-2 0,0 0-1 0,0 0 0 16,-6 2-10-16,6-2-8 0,-6 5 9 0,3 1-9 15,3-1 0-15,-2 3 8 0,2 0-8 0,0 3 0 16,-3-1 0-16,3 3 0 0,0 1 0 0,-3 1 0 15,0 4 0-15,3-3 0 0,-3 5 0 0,0-2 0 16,0-1 0-16,0 1 8 0,0-1-8 0,0 3 0 16,0-5 0-16,0 3 0 0,0-3 0 0,-3 2 0 15,3-2 0-15,0 2 8 0,0 1-8 0,-3-3 0 16,3 2 0-16,0-2 0 0,0 0 0 0,0 3 0 16,0-6 0-16,0 0 0 0,0 0 0 0,0 1 0 0,0-4 0 15,3-2 0-15,-3 0 0 0,0 0 0 16,0-3 0-16,3 1-12 0,0-6 3 0,0 0 0 15,0 0-19-15,0 0-3 0,0 0-1 0,0 0 0 16,0 0-23-16,0 0-5 0,0 0 0 0,0 0-1 16,0 0-125-16,0 0-25 0,0 0-5 0</inkml:trace>
  <inkml:trace contextRef="#ctx0" brushRef="#br0" timeOffset="159927.23">19082 11179 558 0,'0'0'24'0,"0"0"-24"31,0 0 39-31,0 0 3 0,0 0 1 0,0 0 0 0,0 0-22 16,0 0-4-16,0 0-1 0,0 0 0 15,0 0 2-15,0 0 0 0,0 0 0 0,0 0 0 0,0 0-18 0,0 0 0 16,0 0 0-16,0 0 0 0,0 0 105 15,0 0 18-15,-3-5 3 0,3 5 1 16,0 0-50-16,-2-5-9 0,2 5-3 0,0 0 0 0,-3-6 35 16,3 6 6-16,-3-2 2 0,3 2 0 0,-3-5-32 15,3 5-5-15,0 0-2 0,-6-3 0 0,6 3-7 0,-6-3-2 0,3 1 0 16,3 2 0-16,-6-3-2 0,6 3-1 16,-6-3 0-16,6 3 0 0,-6 0-9 0,0 0-1 0,6 0-1 0,-9 0 0 15,3 0-11-15,0 3-3 0,-3 0 0 0,3-1 0 31,0 1-8-31,0 0-1 0,0 2-1 0,0 0 0 0,-3 0-6 0,3 1 0 0,1-4-1 16,-4 6 0-16,0-2-5 0,3 2-1 0,-3-1 0 0,0 4 0 16,3-3-9-16,-3 0 8 0,0 2-8 0,0 1 8 15,3 0-8-15,0-1 0 0,-3 3 0 0,3 1 0 16,0-1 0-16,3 0 0 0,-3 0-9 0,3 3 9 16,3-2 0-16,-3-1 0 0,3 0 0 0,0 3 0 15,0-3-8-15,3 0 8 0,0 1 0 0,0-1 0 16,3 0 0-16,0 0 0 0,0-2 0 15,0 2 0-15,3-5 0 0,-3 3 0 0,3-4 0 0,0 1 0 16,3-2 0-16,0-1 0 0,-3 0 0 0,3-2 0 16,0 0 0-16,-1-3 0 0,1 0 0 0,0-3 0 15,0-2 0-15,3-1 0 0,0 1 0 0,3-3 0 16,0-2 0-16,-1-1 0 0,4 0 0 0,0-2 0 16,0 3 13-16,-3-4-3 0,3 4-1 0,-3-1 0 15,-1-2 1-15,-2 2 0 0,0 1 0 0,0-1 0 16,-3 1 4-16,-3-1 1 0,0-2 0 0,0 2 0 0,-3-2 3 15,0 0 1-15,-3 2 0 0,0-2 0 0,-3 0-1 16,0-3 0-16,-3 3 0 0,0-1 0 0,-3-2-6 0,0 3 0 16,0-3-1-16,-3 1 0 0,-3-1-3 0,3 0 0 15,-3 3 0-15,-3-3 0 0,-3 5-8 0,1 0 8 0,-1 1-8 16,0-1 8-16,0 6-8 0,-3 0 0 0,3-3 0 0,-3 3 0 16,4 2 0-16,-1 3 0 0,3 0 8 0,0 0-8 15,0 3 0-15,0-1-9 16,0 1 9-16,3-1-13 15,0 4-13-15,-2 2-2 0,2-3-1 0,0 3 0 16,0 0-75-16,0 2-14 0,3 1-3 0</inkml:trace>
  <inkml:trace contextRef="#ctx0" brushRef="#br0" timeOffset="162484.045">21961 12431 1561 0,'0'0'32'0,"0"0"8"16,0 0-32-16,0 0-8 0,0 0 0 0,0 0 0 0,0 0 108 0,0 0 20 0,0-5 4 0,0 5 1 16,0 0-24-16,-3-6-5 0,3 6 0 0,0 0-1 15,-6-2-30-15,3-1-5 0,-3 3-2 0,6 0 0 16,-6 0-34-16,0 0-8 16,0 3 0-16,0-3-1 0,-3 5 25 0,3-2 6 0,-3 2 1 0,0 0 0 31,3 0-37-31,-2 3-7 0,-1 0-2 0,0 0 0 0,3 3-9 15,0-3 0-15,0 2 0 0,0 1 0 16,0 2 0-16,3 3 12 0,-3-3-12 0,3 3 12 0,0-3-12 16,3 3 0-16,-3 0 0 0,3 3 0 0,0-3-10 0,0-1 10 0,3 1 0 0,0 0-9 15,0 0 9-15,0 0 0 0,3-3 0 0,0 3 0 16,0-5 0-16,3-1 0 0,0 1 0 0,0-1 0 16,3-2-12-16,-1 0 4 0,1-2 0 0,3-1 0 15,0-2 8-15,0-1-8 0,3-2 8 0,0 0-8 16,-3 0 16-16,2-2 4 0,1-4 1 0,0 1 0 15,0 0-22-15,0-3-5 0,-3 0-1 0,0-3 0 16,0 3 15-16,-4-5 0 0,1 2 9 0,0-2-9 16,0 0 14-16,-3 0-3 0,0-3-1 0,-3 3 0 15,0-3 24-15,0 0 5 0,-3 3 1 0,3-3 0 16,-6 0-10-16,3 0-2 0,-3 3 0 0,3-3 0 16,-6 0-5-16,3 3-2 0,-3 0 0 0,0-1 0 15,-3 1-7-15,3 0-2 0,-3 2 0 0,-3 1 0 16,0-1-12-16,-3 1 9 0,3 2-9 0,-6 0 8 15,3 0-8-15,-5 0 0 0,2 0 0 0,-6 3 0 16,3 2 0-16,-3 0-16 0,0 1 3 0,-2 2 0 16,5 0-13-16,-3 0-2 0,0 0-1 0,3 2 0 15,0 1-42-15,3-3-8 0,1 3-1 0,-4 2-1 16,3-2-178-16,-3-1-35 0</inkml:trace>
  <inkml:trace contextRef="#ctx0" brushRef="#br0" timeOffset="163231.544">19079 12238 1447 0,'0'0'30'0,"0"0"7"0,0 0-29 0,0 0-8 0,0-6 0 0,0 6 0 16,0 0 80-16,0-5 16 0,0 5 2 0,0 0 1 16,0 0 23-16,0 0 5 0,0 0 1 0,0 0 0 15,0 0-52-15,0 0-9 0,0 0-3 0,0 0 0 16,0 0 0-16,0 0 0 0,0 0 0 0,0 0 0 15,0 0 0-15,0 0 0 0,3 8 0 0,0 0 0 16,-3 3-51-16,3 2-13 0,0 3 0 0,-3 2 0 16,3 1 54-16,0 5 8 0,-3-1 2 0,3 4 0 15,-3-1-52-15,0 1-12 0,3-3 0 0,-3-1 0 16,0 1 0-16,3 0 0 0,-3-3 0 0,3 3 0 16,-3-3 0-16,0 3 0 0,0-3 0 0,0 6 0 15,-3-4 0-15,3 1 0 0,0 3 0 0,0-3 0 16,0-1 0-16,0-4 0 0,0-1 0 0,0 1 0 15,0-3 0-15,0-3 0 0,0 0 0 0,0-2 0 16,3-1 0-16,-3-2 0 0,0 0 0 0,0 0 0 16,3-2 0-16,-3-4 0 0,0-2 0 0,3 5 0 15,-3-5-48-15,0 0-13 0,3 0-3 0,-3 0 0 16,6 0-79-16,0-5-16 0,0 0-3 0</inkml:trace>
  <inkml:trace contextRef="#ctx0" brushRef="#br0" timeOffset="164816.633">21946 13725 1683 0,'0'0'48'0,"0"0"10"15,0 0-46-15,0 0-12 0,0 0 0 0,-3-5 0 0,3 5 76 16,-3-3 14-16,3 3 2 0,0 0 1 0,-3-5 2 16,0 2 0-16,3 3 0 0,-6 0 0 0,6 0-43 0,-6-3-8 0,6 3-1 15,-6 0-1-15,0 3-13 16,3-3-2-16,3 0-1 0,-9 3 0 15,3-1-5-15,3 1-1 0,-3 2 0 0,1-2 0 0,-1 2-8 0,3 0-3 16,-3 1 0-16,0-1 0 16,0-2-9-16,3 5 0 0,0-3 0 0,-3 3 0 0,3-3 0 0,0 3 0 0,0 0 0 15,-3 0 0-15,3 0 16 0,0 0 0 0,0 2 1 0,3 1 0 16,-3 2-17-16,0 0 0 0,0 1 0 16,0-1 0-16,0 5-10 0,0-2-6 0,0 5 0 0,3-2-1 15,-3-1 26-15,3 1 6 0,0-1 1 0,0 1 0 16,3-3-16-16,-3 0 0 0,3-3 0 0,0 0 0 15,3-2-9-15,-3-1 9 0,3 1 0 0,-3-3-9 16,3-3 9-16,0 1-8 0,3-1 8 0,-3 0-8 16,3-2 8-16,0-3 0 0,0 2 0 0,-1-2-8 15,1 0 8-15,3 0 0 0,0-2 0 0,0-1 0 16,3 0 0-16,0 1 0 0,0-3 0 0,0-1 0 16,0 1 0-16,-1 0 0 0,1-3 0 0,-3-3 0 15,3 1 0-15,-3-1 0 0,3 0 10 0,-3-2-10 16,0 0 0-16,-3 0-8 0,3-1-1 0,-4-1 0 15,-2 1 43-15,0 1 9 0,0 0 1 0,0 0 1 16,-3-1-16-16,0 1-3 0,0 0-1 0,-3 2 0 16,0-2-25-16,0 3 0 0,-3-1-9 0,0 0 9 15,-3 1 29-15,0-1 13 0,0-2 2 0,0 5 1 16,-2-3-21-16,-4 1-4 0,0 2 0 0,0 0-1 16,0 0-19-16,-3 3 0 0,0-3 0 0,-3 3 0 0,3-1 0 15,1 1 0-15,-4 0 0 0,0 2 0 0,0-2 0 16,3 2 0-16,0 0 0 0,0 1 0 15,0 2 0-15,3-3-11 0,-2 3 2 0,2 0 0 16,0 0-37-16,0 0-7 0,3 3-2 0,-3-3 0 16,3 5-109-16,-3-2-23 0,0 2-4 0</inkml:trace>
  <inkml:trace contextRef="#ctx0" brushRef="#br0" timeOffset="165651.025">19291 13661 1614 0,'0'0'33'0,"-3"-5"9"0,3 2-34 0,-3-2-8 0,3 0 0 0,0-1 0 16,-3 4 95-16,3 2 17 0,0-5 3 0,0 5 1 15,0 0-40-15,0 0-7 0,-3-3-1 0,3 3-1 16,0 0-3-16,0 0 0 0,0 0 0 0,0 0 0 15,0 0 1-15,0 0 0 0,0 0 0 0,0 0 0 16,0 0-23-16,0 0-5 0,0 0-1 0,0 0 0 16,0 0-11-16,0 0-2 0,0 0-1 0,0 0 0 15,-3 8-7-15,0-3-2 0,0 3 0 0,3 3 0 16,0-3 2-16,0 2 0 0,0 1 0 0,0 2 0 16,0-2-7-16,0 4 0 0,0-1-8 0,0 2 12 15,0-1-12-15,0 1 8 0,-3 3-8 0,3-3 0 16,3 2 0-16,-3 1 8 0,0-1-8 0,3 3 0 15,-3-2 0-15,0 2 0 0,3-2 0 0,-3 2 0 0,0-3 0 0,3 1 0 16,-3-3 0-16,0 0 0 0,3-3 0 0,-3 0 0 16,0-2 0-16,3-1 0 0,-3 1 0 0,0-3 0 15,3 0 0-15,-3-3 0 0,3-2 0 16,-3-3 0-16,0 0 0 0,3 5 0 0,-3-5 0 0,0 0 0 0,0 0 0 16,0 0 0-1,3 0-31-15,0 0-5 0,3-3-2 0,0 1 0 16,-3-4-86-16,6 1-16 0,-3-3-4 0</inkml:trace>
  <inkml:trace contextRef="#ctx0" brushRef="#br0" timeOffset="171136.044">22809 2138 1653 0,'-3'-3'69'15,"-3"-5"-55"1,3 3 134-16,0 2 28 0,0-2 4 0,0 0 2 0,0 2-57 0,3 3-11 0,0 0-2 0,0 0-1 16,0 0-35-16,-3-5-8 0,3 5 0 0,0 0-1 31,0 0-21-31,0 0-4 0,0 0-1 0,-6 8 0 16,3 2-10-16,-2 6-3 0,2-2 0 0,0 4 0 15,0 3-16-15,0 0-4 0,0 3-8 0,0 3 12 0,0-9-12 16,3 3 11-16,0 1-11 0,-3-1 10 15,3-3-10-15,0 1 0 0,0-3 0 0,0 5 0 0,0-8 0 0,0 6 0 16,3-1 0-16,-3 1 0 0,0-1 0 0,0 1 0 0,3 2 8 16,-3 0-8-16,0-5 0 0,3 0 0 0,-3 2 0 0,3-7 0 15,-3 2 0-15,3 0 0 0,0-5-12 16,0 3 12-16,2-3-46 0,-2-3-2 0,3 3 0 16,3-3 0-16,-3-2-134 0,0-3-27 0,6 5-6 0</inkml:trace>
  <inkml:trace contextRef="#ctx0" brushRef="#br0" timeOffset="175061.932">24664 2032 1997 0,'0'0'56'0,"-3"0"13"0,3 0-55 0,-3-8-14 0,3 3 0 0,0 5 0 16,0 0 101-16,-3-3 18 0,3 3 3 0,0 0 1 15,0-8-47-15,0 8-10 0,0 0-2 0,0 0 0 16,0 0-24-16,0 0-4 0,0 0-2 0,0 0 0 16,0 0-14-16,0 0-2 0,0 0-1 15,0 0 0-15,0 0-5 0,0 0 0 16,0 0-1-16,0 8 0 0,0 0 0 0,3 0 0 15,-3 0 0-15,0 0 0 0,0 5-3 0,3 3 0 0,-3-3 0 0,0 3 0 16,0 0-8-16,3 5 8 0,-3 0-8 16,3-5 8-16,0 5-8 0,-3 1 0 0,3-4 0 0,0 1 0 15,-1-1 0-15,1 1 0 0,0-3 0 0,0-3 0 16,-3 3 0-16,3-6 0 0,0 4 0 0,0-1 0 16,-3 3 0-16,3-8 8 0,0 5-8 0,-3-5 0 15,3 0 0-15,-3 5 0 0,3-5 0 0,0 0 0 16,-3-3-12-16,3 3 12 0,0 0-12 0,-3 0 12 15,3-5-59-15,0 2-4 0,-3-5-1 0,6 2 0 16,-3 1-153-16,3-3-31 0,0 0-7 0</inkml:trace>
  <inkml:trace contextRef="#ctx0" brushRef="#br0" timeOffset="175379.674">25089 2011 1824 0,'0'0'76'0,"0"0"-60"15,-3-3 107-15,3 3 21 0,0 0 5 16,0 0 1-16,0 0-45 0,0 0-9 0,0 0-1 0,0 0-1 16,0 0-39-16,0 0-8 0,0 0-2 15,0 8 0-15,3 0-13 0,-3 0-2 0,0 0-1 0,0 5 0 31,0-2-21-31,0 7-8 0,0-2 0 0,0 5 0 0,0-2 0 0,0 7 0 0,0-4 0 0,-3 4 0 16,3 1 24-16,0-6 0 0,0 2-1 0,-3-1 0 16,3-1-23-16,-3 3 8 0,0-8-8 0,0 5 0 15,0 0 0-15,0-5 0 0,0 0 0 0,0-1 0 16,1 4-22-16,-4-3-6 0,3-6 0 0,0 9-1 16,0-11-127-16,0 5-24 0,0-2-6 15</inkml:trace>
  <inkml:trace contextRef="#ctx0" brushRef="#br0" timeOffset="176427.009">24431 1932 1109 0,'0'0'23'0,"0"0"5"0,0 0-28 0,0 0 0 0,6 0 0 16,0 0 0-16,0 0 105 0,0 0 15 0,3 0 4 0,0-3 0 16,0 3-48-16,0 0-10 0,3 0-2 0,0-5 0 15,0 2-14-15,0 3-3 0,2 0-1 0,1-5 0 16,-3 2-12-16,3 3-2 0,0 0-1 0,0-5 0 16,0 5-14-16,0-3-2 0,0 3-1 0,-1 0 0 15,1 0 2-15,0 0 0 0,0-5 0 0,-3 5 0 16,0 0-4-16,0 0 0 0,-3 0 0 0,0 0 0 15,0 5-3-15,-3-5-1 0,0 0 0 0,-1 3 0 16,-2 2-8-16,-3-5 0 0,3 0 0 0,3 8 0 16,-3-5 0-16,0 2 0 0,0 3 0 0,-3-3 0 15,3 3 34-15,0 0 2 0,-3 0 0 0,0 0 0 16,3-3-21-16,-3 3-4 0,3 0-1 0,-3 3 0 16,3-1-10-16,-3-2 0 0,3 0 9 0,-3 0-9 15,3 5 0-15,-3-5 0 0,3 3 0 0,-3 2 8 16,3 0-8-16,-3 3 0 0,3-3 0 0,-3 3 8 15,0 0-8-15,3 0 0 0,-3 3 0 0,0-1 0 16,3 1 0-16,-3-4 0 0,0 1 8 0,0-2-8 16,0 1 0-16,3-1 0 0,-3 2 0 0,0-3 0 15,3-3 0-15,-3 4 0 0,0-1 0 0,3-3 0 0,-3 4 0 16,0-6 0-16,3 0 0 0,-3 5 0 0,0-8 0 0,0 6 8 16,0-3-8-16,-3-1 0 0,3 1 0 0,-3-2 0 15,3 2 0-15,-3 0 8 0,0-3-8 0,3 3 8 0,-3 0-8 16,0 0 8-16,0-3-8 0,-3 3 0 15,3-3 0-15,0 3 0 0,-3 0 0 0,3 0 9 16,-3-5-9-16,0 2 0 0,0 0 10 0,3 3-10 0,-3 0 8 16,1 0-8-16,-1-5 8 0,0 2-8 0,0 3 0 0,0 0 8 15,0-3-8-15,0 3 0 16,0-5 9-16,0 2-9 0,0 0 0 0,0-2-15 0,0 2 3 0,0 3 0 16,0-8 28-16,0 3 7 0,-3 2 1 15,3-5 0-15,0 3-9 0,0-3-2 0,0 2 0 16,0-2 0-16,-2 3 11 0,2-3 3 15,0 0 0-15,0-3 0 0,6 3-27 0,-9 0 0 0,3-2 0 0,0-1 0 16,0 3 0-16,3-5 0 0,-3 2 0 0,3-2 0 16,0 2 30-16,-3-5 1 0,3 3 0 0,0-3 0 15,0 3-17-15,-3-3-3 0,3-3-1 0,0 1 0 16,0-1-10-16,-3 3 12 0,3-5-12 0,0-3 12 16,-3 0-12-16,0 3 0 0,3-3 0 0,-2 3 8 15,-1 0 6-15,-3-3 1 0,3 3 0 0,0-3 0 16,-3 2-15-16,0 4 0 0,0-9 0 0,0 3 0 15,0 3 0-15,3-3 0 0,-3 0 0 0,0 1 0 16,3-1 0-16,0-3 0 0,-3 1 0 0,3-3 0 16,1-1 16-16,2 6 0 0,0-5 0 0,0-3 0 0,3 6-7 15,0-1-1-15,3 6 0 0,-3-3 0 16,3-2-8-16,0 7 0 0,-1-2 0 0,1 0 8 0,0 2-8 16,3 3 0-16,-3-2 0 0,3 2 8 0,-3 0-28 15,0 0-7-15,3 0-1 0,-3 3 0 16,0-3 28-16,3 5 0 0,-3-2 0 0,0 2 0 0,3-2 0 15,-3 2 0-15,3-2 0 0,0 5 0 16,0 0-108-16,0-5-16 0,3 2-3 0</inkml:trace>
  <inkml:trace contextRef="#ctx0" brushRef="#br0" timeOffset="177747.755">19210 15013 1371 0,'0'0'28'0,"0"0"8"0,0 0-36 0,0 0 0 0,0 0 0 0,0 0 0 16,0 0 100-16,0 0 12 0,0 0 4 0,0 0 0 15,0 0-9-15,0 0-2 0,0 0 0 0,0 0 0 16,0 0-17-16,0 0-3 0,0 0-1 0,0 6 0 16,0-6-13-16,0 8-3 0,0-3-1 0,0 0 0 15,0 1-15-15,0-1-4 0,0 3 0 0,0 0 0 16,0 0-8-16,-3 2-1 0,3 3-1 0,-2 3 0 16,-1 0-13-16,3 5-2 0,-3 1-1 0,0 1 0 15,0 4-11-15,0-3-3 0,0 2 0 0,0 1 0 16,0-6-8-16,0 0 0 0,3 0 0 0,-6-2 0 15,6-4 16-15,-3 1-1 0,0 3-1 0,3-3 0 16,-3 0-14-16,3-3-16 0,-3 3 3 0,3-3 1 16,0 0 12-16,0 0 0 0,0 1 0 0,0-4 0 15,0-2-15-15,0 0 3 0,3 0 1 0,0 0 0 16,0-5-27-16,0-1-6 0,0 1 0 16,3-3-1-16,0-3-83 0,0 1-16 0,0-1-3 0</inkml:trace>
  <inkml:trace contextRef="#ctx0" brushRef="#br0" timeOffset="178511.603">21958 15032 1178 0,'0'0'49'15,"0"0"-39"-15,0 0 126 0,0 0 24 0,0 0 6 0,0 0 1 16,0 0-44-16,0 0-9 0,0 0-2 0,0 0 0 16,0 0-24-16,0 0-4 0,0 0-2 0,0 0 0 15,0 0-16-15,0 0-3 0,0 5-1 0,0 3 0 16,0 0-11-16,-3 0-3 0,3 0 0 0,0 5 0 16,-3 0-13-16,3 3-3 0,0 3-1 0,-3 2 0 15,3 3-15-15,0 2-2 0,0 3-1 0,0 0 0 16,0-2-13-16,-3-3 11 0,3 0-11 0,0-3 10 15,0 0-10-15,0 0 0 0,0-2 9 0,0-1-9 16,0 1 0-16,0 2 0 0,0-3 0 0,0 3 0 16,0-2 0-16,0 2 0 0,3-2 0 0,-3 2 0 15,0-3 0-15,0-2 0 0,0 0 0 0,0-3 8 16,0 1-8-16,3-4 0 0,-3-2 0 0,0 0-8 16,3-3-12-16,-3-2-3 0,3 2 0 0,-3-5 0 15,0 3-41-15,0-3-8 0,3 0-1 0</inkml:trace>
  <inkml:trace contextRef="#ctx0" brushRef="#br0" timeOffset="188091.297">22348 3548 1459 0,'-3'8'61'0,"6"3"-49"31,-3-3-35-31,3 0-7 0,0 2-2 0,0 1 0 0,0 2 48 0,0-2 10 0,3 2 2 0,-3-3 0 16,3 1-28-16,0 5 0 0,2-8 0 0,-2 0 0 16,3 0 0-16,-3 0 0 0,6 0 0 0,-3-3 0 15,0 0 27-15,0-2 0 0,3 0 0 0,-3-1 0 16,3-2 33-16,3 0 6 0,-3-2 2 0,2-4 0 16,-2 4-20-16,3-6-4 0,-3 5-1 0,3-5 0 15,-3-5-15-15,3 5-2 0,0-5-1 0,3-1 0 16,-4-1-25-16,4-1 0 0,3 0 8 0,0-5-8 15,3-1 9-15,0-1 0 0,-1-6 0 0,7-3 0 16,-3 3-9-16,3 0-17 0,-4-6 4 0,4 3 1 16,-6 3-20-16,-3 0-3 0,-3 0-1 0,0 5 0 15,-3 3-42-15,-1 5-9 0,-5-5-1 0</inkml:trace>
  <inkml:trace contextRef="#ctx0" brushRef="#br0" timeOffset="188479.874">22640 3493 1767 0,'0'0'74'15,"0"0"-59"-15,2 8-15 0,-2-6-13 0,3 4 2 0,-3-1 1 16,3 0 10-16,0-2 8 0,-3 5-8 0,3 0 11 15,-3 0 5-15,0-6 2 0,3 6 0 0,-3 3 0 16,0-1-18-16,3-2 0 0,-3 6 0 0,0-1 0 16,3-5 0-16,-3 2 0 0,3 4 0 0,0-4 0 15,3-2 0-15,-3 3 0 0,0-3 0 0,3 0 0 16,0-1 25-16,3-1-1 0,-3-1-1 0,3-2 0 16,0 2 12-16,0-5 2 0,0 0 1 0,3 0 0 15,0 0 23-15,2-5 5 0,1 2 1 0,3-8 0 16,0 4-54-16,3-4-13 0,3 3 0 15,-1-8 0-15,-2 3 0 0,3-6 0 0,-3 1 0 0,0-3 0 16,3-3 0-16,-1-3 0 0,1 4 0 0,0-9 0 16,3 3-25-16,3-3-2 0,-1 0 0 0,4 0 0 15,-3 3-22-15,3 0-5 0,-4 3-1 0,4-1 0 16,-9 6-100-16,0 0-20 0</inkml:trace>
  <inkml:trace contextRef="#ctx0" brushRef="#br0" timeOffset="191037.673">19362 3522 1060 0,'0'0'44'0,"0"0"-35"15,0 0 72-15,0 0 15 0,0 0 2 0,0 0 1 16,0 0-13-16,0 0-2 0,0 0-1 0,0 0 0 15,0 8-16-15,-3 0-3 0,3-6-1 0,0 6 0 16,0 0-35-16,0-2-6 0,0 1-2 0,0 7 0 16,-3-6-20-16,3 5 0 0,0 0 0 0,0 0 0 15,-3 6 0-15,3-6 0 0,0 3 0 0,0 2 0 0,0 1 0 0,0-6 0 16,0 6 0-16,0-3 0 16,3 2 8-16,-3-5-8 0,3 3 8 0,0 0-8 15,0-5-10-15,0 2-6 0,3-5-2 0,-3 2 0 16,0-2 18-16,3 0 0 0,-3-5-8 0,3-3 8 15,0 0 0-15,0-3 0 0,3-2 0 0,0-3 0 0,0 0 13 0,3-8 0 16,0 0 0-16,2-2 0 0,1-1 8 0,0 1 2 0,3-3 0 0,3 0 0 16,0 2-7-16,0-2-2 0,-1 0 0 0,1-1 0 15,3-1-1-15,-3 1 0 0,0-1 0 0,0-4 0 16,-1 3-13-16,1 1 9 0,-3-4-9 0,0 1 8 16,-3 5 3-16,3-9 0 0,-3 7 0 0,2 4 0 15,1-2-11-15,-3 5 0 0,0 3 0 0,-3-3 0 31,3 8-64-31,-6 0-16 0,3 0-2 0</inkml:trace>
  <inkml:trace contextRef="#ctx0" brushRef="#br0" timeOffset="191502.421">19597 3466 1541 0,'-3'-8'44'0,"3"3"9"0,-3-3-42 0,-1443 5-11 0,2892-2 0 0,-1446 5 0 16,0 0 56-16,0 0 8 0,0 0 3 0,0 0 0 15,0 0-17-15,0 0-3 0,0 0-1 0,3 8 0 16,0 3-19-16,-3-1-4 0,3 6-1 0,0 3 0 16,0-6-14-16,0 5-8 0,0-2 8 0,3 5-8 15,-3-2 0-15,0-1-16 0,3 1 2 0,0 5 1 32,0-8-39-32,0 5-8 0,0-8-2 0,0 6 0 15,0-3-11-15,3 2-3 0,-3-7 0 0,3 2 0 0,0 0 49 0,0 0 10 0,-1-2 1 16,-2 2 1-16,3-8 59 0,0 1 12 0,-3 4 3 0,3-10 0 15,-3 3 16-15,3-3 3 0,0 0 1 0,-3-3 0 16,3-5-19-16,3 0-4 0,-3 3-1 0,3-8 0 16,3 0-31-16,-1-3-7 0,-2 0-1 0,6 0 0 15,-3-2-16-15,3 2 0 0,0-3 0 0,0 1 0 16,2-4 0-16,-2 4 0 0,0-6 0 0,3 0 0 16,-3 0-35-16,3 1-4 0,0-4-1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2:44:05.7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11120 2143 1789 0,'0'0'37'0,"-3"-5"9"15,0 2-37-15,3 3-9 0,-3-8 0 0,3 8 0 16,-3 0 91-16,3 0 16 0,0 0 3 0,0 0 1 16,0 0-49-16,0 0-10 0,0 0-1 0,0 0-1 15,3 3-30-15,3 5-7 0,0 5-1 0,-3 0 0 16,3 3-12-16,0 0 0 0,0 5 0 0,0 1 0 0,0-7 8 16,0 7-8-16,3-7 0 0,-3 7 9 0,3-12 12 15,-1 3 3-15,-2 1 0 0,3-4 0 0,0 1-24 16,0-3 0-16,0-8 0 0,0 2 0 15,0-2 0-15,0 0 0 0,0-2 0 0,0-6 0 0,0 0 0 16,3-3 0-16,-3 1 0 0,2-6 0 16,4-3 56-16,0-2 6 0,3-3 2 0,3 1 0 0,0-7-41 15,0 1-8-15,5 0-2 0,-2 5 0 0,3-5-13 0,-3 8 8 16,0-3-8-16,-4 3 0 0,1-5 8 0,-3 7-8 0,0-7 0 0,-3 7 9 31,-3-2-32-31,0 0-6 0,-6 5-2 0,0 0 0 16,0 5-119-16,-6 1-24 0,3 2-5 0</inkml:trace>
  <inkml:trace contextRef="#ctx0" brushRef="#br0" timeOffset="324.192">11349 2045 2030 0,'0'0'57'0,"0"0"14"15,0 0-57-15,0 0-14 0,0 8 0 0,0 0 0 16,0 0 54-16,3 0 8 0,-3 0 2 0,3 5 0 16,-3-2-52-16,3 2-12 0,0 0 0 0,0 1 0 15,0 1 54-15,0 1 8 0,3-2 2 0,-3-4 0 16,3 9-52-16,0-9-12 0,0 3 0 0,0 1 0 16,3-6 0-16,-3 2 0 0,3-5 0 0,3 3 0 15,-4-2 19-15,4 2 1 0,0-8 0 0,0 2 0 16,3 4 5-16,0-6 2 0,0 0 0 0,0-6 0 15,3 4-8-15,-1-4-2 0,1 4 0 0,-3-6 0 16,3-3-6-16,0 1-2 0,0-4 0 0,-3 1 0 0,5-5-9 16,-2-4-12-16,3 1 2 0,0-3 1 0,3 3 9 0,0-5 0 0,2 2 0 15,4 0 0 1,0 3-176-16,0-3-32 0</inkml:trace>
  <inkml:trace contextRef="#ctx0" brushRef="#br0" timeOffset="2313.343">18466 4570 1349 0,'0'0'56'0,"0"0"-44"15,-3-6 89-15,3 6 19 0,-3-2 3 0,0-4 1 16,3 6-28-16,0 0-6 0,-6 0-1 0,6 0 0 15,-6 0-28-15,6 0-5 0,-5 0-2 0,-1 0 0 16,0 6-19-16,0-1-4 0,0 3-1 0,0 0 0 16,0 5-6-16,0-2-2 0,-3 5 0 0,3 2 0 15,0 1-10-15,-3-1-1 0,0 1-1 0,0 2 0 16,3-3-10-16,0 1 0 0,0-1 9 0,3 1-9 16,0-3 0-16,0 0 0 0,0 0 0 0,3-3 0 15,3 0 0-15,0 0 0 0,0-2 0 0,3 2 0 16,3-2-8-16,0-1-4 0,0-2 0 0,0 3 0 15,3-6 4-15,0 0 0 0,0 1 0 0,3-4 0 16,0-2 8-16,-4 0 0 0,4 0 0 0,3-2 0 16,-3-1 0-16,0-2 0 0,0-1 10 0,0 1-10 15,0-6 29-15,-3 4 0 0,2-1 0 0,-2 0 0 16,0-3 6-16,-3 1 1 0,0-1 0 0,-3 0 0 0,0-2 22 0,-3 3 5 16,0-6 1-16,-3 2 0 0,0-1-52 0,-3-1-12 15,-3 0 0-15,0-3 0 0,0 3 0 0,-3-2 0 16,0-1 0-16,0 3 0 0,-3 1 0 0,0 1 0 0,1 4 0 15,-1-1 0 1,-3 1 0-16,0 2 0 0,0 2 0 0,-3 4 0 0,0-1 0 0,3 3-18 0,-2 3 4 0,2 2 1 16,-3 0-115-1,3 9-24-15,0-7-4 0</inkml:trace>
  <inkml:trace contextRef="#ctx0" brushRef="#br0" timeOffset="3373.648">18568 6155 1720 0,'0'0'36'0,"0"0"8"0,0 0-35 0,0 0-9 0,0 0 0 0,0 0 0 16,0 0 126-16,-3-6 23 0,3 6 5 0,0 0 1 15,0 0-73-15,0 0-14 0,0 0-4 0,0 0 0 16,0 0 0-16,0 0 0 0,0 0 0 0,0 0 0 16,0 0-51-16,0 0-13 0,0 0 0 0,0 0 0 15,0 0 54-15,0 0 8 0,0 0 2 0,-3 11 0 16,3-3-52-16,0 2-12 0,0 1 0 0,0 0 0 16,3 2 0-16,-3 3 0 0,0 0 0 0,3-1 0 15,-3 4 0-15,0-1 0 0,0 4 0 0,0-4 0 16,-3 3 0-16,3 1 0 0,0-1 0 0,0 0 0 15,-3-3 0-15,3 1 0 0,0 2 0 0,0-2 0 16,0-1 0-16,-3-2 0 0,3 0 0 0,0 2 0 16,0-2 0-16,-3 0 0 0,3 0 0 0,0 0 0 15,0-3 11-15,-3 0-1 0,3 1 0 0,0-1 0 0,0-3-10 16,0 1 0-16,0 0 0 0,0-4 0 0,0 1 0 16,0 0 0-16,3-2 0 0,-3-1 0 15,0-5-40-15,0 0-1 0,0 3 0 0,0-3 0 16,0 0-158-16,0 0-31 0</inkml:trace>
  <inkml:trace contextRef="#ctx0" brushRef="#br0" timeOffset="4493.215">19984 4668 1250 0,'0'0'26'0,"0"0"6"0,0 0-32 0,0 0 0 0,0 0 0 0,0 0 0 16,0 0 107-16,0-6 15 0,0 6 3 0,0-2 1 16,0 2-21-16,0-6-4 0,0 6-1 0,0-5 0 15,0 5-18-15,0 0-4 0,0-5-1 0,0 5 0 16,0 0-13-16,0 0-4 0,0 0 0 0,0 0 0 15,0 0-12-15,0 0-2 0,0 0-1 0,0 0 0 16,0 0-12-16,0 0-2 0,0 0-1 0,0 0 0 16,0 0-7-16,3 5-2 0,0-2 0 0,0 7 0 15,0-2-5-15,-3 5 0 0,3 1-1 0,0 4 0 16,-3 1-3-16,0-1 0 0,3 3 0 0,-3 6 0 16,0-9-4-16,3 4-8 0,0 1 11 0,-3 1-11 15,0 0 8-15,3 5-8 0,-3-8 0 0,0 8 0 16,3-5 8-16,-3 0-8 0,0 0 0 0,0 0 0 15,0-3 0-15,3-5 0 0,-3 2 0 0,0-2 0 16,0-3 0-16,0 1 0 0,0-4 0 0,0 1 0 16,0-3 0-16,3 0 0 0,-3-1 0 0,0 1 0 15,0-2 0-15,3-1 0 0,-3-5 0 0,0 0 0 16,0 5-23-16,0-5 2 0,0 0 0 0,0 0 0 16,3 6-86-16,-3-6-17 0,3 2-3 0,-3-2-1 15,6 0-102-15,0 0-21 0</inkml:trace>
  <inkml:trace contextRef="#ctx0" brushRef="#br0" timeOffset="5417.601">19999 6252 1579 0,'0'0'32'0,"0"0"10"0,-6-2-34 0,6 2-8 0,0 0 0 0,-3-3 0 16,3 3 104-16,-6-2 18 0,6 2 4 0,-6 0 1 15,6 0-50-15,-6 5-9 0,6-5-3 0,-5 5 0 16,-1 0-23-16,0 3-5 0,0 3-1 0,0 0 0 16,0 2-6-16,3 0-2 0,-3 3 0 0,0 0 0 15,0 2-28-15,3-2 0 0,-3 3 0 0,3-3 0 16,-3 2 0-16,0 1 0 0,3-1 0 0,0 1 0 15,-3-1 0-15,3-2 0 0,0 3 0 0,0-1 0 16,3 1 0-16,0-1 0 0,0 1 0 0,0-1 0 16,0 1 0-16,3-3 0 0,0-1 0 0,0 1 0 15,3-2 0-15,-3-4 0 0,3 1 0 0,0-1 0 16,3-2 0-16,-3-2 0 0,3 1 0 0,0-1 0 16,0-1 0-16,0-2 0 0,3-3 0 0,-1 0 0 15,1 0 0-15,0-3 0 0,0 0 0 0,0 1 0 0,3-4 0 16,-3 1 0-16,3 0 0 0,0-3 0 0,0 0 57 15,-4-3 6-15,4 1 1 0,-3-3 0 0,0-1-52 16,0 1-12-16,0-3 0 0,-3 3 0 16,0-3 0-16,0 0 0 0,-3 0 0 0,0-2 0 0,0 2 52 15,-3 0 7-15,0 0 1 0,0 0 1 0,-3 1-28 16,0-1-5-16,0 0-2 0,-3 0 0 0,0 0-4 0,-3 3-1 0,0-3 0 16,-3 0 0-16,0 0-8 0,0 3-1 0,-6-3-1 15,3 0 0-15,-3 3-2 0,0 0 0 0,0-1 0 0,-2 4 0 16,2 2-9-16,-3 0 0 0,3 0 0 0,-3 3 0 31,0 2-49-31,3 0-12 0,0 1-3 0,-2 2 0 0,2 0-22 0,0 2-5 16,3 4-1-16</inkml:trace>
  <inkml:trace contextRef="#ctx0" brushRef="#br0" timeOffset="8133.392">23047 4556 1500 0,'0'0'31'0,"0"0"8"0,0 0-31 0,0-5-8 0,0 5 0 0,0 0 0 16,0 0 69-16,0 0 13 0,0 0 2 15,0 0 1-15,0 0 35 0,0 0 6 0,0 0 2 0,0 0 0 16,0 0-67 0,3 5-13-16,3-2-2 0,-3 5-1 15,3 3 31-15,-3-1 5 0,0 6 2 0,0 3 0 0,-3-4-67 0,3 7-16 0,-3-1 0 0,3 0 0 16,-3 3 33-16,0-3 3 0,3 3 1 0,-3 0 0 15,0-3-14-15,3 0-3 0,-3-3-1 16,3 4 0-16,0-4-9 0,-3 1-2 0,3 2 0 16,0 0 0-16,0 0-8 0,0-5 0 0,0 5 0 15,0-5 0-15,3 5 14 0,-3-8 1 0,0 3 0 16,0-2 0-16,0-1-24 0,0-3-5 0,0 1-1 0,0 0 0 16,0-4 15-16,0 1 0 0,0 0 0 0,3-2 0 15,-4-1-105-15,1-2-19 16,3 2-3-16,-3 0-1 0,3 0-102 15,0-5-21-15</inkml:trace>
  <inkml:trace contextRef="#ctx0" brushRef="#br0" timeOffset="9025.517">23256 6157 1474 0,'0'0'31'0,"0"0"6"16,0 0-29-16,0 0-8 0,0 0 0 0,-9 0 0 15,9 0 75-15,-6 0 13 0,-3 0 4 0,9 0 0 16,-6 0-23-16,0 0-4 0,0 3-1 0,-3 0 0 0,3-3-13 0,0 2-3 0,6-2-1 0,-6 5 0 31,0 1-24-31,0-1-5 0,0 0-1 0,0 3 0 16,0 0-17-16,1 3 0 0,-1-1 0 0,0 1 0 16,0 5 0-16,0-3 0 0,0 3 0 0,0 2 0 0,0-2 20 15,3 3 1-15,0-3 0 0,0 0 0 0,0 0-33 0,0-1-8 0,0 1 0 16,3 0-1-16,0-3 21 0,0 1 0 15,0-4 0-15,3 3 0 0,-3-2 0 0,3-3 0 0,0 0 0 16,3 0 0-16,0 0 0 16,0-3 0-16,0 3 0 0,3-3 0 0,0-2 0 15,0 0 0-15,-1-1 0 0,4 1 0 0,0-3 0 0,0 0 0 0,3 0 0 16,-3-3 0-16,3 3 0 0,0-5 0 0,0 2 0 16,-1 1 0-16,1-4 47 0,0 1 13 0,0 0 4 0,0-1 0 15,0 1-16-15,-3-5-4 0,0-1 0 16,-3 3 0-16,3-5-4 0,-4 2 0 0,-2-2-1 0,3 0 0 15,-3-3 5-15,-3 0 0 0,3 0 1 0,-3-2 0 16,-3 2-36-16,3 0-9 0,-3-3 0 0,-3 1 0 16,3 2 0-16,-3-3 0 0,0 4 0 0,-3 1 0 15,3 1 0-15,-3 0 0 0,-3 0 0 0,1 5 0 16,-1-3 0-16,-3 3 0 0,0 0 0 0,-3 0 0 16,0 3 0-16,-3 0 0 0,0-1 0 0,0 6 0 15,-2-2 0-15,2 2 0 0,-3 2 0 0,0 1 0 16,0 0-152-16,0 5-32 0,4-3-6 0</inkml:trace>
  <inkml:trace contextRef="#ctx0" brushRef="#br0" timeOffset="9833.308">21645 4623 1333 0,'-15'2'28'0,"9"3"6"0,1-2-34 0,-1 0 0 0,3-1 0 0,-3 1 0 16,3 2 106-16,-3 1 14 15,3 2 4-15,-3-6 0 0,3 6-25 0,-3 0-5 0,3-3-1 0,0 3 0 16,-3 3-25-16,3-3-6 0,0 0-1 0,-3 2 0 16,3 1-14-16,0 0-3 0,-3 2-1 0,3-5 0 15,-3 2-35-15,3 4-8 0,0-4 0 0,-3 3 0 16,3 1 0-16,0-4 0 0,0 1 0 0,3-1 0 16,-3 4 0-16,3-6 0 0,3 2 0 0,-3 1 0 15,3-1 53-15,0-2 9 0,0 3 2 0,3-3 0 16,0 2-103-16,0-2-20 15,3 0-4-15,0 0-1 0,3-5 103 0,0 2 20 0,0-2 4 0,3-1 1 16,0-2-52-16,-1 0-12 0,1 0 0 0,3-2 0 16,-3-1 0-16,0-2 8 0,3 2-8 0,-3-7 0 15,-3 2 31-15,2 0 0 0,-2 0 0 0,0-3 0 16,-3 1 2-16,0-1 1 0,0-2 0 0,-3 0 0 16,0 2-34-16,-3-8 0 0,0 6 0 0,0-5 0 15,-3 2 45-15,0-3 15 0,-3 1 4 0,3-1 0 16,-6 1-64-16,3-1 0 0,-3 1-12 0,-3-1 2 15,0 3 10-15,0 0 8 0,-3 3-8 0,-3 3 11 16,4-1-11-16,-4 3 0 0,0 3 0 0,0-1 0 16,0 6 0-16,0-5 8 0,0 10-8 0,-3-5 8 15,3 6-58-15,1 2-12 0,-1 0-2 0,0 7-1 16,0-4-105-16,0 8-21 0,0-4-4 0</inkml:trace>
  <inkml:trace contextRef="#ctx0" brushRef="#br0" timeOffset="12737.456">21434 6128 1580 0,'-3'-8'67'0,"3"3"-54"16,0 5 92-16,0-5 19 0,0 5 3 0,0 0 1 15,0 0 0-15,0 0 0 0,0 0 0 0,0 0 0 16,0 0-52-16,0 0-9 0,0 0-3 16,0 8 0-16,0-3 0 15,0 5 0-15,0-2 0 0,0 8 0 0,0 0-51 0,0 5-13 0,0 3 0 0,0 3 0 16,0-4 0-16,0 6 0 0,0 1 0 0,0-1 0 15,0-3 0-15,0 1 0 0,0-4 0 0,0 4 0 16,0-6 0-16,0 3 0 0,0 0 0 0,0-3 0 16,0 3 0-16,0-3 0 0,0 0 0 0,0-2 0 15,0-1 0-15,0 1 0 0,0-4 0 0,0-1 0 16,0-4 0-16,0 1-12 0,0-3 3 0,-3 2 0 16,0-4-191-16,0-1-39 15</inkml:trace>
  <inkml:trace contextRef="#ctx0" brushRef="#br0" timeOffset="21069.989">8197 2024 1136 0,'0'0'24'0,"0"0"4"0,0 0-28 0,0 0 0 0,0 0 0 0,0 0 0 16,0 0 81-16,0 0 11 0,0 0 1 0,6 0 1 16,0 0-18-16,0 0-3 0,0 3-1 0,0 2 0 15,0-5-31-15,0 3-6 0,0 2-2 0,0 0 0 16,0 3-16-16,0 0-3 0,2-5-1 0,-2 10 0 15,3-8-3-15,0 6-1 0,0-3 0 0,0 5 0 16,3-5-9-16,-3 0 8 0,3 0-8 0,-3 3 8 16,3-4-8-16,0 1 0 0,-1-5 0 0,-2 5 8 15,3-3 8-15,-3-5 0 0,0 0 1 0,0 0 0 16,3 0 5-16,-6-5 1 0,6-3 0 0,-3 0 0 0,0-2 9 16,0-4 3-16,0 1 0 0,3-3 0 0,-1 0-23 15,4-5-4-15,0 5 0 0,0-5-8 0,3 5 0 0,0-5 0 16,0 0 0-16,0-3 0 0,2 3 19 0,-2-3-3 15,0 3-1-15,0-6 0 0,0 4-24 0,0-1-5 0,-3 3-1 16,-1 0 0-16,-2-1-6 0,-3 6-2 16,0 1 0-16,0 1 0 15,-3 6-39-15,-3 1-8 0,0-1-2 0</inkml:trace>
  <inkml:trace contextRef="#ctx0" brushRef="#br0" timeOffset="21444.819">8545 1969 1579 0,'0'0'32'0,"0"0"10"0,0 0-34 0,0 0-8 0,0 0 0 0,0 0 0 16,0 0 53-16,0 0 9 0,0 0 2 0,0 0 0 16,0 0 0-16,0 0 0 0,0 0 0 0,0 0 0 15,0 0 0-15,0 0 0 0,0 0 0 0,6 5 0 16,-1449 3-64-16,1449 0-18 0,1449 0-1 0,-1449 2 0 15,0 1 19-15,3 2 0 0,0 0 0 0,3 3 0 16,-3-5 0-16,6 2 0 0,-4 0 0 0,1 3 0 16,0-8 0-16,3 5 0 0,0-5 0 0,-3 0 0 15,3-3 0-15,0 3 0 0,0-8 0 0,0 3 0 16,-4 2 9-16,1-5 6 0,3 0 1 0,-3 0 0 16,0-5 21-16,0 2 5 0,-3-5 1 0,3 3 0 15,0-3-10-15,0-5-1 0,-1 2-1 0,1-2 0 16,0 0-31-16,3-3 0 0,0 3-11 0,3 2 11 0,-3-7 0 15,3 7 21-15,0-7-2 0,-1 2-1 16,4 0-18-16,-3 0 0 0,3 0 0 0,0-2 0 16,0-1-28-16,-1-2-10 0,1 0-2 0,-3 0 0 15,3 5-52-15,-3-5-12 0,0 5-1 0</inkml:trace>
  <inkml:trace contextRef="#ctx0" brushRef="#br0" timeOffset="24351.431">18335 12111 1516 0,'0'0'32'0,"0"0"6"16,0 0-30-16,0 0-8 0,0 0 0 0,0 0 0 15,0 0 96-15,0 0 19 0,0-6 3 0,0 6 1 16,0 0-30-16,0 0-5 0,0 0-2 0,0 0 0 15,-3-5-23-15,3 5-5 0,0 0-1 0,0 0 0 16,-3-2-11-16,3 2-2 0,-6 0-1 0,0 0 0 0,6 0-11 0,-5 2-1 0,-1 3-1 16,-3-2 0-16,3 5-6 0,0-3-2 0,-3 3 0 0,3 3 0 15,0-1-18-15,-3 4 8 16,3-4-8-16,0 6 0 0,0-3 0 16,0 3 0-16,3 0 0 0,-3 0 0 0,3 2 0 0,-3-2 0 15,6 6 0-15,-3-4 0 0,3 1 0 16,0-4-12-16,3 1 12 0,0 3-12 0,0-6 12 0,3 0 0 15,-3-2 12-15,3-1-12 16,3 1-44-16,0-3-16 0,3-3-4 0,-3 1 0 0,3-4 64 0,3-2 0 0,0 0 9 16,-1-2 0-16,1-1-9 0,0-2 0 0,3-1 0 0,0-2 0 15,0 0 9-15,0-2 7 0,-1-3 0 0,-2-1 1 16,0 1 14-16,-3 0 2 0,3 0 1 0,-6 0 0 16,3-3 10-16,-3 0 1 0,-3-3 1 0,3 3 0 15,-6 0 1-15,3-2 0 0,-3 2 0 0,-3-2 0 16,3 2-16-16,-3-3-3 0,-3 3-1 0,3 0 0 15,-3-2-13-15,-3 5-2 0,3-1-1 0,-3 1 0 16,0 0-11-16,-3 2 0 0,3 1 9 0,-6 2-9 16,3 0 8-16,-3 3-8 0,0-1 8 0,0 4-8 15,-3 2 0-15,1 0-16 0,-1 0 2 0,0 2 1 16,-3 4-80 0,3-1-16-16,-3 3-3 0,0 0-1 0,0 5-119 0,1 0-24 0</inkml:trace>
  <inkml:trace contextRef="#ctx0" brushRef="#br0" timeOffset="25205.174">18428 13659 1824 0,'-6'0'38'0,"0"0"8"0,6 0-37 0,-6 0-9 0,6 0 0 0,-6 0 0 31,0 2 98-31,0 1 18 0,0 0 3 0,0-1 1 0,0 4-56 0,0-4-12 0,0 3-1 0,0 1-1 16,0 2-18-16,0 0-3 0,0 0-1 0,0 0 0 16,0 2-16-16,0 1-3 0,3 2-1 0,-2 0 0 15,2 3-17-15,0 0-4 0,0 0-1 0,0 5 0 16,0-3 14-16,3 4 0 0,-3-1 0 0,3 0 0 16,0 0 0-16,0 3 0 0,3-3 0 0,0 0 0 15,0 0-31-15,0-2-3 0,3-1-1 0,-3-2 0 16,2-2 1-16,4-4 0 0,-3 1 0 0,3-3 0 15,0 0 14-15,0-3 2 0,3 0 1 0,0-2 0 16,0 0-20-16,3-6-4 16,-3 0-1-16,3 1 0 0,-4-4 67 0,4-2 14 0,3 0 2 0,-3-2 1 15,0-1-16-15,-3-2-3 0,3-3-1 0,-3 0 0 16,-3-2 18-16,2-1 4 0,-2-2 1 0,0-3 0 16,0 3 31-16,-3 0 5 0,3 0 2 0,-6-3 0 15,3 3-67-15,-3 0-16 0,-3-3 0 0,0 3 0 16,0-1 55-16,-3 1 7 0,0 0 2 0,-3 3 0 15,0-4-54-15,0 4-10 0,0-1 0 0,-3 1 0 16,0 2 0-16,-2 3 0 0,2-1 0 0,-6 4 0 16,0-1-16-16,0 3 3 0,-3 3 0 0,0 0 0 15,0 0-28-15,1-1-6 0,2 6-1 0,-3 0 0 16,3 0-155-16,0 0-31 0</inkml:trace>
  <inkml:trace contextRef="#ctx0" brushRef="#br0" timeOffset="26090.931">19946 12095 1337 0,'-9'-5'28'0,"9"5"6"0,-6-3-34 0,0 3 0 0,0-3 0 0,0 3 0 15,0-2 109-15,0 2 15 0,0 0 4 0,-3 0 0 16,0 2-20-16,3-2-4 0,-3 3-1 0,0 0 0 16,0-1-63-16,4 1-12 0,-4 2-2 0,0 0-1 15,3 1 31-15,-3 2 7 0,3 0 1 0,-3 0 0 16,3 2 0-16,0 3 0 0,-3 1 0 0,3-1 0 16,0 3-64-16,0 0-15 0,3-1-1 0,0 4-1 15,0-1 17-15,3 4 0 0,-3-4 0 0,3 3 0 16,3-2-8-16,0-1 8 0,3 4 0 0,0-7 0 15,3 1 9-15,0-2 9 0,0-1 2 0,3 0 0 16,3-5-20-16,0 0 0 0,0 0 0 0,5-3 0 16,-2-2 0-16,3-3 0 0,0 0 0 0,3-3 0 15,0-2-48-15,-1-3-12 0,1-3-4 0,-3 1 0 0,3-4 103 16,-3 1 20-16,-1-3 4 0,-2 3 1 0,-3-3-64 0,0-2-24 16,-3 2 0-16,0-3 1 15,-3 3 37-15,-3-2 7 0,0 2 2 0,0-2 0 0,-6-1 25 0,0 1 4 16,0 2 2-16,-3-3 0 0,0 1-23 15,-3 2-5-15,0 0-1 0,-3 0 0 0,-3 3-25 0,-3 2-19 16,3-2 3-16,-6 5 1 0,0 0 35 0,-2 3 6 16,2-1 2-16,-6 4 0 15,3-1-45-15,-3 3-9 0,3 3-2 0,-2 2 0 16,5 0-28-16,-3 1-7 0,3 2-1 0,0 2 0 16,3 3-113-16,0 3-23 0,4 0-5 0</inkml:trace>
  <inkml:trace contextRef="#ctx0" brushRef="#br0" timeOffset="26718.278">19978 13495 1337 0,'0'0'56'0,"0"0"-44"15,0 0 92-15,0 0 20 0,0 0 3 0,0 0 1 16,0 0-52-16,0 0-9 0,0 0-3 0,0 0 0 15,0 0 52-15,0 0 9 0,0 0 3 0,0 0 0 16,0 0-52-16,0 0-9 0,0 0-3 0,0 0 0 16,0 0-51-16,-3 8-13 0,3-3 0 0,0 5 0 15,0 4 0-15,0-1 0 0,0 5 0 0,3 1 0 16,-3 2 28-16,0 3 2 0,3 0 1 0,-3 0 0 16,0-3-19-16,0 3-4 0,0-1-8 0,0 1 12 15,0 0-12-15,3-3 0 0,-3 3 0 0,3 2 0 16,0-2 21-16,-3 3 5 0,3-1 1 0,-3 3 0 15,3-5-43-15,-3 2-8 0,3-2-1 0,-3 0-1 16,3-5 26-16,-3-1 0 0,3 1 0 0,-3-3 0 16,3-1 0-16,-3-1 0 0,0-4 0 0,0 3 0 15,0-5 0-15,0 3 0 0,0-3 0 0,0-3-8 16,0 1-28-16,0-6-4 0,0 0-2 0,0 0 0 16,0 0-106-16,0 0-20 0,0 0-5 0</inkml:trace>
  <inkml:trace contextRef="#ctx0" brushRef="#br0" timeOffset="29828.077">23149 12026 1337 0,'0'0'28'0,"0"0"6"0,0 0-34 0,0 0 0 0,0-5 0 0,0 5 0 16,-3-6 109-16,3 6 15 0,0-5 4 16,0 5 0-16,0 0-52 0,0 0-9 0,-3-5-3 0,3 5 0 15,0 0 0-15,-3-3 0 0,3 3 0 0,0 0 0 16,-6-2-20-16,6 2-5 0,-3-3-1 0,3 3 0 16,-9 0-10-16,9 0-1 0,-6 3-1 0,0-1 0 15,3 1-26-15,-3 2 0 0,0 0 0 0,0 1 0 16,0 2 0-16,3 0 0 0,-3 0 0 0,0 2 0 15,3-2 21-15,0 3-1 0,-3-1 0 16,3 4 0-16,-3 1-20 0,3-1 0 0,0 1 0 16,-3 4 0-16,3-3-9 0,0 0 0 0,3 0 0 0,-3 0 0 15,3-1-7-15,-2 1-2 0,2 0 0 0,2 0 0 16,-2-3-2-16,3 3-1 0,3-3 0 0,-3 1 0 16,3-1-3-16,0-3 0 0,0-2 0 0,0 3 0 15,3-3 12-15,0 0 1 0,0-3 1 0,3 0 0 16,-3-2 10-16,3 0 0 0,3-3 0 0,0 0 0 15,-4-3 0-15,4 0 0 0,0-2 0 0,0 0 0 16,-3 0 10-16,3-3 4 0,0 2 1 0,-3-2 0 16,3-2 22-16,-4 2 5 0,-2-5 1 0,0 2 0 15,0 0 8-15,0-2 1 0,0 0 1 0,-3 2 0 16,0-2-5-16,0 0 0 0,-3 0-1 0,0-1 0 16,-3 1-15-16,0 0-2 0,0-3-1 0,-3 3 0 15,0 0-11-15,-3-1-2 0,-3 4-1 0,0-3 0 16,3 2-7-16,-3 0-8 0,-3 1 11 0,3-1-11 0,-3 1 9 15,1 2-9-15,-4-3 0 0,0 3 9 16,0 3-22-16,3-3-5 0,-3 3-1 0,0-1 0 16,0 4 19-16,1-1 0 0,-1 0 0 0,0 1 0 15,3 2-57-15,-3 2-5 0,3-2-1 0,-3 3 0 16,3 2-93-16,-3 3-18 0,0-2-4 0</inkml:trace>
  <inkml:trace contextRef="#ctx0" brushRef="#br0" timeOffset="31198.334">23205 13651 1877 0,'0'0'53'0,"0"0"12"0,0 0-52 0,0 0-13 0,0 0 0 0,0 0 0 31,0 0 84-31,-3 5 15 0,3-5 2 0,-3 5 1 0,0 1-21 0,0 2-4 0,0-3-1 0,-3 3 0 16,3 0-18-16,0 0-4 0,0 0-1 0,0 0 0 15,0 2 11-15,0 1 1 0,0-3 1 0,0 5 0 16,0 0-53 0,3 0-13-16,-3 3 0 0,1 3 0 0,2 2-9 0,-3 0-5 0,3 3-1 0,-3 0 0 15,3 2 24-15,0 1 5 16,0 2 1-16,0-3 0 0,0 1-15 0,3-4 0 0,-3-1 0 0,0-1 0 16,0-3 0-16,0 1 0 0,0-1 0 0,0-2 0 15,0 0 0-15,0-3 0 0,0 1 0 0,0-1 0 16,0 0 0-16,0-5 0 0,0 3 0 0,0-4 0 15,0 1 0-15,0-2 0 0,-3 2 0 0,3-3 0 16,-3 0-48 0,3-5-13-16,0 0-3 0,0 5 0 0,0-5-18 0,0 0-4 0,0 0-1 15,0 0 0-15,0 0-168 0,-6-2-33 0</inkml:trace>
  <inkml:trace contextRef="#ctx0" brushRef="#br0" timeOffset="31879.661">21544 12076 1608 0,'0'-5'45'0,"-3"0"11"0,3 5-44 16,0-6-12-16,0 1 0 0,0 5 0 0,0-5 92 0,0 5 17 0,0-3 3 0,0 3 1 15,0 0-24-15,0 0-5 0,0 0 0 0,0 0-1 16,0 0-31-16,0 0-5 0,0 0-2 0,0 0 0 16,0 0 8-16,0 0 2 0,3 6 0 0,-3 1 0 15,0 1-37-15,3 3-7 0,-3-3-2 16,0 3 0-16,3-1 23 0,-3 1 4 0,0 2 0 0,3 0 1 31,-3 0-18-31,0 1-4 0,0-1-1 0,0 3 0 0,0 0-14 16,3-1 11-16,-3 1-11 0,0 3 10 0,0-3-10 0,3 2 0 15,-3 1 0-15,0-1 8 0,0 1-8 16,0-3 0-16,3 0 0 0,-3-1 8 0,0-1-8 0,0-1 0 0,3-3-10 0,-3-2 10 16,0 3-43-1,3-3-2-15,-3 0-1 0,0 0 0 16,3 0-125-16,-3 0-25 0,0-3-4 0</inkml:trace>
  <inkml:trace contextRef="#ctx0" brushRef="#br0" timeOffset="32476.818">21553 13603 1773 0,'-3'-5'50'0,"0"-1"11"0,0-1-49 0,3 1-12 0,0 1 0 0,-3 0 0 16,3-1 58-16,0 4 9 0,0-4 1 0,0 6 1 16,0 0 28-16,0 0 6 0,0 0 1 0,0 0 0 15,0 0-13-15,0 0-3 0,0 0 0 0,0 0 0 16,0 0-70-16,0 8-18 0,0 0 0 0,0 3 0 16,0 2 0-16,0 0 0 0,0 3 0 0,0 3 0 15,0-1 34-15,0 1 3 0,0 2 1 0,-3 0 0 16,3 0-26-16,-3 3-12 0,3 0 10 0,-3 2-10 15,0 1 23-15,0 2-2 0,0 0 0 0,0 3 0 16,3-3-21-16,-3 3 0 0,3-3 0 0,-3 0 0 16,3-5 0-16,-3 0 0 0,3-3 0 0,-3-3 0 15,0-2 0-15,3 0 0 0,-3 0 0 0,3-6 0 16,-3 4 0-16,3-4 0 0,0 1 0 0,-2-3 0 16,2-3-47-16,0 0-13 0,0-2-4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2:44:48.9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17332 5575 1314 0,'-12'0'37'0,"3"0"8"0,0 0-36 0,1 3-9 0,2-3 0 0,0 0 0 16,6 0 53-16,0 0 9 0,0 0 2 0,0 0 0 16,0 0-52-16,0 0-12 0,0 0 0 0,0 0 0 15,6 2 54-15,0-2 8 0,2 0 2 0,1 0 0 16,3 0-52-16,-3 0-12 0,3-2 0 0,3 2 0 15,0 0 0-15,3-3 0 0,3 3 0 0,-1 0 0 16,4-5 0-16,3 2 0 0,3 1 0 0,0-1 0 16,-1 0 40-16,1 1 6 0,3-4 1 0,0 4 0 15,-4-4-24-15,-2 4-5 0,0-4-1 0,-3 1 0 16,0 2-17-16,-1-2-17 0,-2 3 3 0,0-4 1 16,0 4 13-16,-3-4 10 0,-3 4-2 0,2-1 0 15,-2 0 16-15,-3-2 2 0,-3 2 1 0,0 1 0 16,0-1-2-16,0 1 0 0,-3-1 0 0,0 0 0 15,0 1-6-15,0 2-2 0,0 0 0 0,0-3 0 16,0 3 15-16,-3-3 4 0,3 3 0 0,0-2 0 16,-1 2-15-16,-2 0-2 0,3-3-1 0,0 6 0 15,0-3-8-15,-3 2-2 0,0 1 0 0,-3-3 0 0,6 3-8 0,-3-1 0 16,0 4 9-16,0-1-9 0,0 0 0 16,0 0 9-16,-3 3-9 0,3 0 0 0,-3 3 12 0,0-1-12 15,0 4 12-15,0-1-12 0,0 3 8 0,-3 0-8 0,3 0 0 16,-3 5 0-16,0-5 8 0,3 2-8 0,-3 1 0 15,0 2 0-15,0 0 8 0,0 3-8 0,3 0 0 16,-3 2 0-16,3 0 0 0,-3 1 0 16,3 2 8-16,0 0-8 0,-3-2 0 0,3-1 0 15,0-2 0-15,0 2 0 0,0-4 0 0,0-1-9 0,0-3 9 16,0 3 0-16,0-2 0 0,3-1-8 0,-3 1 8 16,0-1 0-16,3 4 0 0,-3-4 0 0,0 1 0 0,3 2 11 15,-3-5-23-15,0 0-4 0,3-1 0 0,-3 4-1 16,3-6 17-16,-3 0-12 0,0 1 12 0,3-1-10 15,-3-2 10-15,0-1 9 0,0-2-1 0,0 0-8 16,0 0 0-16,0 0 0 16,0 0 0-16,0 0-12 0,0-3 12 0,-3 0 0 0,3 3 0 0,0-8 0 15,-3 3 0-15,0 2 0 0,3-5 0 0,-3 5 10 16,0 1-10-16,-3-4 0 0,6-2 0 0,-6 3 0 16,0 0 0-16,0-1 0 0,1 1 9 0,-7 0-9 15,3-3 0-15,0 0 9 0,-3 0-9 0,0 0 0 16,-3 0 15-16,0 0-4 0,0 0-1 0,-3 2 0 15,1-2 32-15,-1 0 6 0,0 3 2 0,-3-3 0 16,0 3-40-16,0-1-10 0,4 1 0 0,-4-3 0 16,-3 3-12-16,0-1-4 0,-3 1 0 0,0-3-1 0,4 5 17 15,-4-5 9-15,-3 3-1 0,3-1 0 16,1 1 1-16,-1 2 0 0,0-2 0 0,3 2 0 0,0 1-9 16,3-1 0-16,4 0-12 0,-4 0 12 0,6-2 0 0,0 2 0 15,0-2 0-15,3 2 0 0,0-2 0 16,3 0 0-16,0-1 0 0,1-2 0 15,2 3 0-15,6-3 0 0,-6 0 9 0,6 0-9 16,0 0 0-16,0 0 0 0,0 0 0 0,0 0 0 0,0 0 0 0,0 0 0 0,0 0 0 0,0 0 0 16,0 0 0-16,0-3 0 0,3-5 0 0,0 3 0 15,0 0 0-15,0-3 0 0,0 0 0 0,2 0 0 16,-2-3 0-16,3-2 0 0,0 3 0 0,0-6 0 16,-3 0 0-16,3-5 0 0,-3-3 0 0,0 0 8 15,3-2-8-15,-3-4 0 0,0-1 0 0,0-1 0 16,0 0 0-16,0 0 0 0,0 1 8 0,0-4-8 15,-3 3 0-15,3-2 0 16,-3 0 0-16,0-3-8 0,0 0 8 0,0 0 16 0,-3-3-4 0,0 3-1 16,0 2 0-16,0 6 0 0,0 3 0 0,0 2 0 15,0 0-3-15,-3 3 0 0,3 0 0 0,0 2 0 16,-3 1-8-16,3 5 12 0,0-3-12 0,-3 3 12 16,3-1-12-16,0 6 0 0,3-2 0 0,-3 2 0 15,0 0 0-15,3 3 0 0,0-1 8 0,0 4-8 16,0 2 0-16,0 0 0 0,0 0-10 0,0 0 10 15,0 0-32-15,0 0-1 0,0 0 0 0,3 0 0 16,3 2-25-16,0 4-5 0,3-4-1 0,-3 4 0 16,6-4-102-16,-3 6-21 0,3-8-4 0</inkml:trace>
  <inkml:trace contextRef="#ctx0" brushRef="#br0" timeOffset="1407.292">20639 5551 1121 0,'0'0'47'0,"0"0"-38"15,0 0 51-15,-3-2 9 0,3 2 3 0,-6-3 0 16,6 3-13-16,0-5-3 0,0 5 0 0,-3-6 0 16,3 6-20-16,0-5-5 0,3 2-1 0,0-2 0 15,0 3-5-15,3-4-1 0,0 4 0 0,3-4 0 16,3 4-16-16,0-4-8 0,6 1 0 0,-3 2 8 16,5-2 45-16,1 0 9 0,3 0 2 0,3-1 0 15,0 4-52-15,0-1-12 0,-1 0 0 0,4 1 0 16,0-1 0-16,-3 0 0 0,-1-2 0 0,7 2 0 15,-6 1 0-15,3-1 0 0,-1 1 0 0,1 2 0 16,-3-3 0-16,-3 3 16 0,3 0-2 0,-4-5 0 16,-5 5 8-16,0 0 2 0,0 5 0 0,-3-5 0 15,-3 0 3-15,0 0 1 0,-3 0 0 0,0 3 0 16,-3-1-4-16,-1 1-1 0,-2-1 0 0,0 1 0 16,-3-3 15-16,3 8 3 0,0-3 1 0,-3 3 0 0,0-2-34 15,0 2-8-15,0 2 0 0,0 1 0 0,0-1 0 0,-3 1 0 16,3 2 0-16,-3 3 0 0,0 5 0 0,3-8 0 15,-3 9 0-15,1-1 0 0,-1 0 0 0,-3 0 0 16,3 3 0-16,-3 2 0 0,3 3 0 0,-3 3 0 16,3 5 0-16,-3 0 0 15,3-2-49-15,0-1-12 0,0 0-3 0,0 1 0 0,3-3 52 0,0-3 12 16,0-3 0-16,0 3 0 0,0-2 0 0,0 2 0 16,0-3 0-16,0 3 0 0,0-2 0 0,0-1 0 0,0 1 0 15,0-3 0-15,0-3 0 0,0 0 0 0,0 0 0 16,0-2 0-16,-3-4 0 0,3 1 0 0,-3-2 0 0,0-4 0 15,0 1 0-15,0-1 0 0,0-2 0 0,0-2 0 16,0-1 0-16,0 0 0 0,0-2 0 0,-3 2 0 16,0-5 0-16,0 3 0 0,3-3 0 0,-3 0 0 15,0 0 0-15,-3 0 0 0,3 0 0 0,-2 0 0 16,-1-3 22-16,-3 3 7 0,0-5 2 0,0 5 0 16,-3-3-6-16,-3-2-1 0,3 5 0 0,-3-3 0 15,-2 1-13-15,-1-1-3 0,-3 3-8 0,0-3 12 16,-3 1-12-16,1-1 0 0,-4-2 8 0,0 2-8 15,-3-2 0-15,1 2 0 0,-4-2 0 0,0 2 0 16,3 3 54-16,1-2 8 0,-1-1 2 0,0 3 0 16,3-3-52-16,1 3-12 0,2 0 0 0,-3 0 0 15,6 0 0-15,0-2-15 0,1 2 3 0,2-3 1 16,0 3 11-16,6 0 16 0,0-3-4 0,3 3-1 16,0-2-11-16,3 2 0 0,3 0 0 0,6 0 0 0,0 0 0 15,0 0 0-15,0 0 0 0,0 0 0 0,0-6 0 16,3 1-12-16,0 0 2 0,3-3 1 15,3 3 9-15,0-3-10 0,-3 0 10 0,6-6-10 0,-3 1 10 16,3-3 0-16,0-2 0 0,0-3 0 0,0-1 0 0,0-4 0 16,2 0 0-16,-2-1 0 0,0 1 0 0,0-1 0 0,0 1 0 15,0-6 0-15,0 0 0 0,-3 0 0 0,0-5 0 0,0 0 0 16,0 0 0-16,-3 0 0 0,-1 0 0 0,1 0 0 16,0 3 0-16,-3 2 0 0,0 3 0 0,-3 0 8 15,3 2 0-15,-3 1 0 0,0-1 0 0,0 4 0 16,0-1-8-16,-3 3 0 0,3 2 8 0,0 1-8 15,0 2 0-15,0 3 0 0,0-1 0 16,0 1 0-16,0 5 0 0,3 0 0 16,-3 3 0-16,0-3 0 0,3 5 0 0,0 1 0 0,-3 2 0 0,0 0 0 15,3-3 0-15,3 6 0 0,0-1 0 0,0 4 0 16,3 2-98-16,0-1-24 16,3 4-5-16</inkml:trace>
  <inkml:trace contextRef="#ctx0" brushRef="#br0" timeOffset="2671.18">18812 7070 1192 0,'-9'8'24'0,"9"-8"8"0,-3 5-32 16,6 3 0-16,0-2 0 0,0-1 0 0,6 0 69 0,-1 3 8 15,4-5 2-15,3 2 0 16,0 0-11-16,0 1-1 0,6-4-1 0,0 1 0 15,0 0-36-15,-1-1-7 0,1 1-2 0,6-1 0 0,-3-2-21 16,0 0 0-16,2 0 0 0,4-2 0 0,-6 2 42 0,3 0 4 0,0-3 1 16,-4 1 0-16,1 2-35 0,-3-3-12 0,-3 3 0 0,0-3 9 15,0 3 4-15,-3 0 1 16,-4 0 0-16,-2 0 0 0,0 0 17 0,0 0 3 16,-3 0 1-16,-3 0 0 0,3 0-7 0,-6 0-2 0,0 0 0 0,3 3 0 15,0 2-18-15,-3-5-8 0,6 3 0 0,-3 5 8 16,0-3-8-16,-3 0 0 0,3 3 0 0,0 0 0 15,-3 0 0-15,3 0 0 0,0 3 0 0,0-1 0 16,-3 1 0-16,3 2 0 0,0 0 0 16,0 1 0-16,-3-1 0 0,0 3 0 0,3 0 0 15,-3 2 0-15,0 3 0 0,3 0 0 0,-3 3 0 0,0 3 0 16,0-1 0-16,0 3 0 0,0 0 0 0,-3 0 0 16,3 1 0-16,0-4 0 0,0 0 0 0,0 1 0 15,-3-3 0-15,3 0 0 0,0-3 0 0,-3 3 0 16,0-3-49-16,3 0-12 0,-3 0-3 15,3 0 0-15,-3 0 52 0,3-2 12 0,0-1 0 0,0-2 0 16,-3 0 0-16,3-3 0 0,0 3 0 0,0-5 0 16,0-1 0-16,-3-2 0 0,3-2 0 0,-3 2 0 15,3-3 0-15,0-5 0 0,0 0 0 0,-3 3 0 16,3-3 28-16,0 0 8 0,-6 2 1 0,6-2 1 16,-6 0-10-16,0 0-1 0,0 0-1 0,0-2 0 15,-3 2 5-15,3-6 1 0,-3 4 0 0,0-1 0 0,1 0-6 16,-1 3-1-16,-3-2 0 0,-3-1 0 0,3 0-14 15,-3 3-3-15,0-2-8 0,0 2 12 0,-3-3 42 0,1 3 8 16,-1-3 2-16,-3 3 0 0,3 0-52 16,-3-2-12-16,3-1 0 0,-3 3 0 0,4-2-8 0,-1 2-5 0,0-3-1 0,0 3 0 15,3-3 22-15,0 1 5 0,0 2 1 16,3-3 0 0,-2 0-3-16,2 3-1 0,0-2 0 0,-3 2 0 0,6 0-10 15,-3-3 0-15,3 3 9 0,0 0-9 0,3-3 0 0,0 3 0 0,0 0 0 16,0-2 8-16,6 2-8 0,-6-3 0 0,3 0 0 0,-3 1 8 15,3-1-8 1,-2 0 0-16,2-2 0 0,-3 3 0 0,3-4 0 0,0 1 0 0,0 0 0 0,-3-1 0 16,3 1 0-16,0-3 9 0,3 0-9 0,-3 0 0 15,0-2 12-15,3-1-4 0,0-2 0 0,0 0-8 16,0-3 14-16,0 0-4 0,3 0-1 0,0-5 0 16,0 2-9-16,0-4 0 0,3-4 0 0,0-2 8 15,0-3-8-15,0-2 0 0,2-6 0 0,1 0 0 16,-3 3 0-16,3 0 0 0,0 3 0 0,0-3 0 15,0 2 0-15,0-2 0 0,0 0 0 0,0 3 0 16,0 0 0-16,-3 2 0 0,0 0 0 0,3 3 0 16,-3 5 0-16,0 3 0 0,-3 2 0 0,2 4 0 15,-2 1-16-15,3 1 2 0,-3 3 0 0,0 2 0 16,-3 2-14-16,3 1-2 0,0 0-1 0,-3 5 0 16,3 0-89-16,-3 0-17 0,0 0-4 0</inkml:trace>
  <inkml:trace contextRef="#ctx0" brushRef="#br0" timeOffset="3800.31">15835 7081 1196 0,'-9'0'24'0,"0"0"8"0,9 0-32 0,0 0 0 0,0 0 0 0,0 0 0 15,0 0 87-15,0 0 11 0,0 0 2 0,0 0 1 16,0 0-29-16,3-3-7 0,3 0-1 0,3 1 0 16,3-1-51-16,0-2-13 0,6 2 0 0,3 1 0 15,-1-1 52-15,7-2 7 0,0 2 1 0,3 0 1 16,-1 1-46-16,4 2-15 0,-3-3 8 15,3 0-8-15,-4 1 0 0,4-4 0 0,0 4 0 0,0-4 0 16,-1 4 11-16,-2-1-2 0,0 1 0 0,-3 2 0 16,-3 0 9-16,-4-3 2 0,1 3 0 0,-6 0 0 15,0 0 9-15,-3 3 3 0,0-3 0 0,-6 0 0 16,0 2-6-16,-3 1-1 0,-3-3 0 0,3 2 0 16,-3-2-5-16,3 6-2 0,-3 2 0 0,-3 0 0 15,3 0-9-15,-3 2-1 0,0 3-8 0,0 1 12 16,0 2-12-16,0-1 0 0,0 4 8 0,0 2-8 15,0 0 0-15,-3 3 0 0,3 3 0 0,-3-1 0 16,3 3 0-16,0 0 0 0,-3 0 0 0,0 6 0 16,3-1-20-16,-3 3-1 0,0 3 0 0,0-3 0 15,0 0-3-15,3-3 0 0,-3-2 0 0,0 2 0 16,3-4-3-16,1-1-1 0,-1-3 0 0,0 3 0 16,0-2 7-16,0-1 1 0,0 3 0 0,0-2 0 15,3-3 12-15,-3-3 8 0,3 0-10 0,0-3 10 16,-3 1 0-16,3-3 0 0,0-3 0 0,-3 0 0 15,3 0 0-15,0-5 0 0,-3 3 0 0,3-3 0 16,-3 0 0-16,0-3 12 0,3 0-4 0,0-5-8 16,-6 3 25-16,3 0-1 0,-3-1-1 0,0-2 0 15,0 0 4-15,0 0 1 0,-3 0 0 0,0-2 0 0,0 2-3 0,0-3 0 16,0 0 0-16,-3 1 0 0,1-1-4 0,-1 1-1 16,-3-4 0-16,0 4 0 0,0-4-8 0,-3 1-1 15,3 0-1-15,-6-1 0 0,1 4 4 0,-1-4 1 0,-3-1 0 16,-3 1 0-16,0 1-3 0,-2 0-1 0,-1-3 0 0,-3 0 0 15,3-3 21-15,1 3 5 0,2-2 1 16,-3-1 0-16,6-2-38 0,-3 0 0 16,7-1 0-16,-4 1-12 0,0-3 20 0,3 0 3 0,3-2 1 15,-3-1 0-15,7 1-4 0,-1-1 0 0,0 1 0 0,3 2 0 16,3-3-8-16,3 1 10 0,0 2-10 0,3-2 10 16,0-1-10-16,6-2 0 0,0 0 9 0,3-3-9 15,0 3 0-15,3-6 0 0,0 1 0 0,6-1 0 16,-3 3 0-16,-1 1 0 0,4-1 0 0,0 0 0 15,0 6 0-15,-3-1 0 0,3 3 0 0,3 0 0 16,-3 0-18-16,0 0-2 0,-1 1 0 0,1 1 0 16,0-2 20-16,3 3 0 0,-3-3 0 0,3 3 0 15,-3 0 0-15,0-3 0 0,2 3 0 0,-2-3 0 16,0 0-50-16,3-2-6 0,0-1-2 0,-3-2 0 16,3 0-177-16,0 2-35 0</inkml:trace>
  <inkml:trace contextRef="#ctx0" brushRef="#br0" timeOffset="22963.965">18990 12807 1074 0,'0'0'30'0,"0"0"8"0,0 0-30 0,0 0-8 0,0 0 0 0,0 0 0 16,0 0 67-16,0 0 12 0,0 0 2 0,3-3 1 15,3 0-30-15,-6 3-5 0,3-5-2 0,3 5 0 16,0-3-35-16,0 3-10 0,3 0 0 0,-3-2 0 15,3 2 56-15,0-3 6 0,3 3 2 0,0 0 0 16,2 0-52-16,1 0-12 0,3-3 0 0,0 3 0 16,0 0 0-16,3-2 0 0,0 2 0 0,-1-3 0 15,1 3 0-15,0 0 0 0,0-2 0 0,0 2 0 16,0 0 0-16,-4 0 0 0,1-3 0 0,-3 3 0 16,3-3 0-16,-3 3 0 0,0 0 0 0,0-2 0 15,0 2 0-15,-4 0 0 0,1 0 0 0,0 0 0 16,0 0 8-16,0 2-8 0,-3-2 11 0,3 0-11 15,-3 3 8-15,0-3-8 0,-3 3 0 0,3-3 0 16,-3 0 8-16,3 2-8 0,-4-2 0 0,1 3 0 16,-3-3 0-16,3 2-9 0,0-2-1 0,-3 0 0 15,3 3 21-15,0-3 4 0,-3 0 1 0,3 0 0 16,-3 3 4-16,3-3 2 0,-3 2 0 0,0-2 0 16,3 0-2-16,-3 3-1 0,3-3 0 0,-3 3 0 0,3-1-3 15,-3-2-1-15,3 3 0 0,-3 0 0 0,3 2-15 0,-3-2-10 0,3-1 2 16,-3 4 0-16,0-4 29 0,0 3 7 0,3-2 0 0,-4 2 1 15,-2 1-10-15,3-4-3 0,0 4 0 16,0 2 0-16,-3-3 0 0,0 0 0 0,3 0 0 0,-3 3 0 16,3 0-4-16,-3 0-2 0,0-2 0 0,3 1 0 15,-3 1-2-15,-3 0-8 0,3 3 12 0,-3-3-4 16,3 2 0-16,-3-2 0 0,3 3 0 0,-3 0 0 16,3-1-24-16,-3 1-4 0,0-1-2 0,1 4 0 15,-1-4 22-15,0 3 0 0,0 1 0 0,0-1 0 16,0 0 21-16,0 3 9 0,0 0 2 0,0 0 0 31,3 2-24-31,-3-2-8 0,0 3 0 0,0-1 0 0,3-2 11 0,-3 3-11 0,0-4 12 16,0 1-12-16,3 0 26 0,-3 0-2 0,3-3 0 0,0 3 0 15,-3-3-35-15,3 3-7 0,0-3-2 0,0 3 0 16,0 0 20-16,3-3 0 0,-3 3 0 0,0 0 0 16,3-3 0-16,-3 6 0 0,0-1 0 0,3 4 0 15,0-4 0-15,-3 3 8 0,3 0-8 0,0 1 9 16,0-4 1-16,0 1 0 0,0 2 0 0,0-5 0 15,0 2-10-15,0-2 8 0,0 0-8 0,0 0 8 16,0 0 8-16,0 0 0 0,-1-3 1 0,1 3 0 16,0 2-27-16,0-2-6 0,0 0 0 0,0 0-1 0,-3 2 37 15,0-2 7-15,3 3 1 0,-3-1 1 0,0 4-21 0,0-4-8 16,0 1 0-16,0-1 9 0,0 1-9 0,0-1 0 0,0-2 9 0,-3 3-9 16,3-4 0-16,0 1 8 0,-3-2-8 0,3 1 0 15,0-1 0-15,-3 1 0 0,3-1 0 0,0 2 0 16,-3-3 0-16,3 3 0 0,0-3 0 15,-3 3 0-15,3-3 0 0,0 3 0 16,3 0 0-16,-3 0 8 16,0 0-8-16,0 2 0 0,0-2 0 0,0 0 0 0,0 0 20 0,3 2 5 0,0-2 2 15,-3 0 0 1,3 0-43-16,0-3-9 0,-3 3-2 0,3-3 0 0,-3 0 27 0,0 1 0 0,3-1 0 0,-3 0 0 16,3 0 16-16,-3 1 9 0,0-4 2 0,0 6 0 15,0-3-43 1,0 0-8-16,0 3-1 0,0 0-1 0,-3 0 26 0,0 0 0 0,3 3 0 0,-3-1 0 15,0 1 16-15,0 2 8 0,0 0 1 0,0-3 1 16,0 4-39-16,0-4-8 0,1 1-2 0,-1-4 0 16,-3 4 23-16,3-3 0 0,0-3 0 0,0 0 0 15,0 1 0-15,0-1 0 0,0 0 0 0,0 0 0 16,0 1 0-16,0-1 0 0,0-3 0 0,0 4 0 16,0-4-10-16,3 3 10 0,-3-2 0 0,0 2-9 15,3 0 29-15,-3-2 5 0,3 0 2 0,0 2 0 16,0-3-54-16,0 1-10 0,0 0-3 15,0-1 0-15,0-2 29 0,0 3 11 0,3-3-8 0,-3 0 8 16,0-1 0-16,3-1-10 0,-3 2 10 0,0 0 0 16,3-3-8-16,-3 0 8 0,0 3 0 0,3-3 0 15,-3 1 0-15,0-1-8 0,0-5 8 0,-3 5 0 16,6 1 0-16,-3-1 0 0,0 0-8 0,0 0 8 16,0-5-13-16,0 3 1 0,0-3 0 0,0 5 0 15,0-5 12-15,0 6 16 0,0-6-3 0,-3 5-1 0,3-5-12 0,0 3 0 16,0-3 0-16,-3 5 0 0,3-5 0 0,0 0 8 0,-3 3-8 15,-3-1 0 1,6-2 13-16,-3 6-3 0,-3-6-1 0,0 5 0 0,0-3 4 0,0-2 1 0,0 3 0 0,0 0 0 16,-3-1 0-16,3-2 0 0,0 0 0 0,-3 3 0 15,1 0-3-15,-1-3-1 0,-3 0 0 16,0 2 0-16,3-2-1 0,-3 0 0 0,0 3 0 16,0 0 0-16,0-3-9 0,-3 0-9 0,3 0 9 15,1 2-13-15,-1-2 29 0,0 0 5 0,0 0 2 16,3 3 0-16,-3-3-37 0,3 3-7 15,0-3-2-15,0 2 0 0,-3 1 40 0,3-3 8 0,-3 0 2 0,4 3 0 32,-4-3-43-32,3 0-9 0,0 0-2 0,3 0 0 0,-3 0 27 0,3 0 0 0,0 0 0 0,0-3 0 15,6 3 0-15,-3 0 0 0,3 0 0 0,0 0 0 16,-6-3 0-16,6 3 0 0,0 0 0 0,-6-2 0 16,6 2 0-16,0 0 0 0,-6 0 0 0,0-3 0 15,6 3 0-15,-3-3 0 0,-3 3 0 0,6 0 0 16,-6 0 0-16,3-2 0 0,-3 2 0 0,6 0 0 15,-6 0 0-15,1-3 0 0,-1 3 0 0,6 0 0 16,-6 0 20-16,3 0 8 0,-3 0 3 0,0 0 0 16,3 0-23-16,-3 0-8 0,0 0 0 0,0 0 0 0,6 0 0 15,-3 0 0-15,-3 0 0 0,0 0 0 0,3 0 0 16,-3 0 0-16,3 0 0 0,-3 0 0 0,6 0 31 16,-3-3 0-16,-3 3 0 0,6 0 0 15,-6 0-76-15,0 0-15 0,3 0-4 0,3 0 0 0,-6 0 52 0,6 0 12 0,-6-2 0 0,6 2 0 16,-3 0 0-16,3 0 0 15,-5-3 0-15,5 3 0 0,-6 0 0 16,6 0 0-16,-6-3 0 0,6 3 0 0,0 0 22 0,-6 0 7 16,6 0 2-16,-6-2 0 15,6 2-50-15,0 0-9 0,-6-3-3 0,6 3 0 0,0 0 49 0,-3-3 10 0,3 3 1 0,-6-2 1 32,6 2-48-32,0 0-10 0,-3-5-1 0,3 5-1 0,-3-6 30 0,3 6 0 0,-6-2 0 0,6 2 0 15,-3-6 0-15,0 4 0 0,3 2 0 0,-3-6 0 16,0 1 0-16,3 5 0 0,0-5 0 0,-3-1 0 15,0-1 0-15,3 1 0 0,-3 1 0 0,0 0 0 16,3-3 17-16,-3 2 10 0,3 1 1 0,-3-3 1 16,3 3-46-16,-3 0-10 0,3-1-1 0,-3-2-1 15,3 3 29-15,-3-3 0 0,3 3 0 0,-3 0 0 16,3-3 17-16,0 0 10 0,-3 2 1 0,3-2 1 16,0 1-46-16,0-1-10 0,-3 0-1 0,3 0-1 15,-3 0 45-15,3 0 8 0,0 0 3 0,-3 0 0 16,3-3-27-16,0 3 0 0,-3-2 0 0,3 2 0 15,0-3 0-15,0 1 0 0,3 2 0 0,-3-3 0 16,0 1 0-16,0-1 0 0,0-2 0 0,0 2 0 16,0 1 0-16,0-1 0 0,0-2 0 0,0 2 0 15,0 1 0-15,0-1 0 0,0-2 0 0,0 2 0 16,0-2 8-16,0 0-8 0,-3-3 0 0,3 3 8 16,0 0-8-16,0-1 0 0,0-2 0 0,0 3 0 0,0 0 0 15,0 0 0-15,0-3 0 0,0 3 0 16,0-1 0-16,0 4 0 0,0-6 0 0,0 3 0 0,0-1 0 0,0 1 0 15,0 3 0-15,0-4 0 16,0 1 0-16,0 3 0 0,0-4 0 0,0 4 0 0,0-3 0 0,0 2 0 0,0-2 0 0,0 0 0 16,0-1 0-16,0-2 0 0,0 1 0 0,0-1 0 31,0-3-20-31,-3 3-8 0,3-5-3 0,0 0 0 0,0 2 50 0,0 1 9 0,3-3 3 16,-3 2 0-16,0 1-31 0,3 2 0 0,-3 0 0 0,0 0 0 15,3 0-19-15,-3 0-9 16,0 0-3-16,0 3 0 0,0 0 50 0,0 0 9 15,0-1 3-15,0 1 0 16,0 0-50-16,0 0-9 0,0-3-3 0,0 3 0 0,-3-3 55 0,3 0 10 0,0 0 2 16,0-2 1-16,0-1-29 0,0 3-8 0,0-2 0 0,-3-1 0 15,3 1 0-15,0 2 0 0,0-3-8 0,-3 3 8 16,3 0 0-16,0 1 0 0,-3 1 0 0,3 1 8 16,0-3-8-16,-3 3 0 0,3-3 0 0,-3 3 0 15,3 0 0-15,-3 2 0 0,3-5 0 0,-2 3 0 16,2 0 25-16,-3-3 1 0,3 0 0 0,-3 0 0 15,3 0-45-15,-3 0-9 0,3 0-1 0,0-2-1 16,0 2 30-16,0 0 0 0,0-2 0 0,0 2 0 16,0 0 0-16,0 3 0 0,0-3 0 0,0 3 0 15,0-3 0-15,0 2 0 0,0 4-8 0,0-3 8 0,0-1 0 16,0 4 0-16,3-3 9 0,-3 2-9 0,0 0 0 0,0 1 0 16,3-1 0-16,-3 1 0 0,0-1 0 0,0 3 0 15,3-2 0-15,-3-1 0 0,0 0 0 0,2 1 0 0,-2-1 0 16,0 3 0-16,3-5 0 15,-3 3 0-15,0-1 0 0,3 0 0 0,-3 1 0 16,3-3 0-16,0 2 0 0,-3-2 0 0,3 2 0 16,0-2 0-16,0 0 0 0,0 2 0 0,0 1 0 0,0-1 0 15,0-2 0-15,0 2 0 0,0 1 0 0,0 2 0 16,0-3 0-16,3 0 0 0,-3 3 0 0,0 1 0 0,0-1 0 0,0-3 0 16,0 3 0-16,0 3 0 0,0-3 0 0,0 0 0 15,0 0 0-15,0 3 0 0,0-3 0 0,0 0 0 16,0 3 0-16,0-3 0 0,0 0 0 0,-3 2 0 15,3-2 27-15,-3 0-1 0,3 1 0 0,0-1 0 16,-3 0-26-16,3 0 0 0,0 0 0 0,-3 0 0 16,3 0 0-16,-3 3 0 0,3-3 0 0,-3 0 0 15,0 2 0-15,3-1 0 0,-6 1 0 0,3 1 0 16,0 0 0-16,0-1 0 0,0 1 0 0,0 2 0 16,0-2 0-16,0 2 0 0,0-2 0 0,0 5 0 15,0 0 0-15,0-5 0 0,0 5 0 0,-3-5 0 16,3-1-46-16,0 4-14 0,0-4-4 0,0 1 0 15,3-3-70-15,-3 0-14 16,3 0-4-16</inkml:trace>
  <inkml:trace contextRef="#ctx0" brushRef="#br0" timeOffset="25956.889">21151 14505 1227 0,'0'0'52'16,"0"0"-42"0,0 0 66-16,0 0 14 0,0 0 2 0,0 0 1 15,0 0 0-15,-6-5 0 0,6 5 0 0,-6 0 0 16,3-3-46-16,-3 3-10 0,6 0-1 0,-6 0-1 16,-2 3 23-16,2-3 5 0,0 0 1 0,-3 5 0 15,3-5-16-15,-3 0-2 0,0 3-1 0,0-3 0 16,3 0-21-16,-3 3-4 0,-3-3 0 0,3 0-1 15,-3 2-19-15,0-2 0 0,0 3 0 0,-2-3 0 16,2 5 0-16,-6-2 0 0,0 0 0 0,0-1 0 0,-3 3 55 16,0-2 7-16,1 0 2 0,-1-1 0 0,0 1-52 0,0-3-12 0,0 3 0 15,0-1 0-15,1 1 0 0,2-3 0 0,0 3 0 16,3-1 0-16,0-2 0 0,0 0 0 0,3 3 0 0,0-3 0 16,0 3-11-16,1-3-5 0,-1 0 0 15,0 2-1-15,0-2 27 0,-3 0 6 0,3 0 0 0,0 3 1 16,-3-3-27-16,0 3-6 0,-2-3 0 0,2 0-1 15,0 0 27-15,-3 0 6 16,0 0 0-16,3 0 1 0,-3 0-17 0,0-3 0 0,1 3 0 0,-1-3 0 16,3 3 0-16,0 0 0 0,0-2 0 15,-3 2 0-15,6 0 0 0,-3-3 0 0,4 3 0 0,-4 0 0 16,3-3 0-16,-3 3 0 0,0-2 0 0,-3-1 0 16,0 3 0-16,0 0 0 0,-2 0 0 0,-1 0 0 15,0 0 0-15,-3 0 0 0,3 0 0 0,0 0 0 16,1 0 0-16,-1 0 0 0,0 0 0 0,0 0 0 15,6 0 0-15,-3 0 0 0,3-3 0 0,1 3 0 16,-1 0 0-16,3 0 0 0,0-2 0 0,0 2 0 16,0 0 0-16,0 2 0 0,0-2 0 0,-3 0 0 15,3 0 0-15,1 0 0 0,-4 0 0 0,3 0 0 16,-3 3 0-16,3-3 0 0,-3 3 0 0,0-3 0 16,0 2 0-16,0-2 0 0,4 0 0 0,-4 3 0 15,3-3 0-15,0 0 0 0,0 3 0 0,-3-1 0 16,6-2 0-16,-3 0 0 0,0 3 0 0,0 0 0 0,3-3 0 0,-2 2 0 15,-1 1 0-15,3-1 0 0,-3 1 0 16,0-3 0-16,3 3 0 0,0-1 0 0,-3 1 0 16,3-3 0-16,0 3 0 0,-3-1 0 0,3 1 0 0,-2 0 0 15,-1-1 0-15,0-2 0 0,0 3 0 0,0 0 0 16,3-3 0-16,0 0 0 0,-3 2 0 16,3-2 0-16,3 0 0 0,-3 0 0 0,3 0 0 0,0 0 0 15,6 0 0-15,-6 0 0 0,6 0 0 0,-5 0 8 0,5 0-8 16,0 0 0-16,-3 0 0 0,3 0 0 0,0 0 0 0,0 0 0 15,-6 0 0-15,6 0 0 0,0 0 0 0,0 0 0 16,0 0 0-16,0 0 0 0,0 0 0 0,-6 0 0 16,6 0 0-16,-6 0 0 0,6 0 0 0,-6 0 0 15,0 0 0-15,6 0 15 0,-6 3-3 0,3-1-1 16,-3-2-11-16,0 0-16 0,3 3 4 0,3-3 1 16,-6 0 23-16,0 3 4 0,0-1 0 0,3-2 1 15,-3 3-17-15,3 0 0 0,-3-1 0 0,3-2 0 16,3 0 0-16,-6 3 0 0,6-3 8 0,-6 3-8 15,6-3 0-15,-3 2 0 0,3-2 0 0,-6 0 0 16,6 0 0-16,0 0 0 0,0 0 0 0,-6 3 0 16,6-3-9-16,0 0-9 0,-3 3-2 0,3-3 0 15,-5 2 20-15,5-2 0 0,0 0 0 0,-3 6 0 16,3-6 0-16,0 0 0 0,-6 2 0 0,3 1 0 16,3-3 0-16,-3 2 0 0,3-2 0 0,-6 6 0 15,6-6 0-15,-3 2 0 0,3-2 0 0,-6 6 0 16,6-6 0-16,-3 8 0 0,3-8 0 0,-3 5 0 15,3 0 0-15,-3 3 0 0,0-3 0 0,3 3 0 0,0-2 0 16,-3 2 0-16,3 0 0 0,0 2 0 0,0-2 0 0,0 3 0 16,0-1 0-16,0 1 0 0,0 2 0 0,0-2 0 15,0 2 0-15,0 0 0 0,0 0 26 0,0 1 9 0,0-1 1 16,0 0 1-16,0 0-8 0,0-2-1 0,0 2-1 0,0 0 0 31,0-2-43-31,0-1-8 0,0 1-1 0,0 0-1 0,0 2 42 0,0-3 8 0,0 1 1 16,0 2 1-1,0-2-43-15,-3 2-9 0,3-2-2 0,0 2 0 0,0 0 28 0,0 3 0 16,3 0 0-16,-3 0 0 0,0 2 0 0,3 1 0 16,-3 2 0-16,3 0 0 0,0-2 0 0,-3 2 0 0,3-3 0 15,0 4 0-15,-3-7 0 0,3 1 0 0,0-3 0 0,-3 3 0 16,3-2 0-16,0-4 0 0,-3 1 0 0,3-1 0 16,0 1 0-16,-3 0 0 0,3-4 0 0,0 4 0 15,-3-3 17-15,0 3 9 0,3-3 2 0,-3 2 0 16,0 1-44-16,0-3-9 0,0 2-2 15,0 1 0-15,0 2 27 0,0-2 0 0,0 2 0 0,0 0 0 16,0 0 16-16,-3 1 9 0,3-1 2 0,0 0 0 16,0-2-27-16,-3-1 0 0,3 1 0 0,0 2 0 15,0-5 0-15,0 2 0 0,0-2 0 0,0 0 0 16,0-2 0-16,3-1 0 0,-3 0 0 0,0-5 0 16,3 3-46-16,-3-3-14 0,3 5-4 0,0-2 0 15,-1-1 78-15,4 1 15 0,-3 0 3 0,3-3 1 16,0 2-33-16,3-2 0 0,-3 0 0 0,0 0 0 15,3 0 0-15,0 0 0 0,0 0 0 0,3-2 0 16,0-1 0-16,-3 0 0 0,3 1 0 0,0-1 0 0,2 1 0 0,-2-1 0 0,0 0 0 0,0 1 0 16,0-1 0-16,0-2 0 0,0 2 0 15,0-2 0-15,0 2 0 0,3-2 0 0,-7 2 0 16,4-2 0 0,0 2-29-16,0 1 0 0,0-1 0 0,3 0 0 0,-3-2 29 0,6 2 0 0,-3 1 0 15,2-1 0-15,1 0 13 16,3 1 9-16,0-1 2 0,0-2 0 0,3 2-24 0,-4 0 0 0,4 1 0 0,0-1 0 15,0 1 0-15,-3-1 0 0,0 3 0 16,-1-3-8-16,-2 3 8 0,0-2 0 0,0 2 0 0,0-3 8 16,0 3-8-16,0 0 0 0,-1-3 0 0,4 1 0 15,0-1 0-15,3 3-8 0,0-3 8 0,0 1-12 16,-1-1 12-16,1 3 0 0,3-3 0 0,-3 1 0 16,0-1 0-16,-4-2 0 0,-2 2 0 0,3 1 0 15,-3-1 0-15,3-2 0 0,-3 2 8 0,3-2-8 16,-4 2-12-16,4 0-8 0,0-2 0 0,0 2-1 15,0 1 30-15,3 2 7 0,-1-3 0 0,1 3 1 16,0 0-17-16,0 0 0 0,0 3 0 0,-4-1 0 16,1 1-10-16,-3 0-6 0,0-3 0 0,-3 2-1 15,0 1 17-15,0 0 0 0,3-3 0 0,-4 2 0 16,1 1 0-16,0-3 0 0,0 0 0 0,3 3 0 16,0-3 10-16,0 2 6 0,-1-2 0 0,1 3 1 15,0-3-17-15,0 3 0 0,0-3 0 0,0 2 0 16,-3-2 0-16,3 3 0 0,-4-3 0 0,1 3 0 15,0-3 0-15,0 2 0 0,-3-2 0 0,0 0 0 16,0 3-10-16,-3-3-6 0,0 0 0 0,3 0-1 0,-4 2 30 0,-2-2 7 16,3 0 0-16,0 0 1 0,0 0-33 0,-3 0-8 15,3 0 0-15,-3 3-1 16,3-3 21-16,-3 0 0 0,3 0 0 0,-3 0 0 0,3 0 0 16,-3 3 0-16,3-3 0 0,-3 0 0 0,3 0 11 15,-1 0 6-15,-2 0 2 0,3 0 0 0,0 0-19 0,0 2 0 0,0-2 0 16,0 0 0-16,-3 3 0 0,3-3 0 0,0 3 0 0,-3-1 0 15,0 1 0-15,3-3 0 0,-3 3 0 0,0-1 0 16,3 1 0-16,-4 0 0 0,1-1 0 0,0 1 0 16,0-3 0-16,0 2 0 0,0 1 0 0,0 0 0 15,0-3 0-15,0 2 0 0,-3 1 0 0,3-3 0 16,-3 3 0-16,0-3 0 0,-3 0 0 0,6 0 0 16,-6 0 0-16,0 0 0 0,3 2 0 0,-3-2 0 15,0 0 0-15,0 0 0 0,0 0 0 0,0 0 0 16,0 0 0-16,0 0 0 0,0 0 0 0,3-2 0 15,-3 2 0-15,3-3 8 0,-3-2-8 0,0-1 0 16,0 1 0-16,0-3 0 0,0 3 0 0,0-3 0 16,-3 0 0-16,3 0 0 0,0-2 0 0,0 2 0 15,-3-3 0-15,3-2 0 0,0 2 0 0,-3-2 0 16,3 0 8-16,0 0-8 0,0 2 0 0,0-2 0 16,-3 0 0-16,3-1 0 0,0 1 0 0,0 0 0 15,-3 0 9-15,3-3-9 0,0 2 0 0,0-1 9 16,-3-1-1-16,3 0-8 0,0-3 12 0,0 1-4 15,0-1 0-15,0-2-8 0,0 0 12 0,0 0-4 16,0 2-8-16,0-2 8 0,3 0-8 0,-3 2 8 16,3 1-8-16,0-1 0 0,0 1 0 0,0-1 0 15,0 1 0-15,0-1 0 0,-3-2 0 0,3 0 0 0,0 0 0 16,0-3 0-16,-3 3 0 0,3-3 8 16,-3-2-8-16,0 2 0 0,-3 0 0 0,3-3 0 15,-6 6 0-15,3 3 0 0,0-3 0 0,-3 2 0 0,0 3 8 16,0 0-8-16,0 0 0 0,0 1 8 0,-3 1-8 15,3 4 0-15,0-1 0 0,-3 1 0 0,3-1 0 0,0 3 8 0,-2 0-8 16,2 0 0-16,0 0 0 0,-3 3 0 0,6-3 8 0,-3 3-8 16,0-1 0-16,3 1 0 0,-3 0 0 0,3 0 0 15,-3 2 0-15,3-2 0 0,0 2 0 0,0 0 0 16,0-2 0-16,3 5 0 0,0-3 0 0,0 3 0 16,-3-2 0-16,3 2-16 0,0 0 4 0,-3-6 1 15,3 6-21-15,0-2-4 0,0 2 0 0,-3-6-1 16,0 1-114-16,3 0-22 0,0 0-5 15</inkml:trace>
  <inkml:trace contextRef="#ctx0" brushRef="#br0" timeOffset="28312.969">17136 14579 1102 0,'-6'0'23'0,"6"0"5"0,0 0-28 0,0 0 0 0,0 0 0 0,0 0 0 15,0 0 30-15,6-5 1 0,0 3 0 0,3-1 0 16,3 0-1-16,-4 1 0 0,4-1 0 0,3 0 0 15,0 1-6-15,3-1 0 0,0 0-1 0,-3 1 0 16,3-1 5-16,-3 0 0 0,2 1 1 0,-2-1 0 16,3 3-13-16,-3-3-2 0,0 3-1 0,6-2 0 15,0 2 26-15,-1-3 5 0,4 3 0 0,0 0 1 16,3-2-25-16,3-1-4 0,-1 0-2 0,4-2 0 16,-3 2-14-16,0-2 11 0,-1 2-11 0,-2-2 10 15,0 0-10-15,0 2 0 0,0-2 0 0,2 2 0 16,1-2 10-16,3 2 0 0,0-2 0 0,2 0 0 15,-2 2-10-15,-3-2 0 0,3 2 0 0,-4-2 0 16,1 2 0-16,-6 1-14 0,0-1 3 0,-1-2 1 16,1 2 18-16,3 0 3 0,0 1 1 0,0-1 0 15,-4 0-12-15,4 1 0 0,3 2 0 16,-3 0 8-16,-3-3-8 0,-1 3 0 0,1 0 0 0,0 0 0 16,-6 0 0-16,0-3 0 0,0 3 0 0,-3 0 8 15,2 0-19-15,-2 0-4 0,3 0-1 0,-3-2 0 16,3 2 28-16,0 0 4 0,3 0 2 0,-1 2 0 15,1-2-18-15,0 3 0 0,3-3 0 0,0 0 0 16,0 3-11-16,-4-3-5 0,4 2-2 0,-3 1 0 16,0 0 41-16,-3-1 8 0,-3 1 1 0,2-3 1 0,-2 3-16 15,0-1-3-15,3 1-1 0,-3-3 0 0,0 3-3 16,0-1-1-16,0 1 0 0,-1-1 0 0,1 1-1 0,0 0 0 16,0-1 0-16,0 1 0 0,0 2-8 0,0-5 10 0,-3 3-10 15,3 0 10-15,-4-1-10 0,1-2 8 0,0 3-8 0,-3 0 8 16,0-1-8-16,0-2 0 0,-3 3 9 0,3-3-9 15,-3 2 9-15,0-2-9 0,0 3 12 0,0-3-12 16,0 3 18-16,-3-1-3 0,3 1-1 0,-3-3 0 16,3 3-2-16,0-1 0 0,-3 1 0 0,-3-3 0 15,3 3-2-15,-1-1-1 0,-2-2 0 0,3 3 0 16,0 0 0-16,-3-3 0 0,3 5 0 0,0 0 0 16,-3-5 1-16,3 3 0 0,0-1 0 0,0 4 0 15,-3-6-2-15,3 2 0 0,0 4 0 0,0-4 0 16,-3-2 1-16,3 6 0 0,0-4 0 0,0 4 0 15,-3-6 5-15,3 5 1 0,0-2 0 0,0 2 0 16,-3-5 1-16,3 5 0 0,3 0 0 0,-3 1 0 16,0-1 2-16,-3 3 1 0,3-3 0 0,0 3 0 15,-3-3-19-15,3 3-12 0,-3-2 1 0,3 2 1 16,-3-3 33-16,0 0 6 0,0 0 2 0,0 3 0 16,0-2-18-16,0 2-3 0,0-3-1 0,0 0 0 15,0 3 1-15,0 0 0 0,0 0 0 0,0 0 0 16,0 0-10-16,0 3 0 0,0-4 9 0,0 4-9 15,0 0 0-15,0-3 9 0,0 5-9 0,0-3 0 16,3 1 0-16,-3 0 0 0,0 2 0 0,0 0 0 0,3-2 12 16,-3 2-12-16,0-3 12 0,3 4-12 15,-3-4 0-15,0 1 0 0,3-1 0 0,-3 1 0 16,3-3 0-16,-3 0 0 0,3 2 0 0,-3 1 0 0,0-3 0 16,3 0 0-16,-3 0 0 0,0 0 0 0,3 2 8 15,-3-2-8-15,0 0 0 0,0 3 0 0,0-3 0 16,0 0 0-16,0 0 0 0,0 2 0 0,0-2 0 0,0 0 12 15,0 3-4-15,0-1-8 0,0-2 8 0,0 3-8 0,0-1 0 16,0-2 0-16,0 3 12 0,0-1-12 0,0 1 12 16,0 2-12-16,0-2 8 0,0-1-8 0,0 1 0 0,0 2 0 15,0-2 0-15,-3-1 0 0,3-2 0 0,0 3 0 16,0 0 9-16,-3-4-1 0,6 4-8 0,-6-3 12 16,3 3-12-16,0-4 0 0,0 1 0 0,-3 0-10 15,3-2 10-15,-3 2 8 0,3-6-8 0,0 6 11 16,-3-3-11-16,3 1 0 0,0-6 0 0,0 2 0 15,-3 4 0-15,3-6 13 0,0 8-3 0,0-8-1 16,0 2-9-16,0-2 10 0,0 0-10 0,-3 8 10 16,3-8-2-16,0 6 0 0,0-6 0 0,-3 5 0 15,3-5 4-15,0 0 1 0,-3 5 0 0,3-5 0 16,0 0 3-16,-3 5 1 0,3-5 0 0,0 0 0 16,-6 6-1-16,6-6-1 0,-6 2 0 0,6-2 0 15,-9 3-5-15,3 0-1 0,-3-3 0 0,3 2 0 16,-3-2-9-16,-3 0 10 0,4 0-10 0,-1 0 10 15,-6 0-10-15,3 0 0 0,0 0 0 0,-3 0 8 16,0 0-8-16,0 0 0 0,-3 0 0 0,1 0 8 16,-1 0-8-16,-3 3 0 0,0-3 0 0,3 0 8 15,-3 0-8-15,0-3 0 0,1 3 0 0,-1 0 0 0,-3 0 0 16,3 3 0-16,-3-3 0 0,-2 3 0 0,-1-3 0 16,-3 0 0-16,0 2 0 0,-3-2 0 0,4 3 0 0,-7-3 0 15,6 0 0-15,0 3 0 0,1-3 0 0,2 2 0 0,3 1 0 16,-3-3 0-16,0 2 0 0,4 1 0 0,-7 0 0 0,0-1 0 15,3-2 0-15,-2 3 0 16,2-3 0-16,0 3 0 0,0-3 0 0,0 2 0 16,4 1 0-16,2 0 0 0,-3-3 0 0,6 2 0 0,0 1 0 15,0 0 0-15,1-3 0 0,-1 0 0 16,-3 2 0-16,3-2 0 0,0 0 0 0,-3 0 0 16,0 0 0-16,-2 0 0 0,2 3 0 0,0-3 0 0,-3 0 0 0,3 0 0 15,-2 2 0-15,5-2 0 0,-3 0 0 0,3 0 0 16,3 3 0-16,-3-3 0 0,3 0 0 0,0 0 0 15,4 3 0-15,-1-3 0 0,0 0 0 0,-3 0 0 16,3 0 0-16,-3 0 0 0,0 0 0 0,3 0 0 16,-3 0 0-16,0 0 0 0,1-3 0 0,-4 3 0 15,3 0 0-15,0-3 0 0,0 3-9 0,0 0 9 16,0 0 0-16,0 0 0 0,4 0 0 0,-4 0 0 16,3 0 0-16,0 0 0 0,0 0 0 0,0 0 0 15,3 0 0-15,-3 0 0 0,3 0 0 0,0 0 0 16,0 0 0-16,0 0 0 0,4 0 0 0,-4 0 0 15,0 0 0-15,3-2 0 0,0 2 0 0,0 0 0 16,6 0 12-16,-6 0 10 0,0-3 2 0,0 3 0 16,6 0-40-16,-6 0-7 0,6 0-1 0,-9-2-1 15,9 2 25-15,-6 0 0 0,6 0 0 0,0 0 0 16,-6-3 0-16,6 3 0 0,-6 0 0 0,6 0-8 16,-6-5 8-16,6 5 0 0,-6-3-9 0,6 3 9 15,-3-5 0-15,0-1 0 0,0 1-9 0,3 0 9 0,-3 0 0 16,3-1 0-16,0-2-8 0,0 0 8 0,0 0 0 15,0 0 0-15,3 1-8 0,-3-4 8 16,0 0 0-16,3-2 0 0,-3-3 0 0,3 0 0 0,-3 0-8 0,3-5 8 0,-3-2 0 16,3-4 0-16,0 3 0 0,-3-5 0 0,3 0 0 0,0 0 0 15,-3 2 0-15,3 1-8 0,0 2 8 0,0-2 0 16,-3 2 0-16,3 0 0 0,0-2 0 0,0-1 0 16,0 1 0-16,0 2 0 0,0-5 0 0,0 2 0 15,-3 1 0-15,3 2 0 0,0 0 0 0,0 0 0 16,-3 3 0-16,3 3 0 0,-3 2 0 0,3-3 0 15,-3 6 0-15,0-3 0 16,3 3 0-16,-3 2 0 0,0 1 0 0,0-1 0 16,0-2 0-16,0 5 0 0,0-2 0 0,0 2 0 0,0 2 0 0,0-2 0 15,0 0 0-15,0 3 0 0,0 0 0 0,0 0 0 16,0-1 0-16,0 6 0 0,0-2 0 0,0 2 0 16,0 0-13-16,0-6-3 0,0 6 0 0,0 0 0 15,0-2-97-15,0 2-20 0,0-6-4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2:46:00.37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7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2-21T22:46:14.035"/>
    </inkml:context>
  </inkml:definitions>
  <inkml:trace contextRef="#ctx0" brushRef="#br0">22785 5681 1668 0,'0'0'35'0,"0"0"7"0,-3 3-34 0,3-3-8 0,0 0 0 0,-3 8 0 16,3-3 32-16,-3 0 5 0,3 0 1 0,0 3 0 15,3 3-6-15,-3 0-2 0,3-1 0 0,0 6 0 16,3-3-15-16,-3 3-3 0,3 3-1 0,0-4 0 16,3 4-11-16,-3-3 0 0,3 0 0 0,3 0 0 15,-3-3 0-15,3-3 0 0,0-2 0 0,3 0 8 16,-4-2-8-16,4-1 0 0,0-2 0 0,0-1 8 15,0-2 1-15,-3-2 0 0,0-1 0 0,0-2 0 16,0-3 31-16,0-3 7 0,2 1 1 0,-2-4 0 16,3-4-16-16,-3-1-2 0,6-2-1 0,-3 0 0 0,3 0 4 0,0-3 1 15,2 3 0-15,-2 0 0 0,0-1-3 16,3-1-1-16,0-1 0 0,0-3 0 0,-4 4-44 16,4-4-9-16,-3 1-1 0,0-4-1 0,-3 7 25 0,0-1 0 0,-3 0 0 15,-3 6 0 1,0-1-36-16,-3 6-3 0,-1 5 0 0,1-5 0 15,-6 5-17-15,3 2-3 0,-3 6-1 0</inkml:trace>
  <inkml:trace contextRef="#ctx0" brushRef="#br0" timeOffset="349.122">23122 5670 1579 0,'0'0'32'0,"0"0"10"0,0 0-34 0,0 0-8 0,0 0 0 0,0 0 0 16,3 8 52-16,-3-2 9 0,0-1 2 0,3 0 0 16,-3 3-20-16,3-3-4 0,-3 6-1 0,3-3 0 15,-3 3-23-15,3-4-5 0,0 7-1 0,0-1 0 16,0-2-9-16,3 2 0 0,-4 0 0 0,4 3 8 16,0-3-8-16,0-2 10 0,0 2-10 0,0-3 10 15,0 1-10-15,3-3 0 0,0 0 0 0,0-3 8 16,0-2 8-16,3 2 0 0,-3-5 1 0,3 3 0 15,0-3 35-15,-1-3 6 0,4 1 2 0,0-4 0 16,0 1-5-16,3-3-1 0,-3 0 0 0,3 0 0 16,0-5-24-16,-4 2-5 0,4-2-1 0,3-3 0 15,-3 3 18-15,3-3 3 0,3-2 1 0,-1 2 0 16,4-3-37-16,0 3-9 0,0 0 0 0,0 1 0 16,2-1-51-16,-5 2-12 0,3-1-2 0,-3 4-1 15,-3 0-150-15,-3 6-31 0</inkml:trace>
  <inkml:trace contextRef="#ctx0" brushRef="#br0" timeOffset="8463.62">19303 9909 2012 0,'0'0'57'0,"0"0"12"16,0 0-55-16,0 0-14 0,0 0 0 0,-6 0 0 16,0 0 85-16,0 3 15 0,6-3 2 0,-6 3 1 15,-3-1-38-15,3 1-7 0,-3 2-2 0,0 0 0 0,0 3-19 0,-3 0-4 0,-3 0-1 0,1 3 0 16,-1 2-9-16,-3 3-3 0,0 0 0 0,0 5 0 15,0-5-20-15,-3 5-18 0,1-2 3 16,-1-1 1-16,0 3 30 0,3-2 7 0,-3-1 1 0,0 3 0 16,1-2-24-16,-1-1 0 15,0 1 0-15,-3 2 0 0,3-2-22 0,0 2-2 16,1-3-1-16,-1 1 0 16,3-1-19-16,0-2-4 0,3 0-1 0,0-3 0 15,3-2-124-15,0 0-25 0,1-3-5 0</inkml:trace>
  <inkml:trace contextRef="#ctx0" brushRef="#br0" timeOffset="8762.457">18648 9997 2066 0,'-6'-14'43'0,"3"4"10"0,0-1-42 0,0 1-11 0,3 2 0 0,0 2 0 15,0 1 97-15,0 5 18 0,3-3 3 0,-3 3 1 16,3 0-37-16,3 0-7 0,3 6-2 0,0-4 0 15,0 6-58-15,6 0-15 0,-1 3 0 0,1-1 0 16,3 4 41-16,3-1 6 0,0 0 1 0,0 3 0 16,0-3-24-16,-1 3-5 0,1-5-1 0,0 5 0 15,-3-3-8-15,0 3-2 0,-3-3 0 0,3 3 0 16,-4 0-8-16,1-3 10 0,0 3-10 0,3 2 10 16,0-2-10-16,-3 3 8 0,0 2-8 0,0 0 8 15,2 0-21-15,-2 0-5 0,3 3-1 0,-3-3 0 16,-3 0 19-16,3-5 0 0,0 3 0 0,-3-3 0 15,0-6-19-15,-4 4 0 0,4-6 0 0,-3 2 0 16,0-5-226-16,3 3-46 0</inkml:trace>
  <inkml:trace contextRef="#ctx0" brushRef="#br0" timeOffset="10739.359">19865 9909 1994 0,'0'0'41'0,"0"0"11"0,0 0-42 16,0-2-10-16,0 2 0 0,3-6 0 0,-3 6 68 0,0 0 12 0,3-2 3 0,-3 2 0 15,0 0 36-15,0 0 7 0,0 0 2 0,0 0 0 16,6 2-103-16,-3 1-25 0,3 0 0 0,-3 2 0 15,3 3 0-15,0 0 0 0,-3 2 0 0,3 6 0 16,3-3 56-16,-3 3 7 0,3 0 1 0,0 0 0 31,0 0-72-31,3-3-15 0,-1 3-2 0,1-5-1 0,0 2 42 0,3 0 8 0,0-2 1 0,0 2 1 32,3-5-65-32,0 0-13 0,-1 0-2 0,1-3-1 0,3-2 37 0,-3-3 7 0,0 0 2 15,0-3 0-15,0 0-44 16,-1-2-9-16,4-3-2 0,-3 0 0 0,-3-2 44 0,0 2 8 0,0 0 1 0,-3-3 1 15,-3 1 30-15,-3 2 5 0,0-3 2 16,-3 1 0-16,0-1 29 0,-3-2 7 0,0-1 1 0,-3 1 0 16,0 0-6-16,0-3-1 0,-3 3 0 0,0-3 0 15,0 3-9-15,0 2-1 0,0 1-1 0,0-1 0 16,3 3-6-16,-3 3 0 0,0 0-1 0,0 2 0 16,6 3-5-16,-3 0-1 0,3 0 0 0,-6 8 0 15,0 0-33-15,3 5 0 0,0 3 0 0,0 2 0 16,0 1 0-16,0 2 0 0,0 3 0 0,0 0 0 15,0 0 0-15,0-3 0 0,0 2 0 0,-3 4 0 16,3-3 0-16,-2 5 0 0,-1 0 0 0,0 5 0 16,3 1 0-16,-3 2 0 0,0 2 0 0,0-1 0 0,3-1 0 15,-3-6 0-15,3 4 0 0,-3-4 0 0,-3-1-12 0,3-1-8 16,0 0-3-16,0 0 0 16,0-3-5-16,-3 1-2 0,3-1 0 0,0 1 0 15,0-3-26-15,3-3-6 0,-3-3-1 0,3 1 0 16,3-6-113-16,0 0-22 0,0-2-5 0</inkml:trace>
  <inkml:trace contextRef="#ctx0" brushRef="#br0" timeOffset="11858.928">20913 9782 1698 0,'0'0'72'16,"0"0"-58"-16,0 0 108 15,-3-2 22-15,3 2 4 0,0 0 0 0,0 0-44 0,-6-3-8 0,6 3-3 16,0 0 0 0,0 0-39-16,0 0-8 0,0 0-2 0,-6 3 0 0,3 2-21 0,0 0-5 15,0 3-1-15,0 0 0 0,0 3-1 0,0-1-1 0,3 3 0 0,0 3 0 16,-3 0-15-16,3 5 0 0,0-2 8 0,3 5-8 15,-3-3 29-15,0 3 3 0,3 0 1 0,-3-1 0 32,0 1-48-32,3-3-9 0,-3 3-3 0,0-3 0 0,0 0 27 0,0 1 0 15,0-1 0-15,0 3 0 0,0-1 0 0,0 4 0 0,-3-1 0 0,3 6-8 16,-3-3 8-16,0 0 0 0,3 6 10 0,-3-6-10 16,0 0 24-16,0-3 0 0,0 1-1 0,0-1 0 15,3 3-23-15,-2 1 0 0,2 4 0 0,0-2 0 16,-3 2 24-16,3 0 0 0,0 4 0 0,0 1 0 15,0-7-39-15,0 0-7 0,0-3-2 16,0 0 0-16,3 0 52 0,-3 3 9 0,0-3 3 0,0 3 0 16,2-1-28-16,-2 4-4 0,0 2-8 0,0-3 11 15,0-2-11-15,0 0 10 0,0-3-10 0,0 3 10 16,3-3-10-16,-3 0 8 0,0-3-8 0,0 9 8 16,0-4-8-16,0 6 10 0,0 3-10 0,0-3 10 15,0 0-1-15,0-2 0 0,3-1 0 0,-3 0 0 16,0 1-9-16,3-1 12 0,-3 3-12 0,0 3 12 15,3 0-1-15,-3 2 0 0,0 3 0 0,3 0 0 16,-3-3-3-16,0-5 0 0,3 0 0 0,-3 0 0 16,0 3 21-16,3 0 4 0,-3 2 1 0,3 0 0 0,-3-4-43 15,3-1-9-15,-3-3-2 0,3 0 0 0,-3-2 20 16,0-3 0-16,3 3 0 0,-3-3 0 0,0 3 0 0,3 2 0 0,-3-2 0 16,0 5 0-16,3-5 17 0,-3 0 1 0,0-1 0 0,0-2 0 15,3 0-18 1,-3 1 0-16,0-4 0 0,0 3 0 0,0-2 0 15,0 2 0-15,0 0 0 0,0 3 0 16,0-3 0-16,0 5-19 0,0-2 4 0,0 0 1 0,0-1 14 0,3-4 0 0,-3 2 0 16,3-3 0-16,-3 1 0 0,0-1 0 0,0-2 0 15,0 5 0-15,0 3 9 0,0 2-9 0,0 1 0 0,0 2 9 16,0-5-9-16,0-3 0 0,0 0 0 16,0 0 8-16,0-5-8 0,0 2 0 0,3-5 0 0,-3 3 0 15,0 0 0-15,0-3 0 0,0 3 8 0,0 2-8 16,0-2 0-16,0 0 0 0,0 2 0 0,0 1 0 15,0-3 0-15,0 0 0 0,3-3 0 0,-3 0 0 16,0 0 0-16,3-2 0 0,-3-4 0 0,0 4 0 16,3-3 0-16,-3 0 0 0,0 0 0 0,3 2 0 15,-3-2 0-15,0 0 0 0,3 2 0 0,-3 1 0 16,0-1 0-16,3 1 0 0,-3 2 0 0,3 3 0 16,0-3 0-16,-3 0 0 0,3 0 0 0,0 1 0 15,-3-4 0-15,3 3 0 0,0-2 0 0,-3-1 0 16,3 1 0-16,0-3 0 0,-3 2 0 0,3 1 0 15,-3-3 0-15,3 2 0 0,-3-2 0 0,3 5 0 16,-3 0 0-16,0 1 0 0,3-1 0 0,-3 3 0 16,0-1 0-16,3 1 0 0,-3 0 0 0,0 0 0 15,3-3 0-15,-3-3 0 0,0 4 0 0,3-4 0 16,-3-2-10-16,0 0 10 0,-3 0-13 0,3-3 5 16,-3-2 16-16,3-1 4 0,-3 1 1 0,0-1 0 15,0-4-100-15,0-1-20 0,-3-2-4 0,0-1-1 16,0-7-90-16,-3 0-18 0</inkml:trace>
  <inkml:trace contextRef="#ctx0" brushRef="#br0" timeOffset="13181.888">18282 10814 1337 0,'-6'3'56'0,"-3"2"-44"15,3 0 41-15,-3-2 9 0,3 0 2 0,0 2 0 16,0-2-52-16,0-1-12 0,6-2 0 0,-6 3 0 16,-3 2 54-16,3-2 8 0,0 2 2 0,0-2 0 15,0-1-52-15,6-2-12 0,-5 6 0 0,-1-4 0 16,6-2 54-16,-6 6 8 0,6-6 2 0,-3 2 0 16,3-2-52-16,0 0-12 0,0 0 0 0,0 0 0 15,-6 6 0-15,6-6 0 0,0 0 0 0,0 5 0 16,0-5 0-16,0 5 0 0,3 1 0 0,0-4 0 15,3 3 34-15,0-2 4 0,0-3 1 0,5 3 0 16,-2-1-11-16,6 1-3 0,0-3 0 0,0 3 0 16,6-1-25-16,3-2 0 0,2 0 0 0,1 0 0 15,3 0 32-15,3 0 2 0,-1 0 0 0,4 0 0 16,-3 0-3-16,0-2-1 0,2 2 0 0,1-3 0 16,3 3-30-16,5 0 0 0,-2-3 0 0,6 1 0 15,-4-1 8-15,1 3 3 0,0-3 0 0,5 1 0 16,-2-1-11-16,3 3 12 0,2-2-12 0,4 2 12 15,-7-3-22-15,1 3-4 0,-1-3-1 0,4 3 0 16,0 0 35-16,2 3 8 0,4-3 0 0,-1 3 1 0,-5-3-13 16,-1 2-4-16,-2-2 0 0,6 5 0 0,-4-2-3 0,1 0-1 15,5-1 0-15,1 1 0 0,-7 2-8 16,4-2 12-16,-3 0-12 0,5-1 12 0,-5 4-12 0,2-4 8 16,1 3-8-16,5-2 8 0,-5 0-8 0,-1-1 10 0,4 1-10 15,-1 2 10-15,-2-2-10 0,0 0 12 0,-1-1-12 0,4 4 12 16,-4-4-12-1,4 1 8-15,2 0-8 0,1-1 8 0,-7 3-8 0,1-5 0 16,-1 3 0-16,7-3 0 0,-7 3 0 0,4-1-12 0,0 1 0 16,2 0 1-16,-5-1 24 0,-1-2 5 0,4 3 1 0,-1 0 0 15,-2-3-31-15,-1 2-5 0,1 1-2 0,-1 0 0 16,1-3 19-16,-3 0 0 0,2 0 0 0,1 2 0 16,-4-2 0-16,-2 3 0 0,2 0 0 0,1-3 0 15,0 2 0-15,-4-2 0 0,7 3 0 0,-4-1 0 16,1-2 23-16,-3 0 8 0,-1 3 1 0,1-3 1 15,2 3-1-15,-2-1-1 0,2-2 0 0,1 3 0 16,-3 0-31-16,-1-3-21 0,-2 0 3 0,2 0 1 16,-2 0 17-16,3 0 9 0,2 0-1 0,-2 0 0 15,-6 0-8-15,2 0 0 0,-5 0 0 0,2 0 0 16,1-3 8-16,0 3 0 0,-1-3 0 0,4 3 0 16,-3 0-8-16,-4 0 0 0,4 0 9 0,-3 0-9 15,-1 0 8-15,1-2-8 0,0 2 10 0,-1-3-10 0,-2 0 0 16,0 3 0-16,2 0-11 0,-2 0 11 15,-3 0 0-15,0-2 10 0,-4 2 1 0,1-3 0 0,0 3-11 16,0-2 0-16,-4-1 0 0,4 0 8 16,-3 1 2-16,0 2 0 0,-4-3 0 0,4 3 0 0,-3-3-10 15,-3 3 0-15,0 0 0 0,2-2 0 0,-5 2-21 16,0 0 0-16,-3-3 0 0,3 3 0 0,-3-3 43 16,-4 1 9-16,4-1 1 0,0 3 1 0,-3 0-1 0,0-3-1 15,0 3 0-15,0 0 0 0,0 0-31 0,-3 0 0 0,2 0 0 16,-2 0 0-16,0 0 0 0,-3 0 0 0,6 0 0 0,-6 0 0 15,0 0 0-15,0 0 0 0,0 0 0 0,0 0 0 16,-3 0 0-16,0 3 0 0,0-6 0 0,-1 3 0 16,-5 0-9-16,3 0-8 0,3 0-2 0,-3-2 0 15,0-1-53-15,0-2-12 0,0 0-1 0</inkml:trace>
  <inkml:trace contextRef="#ctx1" brushRef="#br0">23777 14280 0,'0'0'16</inkml:trace>
  <inkml:trace contextRef="#ctx0" brushRef="#br0" timeOffset="14021.308">21651 10102 1579 0,'9'-5'74'0,"-6"2"-66"0,-3 3-8 0,3-2 0 0,-3 2 0 15,0 0 104-15,0 0 20 0,3-3 3 0,-3 3 1 16,0 0 0-16,0 0 0 0,0 0 0 0,0 0 0 16,0 0-103-16,0 0-25 0,0 0 0 0,-6 3 0 15,0 2 56-15,-3-2 7 0,0 2 1 0,0 3 0 16,-2 0-52-16,-4 3-12 0,0-1 0 0,0 3 0 16,-3 3 0-16,0 0 0 0,0 3 0 0,-3 4 0 15,4 1 13-15,2 3 0 0,-3 2 0 0,0 3 0 16,3-6-13-16,0 3 0 0,-3-2 0 0,4-4 0 15,-1 1-34 1,0-3 0-16,-3-2 0 0,3-1 0 0,0-4-31 0,0-1-7 0,0 0 0 16</inkml:trace>
  <inkml:trace contextRef="#ctx0" brushRef="#br0" timeOffset="14306.891">21321 10182 2055 0,'-24'-40'95'0,"18"32"-84"16,0 0-11-16,0-2 0 0,0 4 0 0,3 1 107 0,0 0 19 0,3 5 4 0,0 0 1 15,0 0-77-15,0 0-15 0,0 0-3 0,0 0-1 16,0 0 0-16,-3 8 0 0,3-3 0 0,3 6 0 16,-3-3-3-16,3 2-1 15,3 1 0-15,-3 2 0 0,3 3-7 0,3 0-2 0,-3 2 0 0,3 1 0 16,0 2-10-16,3 3-3 0,0 0 0 0,0-1 0 15,0 1-9-15,-1 3 0 0,1-4 0 0,3-1 8 16,-3-4-8-16,3 1 0 0,0-3 0 0,0-1 0 16,-3-1 0-16,3-4 0 0,-1 1-14 0,1-1 5 15,0-2-99-15,0 0-20 16,-3-2-4-16</inkml:trace>
  <inkml:trace contextRef="#ctx0" brushRef="#br0" timeOffset="14591.751">21848 10401 1675 0,'0'0'71'16,"0"0"-57"-16,0 0 83 15,6 0 17-15,0-2 3 0,0 2 1 16,3-3-4-16,-1 3-1 0,1 0 0 0,3 0 0 15,0 0-39-15,0 0-8 0,3 0-2 0,0 0 0 16,3 0-40-16,0 0-9 0,-1-3-2 0,1 3 0 0,0 0 7 0,0-2 0 0,3 2 1 16,-3-3 0-16,-3 3-12 0,2-2-9 0,-2 2 12 15,-3-3-12-15,3 0 8 0,-6 1-8 0,3-1 0 0,-3 0 0 16,0-2 0-16,0 2 0 0,-3-2-8 0,0 2 8 31,0-2-137-31,-3 0-22 0,3 0-4 0</inkml:trace>
  <inkml:trace contextRef="#ctx0" brushRef="#br0" timeOffset="14875.027">22095 10161 1925 0,'-12'-6'90'0,"12"6"-80"0,0 0-10 0,0 0 0 0,0 0 0 16,0 0 83-16,0 0 14 0,0 0 3 0,0 0 1 15,0 0-29-15,0 0-7 0,0 8-1 0,3-2 0 16,0 2 0-16,0 2 0 0,0 1 0 0,-3-1 0 16,3 6-51-16,0 0-13 0,0 0 0 0,-3 2 0 15,3 1 0-15,0-1 0 0,-3 4 0 0,3-1 0 16,-3 0 0-16,0-3 0 0,3 1 0 0,-3 0 0 16,0-4 0-16,0 1 0 0,0 3 0 0,0-6 0 15,-3 0 0-15,3 0 0 0,0-2 0 0,-3 0 0 16,0-3-120-16,3 0-28 0,-3-1-4 15</inkml:trace>
  <inkml:trace contextRef="#ctx0" brushRef="#br0" timeOffset="15372.642">22172 10124 1877 0,'-15'-8'53'0,"3"5"12"0,-2-2-52 0,-1-1-13 0,3 4 0 0,-3-1 0 15,-3 3 36-15,0 3 4 0,0-3 0 0,0 5 1 16,1 0 19-16,-4 3 3 0,0 0 1 0,3 3 0 16,0 2-23-16,0 0-4 0,0 1-1 0,4 4 0 15,-1 1-22-15,3 2-5 0,0 3-1 0,0 2 0 16,3 0-8-16,3 1 0 0,0-1 0 0,0 3 0 15,3-2 0-15,3-3 0 0,0 0 0 0,0-1 0 16,3-1 0-16,3-4 0 0,0 1 0 0,0-1 0 16,3-2-33-16,3 0-9 15,0-6-2-15,3 4 0 0,3-1 36 0,-1-5 8 0,7 2 0 0,-3-2 0 16,6 0 0-16,0-2 0 0,-4-4 0 0,4 1 0 16,0-3 24-16,0 0 6 0,-3-3 2 0,-4 1 0 15,1-6-22-15,0 2-10 0,0-4 10 0,-6 2-10 16,3-3 28-16,-3 1-1 0,-1-4 0 0,1 1 0 15,0 0 29-15,-3 0 7 0,-3-3 1 0,0 0 0 16,0-3-8-16,0-2-2 0,0 3 0 0,-3-6 0 0,0-2-35 16,-3-4-7-16,3 1-2 0,-6 0 0 0,0 0 43 0,0 5 9 0,-3-2 2 15,-3 2 0-15,0 5-52 0,0 1-12 16,-3 2 0-16,-3 0 0 0,0 3 0 0,0 0 0 0,-3 2 0 16,0 1 0-16,0-1 0 0,-2 3-12 0,2 3 3 0,-3-1 0 31,0 1-24-31,0 3-5 0,-3 2-1 0,3 0 0 15,1 0-128-15,-1 2-25 0,0 1-6 0</inkml:trace>
  <inkml:trace contextRef="#ctx0" brushRef="#br0" timeOffset="16138.749">22625 10132 2066 0,'-3'-8'43'0,"3"0"10"0,-3 0-42 0,0 0-11 0,3 2 0 0,-3 1 0 15,3-3 104-15,-3 3 20 0,3 0 3 0,-3 2 1 16,3-2-52-16,0 5-9 15,0-3-3-15,0 3 0 0,0 0 0 0,0 0 0 0,0 0 0 0,0 0 0 16,0 0-51-16,0 0-13 0,0 0 0 0,0 0 0 16,0 0 0-16,0 0 0 0,0 5 0 0,0 3 0 15,0 0 0-15,3 3 0 0,0 2 0 0,0 0 0 16,0-2 0-16,0 2 0 0,3 0 0 0,0 1 0 16,0-1 0-16,2-3 0 0,1 4 0 0,3-4 0 15,3 1-19-15,0-1-6 0,3-2-2 0,3 0 0 16,-3-5-8-16,2 2-1 15,1-2-1-15,0-3 0 0,0 0 37 0,-3-3 0 0,0 1 0 0,-3-1 0 16,-1-2 0-16,-2-1 0 0,0 1 0 0,-3-3 0 16,0 3 0-16,-3-3 0 0,0 0 0 0,-3 0 0 15,0 0 44-15,-3 0 16 0,0 0 3 0,-3 0 1 16,0 0-52-16,0 0-12 0,0 0 0 0,0 0 0 16,0 3 54-16,-3-3 8 0,3 3 2 0,0 0 0 15,0-1-52-15,3 6-12 0,0 0 0 0,0 0 0 16,0 0 54-16,0 0 8 0,0 0 2 0,0 0 0 15,-3 6-64-15,3-1-15 0,0 6-1 0,-3-1-1 0,3 3 17 16,0 1 9-16,-3 1-1 0,3 7 0 0,-3-1-8 16,0 3 0-16,0 2 0 0,-3 3 0 0,3 0 0 15,-3 0 0-15,-2-2 0 0,2 2 0 0,-3-3 0 0,0-4 0 16,-3-1 0-16,0 0 0 0,0-3 0 0,0 1-14 16,-3-3 3-16,0 0 1 15,0 0-14-15,1-1-2 0,-1 1-1 0,0-2 0 16,0 1-13-16,0-1-2 0,0-1-1 0,3 0 0 15,0-2 3-15,3-3 1 0,0 0 0 0,1 0 0 16,2-3-156-16,0-3-31 0,6-2-6 0</inkml:trace>
  <inkml:trace contextRef="#ctx0" brushRef="#br0" timeOffset="17057.561">23131 9780 1579 0,'0'0'32'0,"0"0"10"0,3-6-34 0,3 4-8 0,-6 2 0 0,3 0 0 16,-3 0 104-16,6 0 20 0,-6 0 3 0,0 0 1 15,5 2-32-15,-2 1-7 0,0 0-1 0,0 5 0 16,0-1-26-16,-3 1-6 0,0 3 0 0,0 2-1 16,0 6-19-16,0-1-3 0,-3 3-1 0,3 1 0 15,0 1-9-15,-3 4-3 0,3 2 0 0,0-3 0 16,-3-2-20-16,3 0 0 0,-3 0 0 0,3 0 0 16,-2 0 0-16,2-1 0 0,-3 1 0 0,3 5 0 15,-3 0 0-15,3 3 0 0,-3 3 0 0,3-4 0 16,-3 4 0-16,3-4 0 15,-3-1 0-15,3-1 0 0,-3-3 46 0,0 1 14 0,0-4 4 0,0 6 0 16,-3 1-52-16,3 4-12 0,-3 0 0 0,3 3 0 16,-3 0 0-16,3 1 0 0,-3-1 0 0,3 2 0 15,-3-4 0-15,3-4 0 0,0 1 0 0,0 3 0 16,-3-1 0-16,3 3 0 0,0 3 0 0,0-1 0 16,3-2 0-16,-3 0 0 0,3-2 0 0,0 2 0 15,-3-5 0-15,3-1 0 0,0 1 0 0,-3 3 0 16,3-1 0-16,-3 3 0 0,3 0 0 0,0 3 0 15,0-3 0-15,0 0 0 0,0-3 0 0,0 3 0 16,3-2 31-16,-3-1 3 0,0 0 1 0,3 9 0 16,0-4-5-16,-3 4-1 0,3 2 0 0,0 5 0 15,0-8-29-15,3-2 0 0,-3-3 0 0,3 8 0 16,0-3 0-16,0 9 0 0,0-1 0 0,3 3 0 16,-3-8 57-16,3 0 6 0,0-5 1 0,-3 7 0 15,0-2-64-15,3 5 0 0,-4 3-12 0,1 3 2 0,3-8 10 16,-3-1 8-16,0-4-8 0,0 4 11 0,0 1-3 15,-3-1 0-15,3 4 0 0,-3 2 0 16,0-6-8-16,0-2 0 0,0-5 0 0,-3 5 8 0,3-3-8 16,-3-2 0-16,0 0 0 0,3 2 8 0,-3 0-8 15,0 1 0-15,3 2 0 0,-6 0 8 0,6-8-8 16,-3 0-14-16,0-6 3 0,0 4 1 0,3-1 18 16,-3 3 3-16,0 0 1 0,3 3 0 0,-3-6-12 0,0 1 0 15,3-3 0-15,0 2 0 0,-3-8 0 0,3 1 0 0,0-3 0 16,0-3 0-16,3-3 0 0,-3 1 0 0,0-1 0 0,0-2 0 15,3-2 0 1,-3 1 0-16,0-1-12 0,0-1 12 0,-1-5-19 0,1 0 4 0,0 0 1 0,-3-8 0 16,0 0-22-16,3-3-4 0,0-2 0 0,0-9-1 15,0 1-136-15,0-8-27 0,0-3-6 0</inkml:trace>
  <inkml:trace contextRef="#ctx0" brushRef="#br0" timeOffset="17682.872">23878 10137 2030 0,'-3'-5'57'0,"3"-1"14"15,-3 1-57-15,3 5-14 0,-3-3 0 0,3 3 0 16,-3-2 105-16,3 2 19 0,-3-3 3 0,3 3 1 16,-3-3-52-16,3 3-9 0,-6 0-3 0,0 3 0 15,0-3 0-15,0 5 0 0,0-2 0 0,-3 5 0 0,0 0-51 0,-3 0-13 0,0 2 0 16,-2 4 0-16,-4-1 0 0,0 5 0 0,0-2 0 0,-6 5 0 15,3 3 0-15,-2 3 0 0,-1-1 0 16,0 3 0 0,0-5-48-16,3 2-13 0,0-4-3 0,4 1 0 15,-1-4 28-15,3 0 6 0,0-4 1 0,0 1 0 16,3-5-140-16,-3-1-28 0,3 1-6 0</inkml:trace>
  <inkml:trace contextRef="#ctx0" brushRef="#br0" timeOffset="17941.828">23449 10187 2124 0,'0'-29'44'0,"3"21"10"0,-3-3-43 0,3 1-11 0,0-1 0 0,0 1 0 16,0 2 92-16,0 0 17 0,0 3 3 0,3-1 1 16,-3 4-39-16,-3 2-8 0,0 0-2 0,0 0 0 15,6 2 0-15,0 6 0 0,0-3 0 0,0 6 0 16,3 0-51-16,-3-1-13 0,0 3 0 0,3 3 0 15,-4 3 0-15,1 2 0 0,3 0 0 0,-3 6 0 16,3-1 0-16,3 3 0 0,-3 6 0 0,3-4 0 16,0-2 0-16,0 1 0 0,3-7 0 0,0 1 0 15,2-3 0-15,-2 1 0 0,0-4 0 0,0-2 0 16,-3 0-48-16,3-3-13 0,0 0-3 0</inkml:trace>
  <inkml:trace contextRef="#ctx0" brushRef="#br0" timeOffset="18241.786">24056 10356 1824 0,'9'0'76'0,"0"-2"-60"16,3-1 89-16,-3 3 19 0,3-3 3 0,3 3 1 15,-3 0-52-15,3-2-9 0,3-1-3 0,-4 3 0 16,4-2 0-16,-3 2 0 0,0-3 0 0,3 0 0 16,0 1-51-16,0-1-13 0,-1 3 0 0,1-3 0 15,0 1 29-15,0-1 3 0,-3 0 1 0,3 1 0 16,-3-1-24-16,0 0-9 0,-4 1 0 0,1-1 9 16,0 1 15-16,-3-4 4 0,0 4 0 0,-3-1 0 15,3 3-74-15,-3-3-14 0,-3 1-4 0,3-1 0 16,-3 0-153-16,-3 3-31 0,3-2-7 0</inkml:trace>
  <inkml:trace contextRef="#ctx0" brushRef="#br0" timeOffset="18525.884">24303 10169 1824 0,'0'0'76'15,"0"0"-60"1,0 0 88-16,0 0 19 0,0 0 3 0,0 0 1 0,0 0 1 0,0 0 1 0,3 2 0 0,3-2 0 16,-3 3-103-16,0 2-26 0,3-2 0 0,-3-1 0 15,0 4 49-15,0-1 5 16,0 3 1-16,0 0 0 0,0 5-37 16,-3 0-7-16,3 1-2 0,-3 4 0 0,-3 1-9 0,3 2 0 15,-3 0 0-15,0 3 0 0,0 0 0 0,-3-6 0 0,3 6 0 16,0-6 0-16,-3 1 0 0,3 0 0 15,0-4 0-15,0 1 0 16,0-3-49-16,-3 1-12 0,4-4-3 0,-1 1 0 0,0-1-74 0,0-2-15 16,3-2-3-16</inkml:trace>
  <inkml:trace contextRef="#ctx0" brushRef="#br0" timeOffset="19010.419">24440 10137 2063 0,'-12'-16'87'16,"-2"3"-70"-1,2 2 39-15,-3 1 7 0,0-1 1 0,-3 0 1 16,3 3-1-16,-3 1 0 0,0 1 0 0,1 4 0 16,-1-1 0-16,0 3 0 0,0 0 0 0,0 5 0 15,0 1-51-15,-3 1-13 0,4 4 0 0,-4 0 0 16,3 2 0-16,0 3 0 0,0 0 0 0,3 2 0 0,0 3 0 0,1 0 0 15,2 3 0-15,3 5 0 16,0 0 0-16,3 3 0 0,3 0 0 0,0 2 0 16,3-5 0-16,3 1 0 0,3-1 0 0,0-3 0 15,0-5-48-15,6 3-13 0,0-3-3 0,-1-2 0 0,4-1 52 0,0-2 12 16,3 0 0-16,-3 0 0 0,6-3 0 0,-3-2 0 0,-1-3 0 16,4 0 0-16,-3-3-54 15,0-2-8-15,0-3-2 0,3-3 0 0,-3 0 52 0,2-2 12 16,1-3 0-16,3-3 0 0,-3 1 48 0,0 2 13 15,0-5 3-15,-4 0 0 16,1 2-52-16,0-8-12 0,0 4 0 0,-3-7 0 0,-3 4 54 16,0-6 8-16,0-2 2 0,-3-1 0 0,-1-2-52 0,-2 0-12 15,0-3 0-15,0 3 0 0,-3 0 54 0,-3 2 8 0,3 4 2 16,-6-4 0-16,0 6-52 0,0-3-12 0,-3 3 0 16,-3-3 0-16,1 3 0 0,-1 3 0 0,-3-1 0 0,0 3 0 15,0 0 0-15,-3 3 0 0,0-3 0 0,-3 3 0 16,3 2-48-16,1 1-13 0,-4 2-3 0,0 0 0 15,-3 3-153-15,0 5-31 0</inkml:trace>
  <inkml:trace contextRef="#ctx0" brushRef="#br0" timeOffset="19709.154">24821 10187 1789 0,'-12'-5'37'0,"12"5"9"0,0 0-37 0,-3-3-9 0,3 3 0 0,-5 0 0 15,5 0 120-15,0 0 21 0,-6-2 5 0,6 2 1 16,0 0-47-16,0 0-10 0,0 0-2 0,0 0 0 15,0 0-41-15,0 0-9 0,0 0-2 0,0 0 0 16,0 0-23-16,0 0-5 0,0 0 0 0,0 7-8 16,-3 1 9-16,6 0-9 0,-3 3 0 0,3-3 9 15,3 2-9-15,-4 1 0 0,4 2 0 0,3-2 0 16,0-1-30-16,0 1-2 0,3-3 0 0,3 0 0 16,-3 0-22-16,3-3-5 0,3-2-1 0,-3-1 0 15,2 1 8-15,-2-3 2 0,0-3 0 0,0 1 0 16,0-4 40-16,-3 1 10 0,3-3 0 0,-3 0 0 15,-3 0 49-15,0 0 12 0,-1 0 3 0,1-2 0 16,-6 2 0-16,3 0 0 0,-3 0 0 0,-3 0 0 16,0 0-52-16,0 0-12 0,-3 3 0 0,0-3 0 0,0 3 54 15,0-3 8-15,0 5 2 0,0-2 0 0,0 0 0 16,-3 2 0-16,1 0 0 0,5 3 0 0,-6 0-52 0,6 0-12 16,0 0 0-16,-6 3 0 0,0 0 54 0,0 2 8 0,0 3 2 15,0 2 0-15,0 4-64 0,0-1-26 0,0 5 2 16,0 4 0-16,3 1 24 0,-3 4 0 0,0 2 0 15,3 0 0-15,-3 0 0 0,0-2 0 16,0 2 0-16,-3-3 0 16,3-2-12-16,0 0 2 0,-2-3 1 0,-1 3 0 0,3 0-18 0,-3-3-3 15,0 0-1-15,0 3 0 0,-3-3-26 16,3 0-6-16,-3 0-1 0,0-2 0 0,3-1 0 0,-3-2 0 0,-3-3 0 16,4 1 0-16,2-4-103 0,-3 1-21 0,3-3-4 15</inkml:trace>
  <inkml:trace contextRef="#ctx0" brushRef="#br0" timeOffset="20276.187">23550 9756 1606 0,'0'0'33'0,"6"0"9"0,0-3-34 0,0 3-8 0,6-2 0 0,-3-1 0 16,3 3 99-16,3-3 17 0,0 3 4 0,0-2 1 15,2 2-53-15,-2-3-12 0,3 0-1 0,3 1-1 16,-3-1-4-16,0-2-1 0,6 2 0 0,-4-2 0 15,4 2-19-15,3-2-4 0,0 0-1 0,6 2 0 16,-1-2-25-16,4 2 0 0,3-2 0 0,2 2 0 16,-2 0 56-16,0-2 7 0,2 2 1 0,1 1 0 15,3-1-52-15,-1 3-12 0,4-3 0 0,0 3 0 16,-7 0 0-16,-2-2 0 0,-3-1 0 0,-1 3 0 16,-5-2 0-16,0 2 0 0,-6 0 0 0,0 0 0 15,-4 0 0-15,-2 0 0 0,0 0 0 0,-6 0 0 16,0 0 0-16,-6 0 0 0,0 0 0 0,-6 0 0 15,0 0 0-15,0 0 0 0,0 0 0 0,0 0 0 16,0 0 0-16,0 0 0 0,0 0 0 0,0 0 0 16,0 0-48-16,0 0-13 0,0 0-3 0</inkml:trace>
  <inkml:trace contextRef="#ctx0" brushRef="#br0" timeOffset="21039.551">19347 11214 1824 0,'-9'2'38'0,"1"4"8"0,-1-1-37 0,0 0-9 0,-3 1 0 0,0 1 0 15,0 1 89-15,0 0 16 0,-3 0 3 0,0 3 1 16,0-3-36-16,1 2-7 0,-4 1-2 0,3 0 0 16,0-1-28-16,0 3-5 0,3-2-2 0,-3 2 0 15,3 0-29-15,0 1-10 0,3-1 0 0,1 3 0 16,-1 0 10-16,3 0 0 0,3-1 0 0,-3 1 0 16,6 0 0-16,0 0 0 0,0 0 0 0,3-3 0 15,3 0 0-15,3-5 0 0,0 3 0 0,2-3 0 16,1-3 0-16,6-2 0 0,-3-1 0 0,3-4 0 15,3-1 0-15,-3-2 0 0,2-3 0 0,4 0-8 16,-6-3 8-16,3-2 0 0,-3 3 0 0,0-6 0 16,-3 2 9-16,-4-1 1 0,1 1 0 0,0-2 0 15,-3 3 10-15,-3 0 3 0,-3 0 0 0,0 0 0 16,0-1 7-16,-6 1 2 0,0-3 0 0,-3 3 0 16,0-3 6-16,0 0 2 0,-6 0 0 0,0 0 0 15,1 1-21-15,-4-1-4 0,-3 0-1 0,0 0 0 16,0 3-6-16,0 2-8 0,-3 1 11 0,1-1-11 0,2 6 0 15,-3-1 0-15,3 1 0 0,3 2 0 16,0 3 10-16,0 0-10 0,3 6 8 0,1-4-8 16,2 4-147-16,3-1-34 0,3 3-7 0</inkml:trace>
  <inkml:trace contextRef="#ctx0" brushRef="#br0" timeOffset="21497.953">20032 11290 1337 0,'-9'3'56'16,"0"0"-44"-1,0-1 60-15,0 4 12 0,0-1 2 0,0 0 1 16,1 3-37-16,-4 0-7 0,3 0-2 0,-3 3 0 16,3-1 4-16,0 1 1 0,3-1 0 0,-3 1 0 15,3 2-22-15,3 3-5 0,0-3-1 0,0 3 0 16,3-3-18-16,0 3 0 0,3 0 0 0,3 0 0 16,0-3 0-16,0 1-11 0,3-1 2 0,3 0 0 15,0-5 9-15,3 0 0 0,2-3 0 0,1 0-8 16,0-2 19-16,0-3 4 0,3-3 1 0,0-2 0 15,0-3 17-15,-4 0 4 0,4-5 1 0,-3 2 0 16,-3-2 18-16,3-3 3 0,-3 1 1 0,-3-1 0 16,0 0-28-16,-4 3-6 0,1-1-1 0,0-2 0 15,-6 3 31-15,0 0 7 0,-3-3 1 0,-3 3 0 0,0 0-16 0,-3-3-2 16,0 0-1-16,-3 0 0 0,-2 3-21 0,-1-3-4 16,0 0 0-16,-6 0-1 0,0 3-19 0,-3 2 0 0,0 1 0 15,-2 4 0-15,-1 1 0 0,-6 3 0 0,3 2 0 16,-3 5 0-1,1-3-101-15,2 9-21 0,0-3-4 0</inkml:trace>
  <inkml:trace contextRef="#ctx0" brushRef="#br0" timeOffset="22032.289">19356 12135 2306 0,'-15'2'65'0,"4"1"15"15,-1-1-64-15,0 1-16 0,0 0 0 0,0 2 0 0,3-2 35 0,-3 2 3 0,0 0 1 16,0 1 0-16,0 2-18 0,3-1-3 0,0 1-1 0,1 0 0 16,2 3-17-16,0 0 0 0,3-1 8 0,-3 3-8 15,6 1 0-15,3-1 0 0,0 0 0 0,3 3 0 16,0-3-12-16,3 0 3 0,2 3 1 16,1-3 0-1,0 1-22-15,6-6-4 0,-3 2-1 0,3-4 0 16,3-1 7-16,0-3 0 0,-4-2 1 0,4-2 0 0,0-3 19 15,0-3 8-15,3-3-8 0,0 0 8 0,-4 1 0 0,4-3 0 16,-3-1 9-16,3-2-9 0,-6 3 30 0,0 3-1 16,-4-4 0-16,-2 4 0 0,0-1 15 0,-6 1 4 0,3-4 0 15,-6 4 0-15,-3-1 12 0,-3-2 2 0,-3 0 1 0,0 2 0 16,-3-2-19-16,0 0-4 0,-6 0-1 0,1-1 0 16,-1 4-12-16,-3-3-3 0,-3-1 0 0,0 1 0 15,3 5-24-15,0-2 0 0,1 4-14 0,-1-2 5 16,0 3 9-16,3 2 0 0,0 1 0 0,0-1 0 15,3 3 0-15,-3 3 0 0,4-1 0 0,-1 1 0 16,0 0 0-16,3 2-12 0,3 0 12 0,0 1-12 16,3-1-144-16,3 3-30 0,0-3-6 15</inkml:trace>
  <inkml:trace contextRef="#ctx0" brushRef="#br0" timeOffset="22395.892">19964 12018 1751 0,'-6'-5'74'16,"0"2"-59"-16,0 1 117 0,6 2 23 0,-6-3 5 0,6 3 0 15,0 0-56-15,0 0-11 0,0 0-2 0,0 0-1 16,-6 0-26-16,6 0-4 0,0 0-2 0,-3 5 0 15,-3-2-22-15,3 5-5 0,0 0-1 0,0 0 0 16,3 2 27-16,0 1 6 0,0 2 1 0,0 3 0 16,0-3-52-16,0 3-12 0,0-3 0 0,3 3 0 15,-3 0 0-15,0 0 0 0,3 0 0 0,-3 2 0 16,0 3 0-16,0 1 9 0,0-1-9 0,0 3 12 16,0-1-12-16,0 4 0 0,0-3 0 15,0 2 0-15,0-5 0 0,0 0-9 0,0-2 9 0,0-3 0 16,0-3-20-16,0-2 2 0,0-1 1 0,0 1 0 15,3-6-38-15,-3 3-7 16,0-5-2-16,0-3 0 0,0 0-145 0,3 5-30 16,-3-5-5-16</inkml:trace>
  <inkml:trace contextRef="#ctx0" brushRef="#br0" timeOffset="23042.604">19362 12931 1824 0,'-3'5'76'15,"0"3"-60"1,0-2 89-16,0 1 19 0,0 4 3 0,0 0 1 16,0 2-26-16,0-3-5 0,0 4-1 0,1 2 0 15,-4 2-51-15,3 3-10 0,0 3-3 0,-3 3 0 16,3-1-6-16,-3 3-2 0,3 3 0 0,-3-3 0 0,3 0-6 0,0-3-2 16,0 1 0-16,0-3 0 0,0 0-16 0,3-3 8 0,-3 0-8 0,3 0 0 15,0 0 8 1,0-2-8-16,0-1 0 0,0-2 0 0,0 3 0 0,3-3 0 0,-3-1 0 15,3 1 0-15,-3-2 0 0,3-4 0 16,0-2-15-16,0 0 5 16,0 0-28-16,3-5-6 0,-3 2 0 0,3-5-1 15,0 0-115-15,0-5-22 0,3 2-5 0</inkml:trace>
  <inkml:trace contextRef="#ctx0" brushRef="#br0" timeOffset="23495.57">19734 13143 1976 0,'-6'-3'83'16,"6"3"-67"0,-6 0 100-16,6 0 19 0,0 0 4 0,-3 0 1 15,3 0-49-15,0 0-10 0,-5 3-1 0,2 2-1 16,0 0-34-16,0 6-6 0,3-3-2 0,0 5 0 15,0 0-24-15,0 3-5 0,3 0 0 0,-3 0-8 16,3 2 8-16,0-2-8 0,-1-3 0 0,4 3 0 16,-3-2 0-16,3-4 0 0,0 3 0 0,3-2 0 15,-3 0-11-15,3-3-5 0,-3-1-2 0,3 1 0 16,0 0-9-16,0-5-1 0,3 0-1 0,-3-1 0 16,3-4 13-16,0-1 4 0,2 0 0 0,-2-2 0 0,0 0 12 15,0-1 0-15,0-1-10 0,3-1 10 16,-3-3 0-16,0 3 0 0,0-3 0 0,0 1 0 0,-4-3 23 15,1-1-1-15,-3 1 0 0,0 0 0 16,-3-3 20-16,0-2 4 0,-3-4 1 0,0 4 0 0,-3-1-12 0,0 1-3 16,0-3 0-16,-3 5 0 0,0 0-13 0,-2 0-3 0,-1 3-1 0,0 0 0 15,-3 5-5-15,0-3-1 0,0 3 0 0,-3 3 0 16,3-3 4-16,-3 5 1 0,0 1 0 0,0-1 0 16,4 3-22-16,-4 0-5 0,0 0-1 0,0 3 0 15,0-1-24-15,0 4-5 16,-3-4-1-16,0 6 0 15,1 3-132-15,2-1-28 0,-3 1-4 0</inkml:trace>
  <inkml:trace contextRef="#ctx0" brushRef="#br0" timeOffset="23989.584">19446 14048 2001 0,'0'0'41'0,"0"0"11"0,-6-3-41 0,6 3-11 0,0 0 0 0,-6 3 0 16,6-3 67-16,-9 2 11 0,3 1 2 0,0 2 1 16,3 3-13-16,-3 0-4 0,3 0 0 0,0 5 0 15,0-2 0-15,3 2 0 0,-3 0 0 0,0 3 0 16,3 0-51-16,-3 3-13 0,3-1 0 0,0 1 0 15,0 2 54-15,0 0 8 0,0 3 2 0,0 0 0 16,0 2-52-16,0 0-12 0,0 1 0 0,0 2 0 16,3-5 0-16,-3 2 0 0,3-2 0 0,-3-3 0 15,3-2 0-15,0-1 0 0,0-2 0 0,-3 0 0 16,3-3 0-16,-3 1 0 0,3-4 0 0,-3 1 0 16,3-1-48-16,-3-4-13 0,3 2-3 0,0-3 0 15,-3-5 0-15,0 0 0 0,0 0 0 0,0 0 0 16,3-3-153-16,6 1-31 0,-3-6-7 0</inkml:trace>
  <inkml:trace contextRef="#ctx0" brushRef="#br0" timeOffset="24405.199">19844 14103 2030 0,'0'0'57'0,"0"0"14"0,0 0-57 0,0 0-14 0,0 0 0 0,0 0 0 15,0 0 89-15,0 0 15 0,0 0 4 0,0 0 0 16,0 0-20-16,0 0-3 0,0 0-1 0,0 5 0 15,0 3-16-15,-2 0-3 0,2 0-1 0,0 0 0 16,0 3-51-16,0-3-13 0,0 2 0 0,0 1 0 16,0-1 54-16,0 4 8 0,0-1 2 0,0 3 0 15,0 0-52-15,0 0-12 0,0-1 0 0,0 4 0 16,0-1 0-16,-3 1 0 0,3 2 0 0,0 3 0 16,-3-3 0-16,3-2 0 0,0 2 0 0,-3 0 0 15,3-5 0-15,0 0 0 0,0 0 0 0,0-3 0 16,0-3 0-16,0 1 0 0,3-3 0 0,-3 0 0 31,0 0-48-31,0-3-13 0,3 3-3 0,-3-8 0 0,0 0 52 0,0 0 12 0,0 0 0 0,0 0 0 16,0 0-259-16,0 0-49 0,3-3-9 0</inkml:trace>
  <inkml:trace contextRef="#ctx0" brushRef="#br0" timeOffset="30264.662">21690 11539 1698 0,'-3'-8'48'0,"0"3"11"0,0-3-47 0,0 3-12 0,0-1 0 0,0 1 0 16,-3-3 73-16,3 3 13 0,-3 2 2 0,3-2 1 15,-3 0-20-15,-3 2-4 0,3 0-1 0,0 1 0 16,1 2 0-16,-4-3 0 0,3 3 0 0,-3 3 0 15,0 2 0-15,3 0 0 0,-3 1 0 0,0 2 0 16,0 2-51-16,3 6-13 0,0 0 0 0,-3 0 0 16,3 2 0-16,0 1 0 0,0 2 0 0,3-2 0 15,0-1 0-15,3 1 0 0,3-4 0 0,0 1 0 16,0 0-14-16,3-3-6 0,3 1 0 0,0-1-1 16,3-3-18-16,3-2-3 0,0 0-1 15,3 0 0-15,0-2 35 0,2-1 8 0,4 0 0 0,-3-2 0 16,0-3 0-16,0 0 0 0,0-3 0 0,-4-2 0 15,1 0 0-15,0-1 0 0,0-2 0 0,-3 0 0 16,0 0 0-16,0-2 0 0,-1-1 0 0,-2 3 0 16,-3-2 48-16,0-1 12 0,0 1 3 0,-3-4 0 15,-3 1 1-15,0-3 1 0,-3-2 0 0,-3 2 0 16,3-3-52-16,-3-2-13 0,-3 0 0 0,0 0 0 16,0 2 0-16,-3 1 0 0,0-1 0 0,0 3 0 15,1 3 0-15,-1 3 0 0,-3-1 0 0,0 0 0 16,3 3 31-16,-3 3 3 0,3-3 1 0,-6 6 0 15,0-1-35-15,0 3 0 0,-2 0 0 0,-1 3 0 16,-3 2-40-16,3 0-8 0,-3 3-1 0</inkml:trace>
  <inkml:trace contextRef="#ctx1" brushRef="#br0" timeOffset="17084.489">25265 16331 0,'0'0'16,"0"0"-1</inkml:trace>
  <inkml:trace contextRef="#ctx0" brushRef="#br0" timeOffset="31210.828">21839 14561 1811 0,'-15'11'85'0,"6"-9"-76"0,3 3-9 0,0-2 0 0,0 2 0 16,-3 1 56-16,3-1 8 0,0 0 3 0,-3 3 0 16,0 0 22-16,1-3 5 0,-1 3 1 0,0 0 0 15,0 0-49-15,3 3-10 0,0-1-1 0,0 1-1 16,0 0-21-16,3-1-4 0,0 3-1 0,0 3 0 16,0 3-8-16,3-3 0 0,-3 2 0 0,3 1 0 15,3-3 0-15,0 2 0 0,0-2 0 0,3 0 0 0,0 0 0 16,0-3 0-16,3-2-10 0,0-1 10 15,3 1-29-15,-3-6 0 0,2 0 0 16,-2 1 0-16,3-4-8 0,-3 1-2 0,3-3 0 16,0 0 0-16,0-3 39 0,3 1 0 0,0-1 0 0,3-5 0 0,-4 3-9 15,4-6 9-15,-3 1 0 0,3-1 0 0,-3-2 0 16,3 0 0-16,-3-3 0 0,0 0 0 0,-4 0 12 0,1-3 7 16,0 3 1-16,-3-2 0 0,-3 2 29 0,0 0 7 15,-3 0 0-15,0 0 1 0,0 1 7 0,-3 1 0 16,-3-2 1-16,0 3 0 0,0 3-21 15,-3-1-4-15,-3 0 0 0,0 1-1 0,0-1-15 0,-3 3-4 0,-2 3 0 0,-1-3 0 16,0 3-8-16,-3 0-3 0,3-1 0 0,-3 4 0 16,3-1-21-16,0 0-4 0,-2 1 0 0,-1 2-1 15,6 0 26-15,-3 0 6 0,3 2 1 0,-3 1 0 16,3 0-47 0,3-1-9-16,-3 4-1 0,0-4-1 0,1 4-126 0,2-6-24 15,0 2-6-15</inkml:trace>
  <inkml:trace contextRef="#ctx0" brushRef="#br0" timeOffset="31945.368">21800 12307 1720 0,'0'0'48'0,"0"0"12"0,0 0-48 0,0 0-12 0,0 0 0 0,0 0 0 16,0 0 69-16,0 0 11 0,0 0 3 0,0 0 0 16,3 7-15-16,-3-1-4 0,0 2 0 0,3 2 0 15,-3 4 0-15,0 1 0 0,0 1 0 0,0 3 0 16,0-1 0-16,0 1 0 0,0 2 0 0,0-2 0 16,0 2-51-16,0-3-13 0,0 1 0 0,0 2 0 15,0 0 0-15,0 0 0 0,0 0 0 0,0 1 0 16,0-1 0-16,0 0 0 15,0 3 0-15,3-3 0 0,-3-3 28 0,3 1 2 0,-3-3 1 16,3 0 0 0,0 0-50-16,-3-6-9 0,3 3-3 0,-3-2 0 0,3 0 31 0,-3-6 0 0,3 3 0 0,-3-3 0 15,3 0 0-15,-3 1 0 0,3-1 0 0,-3-5 0 16,0 0-211-16,3 3-36 0,3-1-7 16</inkml:trace>
  <inkml:trace contextRef="#ctx0" brushRef="#br0" timeOffset="32560.364">21809 13376 1869 0,'0'0'39'0,"0"0"9"0,0 0-39 0,0 0-9 0,0 0 0 0,0 5 0 15,0 0 89-15,0 0 16 0,0 1 3 0,0-1 1 16,0 3-16-16,0 0-3 0,0 0-1 0,0 2 0 16,0 1-25-16,0 2-6 0,-3 0-1 0,3 1 0 15,-3 4-3-15,0 1-1 0,0-1 0 0,0 1 0 16,3 2-53-16,-3-3 0 0,0 4 0 0,0-1-8 15,3-3 8-15,-3 1 0 0,3-3 10 0,0 0-10 16,-3-3 0-16,3 0 0 0,0-2 0 0,3 2 0 16,-3-3 0-16,0 1 0 0,3 0 0 0,-3-3 0 0,3-1 0 15,-3 1 0-15,3-2 0 0,0-1 0 16,-3 0-54-16,0-5-4 0,0 0-1 0</inkml:trace>
  <inkml:trace contextRef="#ctx0" brushRef="#br0" timeOffset="38356.6">24190 11343 1765 0,'0'0'50'0,"0"0"11"16,-3-5-49-16,0 0-12 0,3 5 0 0,0-5 0 16,0 5 81-16,0 0 14 0,0 0 2 0,0 0 1 15,0 0-11-15,0 0-3 0,0 0 0 0,0 0 0 16,0 0-24-16,0 0-4 0,0 0-2 0,0 0 0 16,0 0-14-16,-3 7-2 0,0-1-1 0,0 2 0 15,3 2-7-15,-3 1-2 0,1-1 0 0,2 4 0 16,-3-1-12-16,0 3-2 0,0 0-1 0,0 2 0 15,3 1 0-15,-3-1 0 0,0 3 0 0,3 3 0 16,-3-3-13-16,3 1 0 0,0-1-12 0,-3-3 12 16,3 1 0-16,0-1 0 0,0-2 0 0,0 0 0 15,3-3 0-15,-3 3 0 0,0-3 8 0,0 1-8 16,0-1 0-16,0-3 0 0,0 1 0 0,0 0 0 16,0-3-8-16,0-1 8 0,0 1 0 0,3 0 0 15,-3-2-36-15,0 2 0 0,3-3 0 0,-3-3 0 16,3 4-51-16,0-1-10 0,3 0-3 0</inkml:trace>
  <inkml:trace contextRef="#ctx0" brushRef="#br0" timeOffset="39256.806">24303 14550 1580 0,'0'0'67'16,"0"0"-54"-16,0 0 92 0,0 0 19 0,0 0 3 0,0 0 1 16,0 0-8-1,-3 6 0-15,3-1-1 0,0 3 0 0,-3-3-31 0,3 3-7 0,0 0-1 0,-2 0 0 16,-1 3-25-16,0-1-6 0,0 3-1 0,0 1 0 15,0 1-19-15,0 1-4 16,0 0-1-16,-3 3 0 0,3-1-12 0,0 3-4 16,3 3 0-16,-3 0 0 15,0 0-8-15,0-3 0 0,3 3 0 0,-3-3 0 0,0-2 0 16,3-1 0-16,-3 1 8 0,0-1-8 0,3-2 0 0,0 0 0 16,-3 0 0-16,3 0 0 0,0-3 0 0,0 3 0 0,0-3 0 15,0-2 0-15,0-1-17 0,0 1 1 0,0-1 0 0,0-2 0 16,0 0-21-1,0-3-4-15,0 1-1 0,0-6 0 0,0 0-98 16,0 0-19-16,0 2-4 0</inkml:trace>
  <inkml:trace contextRef="#ctx0" brushRef="#br0" timeOffset="40057.299">23333 14341 1420 0,'0'0'29'0,"0"0"8"16,0 0-29-16,0 0-8 0,0 0 0 0,0 0 0 15,0 0 82-15,0 0 15 0,-6 0 3 0,6 0 1 16,0 0-21-16,0 0-4 0,0 0 0 0,0 0-1 16,0 0-11-16,-3 6-1 0,3 2-1 0,0-3 0 15,0 3-6-15,3 0-2 0,-3 2 0 0,0 1 0 16,3 2-4-16,0 0-1 0,-3 1 0 0,3 1 0 15,0 1-15-15,0 3-3 0,-3-1-1 0,3 1 0 0,-3-1-16 16,0 1-3-16,3 5-1 0,-3-3 0 0,0 0-10 16,3 3 0-16,-3-3 0 0,0 6 0 0,3-6 0 0,-3 3 0 15,3-1 0-15,0 4 0 0,0-6 0 16,-3 0 0-16,3 0 0 0,0-2 0 0,-3-1 0 16,3-2 8-16,0 0-8 0,-3-3 0 0,3 1 0 0,-3-4 0 15,3 3 8-15,-3-2-8 0,3-3 0 0,-3 0 0 0,0 0 0 16,3 0 0-16,-3-3-13 0,0 3 5 0,3-3 8 15,-3 1-13-15,0-6-4 0,0 2-1 0,0-2 0 0,0 0 0 16,0 0-14-16,0 0-4 0,0 0 0 0,0 0 0 16,0 0-13-16,0 0-3 0,3-2-1 15,0-4 0-15,0-2-95 0,0 0-18 0,0 0-4 0</inkml:trace>
  <inkml:trace contextRef="#ctx0" brushRef="#br0" timeOffset="40850.096">24202 12563 1668 0,'0'0'35'0,"0"0"7"16,-6-2-34-16,0 2-8 0,6 0 0 0,-6-3 0 16,6 3 95-16,-6 0 17 0,0 0 3 0,1 0 1 15,-4 0-41-15,6 3-8 0,-3-1-2 0,0 1 0 16,0 2-20-16,3-2-4 0,-3 5-1 0,0-3 0 16,0 3-12-16,0 3-4 0,0-1 0 0,0 1 0 15,0 2-12-15,0 0-2 0,3 3-1 0,-3 3 0 16,3-1-9-16,3 1 0 0,-3 2 0 0,0 0 0 15,6 0 0-15,-3-2 0 0,6-1 0 0,0-2 0 16,0 0 0-16,0-3-9 0,3-2 9 0,0-1-10 16,0-2-2-16,3 0-1 0,3-3 0 0,-3 1 0 15,2-6 1-15,1 2 1 0,-3-2 0 0,3-2 0 16,0-1 11-16,-3 0 0 0,3-2 0 0,0-3 0 0,-3 0 0 16,2 0 0-16,-2-2 0 0,-3-1 0 0,3 1 16 15,-3-4 6-15,-3-1 1 0,0-1 0 0,0-3 21 0,-3-2 5 16,0 2 1-16,-3-2 0 0,0 3-2 0,-3-1 0 0,3-2 0 15,-3 3 0-15,-3-1-25 0,0 3-6 0,0-2-1 16,0 2 0-16,-3 0 12 0,0 3 1 0,0 2 1 16,0-2 0-16,-2 2-19 0,2 3-11 0,0-2 12 0,0 4-12 15,0 1 9-15,0 0-9 0,0 2 0 16,0 1 9-16,0 2-9 0,0 0-11 0,0 2 3 0,0 3 0 16,0 1-32-16,-2-1-7 0,-1 3-1 0,3 3 0 15,-3 2-115-15,3 0-23 0,0 3-5 0</inkml:trace>
  <inkml:trace contextRef="#ctx0" brushRef="#br0" timeOffset="41543.101">24235 13452 1599 0,'0'0'33'0,"-6"0"8"0,0 0-33 0,0 3-8 0,6-3 0 0,-6 3 0 15,0-3 89-15,0 2 16 0,0 1 3 0,-3-1 1 16,3 1-43-16,-2 2-9 0,2 3-1 0,0 0-1 15,-3 0-16-15,3 3-3 0,0-1-1 0,-3 4 0 16,3-1-11-16,0 3-1 0,0 2-1 0,0 1 0 16,3 2-14-16,-3-3-8 0,3 1 10 0,0 0-10 15,3-1 0-15,-3-2 0 0,3 2 0 0,0-2 0 16,0 0 0-16,3 0 0 0,0-3 0 0,0 3 0 16,3-5 0-16,0 2 0 0,0 0 0 0,3-2 0 15,0-3 0-15,0 2 0 0,3-4-8 0,-3 2 8 16,2-6-31-16,1 1-2 0,0-1-1 0,0 1 0 15,0-6 49-15,3 1 9 0,-3-1 3 0,3-2 0 16,0 0-43-16,0-3-9 0,-1 0-2 0,4 0 0 16,-3-3 47-16,0 1 8 0,0-1 3 0,-3 0 0 0,0 1 1 15,0-3 1-15,0 2 0 0,-6-2 0 16,-1 0 15-16,1-1 4 0,-3-1 0 0,0-1 0 0,-3 0 4 16,0-5 0-16,0 2 1 0,-3-2 0 0,-3 2-14 0,3-2-3 0,-5 3-1 15,2-3 0-15,-3 5 4 0,-3 0 1 0,3 3 0 0,-3-1 0 16,0 4-36-16,0 2-8 0,0 0 0 0,0 3 0 15,0-1 0-15,-3 6 0 0,4 0 0 0,-4 0 0 16,3 6-16-16,0-4-6 0,0 3-1 16,0 3 0-16,-3 0-14 0,3 6-3 0,0-4-1 0</inkml:trace>
  <inkml:trace contextRef="#ctx0" brushRef="#br0" timeOffset="47063.233">23809 11264 1388 0,'0'0'39'0,"0"0"9"16,0 0-38-16,0 0-10 0,0 0 0 0,3 3 0 15,3 2 37-15,-3-5 6 0,3 3 1 0,-3-1 0 16,3-2 16-16,0 3 3 0,3-3 1 0,-3 0 0 15,3 0-4-15,3 0-1 0,0 0 0 0,0-3 0 16,0 3-31-16,2-2-7 0,1 2-1 0,0-3 0 0,3 0-12 0,0 1-8 0,0-1 10 16,0 3-10-16,2-5 8 0,-2 2-8 0,3 0 0 15,-3 1 0-15,0-1 0 0,3 0 0 0,-3 3 0 16,-1-2 0-16,1 2-12 0,-3-3-8 16,0 3-1-16,0 0-1 0,0 0 22 15,0 0 0-15,-3 0 0 0,2 3 0 0,-2-3 0 0,0 0 0 16,0 0 0-16,-3 2 0 0,3-2 17 15,-3 0 8-15,-3 0 2 0,3 3 0 0,-3-3-27 0,0 3 8 0,3-3-8 16,-3 0 0-16,0 0 14 0,0 2-2 0,-1-2-1 0,-2 3 0 16,3-3 12-16,0 0 2 0,0 3 1 0,-3-3 0 15,3 0-3-15,0 2-1 0,0-2 0 0,-3 3 0 16,3-3 14-16,0 0 4 0,0 3 0 0,0-3 0 16,0 0-31-16,0 2-9 0,0-2 0 0,-3 3 0 15,3 0 28-15,-3-3-2 0,3 5 0 0,-3-2 0 16,-3-3-3-16,3 2-1 0,0 3 0 0,0 1 0 15,0-1-6-15,0-2 0 16,0 2-1-16,-1 3 0 0,1-3-3 0,-3 3 0 0,3-3 0 0,-3 3 0 16,0 3-12-16,3-3 9 0,-3 0-9 0,0 2 8 15,3 1-8-15,-3 0 0 0,0-1 9 0,0 1-9 16,0 2 0-16,0 0 0 0,0 3 0 0,0-3 0 16,0 3 0-16,0 0 8 0,-3 0-8 0,3 2 0 15,0-2 0-15,0 0 0 0,0 0 0 0,0 3 8 0,-3-6-8 16,3 0 0-16,0 3 0 0,-3-3 0 15,3 0 0-15,0-2 0 0,-3 2 0 0,3 0 0 16,0-2 0-16,0 0 0 0,0-1 0 0,0 1 0 16,0-1 0-16,-2-2 0 0,2 3 0 0,-3-3-12 15,3 0 12-15,-3 0 0 0,3 0 0 0,-3 0-8 0,3 0 8 0,-3-1 0 0,0 4 0 0,0-3 0 16,3 0 0-16,-3 0-8 0,0 0 8 16,0 0-8-16,0-3 8 0,0 3 0 0,0 0-9 15,-3 0 9-15,3 0 0 0,-3-3 0 0,3 3 0 16,0-3 0-16,0 1 0 0,-3-1 0 0,3 0 0 0,0 0 0 15,0-2 0-15,-3 2 0 16,3-2 0-16,-3 2 0 0,0-2 0 0,3 2 0 16,-3-5 0-16,0 3 0 0,0 0 8 0,0-3-8 0,1 2 8 0,-4-2-8 15,3 3 13-15,-6-3-2 0,3 0-1 0,-3 0 0 16,0 0 2-16,0 0 0 0,-3 0 0 16,0 0 0-16,0 0-12 0,1 0 0 0,-4 0 0 0,0 0 8 15,0 0-8-15,-3 3 0 0,-3-1 0 0,3 1 0 16,-2-1 0-16,-1 1 0 0,0 2 0 0,-3 1 8 15,3-1-8-15,1 0 8 0,-1 1-8 0,0-1 8 16,3-2 8-16,0 2 0 0,0-3 1 0,1 4 0 16,5-4-17-16,-3 1-12 0,3 0 1 0,3-1 1 15,0 1 10-15,3 0 12 0,-3-1-2 0,3-2-1 16,1 3-1-16,2 0-8 0,-3-1 12 0,3 1-4 16,6-3-8-16,0 0 0 0,0 0 0 0,0 0 8 15,0 0-8-15,0 0 0 0,0 0 0 0,0 0 0 16,0 0 0-16,0 0 0 0,0 0 0 0,0 0 0 15,0 0 0-15,0 0 0 0,0 0-9 0,0-5 9 16,0-1 0-16,3 1 0 0,-3-3 0 0,3 3 0 0,-3-3 0 0,3 0 0 0,0 0 0 16,0-3 0-16,0-2 0 0,0 0 0 15,-1 0 0-15,1-3 0 0,0-3 0 0,0 1 0 16,0-1 0-16,0 1 0 0,3-3 0 0,-3 2 0 0,0-2 0 16,3 0 0-16,-3 0 0 15,0-1 0-15,0-1 0 0,-3-1 0 0,3 3 0 16,-3-3 0-16,3-3 0 0,-3 3 0 0,0-2 0 0,0 0 0 15,-3 2 0-15,3 0 0 16,-3 0 0-16,0 6 8 0,0-1-8 0,0 1 0 0,0 2 0 0,-3 2 0 0,3 4 8 0,0-1-8 16,0-2 0-16,0 5 0 0,0 0 0 0,0 0 0 15,0 3 0-15,0-3 0 0,3 3 0 0,-2-1 0 16,-1 4 0-16,3 2 0 0,0-6 0 0,0 6 0 16,0 0 0-16,0 0 0 0,0-5-8 0,0 5 8 15,0 0 0-15,0 0-8 0,0 0 8 0,0 0 0 16,0 0-10-16,3 0 10 0,2 0-8 0,-5 0 8 15,6 0 0-15,0 0 0 0,0 0 0 0,0 3-8 16,0-3 8-16,0 0 0 0,0 0-9 0,0 0 9 16,0 0-52-16,3 0-5 0,-3 0-2 0,6 0 0 15,-3 0 47-15,3 0 12 0,0 0 0 0,2-3 0 16,1 1-211-16,0-1-40 0,3 3-8 0</inkml:trace>
  <inkml:trace contextRef="#ctx0" brushRef="#br0" timeOffset="48892.925">24437 14288 1508 0,'0'0'64'0,"-6"0"-52"15,0 0 84-15,1 0 16 0,5 0 3 16,-6 0 1-1,0-2-40-15,0 2-8 0,-3 0-2 0,3 0 0 0,0 0-24 0,0 0-5 0,0 0-1 0,-3 0 0 16,3 0-36-16,-3 2 0 0,0 1-9 16,0 0 9-16,-3-1 44 15,3 1 16-15,-2 0 3 0,-1 2 1 16,0-2-52-16,0 2-12 0,-3 0 0 0,3 0 0 0,-3 1 22 0,0-1 2 16,-3 0 0-16,1 1 0 0,-1-1-9 0,0 0-2 0,0 3 0 15,0-3 0-15,-3 1-3 0,0-1-1 0,1-2 0 16,-1 2 0-16,0 3-9 0,0-3 12 0,0 0-12 15,0 1 12-15,4 2 0 0,-1-3 0 16,3 3 0-16,0-3 0 0,3 3-12 0,3-3-12 0,0 1 2 16,0-1 1-16,3 0 9 0,0-2 0 0,3 2 0 0,3-5 8 15,-3 8-8-15,0-3 0 0,3 1 0 0,-3-1 0 16,3 0 0-16,3 1 0 0,-3-1 0 16,3 0 0-16,0 1 0 0,0 1 0 0,3-1 0 0,-3 2 0 15,0-3 0-15,3 3 0 0,-3 0 0 0,3 0 0 16,-3 0 0-16,3 0 9 0,0 0-9 0,-3 2 0 15,3-2 8-15,0 3-8 16,0-1 0-16,-3 4 0 0,3-4 0 0,-3 3 0 0,3 1 0 0,-3 1 0 16,3 1 0-16,-3 3 0 0,0-1 0 0,3 4 0 15,-4 1 0-15,1-1 0 0,0 1 0 0,0 1 0 16,0-3 0-16,0 0 0 0,0 1 0 0,0-4 0 16,-3 3 0-16,0-2 0 0,3 2 0 0,-3-2 0 15,0 2 0-15,-3-3 0 0,3 3 0 0,-3 1 0 16,3-1 0-16,-3 0 0 0,0 3 0 0,3-3 0 15,-3 0 0-15,3 0 0 0,0-2 0 0,-3-1 0 16,3-2 0-16,0-3 0 0,0 1 0 0,0-4 0 0,0 1 0 16,3-3 0-16,-3-3 0 0,3 3 0 0,0-3 0 0,0 1 0 15,0-1 0-15,0-3 0 0,3 1 0 0,0 0 0 16,0-1 0-16,0 1 0 0,0 0 20 0,3-3-2 16,0 0-1-16,0 2 0 0,0-2-17 0,3 0 0 0,-3 0 0 15,3 0 0-15,2 0 0 0,-2 0 0 0,3 0 0 16,0-2 0-16,3 2 0 15,-3 0 0-15,3-3-12 0,-3 0 12 0,2 3-17 0,-2-2 2 0,0 2 1 0,0-3 0 16,3 0-5-16,-3 3-1 0,3-2 0 0,-3-1 0 16,2 1 35-16,1 2 6 0,0-3 2 0,-3 0 0 15,3 3-51-15,0-2-9 16,0-1-3-16,-4 0 0 0,1 3 32 0,0-2 8 0,0 2 0 0,-3-3 0 16,3 3 0-16,-3 0 0 0,0 0 0 0,-3 0 0 15,0 0 0-15,0 0 0 0,-4 0 0 0,4 0 0 16,-6 0 0-16,3 0 0 0,-6 0 0 0,0 0 0 15,0 0 0-15,0 0 0 0,0 0 8 0,0 0-8 16,0 0 8-16,0 0-8 0,0 0 8 0,0 0-8 16,0 0 8-16,0 0-8 0,0 0 0 0,0 0 8 15,0 0-8-15,0-5 0 0,3 2 0 0,-3-2 8 16,0 2-8-16,0-5 0 0,-3 6 0 0,3-6 0 16,0 2 0-16,-3-2 12 0,3 0-12 0,-3 1 12 15,3-4 0-15,-3 0 0 0,0-2 0 0,3 0 0 16,-3-3 5-16,0 0 2 0,3 0 0 0,-2-2 0 15,-1-1 1-15,3 1 0 0,-3-1 0 0,0-2 0 16,0 2-3-16,0-2 0 0,0-2 0 0,0-1 0 16,0 0-4-16,0-3-1 0,3 1 0 0,-3-3 0 15,0 0 0-15,0 0 0 0,3-3 0 0,-3-3 0 0,0 6-4 16,0 3-8-16,3-1 11 0,-6 4-11 0,3-1 12 16,0 3-12-16,0-1 12 0,0 4-12 0,0-1 10 0,3-2-10 0,-3 3 8 15,0-1-8-15,0 1 0 0,0 2 8 0,3 0-8 0,-3 0 0 16,0 0 0-16,0 0 0 0,0 3 0 0,0 3 0 15,3-1 0-15,-3 0 0 0,0 1 8 16,0 2-8-16,3 0 0 0,-3 0 0 0,0 3 0 0,0-1 8 16,0 1-8-16,3 0 0 0,-3-1 0 0,0 4 0 15,0-1 0-15,3 1 0 0,-3-1 0 0,3 3 0 16,-2-3 0-16,2 3 0 0,-3-2-9 0,3 2 9 16,0 0-18-16,-3 0 0 0,3 0 0 0,-6-3 0 15,6 3-9-15,-3 0-1 0,-3 0-1 0,6 0 0 16,-6 0-12-16,6 0-3 15,-3 0 0-15,-3 3 0 0,6-3-21 0,-6 0-5 16,6 0-1-16,-6-3 0 0,3 0-129 0,0-2-27 0</inkml:trace>
  <inkml:trace contextRef="#ctx0" brushRef="#br0" timeOffset="58660.265">15912 6329 1074 0,'-6'-5'30'0,"0"2"8"0,1 1-30 0,-1-1-8 0,6 3 0 0,-3-3 0 16,3 3 52-16,0 0 10 0,-6-2 2 0,6 2 0 15,0 0 0-15,0 0 0 0,0 0 0 0,0 0 0 16,-6 0 0-16,6 0 0 0,0 0 0 0,0 0 0 16,-3 5 0-16,3-5 0 0,-3 5 0 0,0 1 0 15,0 2-52-15,3-8-12 0,0 5 0 0,3 3 0 16,-3-3 0-16,3 0 0 0,0 1 0 0,0-1 0 15,0 0 26-15,3-2 2 0,0 2 1 0,0-2 0 16,2 2-20-16,1-5-9 0,3 3 8 0,0-1-8 16,3-2 12-16,0 3-2 0,0-3-1 0,3 0 0 15,-3 0-1-15,2-3-8 0,4 3 12 0,-3-2-4 16,3 2 0-16,-3 0-8 0,0 0 12 0,0 0-4 16,2 0 0-16,-2 0 0 0,3 0 0 0,3 0 0 15,3 0-8-15,-1 0 0 0,4 0 0 0,0-3 0 16,3 3 0-16,-3 0 0 0,2-3 0 0,1 1 0 15,-3 2 20-15,-3 0 3 0,2 0 0 0,1 0 0 16,0 0-37-16,0 0-7 0,2 0-2 0,4 0 0 16,0-3 23-16,0 3 0 0,-1-2 0 0,4 2 0 15,-3 0 0-15,-7 0 0 0,4 0 0 0,0 0 0 16,3 0 47-16,-1 0 13 0,7 0 4 0,0-3 0 16,-4 3-52-16,1 0-12 0,0-3 0 0,-1 1 0 15,-2 2 0-15,0 0 0 0,0-3 0 0,5 3 0 0,-2 0 0 16,0-3-12-16,2 1 3 0,-2 2 0 0,-3-3 20 15,0 3 4-15,-7 0 1 0,7-3 0 0,-3 3-16 0,-3-2-8 16,5 2 8-16,-2 0-13 0,0-3 61 16,-1 3 13-16,4 0 3 0,0-3 0 0,-6 1-52 0,2 2-12 0,-2 0 0 15,0-3 0-15,0 3 0 0,-4 0 0 0,4-3 0 16,3 3 0-16,-3 0 0 0,3 0-16 0,2-2 3 0,-2 2 1 16,0 0 12-16,-4 2 0 0,4-2 0 0,-3 3 0 15,0-3 0-15,-3 3 0 0,-1-3 8 0,4 0-8 16,-3 2 8-16,0-2-8 0,2 0 9 0,1 3-9 15,0-3 12-15,0 0-4 0,0 0-8 0,-4 0 12 16,1 3-1-16,-3-3-1 0,0 2 0 0,3 1 0 16,-7 0-10-16,4-3 0 0,-3 2 0 0,6 1 0 15,-3 0 0-15,-1-3 0 0,4 2 0 0,-3 1 0 16,3-3 0-16,0 3 0 0,-1-1 0 0,-2 1 0 16,0-3 0-16,0 2 0 0,0 1 0 0,-1 0 0 15,-2-3 0-15,0 0 0 0,0 2 0 0,-3 1 8 16,3-3-8-16,-1 0 0 0,1 0 0 0,-3 3 0 15,3-3 8-15,-3 0-8 0,3 0 0 0,-3 0 8 16,-1 0 0-16,4 0 0 0,-3 0 0 0,0 0 0 16,0 0-8-16,0 0 0 0,0 0 0 0,-1 0 8 15,1 0-8-15,-3 0 0 0,0 0 9 0,0 0-9 16,0 0 0-16,0 0 0 0,0 0 0 0,-1 0 8 16,1-3-8-16,0 3 0 0,0 0 8 0,3 0-8 15,-3 0 0-15,0 0 0 0,3 0 0 0,-4 0 8 16,1-3-8-16,-3 3 0 0,3-2 0 0,-3 2 8 15,0 0-8-15,0-3 9 0,0 0-9 0,0 1 10 0,0 2-10 16,-1 0 0-16,1-3 0 0,0 1 0 0,-3 2 0 0,3-3 0 16,-3 3 0-16,0-3-11 0,3 1 11 0,-3 2 0 0,0-3 0 15,0 0 0-15,0 3 0 0,0-2 0 0,-1 2 0 0,4 0 0 16,-3-3 0-16,3 3 0 0,-3-3 0 0,3 1 0 16,0-1 0-16,0 3 0 0,-3-3 0 0,3 3 0 15,0-2 0-15,-3-1 0 0,2 0 0 0,1 3 0 16,3-2 0-16,-3-1 0 0,0 1 0 15,0 2 0-15,0-3 0 0,0 3 0 0,0-3 0 0,0 1 0 16,2 2 0-16,-2 0 0 0,3-3 0 0,-3 3 0 16,-3-3 0-16,3 1 0 0,0 2 0 0,-3 0 0 15,0-3 0-15,0 3 0 0,-3 0 0 0,3 0 0 16,-3 0 0-16,2 0 0 0,-2 0 0 0,0 0 8 16,0 0-8-16,0 0 9 0,3 0-9 0,-3 0 10 15,0 0-2-15,3 0-8 0,-3-3 12 0,3 3-4 16,0 0-8-16,0 0 8 0,0 0-8 0,0 0 8 15,0 0-8-15,2-2 0 0,-2 2 0 0,0 0 8 16,0 0-8-16,0 0 0 0,3 0 0 0,-3 0 0 16,0 0 0-16,3 0 0 0,-3 0 0 0,0 0 0 15,0 0 8-15,0 0-8 0,0 0 0 0,-1 0 8 16,1 0-8-16,0 0 8 0,-3 0-8 0,3 0 8 16,-3 0-8-16,3 0 8 0,-3 0-8 0,0 0 8 0,0-3-8 15,0 3 0-15,0-3 0 0,0 3 0 0,-3 0 0 16,3-2 0-16,-3-1 8 0,3 0-8 15,-3 3 0-15,0-2 0 0,3-1 0 0,-3 1 0 0,0 2 0 0,2-3-12 16,-2-2 0-16,0 2 1 16,3 0-38-16,0-2-8 0,0 2-2 0</inkml:trace>
  <inkml:trace contextRef="#ctx0" brushRef="#br0" timeOffset="78607.745">12159 6290 1444 0,'0'0'30'0,"-6"0"6"0,6 0-28 0,-6 0-8 0,0-3 0 0,0 3 0 15,0 0 94-15,0 0 18 0,0 0 3 0,0 0 1 16,0 0-34-16,0 0-6 0,-3-3-2 0,3 3 0 15,-2 0-10-15,-1 0-3 0,0 0 0 0,0 3 0 16,-3-3-17-16,3 0-4 0,-3 3-1 0,0-3 0 16,0 0-11-16,-3 2-1 0,0-2-1 0,1 3 0 15,-4-1-8-15,0-2-2 0,0 6 0 0,0-4 0 16,-3 1-5-16,0 0-2 0,1-1 0 0,-1 1 0 16,-3 0 0-16,3-1 0 0,0 1 0 0,-3 0 0 15,1-3-1-15,-1 5-8 0,0-5 12 0,0 3-4 16,-3 2-8-16,1-5 10 0,-4 2-10 0,0 1 10 15,0 0-10-15,1-3 10 0,-4 2-10 0,-3 1 10 16,6-3-10-16,-2 3 12 0,-4-3-12 0,3 2 12 0,-3 1-12 16,4 0 0-16,-4-1 9 0,0 4-9 0,1-4 9 15,-1 1-9-15,0 0 12 0,0-1-12 16,1 1 9-16,-1 2-9 0,0-2 0 0,0 2 9 0,1-2-9 16,-1-1 0-16,0 1 0 0,-2 0 8 0,2 2-8 15,3-2 0-15,0 2 0 0,-2-3 8 16,2 1-8-16,0 0 0 0,0-1 0 0,-2 1 0 0,2-3 0 0,0 3 0 15,-2-3 0-15,-1 0 0 0,0 2 0 0,3 1 0 0,1 0 0 0,-4-3 0 16,0 2 0-16,0-2 0 0,1 0 0 16,-4 3 0-16,3-3 0 0,-2 3 8 0,-1 2-8 0,0-2 0 15,4-1 0-15,-1 1 0 0,0-1 0 0,0 1 0 16,4 0 0-16,-4-3 0 0,3 0 0 0,-3 2 0 16,4 1 0-16,-4 0 0 0,3-1 0 0,0 1 0 15,4 0 0-15,-4-1 0 0,3-2 0 0,0 3 0 16,4-3 0-16,-1 0 0 0,0 0 0 0,0 0 0 15,1 0 0-15,-1 0 0 0,0 0 0 0,0 0 0 16,0 0 0-16,4 0 0 0,-1 3 0 0,-3-3 0 16,3 0 0-16,0 0 0 0,3 0 0 0,-2-3 0 15,2 3 0-15,-3-3 0 0,0 1 0 0,0-1 0 16,4-2 0-16,-4 2 0 0,-3 0 8 0,3 1-8 16,-3-1 0-16,4-2 0 0,-4 2 0 0,3-2 0 15,0 2 0-15,3-2 0 0,-3 2 0 0,4-2 0 16,-1 2 0-16,0-2 0 0,0 2 0 0,0 1 0 15,0-1 0-15,1-2 0 0,2 2 0 0,-3 1 0 16,3-1 0-16,-3 0 0 0,3 1 0 0,1-1 0 16,-1 0 0-16,0 1 0 0,0 2 0 0,0-3 0 0,0 0 0 15,3 1 0-15,0 2 0 0,1-3 0 0,-1 0 0 16,0 1 0-16,0 2 0 0,0-3 0 0,0 1 0 0,0 2 0 16,0-3 0-16,-2 3 0 0,-1-3 0 0,3 3 0 0,-3 0 0 15,0 0 0-15,0 0 0 0,0 0 0 0,0 0 0 0,-2-2 0 16,2 2 0-16,0 0 0 0,-3 0 0 15,3 0 0 1,-3 0-8-16,4 0 8 0,-1-3 0 0,0 3 0 0,0 0 0 0,0 0 0 16,0 0 0-16,-3 0 0 0,4 0 0 0,-1 0 0 0,0 0 0 15,-3 0 0-15,3 0 0 0,-3 0 0 16,3 0 0-16,-2 0 0 0,2 0 0 0,0 0 0 0,0 0 0 0,3 0 0 16,-3 0 0-16,3 0 0 0,0 0 0 0,4 3 0 15,-4-3 0-15,3 0 0 0,0 0 0 0,-3 0 0 16,6 0 0-16,-3 0 0 0,3 0 0 0,-3 2 0 15,3-2 0-15,-2 3 0 0,2-3 0 0,0 3 0 16,0-3 0-16,-3 2 0 0,3-2-9 0,-3 3 9 16,3-3 0-16,-3 2 0 0,3-2 0 0,-3 3 0 15,3-3 0-15,0 0 0 0,-2 3 0 0,-1-3 0 16,3 0 0-16,-3 2 0 0,0-2 0 0,3 0 0 16,-3 0 0-16,0 0 0 0,3 0 0 0,0 0 0 15,-3 3 8-15,3-3-8 0,1 0 0 0,-1 0 0 16,0 3 0-16,3-3 8 0,-3 0-8 0,0 0 0 15,3 0 0-15,-3 0 0 0,3 0 0 0,0 0 0 16,0 0 0-16,6 0 0 0,-6 0 0 0,0 0 0 16,6 0 8-16,-9 0-8 0,3 0 0 0,6 0 0 0,-6 0 0 15,6 0 0-15,-6 0 0 0,6 0 0 16,-6 0 0-16,6 0 0 0,-6 0 0 0,6 0 0 16,0 0 0-16,0 0 0 0,0 0-10 0,-5 2 10 15,5-2-29-15,0 0-1 0,0 0 0 0,0 0 0 16,0 0-118-16,0 0-24 0,0 0-5 0</inkml:trace>
  <inkml:trace contextRef="#ctx0" brushRef="#br0" timeOffset="91354.473">10584 8631 1697 0,'0'0'35'0,"0"0"9"0,0 0-35 0,0 0-9 0,-6 0 0 0,6 0 0 16,-6 0 83-1,0-2 14-15,6 2 3 0,-6 0 1 16,6 0-29-16,-6 0-5 0,6 0-2 0,-5 0 0 15,5 0-8-15,0 0-1 0,-6 0-1 0,6 0 0 0,-6 0-4 0,0 0-1 0,0 0 0 16,0 0 0 0,0 0-10-16,0 0-3 0,0 0 0 0,-3 2 0 0,3-2-10 0,-3 0-3 0,3 0 0 15,-6 0 0-15,3 0-9 0,-3 0-3 0,0 0 0 0,1 3 0 16,-1-3 0-16,0 0 0 16,-3 0 0-16,0 3 0 0,0-3-3 0,0 0-1 0,-3 2 0 0,1-2 0 15,-1 3 0-15,0-1 0 0,0 1 0 0,0 2 0 16,0-2-8-16,0 0 0 15,1-1 0-15,-4 4 8 0,0-4-8 0,0 1 0 0,-3 0 9 16,-3-1-9-16,1 1 0 0,-4 0 0 0,0-3 0 16,0 5 8-16,1-3-8 0,-1 1 0 0,3 2 8 15,-3 1-8-15,6-4 0 0,-2 4 0 0,2-4 0 0,-3 1 8 16,3 0-8-16,-6 2 0 0,4-2 0 0,-4-1 0 16,0 1 8-16,0-1-8 0,1 1 8 0,-1 0-8 15,3 2 0-15,3-2 8 0,-3-1-8 0,4 1 0 16,-1-3 0-16,3 3 9 0,0-3-9 0,0 2 0 15,0 1 11-15,-5-3-11 0,2 3 10 0,0-3-10 16,-3 2 0-16,3-2 8 0,-2 0-8 0,2 0 0 16,0 0 0-16,0 0 0 0,0-2 8 0,4 2-8 15,-1 0 0-15,3-3 0 0,0 3 0 0,-3 0 0 16,3 0 0-16,-3-3 0 0,1 3 0 0,-1-2 0 0,-3 2 0 16,0-3 0-16,0 3 0 0,-2-3 0 15,2 3 0-15,-3-2 8 0,0 2-8 0,0 0 0 16,4-3 0-16,-1 3 9 0,0-3-9 0,0 1 8 15,6 2-8-15,-6-3 0 0,4 3 0 0,-1-3-11 0,-3 3 11 16,0-2 0-16,0-1 0 0,-2 3 0 16,2-2 0-16,-3-1 0 0,3 3 0 0,-3-3 0 0,7 1 0 15,-4-1 0-15,3 0 0 0,0 1 0 16,3 2 0-16,0-3 8 0,3 0-8 0,-2 1 11 0,-1-1-2 16,0 0 0-16,3 1 0 0,-3-1 0 0,0 0-19 0,0 1-4 0,-2-3-1 15,-1 2 0-15,0 0 15 0,3 1 0 0,-3 2 0 16,0-3 0-16,1 0 0 0,-1 1 0 0,3 2 0 15,0-3 0-15,0 3 9 0,0-3 5 0,0 3 1 16,1 0 0-16,2 0-15 0,0 0 0 0,3-2 0 0,-3 2 0 16,-3 0 0-16,3-3 0 0,-3 3 0 0,1-3 0 15,-4 3-9-15,0 0-5 0,0-2-1 0,-3 2 0 16,3 0 15-16,1 0 0 0,-1 0 0 0,0 0 0 16,3 2 9-16,-3-2 5 0,3 0 1 0,0 3 0 15,4-3-15-15,-4 3 0 0,3-3 0 16,0 0 0-16,0 2 0 0,0-2 0 0,3 0 0 15,-3 3 0-15,-2-3 0 0,2 0 0 0,0 0 0 16,-3 0 0-16,0 3 0 0,0-3 0 0,0 0 0 0,3 2 0 16,-2-2 0-16,2 0 0 0,0 3 0 0,0 0 0 15,0-3 0-15,0 2 0 0,0 1-8 0,3 0 8 16,-3-3 0-16,4 2 0 0,2 1 0 0,-3-1 0 16,0-2 0-16,3 3 0 0,-3 0 0 0,3-1 9 15,0-2-9-15,0 0 0 0,3 3 0 0,-3 0 0 16,0-3 0-16,0 0 0 0,1 2 0 0,-4-2-11 15,0 3 11-15,0 0 0 0,3-3 8 0,-3 2-8 16,0 1 0-16,0-3 0 0,3 3 0 0,-3-1 0 0,0 1 0 16,1 0 0-16,2-3 0 0,-3 2 0 0,0-2 0 15,3 3 0-15,-3-3 0 0,3 0 0 0,0 2 0 0,0-2 0 16,3 0 0-16,0 3 0 0,0-3 0 0,0 0 0 0,6 0 0 16,-3 0 0-16,3 0-47 15,0 0-13-15,0 0-4 0,0 0 0 0,0 0-51 16,0 0-10-16,0 0-3 0</inkml:trace>
  <inkml:trace contextRef="#ctx0" brushRef="#br0" timeOffset="92000.549">9468 8936 1812 0,'0'0'76'15,"0"0"-60"1,0 0 96-16,-9 2 19 0,3 1 4 0,-3 2 1 15,3-2-11-15,-3-1-1 0,0 4-1 0,0-4 0 16,-2 4-99-16,2-1-24 0,0 0 0 0,-3 3 0 16,0 0 56-16,0 0 7 0,0 3 1 0,0-1 0 15,-6 3-52-15,3 1-12 0,-5-1 0 0,-1 3 0 16,0-3 0-16,-3 6 0 0,-3-4 0 0,1 1 0 16,2-2 0-16,0 1 0 0,0-1 0 0,0-1 0 15,3-3-48-15,1 1-13 0,2-3-3 0,0 3 0 16,3-4 28-16,-3-1 6 0,6-1 1 0,-3 0 0 15,3-2-159-15,4 2-31 0,-1-2-6 0</inkml:trace>
  <inkml:trace contextRef="#ctx0" brushRef="#br0" timeOffset="92298.47">8965 8970 2066 0,'0'-8'43'0,"-3"0"10"0,0 3-42 0,3-3-11 0,-3 5 0 0,3 3 0 15,0 0 104-15,0 0 20 0,0 0 3 0,0 0 1 16,0 0-52-16,0 0-9 0,0 0-3 0,0 0 0 16,6 3-13-16,-3 2-3 0,3-2-1 0,0 5 0 15,0-3-24-15,3 3-5 0,0 0-1 0,0 0 0 16,0 2-17-16,2 1 0 0,4 2 0 0,0 0 0 16,0 3 30-16,3 0 2 0,0 0 1 0,0 3 0 15,0-4-22-15,-1 4-11 0,1-3 10 0,0 2-10 16,-3-2 0-16,3 0 8 0,-3-3-8 0,3 3 0 15,-3 0 0-15,-4-3 0 0,4 1 0 0,0-1 0 16,-3-3 0-16,3 1 8 0,-3 0-8 0,3-1 0 16,-3-2-12-16,3 0-6 0,-4 0-1 0,1 0 0 15,0-5-156-15,0 2-31 0,0 0-6 0</inkml:trace>
  <inkml:trace contextRef="#ctx0" brushRef="#br0" timeOffset="93581.934">11197 8613 1337 0,'0'0'28'0,"0"0"6"0,0 0-34 0,3-6 0 0,-3 6 0 0,0 0 0 15,0-5 109-15,0 5 15 0,0 0 4 0,0 0 0 16,0 0-52-16,0 0-9 0,0 0-3 0,0 0 0 15,0 0 0-15,0 0 0 0,0 0 0 0,0 0 0 16,0 0 0-16,0 0 0 0,6 5 0 0,-3 1 0 16,0-4 0-16,3 6 0 0,-3 0 0 0,0 0 0 15,3 5-51-15,-3-2-13 0,3 5 0 0,0 0 0 16,-3 0 0-16,3 0 0 0,0-1 0 0,3 4 0 16,-3-3 0-16,3 0 0 0,-3 0 0 0,3-1 0 15,-3 1 0-15,0 0 0 0,0 0 0 0,-1-3 0 16,1 0 0-16,0 1 0 0,-3-1 0 0,3-2 0 15,0-1 0-15,-3 1 0 0,3-1 0 0,0 1 0 16,-3-3 0-16,3 2 0 0,-3-2 0 0,0 0 0 0,3 0 0 16,-3 0 0-16,0 0 0 0,0 0 0 15,0 0-20-15,-3 0-8 0,3-3 0 0,0 3-1 16,0-3-25-16,-3 1-5 0,3-1-1 0,-3 3 0 16,3-3-34-16,-3 1-7 0,0-6-2 0</inkml:trace>
  <inkml:trace contextRef="#ctx0" brushRef="#br0" timeOffset="94266.848">11203 9065 1523 0,'0'0'64'0,"0"0"-51"16,0 0 69-16,0 0 14 0,0 0 2 0,0 0 1 15,3 5-38-15,0 1-7 0,0-1-2 0,0 0 0 16,0-2-23-16,3 5-5 0,0-3 0 0,0 3-1 15,0-3-15-15,0 3-8 0,0 0 8 0,0 0-8 16,3 0 0-16,-3-2 0 0,3-1 0 0,-3 0 0 16,3 0 0-16,-3 1 0 0,0-4 0 0,2 1 0 15,-2 0 0-15,0-3 9 0,0 0-9 0,0 0 0 16,0 0 25-16,3-3-1 0,-3 0-1 0,0-2 0 16,3 0-23-16,-3-1 9 0,3-1-9 0,0 1 0 15,-3-2 58-15,3-2 5 0,0 2 1 0,-3-3 0 16,0 1-52-16,2-1-12 0,-2 0 0 0,0 1 0 15,3-1 0-15,-3-2 0 0,0 2 0 0,3-2 0 16,-3 5-151-16,3-2-33 0,-3 2-6 0</inkml:trace>
  <inkml:trace contextRef="#ctx0" brushRef="#br0" timeOffset="94854.795">11778 8981 2214 0,'-3'-11'46'0,"3"11"11"0,0 0-45 0,0-3-12 0,-3-2 0 0,3 5 0 15,0-5 92-15,0 5 16 0,0 0 3 0,0 0 1 16,0 0-57-16,0 0-11 0,0 0-3 0,0 0 0 15,0 0-17-15,0 0-3 0,0 0-1 0,0 5 0 16,-3 6-32-16,3-1-6 0,0 3-2 0,0-2 0 16,0 5 20-16,0-3 0 0,0 3 0 0,3 2 0 15,-3-4 0-15,3 2 0 0,3-3 0 0,-3 0 0 16,3 0 0-16,0-5 0 0,3 3 0 0,0-3 0 16,3-3-55-16,-1 0-7 0,1-2-2 15,3 0 0-15,0-3 0 0,0-3 0 0,0 0 0 0,0 1 0 16,0-4 52-16,-1 1 12 0,-2 0 0 0,0 0 0 15,0-1 48-15,-3-2 13 0,0 3 3 0,-3 0 0 16,3-1-17-16,-6-2-3 0,0 1-1 0,0 1 0 16,0-2 33-16,-3 0 8 0,0 3 0 0,0-3 1 0,0 0-68 15,0 3-17-15,0-3 0 0,0 0 0 0,0 3 55 16,-3-1 7-16,3 1 2 0,0 5 0 0,-3-2 0 0,3 2 0 16,0 0 0-16,0 0 0 0,0 0-52 0,-3 2-12 0,3-2 0 15,-9 5 0-15,3 6 0 0,0 0 0 0,0-1 0 16,0 6 0-16,-3 3 0 0,3 2 0 15,-3 0 0-15,0 3 0 0,1-3 0 0,-1-3 0 16,0 4 0-16,-3-1 0 0,3-5 0 16,0 2 0-16,0 1 0 0,3-3 0 0,-3-1 0 0,3-1 0 15,-3 2 0-15,3-1 0 16,0-1-48-16,0 2-13 0,3-3-3 0,-3 0 0 0,0 0 52 0,1 0 12 0,2 1 0 16,0-4 0-16,0-2-54 15,0 3-8-15,0-6-2 0,0 3 0 16,0-3-153-16,3-5-31 0</inkml:trace>
  <inkml:trace contextRef="#ctx1" brushRef="#br0" timeOffset="82022.082">17097 12452 0,'0'0'16,"45"5"-1,-13 3 1,7 11 0,-21-19-1,3 16-15</inkml:trace>
  <inkml:trace contextRef="#ctx0" brushRef="#br0" timeOffset="97672.58">12174 13280 2024 0,'0'0'42'0,"0"0"10"0,0 0-41 0,0 0-11 0,0 0 0 0,0 0 0 16,0 0 113-16,0 0 21 0,0 0 4 0,0 0 1 16,0 0-57-16,0 0-11 0,-3 6-3 0,0-1 0 15,-3 0-18-15,6-5-4 0,-6 5-1 0,0-2 0 16,0 5-5-16,0-3-2 0,0 1 0 0,-3 2 0 16,-3-1-18-16,3 4-3 0,-6 0-1 0,1 2 0 15,-4 0-8-15,-3 0-8 0,-3 3 12 0,-3 5-12 16,-3 1 9-16,4 1-9 0,-7 6 0 0,3 1 9 15,3 1-9-15,1 1 0 0,-1 2-10 16,0 1 10-16,3-3-24 0,0-3 0 0,-2-3 1 0,2 1 0 16,0-1-27-16,0-5-6 0,0 0 0 0,1-2-1 15,5-1-96-15,-3-2-19 0,3 0-4 0</inkml:trace>
  <inkml:trace contextRef="#ctx0" brushRef="#br0" timeOffset="97944.29">11665 13421 1820 0,'0'-19'76'16,"3"6"-60"-16,0 0 141 0,-3-1 29 0,3 4 6 0,-3-1 0 15,3 3-93-15,-3 3-19 0,3 0-4 0,-3 5-1 16,0 0-18-16,0 0-3 0,0 0-1 0,0 0 0 16,0 0-14-16,3 5-3 0,3 0-1 0,0 3 0 15,-1 0-7-15,4 5-2 0,-3-2 0 0,3 2 0 16,0 0-9-16,0 3-1 0,3-3-1 0,0 6 0 15,0 2-7-15,3 0 0 0,0 3-8 0,0 3 12 16,-1 2-12-16,4 0 0 0,3 0 8 0,-3 0-8 16,3-5 0-16,-3-3 0 0,0-2 0 0,-1-1 0 15,1-2-13-15,0 0-6 0,3-3-1 0,-6 0 0 16,0-5-92 0,0 3-18-16,-4-3-4 0</inkml:trace>
  <inkml:trace contextRef="#ctx0" brushRef="#br0" timeOffset="98693.186">12516 13378 2605 0,'0'0'74'0,"0"0"16"0,-3-5-72 0,3 0-18 0,-3-1 0 0,3 6 0 15,0 0 81-15,-3-5 13 0,3 5 2 0,0 0 1 16,0 0-34-16,0 0-7 0,0 0-2 0,0 0 0 15,0 0-21-15,0 0-4 0,0 0-1 0,0 0 0 16,-6 5-16-16,3 1-3 0,0 2-1 0,0-1 0 16,3 4-8-16,0 2 0 0,0 1 0 0,3-1 0 15,-3 3 0-15,3 2 0 0,3 1-9 0,-3-3 9 16,3 2-32-16,3 1 1 0,-3-4 0 0,3 1 0 16,3-2-15-16,0-1-3 0,3-5-1 0,-1 2 0 15,1-4-10-15,3-4-3 0,0 1 0 0,0-3 0 16,0-3 63-16,0 1 26 0,-3-4-2 0,-1 1 0 15,1 0-24-15,-3-3 0 0,0 0 0 0,-3 0 0 0,-3 0 27 16,-3-3 0-16,0 3 0 0,0 3 0 0,-3-3 16 0,0 0 3 0,0 0 1 16,-3 0 0-16,0 0-7 0,-3 3-2 0,3-3 0 15,-6 3 0-15,3 0-8 0,-3-1-2 0,3 1 0 16,-3 2 0-16,3 1-5 0,-3 2-2 16,4 0 0-16,-4 2 0 0,3 4-6 0,-3 2-2 0,0 0 0 15,0 2 0-15,0 9-3 0,3 5-1 16,-3-1 0-16,0 4 0 0,3-1-19 15,0 1-4-15,3-1-1 0,-3 1 0 0,3-1 15 16,0-5 0-16,0 3 9 0,0-3-9 16,0 0-16-16,0 1-10 0,0-1-2 0,0 0 0 15,0 3-20-15,3-3-5 0,-2 5-1 0,2-4 0 16,-3-4-49-16,0 1-9 0,3-4-3 0,-3-1 0 0,0-4-70 0,3 1-15 16,-3-3-2-16</inkml:trace>
  <inkml:trace contextRef="#ctx0" brushRef="#br0" timeOffset="99017.082">12605 13071 2066 0,'-20'-13'43'0,"11"8"10"15,3-1-42-15,-3 4-11 0,3-4 0 0,-3 1 0 16,0 3 53-16,3-1 9 0,0 3 2 0,6 0 0 0,0 0-4 0,-6-3 0 0,6 3 0 0,0 0 0 15,0 0-14-15,0 0-3 0,0 0-1 0,0 0 0 16,0 0-12-16,0 0-2 0,0 0-1 0,6 3 0 16,3-3 9-16,3 3 3 0,0-3 0 15,3 0 0-15,2 0-7 16,4 0 0-16,3 0-1 0,3 0 0 0,0 0-15 0,2 0-4 16,4-3 0-16,0 3 0 0,-6 0-12 0,3-3 9 15,-4 1-9-15,1-1 8 0,-3 0-8 0,0 1 0 0,0-1 0 16,-4 0 0-1,1 1-20-15,0 2-7 0,-3-3-1 0,0 3 0 16,-3-3-121-16,0 3-25 0,-4 0-5 0</inkml:trace>
  <inkml:trace contextRef="#ctx0" brushRef="#br0" timeOffset="99460.627">13341 13590 1941 0,'0'0'40'0,"0"0"10"0,0 0-40 15,0 0-10-15,0 0 0 0,6 2 0 0,2-2 79 0,1 0 13 0,0 0 4 0,3 0 0 16,3-2-25-16,3-1-5 0,0-2-1 0,3 2 0 15,2-2-24-15,4 0-5 0,0-1 0 0,0 1-1 16,3 0-5-16,-1 0-1 0,-2-3 0 0,3 2 0 16,-3 1-39-16,0-3-8 0,-1 3-2 0,1-3 0 15,0 0 32-15,0 3 7 0,-1-1 1 0,1-2 0 32,-3 6-92-32,0-4-17 0,-3 1-4 0,-3 0-1 0,-4 2-94 15,1-2-18-15,-3 2-4 0</inkml:trace>
  <inkml:trace contextRef="#ctx0" brushRef="#br0" timeOffset="99776.519">13728 13338 2086 0,'-9'-5'88'16,"0"0"-71"-1,3 0 85-15,0-1 17 0,0 1 3 0,0 2 1 16,3-2-29-16,0 2-6 0,0-2 0 0,3 5-1 15,0 0-27-15,0 0-4 0,0 0-2 0,0 0 0 0,0 0-16 0,0 0-3 0,0 0-1 16,0 0 0-16,0 0-14 0,0 5-2 0,3 1-1 0,0 2 0 31,0 2-17-31,0 3 0 0,0-2 0 0,0 5 0 16,0 2 0-16,0 4 0 0,0 1 0 0,0 4 0 16,3 2 0-16,-3 3 0 0,0 2 0 0,0 3 0 0,0-5 0 0,0 2 0 15,0-2 0-15,0 0 0 0,-1-3 0 0,1-5 0 0,3 2 0 16,-3-2 0-16,0-3 0 0,3 3 0 0,-3-5 0 15,0 2 0 1,0-3-101-16,3-2-21 0,-3-3-4 0,0 1-1 0,0-6-103 16,0-1-21-16</inkml:trace>
  <inkml:trace contextRef="#ctx0" brushRef="#br0" timeOffset="100139.938">14954 13328 2250 0,'-6'0'64'0,"0"-3"14"0,3 1-62 16,3 2-16-16,-6-3 0 0,3 0 0 0,0 1 47 0,3 2 6 0,-6-3 2 16,0 3 0-16,0 0 7 0,-3 0 2 0,3 0 0 15,-3 3 0-15,4-1-16 0,-4 4-4 0,0-1 0 0,-3 0 0 16,3 3-14-16,-3 3-3 16,-3-1-1-16,0 4 0 0,0-1-14 0,-3 3-4 0,1 2 0 0,-4 3 0 15,3 3-8-15,-3 3 0 0,0 4 0 0,0-2 0 31,0 1-31-31,4-1-8 0,2 0-1 0,-3-3-1 16,0-2-103-16,3-5-21 0,-3-1-4 0</inkml:trace>
  <inkml:trace contextRef="#ctx0" brushRef="#br0" timeOffset="100407.674">14534 13465 2336 0,'3'-13'48'0,"3"3"12"0,-3-4-48 0,0 1-12 0,3 3 0 0,-3-1 0 16,0 3 100-16,0 0 16 0,0 3 4 0,3 2 1 16,-6 3-55-16,3-2-11 0,-3 2-3 0,6 0 0 15,0 2-5-15,0 4-2 0,0 1 0 0,0 1 0 16,0 0-19-16,3 6-4 0,-1-4-1 0,1 6 0 16,0 0-9-16,0 2-1 0,3 4-1 0,-3 1 0 15,3 1-10-15,0 3 0 0,0-1 0 0,0 3 0 16,0-5-8-16,0 0-4 0,2-3-1 0,1 0 0 15,-3-2-19-15,0-3-3 0,-3-3-1 16,3 0 0-16,-3 0-78 0,0-2-16 0,-3-3-3 0,0 0-1 16,0 0-69-16,-3-3-13 0,0-2-4 0</inkml:trace>
  <inkml:trace contextRef="#ctx0" brushRef="#br0" timeOffset="100691.09">14543 13079 1907 0,'-9'-8'40'0,"9"8"8"0,0 0-38 0,-6-2-10 0,6 2 0 0,0 0 0 16,0 0 62-16,0 0 10 0,0-6 3 0,0 6 0 15,0 0 1-15,0 0 0 0,0 0 0 0,3-2 0 16,0-1-7-16,3 3-1 0,0-3 0 0,0 3 0 15,3-2-42-15,0 2-9 0,3-3-1 0,0 0-1 16,3 1 39-16,2-1 8 0,1 0 2 0,3-2 0 16,3 3-64-16,0-4 0 0,3 1-9 0,2 0 0 15,-2-3-2-15,3-3 0 0,0 1 0 0,2 2 0 16,1-3-187-16,-3 0-38 16,6 1-7-16</inkml:trace>
  <inkml:trace contextRef="#ctx0" brushRef="#br0" timeOffset="101492.253">15409 13159 2415 0,'0'0'68'0,"0"-3"16"16,0 3-68-16,-3-5-16 0,0-1 0 0,3 6 0 15,0 0 74-15,0-5 11 0,0 5 3 0,0 0 0 16,0 0-19-16,0 0-3 0,0 0-1 0,0 0 0 15,0 0-52-15,0 0-13 0,0 0 0 0,0 0 0 0,0 0 0 16,3 8 0-16,3 0 0 0,0 5 0 16,0-2 0-16,3 5 0 0,0 2 0 0,0-2 0 15,3 3 0-15,0-4 0 0,3 1 0 0,0 0 0 16,2-3-48-16,1 1-13 0,3-4-3 0,0-2 0 16,3 0 0-16,0 0 0 0,-1-3 0 0,-2-2 0 15,0 2 0-15,0-5 0 0,-3 0 0 0,0 0 0 0,-3 0 52 16,-1-2 12-16,-2-1 0 0,0 3 0 15,0-3 0-15,-3 1 0 0,0-1 0 0,-3 0 0 0,0-2 40 0,-3 2 12 0,-3 3 1 16,3-5 1-16,-3 0 16 0,0-3 3 16,0 5 1-16,-3-5 0 0,0 3-8 0,0-3-2 0,0 0 0 0,-3 0 0 15,3 0 0-15,-3 0 0 0,0 0 0 16,0 0 0-16,3 3-51 0,0 0-13 0,-3 2 0 0,6 3 0 16,0 0 54-16,0 0 8 0,0 0 2 15,-6 3 0-15,3 2-52 0,-3 3-12 0,0 3 0 16,3 2 0-16,-3 0 0 0,4 6 0 0,-4-1 0 15,3 1 0-15,-3 5 0 0,0-3 0 0,-3 3 0 0,3 5 0 16,0 0 0-16,-3 2 0 0,0 4 0 0,0-1 0 16,0 1 0-16,0-4 0 0,0 4 0 0,-3-6 0 15,3 0 0-15,0-3 0 0,-2-2 0 0,2 0 0 16,-6-3 0-16,6 0 0 0,-3 1 0 0,0-1 0 16,3-3 0-16,0 3 0 0,0-2 0 0,0-3 0 15,3-3-48-15,0 0-13 0,0-2-3 0,3-3 0 16,0 0-51-16,3-8-10 0,0 0-3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2:48:57.92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1">
        <inkml:traceFormat>
          <inkml:channel name="X" type="integer" max="428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50.17545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1" timeString="2022-02-21T22:49:05.732"/>
    </inkml:context>
  </inkml:definitions>
  <inkml:trace contextRef="#ctx0" brushRef="#br0">13320 7311 1580 0,'0'0'67'0,"0"0"-54"16,0 0 81-16,0 0 16 0,0 0 3 0,0 5 1 16,0-5-25-16,-3 8-5 0,3-3 0 0,0 1-1 15,0 2-29-15,0-3-6 0,0 0 0 0,0 3-1 16,3 3 2-16,-3-1 1 0,0 1 0 0,3 2 0 15,0 0-12-15,0 3-2 0,0 3-1 0,0-1 0 16,0 1-35-16,0 2 0 0,0 0-15 0,0 0 5 16,0 0 10-16,-3 1 0 0,3-1 0 0,-1 3 0 15,1-1 49-15,-3 1 12 0,3 0 3 0,0 5 0 16,-3 0-64-16,3 0-18 0,-3 3-1 0,0 3 0 16,3-4 19-16,-3-2 0 0,0 3 0 0,0-3 0 15,0 0 16-15,0 0 1 0,0-2 0 0,-3 2 0 16,3 0-25-16,-3 3-6 0,0-3-1 0,3 5 0 15,-3-2 24-15,3-3 5 0,-3 3 1 0,3 0 0 16,-2-3-15-16,2-3 0 0,0 1 0 0,-3-1 0 16,3 1 0-16,0-3 0 0,-3 2 0 0,3 0 0 15,0 1 0-15,0-1 0 0,0 1 0 0,0-1 0 16,0 1 0-16,3-3 0 0,0-1 0 0,-3 4 0 16,2-6 0-16,1-2 0 0,-3-1 0 0,3-2 0 15,0 2 8-15,-3-2 0 0,3 0-8 0,0 0 12 16,0-3-12-16,-3 1 0 0,3-1 0 0,0 0 0 15,-3 0 0-15,3-2-8 0,-3 2 8 0,3-2-13 16,-3-1 13-16,0-2 0 0,3 3 0 0,-3-3 0 0,0 0 0 16,3 0 0-16,-3-1 0 0,3-1 0 15,-3-1-164-15,0-5-29 0,0 0-7 0</inkml:trace>
  <inkml:trace contextRef="#ctx0" brushRef="#br0" timeOffset="2466.093">13347 7271 1661 0,'-6'0'47'0,"6"0"10"0,0 0-45 0,0 0-12 0,0 0 0 0,0 0 0 16,0 0 84-16,0 0 16 0,0 0 2 0,0 0 1 15,0 0-39-15,0 0-7 0,0 0-1 0,0 0-1 16,0 0-28-16,0 0-6 0,0 0-1 0,0 0 0 15,0 0-2-15,0 0-1 0,6 0 0 0,0 0 0 16,-1 0-3-16,1 0-1 0,3 0 0 0,0 0 0 16,0 0-1-16,3 0 0 0,0 0 0 0,0 0 0 15,3-2-12-15,0 2 11 0,0 0-11 0,2-3 10 16,1 0-10-16,3 3 0 0,0-2 9 0,-3-1-9 16,6 0 0-16,-4 1 0 0,4-1 0 0,-3 0 8 15,0 1-8-15,0-1 0 0,0 3 0 0,-4-3 8 16,1 3-8-16,3-2 0 0,-3 2 0 0,3-3 8 15,3 3-8-15,0-2 0 0,-1-1 0 0,4 0 0 16,0 3 0-16,3-2 0 0,-1-1 0 0,1 0 0 16,-3 3 0-16,-3 0 0 0,3-2 0 0,-4 2 0 15,4 0 0-15,0 0 0 0,0 0 0 0,3 0 0 16,2 0 0-16,1 0 0 0,3 0 0 0,2 0 0 16,-5 0 8-16,3 0-8 0,0 0 10 0,-1 0-10 0,4 2 8 15,-3-2-8-15,2 0 0 0,4 3 0 0,0-3 9 0,-4 0-9 16,4 0 8-16,0 0-8 0,-3 0 8 0,-7 0-8 15,4 3 0-15,0-3 8 0,-4 2-8 0,4-2 0 16,3 3 9-16,0 0-9 0,-4-3 8 0,1 2-8 0,0 1 10 16,-4-1-10-16,1-2 8 0,-6 3-8 0,0 2 0 0,0-2 9 15,-1 0-9-15,4-1 0 0,-3 1 0 0,3 2 8 16,-1 1-8-16,1-4 0 0,0 1 0 0,0-1 0 16,-3 4 0-16,-1-4 0 0,-2 4 0 0,3-4 0 15,-3 1 0-15,-3 0 0 0,2-1 0 16,-2 4 0-16,6-6 0 15,-3 2 0-15,3 1 0 0,-1 0 0 0,-2-1 0 0,3-2 8 16,0 3-8-16,-3-1 0 0,2 1 0 0,-2 0 0 0,0-1 0 0,0 1 0 16,-3 0 0-16,0-3 0 0,-4 2 0 0,4-2 0 15,0 0 0-15,0 0 0 0,0 0 8 0,3 0-8 16,-1 0 0-16,1 0 0 0,0 0 0 0,3 0 8 16,-3 0-8-16,-1 0 0 0,-2 0 0 0,6 0 0 15,-6 0 0-15,-3 0 0 0,0-2 0 0,-1 2 0 16,-2-3 0-16,0 3 0 0,0 0 0 0,0-3 0 15,-3 3 0-15,0 0 0 0,3-2 0 0,-3 2 0 16,-1-3 8-16,1 3-8 0,0 0 0 0,-3 0 8 16,0 0 8-16,0 0 2 0,0 0 0 0,-3 3 0 0,3-3-2 15,-3 2-1-15,3-2 0 0,-3 0 0 0,0 0-4 16,3 3-1-16,-3-3 0 0,0 3 0 16,-1-1-10-16,1 1 12 0,-3 0-12 0,3-1 12 0,0 1-12 0,-3 2 8 15,3-2-8-15,-3 2 8 0,3 0 0 0,-3 1-8 0,0-1 12 16,-3 3-4-16,3-3 0 0,0 3-8 15,0 0 12-15,-3 3-4 16,3-3-8-16,0 2 10 0,-3 3-10 0,3-2 10 0,0 2-2 0,-3 1-8 0,3 1 12 16,-3 1-4-16,0 0-8 0,0 0 0 0,3 0 0 15,-6 0 0-15,3 0 8 0,-3 0-8 0,3 2 0 0,-3 1 8 16,3-1-8-16,-3-2 8 0,0 5-8 0,0 0 8 16,0 0 0-16,0 3-8 0,0 0 12 0,0 5-4 15,0 0 4-15,0 0 1 0,0 3 0 0,-3-3 0 16,3 0-2-16,3 0-1 0,-3-2 0 0,0-1 0 15,3 1-10-15,-3-1 10 0,3 1-10 0,-3 2 10 16,0 0-10-16,3 3 0 0,-3 2 0 0,0 3 8 16,3-5-8-16,-3-3 8 0,0 0-8 0,1 0 8 15,-1-5-8-15,3 0 8 0,-3 0-8 0,0 0 8 16,0-1-8-16,0-1 0 0,0 1 0 0,0 1 8 16,0 3 5-16,0-1 1 0,0 1 0 0,0-1 0 15,0-2-14-15,0 0-13 0,3-3 2 0,-3 0 1 16,0-3 10-16,0-2 0 0,3 0 0 0,-3 0 0 15,3 0 0-15,-3 0 0 0,3-3 0 16,-3 0 0-16,3 3 0 0,-3-5 0 0,3 2 0 0,-3 3 0 16,0-3 0-16,3 3 0 0,-3-3 0 0,3 3 8 15,-3 0-8-15,0 2 0 0,3-2 0 0,-3 0 0 16,0-3 0-16,3 3 8 0,-3 0-8 0,3-3 0 16,-3 1 0-16,0-1 0 0,3 0 0 0,-3-2 0 15,0-1 8-15,0 4-8 0,0-7 8 0,0 4-8 0,3 0 0 0,-3-3 0 16,0 2 0-16,-3-2 0 0,3 3 0 15,0-3 0-15,0 0 0 0,1-1 0 0,-1 1 0 0,0-2 0 16,0 2 0-16,0 0 0 0,0 0 0 0,0-3 0 0,0 3 0 0,0 0 0 16,0-3 0-16,0 3 0 0,0-3 0 0,0 1 0 15,0-1 0-15,0 3 0 0,0-3 0 0,0 0 0 16,0 1 0-16,3-6 0 0,-3 5 0 0,0 0 0 16,3-5 0-16,-6 8 0 0,3-5 0 0,3-3 0 15,-3 5 0-15,0 0 0 0,3-5 0 0,-6 6 0 16,6-6 0-16,-6 2 0 0,6-2 0 0,-6 6 0 15,0-4 0-15,0 1 0 16,6-3 0-16,-6 3 0 0,-3-3 21 0,3 2 0 0,-2-2 0 0,-1 0 0 16,0 0-33-16,0-2-8 0,-3 2 0 0,0-3-1 15,0 3 37-15,-3 0 7 0,3-3 1 0,-3 1 1 16,0 2-25-16,1 0 8 0,-1-3-8 0,-3 3 0 16,0 0-16-16,3-3-9 0,-3 3-2 0,0-2 0 15,1 4 27-15,2-2 0 0,-6 0 0 0,3 0 0 16,-3 0 19-16,0 0 9 0,-3 0 1 0,-2 0 1 15,-4 0-48-15,-6 3-10 0,-3-3-1 0,1 3-1 16,2 2 75-16,-3-2 15 0,4 2 4 0,-1-3 0 16,-3 4-75-16,1-4-14 0,-1 1-3 0,-3 0-1 15,1-1-5-15,-4 4-1 0,0-4 0 0,-2 4 0 16,5-4 57-16,0 4 11 0,1-4 3 0,-4 3 0 16,-3-2-7-16,4 2-1 0,-7-2 0 0,0 2 0 15,7-2-44-15,-1 0-10 0,3-1-2 0,-2 1 0 16,-1 0 28-16,1-1 0 0,-4 1 0 0,0-3 0 15,4 3 20-15,5-3 5 0,-3 2 2 0,4-2 0 16,2 0-43-16,-3 3-9 0,3-1-2 0,-2 1 0 16,2-3 43-16,0 0 9 0,1 3 2 0,-1-3 0 15,6 0-42-15,0 0-8 0,4 0-1 0,-1 0-1 0,3 0 25 0,0 0 0 16,3 0 0-16,-3 0 0 0,1 0 0 16,-1 0 0-16,0 0 0 0,-3 0 0 0,6-3 0 0,-2 3 0 15,2 0 0-15,-3 0 0 0,3-3 0 0,3 3 0 0,-3-2 0 16,4 2 0-16,2 0 0 0,0 0 0 15,0 0 0-15,3 0 0 0,0 0 0 16,0 0 0-16,0 0 0 0,0 0 0 0,3 0 0 0,-2 0-8 0,-1 0 8 0,0 2 0 16,0-2 0-16,0 3 0 0,0-3 0 0,-3 0 0 15,3 3 0-15,0-3 0 0,-3 0 0 0,1 2 0 16,2 1 0-16,0-3 0 0,0 0 0 0,0 3 0 16,0-1 0-16,0-2 0 0,0 0 0 0,0 3 0 15,3-3 0-15,0 0 0 0,0 0 0 0,1 0-8 16,-1 0 8-16,3 0 0 0,0 0 0 0,0 0 0 15,0 0 20-15,0 0 7 0,0-3 1 0,6 3 0 16,-3 0-46-16,3 0-9 0,-6-2-1 0,0-1-1 16,6 3-5-16,-3-5-1 0,0 2 0 0,3 3 0 15,-3-5 58-15,0 2 11 0,0-2 2 0,0 2 1 16,0-2-29-16,0 0-8 0,0-1 0 0,3 1 0 0,-3 0 0 16,3-1 0-16,-3 1 0 0,3 0 0 15,-3-3 0-15,3 0 0 0,0 3 0 0,-3-3 0 0,3 0 0 0,-3 0 0 16,3 0 0-16,-3-3 0 0,3 1 0 15,-3 2 0-15,3 0 0 0,0-3 0 16,-3 3-28-16,3-2-8 0,0 2 0 0,-3 0-1 0,3-3 37 0,-3 1 0 0,3 2 0 16,-2-3 0-16,-1 1 24 0,3-1 12 15,-3 0 2-15,0 1 1 0,3-1-31 0,-3 1-8 0,0 2 0 0,3-3 0 16,-3 1 8-16,3-1 0 0,-3 0 0 16,3 1 0-16,0-1-8 0,-3 1 0 0,3-1 0 0,0 3 0 15,0-2 0-15,0-1 0 0,0 0 0 0,0 1 0 16,0-1-11-1,3-2-3-15,0 2-1 0,0-4 0 16,0 1-116-16,3-2-23 0,2-2-5 0</inkml:trace>
  <inkml:trace contextRef="#ctx0" brushRef="#br0" timeOffset="3153.406">14558 7967 1384 0,'0'0'39'0,"0"0"9"15,0 0-38-15,-6 3-10 0,6-3 0 0,-6 5 0 16,0-2 89-16,6-3 16 0,-6 5 3 0,3-2 1 16,3-3-36-16,-6 5-7 0,6-5-2 0,-6 5 0 15,3-2 0-15,3-3 0 0,-3 5 0 0,0 3 0 16,0-3 0-16,0 3 0 0,3 0 0 0,-3 0 0 16,3 3 0-16,-3 2 0 0,3 3 0 0,-2 0 0 15,-1 0-51-15,0 5-13 0,0-3 0 0,0 6 0 16,0 3 0-16,0 2 0 0,0 0 0 0,0 5 0 0,3-5 0 0,-3 0 0 15,3 1 0-15,0-1 0 0,0-3 10 16,0-2-1-16,0 2 0 0,0-2 0 0,0 0-9 0,0 0 0 16,0-3 0-16,0 0 0 0,0 3 0 0,0-6 0 15,0 4 0-15,0-6 0 0,-3-1-19 0,3 1 1 0,0-2 0 16,0-4 0 0,0-5-82-16,0 1-16 0,0-6-3 0</inkml:trace>
  <inkml:trace contextRef="#ctx0" brushRef="#br0" timeOffset="3426.234">14796 8044 1910 0,'0'-19'40'0,"0"6"9"0,-3 0-39 0,3 2-10 0,-3 1 0 0,0-1 0 16,0 6 89-16,0 0 16 0,3 5 3 0,0 0 1 15,0 0-25-15,0 0-4 0,-6 2-2 0,3 6 0 16,0 0-30-16,0 3-5 0,0-1-2 0,3 3 0 15,0 3-15-15,0-2-3 0,0 1-1 0,0 4 0 16,0-3-6-16,0 2-2 0,0 1 0 0,0 5 0 16,-3-1-6-16,3 7 0 0,0 4-8 0,-3-2 12 15,0-1-12-15,3 1 8 0,-5 0-8 0,2-3 0 16,0 0 0-16,0-2 0 0,-3-1 0 0,0 1 0 16,0-4-29-16,0 1-9 0,-3 0-2 0,0 0 0 15,0-3-121-15,0 0-25 0,0 0-5 0</inkml:trace>
  <inkml:trace contextRef="#ctx0" brushRef="#br0" timeOffset="3680.095">14531 8322 1759 0,'-9'-8'74'0,"0"5"-59"16,3-2 53-16,3-1 10 0,-3 4 2 0,6 2 1 15,0 0 23-15,0 0 4 0,0 0 0 0,0 0 1 16,0 0-72-16,0 0-14 0,6-3-3 0,3 3-1 16,-3 0 36-16,3 3 7 0,0-1 2 0,0 1 0 15,6 0-52-15,-3 2-12 0,3-2 0 0,0 5 0 16,0-6 0-16,2 1 0 0,4 2 0 0,3-5 0 16,-3 3 0-16,3-3 0 0,0 0 0 0,2 0 0 15,-2-3-151-15,3 1-33 16,-3-4-6-16</inkml:trace>
  <inkml:trace contextRef="#ctx0" brushRef="#br0" timeOffset="4234.216">15231 8118 1682 0,'0'0'35'0,"0"0"9"0,0 0-36 0,0 0-8 0,0 0 0 0,0 0 0 0,0 0 96 0,0 0 18 0,3 3 3 0,0-1 1 31,0 4-26-31,0-1-4 0,0 0-2 0,0 3 0 0,-3 3-30 0,0 2-7 0,0 0-1 0,0 3 0 16,0 0-20-16,0 5-4 0,-3 0 0 0,3 0-1 16,-3 3-11-16,0-3-3 0,0 3 0 0,0 0 0 15,0-3-9-15,0 0 0 0,0-2 9 0,0-1-9 16,-3 1 0-16,3-1 0 0,0-2 0 0,-3 0 8 16,3-3-8-1,-3 3 0-15,0-3 0 0,3-2 0 0,-3 0 0 0,3-1 0 16,0-2 0-16,-3 0 0 0,6-8 0 15,0 0 0-15,0 0 0 0,0 0 0 0,0 0-8 0,0 0 0 0,0-5 0 0,0-3 0 16,3 0 8-16,0-3-13 0,0-2 5 16,0 0 8-16,3-3-9 0,0 0 9 0,0 0 0 15,3-5 0-15,-3 0 0 0,0-3 0 0,3 0 0 0,-3-2 9 16,3-3 16-16,0 0 3 0,0-3 1 0,-1 0 0 16,1 3 10-16,0 3 1 0,3-1 1 0,-3 3 0 15,-3 3-9-15,3 3-3 0,-3-1 0 0,0 6 0 16,0 0-6-16,0-1-2 0,0 4 0 0,0 2 0 15,-3 0-5-15,3 3-2 0,0-1 0 0,-3 4 0 16,3-1-2-16,-3 3 0 0,2 0 0 0,-2 3 0 16,3 2-12-16,-3 0 0 0,3 3 0 0,-3 0 0 15,3 0 0-15,-3 3 0 0,3 2 0 0,-3 0 0 16,0 0 0-16,0 6 0 0,0-3 0 0,0 5 0 16,-3 0 0-16,0 6 0 0,0 2 0 0,0 0 0 15,-3 0 0-15,3 0 0 0,-3-3 0 0,0 1 0 0,0-1 0 16,0-4 0-16,0-1 0 0,0 0 0 15,0 0-48-15,0-2-13 0,0-1-3 16,0-2 0-16,-3 2 52 0,3-4 12 0,0 2 0 0,-3-6 0 16,6 3-160-16,-2-5-30 0,-1 3-6 0</inkml:trace>
  <inkml:trace contextRef="#ctx0" brushRef="#br0" timeOffset="4433.058">15353 8348 2062 0,'-6'-16'43'0,"-3"3"10"0,3 0-42 0,0 2-11 0,3-2 0 0,-3 5 0 16,6 0 80-16,0 0 13 0,0 3 3 0,3 0 1 15,0 2-52-15,0 0-10 0,3 1-3 0,0 2 0 16,0 0 12-16,0 0 1 0,3 0 1 0,0 0 0 16,0 0-24-16,3 0-5 0,2-3-1 0,1 3 0 15,0-3-16-15,3 1 0 0,0-1 8 0</inkml:trace>
  <inkml:trace contextRef="#ctx0" brushRef="#br0" timeOffset="5274.374">16969 7721 851 0,'-12'0'36'16,"0"0"-36"-1,0 0 58-15,0 0 5 0,1 0 1 0,-4 0 0 16,0 0-16-16,3 0-2 0,0 0-1 0,0 0 0 15,3 3-21-15,-3-3-4 0,3 0 0 0,0 0-1 0,3 2 36 16,0-2 7-16,1 0 2 0,5 0 0 16,0 0 0-16,0 0 0 0,0 0 0 0,0 0 0 0,0 0-14 15,0 0-2-15,5 6-1 0,1-4 0 0,0 1-24 0,3 2-5 16,3-2-1-16,0-1 0 16,0 1 34-16,3-3 6 0,3 3 2 0,-3-1 0 0,3-2-43 15,-4 3-16-15,4-3 11 0,0 0-11 0,3 0 57 0,3-3 6 0,0 3 1 16,5-2 0-16,1 2 0 0,3 0 0 0,3-3 0 15,2 3 0-15,-2-3-56 0,0 1-8 16,-4-1-8-16,10 3 8 0,-3-2 0 0,2-1 0 0,4 0 8 0,6-2-8 16,-7 5 0-16,4-3 0 0,0 3 0 0,2-2 0 15,1 2 57-15,-1-3 6 0,4 3 1 0,0 0 0 16,-4 0-56-16,-2 0-8 0,2 3-8 0,-2-3 8 16,0 2 0-16,-4-2 0 0,-2 0 8 0,3 0-8 15,-4 3 9-15,1-3-9 0,-6 3 8 0,-1-1-8 16,-2 1 8-16,-6-3-8 0,-6 3 0 0,0-3 8 15,-4 2-8-15,1-2 0 0,-3 0 9 0,-3 0-9 16,0 0 0-16,0 3 9 0,-3-3-9 0,0 0 0 16,0 2 0-16,-3 1 0 0,3-3 0 0,-3 3 0 15,0 2-12-15,-3-2-8 0,-3-3-3 0,5 2 0 16,-2 4-97-16,-3-6-20 0,3 5-4 0</inkml:trace>
  <inkml:trace contextRef="#ctx0" brushRef="#br0" timeOffset="5969.722">16695 9137 1579 0,'9'5'32'0,"-3"-2"10"0,0-3-34 15,0 2-8-15,3 1 0 0,0 0 0 0,3-1 106 0,3 1 19 0,0-1 4 0,2 1 1 16,1 2-35-16,0-5-7 0,3 3-2 16,0 0 0-1,3-1-23-15,-4 4-5 0,1-4-1 0,3 4 0 0,3-4-8 0,0 1-1 0,2-1-1 0,1 1 0 31,3 0-38-31,3-1-9 0,-1-2 0 0,1 3 0 0,-6-3 16 0,0 3 0 0,-4-3 1 16,-2 0 0-16,0 2-27 0,-3-2-6 0,0 0 0 0,0 3-1 16,-4 0 17-16,4-3 0 0,-3 0 0 0,0 0 0 15,0 0 0-15,0 0 0 0,-3 0 0 0,2-3 0 16,-2 3 48-16,0-3 12 0,-3 3 4 0,0 0 0 16,3-2-52-16,-3 2-12 0,0 0 0 0,0-3 0 15,-3 0 0-15,2 1 0 0,-2-1 0 0,3 3 0 16,-3-3 0-16,-3-2 0 0,3 3 0 15,0-1 0 1,-3-2-48-16,-3 2-13 0,3-2-3 0</inkml:trace>
  <inkml:trace contextRef="#ctx0" brushRef="#br0" timeOffset="6733.715">16633 7697 1579 0,'0'0'32'0,"0"0"10"15,0 0-34-15,0 0-8 0,0 0 0 0,0 0 0 16,0 0 104-16,0 0 20 0,0-5 3 0,0 2 1 15,0 3 0-15,-6-5 0 0,3 2 0 0,-3 1 0 0,0 2-103 16,-3 0-25-16,3 0 0 0,-3 0 0 0,3 0 56 16,-3 2 7-16,-3 1 1 0,3 0 0 15,-6 2-52-15,4 0-12 0,-7-2 0 0,3 2 0 16,0 0 0-16,-3 1 0 0,3-1 0 0,0 3 0 16,3-3 0-16,3 3 0 0,1-3 0 0,2 1 0 15,3 2 0-15,0 0 0 0,3 0 0 0,3 2 0 0,3-2 0 0,3 0 0 16,-1 3 0-16,4-1 0 0,3 1 0 0,0-1 0 15,3-2 0-15,0 3 0 0,0-1 0 0,-3-2 0 16,2 0 0-16,-2 0 0 0,0 0 0 0,-3-2 0 0,0 1 0 0,0 1 0 16,-3-2 0-16,0 2 0 0,0-3 0 15,0 0 0-15,-6 3 0 0,0-3 0 0,0 1 0 0,-6 2 0 16,0-6 0-16,-3 4 0 0,0-1 0 0,-3-2 0 16,0 2 0-16,-3-3 0 0,0 4 0 0,0-1 0 15,-3 0 0-15,0 1 0 0,-3-4 0 0,1 4 0 16,-1-1 0-16,0-2 0 0,-3 2 0 15,3 0 0 1,0-2-48-16,1-1-13 0,-1 4-3 0,3-4 0 16,0 1-64-16,3 0-14 0,3-1-2 0</inkml:trace>
  <inkml:trace contextRef="#ctx0" brushRef="#br0" timeOffset="7376.624">16436 8941 1892 0,'3'-5'40'0,"3"2"8"16,-3-2-39-16,0 2-9 0,-3-2 0 0,0 5 0 15,0 0 98-15,0-6 18 0,0 1 3 0,0 5 1 16,-6-3-36-16,0 1-8 0,0-1 0 0,-3 3-1 16,-3 0-31-16,1 0-5 0,-1 0-2 0,-3 3 0 15,0 2-25-15,0-2-4 0,-3 5-8 0,3 0 11 16,0 0 42-16,0 2 9 0,4 3 2 0,-4 3 0 16,3 0-103-16,3 3-20 0,0-1-4 0,3 3-1 15,0-2 52-15,3 2 12 0,3 0 0 0,0-2 0 0,0-1 0 0,6 1 0 16,0-1 0-16,0-2 0 0,6-3 0 0,0-2 0 15,0 0 0-15,5-4 0 0,-2 1 0 16,6-2 0-16,0-1 0 0,3-2 0 0,-3-1 8 0,3-2 5 0,-1 0 1 0,1-2 0 31,0-1-135-31,-3 0-27 0,-3-2-6 0</inkml:trace>
  <inkml:trace contextRef="#ctx1" brushRef="#br0">16545 8859 0</inkml:trace>
  <inkml:trace contextRef="#ctx0" brushRef="#br0" timeOffset="8422.387">11608 7785 1355 0,'-12'-6'28'0,"12"6"8"0,0 0-36 0,-6-2 0 0,6 2 0 0,0 0 0 15,-3-3 66-15,3 3 6 0,0 0 2 0,0 0 0 16,0 0-10-16,0 0-3 0,0 0 0 0,0 0 0 16,0 0-9-16,0 0-3 0,0 0 0 0,0 0 0 0,0 0-37 0,0 0-12 0,0 0 8 0,0 0-8 31,0 0 49-31,3 0 7 0,3 0 0 0,0-3 1 16,0 3-26-16,0 0-6 0,3 0-1 0,0 0 0 15,0 3-3-15,3-3-1 0,0 0 0 0,0 0 0 0,0 0 6 16,2 0 1-16,1 0 0 0,-3 0 0 0,3 0-27 0,3 0 0 15,-3 0 0-15,6 0 0 0,0 0 0 16,-1 0 0-16,1 0 0 0,3 0 0 0,0 0 31 0,0 0 1 16,2 0 0-16,-2 3 0 0,0-3-14 0,0 2-2 0,0-2-1 15,0 0 0-15,-1 3-1 0,-2-3 0 0,0 0 0 0,0 0 0 16,3-3-14-16,-1 3 8 0,4 0-8 16,0 0 0-16,0 0 0 0,0 0 0 0,-1 0 0 0,1 0 0 15,0 0 0-15,-3 3 0 0,0-3 0 0,-1 0 0 16,-2 0 27-16,0 0-1 15,-3 0 0-15,3-3 0 16,0 3-42-16,-1 0-8 0,1-2-1 0,0 2-1 0,3 0 72 0,-3 0 14 0,3 0 4 0,-1 0 0 16,1 2-52-16,0-2-12 0,-3 0 0 0,0 3 0 15,0-3 0-15,-4 0 0 0,1 3 0 0,0-3 0 16,-3 2 0-16,0-2 0 0,0 0 0 0,0 3 0 16,0-3 0-16,2 0-12 0,-2 0 3 0,3 0 0 15,0-3 9-15,0 3 0 0,0 0 0 0,0 0 0 16,2 0 0-16,-2 0 12 0,0 0-2 0,3 0-1 15,-3 0-9-15,-3 3 0 0,3-3 0 0,-4 2 0 16,-2 1 0-16,3 0 0 0,-3-1 0 0,0-2 0 16,-3 3 0-16,0 0 0 0,0-1 0 0,0-2 0 15,-3 3 0-15,-3-3 0 0,3 0 0 0,0 3 0 16,-3-1 0-16,-3-2 0 0,6 0 0 0,-3 3 0 16,0-3-52-16,2 0-8 0,-2 3-3 0,0-3 0 15,3 2-107-15,-3-2-22 0,3 0-4 0</inkml:trace>
  <inkml:trace contextRef="#ctx0" brushRef="#br0" timeOffset="9350.175">11763 9383 1314 0,'0'0'37'0,"0"0"8"0,0 0-36 0,0 0-9 0,0 0 0 0,0 0 0 16,0 0 53-16,0 0 9 0,0 0 2 0,0 0 0 16,0 0 0-16,0 0 0 0,0 0 0 0,3 0 0 15,3 0 8-15,0 0 3 0,0 0 0 0,0 0 0 16,3 0-28-16,0 0-6 0,0 0-1 0,0 0 0 16,2-3-17-16,4 3-4 0,-3-3-1 0,3 3 0 15,0 0-18-15,6 0 0 0,-3 0-8 0,2 3 8 16,1-3 23-16,0 3 10 0,3-3 3 0,0 0 0 15,-3 0-19-15,-1 0-3 0,1 0-1 0,0-3 0 16,0 3-1-16,0-3 0 0,0 3 0 0,2 0 0 16,1 0-12-16,3 0 0 0,-3-2 8 0,3 2-8 15,2 0 8-15,-2 0 0 0,0 0-8 0,0 0 12 16,0 0-12-16,-4 0 0 0,-2 0-12 0,0 0 12 16,0 0 0-16,3 0 0 0,-3 0 0 0,-1 0 0 15,1 0 0-15,3 0 0 0,0-3 0 0,0 3 0 0,-1 0 23 16,1 3 11-16,3-3 2 0,-3 0 1 0,-3 2-26 15,3-2-11-15,-4 0 8 0,1 3-8 16,-3-3 9-16,0 0-9 0,0 0 10 0,0 3-10 16,-3-3 20-16,2 0-1 0,1 0-1 0,0 0 0 15,0 0-18-15,0 0 0 0,0 0 0 0,3 0 0 16,-4 0 0-16,1 0 0 0,3 0 0 0,-3 0 0 16,0 2 0-16,0-2 0 0,0 3 0 0,-1-3 0 0,-2 0 0 0,0 3 0 15,0-3 11-15,-3 0-3 0,0 0-8 0,0 0 0 0,-3 0-8 0,0 0 8 16,0 0 13-1,-1-3 8-15,1 3 2 0,-3 0 0 0,0-3-23 0,0 3 0 16,-3 0 0-16,3-2 0 0,-3-1-14 0,3 0-7 0,-3 1-2 0</inkml:trace>
  <inkml:trace contextRef="#ctx0" brushRef="#br0" timeOffset="11201.8">11168 7710 2158 0,'0'0'91'15,"-6"-2"-73"1,0-1 88-16,0 3 18 0,0 0 3 0,-3 0 1 0,0 0-35 0,0 3-6 0,0-1-2 15,-3 1 0-15,0 5-53 0,-3 0-10 0,1 0-2 0,-1 5-1 16,-3 0 2-16,0 6 1 16,0 2 0-16,0 6 0 0,-3-1-22 0,4 0 0 15,-1 4 0-15,0-1 0 0,-3-3 0 0,-3 1 0 0,0-4-10 16,4 1 10 0,-4-3-32-16,3 1 1 0,0-7 0 0,0 4 0 15,3-3-31-15,0-3-6 0,4-2-2 0,-4-1 0 16,3-2-152-16,0-5-30 0</inkml:trace>
  <inkml:trace contextRef="#ctx0" brushRef="#br0" timeOffset="11441.969">10656 7830 2128 0,'6'-22'60'0,"-3"4"13"0,3 2-58 0,0 3-15 0,2 2 0 0,-2 1 0 15,0-1 103-15,3 6 17 0,-3-3 4 0,3 5 1 16,0 0-67-16,0 3-14 0,0 3-2 0,3 0-1 15,-3 2 19-15,3 3 3 0,0 0 1 0,-3 2 0 16,2 6-29-16,1 0-6 0,0 0-1 0,-3 5 0 16,3 3-8-16,-3 0-3 0,0 0 0 0,3 2 0 15,-3-2-8-15,3 2-1 0,0-4-8 0,0 1 12 16,-1-1-12-16,4-1 0 0,0-3 8 0,0 1-8 16,3-1 0-16,-3 1 0 0,3-1 0 0,0 1 0 15,2-1-24-15,-2 1-8 0,0 2-2 0,-3-2 0 16,3-1-148-16,-3 1-30 0,3-1-5 0</inkml:trace>
  <inkml:trace contextRef="#ctx0" brushRef="#br0" timeOffset="12331.795">10778 9174 1896 0,'0'0'80'0,"0"0"-64"15,0 0 89-15,0 0 19 0,-6 0 3 0,6 0 1 31,-6-3-16-31,6 3-2 0,0 0-1 0,-6 0 0 0,6 0-36 0,0 0-7 0,0 0-2 0,-6 3 0 16,3 2-51-16,3 0-13 0,0 3 0 0,3 3 0 16,0-3 0-16,0 2 0 0,3 1 0 0,3-1 0 15,-3 4-11-15,3-4-5 0,3 4 0 0,-4-4-1 16,7 1 6-16,-3 2 2 0,0-3 0 0,3-2 0 16,-3 0-30-16,3 0-5 15,0-2-2-15,-3-1 0 0,3-2-19 16,2-1-4-16,1-2-1 0,0-2 0 0,0-1 27 15,-3 0 6-15,3-2 1 0,0 0 0 0,-1-3 24 0,-2 2 12 0,0-2-10 0,-3 1 10 16,-3-1-13-16,0 0 3 0,-3 0 1 0,-3 2 0 16,-3-1 63-16,3-1 13 0,-6 2 2 0,0 1 1 15,0 0-1-15,-3-3 0 0,0 2 0 0,0-1 0 16,0 1-13-16,-3 1-4 0,3 0 0 0,-3-1 0 16,3 1-12-16,0 2-2 0,0 1-1 0,0-1 0 15,6 3-9-15,-5 3-3 0,5-3 0 0,-3 5 0 16,0 0-13-16,0 3-4 0,0 3 0 0,0-1 0 15,0 4-8-15,3-1 0 0,-3 3 0 0,0 0 0 16,0 2 0-16,0 1 0 0,-3-1-9 0,0 3 9 0,0 3 0 16,0 3 16-16,-3-1-2 0,3 6 0 15,-3-6-22-15,0 3-5 0,3-2-1 0,-3-1 0 0,0-2 14 16,0 0 0-16,1-5 0 0,-1-1 0 0,0 1 0 16,-3-1 13-16,3-2-2 0,0 3-1 0,0-6-10 0,-3 3-14 15,0-6 3-15,3 3 1 16,-3-2-21-16,3-3-4 0,3 0-1 0,-2-3 0 15,2 0-44-15,0-2-10 0,6-3-2 0</inkml:trace>
  <inkml:trace contextRef="#ctx0" brushRef="#br0" timeOffset="12838.162">11361 8253 1941 0,'0'0'55'0,"0"0"12"0,0 0-54 16,0 0-13-16,0 0 0 0,0 0 0 0,0 0 73 0,0 5 12 0,0 3 3 0,0-3 0 15,0 3-20-15,0 3-3 0,0-3-1 0,0 5 0 16,3-2-51-16,-3 2-13 0,0 3 0 0,0-3 0 16,0 3 0-16,0-3 0 0,0 0 0 0,0 1 0 15,0-1 0-15,0-3 0 0,0 4 0 0,0-4 0 16,0 3 0-16,-3-2 0 0,3 0 0 0,-3-3 0 15,3-1 0-15,0-1-16 0,-3-1 3 16</inkml:trace>
  <inkml:trace contextRef="#ctx0" brushRef="#br0" timeOffset="13035.739">11385 7970 1824 0,'-6'-6'76'16,"3"4"-60"0,3 2 80-16,0 0 16 0,-3-5 3 0,3 5 1 0,0 0-48 0,0 0-10 0,0 0-2 15,0 0 0-15,0 0-36 0,0 0-7 0,0 0-1 0,0 0-1 32,0 0-53-32,0 0-10 0,0 0-3 0</inkml:trace>
  <inkml:trace contextRef="#ctx0" brushRef="#br0" timeOffset="13662.602">11319 9594 2019 0,'0'0'57'0,"0"0"13"0,0 0-56 0,-2 6-14 0,-1-1 0 0,0 0 0 15,0 1 66-15,3 1 10 0,-3 1 3 0,0 0 0 16,3 0-31-16,-3 0-7 0,0 3-1 0,3-1 0 15,-3 1-20-15,3 2-5 0,0 0-1 0,-3-2 0 16,3 2-14-16,0 1 9 0,-3-1-9 0,3 0 8 16,0 0-8-16,0 0 0 0,0 1 0 0,0-4 0 15,0 3 0-15,-3 1 0 0,6-4-12 0,-6-2 12 16,3 3 0-16,0-3 0 0,0 0 0 0,0-3 0 16,0-5-168-16,0 0-27 15,0 0-5-15</inkml:trace>
  <inkml:trace contextRef="#ctx0" brushRef="#br0" timeOffset="13860.454">11364 9303 2206 0,'0'0'63'0,"0"0"13"0,0 0-61 16,0 0-15-16,0 0 0 0,-6 0 0 0,6 0 68 0,0 0 10 0,0 0 2 0,0 0 1 15,0 0-65-15,0 0-16 16,0 0 0-16,-3-2 0 16,3 2-103-16,-6-3-24 0</inkml:trace>
  <inkml:trace contextRef="#ctx0" brushRef="#br0" timeOffset="22125.439">19815 3355 1824 0,'0'0'38'0,"0"0"8"0,0 0-37 0,0 0-9 0,0 0 0 0,0 0 0 16,0 0 74-16,0 0 13 0,0 0 2 0,-3 5 1 16,0 3-34-16,0-2-6 0,3 2-2 0,-3 2 0 15,3 3 5-15,0-5 1 0,0 6 0 0,0 1 0 16,0 1-43-16,0 3-11 0,0-1 0 16,0 1 0-16,3-1 0 0,-3 4 0 0,0-1 0 0,0 0 0 15,0 0 0-15,0 3 0 16,0-3 0-16,0 6 0 0,0-1 30 0,0 3 4 0,0 3 1 15,0 5 0-15,0-3-22 0,0-2-4 0,0 2-1 16,0 1 0-16,0-3 11 0,0 2 1 0,0-2 1 0,0 5 0 16,0 0-21-16,-3 0 0 0,3 8 0 0,0-5 8 15,0-1 4-15,0-2 0 0,0 0 1 0,0 0 0 16,0 0-1-16,-3-2 0 0,0 2 0 0,3 0 0 16,-3 0-12-16,0-3 11 0,3 6-11 0,-3-6 10 15,0-2-10-15,3 0 0 0,-3-3 0 0,3-3 8 16,-3 1-8-16,0-6 0 0,-3 3 9 0,3-3-9 15,0 0 0-15,-3-2 0 0,3-1 0 0,0 1 8 16,0-3-18-16,0-3-3 0,0 0-1 0,0-2 0 16,0-3-24-16,0-3-5 0,0 0-1 0,3-5 0 15,0 0-152-15,0 0-32 0</inkml:trace>
  <inkml:trace contextRef="#ctx0" brushRef="#br0" timeOffset="24193.733">19868 3310 877 0,'0'0'18'0,"0"0"5"0,-6-3-23 0,0 1 0 0,6 2 0 0,-6 0 0 16,6 0 101-16,0 0 16 0,-6 0 3 0,6 0 1 16,0 0-97-16,0 0-24 0,0 0 0 0,0 0 0 15,0 0 56-15,0 0 7 0,0 0 1 0,0 0 0 16,0 0-14-16,0 0-2 0,0 0-1 0,0 0 0 16,0 0-24-16,6 2-5 0,0 1-1 0,0 0 0 15,0-3-17-15,3 0 0 0,0 0 0 0,0 2 0 16,3-2 48-16,3 3 5 0,0 2 2 0,3-5 0 15,2 0-25-15,1 3-5 0,3 2-1 0,0-5 0 16,3 3-4-16,-1-3-2 0,1 3 0 0,0-3 0 0,3 0 10 16,-3 0 3-16,5-3 0 0,1 0 0 0,3-2-31 15,3 5 0-15,2-3 0 0,1 3 0 0,0 0 0 16,-4-5 0-16,1 2 0 0,3 1 0 0,-1 2 0 16,7-3 0-16,3 0 0 0,2 1 0 0,-5 2 40 15,-4-3 1-15,1 3 1 0,6 0 0 0,-4-5-16 16,4 2-3-16,2 3-1 0,1 0 0 15,-3-5-22-15,-7 5-18 0,1-3 3 0,3 3 1 0,-1 0 22 0,1-5 5 0,-1 2 1 16,1 1 0-16,-6 2-14 0,-1 0-8 0,1 0 8 0,-6 0-13 16,-1-3 13-16,-2 0 0 0,-3 1 0 0,0-1 0 15,0 3 10-15,-1 0-10 0,1-5 8 0,3 5-8 16,-6-3 12-16,-1 3-2 0,1 3-1 0,0-3 0 16,-3 0-1-16,-3 5 0 0,-1-5 0 0,-2 0 0 15,3 3 4-15,-6-3 0 0,-3 0 0 0,3 0 0 16,-3 0 4-16,-3 0 2 0,0 0 0 0,0 0 0 15,-1 0-1-15,1 0 0 0,0 0 0 0,-3 0 0 16,0 0-17-16,0 0 0 0,0 0 0 0,-3 0 0 16,3 0 55-16,-3 0 7 0,0 0 2 0,-3 0 0 15,6 0-52-15,-6 0-12 0,3 0 0 0,-3 0 0 16,3 2 0-16,-3-2 0 0,6 0 0 0,-6 0 0 16,3 0 0-16,-3 0 0 0,0 0 0 0,0 0 0 15,6 6 33-15,-6-6 4 0,3 2 1 0,3 6 0 16,-6-8-22-16,0 0-5 0,3 3-1 0,0 2 0 15,-3 3-2-15,3-5-8 0,0 2 12 0,-3 3-4 16,3 0-8-16,0 0 0 0,-3 3 9 0,3-1-9 16,0 3 8-16,-3-2-8 0,3 2 8 0,-3 0-8 15,2 3 0-15,-2-2 8 0,0 1-8 0,3 1 0 0,-3 0 0 16,0 3 0-16,3-6 0 0,-3 3 0 0,3 0 0 0,-3-3 0 16,0 3 0-16,0-3 0 0,0 3 0 15,0-6 0-15,0 4 0 0,0 2 0 0,0-1 0 0,0 4 0 16,0-3 0-16,-3 5 0 0,3 3 0 0,0 0 0 15,0 5 0-15,0-3 0 0,0 3 0 0,0-5 0 16,0 3 0-16,0-4 0 0,0 1 0 0,0-3 0 16,0 1 0-16,0-1 0 0,0 3 0 0,-3-1 0 0,3 1 0 15,0 3 0-15,0 2 0 0,0 2 0 0,0 6 0 16,0-2 0-16,0 2 0 0,0-8 0 16,0 0 0-16,0 0 0 0,0 0 0 0,-3-2 0 0,3 2 0 0,-2 0 0 15,-1 3 0-15,3 2 0 0,-3 3 0 0,0 0 0 16,0-2 0-16,3-1 0 0,-3-2 0 0,0 0 0 15,0-3 0-15,0-3 0 0,0 1 0 0,0-1 0 16,-3 1 0-16,3 2 0 0,0 0 0 0,0 5 0 16,-3-7 0-16,3 4 0 0,0-2 0 0,0 1 0 15,0-4 0-15,0-2 0 0,0 0 0 0,0-1 0 16,-3-4 0-16,3-3 0 0,0 2 0 0,-3 1 0 16,3-3 0-16,0 2 0 0,-3-2 0 0,3 3 0 15,-3-1 0-15,3 3 0 0,0-2 0 0,-3 2 0 16,3 3 0-16,1-8 0 0,-1 2 0 0,0 1 0 15,3-1 0-15,-3-2 0 0,3-3 0 0,0 3 0 16,-3-2 0-16,3-4 0 0,0 1 0 0,-3-1 0 16,3 1 0-16,0-3 0 0,-3 2 0 0,3-2 0 0,0-2 0 15,-3 2 0-15,3-3 0 0,0-5 0 16,0 5 0-16,0 0 0 0,0-5 0 0,-3 6 0 0,3-6 0 16,0 0 0-16,0 0 0 0,-3 8 0 0,3-8 0 15,0 0 0-15,-3 5 0 0,3-5 0 0,0 0 0 0,-3 3 0 16,3-3 0-16,-6 5 0 15,6-5 56-15,-3 3 6 0,3-3 2 0,-6 2 0 0,0 1-52 0,-3-3-12 16,3 2 0-16,-3-2 0 0,0 3 0 0,0-3 0 0,-3 3 0 0,0-3 0 16,1 0 0-16,-4 2 0 0,0-2 0 15,-3 0 0-15,-3 3 0 0,0 2 0 0,0-5 0 0,-2 3 0 16,2 0 0-16,-3-1 0 0,0 4 0 0,0-1 0 16,3-2 0-16,1 2 0 0,-1-3 0 0,0 4 0 15,0-4 0-15,-3 1 0 0,1 0 0 0,-4-1 0 16,0 1 0-16,-3 0 0 0,0-1 0 0,-2 4 0 15,5-4 0-15,-3 1 0 0,3 2 0 0,-2-2 0 16,2-1 0-16,3 1 0 0,-3-3 0 0,0 3 0 16,1-3 0-16,-7-3 0 0,3 3 0 0,-3-3 0 15,4 3 0-15,-4-2 0 0,0 2 0 0,3 0 0 16,1-3 0-16,5 3 0 0,0 0 0 0,-3 0 0 16,6-2 0-16,-3-1 0 0,1 0 0 0,-1-2 0 15,-3 2 0-15,3-2 0 0,-3 2 0 0,1 1 0 16,2-1 0-16,-3-2 0 0,3 5 0 0,0-3 0 15,1 0 0-15,2 3 0 0,0-2 0 0,0 2 0 16,3-3 0-16,-3 1-15 0,4-1 3 0,-1 3 1 16,0-3 11-16,0 1 0 0,0-1 0 0,-3 0 0 15,3 1 0-15,-2 2 16 0,-1 0-4 0,3-3-1 16,-3 3-11-16,3 0 0 0,0 0 0 0,0 0 0 0,4 0 0 0,-4 0 0 16,3 0 0-16,0 0 0 0,0 3 0 15,0-3-16-15,3 0 4 0,0 2 1 0,0 1 11 0,1-3 0 0,2 0 0 16,-3 3 0-16,3-3 0 15,-3 0 0-15,-3 0 0 0,3 0 0 0,0 0 0 0,0 0 0 16,-3-3 0-16,4 3 0 0,-1 0 0 0,-3 0 14 0,0 0-2 16,0 0 0-16,0 0-12 0,3 0 0 15,-3 0 0-15,0 0 0 0,4 0 0 0,-1 0 0 0,-3 0 0 16,3 3 0-16,3-3 0 0,-3 0-18 0,3 0 4 16,0 0 1-16,0 0 13 0,3 0 0 0,0 0 0 0,0 0 0 15,6 0 0-15,-6 0 0 0,6 0 0 0,-3-3 0 16,3 3 0-16,0 0 16 0,-6-3-1 0,6 3-1 15,-3-2-23-15,3 2-5 0,-3-6-1 0,1 6 0 16,2-8 24-16,-3 3 5 0,3 0 1 0,0 0 0 16,0 2-24-16,0-2-5 0,0-3-1 0,0 2 0 15,0-2 15-15,0 0 0 0,0 1 0 0,-3-4 0 16,3 0 0-16,-3 1 0 0,3-3 8 0,-3-1-8 16,0 1 0-16,0-3 0 0,0-2 8 0,0-1-8 15,0 1 0-15,0-1 0 0,0-2 0 0,0 0 0 16,3 0 0-16,-3 2 0 0,0-2 0 0,3 2 0 15,-3 4 0-15,3-1 0 0,0 0 0 0,-3 0 0 16,3 0 13-16,0 3-4 0,-3 0-1 0,3-3 0 16,0 0-8-16,-3 3 0 0,3-1 0 0,0 1 0 15,0-3 0-15,-3 3 0 0,3 0 0 0,0 0 0 16,0-1 0-16,0 1 0 0,0 0 0 0,0 2 0 16,0-5 0-16,0 6 0 0,0-1 0 0,3 1 0 15,-3-4-49-15,3 4-12 0,3-3-3 0,0-1 0 16,0-1-204-16,6-4-42 0</inkml:trace>
  <inkml:trace contextRef="#ctx0" brushRef="#br0" timeOffset="24995.292">22458 3826 1268 0,'-12'-8'26'0,"12"8"7"0,-6 0-33 0,6 0 0 0,-6-5 0 0,6 5 0 15,0 0 99-15,0 0 13 0,0 0 2 0,0 0 1 16,0 0-35-16,0 0-8 0,0 0 0 0,0 0-1 16,0 0-26-16,0 0-5 0,6 0 0 0,0 0-1 15,0 5 9-15,3-5 1 0,3 0 1 0,0 0 0 16,3 0-10-16,0 0-1 0,-1 0-1 0,4 0 0 16,0 0-5-16,0 0-1 0,3 0 0 0,3 0 0 15,2-5-4-15,4 2 0 0,3 3-1 0,3-5 0 16,2 2-7-16,1 1-2 0,3-4 0 0,2 4 0 15,-2-1-4-15,0-5-1 0,2 0 0 0,1 0 0 16,3 6-2-16,-1-4-1 0,4 4 0 0,2-1 0 16,-2-5-10-16,-3 3-16 0,-1-3 4 0,4 3 1 15,-3 2 45-15,2 3 9 0,1-5 1 0,-1 5 1 16,-8-3-29-16,-3 3-5 0,-4-8-2 0,1 8 0 16,0-8 1-16,-3 8 0 0,2-3 0 0,-2 3 0 15,-3 0-10-15,0 0 0 0,-7 0 0 0,4 3 0 0,-6 0 0 16,-3 2 0-16,0-5 0 0,-3 3 0 15,-3 2 0-15,-1-5 0 0,1 3 0 0,-3 2 8 0,-3-5-8 0,3 3 0 0,-3-1 0 16,0 4 0 0,-3-1-56-16,3 0-6 0,-3-2-2 0,0 5 0 15,-3-3-109-15,3 3-23 0,-3 0-4 0</inkml:trace>
  <inkml:trace contextRef="#ctx0" brushRef="#br0" timeOffset="25642.82">22279 5300 1314 0,'0'0'37'0,"0"0"8"0,0 0-36 0,0 0-9 0,0 0 0 0,0 0 0 15,0 0 104-15,0 0 20 0,0 0 3 0,0 0 1 16,0 0-43-16,6 0-8 0,3 0-1 0,0 0-1 15,6 0-18-15,0 0-3 0,6 0-1 0,0 0 0 16,5 0 16-16,1 0 3 0,3 0 1 0,3 0 0 16,-4 0-28-16,4-3-5 0,0 1-2 0,6 2 0 15,2-8-17-15,4 8-3 0,3-3-1 0,2 0 0 16,-2 1 5-16,-1-1 1 0,4 3 0 0,0-3 0 16,2 3 14-16,4 0 3 0,2 0 1 0,-2 0 0 15,-4 0-33-15,-8 0-8 0,3 0 0 0,-7 0 0 16,1 0 0-16,0 0 0 0,-4-2 0 0,-2 2 0 15,-6 0-11-15,0 2-4 0,-7-2-1 0,1 3 0 16,-6-3 26-16,-6 0 5 0,0 0 1 0,-3 0 0 16,-3 0-16-16,0 0 0 0,-6 0 0 0,0 0 0 15,0 0-48-15,0 0-13 0,0 0-3 0,-9-5 0 16,0 2-153-16,-3-2-31 0</inkml:trace>
  <inkml:trace contextRef="#ctx0" brushRef="#br0" timeOffset="26335.991">22154 3781 1892 0,'3'-10'40'0,"-3"4"8"0,0-2-39 0,0 3-9 0,-3 0 0 0,0 2 0 15,0-5 108-15,-3 6 19 0,-2-4 4 0,-1 4 1 16,0-1-56-16,-3-2-12 0,-3 2-1 0,0 3-1 15,-3 0-35-15,0 0-7 0,0 3-2 0,1 2 0 16,-1 0-18-16,0 1 8 0,-3 4-8 0,6 1 0 16,0-1 0-1,0 1 0-15,6 2 0 0,0-2 0 0,4 2 0 0,-1 3 0 0,3-3 0 16,3 0 0-16,0 0-12 0,3 3 3 16,3-5 1-16,2 5 0 0,1-6 8 0,6 4-12 15,0-4 12-15,3 3-12 0,0-5 12 0,3 0-10 16,0 6 10-16,-1-7-10 0,1-1 10 0,0 2 0 0,-3 0 0 15,0 0 0-15,0 0 0 0,-6-3 0 0,2 3 0 0,-5-3 0 16,0 6 0-16,0-9 0 0,-3 4 0 0,-3-1 0 16,-3 3-16-16,0-3-2 0,0 0 0 0,-3 3 0 15,-3-2 66-15,-3-1 12 0,0 0 4 0,-6 0 0 16,4 3-52-16,-7-2-12 0,3-1 0 0,-6 0 0 16,3 3 0-16,-3-2 0 0,0 1 0 0,4-1 0 15,-1-1 0-15,-3 3 0 0,6-3 0 0,-3 1 0 16,3-1 0-16,3 3 0 0,0-6 0 15,1 1 0-15,2 2-48 0,0-2-13 16,3 0-3-16</inkml:trace>
  <inkml:trace contextRef="#ctx0" brushRef="#br0" timeOffset="26994.802">22029 5210 1579 0,'0'-5'32'0,"-3"-1"10"15,3 1-34-15,0 2-8 0,-3-2 0 0,3 0 0 0,-3 0 96 0,0 2 16 0,-3-2 4 0,3 2 1 31,-2 0-24-31,-1 1-5 0,0 2 0 0,-3-3-1 16,0 3-28-16,0 0-6 0,0 3-1 0,-3-3 0 16,0 5 10-16,3-2 2 0,-3-1 0 0,0 4 0 0,0-1-64 15,4 5 0-15,-4-4-9 0,3 4 0 0,3 1 9 0,0-3 12 0,0 5-2 0,3-2-1 16,0-1-9-16,3 1 0 0,0-1 0 16,0 4 0-16,3-4 0 0,0-2 0 0,3 3 0 15,3-1 0-15,0-2 0 0,0 3 0 0,2-3 0 0,1 0 0 16,0 0 0-16,3-3 0 0,0 0 0 0,0 1 0 15,0-1-12-15,0-3-4 0,0-2 0 16,2 3-1-16,-5 0 27 0,3-1 6 16,0-2 0-16,-3 3 1 0,3-3-116 0,-3 0-23 15,0 0-5-15</inkml:trace>
  <inkml:trace contextRef="#ctx0" brushRef="#br0" timeOffset="28299.22">17341 3847 1136 0,'3'-5'48'0,"0"2"-39"15,3 1 46-15,-3-4 9 0,0 4 1 0,3-1 1 16,-3 3-12-16,3-5-2 0,0 2-1 0,0 3 0 16,0 0 10-16,0-5 3 0,3 2 0 0,3 3 0 15,-4 0-16-15,4-5-4 0,3 5 0 0,0-3 0 16,3 3-19-16,0 0-4 0,3 3-1 0,3-3 0 15,-4 5-20-15,4-5 0 0,0 3 0 0,0 2 0 16,0-5 0-16,-1 3 0 0,-2 2 0 0,6-2 0 0,-3-1 56 16,0 1 6-16,2 0 2 0,4-1 0 15,0 6-44-15,3-8-8 0,-1 3-1 0,7 2-1 16,-6-5 11-16,0 0 3 0,2 3 0 0,-2-3 0 0,0 0 0 16,0 5 0-16,-1-5 0 0,1 0 0 0,6 0-3 15,-3 0 0-15,5-5 0 0,-2 5 0 0,-3 0-4 0,-4-3-1 16,1 3 0-16,0 0 0 0,0-5 0 0,-1 2-1 0,1 3 0 15,3-8 0-15,-1 8 0 0,1-2 0 0,3-1 0 16,-3 0 0-16,-4 3 1 0,-2-2 1 0,0 2 0 0,-3 0 0 16,-1-3-7-16,-2 3-2 0,3-5 0 0,0 5 0 15,-3-3 28-15,2 3 4 0,1-5 2 0,0 5 0 16,0 0-34-16,-3-3-8 0,2 3 0 0,1 0 0 16,-6 0 0-16,0 0 0 0,0 0 0 0,-3 0 0 15,-1 0 0-15,-2-5 0 0,3 5 0 0,-3 0 0 16,3-3 0-16,-3 3-16 0,3 0 4 0,0 0 1 15,-4 0 11-15,4 0 16 0,0-2-4 0,0 4-1 16,0-2-11-16,0 0 0 0,-3 0 0 0,2 0 0 16,-2 0 0-16,0 0 0 0,0 0 0 0,-3 0 0 15,0 3 0-15,-3-3 0 0,0 0 0 0,0 5 0 16,0-5-12-16,-3 0 1 0,3 0 1 0,-4 3 0 16,1 2-34-16,3-5-6 0,-3 3-2 0,0 2 0 15,3-2-152-15,-3-1-30 0,0 4-6 0</inkml:trace>
  <inkml:trace contextRef="#ctx0" brushRef="#br0" timeOffset="29752.824">18681 5424 1220 0,'-6'3'34'0,"0"-3"9"0,0 0-35 0,0 0-8 0,0 0 0 0,6 0 0 15,-3 0 71-15,3 0 12 0,-6 0 2 0,6 0 1 16,-6-3-16-16,6 3-3 0,0 0-1 0,0 0 0 16,0 0-10-16,-3 0-1 0,3 0-1 0,0 0 0 15,0 0-34-15,0 0-8 0,0 0 0 0,0 0-1 16,0 0 32-16,0 0 6 0,0 0 2 0,0 0 0 15,0 0-31-15,0 0-5 0,3-2-2 0,3-1 0 16,0 3-13-16,0 0 0 0,3-3 0 0,0 3 0 16,0 0 54-16,6 0 8 0,-4 0 2 0,1 0 0 15,3 0-52-15,3 0-12 0,0 0 0 0,3 0 0 16,-3 0 0-16,-1 3 0 0,1-3 0 0,3 0 0 16,-3 0 0-16,3 3 0 0,-3-3 0 0,0 0 0 15,-1 0 0-15,-2-3 0 0,0 3 0 0,3 0 0 16,0 0 0-16,-3-3 0 0,3 3 0 0,0-2 0 15,-1 2 0-15,1-3 0 0,3 3 0 0,-3-3 0 16,0 3 0-16,0 0 0 0,0 0 0 0,-1 0 0 16,1 0 54-16,0 0 8 0,-3 3 2 0,0-3 0 15,0 0-52-15,0 3-12 0,0-3 0 0,-1 0 0 0,-2 0 0 16,3 0 0-16,-3 0 0 0,0 0 0 0,3 0-14 16,-3-3-6-16,3 3 0 0,0 0-1 0,2-3 33 0,-2 3 8 15,3-2 0-15,0 2 1 0,0-3-21 0,0 3 0 16,0-3 0-16,-1 3 0 0,-2-2 0 0,3 2 0 15,-3 0 0-15,3 0 0 0,-6 0 0 0,3 0 0 0,0 0 0 16,-3 0 0-16,-1 0 0 0,-2-5 0 16,3 5 0-16,-3 0 0 0,-3 0 56 0,3 0 6 0,-3 0 2 0,0 0 0 15,0-3-52-15,0 3-12 0,0 0 0 16,0-3 0-16,-3 3 0 0,3 0 0 0,-3 0 0 16,0 0 0-16,3 0 0 0,0 0 0 0,-3-2 0 15,3 2 0-15,-1 0 0 0,1 0 0 0,0-3 0 0,0 3 0 16,0 0 0-16,0 0 0 0,0-3 0 0,0 3 0 15,-3 0 0-15,3 0 0 0,0 0 0 0,0 0 0 16,-3 0 0-16,-3 0 0 0,6 0 0 0,-6 0 0 16,0 0 0-16,3 0 0 0,-3 0 0 0,0 0 0 15,0 0-151-15,0 0-33 0,0 0-6 0</inkml:trace>
  <inkml:trace contextRef="#ctx0" brushRef="#br0" timeOffset="32393.792">11305 3747 1458 0,'0'0'30'0,"0"0"8"0,0 0-30 0,0 0-8 0,0 0 0 0,0 0 0 15,0 0 91-15,-3-3 17 0,3 3 3 0,0 0 1 16,-3 0-32-16,3 0-7 0,0 0-1 0,0 0 0 16,0 0-20-16,0 0-4 0,0 0 0 0,0 0-1 15,0 0-11-15,0 0-3 0,0 0 0 0,0 0 0 16,0 0-13-16,0 0-2 0,0 0-1 0,0 0 0 16,0 0-2-16,0 0-1 0,0 0 0 0,3 0 0 15,3 8-5-15,0-8-1 0,-1 3 0 0,1-1 0 16,3 1-8-16,-3 0 10 0,3-1-10 0,3 4 10 15,-3-4-10-15,6 1 8 0,-3 2-8 0,0-2 8 16,3 2-8-16,0-5 0 0,-1 3 0 0,4-1 8 16,0 4-8-16,0-4 0 0,3 6 0 0,-3-5 8 15,3 2-8-15,-4-2 0 0,4 2 0 0,0-2 0 16,-3-1 0-16,0 4 8 0,0-4-8 0,0 6 0 16,2-8 0-16,-2 3 0 0,3-3 8 0,0 5-8 15,3-5 0-15,5 3 0 0,-2 2 0 0,6-5 8 16,0 0-8-16,-1 0 0 0,1 0 9 0,6 0-9 15,-6 0 0-15,-1-5 9 0,4 2-9 0,3 3 0 0,0-5 8 16,5 2-8-16,1-5 0 0,2 3 0 0,-5 0 8 16,3 2-8-16,-4-5 9 0,4 3-9 15,0-3 8-15,2 3-8 0,4-3 0 0,3 0 9 0,-7 5-9 0,-2-5 12 16,-4 0-12-16,10 3 12 0,-6 0-12 16,5 2 0-16,4-5 0 0,-1 3 0 0,-5 0 8 15,-3-1-8-15,-1 4 0 0,4-1 8 0,0 3-8 16,-4-5 0-16,4 2 9 0,0-2-9 0,-4 5 9 15,1-3-9-15,-3 3 12 0,2 3-12 0,-5-3 0 16,0-3 0-16,-1 3 0 0,1 0 0 0,0 0 0 0,-1 0 0 0,1 0 0 16,3 0 0-16,-7 3 0 0,-2-3 0 0,0 5 0 15,0-5 0-15,-4 0 0 0,1 3 0 0,0-3 0 0,0 0 0 16,0 0 0-16,-1 5 0 0,1-5 0 0,0 0 0 16,0 3 0-16,-4-1 0 0,1 1 0 0,0 0 0 15,-3-1 0-15,0-2 0 0,-4 3 0 0,4-3 0 16,-3 0 0-16,3 0 0 0,-3 0 0 0,3 0 0 15,-1 0 8-15,4 0-8 0,0 0 0 16,-3 0 0-16,3 0 0 0,-4 5 0 0,4-5 0 0,-3 0 0 16,-3 0 0-16,3 3 0 0,-4-3 0 0,1 0 0 15,0 0 0-15,0 0 0 0,3 0 0 0,0-3 0 16,-1 3 8-16,1 0-8 0,0 0 0 0,3 0 0 16,-3 0 0-16,2 3 0 0,1-3 8 0,0 0-8 15,-3 5 0-15,0-5 10 0,-1 0-10 0,1 0 8 16,0 0-8-16,-3 0 0 0,3 0 0 0,-1 0-11 15,1 0 11-15,3 0 0 0,3 0 0 0,-3 0 0 16,2 3 0-16,1-3 0 0,0 2 0 0,0 4-8 0,-4-4 8 16,-2 1 8-16,3 0-8 0,0-1 11 15,-3 1-11-15,0 2 0 0,-1-5 0 0,4 3-11 0,0 2 11 16,0-2 0-16,-1-3 0 0,1 2 0 0,3 4 0 16,-6-4 0-16,3 1 8 0,-4 2-8 0,4-2 0 15,-6 2 0-15,3-2 0 0,-3 2 0 0,3-2 0 0,-4-1 0 16,1 1 0-16,3 0-8 0,0-1 8 15,0 6 0-15,2-8 0 0,-2 3 0 0,3 2 0 0,-3-5 0 16,3 0 0-16,-4 3 0 0,1 2 0 0,-3-5 0 0,0 0 10 16,0 3-10-16,-3-3 0 0,-1 2 0 0,1-2 0 0,0 3 0 15,-3 0 8-15,3-3-8 0,-3 0 0 16,3 0 0-16,0 0 8 0,-1 0-8 0,1 0 0 0,0 2 9 16,0-2-9-16,3 0 0 0,-3 0 9 0,0 0-9 15,-1 0 0-15,1 0 0 0,0 0 0 0,-3 0 8 16,3 0-8-16,-3 0 9 0,0 0-9 0,0 0 10 15,-1 0-10-15,-2 0 0 0,0 0 0 16,0 0 0-16,0-2 0 0,0 2 0 0,3 0 8 0,-3-3-8 16,0 3 10-16,0-3-10 0,2 3 12 0,-2 0-12 15,0-2 12-15,3 2-4 0,-3 0 0 0,3-3-8 16,-3 3 11-16,0 0-11 0,0 0 10 0,0 0-10 16,-1-5 9-16,1 5-9 0,3 0 8 0,-3 0-8 15,0-3 0-15,-3 3 8 0,3 0-8 0,0 0 0 0,-3 0 0 16,0 0 0-16,3-5 8 0,-4 5-8 15,1 0 0-15,0-3 0 0,0 3 9 0,0 0-9 0,-3 0 0 16,0-5 9-16,3 5-9 0,-3-3 0 0,0 3 8 16,0 0-8-16,0-2 0 0,0 2 0 0,0 0 9 0,0-3-9 0,0 0 0 15,0 3 9-15,3 0-9 0,-3-2 0 16,-1 2 0-16,1-3 0 0,3 3 8 16,-3 0-8-16,0 0 0 0,0 0 8 0,0-5-8 0,0 5 0 15,3 0 0-15,-3-3 0 0,0 3 0 0,0 0 0 16,0 0 0-16,0 0 0 0,0 0 0 0,0 0 0 15,0 0 0-15,0 0 0 0,0 0 0 0,0-5 8 0,-1 5-8 16,-2 0 0-16,3 0 0 0,-6 0 0 0,6 0 0 0,-3 0 0 16,-3 0 0-16,6 0 0 0,-6 0 0 0,6 0 0 15,-6 0-13-15,0 0-8 0,0 0-2 0,0 0 0 16,0 0-44-16,0 0-9 0,0 0-1 16</inkml:trace>
  <inkml:trace contextRef="#ctx0" brushRef="#br0" timeOffset="33450.337">10632 3752 1552 0,'0'-8'44'0,"3"-2"10"0,0 4-43 0,-3 1-11 0,6-3 0 0,-6 0 0 15,3 0 104-15,-3 3 20 0,3 0 3 0,0-3 1 16,-3 5-52-16,0-5-9 0,0 3-3 0,-3-1 0 16,-3 1 0-16,0 2 0 0,3 1 0 0,-6-3 0 15,3 2 0-15,-6 3 0 16,0-5 0-16,0 5 0 0,0 0-51 0,0 0-13 0,-2 5 0 16,-1-5 0-16,-3 8 0 0,0-8 0 0,0 5 0 15,-6 3 0-15,3 0 28 16,-2 0 2-16,-4 3 1 0,3-1 0 15,0 6-50-15,-3 3-9 0,7 2-3 0,-4 5 0 0,6-5 31 0,0 6 0 0,3-1 0 16,3 3 0-16,3-5 0 0,3 3 0 0,0-4 0 0,3 1 0 16,0-3-11-16,3 1 11 0,3-4-12 15,0 3 12-15,0-2 0 0,6 5 0 0,0-3 8 0,0-3-8 16,3 1-45-16,3 2-15 16,3-3-4-16,0 1 0 0,0-3 55 0,2 0 9 0,1-3 0 0,0-2 8 15,0-1-24-15,0-5-4 0,0 6 0 0,-1-8-1 16,-2-3-21-16,0 5-4 0,-3-5-1 15,0-5 0-15,0 2 38 0,0-2 9 0,3-1 0 0,-4-1 0 16,1-1 0-16,-3 0 0 0,3-3 0 0,-3 0 0 16,-3 1 0-16,3-1 0 0,-3 1 0 0,-3 2 0 15,0-5 20-15,0 2 0 0,-3 3 0 0,0 3 0 16,0-3 15-16,0-3 2 0,-3 6 1 0,0-3 0 16,0 5 3-16,0 3 1 0,0-2 0 0,0 2 0 15,0 0-10-15,0 0-3 0,0 0 0 0,0 0 0 16,0 0-10-16,0 0-3 0,0 0 0 0,0 0 0 15,0 0-7-15,0 2-1 0,0 6-8 0,0 3 12 16,0-1-12-16,0 1 9 0,0 0-9 0,0 2 8 16,0 0-8-16,3 0 0 0,-3 6 0 0,0-9 0 0,0 4 8 15,2 2-8-15,-2-3 0 0,0 0 8 0,0 0-8 0,0-2 0 16,0 2 0-16,0-2 0 0,0-1 0 0,0-2 0 0,0 3 0 16,0-3 8-16,-2 0-19 0,2-3-4 0,0 3-1 15,0-3 0 1,-3 0-29-16,3-5-7 0,0 0 0 0,0 0-1 15,0 0-148-15,0 0-30 0</inkml:trace>
  <inkml:trace contextRef="#ctx0" brushRef="#br0" timeOffset="33799.059">10674 3977 1579 0,'0'0'32'0,"0"0"10"15,0 0-34-15,0 0-8 0,0 0 0 0,0 0 0 16,0 0 104-16,0 0 20 0,0 0 3 0,0 0 1 16,0 0-52-16,0 0-9 0,0 0-3 0,0 0 0 15,0 0 0-15,0 0 0 0,0 0 0 0,0 0 0 16,0 0 0-16,0 0 0 0,0 0 0 0,0 0 0 15,0 0-51-15,0 0-13 0,0 0 0 0,0 0 0 16,0 0 54-16,3 3 8 0,-3-3 2 0,0 8 0 16,0-8-52-16,3 7-12 0,-3-4 0 0,0-3 0 0,0 0 0 0,-3 3 0 15,3-3 0-15,0 0 0 0,0 0 0 0,0 0 0 16,0 0 0-16,0 0 0 0,0 0 0 0,0 0 0 0,0 0 0 0,0 0 0 31,0 0-168-31,0 0-36 0</inkml:trace>
  <inkml:trace contextRef="#ctx0" brushRef="#br0" timeOffset="36423.138">18669 5358 1250 0,'0'0'52'0,"0"0"-41"16,0 0 85-16,0 0 18 0,0 0 3 0,-3 5 1 16,-3 1-31-16,3-1-7 0,0 0 0 15,0 1-1-15,0-1-31 0,0 3-7 0,3-3-1 0,-3 0 0 31,0 3-15-31,3 0-3 0,0-2-1 0,-3 2 0 0,3-1-1 16,0 4-1-16,3-3 0 0,-3 3 0 16,0-3-7-16,3-1 0 0,0 4-1 0,-3 0 0 0,3-1-11 0,0-2-12 15,-3 3 2-15,3-1 1 0,0 1 32 0,-3 2 6 0,0-5 2 0,3 3 0 16,-3-3-20-16,0 2-11 0,3 1 12 16,-3-1-12-16,0 1 11 0,0-3-11 0,0 0 10 0,0 2-10 15,3 1 8-15,-3 0-8 0,0-4 0 0,0 9 9 16,3-8-9-16,-3 3 0 0,0-1 0 0,0 6 8 15,3-2-8-15,-3-1 0 0,0 3 0 0,0 0 0 16,0-1 0-16,0 1 0 0,0 0 0 0,3 0 0 16,-3 0 0-16,0-3 0 0,3 3 0 0,-3 0 0 15,0-3 0-15,0 0 0 0,0 1 9 0,0-4-9 16,0 3 12-16,0-2-1 0,0-3-1 0,0 5 0 16,0-2 3-16,0-3 1 0,0 2 0 0,0-2 0 15,0 0-14-15,0 3-13 0,0-3 2 0,0 2 1 16,-3-2 10-16,3 3 0 0,0-1 0 0,0 1 0 15,-3 0 49-15,3 2 12 0,0-3 3 0,0 4 0 16,-3-1-52-16,3 0-12 0,0 0 0 0,0 3 0 16,-3-3 0-16,3 1 0 0,0 1 0 0,0-1 0 15,-3 2 0-15,3-3 0 0,0 0 0 0,0-2 0 16,0 2 0-16,0 0 0 0,0-2 0 0,0 2 0 16,0-3 0-16,0 1 0 0,0 0 0 0,0 2 0 15,0-5 0-15,0 2 0 0,0 1 0 0,0 0 0 0,0-1 0 0,3-2 0 16,-3 3 0-16,0-1 0 15,0 1 0-15,3 2 0 0,-3 0 0 0,0 1 0 0,0-1 0 16,0 3 0-16,0 0 0 0,0-1 0 0,0 1 0 16,3 0 0-16,-3 0 0 0,0 0 0 0,0 0 0 0,0 0 0 0,0-3 0 15,0 0 0-15,0 0 0 0,0 1 0 0,0-4 0 0,0 3 0 16,-3-2 0-16,3 0 0 0,0-4 0 0,0 4 0 16,0 0 0-16,0-3 0 0,0 2 0 0,0 1 0 15,0-3 54-15,0 0 8 0,0 2 2 0,0 1 0 16,-3-3-52-16,3 2-12 15,0 1 0-15,0 2 0 0,-3-2 0 0,3 2 0 0,0 0 0 0,0 3 0 16,0-3 0-16,-3 1 0 0,3-1 0 0,0 3 0 16,0-3 0-16,0 3 0 0,0-3 0 15,0 0 0-15,0-2 0 0,0-1 0 0,0 1 0 0,0 0 0 16,0-4 0-16,0 4 0 0,0-3 0 0,0 0 0 16,0 0 0-16,0-3 0 0,0 3 0 0,0 0 0 15,0 0 0-15,0-3 0 0,0 3 0 0,0-3 0 16,0 1 0-16,3-1 0 0,-3-5 0 0,0 5 0 15,0 3 0-15,0-2 0 0,0-6 0 0,0 5 0 16,0 0 0-16,3 0 0 0,-3-5 0 0,0 8 0 16,0-2 0-16,0-1 0 0,0 0 0 0,0 1 0 15,0-6 0-15,0 5 0 0,3 0 0 0,-3 0 0 16,0-5 0-16,0 8 0 0,0-2 0 0,0-1 0 16,0 0 0-16,3 3 0 0,-3-2 0 0,0-1 0 15,0 3 0-15,3-3 0 0,-3 0 0 0,0 1 0 0,0 2 0 0,3-3 0 16,-3 0 0-16,0 0 0 15,3 3 0-15,-3 0 0 0,0-2 0 0,3 2 0 0,-3-3 0 0,3 3 0 16,-3-3 0-16,0 0 0 16,3 3 0-16,-3-2 0 0,0 2 0 0,3-3 0 0,-3 0 0 15,0 3 0-15,3-5 0 0,-3 5 0 0,0-3 0 0,0-2 0 0,2 2 0 16,-2 0 0-16,0 0 0 0,0 1 0 0,0-1 0 16,0 0 0-16,0 1 0 0,0-1 0 0,0-5 0 0,0 5 0 15,0 0 0-15,0 1 0 0,0-6 0 0,0 5 0 16,0 0 0-16,0-5 0 0,0 6 0 0,0 2 0 15,0-8 0-15,0 5 0 0,0-5 0 0,0 5 0 16,0 0 0-16,0-5 0 0,0 6 0 0,0-6 0 16,0 5 0-16,0-5 0 0,0 0 0 0,0 8 0 15,0-8 0-15,0 5 0 0,0-5 0 0,0 6 0 16,0-6 0-16,0 5 0 0,0-5 0 0,0 0 0 16,0 8 0-16,0-8 0 0,0 0 0 0,0 5 0 15,0-5 0-15,0 0 0 0,0 8 0 0,0-8 0 16,0 0 0-16,0 5 0 0,0-5 0 0,0 0 0 15,0 6 0-15,0-6 0 0,0 0 0 0,0 5 0 16,0-5 27-16,0 8 2 0,0-8 1 0,0 5 0 16,0-5-48-16,0 0-10 0,0 0-1 0,0 8-1 15,0-8 55-15,0 5 11 0,0-5 3 0,0 0 0 16,0 6-63-16,0-6-12 0,0 0-2 0,0 0-1 16,0 0 39-16,0 5 0 0,0-5 0 0,0 0 0 15,0 0-59-15,0 0-4 0,0 0-1 0</inkml:trace>
  <inkml:trace contextRef="#ctx0" brushRef="#br0" timeOffset="40137.555">17794 9213 1143 0,'0'0'48'0,"0"0"-38"16,0 0 78-16,0 0 16 0,0 0 4 0,0 0 0 15,0 0-27-15,0 0-5 0,0 0 0 0,0 0-1 16,0 0-23-16,0 0-5 0,0 0-1 0,0 0 0 15,0 0-12-15,0 0-2 0,0 0-1 0,0 0 0 16,0 0-8-16,0 0-2 0,0 0 0 0,0 0 0 16,0 0-1-16,0 0-1 0,0 0 0 0,0 0 0 15,0 0 0-15,6 6 0 0,-3-4 0 0,2 1 0 16,1 0-3-16,0-3-1 0,0 2 0 0,3-2 0 16,-3 0-7-16,3 3 0 0,3-3-8 0,-3 3 12 15,3-3-12-15,3 0 0 0,-3 0 8 0,3 0-8 16,-1 0 0-16,4 0 0 0,0 0 0 0,3 0 0 15,0 0 0-15,0 0 0 0,2 0 0 0,1 0 0 16,0 2 10-16,-3-2-10 0,3 3 10 0,3-3-10 16,-1 2 8-16,4-2-8 0,3 0 0 0,3 0 9 15,2 0-9-15,1 0 8 0,3 0-8 0,-1 0 8 16,1 0-8-16,0 0 0 0,-1 0 0 0,4 0 0 0,0 0 0 16,2 0 8-16,1-2-8 0,2 2 0 15,-2 0 0-15,-3 0 0 0,2 0 0 0,4 0 0 0,-3-3 9 0,2 3-9 16,1 0 10-16,2-2-10 0,-5 2 12 0,3 0-3 15,-4 2-1-15,7-2 0 16,-4 0-8-16,4 0 12 0,0 0-12 0,2 0 12 0,-5 0-12 0,-1 0 0 0,-2 0 9 0,3 0-9 16,-4 0 8-16,4 0-8 15,-4 0 10-15,4 3-10 0,-3-3 10 0,-7 2-10 0,4-2 10 0,0 0-10 16,-4 3 15-16,4-3-3 0,0 0-1 0,2-3 0 16,-5 3-2-16,-3 0 0 0,-1-2 0 0,4 2 0 15,-6 0 0-15,5 0 0 0,-2 0 0 0,3 0 0 16,-7 0 0-16,1 0 0 0,3-3 0 15,-3 3 0-15,-4 0-1 0,1-2-8 0,-3 2 12 0,0 0-4 16,-1 0-8-16,4 0 10 0,-3-3-10 0,3 3 10 16,-1 0-10-16,-2 0 8 0,3-3-8 0,0 3 8 15,-4 0-8-15,-2 0 0 0,3-2 9 0,-3 2-9 16,0 0 0-16,-4 0 9 0,1 0-9 0,0 0 0 16,0 2 9-16,3-2-9 0,-4 0 0 0,4 0 9 15,0 0-9-15,-3 0 0 0,0 0 0 0,-1 0 0 16,1 0 0-16,0 0 8 0,-3 0-8 0,0 0 0 15,0 0 0-15,-4 0 0 0,1 0 8 0,-3 3-8 16,3-3 0-16,-3 3 0 0,0-3 9 0,3 0-9 16,-4 0 0-16,4 0 0 0,-3 0 0 0,0 0 8 0,0 0-8 15,0 0 8-15,0 0-8 0,0-3 8 16,0 3 3-16,-1-3 1 0,1 3 0 0,0-2 0 0,-3-1-12 0,3 0 12 16,0 1-12-16,0 2 12 0,0 0-12 0,-3-3 0 15,2 0 9-15,-2 3-9 0,0 0 0 0,0-2 9 0,0 2-9 0,-3 0 0 16,0 0 10-1,0 0-10-15,0-3 8 0,0 3-8 0,0 0 8 0,-3 0-8 16,0 0 0-16,2 0 8 0,-2 0-8 0,0 0 8 16,3 0-8-16,-3 0 8 0,3 0-8 0,-3 0 0 15,0 0 0-15,3 0 8 0,-3 0-8 0,0 0 0 0,3 0 0 0,-3 0 0 16,0 0 0-16,3 0 0 0,-3 0 0 0,0 0 0 16,0 3 0-16,-1-3 0 0,1 0 0 0,0 0 0 15,0 2 0-15,0-2 0 0,-6 0 0 0,6 0 8 16,-3 0-8-16,3 0 0 0,0 0 0 0,-6 0 0 15,3 0 0-15,-3 0 0 0,6-2 0 0,0 2 0 16,-6 0 0-16,6 0 0 0,-3-3 0 0,3 0 0 16,-3 1-17-16,3-1-9 0,-3 0-2 0,3-2 0 15,-3-3-151-15,3-2-30 0</inkml:trace>
  <inkml:trace contextRef="#ctx0" brushRef="#br0" timeOffset="42386.903">23753 5311 1257 0,'0'0'26'0,"0"0"6"0,0 0-32 0,0 0 0 0,0 0 0 0,0 0 0 16,0 0 93-16,0 0 12 0,0 0 3 0,0 0 0 16,0 0-22-16,0 0-4 0,0 0-1 0,0 0 0 15,0 0-17-15,0 0-4 0,0 0-1 0,0 0 0 16,0 0-11-16,0 0-1 0,0 0-1 0,0 0 0 16,0 0-4-16,0 0-1 0,0 0 0 0,0 5 0 15,0-5-5-15,3 8 0 0,-3-3-1 0,0 0 0 16,0 3-7-16,0-2 0 0,0-1-1 0,0 3 0 15,0-3-8-15,0 3-2 0,0 0 0 0,0 3 0 16,0-4-7-16,0 4-2 0,0-3 0 0,0 3 0 16,0-1 1-16,0 1 0 0,0 2 0 0,0 0 0 15,0-2-1-15,3 2 0 0,-3-2 0 0,0 2 0 16,0 0 0-16,0-2-8 0,0-1 12 0,0 6-4 16,-3-8-8-16,3 3 12 0,0-1-12 0,0 3 12 0,-3-2-12 15,3 0 0-15,0 2 0 0,0-5 8 16,-3 2-8-16,3 1 10 0,0-3-10 0,0 0 10 15,-3 2-10-15,3-2 12 0,0 3-12 0,-3-3 12 16,3 2-4-16,-3 1-8 0,3 0 12 0,-3 2-4 0,3-3-8 0,-3 1 10 0,0 0-10 16,0 2 10-16,0-3-10 0,3 1 8 0,-3 0-8 15,0 2 8-15,3-3-8 0,0 1 0 0,-3 0 0 0,3-1 0 16,-3 1 0-16,3-1 8 0,0-2-8 0,-3 3 0 16,3-3 0-16,0 0 0 0,0 0 8 0,0 0-8 15,0-3 0-15,0 3 0 0,0 0 9 0,-3 0-9 16,3-3 0-16,0 3 0 0,0 0 0 0,0-3 8 15,0 3-8-15,0-3 0 16,0 3 8-16,-3-2-8 0,3-1 0 0,0 0 8 0,-3 1-8 16,3 1 0-16,0-7 8 0,0 6-8 0,0-1 8 0,-3 3-8 15,3-3 8-15,0 1-8 0,-3 1 8 0,3-1-8 16,0-1 0-16,-3 0 8 0,3 3-8 0,0-2 0 16,-3 2 0-16,3-1 9 0,0 1-9 0,-3 0 0 15,3 0 8-15,0 0-8 0,-3 3 0 0,3-3 0 16,-3 0 0-16,3 2 0 0,-3 1 0 0,3-1 0 15,-3 4 8-15,3-4-8 0,-3 3 0 0,3 1 0 16,-3-4 0-16,3 4 0 0,-3-1 0 0,0 0 0 16,3 0 0-16,0 0 8 0,-3 1-8 0,3-1 0 15,0 0 11-15,-2 3-11 0,2-3 10 0,0 3-10 16,0-3 10-16,0 3-10 0,0 0 10 0,0 0-10 16,0 2 8-16,0 1-8 0,0 2 0 0,0 3 0 0,0-3 8 15,2 3-8-15,-2 2 0 0,0-2 0 0,0 0 9 0,3 0-9 16,-3 0 8-16,0-3-8 0,0-3 8 15,3 4-8-15,-3-7 0 0,0 7 8 16,0-7-8-16,3 4 0 0,-3-3 9 0,0 0-9 0,0 2 0 0,0 1 9 16,0-1-9-16,0 3 0 0,0-2 8 0,0 0-8 0,0-1 0 15,0 3 0-15,0-5 0 0,0 0 0 0,0 0 8 16,0 0-8-16,-3-3 0 0,3 0 0 0,0-2 8 16,0-1-8-16,-3 1 0 0,3 0 0 0,0-4 0 0,0 4 0 15,-3-3 8-15,3 0-8 0,-2-3 0 0,-1 0 0 16,0 3 9-16,3-8-9 0,0 6 0 0,-3-1 9 15,0 0-9-15,3 3 0 0,0-8 0 0,-3 6 0 16,0 1 0-16,0-4 0 0,0 2 0 0,0 1 0 16,0-1 0-16,0 0 0 0,3-5 8 0,-3 8-8 15,0-2 0-15,0-1 0 0,0 0 0 0,0 0 0 16,0 3 0-16,3-2 0 0,0-1 0 0,-3 0 0 16,3 3 0-16,-3-3 0 0,3 1 0 0,-3 2 0 15,3 0 0-15,0-3 0 0,-3 3 0 0,3 0 0 16,0-3 0-16,0 3 0 0,0 0 0 0,0 0 0 15,-3 0 0-15,3 0 0 0,0 0 0 0,0 2 0 16,0-2 0-16,0 0 0 0,0 0 0 0,0 0 0 16,-3 0 0-16,3 0 0 0,0 0 0 0,0 0 0 15,-3 0 0-15,3 0 0 0,0 0 0 0,0 0 0 16,0-1 0-16,0-1 0 0,0 2 0 0,0-3 0 16,-3 0 0-16,3 1 0 0,0 2 0 0,0-3 0 15,0 3 0-15,0 0 0 0,0-3 0 0,0 3 0 16,0-3 0-16,0 3 0 0,0-3 0 0,0 1 0 0,0 2 0 15,0-3 0-15,0 0 0 0,0 3 0 16,-3 0 0-16,3-3 0 0,0 3 0 0,0 0 0 0,0 0 0 0,0 0 0 16,0 0 0-16,0 3 0 0,0-3 0 15,0 2 0-15,0 1 0 0,0-1 0 0,0 1 0 0,0 0 0 0,0-1 0 0,0 1 0 16,0-1 0-16,0 1 0 0,0-1 0 0,0-2 0 16,-3 6 0-16,3-6 0 0,0 0 0 0,0 2 0 15,0-2 0-15,0 0 0 0,0 0 0 0,0 0 0 16,0 0 0-16,0 0 0 0,0-3 0 0,0 0 0 15,0 1 0-15,0-1 0 0,0 0 0 0,0 0 0 16,0-5 0-16,0 8 0 0,0-2 0 0,-3-1 0 16,3 0 0-16,0-5 0 0,0 8 0 0,0-2 0 15,0-6 0-15,0 7 0 0,0-7 0 0,0 6 0 16,0-6 0-16,0 8 0 0,0-8 0 0,0 5 0 16,0-5 0-16,0 8 0 0,0-8 0 0,0 5 0 15,0-5 0-15,0 0 0 0,0 6 0 0,0-6 0 16,0 0 0-16,0 7 0 0,0-7 0 0,0 0 0 15,3 6 0-15,-3-6 0 0,0 0 0 0,3 5 0 16,-3-5 0-16,3 3 0 0,-3-3 8 0,3 5-8 16,-3-5 0-16,3 3 0 0,3-1 0 0,-3 1 0 15,-3-3 0-15,6 3 0 0,0-1 0 0,-3 1 0 16,3-1 0-16,0-2 0 0,0 3 0 0,0 0 0 16,0-3 0-16,3 2 0 0,-1-2 0 0,-2 3 0 0,3-3 0 15,3 0 0-15,-3 3 0 0,3-3 0 0,-3 2 0 16,3-2 0-16,3 3 0 0,-3-3 0 0,0 0 0 15,0 0 0-15,-1 0 0 0,1 0 0 16,-3 0 0-16,3 0 0 0,0 0 0 0,0 0 0 0,-3 0 0 0,3 0 0 0,0 0 0 16,0 0 0-16,0 0 0 0,-3 0 0 15,-1 0 0-15,4 0 0 0,-3 0 0 16,0 0 0-16,0 0 8 0,0 0-8 0,3 0 0 0,-3 0 0 16,0 0 0-16,-3 3 0 0,3-3 0 0,0 0 0 0,0 0 0 15,0 2 0-15,2-2 0 0,-2 0 0 0,0 0 0 0,3 0 0 16,-3 3 0-16,3-3 0 0,-3 0 0 0,0 0 0 15,0 0 0-15,0 0 0 0,0 0 0 0,0 0 0 16,0 0 0-16,-4 0 0 0,4 0 0 0,-3-3 0 16,0 3-24-16,-3-2 2 0,-3 2 1 0,3 0 0 15,-3 0-137-15,6 0-27 0,-3-3-6 16</inkml:trace>
  <inkml:trace contextRef="#ctx0" brushRef="#br0" timeOffset="43462.233">22476 9287 1123 0,'0'0'32'0,"0"-5"7"16,0 0-31-16,0 0-8 0,0-1 0 0,0 1 0 16,0 0 44-16,3-3 8 0,-3 2 2 0,3 1 0 15,-3 0-8-15,3 0-2 0,-3 5 0 0,0 0 0 16,0-6 10-16,0 6 2 0,0 0 0 0,0 0 0 16,0 0 10-16,0 0 2 0,0 0 1 0,0 0 0 15,0 0-16-15,0 0-3 0,0 0-1 0,6 0 0 16,0 3-8-16,0-3-1 0,0 3-1 0,0-1 0 15,2-2-3-15,1 3 0 0,3 0 0 0,-3-1 0 16,3-2-4-16,3 3 0 0,-3-3-1 0,3 2 0 16,3-2-8-16,-1 3-2 0,1-3 0 0,3 3 0 0,0-3 12 15,6 0 3-15,-3 0 0 0,2 0 0 0,1 0-48 16,3 0-8-16,-3 0-3 0,0 0 0 0,-1 0 37 0,1-3 7 16,-3 3 2-16,0-3 0 0,3 3-23 0,-4 0-10 0,1-2 1 15,0 2 0-15,0-3 9 0,3 3 12 0,-4-2-2 16,1-4-1-16,0 4-9 0,0-1 0 0,0 0 0 0,-4 1 0 15,1-1 12-15,0 0 1 0,0 1 0 0,0-1 0 16,-3 0-13-16,0 1 9 0,-1-1-9 0,1 3 8 16,0 0-20-16,0-3-4 0,0 3 0 0,0 0-1 15,0 0 17-15,-1 0 0 0,4 0 0 0,-3 0 0 16,3 0 48-16,-3 0 12 0,0 0 4 0,0 0 0 16,-1 0-52-16,-2 0-12 0,0 0 0 0,0 0 0 15,0 0 0-15,0 0 0 0,0 0 0 0,0 3 0 16,-4-3 0-16,1 0 0 0,0 0 0 0,0 0 0 15,-3 3 0-15,3-3 0 0,-3 0 0 0,0 2 0 16,3-2 0-16,0 0 0 0,0 0 0 0,0 0 0 16,-4 0 0-16,1 0-12 0,3 0 3 0,-3 0 0 15,0 0 9-15,3 0 12 0,0-2-2 0,-3 2-1 16,3 0-9-16,-3 0 0 0,3 0 0 0,-3 0 0 16,0 0 0-16,2 0 0 0,-2-3 0 0,-3 3 0 15,3 0 0-15,3 0 0 0,-3-3 0 0,0 3 0 16,0 0 0-16,-3 0 0 0,3-2 0 0,0 2 0 15,0 0 0-15,-3 0 0 0,3 0 0 0,-3 0 0 16,-1 0 0-16,4 0 0 0,-3-3 0 0,0 3 0 0,0 0 0 0,0 0 0 16,-3 0 0-16,3 0 0 0,-3 0 0 0,-3 0 0 15,6 0 0-15,-6 0 0 16,3 3 0-16,-3-3 0 0,6 0 0 0,-6 0 0 0,0 0 0 0,3 2 0 16,-3-2 0-16,0 0 0 0,6 3 0 0,-6-3 0 0,3 0 0 0,-3 0 0 15,0 0 0-15,0 0 0 0,0 0 0 16,3 0 0-1,-3 0 0-15,0 0 0 0,6 0 0 0,-3-3 0 16,3-2-152-16,-3 0-32 0,0 0-6 0</inkml:trace>
  <inkml:trace contextRef="#ctx0" brushRef="#br0" timeOffset="45118.104">23940 7890 1337 0,'-6'-2'28'0,"0"-4"6"15,3 4-34-15,-3-4 0 0,3 4 0 0,3 2 0 0,-5-3 58 0,5 3 5 0,-3-5 1 0,3 5 0 16,0 0 51-16,0 0 10 0,0 0 3 0,0 0 0 16,0 0-52-16,0 0-9 0,0 0-3 0,0 0 0 15,0 0 0-15,0 0 0 0,0 0 0 0,0 0 0 16,0 0-51-16,6 3-13 0,-4-1 0 0,4 3 0 16,-3-2 54-16,3 2 8 0,0 1 2 0,-3-1 0 15,3 3-52-15,0 0-12 0,3 0 0 0,-3 2 0 16,3-2 16-16,0 6 1 0,0-4 0 0,3 3 0 15,-3-2-1-15,0 2 0 0,3-2 0 0,-1 2 0 16,-2 0-4-16,0 0-2 0,3 3 0 0,0-2 0 16,-3-1-10-16,0 0 12 0,3 0-12 0,-3 1 12 15,0-1-2-15,3 3 0 0,-3-3 0 0,0 3 0 16,-1 2-10-16,1 1 10 0,0-3-10 0,0 5 10 16,-3 0-10-16,0-3 0 0,3 4 0 0,-3-1 0 15,0 0 0-15,-3-2 0 0,3-1 0 0,-3 3 0 16,3-5 0-16,-3 3 0 0,0-1 0 0,-3-2 0 15,3 0 0-15,-3-3 0 0,3 3 0 0,-3 0 0 16,0 0 0-16,0 0 0 0,0-1 0 0,0 1 0 16,0 3 53-16,-3-3 9 0,3 2 2 0,0 1 0 15,0-1-52-15,-3 1-12 0,3-1 0 0,0 1 0 16,-3-3 0-16,3-3 0 0,0 3 0 0,-3 0 0 0,3-3 0 16,-3 0 0-16,3 3 0 0,-3-3 0 0,3 1-11 0,-3-1-5 0,3 0 0 15,-3 0-1-15,3-2 17 0,-3 2 0 16,0-2 11-16,0 2-11 0,0 0 0 0,0 0 0 0,0 1 0 15,0-1 0-15,0 0 8 16,0 0-8-16,-3 3 0 0,3-3 0 0,-3 1 0 0,0-1 0 0,3 0 0 0,-6 0 0 16,6 1 13-1,-3-4-4-15,1 1-1 0,-4-1 0 0,3 3-8 0,0-2 0 0,0 0 0 0,0-1 0 16,0-2 0-16,3 3 0 0,-3-3 0 0,0 0 0 16,0 0 0-16,0 0 0 0,0-1 0 0,0 1 0 15,0-2 0-15,-3 2 0 0,3 0 0 0,0-3 0 16,0 0 0-16,0 0 0 0,0 1 0 0,-2-4 0 15,2 4 0-15,0-1 0 0,0-2 0 0,-3 2 0 16,3-2 0-16,-3 2 0 0,3 0 0 0,-3 0 0 16,0 1 0-16,0-1 0 0,3 0 0 0,-3 1 0 15,0-1 0-15,0 3 0 0,0-6 0 0,1 6 0 16,-1-2 0-16,0 2 0 0,3 0 0 0,-3-3 0 16,0 3 0-16,3-3 0 0,-3 3 0 0,3-3 0 15,0 1 0-15,-3-1 0 0,3 0 0 0,0 0 0 16,-3 1 0-16,3-1 0 0,-3-2 0 0,0 2 0 15,4 0 0-15,-4 1 0 0,0-1 0 0,-3 0 0 16,3 0 0-16,3 1 0 0,-3-1 0 0,0 0 0 16,3 1 0-16,0-1 0 0,0-2 0 0,-3 2 0 15,3 0 0-15,-3-2 0 0,3 2 0 0,0-2 0 16,0 2 0-16,1-2 0 0,-1-1 0 0,0 1 0 0,3 0 0 16,-3-1 0-16,3 1 0 0,3-3 0 0,-6 3 0 0,3-1 0 15,3-2 0-15,-6 3 0 0,6-3 0 0,0 0 0 0,0 0 0 16,0 0 0-16,0 0 0 0,0 0 0 0,0 0 0 15,0 0 0 1,0 0 0-16,0 0 0 0,0 0 0 0,0 0 0 0,6 2 0 0,-3 1 0 0,3-3 0 16,0 0 0-16,3 0 0 0,-3 0 0 0,2 0 0 0,1-3 0 15,0 1 0-15,3 2 0 0,-3-3 0 0,3-2 0 16,0 2 0-16,0 1 0 0,0-1 0 0,0 0 0 16,0 1 0-16,0-1 0 0,-1-2 0 0,1 2 0 15,0-2 0-15,0 2 0 0,-3-2 0 0,3 0 0 16,0-1 0-16,3 1 0 0,0 0 0 15,-3-1 0-15,2 1 0 0,1 0 0 0,-3 0 0 0,3-1 0 16,0-2 0-16,0 3 0 0,0 0 0 0,0-3 0 16,0 5 0-16,-4-2 0 0,4 0 0 0,-3-1 0 15,0 1 0-15,0 0 0 0,0 2 0 0,0-2 0 16,0 2 0-16,0-2 0 0,3 0 0 0,-4-3 0 16,-2 5 0-16,3-2 0 0,0-3 0 0,-3 2 0 15,3 1 0-15,-3 0 0 0,0-3 0 0,0 3 0 16,0 2 0-16,3-2 0 0,-3-1 0 0,3-2 0 15,-1 6 0-15,1-4 0 0,0 1 0 0,0 0 0 16,0 0 9-16,0-1-9 0,0 1 10 0,-3 0-10 16,6 2 0-16,-3-2 8 0,-1 2-8 0,-2-2 0 0,3 0 0 15,0-1 0-15,-3 1 0 0,3 0 0 16,0-3 8-16,-3 2-8 0,3-1 0 0,0-1 9 16,-3 2-9-16,0-2 0 0,2 0 0 0,-2 0 8 0,0 1-8 0,0-1 0 15,0 0 0-15,0-3 8 0,0 3-8 0,0-2 10 16,-3 2-10-16,3 0 10 0,-3-3-10 0,0 1 10 0,3-1-10 15,-3 0 10-15,0 3-2 16,3 0 0-16,-4-2 0 0,1-1 0 0,0 3-8 16,0-2 10-16,0-1-10 0,0 3 10 0,3-2-2 15,-3 2-8-15,0 0 12 0,0 0-4 0,0 0-8 16,-3 3 10-16,3-1-10 0,0-2 10 0,0 3-10 0,-3 0 0 16,3 0 0-16,0 2 8 0,0 0-8 0,-3-2 0 0,0 2 0 0,0 1 0 15,3-1 0-15,-3 0 0 0,0 1 0 0,-3 2 0 16,2-3 0-16,-2 3 0 0,3-3 0 0,-3 3 0 15,0 0 0-15,0 0 0 0,3-2 0 0,-3 2 0 16,0 0-10-16,3-3-4 0,-3 3-1 0,3-3 0 16,-3 3-97-16,0-5-20 0,0 3-4 0</inkml:trace>
  <inkml:trace contextRef="#ctx0" brushRef="#br0" timeOffset="46120.639">23934 7935 915 0,'-3'-5'39'16,"0"2"-31"-1,0-2 83-15,3 5 17 0,0-5 3 0,0 5 1 16,0 0-28-16,0 0-4 0,0-5-2 0,0 5 0 16,3-3 0-16,0 0 0 0,3 1 0 0,-3 2 0 15,3-3 5-15,3 3 1 0,-3 3 0 0,3-3 0 0,3 2-26 16,-3-2-5-16,3 3-1 0,0 0 0 0,3 2-8 0,-3-3-1 0,-1 4-1 16,4-1 0-16,-3 0-13 0,3 1-2 0,0 2-1 0,-3-3 0 15,3 3-9-15,0 0-1 16,0 0-1-16,-1 2 0 0,1-2-3 15,-3 0-1-15,3 3 0 0,0-1 0 16,0 1 0-16,0-1 0 0,0-2 0 0,-1 6 0 0,1-6-1 16,-3 0 0-16,3 2 0 0,0 1 0 0,-3-3-2 0,3 2-8 15,-3 1 12-15,0-1-4 0,0 1-8 0,-1 0 10 16,1 2-10-16,0 0 10 0,-3 0-10 0,3 3 0 0,-3-3 0 0,0 3 8 16,-3 0 0-16,3 0-8 0,0 0 12 0,0 0-4 15,-3 0-8-15,3-3 0 0,0 3 0 0,-4 0 8 16,4-3-8-16,0 0 0 0,-3 0 0 0,3 3 8 15,0-3-8-15,-3-2 0 0,0 2 9 0,3 0-9 16,-3-2 8-16,3 0-8 0,-3-3 8 0,0 2-8 16,0-2 9-16,-3 3-9 0,3-3 12 0,0 0-12 15,-3-1 10-15,0 1-10 0,3 0 8 0,-4 0-8 16,1 3 9-16,3-3-9 0,-3 2 10 0,0-2-10 16,3 3 10-16,-3-3-10 0,0 2 10 0,0 1-10 15,0-3 12-15,3 3-4 0,-3-4-8 0,0 4 12 16,0-3-12-16,0 3 9 0,0-3-9 0,0 2 8 15,0-2-8-15,0 0 0 0,0 0 0 0,0 0 8 16,3 0-8-16,-3 0 0 0,0-3 0 0,3 3 0 16,-3-3 8-16,0 1-8 0,3-1 0 0,-3 3 8 15,0-3-8-15,0-2 0 0,0 2 0 0,0 3 8 16,0-5-8-16,0 2 8 0,0 3-8 0,0-3 8 16,-1-2-8-16,1 2 0 0,0 0 9 0,0 1-9 0,-3-1 0 15,0-5 0-15,3 5 0 0,0 0 8 16,0 1-8-16,-3-6 0 0,0 5 0 0,3 0 8 0,-3-5-8 15,3 6 0-15,-3-6 0 0,0 5 8 0,0-5-8 0,3 5 0 0,-3-5 0 16,3 3 0-16,-3-3 0 0,0 0 0 0,3 5 0 16,-3-5-8-1,6 3-80-15,-3-1-15 0,3 1-3 0</inkml:trace>
  <inkml:trace contextRef="#ctx0" brushRef="#br0" timeOffset="46709.223">24875 8912 1292 0,'0'0'54'16,"0"0"-43"-16,0 0 96 0,0 0 19 0,0 0 4 0,0 0 1 15,0 0-45-15,0 0-9 0,0 0-1 0,0 0-1 16,6 0-3-16,-6 0-1 0,6 0 0 0,0 2 0 15,0-2-11-15,0 3-3 0,0-3 0 0,0 0 0 16,0 3-9-16,0-3-3 0,2 0 0 0,-2 0 0 16,3 0-18-16,0 0-4 0,0 0-1 0,0 0 0 15,0 0-13-15,0 0-9 0,3-3 12 0,0 3-12 16,-3 0 12-16,3-3-12 0,0 3 12 0,-1-2-12 16,1 2 11-16,3 0-11 0,-3-3 10 15,0 3-10-15,0-3 9 0,3 3-9 16,-3-2 8-16,0 2-8 0,-3-3 8 0,3 3-8 15,-4 0 8-15,4 0-8 0,-3 0 8 0,0 0-8 16,-3 0 0-16,3 0 8 0,0 0-8 0,0 0 0 0,-3 0 0 0,3 0 0 16,-3 3 8-16,0-3-8 0,3 0 8 15,-3 0-8-15,0 0 9 0,0 2-9 0,-4-2 10 0,4 0-10 16,0 3 0-16,-3-3 8 0,3 0-8 0,0 3 0 16,0-3 0-16,0 0 0 0,0 0 0 0,-3 0 0 15,3 0 0-15,0 2 0 0,0-2 0 0,-3 3 0 16,3-3 0-16,-6 0-12 0,6 0 1 0,-3 3 0 15,3-3-85-15,-3 0-18 0,-3 0-3 0</inkml:trace>
  <inkml:trace contextRef="#ctx0" brushRef="#br0" timeOffset="49185.15">24211 10155 1552 0,'0'0'44'0,"0"-5"10"15,0 0-43-15,0-1-11 0,0 1 0 0,0 0 0 16,0 2 100-16,0 3 19 0,-3-5 3 0,0 0 1 16,0-1-35-16,-3 4-8 0,0-1 0 0,-3 0-1 15,3 1-28-15,-2 2-6 0,-4 0-1 0,0 0 0 16,0 0-19-16,-3 2-4 0,0 1-1 0,-3 2 0 16,0 1-9-16,0 2-3 0,-2 2 0 0,2 1 0 15,-3-1-8-15,3 6 10 0,-3-3-10 0,3 6 10 16,1-1-26-16,2 6-6 0,0-3-1 0,0 6 0 15,3-3 37-15,3 0 7 0,0 2 2 0,3 0 0 16,0-4-23-16,3 1-8 0,3-1 0 0,0 1 0 16,3-1-6-16,0-4-1 0,0 1 0 0,3-3 0 0,3-1 15 15,0-1 0-15,0-1 0 0,3-3 0 16,0 1 0-16,3 0 0 0,2-3 0 0,1-1 0 0,3 1 25 16,0-2 8-16,0-1 2 0,3-2 0 15,-1-1-27-15,1 1-8 0,0-3 0 0,0 0 0 16,0-5-23-16,-3 2-11 0,2-5-2 0</inkml:trace>
  <inkml:trace contextRef="#ctx0" brushRef="#br0" timeOffset="49427.978">24420 10454 1792 0,'0'0'51'0,"0"0"10"15,0 0-49-15,0 0-12 0,-6 6 0 0,6-6 0 16,0 0 79-16,-3 2 13 0,3-2 2 0,-6 6 1 15,6-6-27-15,0 8-4 0,-3-3-2 0,3 3 0 16,0-3-10-16,0 0-3 0,3 3 0 0,-3-2 0 16,0 1-10-16,3 1-3 0,-3 0 0 0,0 3 0 15,0-3-17-15,0 0-4 0,0 0-1 0,0 2 0 16,-3-2-14-16,3 3 11 0,-3-1-11 0,3 1 10 16,-3 0-10-16,0-1 0 0,0 1-10 0,0-1 10 15,0 1-57-15,0-3-6 0,0 2-1 0</inkml:trace>
  <inkml:trace contextRef="#ctx0" brushRef="#br0" timeOffset="49632.681">24455 10145 1884 0,'0'-6'80'0,"0"1"-64"16,0-3 56-16,3 3 11 0,-3 0 2 0,0 5 1 16,0-3-54-16,0 3-10 0,0 0-2 0,0 0-1 15,0 0-19-15,0 0-16 0,0 0 4 0</inkml:trace>
  <inkml:trace contextRef="#ctx0" brushRef="#br0" timeOffset="50073.319">24592 10655 1614 0,'0'0'33'0,"0"0"9"0,0 0-34 0,0 0-8 15,0 0 0-15,3 0 0 0,3 0 96 16,0 0 18-16,3 0 3 0,-3 0 1 0,3 0-34 0,-3 0-8 0,0 0 0 0,3 0-1 16,-3 0-19-16,3 0-3 0,0 0-1 0,-1 0 0 15,1-2-40-15,0 2-12 0,3 0 0 0,-3 0 8 16,3-3 44-16,0 3 10 0,-3 0 2 0,3-3 0 16,-3 3-76-16,3 0-14 0,0-2-3 0,-1 2-1 15,1 0 11-15,-3-3 3 0,0 3 0 0,0-2 0 16,0 2-41-16,-3 0-8 15,0-3-2-15</inkml:trace>
  <inkml:trace contextRef="#ctx0" brushRef="#br0" timeOffset="50432.325">24738 10507 2161 0,'0'0'61'0,"0"0"14"0,0 0-60 15,0 0-15-15,0 0 0 0,0 0 0 0,0 0 76 0,0 0 13 0,0 0 3 0,0 0 0 16,-3 6-36-16,3-6-6 0,-3 7-2 0,0-1 0 16,0-1-11-16,3 3-2 0,0-3-1 0,0 3 0 15,0 0-12-15,0-3-2 0,0 3-1 0,0 0 0 16,0 0-9-16,0 0-2 0,0 3 0 0,0-3 0 31,0 2-8-31,0 1 0 0,0-1 9 0,0 4-9 0,0-4 0 0,0 4 0 16,0-1 0-16,0 3 8 15,-3-3 6-15,3 0 2 0,0-2 0 0,0 2 0 0,0 0-16 16,0 0 0-16,0-2 0 0,0 2 0 16,0-2-48-16,0-3-13 0,0 0-3 0,0 0 0 0,0-3 0 15,0 0 0-15,0 0 0 0,0-5 0 0,0 6-153 0,0-6-31 16</inkml:trace>
  <inkml:trace contextRef="#ctx0" brushRef="#br0" timeOffset="50797.904">25006 10539 1485 0,'0'0'63'16,"0"0"-51"0,0 0 100-16,0 0 19 0,0 0 4 0,0 0 1 15,0 0-44-15,0 0-9 0,0 0-2 0,0 0 0 0,0 0-13 0,0 0-4 0,0 0 0 16,0 0 0 0,0 0-40-16,0 0-8 0,0 0-1 0,3 5-1 15,-3-5 19-15,3 6 4 0,-3-1 1 0,0 0 0 16,0 0-21-16,0 1-4 0,0 2-1 0,0-3 0 15,0 3 42-15,0-3 8 0,0 3 2 0,0 0 0 0,-3 0-52 0,3 0-12 0,-3 0 0 16,0 2 0-16,3 1 0 0,0-3 0 0,-3 3 0 0,3-1 0 16,-3 1 0-16,3-1 0 0,-3 1 0 0,3 0 0 15,0-1 0-15,0-2 0 0,0 3 0 0,-3-3 0 16,3 0 0-16,0-1 0 0,0-1 0 0,-3 2 0 16,3-8-202-16,0 0-43 0</inkml:trace>
  <inkml:trace contextRef="#ctx0" brushRef="#br0" timeOffset="53060.139">24128 2641 1744 0,'12'-19'73'0,"0"3"-58"15,-3-2 113-15,0 2 22 0,-1 0 5 0,1 0 1 16,-3 3-36-16,-3 0-6 0,3-1-2 0,-6 4 0 16,0 2-43-16,0 0-9 0,-3-3-1 0,-6 3-1 15,0 6-21-15,-2-6-4 0,-4 3-1 0,-3 2 0 16,0-2-16-16,-6 5-3 0,-3-3-1 0,3 6 0 15,-2 2-12-15,-1-2 0 0,0 5 0 0,0-3 0 16,4 5 0-16,2 1 0 0,0 0 0 0,3 2 0 16,3 0 0-16,0-2-8 0,6 2 8 0,0 3-10 15,6-3 2-15,0 3 0 0,6 0 0 0,0 2 0 16,6-2-1-16,0-3 0 0,3 3 0 0,3-3 0 0,0 3 9 16,6 0-8-16,0-8 8 0,2 5-8 0,1-2 8 15,3 0 0-15,-3-1 0 0,0 3-8 0,-1-5 8 0,-5 6 0 16,3-7 0-16,-3 1 0 0,-6 3 0 15,0 0 0-15,0-3 0 0,-6 2 0 16,0 1 0-16,-3-3 0 0,0 2 0 0,-3 1 8 16,-3-1-8-16,-3 4 0 0,0-4 0 0,-6 3 0 0,0 1 0 0,-3-1 0 15,0 3 0-15,-6-3 0 16,0 3-10-16,1 0 0 0,-4-3 0 0,0 3 0 0,3-6 10 0,-3 1 11 16,3 0-3-16,-2-1 0 0,5 1-8 0,-3-3 0 15,6 0 0-15,-3 0 0 0,3-3-100 16,3 0-23-16,-2 3-4 0</inkml:trace>
  <inkml:trace contextRef="#ctx0" brushRef="#br0" timeOffset="53355.365">24289 2919 2508 0,'0'0'71'0,"0"0"16"15,0 0-70-15,0 0-17 0,0 0 0 0,0 0 0 16,0 0 55-16,0 0 7 0,0 0 2 0,3 5 0 16,0 3 0-16,-1 0 0 0,-2 0 0 0,3-3 0 15,0 6-52-15,-3-4-12 0,3 7 0 0,0-6 0 16,-3 5 0-16,3-3-15 0,0 1 3 0,-3 5 1 16,0-6 11-16,3 1 16 0,-3 5-4 0,0-8-1 15,0 2-11-15,-3 1-16 0,3 0 4 0,-3-1 1 16,3-2 11-16,-3 3 16 0,3-3-4 0,-3 0-1 15,0 2-60-15,3-2-12 0,-3-5-3 0,0 5 0 16,3-8 0-16,0 0 0 0,-2 5 0 0,2-5 0 16,0 0-153-16,-6 0-31 0</inkml:trace>
  <inkml:trace contextRef="#ctx0" brushRef="#br0" timeOffset="53554.91">24446 2725 1900 0,'0'0'80'16,"0"0"-64"-1,0 0 111-15,3-8 22 0,0 8 5 0,-3 0 1 16,0 0-57-16,0 0-11 0,0 0-3 0,0 0 0 16,0 0-51-16,0 0-10 0,0 0-3 0,0 0 0 15,0 0-34-15,0 0-7 0,0 0-2 0</inkml:trace>
  <inkml:trace contextRef="#ctx0" brushRef="#br0" timeOffset="58877.95">20383 3718 1968 0,'-6'-11'41'0,"6"11"9"0,-3-5-40 0,0 2-10 0,0-2 0 0,3 5 0 16,-6-3 93-16,0 1 17 0,3-1 3 0,-2 3 1 16,-1 0-59-16,-3 0-12 0,3 0-3 0,-3 3 0 15,0-1 20-15,0 3 3 0,0 6 1 0,-3-3 0 16,0 0-52-16,3 5-12 0,-3 3 0 0,0-3 0 15,1 6 0-15,-1-1 0 0,3 6 0 0,-6-3 0 16,3 0 0-16,-6 3 0 0,3-5 0 0,0 2 0 16,-3-3-100-16,1 1-22 15,2 0-5-15</inkml:trace>
  <inkml:trace contextRef="#ctx0" brushRef="#br0" timeOffset="59125.808">20044 3768 2508 0,'0'-11'71'0,"-3"6"16"0,3-3-70 16,-3 0-17-16,3 3 0 0,0 5 0 16,0 0 55-16,0 0 7 0,3-3 2 0,-3 3 0 0,6 3-52 0,0 0-12 0,3 2 0 0,0 3 0 15,0 0 54-15,0 2 8 0,-1 1 2 0,1 5 0 16,3-3-52-16,-3 3-12 15,3 2 0-15,-3 1 0 0,3-3 0 0,-3 2 0 0,3-2 0 16,-3 0 0-16,3 0 0 0,0 2 0 0,-3-4 0 0,2 2 0 31,1-1-48-31,3-1-13 0,0 2-3 0</inkml:trace>
  <inkml:trace contextRef="#ctx0" brushRef="#br0" timeOffset="59989.772">20077 5154 1792 0,'0'0'51'0,"0"0"10"0,0 0-49 0,0 0-12 0,0 0 0 0,0 0 0 16,0 0 105-16,0 0 19 0,3 6 3 0,-3-1 1 15,3 0-52-15,0 1-9 0,-3-1-3 0,3 5 0 16,0-4-51-16,-3 2-13 0,3 0 0 0,-1 2 0 15,1 1 54-15,0-1 8 0,0 4 2 0,3-4 0 16,-3 1-103-16,3-1-20 0,0 1-4 0,0 2-1 16,0-5 52-16,0 0 12 0,3 0 0 0,0 0 0 15,0-3-105-15,0-2-19 0,0 2-3 0,0-5-1 16,0 0 52-16,0-2 9 0,-1-1 3 0,4-2 0 16,-3-1 51-16,0 1 13 0,3-3 0 0,-3 3 0 15,0-3 48-15,0 0 12 0,-3 0 2 0,0 3 1 16,0-6 1-16,-3 3 1 0,0 0 0 0,-3 0 0 15,0 0 51-15,0 0 9 0,0 0 3 0,-3 3 0 0,0-3-73 0,3 3-15 16,-3 0-2-16,0-1-1 0,3 6-8 0,-6-5-1 0,6 5-1 16,0 0 0-16,-3 0 14 0,3 0 3 15,0 0 1-15,-9 0 0 0,6 3-24 0,-3 2-5 16,3 3 0-16,-3 0-1 0,3 2-15 0,-3 1 8 16,3 2-8-16,-3 0 0 0,3 3 8 15,-3 0-8-15,0 3 0 0,0 2 0 0,0 0 0 0,1 0 0 16,-1 0 0-16,0 6 0 0,3-9 0 0,-3 4 0 0,3-1 0 15,0 0 0-15,-3-3 0 16,3-2 0-16,0-2 0 0,0 1 0 16,-3 1-48-16,3-2-13 0,0-4-3 0,-3 3 0 0,3-2-108 0,0-1-21 15,0-2-5-15</inkml:trace>
  <inkml:trace contextRef="#ctx0" brushRef="#br0" timeOffset="60766.116">13864 7692 1577 0,'0'0'66'0,"0"0"-53"15,0 0 86-15,0 0 17 0,0 0 3 0,0 0 1 32,0 0-38-32,0 0-7 0,-2-5-2 0,2 5 0 0,0 0-7 0,0 0-2 0,0 0 0 0,0 0 0 15,-6 5 0-15,0 0 0 0,3 1 0 0,-3 1 0 16,0 1-51-16,0 3-13 0,0 0 0 0,-3 2 0 15,0 3 0-15,3 2 0 16,-3 1 0-16,0 2 0 0,0-3 0 0,0 4 0 0,3-4 0 0,-3 3 0 31,3-2-48-31,-2-3-13 0,2 0-3 0,0-3 0 0,-3-3-102 16,0 1-21-16,3-3-4 0</inkml:trace>
  <inkml:trace contextRef="#ctx0" brushRef="#br0" timeOffset="61014.556">13692 7713 1782 0,'0'-8'37'15,"-3"0"8"-15,0 3-36 0,3 0-9 0,0 5 0 0,0 0 0 16,0 0 100-16,0 0 17 0,0 0 4 0,0 0 1 16,0 0-33-16,3 5-6 0,0 0-2 0,3 1 0 15,0 1-23-15,-3 4-5 0,3-3-1 0,0 3 0 16,0 2-15-16,-3 0-3 0,3 0-1 0,-1 3 0 15,-2 3-13-15,3-1-2 0,0 1-1 0,0-1 0 16,3 3-17-16,-3 1 0 0,3-4 0 0,-3 1 0 0,3-1 12 0,0 1-12 16,3-4 12-16,-3 1-12 0,0-2 0 0,3-1-11 15,-3 0 0-15,2 0 0 16,-2-2-93-16,3 2-20 0,0-2-3 0</inkml:trace>
  <inkml:trace contextRef="#ctx0" brushRef="#br0" timeOffset="61884.375">13585 9086 1796 0,'0'0'37'0,"0"0"10"0,0 0-38 0,0 0-9 0,0 0 0 0,0 0 0 16,0 0 104-16,0 0 20 0,0 0 3 0,0 0 1 16,0 0-46-16,0 0-9 0,0 0-1 0,0 0-1 15,3 3-8-15,0 2-2 0,0 3 0 0,0 0 0 16,0 0-27-16,-3 3-6 0,6-1 0 0,-4 4-1 15,1-4-18-15,0 3-9 0,3 1 10 0,-3-4-10 16,3 3 0-16,3-5 0 0,-3 3 0 0,3-3 0 16,0 0-22-16,0 0-4 0,0-3-1 0,0 0 0 15,0 1 27-15,0-1 0 0,0-2 0 0,3-1 0 16,-4-2-56-16,1 0-7 16,0-2-1-16,0-1 0 0,0 0 0 0,0-2 0 0,0 0 0 15,0-3 0-15,0 2 64 0,0-2 21 0,0 1 0 0,-3-1 0 16,0 2 2-16,0-2 0 0,-3 0 0 0,0 0 0 15,-3 1 25-15,3 1 4 0,-3-2 2 0,0 0 0 16,0 0 5-16,-3 3 1 0,3-3 0 0,-3 3 0 16,0 0-21-16,0 2-4 0,-3 0-1 0,6 3 0 15,-3-2 24-15,-3 2 5 0,6 0 1 0,-6 5 0 16,3 0-48-16,-3 1-8 0,0 4-8 0,0-2 9 16,3 5-9-16,-3-2 0 0,3 2-10 0,-3 0 10 0,3 3 9 0,0-3 8 15,-3 1 2-15,3 2 0 0,0-3-19 0,-3 0 0 0,3 0 0 0,-3 0 0 16,0 1 8-16,3-1-8 0,-2 0 0 15,2 0 0-15,0 1 0 0,-3-1 0 0,3 0 0 16,-3 0 0-16,0 1 0 0,3-1 0 0,0-3 0 16,0 1 0-16,0 0-21 15,0-1-5-15,0-2-1 0,3 0 0 0,0 0-93 16,0 0-20-16,0-3-3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2:52:27.0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24235 1577 1516 0,'0'0'64'16,"0"0"-52"-1,0 0 76-15,0 0 14 0,0 0 3 0,0 0 1 16,-6 0-38-16,6 0-7 0,0 0-1 0,0 0-1 15,0 0-26-15,0 0-5 0,0 0 0 0,0 0-1 0,0 0-3 0,0 0 0 16,3 5 0-16,6 1 0 16,0-6 4-16,0 2 1 0,6-2 0 0,0 0 0 15,5 0-5-15,4 0-2 0,3 0 0 0,3-2 0 16,3 2-5-16,-1 0-1 0,4-6 0 0,0 6 0 16,-4 0-6-16,1-5-2 0,0 2 0 0,-3 3 0 15,2-5-8-15,1 2 0 0,-3 3 9 0,3 0-9 0,-7-5 10 16,1 5-2-16,-3 0-8 0,0 0 12 0,-6 0 8 15,0 5 0-15,-4-5 1 0,-2 0 0 0,-3 0 1 0,0 3 0 16,0-3 0-16,-3 5 0 0,-3-5-4 0,3 3-1 16,-3 2 0-16,-3-5 0 0,3 6-6 15,0-4-2-15,0 4 0 0,0-4 0 0,-3 3-9 0,3-2 8 0,-3 5-8 0,0-3 8 16,3 3-8-16,-3-2 0 0,0 2 9 0,3 2-9 16,-3 1 8-16,0-3-8 15,0 2 8-15,0 3-8 0,0 1 8 0,0 2-8 16,0-1 10-16,0 1-10 0,0 3 8 15,0-3-8-15,0 5 0 0,0-3 0 0,0 1 0 0,0-1 8 16,0 1-8-16,0 2 0 0,0-5 0 0,0 0 0 0,0 5 8 0,0-5-8 16,0 5 0-16,0-5 0 0,0 5 0 0,0 0 0 15,0 3 0-15,0-3 0 0,0 8 8 0,0-5-8 16,0 5 0-16,0 0 9 0,0 1-9 0,0-1 8 16,0 0-8-16,0-3 12 0,0 1-12 0,0-4 12 15,-3 4-12-15,3-3 10 0,0 0-10 0,0 2 10 16,0 3-10-16,0 0 0 0,0 3 9 0,0 5-9 15,0-8 0-15,0 0 0 0,0 0 0 0,0 0 8 16,0-5-8-16,3 0 0 0,-3 3 0 0,0-4 0 16,0 1 0-16,0 3 0 0,-3 2 0 0,3-3 0 15,0 3 0-15,-3 0 0 0,3 6 0 0,0-6 8 16,0 0-8-16,0-5 0 0,0 5 0 0,0-5 0 0,-3 2 0 16,3-5 0-16,0 3 0 0,0-5 0 0,0 7 0 15,0-5 0-15,0 3 0 0,0 3 0 0,0-1 0 0,3 1 0 16,-3-1 0-16,0 0 0 0,3-2 0 15,-3 3 0-15,0-6 0 0,3 3 0 16,-3-3 0-16,0-3 0 0,3 4 0 0,-3-7 0 0,3 4 0 0,-3-3 0 0,0 5 0 16,3-5 8-1,-3 0-8-15,0 5 0 0,3-5 0 0,-3 2 0 0,3 6 0 0,-3-8 0 0,3 5 0 0,-3-2 0 16,3 2 0-16,0-3 0 16,-3 1 0-16,3-3 0 0,-3 2 0 0,0-2 0 0,3 0 0 0,-3 0 0 15,0-3 0-15,0 0 0 0,3-2 0 0,-3 2 0 16,0-2 0-16,0 2 0 0,0-2 0 0,0 2 8 15,0-3-8-15,0 4 0 0,0-4 0 16,0 3 0-16,0 1 0 0,0-1 0 0,0 3 0 0,0 0 0 16,0 0 0-16,0-1 0 0,0 4 0 0,0-3 0 15,3 2 0-15,-3-2 0 0,0 0 0 0,3 0 0 16,-3-3 0-16,0 6 0 0,3-6 0 0,-3 3 0 16,0-3 0-16,3 0 0 0,-3-2 0 0,0 2 0 15,3 0 0-15,-3-2 0 0,2 0 0 0,-2 2 8 16,0-3-8-16,3 4 0 0,-3-1 0 0,0 0 0 15,3 3 0-15,-3 2 0 0,0-4 0 0,3 2 0 16,-3 2 0-16,0 1 0 0,3-4 0 0,-3 7 0 16,0-9 0-16,3 5 0 0,-3-2 0 0,0-3 0 15,0 3 0-15,0-2 0 0,-3-1 0 0,3 0 0 16,0 0 0-16,0-2 0 0,0-1 0 0,0 1 0 16,0 0 0-16,-3-1 0 0,0-2 0 0,3 0 8 15,-3 3-8-15,0-3 0 0,1-3 8 0,-1 3-8 16,0 0 0-16,0 0 0 0,0-3 0 0,-3 3 8 15,0 0-8-15,0-3 8 0,3 3-8 0,-6 0 8 0,3 0-8 16,-3-3 9-16,0 1-9 0,0 4 10 0,-3-7-10 0,0-1 8 16,0 4-8-16,-3-1 8 0,-2 0-8 0,2-2 0 15,0 0 0-15,-3 2 0 0,0 0 0 0,0-5 0 0,0 3 0 0,1-1 0 16,-1 1 0-16,0 0 0 16,3-3 8-16,-3 0-8 0,0 2 0 0,6-2 0 0,-3 0 0 0,4 0 0 15,-1 0 0-15,3 0 0 0,-3 0 0 0,3-2 0 16,-3 2 0-16,0 0 8 0,0-3-8 0,0 0 0 15,-3 3 0-15,3-2 0 0,1-1 0 0,-4 3 0 16,3 0 0-16,-3-5 0 0,0 0 0 0,0 5 0 16,0-3 0-16,0 0 0 0,-3 1 8 0,4 2-8 15,-1-6 0-15,3 6 0 0,0-2 0 0,-3 2 0 16,3-3 0-16,3 3 0 0,-3-3 0 0,3 3 0 16,0 0 0-16,0-2 0 0,1 2 0 0,-1 0 0 15,3-3 0-15,0 3 0 0,6 0 0 0,-9 0 0 16,3 0 0-16,6 0 0 0,-3-5 0 0,-3 2 0 15,0 1 0-15,6 2 0 0,-6-3 0 0,0 0 0 16,6 3 0-16,-3-2 0 0,-3-1 0 0,6 3 0 16,-6-5 0-16,6 5 0 0,-3-3 0 0,-3-2 0 0,3 2 0 15,-3 3 0-15,0-8 0 0,6 8 0 16,-6-3 0-16,0-2 0 0,3 0 0 0,-2 2 0 0,2-2 0 16,0 5 0-16,0-8 0 0,0 5 0 0,3 3 8 15,-3-5-8-15,0 0 8 0,3 5-8 0,-3-5 9 16,3-1-9-16,0 4 10 0,-3-1-10 0,3-5 12 15,0 3-4-15,0-1-8 0,0 1 12 16,0 0-4-16,0 0 0 0,3 2-8 0,-3-5 12 16,0 3-12-16,0-1 9 0,0-2-9 0,0 3 8 0,0 0 0 0,3-6-8 0,-3 3 12 15,0 0-4-15,0 0 0 0,0 1 0 0,0-1 0 0,0-3 0 16,0 6 0-16,0-11-8 0,0 5 12 16,0 1-4-16,-3-6-8 0,3 3 8 0,-1447-1-8 0,2894 1 8 15,-1450-3-8-15,0 0 0 0,3 0 0 0,-3 1 8 16,0 1-8-16,0 1 0 0,0-3 9 0,-3 3-9 15,3 0 0-15,-3 0 8 0,3 2-8 0,-3-2 0 16,0 0 0-16,0-1 0 0,3-2 0 0,-3 3 8 16,0-3-8-16,0 3 0 0,3-3 0 0,-3-2 0 15,0-4 0-15,3 4 0 0,-3-8 0 0,1-1 0 16,2 6 0-16,-3-6 0 0,3 1 0 0,-3 5 0 16,0-3 0-16,3 3 0 0,0 2 0 0,-3 1 0 15,3-1 0-15,0 1 8 0,3 5-8 0,-3-11 0 16,3 5 0-16,-3-2 9 0,3-3-9 0,-3 0 0 15,3-2 8-15,0-3-8 0,0-3 0 0,0 0 0 16,3 6 8-16,-3 2-8 0,3-2 0 0,-3-1 0 16,3 6 0-16,0 0 0 0,0 5 0 0,0-11 0 15,0 6 8-15,0-3-8 0,3 1 0 0,-3-4 0 16,0 1 0-16,3-3 0 0,-3-6 0 0,3 3 0 0,-1 3 0 16,-2 3 8-16,3-1-8 0,-3 6 0 15,3-3 8-15,-3 3-8 0,0 0 0 0,0-3 0 0,0 3 8 0,0 0-8 16,0-3 0-16,0 3 0 15,-3-8 0-15,3 0 0 0,0 0 0 0,0 0 0 0,-3 5 8 0,3-5-8 0,0 5 0 0,0 3 0 16,0-1 0-16,0 1 0 0,0 5 0 0,0-5 0 16,0 5 0-16,-3-5 0 0,3 0 0 15,0 0 0-15,0 2 0 0,-3-7 0 0,3-1 0 0,0 6 0 16,0-8 0-16,0 8 0 16,0-3 0-16,-3-2 0 0,3 2 8 0,0 8-8 15,-3-5 0-15,3 5 0 0,-3-3 0 0,0 4 0 0,3-1 0 0,-3 3 0 16,3-3 0-1,-3 0 0-15,3 3 0 0,0-3 0 0,-3 0 0 0,3-3 0 16,-3 1 0-16,0-1 0 0,3 3 0 0,-3 0 0 0,2-5 0 16,-2 0 0-16,3 3 0 0,-3 4 0 0,3-7 0 0,-3 5 0 15,3 3 0-15,-3-3 0 0,0 3 0 0,3 2 0 16,-3-2 0-16,0 0 0 0,3 2 0 0,-3 1 0 16,3 2 0-16,-3 0 0 0,0 0 0 0,3 0 0 15,-3 0 0-15,0 0 0 0,3 0 0 0,-3-2 0 16,0 2 0-16,0 0 0 0,0 0 0 0,0 0 0 15,3 0 0-15,-3 0 0 0,0 0 0 0,0 0 0 16,0 3 0-16,0-8 0 0,0 5 0 0,0 0 0 16,3 0 0-16,-3 0 0 0,0-5 0 0,3 5 0 15,-3 0 0-15,0-5 0 0,3 5 0 0,-3 0 0 16,0-6 0-16,3 4 0 0,-3 2 0 0,0-3 0 16,3 1 0-16,-3 2 0 0,0-3 0 0,0 3 0 0,3-2 0 0,-3 2 0 15,0 2 0-15,0-7 0 0,3 11 0 16,-3-6 0-16,0 0 0 0,0 2 0 15,0-2 0-15,0 3 0 0,0 3 0 0,0-4 0 0,0 6 0 16,0-2 0-16,0-4 0 0,0 6 0 16,0 0 0-16,0-2 0 0,0 2 0 0,0 0 0 0,0 0 0 15,0 0 0-15,0 0 0 0,0 0 0 0,0 0-12 0,0 0-2 16,0 0-1-16,0 0 0 16,0 0-28-16,0 0-5 0,0 0-2 0,0 0 0 15,6 0-139-15,-3 2-28 0,3-2-6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2:55:08.7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16258 3405 1352 0,'0'0'500'0,"0"0"-392"0,-3 67-28 0,-3-38 116 15,3 0-124-15,-6 16-28 16,6-8-28-16,-6 10-8 16,3 1-4-16,-6 5 32 15,3-3-20-15,-3-5 12 16,3-8-16-16,-3-8 36 15,3 0-24-15,-2-10 64 16,5-6-48-16,-3-13 52 16,3 0-52-16,0-21-4 15,3 0-20-15,6-24-12 16,3 5 0-16,3-23-4 16,3 7 0-16,2-18 8 15,4 11-4-15,0-6-12 16,3 5 4-16,0 6 4 15,0 13 0-15,0 5 32 16,-4 6-16-16,1 5 20 16,-3 10-20-16,0 6 28 15,3 0-28-15,-3 10 20 16,0 3-20-16,-3 8 8 16,2 0-12-16,-2 13 20 15,0 3-20-15,-3 16 4 0,0-1-8 16,-6 14-8-1,3-8 4-15,-6 8-4 0,0-5 0 0,-3 5-12 16,0-3 8-16,-6 6 20 16,3-3-8-16,-6-3-48 15,6-8 24-15,-6 1-84 16,3-9 56-16,-2 0-376 16,2-10 232-16</inkml:trace>
  <inkml:trace contextRef="#ctx0" brushRef="#br0" timeOffset="2358.305">16832 3691 1060 0,'-9'3'392'0,"6"-6"-304"0,3 6-28 0,0-3 236 15,6 2-176-15,0-2 152 16,3 0-156-16,3-2 64 16,6 2-108-16,3-5 44 15,3 2-72-15,2-5 16 16,-2 8-40-16,3-8 0 15,0 0-12-15,2-3-8 16,1 9 4-16,-3-6-60 16,0 3 32-16,-6 2-360 15,-4 3 212-15,-8 3-500 16,-3 2 380-16</inkml:trace>
  <inkml:trace contextRef="#ctx0" brushRef="#br0" timeOffset="2583.42">16939 3874 1340 0,'-9'5'496'0,"9"-5"-384"0,-3 5-36 15,0-5 260 1,6 0-200-16,-3 0 104 16,6 0-140-16,0-5 60 15,6 5-96-15,-3-5 12 16,3 2-44-16,0-2 4 0,3 2-20 15,3-2-8-15,0 2-4 0,2-2-40 16,4 5 20-16,3-3-444 16,3-2 252-1</inkml:trace>
  <inkml:trace contextRef="#ctx0" brushRef="#br0" timeOffset="3556.399">16284 3617 728 0,'-8'-5'268'0,"8"5"-208"0,-9 0-16 0,3 0 196 16,3 0-140-1,-6 0 108 1,6 2-120-16,-6 1 60 0,6 0-88 0,0-1 56 15,3 1-64-15,-3 2 48 16,3 1-56-16,0-1 112 16,3-5-88-16,0 3 100 15,3 2-96-15,3-5 32 16,3 2-60-16,3-2 20 16,-1 3-36-16,4-3-16 15,3 3-8-15,3-3-4 16,0 2 0-16,3-2-64 15,-1 3 36-15,1-3-692 16,0 3 396-16</inkml:trace>
  <inkml:trace contextRef="#ctx0" brushRef="#br0" timeOffset="4548.193">17841 3612 1068 0,'3'-13'396'0,"-3"13"-308"0,-3-11-24 0,0 6 276 15,3 5-200-15,-6-8 144 16,0 8-164-16,-6 0 24 16,6 0-84-16,-8 0 8 15,5 8-40-15,-9 2-8 16,3 9-12-16,-6-1-16 15,6 6 4-15,-3 8 12 16,6 5-4-16,4 5-12 16,5-2 4-16,6 2-4 15,5-5 0-15,7 0 0 16,3-10 0-16,6-3-12 16,0-6 12-16,3-7 4 15,2-6 4-15,7-10 60 16,-3-1-32-16,3-9 76 15,-1 1-56-15,-2-17 44 16,-6 4-52-16,-3-13 32 16,-4 9-40-16,-8-9 0 15,0 8-20-15,-12-7 20 16,-3 12-20-16,-12-2 4 16,1 8-8-16,-16-3-24 15,6 11 8-15,-12 5-4 0,6 3 4 16,-2 5-100-1,5 5 60-15,-3 5-516 0,9 6 308 0</inkml:trace>
  <inkml:trace contextRef="#ctx0" brushRef="#br0" timeOffset="5072.893">18562 3604 1100 0,'-21'-5'408'0,"21"5"-316"0,-21 5-28 16,6-5 212-1,6 8-164-15,-9-6 80 16,3 6-116-16,-3 3 28 15,4 0-60-15,-4 4 12 16,3 4-36-16,0-1 8 16,6 4-16-16,0 4 0 15,6 6-4-15,3-3 4 0,6-3-8 16,6-2-12-16,3 0 4 16,9-8 64-16,0-3-32 0,5-8 40 15,1-2-36 1,0-11 44-1,0 3-44-15,-1-14 48 16,-2 3-48-16,0-10 64 0,-6 2-56 16,-3-5 20-16,-4 3-40 15,-8-6 8-15,0 11-16 0,-9-3 20 16,0 3-20-16,-11-3 12 16,-1 8-12-16,-9-3 12 15,6 9-16-15,-15-1-28 16,6 9 8-16,-8 2-64 15,5 0 40-15,-3 5-292 16,9 6 184-16,4 2-708 16,8 0 476-16</inkml:trace>
  <inkml:trace contextRef="#ctx0" brushRef="#br0" timeOffset="5523.562">19077 3599 1476 0,'2'-6'544'0,"-2"6"-420"0,-5-2-36 16,-1-1 180-16,3 3-164 0,-6 0 72 31,3 3-104-31,-6-1 4 0,6 9-44 16,-6-3 4-1,3 5-20-15,-3 3-16 16,3 2-4-16,-3 4 4 0,6 4 0 0,3 1 8 15,3 4-4-15,3 1-12 16,6-3 4-16,3 0-16 16,3-5 12-16,6-3 12 15,3-5 0-15,5-11 16 16,1 3-12-16,6-16 32 16,-3 0-24-16,-1-10 56 15,-5 2-40-15,-6-13 36 16,-3 5-36-1,-6-8 24-15,-3 6-28 0,-9-8 0 16,0 10-16-16,-15 0-8 16,3 0 0-16,-15 3 4 15,6 5-4-15,-11 3-4 16,5 5 4-16,-6-3-84 16,6 9 44-16,0 2-268 15,7 5 168-15,2 5-732 16,6 4 484-16</inkml:trace>
  <inkml:trace contextRef="#ctx0" brushRef="#br0" timeOffset="5958.47">19699 3596 1508 0,'-6'-5'556'0,"6"5"-432"0,-15-3-36 0,3 0 176 15,3 6-164-15,-9-3 72 16,3 5-100-16,-6 1-12 16,4 7-40-16,-4-3-4 15,3 9-8-15,0-3-8 16,6 5 4-16,0 0-16 16,6 3 8-16,6 5-4 15,3 0 0-15,6-5 16 16,6 0-4-16,9-6-12 15,6-2 4-15,5-8 40 16,1 0-24-16,0-11 44 16,2 1-32-16,-5-9 48 15,-3-5-40-15,-6-5 64 16,0 5-56-16,-10-10 36 16,1 5-44-16,-9-8 24 15,-3 10-28-15,-9-10-8 16,0 13-12-16,-9-10 4 15,1 7-8-15,-13-2-48 16,6 8 28-16,-12-3-272 16,6 8 160-16,-5-5-860 15,8 5 548-15</inkml:trace>
  <inkml:trace contextRef="#ctx0" brushRef="#br0" timeOffset="6681.443">20696 3567 1120 0,'6'-11'416'0,"-6"11"-324"0,0-5-24 15,-3 2 324 1,0 3-228-16,-6-2 120 0,3 4-168 0,-9-2 32 16,6 6-88-16,-9 2 0 15,6 5-36 1,-9 0-12-1,7 3-8-15,-7 5-4 0,6 3 0 16,0 0 0-16,6 2 0 16,6 6-12-16,9 0 8 15,6-1-4-15,3 1 0 0,6-11 0 16,2 0 0-16,10-5 24 16,3-8-8-16,9-16 40 15,2 3-24-15,1-11 48 16,-6 3-40-16,-4-11 36 15,-5 3-36-15,-6-8 44 16,-6 0-44-16,-9-3 28 16,-1 3-32-16,-8-6 8 15,-3 6-20-15,-14-2 8 16,2 7-12-16,-15-5 12 16,0 8-16-16,-12 5-4 15,7 8 0-15,-10-3-48 16,9 8 24-16,-9 6-116 15,16 8 76-15,-1-3-520 16,12 8 320-16</inkml:trace>
  <inkml:trace contextRef="#ctx0" brushRef="#br0" timeOffset="7146.419">21562 3554 1464 0,'6'-6'544'0,"-6"6"-424"0,-6-2-32 0,0 2 224 16,0 0-188-16,-6 0 80 15,0 0-116-15,-6 2 16 16,7 4-60-16,-10 2-8 16,6 5-20-16,-3 5-12 15,3 1 0-15,-3 2-4 16,6 3 0-16,3 5-20 15,6-5 12-15,6 5 4 16,3 0 4-16,9-3-12 16,3-2 8-16,12-8 4 15,3 0 0-15,11-11 8 16,4 3-4-16,2-16 32 16,-2 0-20-16,-3-10 32 15,-7-1-32-15,-5-7 84 16,-6 5-56-16,-3-11 24 15,-6 8-40-15,-12-5-8 16,0 0-12-16,-12-3 12 16,-3 6-12-16,-12-3 4 15,-3 7-4-15,-12-1-16 16,4 7 4-16,-16 2-84 16,9 6 48-16,-5 6-240 15,8 4 156-15,3 6-652 0,12 6 436 16</inkml:trace>
  <inkml:trace contextRef="#ctx0" brushRef="#br0" timeOffset="7596.341">22345 3485 1548 0,'3'-11'572'0,"-3"11"-444"0,-6-8-36 0,0 6 216 15,0 2-188-15,-9 0 56 16,3 0-104-16,-6 0 0 16,6 8-40-16,-11-1-4 15,5 7-16-15,-9 4-16 16,6 3 0-16,-6 6 4 16,9-1 0-16,1 1 0 15,8-3 0-15,3 2-12 16,9-2 8-16,9 0-4 15,5-3 0-15,7-5 8 16,0 2 0-16,6-12 8 16,3-4-4-16,8-7 32 15,1 2-20-15,0-7 32 16,-4-1-32-16,-2-5 84 16,-3 6-56-16,-6-12 32 15,-7 7-44-15,-8-12 16 16,-3 3-28-16,-12-7 8 15,-3 7-16-15,-15-13-16 0,4 10 0 0,-16-2-24 16,3 11 16 0,-9-4-144-16,7 9 84 0,-4 3-584 15,12 7 364-15</inkml:trace>
  <inkml:trace contextRef="#ctx0" brushRef="#br0" timeOffset="8260.647">22922 3382 1216 0,'0'-14'448'0,"0"14"-348"0,3-8-28 0,-3 0 192 16,3 8-160-16,0-7 168 16,0 4-156-16,0 0 76 15,3 3-112-15,-3 0 60 16,3 6-80-16,0 4 20 16,0 6-44-16,-3 10-4 15,0 4-20-15,0 9 0 16,0 4-4-16,-3-4 12 15,3 1-12-15,-3 5-4 16,3 0 0-16,0 0-4 16,3 0 0-16,-3 0 0 15,3-3 0-15,-3-10 8 16,3-3-4-16,-3-5-212 16,3-3 112-16,2-8-904 15,1 1 552-15</inkml:trace>
  <inkml:trace contextRef="#ctx0" brushRef="#br0" timeOffset="15168.384">16058 5252 1317 0,'0'0'37'0,"-6"6"9"0,6-6-37 0,0 0-9 0,0 0 0 0,0 0 0 16,0 0 61-16,0 0 11 0,-3 2 1 0,3-2 1 15,0 0-26-15,0 0-4 0,0 0-2 0,0 0 0 16,0 0 0-16,0 0 0 0,0 0 0 0,6 3 0 15,-3-3-1-15,3 3 0 0,3-3 0 0,-3 0 0 16,0 0-1-16,3 0-1 0,-3 0 0 0,3 0 0 16,0 0-3-16,-3 0 0 0,3 0 0 0,0-3 0 15,2 3-6-15,-2 0-2 0,0-3 0 0,3 1 0 0,-3 2-12 16,3 0-2-16,0-6-1 0,-3 6 0 0,3-2-13 0,0 2 9 16,0 0-9-16,0-3 8 0,-4 3-8 0,1 0 8 0,3-3-8 15,-3 3 8-15,-3-2-8 16,3 2 0-16,-3 0 9 0,0 0-9 15,-6 0 0-15,0 0 9 0,0 0-9 0,0 0 0 0,0 0-9 0,0 0-9 0,0 0-2 16,0 0 0 0,0 0-57-16,0 0-12 0,0 0-3 0</inkml:trace>
  <inkml:trace contextRef="#ctx0" brushRef="#br0" timeOffset="16375.79">16106 4877 1371 0,'0'0'28'0,"-6"2"8"0,3 6-36 0,0-3 0 0,0 3 0 0,0 6 0 15,0-1 72-15,0 3 8 0,-3 2 2 0,3 6 0 16,-3 0-48-16,3 2-10 0,0 1-1 0,-3 2-1 16,3 0-22-16,-3-3 8 0,3 4-8 0,0-1 0 15,-3-3 0-15,3 1 8 0,-3-1-8 0,4 3 0 16,-4-2 0-16,3 2 0 0,0 0 0 0,0-3 0 15,0-2 0-15,3 0 8 0,-3-3-8 0,0 0 0 16,0-5 24-16,0 0 1 0,0-3 0 0,0-2 0 16,0-3 13-16,0 0 2 0,3-3 1 0,0-5 0 15,0 0 5-15,0 0 1 0,0 0 0 0,-6-3 0 16,3-5-19-16,3 3-3 0,0-11-1 0,0 0 0 16,3-5-15-16,0-3-9 0,0-2 10 0,3-6-10 15,0 3 0-15,0-3 0 0,3 3 0 0,0-5-10 16,-1-1 20-16,4 1 4 0,0-3 1 0,0-3 0 15,-3 1-3-15,3-1-1 0,0-5 0 0,0 3 0 16,0 5 4-16,-3 2 1 0,0 6 0 0,3 0 0 16,-7 5 4-16,4 3 2 0,-3 2 0 0,0 4 0 15,0 4 34-15,0 0 6 0,0 3 2 0,-3 6 0 16,3-6-52-16,-3 5-12 0,-3 3 0 0,6 0 0 0,-6 0 0 16,9 6 0-16,-3 1 0 0,0 1 0 15,0 3 0-15,0 0 0 0,0 2 0 0,0 3 0 16,0 0 39-16,0-1 5 0,0 4 0 0,0 5 1 15,-1 0-21-15,1 5-4 0,-3 2 0 0,3 1-1 0,0 0-19 0,-3 2 0 16,3-7 0-16,0 5 0 0,-3-3 0 0,0-3 0 0,3 1 0 16,-3 2 0-16,-3-3 0 0,0 3 0 0,0-2 0 0,0 2 0 15,0-3-10-15,-3 3-6 0,3-2 0 0,-3-1-1 32,0-5-24-32,-3 1-5 0,3-7-1 0,-3 1 0 0,3-2 29 0,0-4 6 0,-3 1 0 0,3-6 1 15,-3 0-113 1,3 1-22-16,3-6-5 0</inkml:trace>
  <inkml:trace contextRef="#ctx0" brushRef="#br0" timeOffset="16599.942">16127 5170 1821 0,'0'0'52'0,"0"0"11"15,0 0-51-15,0 0-12 0,0 0 0 0,0 0 0 16,0 0 72-16,0 0 12 0,3 6 3 0,0-1 0 16,3-2-20-16,3-1-4 0,-1 3-1 0,-2-5 0 15,6 0-29-15,0 0-5 0,3 0-2 0,0 0 0 16,3-5-18-16,3 5-8 0,0-5 0 0,5 2 8 16,1 1-160-16,3-1-33 0</inkml:trace>
  <inkml:trace contextRef="#ctx0" brushRef="#br0" timeOffset="17007.172">16990 5094 1766 0,'0'0'36'0,"-6"0"10"0,6 0-37 0,0 0-9 0,0 0 0 0,0 0 0 15,0 0 96-15,0 0 16 0,0 0 4 0,0 0 1 16,0 0-53-16,0 0-12 0,0 0-1 0,0 0-1 15,6 2-8-15,3-2-2 0,0 0 0 0,3 0 0 16,0 0 20-16,2 0 3 0,1-2 1 0,3 2 0 16,3 0-56-16,0-3-8 0,-3 0-8 0,3 1 8 15,-1 2 0-15,1 0 0 0,-3-3 0 0,0 3 0 16,0-3 8-16,-3 3-8 0,-3 0 0 0,0 3 9 16,-1-3-9-16,-2 0 0 0,-3 3-12 0,0-3 12 15,0 2-55-15,-3 1-3 0,-3-3-1 0,3 3 0 16,-3-3-55-16,0 5-11 0,3 0-3 0</inkml:trace>
  <inkml:trace contextRef="#ctx0" brushRef="#br0" timeOffset="17256.458">17014 5295 1569 0,'-9'0'66'0,"3"2"-53"15,0 1 95-15,6-3 18 0,0 0 4 0,-6 3 1 16,6-3-15-16,0 0-2 0,0 0-1 0,0 0 0 15,0 0-43-15,0 0-9 0,0 0-1 0,0 0-1 16,0 0-15-16,0 0-4 0,0 0 0 0,6-3 0 16,3 3-5-16,0-3-2 0,-3 3 0 0,6-2 0 15,0 2-17-15,-1 0-4 0,4-6-1 0,0 6 0 16,3-2-11-16,-3-1 0 0,3 3 0 0,0-3 0 16,2 3 17-16,-2-2 2 0,3 2 0 0,0 0 0 15,-3 0-41-15,0-3-8 0,3 3-2 0</inkml:trace>
  <inkml:trace contextRef="#ctx0" brushRef="#br0" timeOffset="18070.917">17928 4953 1645 0,'-9'3'69'0,"0"0"-55"31,0-1 77-31,0 1 15 0,0 0 3 0,0 2 1 0,0 3-38 0,3-3-8 0,-3 3-2 0,0 3 0 16,3-1-47-16,0 3-15 0,0 1 8 0,0-1-8 15,3 3 24-15,0-3 2 0,0 3 0 0,3 2 0 16,0-4-18-16,0 1-8 0,3-1 0 0,0 2 8 31,0-1-29-31,0-1-7 0,3-1 0 0,0 0-1 0,3 0 29 0,3 1 0 0,-3-6 0 0,6-1 0 16,-3 1 21-16,6-2 11 0,-3 2 1 15,2-6 1-15,4-2-23 16,0 0-11-16,0 0 10 0,0-2-10 0,0 2 23 0,2-8-2 0,-5 5 0 0,3-5 0 16,-6 0 17-16,0 0 3 0,-3-2 1 15,0-1 0-15,-6 0 6 0,3 1 0 0,-6-3 1 0,0 2 0 16,0-5-6-16,-3 3-2 0,-3-6 0 0,0 4 0 16,0-4-33-16,-3 1-8 0,-3-1 0 0,0 1 0 15,0-1 24-15,-3 3 4 0,-3-2 0 0,0 4 0 16,-3 1-28-16,0 3 8 0,-2-1-8 0,-1 3 0 15,0 3-19-15,0 2-9 0,-3-2-1 0,3 2-1 16,4 3 30-16,-1 3 0 0,0 2 0 0,3-5 0 16,0 5-19-16,6 1 3 0,-3-1 0 0,6 3 0 15,0 0-128-15,6 0-26 0,0 2-5 0</inkml:trace>
  <inkml:trace contextRef="#ctx0" brushRef="#br0" timeOffset="18518.674">18633 4914 1579 0,'0'0'32'0,"0"0"10"0,-6 0-34 16,0-3-8-16,0 3 0 0,0 0 0 0,0 0 104 0,-3 0 20 0,3 0 3 0,-3 3 1 16,-2 2-32-16,2 0-7 0,0 0-1 0,0 6 0 15,-3-6-35-15,0 6-7 0,3 0-2 0,-3 2 0 16,0 3-20-16,3 2-4 0,-3-2 0 0,3 5-1 15,3-5-7-15,-2 3 0 0,2-1-1 0,0 3 0 16,3-5-11-16,0 0 0 0,3 0 9 0,3 2-9 16,0-7 0-16,3 2 0 0,3 0 0 0,-1 1 8 15,1-6-8-15,6 2 0 0,0-2 0 0,0 0 0 16,3-5 0-16,-3-1 0 0,3 1 0 0,-1-3 8 16,1-3-8-16,3 1 0 0,0-1 8 0,3-2-8 15,0-3 19-15,2 3-1 0,1-3 0 0,0 0 0 16,-3-3 11-16,0 3 3 0,-4-2 0 0,1-1 0 15,-3 0-3-15,-3-4 0 0,-3 1 0 0,0-2 0 16,-3 1-3-16,-3 1-1 0,0-9 0 0,-3 4 0 16,-3 1-8-16,0-1-1 0,-3 0-1 0,-3 1 0 15,0 2-5-15,-6 3-1 0,0-3 0 0,0 5 0 16,-6-2-9-16,0 5 0 0,0 0 0 0,-2 3 8 16,-4 0 9-16,3 2 2 0,-3 0 0 0,3 1 0 15,1 2-49-15,-1 2-10 0,3-2-1 0,0 3-1 16,3 0-18-16,3 2-3 0,0-2-1 0,3 2 0 15,0 0-130-15,3 3-26 0,0 0-6 0</inkml:trace>
  <inkml:trace contextRef="#ctx0" brushRef="#br0" timeOffset="18980.455">19309 4861 1539 0,'0'0'64'0,"0"0"-51"15,0 0 92-15,-6-3 19 0,3 0 3 0,-3 1 1 16,0-1-47-16,0 3-9 0,-3-3-1 0,3 3-1 16,-3 3-23-16,0-3-5 0,0 3-1 0,-3-1 0 15,0 1-5-15,1 2-2 0,-1 1 0 0,0 2 0 16,0 0-34-16,0-1 0 0,3 4 0 0,-3 0-12 16,3 2 60-16,-3 0 13 0,3 3 3 0,0 0 0 15,3 0-52-15,0 0-12 0,3 2 0 0,0 1 0 16,1-3 0-16,4-1 0 0,-2 1 0 0,6-3 0 15,0 3 0-15,0-5 0 0,3 0 0 0,3-1 0 16,0-2-8-16,3 0-5 0,3-3-1 0,0 1 0 16,3-1 14-16,-1-2 0 0,1-1 0 0,3-2 0 15,-3 0 0-15,0 0 0 0,-3-2 0 0,2-1 0 16,-5 0 20-16,3 1-2 0,-3-4-1 0,0 4 0 16,-3-4-17-16,3-2 0 0,-3 0-11 0,-3 1 11 15,-1-4 44-15,-2 0 16 0,-3-2 4 0,3 0 0 16,-6-3-52-16,3 0-12 0,-6 0 0 0,0-2 0 15,0 2 54-15,-3 0 8 0,0 0 2 0,-2 0 0 0,-1 3-64 16,0 5-16-16,-3-8-2 0,0 8 0 0,0-2 29 0,-3 2 5 16,3 0 2-16,-3 3 0 0,-3-3-30 15,4 5-7-15,-4-2-1 0,0-1 0 16,0 1-19-16,0 2-4 0,3 3-1 0,0-2 0 16,0 2-17-16,4 0-4 0,2 0-1 0</inkml:trace>
  <inkml:trace contextRef="#ctx0" brushRef="#br0" timeOffset="19428.509">19868 4789 1824 0,'0'0'76'16,"0"0"-60"-1,-6 0 89-15,0 0 19 0,3 0 3 0,-6 0 1 16,4 0-52-16,5 0-9 0,-6 3-3 0,0 5 0 15,0-6 0-15,0 1 0 0,0 5 0 0,0 0 0 16,3 0-51-16,-3 0-13 0,0 0 0 0,3 2 0 16,0-2 54-16,-3 3 8 0,3 0 2 0,0-1 0 15,3 1-52-15,-3 2-12 0,3 0 0 0,0 0 0 16,0 3 0-16,0 0 0 0,0-5 0 0,0 5 0 16,3-3 0-16,0 3 0 0,0-3 0 0,3 0 0 15,0 0 0-15,0-2 0 0,3 0 0 0,0-4 0 16,0 1 0-16,3 0 0 0,-1-5 0 0,4 2 0 15,-3-2 0-15,3-3 0 0,0 3 0 0,0-6 0 16,0 3 0-16,0-3 0 0,0-2 0 0,-4 2 0 0,1-5 0 16,0 3 0-16,-3 0 0 0,0-6 0 0,0 3 0 15,-3-5 0-15,0 0 0 0,0 0 0 0,-3-3 54 0,-3 0 8 16,3 0 2-16,-3 0 0 0,-3 0-52 0,0 3-12 16,0-3 0-16,0 3 0 0,-3 0 0 0,-3 2 0 0,3-2 0 0,-3 5 0 15,-3-5 0-15,3 2 0 0,-3 1 0 0,1 2 0 16,-1-3 0-16,0 3 0 0,0 0 0 15,0 3 0-15,0-3-48 16,3 3-13-16,-3-1-3 0,0-2 0 16,0 6-138-16,0 2-28 0</inkml:trace>
  <inkml:trace contextRef="#ctx0" brushRef="#br0" timeOffset="20064.879">20797 4842 2032 0,'0'0'42'0,"0"0"10"0,0 0-41 0,-6 0-11 0,0 0 0 0,0 3 0 15,0-1 60-15,0 1 11 0,-3 0 1 0,0 2 1 16,0 0-7-16,1 1-2 0,-4 2 0 0,3 2 0 16,0 3-51-16,0 1-13 0,0 1 0 0,0 1 0 15,3 3 0-15,0-1 0 0,0 4 0 0,3-1 0 16,3 0 0-16,0-3 0 0,3 4 0 0,0-1 0 16,3-5 0-16,3 0 0 0,3-1 0 0,3-1 0 15,0-4 0-15,2 3 0 0,4-7 0 0,0-1 0 16,3 0 11-16,3-2-1 15,0-3 0-15,-1-3 0 0,-2 1-10 0,3-1 10 0,-3-5-10 0,0 5 10 16,-1-7-20-16,1 2-4 0,-3-3-1 0,0 3 0 16,-3-7 63-16,0 1 13 0,-1-2 3 0,-2 1 0 15,0-4-16-15,-6 1-4 0,0-4 0 0,-3 4 0 16,0-3-19-16,-3 2-4 0,-3 1-1 0,-3-1 0 16,0 3-20-16,-3 3 0 0,-3-6 0 0,0 6 0 15,-3 0 0-15,0 0 0 0,-5 2 0 0,2 1 0 16,0-1 56-16,-3 3 6 0,3 3 2 0,-3-1 0 15,3 4-64-15,-3-6-26 0,4 5 2 0,-4 1 0 16,0-1-13-16,0 3-3 0,3 0 0 0,-3 3 0 16,3-1 40-16,3 1 0 0,3 5 0 0,1-6 0 15,2 4-211-15,3-1-34 0,0 3-7 0</inkml:trace>
  <inkml:trace contextRef="#ctx0" brushRef="#br0" timeOffset="20500.18">21654 4802 2066 0,'6'-2'43'0,"0"2"10"0,-3-8-42 0,-3 8-11 0,0 0 0 0,0 0 0 15,0 0 104-15,0 0 20 0,-6-3 3 0,0 1 1 16,0-1-52-16,-6 3-9 0,3 0-3 0,-2 0 0 16,-1 3-51-16,0-1-13 0,-3 1 0 0,0 5 0 15,0-3 54-15,0 3 8 0,0 0 2 0,3 3 0 16,-2-1-52-16,2 1-12 0,0-1 0 0,3 4 0 15,0 1-11-15,3-1-5 0,3 2 0 0,0 2-1 16,0-5 17-16,6 6-8 0,0-3 8 0,0 2 0 16,6-2 9-16,0-3 9 0,3 3 2 0,3-3 0 15,2-2-20-15,4-3 0 0,3 3 0 0,3-6 0 16,0-3 0-16,2 4 0 0,4-6 0 0,-3 0 0 16,0 0 0-16,-4-3 0 0,1 0 0 0,-3 1 0 15,0-6 0-15,0 3 0 0,0-1 0 0,-4-7 0 16,1 3 0-16,-3-1 0 0,-3 0 8 0,0-2-8 15,-3 0 30-15,-3-3 2 0,-3 0 1 0,-3 0 0 16,-3 3-8-16,0-3-1 0,-3 3-1 0,-3 0 0 16,-3-1-11-16,0 1-3 0,-6 3 0 0,3-1 0 15,-3 0-9-15,0 1 0 0,0-1 0 0,-3 3 0 16,1 0 0-16,-1 0 0 0,3 1 0 0,-3 1 0 16,0 1 0-16,-3 2 0 0,3-2 0 0,-2 2 0 15,2 1-59-15,0 2-4 0,0 0-1 0,3 0 0 16,6 0-51-16,0 2-10 0,0 1-3 0</inkml:trace>
  <inkml:trace contextRef="#ctx0" brushRef="#br0" timeOffset="20951.348">22410 4744 1622 0,'0'0'68'0,"0"0"-54"16,0 0 138-16,0 0 27 0,0 0 5 0,0 0 2 15,-3-5-62-15,3 5-13 0,-6-3-3 0,0 3 0 16,-2 0-53-16,2 0-11 0,-3 0-3 0,0 3 0 16,0 2-24-16,0 1-5 0,-3-1 0 0,3 3-1 15,-3 2-11-15,3-2 0 0,0 3 0 0,0 2 0 16,-3-2 0-16,6 2 0 0,-2-2 0 0,2 4 0 16,0-1-8-16,3-1 8 0,0 0 0 0,0 3 0 15,3-3 0-15,0 3-9 0,3-3 9 0,0 3 0 16,3-3-10-16,0-2 10 0,-1 2-8 0,4-2 8 15,3-3-10-15,0 0 10 0,0 0-12 0,3-3 12 16,3 0-9-16,0-5 9 0,0 0 0 0,-1 0-9 16,4 0 9-16,-3-8 0 0,0 3 0 0,0 0 0 15,0-1 0-15,0-2 8 0,-4 3-8 0,-2-3 11 0,0-2 5 16,0 2 0-16,-3-3 1 0,-3 1 0 0,0-4 19 16,-3 4 3-16,0-4 1 0,0 1 0 0,-3 3-11 0,0-4-1 15,-3-1-1-15,0 1 0 0,-3 1-15 0,-3 0-2 16,0-3-1-16,0 3 0 0,-3 0-9 0,-3-1 0 0,4 4 9 15,-7 2-9-15,0-8 0 0,0 8 0 16,-3-3 0-16,3 3 0 0,-3 1-16 0,1 1-4 16,2-2 0-16,0 6-1 15,0-4-25-15,6 4-5 0,0-1-1 0,0 3 0 16,3 0-103-16,3 3-21 0,6-3-4 0</inkml:trace>
  <inkml:trace contextRef="#ctx0" brushRef="#br0" timeOffset="21325.281">23026 4580 1644 0,'9'-18'34'0,"-6"12"9"16,0-2-35-16,3 1-8 0,-3-1 0 0,0 2 0 15,0 1 125-15,0-3 23 0,0 3 5 0,0-1 1 16,-3 6-34-16,0 0-8 0,0 0 0 0,0 0-1 15,0-5-32-15,0 5-7 0,0 0 0 0,0 0-1 16,0 0-17-16,0 0-3 0,0 0-1 0,0 0 0 16,0 0-17-16,0 0-3 0,0 0-1 0,-3 5 0 15,0 3-12-15,0 3-2 0,0 2-1 0,0 0 0 16,3 6-5-16,-3 0-1 0,3 2 0 0,-3 2 0 16,3-4 0-16,0 5-8 0,0 0 12 0,0-1-4 0,0 1 0 15,0-3 0-15,0 3 0 0,-3-3 0 16,3 1-8-16,0-1 12 0,0 0-12 0,0 0 12 15,0 0-12-15,0 3 0 0,0-5 0 0,0 4 0 0,0-4 0 0,0 2 0 16,3-2 8-16,-3-1-8 0,0-5 0 0,0 3 0 0,0-3 0 16,3-2 0-1,-3 0-32-15,0-3-3 0,3 0 0 0,-3-3 0 16,3 0-129-16,0 0-25 0,0-2-6 0</inkml:trace>
  <inkml:trace contextRef="#ctx0" brushRef="#br0" timeOffset="22679.484">15415 5887 1208 0,'-24'6'25'0,"16"-4"6"15,-1-2-31-15,0 3 0 0,-3 0 0 0,0-1 0 0,0-2 88 16,-3 3 12-16,3 0 3 0,-6-1 0 0,3-2-35 0,1 3-8 0,-1-1 0 0,0 1-1 16,3-3-16-16,0 3-3 0,0-3-1 0,3 2 0 15,0-2-11-15,0 3-3 0,3-3 0 16,3 0 0-1,3 0 31-15,0 0 7 0,0 0 1 0,0 0 0 0,0 0-52 0,0 0-12 16,0 0 0-16,0 0 0 0,0 0 0 0,0 0 0 0,0 0 0 16,0 0 0-1,0 0 54-15,0 0 8 0,0 0 2 0,0 0 0 0,0 0-52 0,0 0-12 0,0 0 0 0,0 0 0 16,0 0 0-16,0 0 0 0,3 5 0 0,3-2 0 16,0-3 54-16,0 3 8 0,3-1 2 0,0 1 0 15,0 0-52-15,3-1-12 0,3-2 0 0,-3 3 0 16,6-3 0-16,-4 2 0 0,7-2 0 0,0 3 0 15,0-3 0-15,3 3 0 0,3-3 0 0,2 0 0 16,7 0 12-16,0 0-1 0,5-3 0 0,4 3 0 16,0 0-11-16,-1-3-16 0,1 3 4 0,9-2 1 15,-1-1 50-15,4 1 9 0,5-1 3 0,1-2 0 16,-7-1-31-16,-5 4-5 0,2-4-2 0,1 4 0 16,0-4-1-16,-4 1 0 0,4 0 0 0,-4 0 0 15,-5 2-12-15,-6 0-16 0,-4-2 3 0,1 2 1 16,-6 1 12-16,0-1 0 0,-3-2 0 0,-1 2 0 15,-5-2 0-15,-3 2 0 0,-3-2 0 0,-3 2 0 16,-3-2 0-16,-3 0 0 0,-3 2 0 0,-3 3 0 16,3-5-156-16,-6-1-29 0,0 1-6 0</inkml:trace>
  <inkml:trace contextRef="#ctx0" brushRef="#br0" timeOffset="23215.37">15204 5247 1668 0,'0'0'35'0,"6"0"7"15,0 0-34-15,3-3-8 0,0 1 0 0,0 2 0 16,0-3 86-16,2 0 15 0,1 1 3 0,0 2 1 0,0-3-33 0,0-2-6 0,0 2-2 0,3 1 0 16,-3-1 2-16,3 0 0 15,-3 1 0-15,2-1 0 16,4 0-54-16,0 1-12 0,-3-1 0 0,3 3 0 15,0-3 24-15,0 1 8 0,0-1 2 0,-1 3 0 0,-2-3-26 16,0 3-8-16,0 0 0 0,-3 0 0 0,0 0 0 0,0 0 0 0,0 0 0 16,-3 0-9-1,-3 0-34-15,2 0-6 0,-2 0-2 0,0 0 0 16,0 0-49-16,0 0-11 0,-3 0-1 0,3 0-1 16,-6 0-136-16,0 0-27 0</inkml:trace>
  <inkml:trace contextRef="#ctx0" brushRef="#br0" timeOffset="23513.405">15650 5030 1561 0,'-14'-11'32'0,"-1"1"8"0,0-1-32 0,3 1-8 0,0 2 0 0,0-3 0 15,0 3 94-15,3 0 17 0,0 0 3 0,0 3 1 16,3 0-27-16,-3-1-4 0,4 1-2 0,-1 3 0 16,6 2-13-16,0 0-2 0,0 0-1 0,0 0 0 15,0 0-3-15,0 0-1 0,0 0 0 0,0 0 0 16,0 0-50-16,0 0-12 0,0 0 0 0,0 7 0 15,0 4 0-15,0-3 0 0,0 3 0 0,0 7 0 16,3-5 54-16,-3 6 8 0,0 2 2 0,0 3 0 16,0-3-52-16,0 3-12 0,0-3 0 0,0 3 0 15,0 0 0-15,0-1 0 0,-3-4 0 0,3 5 0 16,-3 0 0-16,3-3 0 0,0 3 0 0,-3-1 0 16,3 1 0-16,0-3 0 0,0 6 0 0,0-6 0 15,0 0 0-15,0-2-18 0,3-1 4 0,0-2 1 16,0-3-133-16,3-2-26 0,2-1-6 0</inkml:trace>
  <inkml:trace contextRef="#ctx0" brushRef="#br0" timeOffset="24912.802">17767 5895 1552 0,'0'0'44'0,"-6"3"10"0,0-3-43 15,6 0-11-15,-6 0 0 0,0 0 0 16,6 0 97-16,-6 3 18 0,6-3 3 0,0 0 1 15,0 0-37-15,0 0-7 0,0 0-2 0,0 0 0 0,0 0-7 0,0 0-2 0,0 0 0 16,0 0 0-16,0 0-51 0,0 0-13 0,0 0 0 16,0 0 0-1,0 0 0-15,0 0 0 0,0 0 0 0,6 2 0 0,0-2 54 0,0 3 8 0,0-3 2 16,3 3 0 0,0-3-52-16,0 0-12 0,0 0 0 0,2 2 0 15,4-2 0-15,0 0 0 0,0 0 0 0,3-2 0 0,3 2-12 0,0-3-4 16,0 0-2-16,2 3 0 0,4-2 18 0,-3-1 0 0,3 0 0 0,2 1 0 15,-2-1 0-15,-3-2 11 0,3 2-2 0,3 0 0 16,-1-2 0-16,7 2 0 0,0-2 0 16,3 0 0-16,2 0-9 0,4-1 0 0,0 1 0 0,2-3 0 15,1 3 0-15,2-6 0 0,1 3 0 0,3-2 12 16,-4 2-12-16,4 0 0 0,2 3 9 16,4-3-9-16,-4 0 13 0,4 0-1 0,2 2-1 0,1-2 0 15,-4 1-11-15,-2 1 12 0,-3-2-12 16,5 3 12-16,-2-3-4 0,2 3-8 0,4-1 12 15,-4 4-4-15,-2-3 0 0,-4-1 0 0,-2 1 0 0,3 0 0 16,-1-1 0-16,1 4-8 0,2-4 12 0,1 4-4 16,-4-4-8-16,-2 1 8 0,0 3-8 0,2-4 8 15,1 4-8-15,-1-1 12 0,1 0-12 0,5 1 12 16,-5-4-12-16,0 6 0 0,-4-2 0 0,7-1 0 16,-7 0 0-16,4 3 8 0,0-2-8 0,2 2 8 15,-5 0-8-15,2 0 0 0,1 0 0 0,5 0 0 16,-8 0 0-16,3 2 0 0,-4-2 9 0,7 0-9 15,-7 3 0-15,4-3 0 0,-1 0 0 0,7 3 0 16,-9-3 0-16,-1 2 0 0,1-2 0 0,2 6 8 0,-2-6-8 16,3 2 0-16,2 1 0 0,1 0 0 15,-7-3 0-15,1 0 8 0,-3 2-8 0,5-2 0 16,-2 0 0-16,-1 3 8 0,4-3-8 0,-1 0 0 0,-2 3 9 16,-6-3-9-16,2 0 12 0,1 0-12 0,0 0 12 15,-1 0-4-15,4 0 0 0,-4 0-8 0,1 0 12 0,-6 0-4 16,-1-3 0-16,4 3-8 0,-9 0 11 0,2-3-11 15,-2 1 10-15,0-1-10 0,0 0 9 0,-4 1-9 16,4 2 8-16,0 0-8 0,-6-3 11 0,-1 0-3 16,-2 3-8-16,3-2 12 0,-6 2-4 0,-3 0-8 15,-1-3 11-15,1 0-11 0,0 3 11 0,0 0-11 0,0-2 10 0,-3 2-10 16,2 0 8-16,1-3-8 0,0 3 0 16,-3 0 9-16,3 0-9 0,-3 0 0 0,-3-2 0 0,2 2 8 15,-2 0-8-15,-3 0 0 0,0 0 0 0,-3 0 8 16,0 0-8-16,0 0 0 0,-3 0 0 0,0 0 8 15,0 0-8-15,-6 0-11 0,0 0 3 0,0 0 0 16,0 0-71-16,0 0-13 0,-3-6-4 0</inkml:trace>
  <inkml:trace contextRef="#ctx0" brushRef="#br0" timeOffset="26912.309">18243 6157 1337 0,'0'0'56'0,"0"0"-44"16,0 0 100-16,0 0 21 0,0 0 4 0,-6-2 1 16,6 2-36-16,-6 0-7 15,6 0-2-15,0 0 0 16,-6 2-54-16,6-2-11 0,-6 3-3 0,0 2 0 15,0-2 22-15,3 5 4 0,-3-3 1 0,3 3 0 0,0 0-37 0,0 3-7 0,1 2-8 0,-1 3 11 16,3-3-11-16,0 3 0 0,0 0 0 0,0-1 8 16,0 4-8-16,0-3 8 0,0 0-8 0,3 2 8 15,-3-4-8-15,5 1 0 0,-2-1-12 0,3 1 12 16,0-1-8-16,0-4 8 0,3 1 0 0,0-3 0 16,3 0 0-16,0-3 0 0,0 0 10 0,3-2-10 15,-3 0 0-15,3-3 0 0,-1 0 0 16,1-3-12-16,3 0 12 15,-3-2 0-15,3 0 0 0,-3-1 0 0,0-1 10 0,0-1 2 0,-4 0 0 0,1-3 0 16,0 0 17-16,-3 1 4 0,0-1 1 0,-3 1 0 16,-3-3-6-16,0 2 0 0,0-5-1 0,0 3 0 15,-6-3-8-15,3-3-2 0,-3 4 0 0,-3-4 0 16,0 3-9-16,0-2-8 0,0 2 12 0,-6 0-12 16,3 3 9-16,0-1-9 0,1 1 0 0,-4 3 9 15,0 2-9-15,3 0 0 0,-3 0 0 0,0 2 0 16,0 1-11-16,0 3-4 0,3 2-1 0,0-3 0 15,0 3-32-15,3 3-6 0,-2-3-2 0,2 2 0 16,6-2-176-16,0 0-36 0</inkml:trace>
  <inkml:trace contextRef="#ctx0" brushRef="#br0" timeOffset="27373.586">18984 6104 1580 0,'-3'3'67'0,"-3"2"-54"16,0 1 91-16,-3 1 19 0,3 1 3 0,1 0 1 15,-4 0-50-15,3 6-9 0,0-4-3 0,-3 3 0 16,3 3-52-16,-3 0-13 0,3 3 0 0,0 2 0 15,0-3 18-15,3 1 1 0,0-1 0 0,3 1 0 16,0-1-11-16,0-2-8 0,3-2 9 0,3 1-9 16,0-1 8-16,0 1-8 0,3-1 0 0,0-1 0 15,0-2-15-15,0-4-9 0,0 1-1 0,-1 0-1 16,4-2 44-16,-3-4 9 0,3-2 1 0,0 0 1 16,0 0-7-16,3-5-2 0,-3 0 0 0,3-1 0 15,-3 1-4-15,2-3 0 0,1 0-1 0,3-2 0 16,-6-1 41-16,3 3 9 0,-3-5 2 0,-3 2 0 15,3-2-27-15,-6-3-6 0,3 0-1 0,-3 0 0 16,-3-2-11-16,0-3-2 0,-3 0-1 0,0-3 0 16,-3 3-7-16,0 2 0 0,-3-2-1 0,-3 2 0 15,0 1-11-15,-3 5 10 0,0-3-10 0,0 5 10 16,-3 1-10-16,0-1-9 0,0 3 9 0,1 0-13 16,-1 3 13-16,3 0 0 0,0-1 0 0,-3 4 0 15,6-1-56-15,-3 0-6 0,3 3-1 0,0 0 0 16,0 0-124-16,0 0-25 0</inkml:trace>
  <inkml:trace contextRef="#ctx0" brushRef="#br0" timeOffset="27841.03">19565 6057 1854 0,'0'0'78'0,"-3"2"-62"16,-3-2 78-16,0 0 16 0,0 0 3 0,-3 3 1 16,3-3-35-16,-3 3-7 0,3-1-2 0,0 1 0 15,-3 0-56-15,3 2-14 0,0 0 0 0,-3 3 0 16,3 0 0-16,-3 0 0 0,4 3 0 0,-1-1 0 16,0 3 54-16,3 3 8 0,0 0 2 0,0 3 0 15,3-3-103-15,0-1-20 0,3 4-4 0,0-1-1 16,3-2 52-16,0 0 12 0,0-3 0 0,5 6 0 15,-2-8 0-15,6-1 0 0,0 1 0 0,3-3 0 16,0 0 20-16,0-3 6 0,3-2 2 0,-1-3 0 16,1 0-20-16,0 0-8 0,3-6 0 0,-6 4 8 15,0-6-31-15,-1 2-6 0,-2 1-2 0,-3-6 0 16,0 4 76-16,0-1 15 0,0-3 4 0,-6 0 0 0,3-2-52 16,-3 3-12-16,-3-4 0 0,0-2 0 0,0 3 54 15,-3-3 8-15,3 3 2 0,-3-3 0 0,-3 0-52 16,0 3-12-16,0 0 0 0,-3 0 0 15,0-1 0-15,0 1 0 0,0 3 0 0,-3-1 0 0,0 1 0 0,-3 2 0 16,0-3 0-16,-3 0 0 16,0 6 0-16,-2-3 0 0,2 3 0 0,-3 0 0 0,0 2 0 0,-3 0-12 15,3 3 3-15,0 0 0 16,4 0-31-16,-1 3-7 0,0-3-1 0,3 5 0 16,0-2-120-16,3 2-25 0,3 0-5 0</inkml:trace>
  <inkml:trace contextRef="#ctx0" brushRef="#br0" timeOffset="28289.805">20255 6009 1922 0,'-6'0'54'0,"-3"0"13"0,3 0-54 0,-3 0-13 0,4 0 0 0,-4 0 0 16,0 3 76-16,3-3 12 0,-3 2 2 0,0 1 1 15,3 0-34-15,-3-1-6 0,0 4-2 0,0-1 0 16,0 0-20-16,3 3-4 0,-3 0-1 0,0 0 0 16,3 3-8-16,0-3-3 0,1 2 0 0,-1 1 0 15,0 2-3-15,3 0-1 0,-3 0 0 0,3 3 0 16,3 3-9-16,-3-3 10 0,3 0-10 0,3 2 10 16,-3 1-10-16,3-4 0 0,3 1 0 0,0 0 0 15,0-3 0-15,2 1 0 0,4-4 0 0,-3 1 0 0,3-3 0 16,-3 0 0-16,3-3 0 0,3-2 0 0,-3-1 0 15,0 1 0-15,0-3 0 0,0 0 0 0,-1-3 17 0,1-2 2 16,3 0 0-16,-3-3 0 0,3 2 5 0,-3-4 0 0,3-1 1 16,-6-2 0-16,3 0 20 0,-3 0 4 0,3-3 1 0,-7 2 0 15,4-1-25-15,-6-4-5 0,3 3 0 0,-3-2-1 16,0 2 0-16,-3 0 0 0,0 3 0 0,-6-3 0 16,3 3-11-16,-3-3-8 0,0 3 12 0,0-1-12 15,-2 1 8-15,-1 2-8 0,-3-2 0 0,3 3 0 16,-3-1 0-16,-3 3-17 15,3 0 1-15,-3 0 1 0,3 0-64 16,0 0-13-16,-2 0-2 0,2 3-1 16,0 2-129-16</inkml:trace>
  <inkml:trace contextRef="#ctx0" brushRef="#br0" timeOffset="29116.363">21038 5985 1094 0,'0'0'23'0,"0"0"5"0,0 0-28 0,0 0 0 0,0 0 0 0,0 0 0 15,0 0 108-15,0 0 16 0,0 0 3 0,0 0 1 16,-6 0-12-16,6 0-1 0,-6 0-1 0,6 0 0 16,-6 0-30-16,0 3-5 0,6-3-2 0,-9 0 0 15,3 3-17-15,3-1-4 0,-3 3-1 0,1-2 0 16,-1 2-23-16,0-2-4 0,0 5 0 0,0-3-1 16,0 3-17-16,0 3-10 0,-3-3 12 0,3 2-12 15,0 1 8-15,0 0-8 0,0-1 0 0,0 3 0 16,3 1 0-16,0-4 0 0,3 3 0 0,3 3 0 0,3-3 0 0,-3 3 0 15,3-2 0-15,3 1 0 0,0-1 0 16,0-4 0-16,0 3 0 0,3-5 0 0,0 3 0 0,-1-3 0 16,1-3-8-16,3 1 8 0,-3-6 0 0,3 2 0 15,3-4 0-15,-3 2 0 0,0-3-16 0,3-2-4 0,-4-3-1 0,1 2 0 16,0-2 33-16,0 0 8 0,0-2 0 16,-3-1 1-16,-3 3-13 0,0-2-8 0,0-1 10 0,-3 1-10 15,0-4 17-15,-1 4-2 0,-2-1-1 0,0-2 0 16,-3 2 13-16,0-2 2 15,0 3 1-15,-3-4 0 0,-2 1-8 0,-1-3-2 16,0 3 0-16,-6 0 0 0,3 0-7 0,-3-1-1 16,-3 1-1-16,0 0 0 0,0 2 13 0,0 1 2 0,0-1 1 0,-2 1 0 15,2 2-35-15,0 0-8 0,0 0 0 0,0 5-1 16,0-2 17-16,3 2-8 0,0 1 8 0,0 2 0 16,1 0-33-16,2 2 0 15,0 1 0-15,0 2 0 0,3-2-85 0,0 5-17 0,3-3-3 0</inkml:trace>
  <inkml:trace contextRef="#ctx0" brushRef="#br0" timeOffset="29582.025">21824 5961 1957 0,'0'0'82'16,"0"0"-66"-16,-6 3 62 0,0-3 12 0,0 3 2 16,0-1 1-16,-3 1-23 0,3 0-5 0,-3 2-1 0,-3 0 0 15,3 1-11-15,-2 1-2 16,-1 1-1-16,0 0 0 16,3 3-30-16,-3 0-7 0,0-1-1 0,0 3 0 0,0 1-12 0,3-4 0 0,-3 3 0 0,3 1 0 15,3-1 0-15,1 3 8 0,2 0-8 0,0-1 0 16,3 1 0-16,3 0 0 0,2 0 0 0,1 0 0 15,3 0 0-15,3-3 0 0,0 0 0 0,3-2 0 16,0-1-12-16,3-4 12 0,0-1-12 0,0 0 12 16,2-2 0-16,-5-3 0 0,3-3 0 0,0 1 0 15,3-4 0-15,-3 4 8 0,3-4 0 0,-4-1 1 16,4-1-9-16,0 0 0 0,0-3 0 0,0 0 0 16,-3 1 0-16,-4-1 0 0,1-2 0 0,-3 0 0 15,0 0 52-15,-6-1 9 0,0-1 2 0,0 1 0 16,-6 1-50-16,0-3-13 0,-3 6 0 0,0-4 0 15,-6-1 0-15,0 1 0 0,0 1 0 0,-6-3 0 16,3 3 0-16,-5 2 0 0,2-2 0 0,-6 3 0 16,6-1 0-16,-3 0 0 0,0 1 0 0,0-1 0 15,1 3-16-15,-1 0-8 0,3-2-1 0,0 4-1 16,3 1-112-16,-3 3-22 0,3-1-5 0</inkml:trace>
  <inkml:trace contextRef="#ctx0" brushRef="#br0" timeOffset="29988.43">22651 5898 1371 0,'-11'-3'28'0,"11"3"8"0,0 0-36 0,-6-2 0 0,6 2 0 0,-3 0 0 16,3 0 102-16,0 0 14 0,0 0 2 0,-6 2 1 15,6-2-23-15,-3 6-4 0,3-6 0 0,-6 5-1 16,3 0-14-16,3 3-2 0,-3 0-1 0,0 0 0 16,3 0-13-16,0 2-2 0,0 1-1 0,0 2 0 15,0 1-17-15,0-1-3 0,0 0-1 0,0 3 0 16,0-3-11-16,0 0-2 0,0 3-1 0,-3 0 0 15,3-3-8-15,0 3-2 0,0 3 0 0,0-3 0 16,0-1-13-16,0 4 9 0,0 0-9 0,0-1 8 16,0 1-8-16,0-1 0 0,0 1 0 0,0-1 0 15,0-2 0-15,0 0 8 0,0-3-8 0,0 3 0 16,0-5 0-16,0-1 0 0,3 1 0 0,-3-3 0 16,0 0-26-16,0-3-4 0,0-5-1 0,0 0 0 15,3 3-121-15,-3-3-24 0,6 5-4 0</inkml:trace>
  <inkml:trace contextRef="#ctx0" brushRef="#br0" timeOffset="30552.507">23086 5985 1824 0,'-12'-5'38'0,"12"5"8"0,-6 0-37 0,6 0-9 0,-6-3 0 0,6 3 0 15,-6 0 104-15,6 0 20 0,0 0 3 0,-6 0 1 16,6 0 0-16,0 0 0 0,-6 3 0 0,0 2 0 15,3 1-103-15,-3-1-25 0,3 3 0 0,-2 0 0 16,2 2 0-16,0-2 0 0,-3 5 0 0,3-2 0 16,0 2 0-16,0-2 0 0,0-1 0 0,0 4 0 15,3-1 0-15,-3 0 0 0,3 0 0 0,-3 3 0 16,3 0 0-16,3 0 0 0,0-3 0 0,0 3 0 16,0-3 0-16,3 1 0 0,0-1 0 0,0 0 0 15,0-2 0-15,-1-1 0 0,4-2 0 0,-3 0 0 16,3 0 0-16,3-3 0 0,-3-2 0 0,3 0 0 15,0-3 0-15,0 0 0 0,0-3 0 0,0 3 0 0,3-5 19 16,-4-1-2-16,1 1 0 0,3-3 0 0,-3 0 3 16,0 0 1-16,3-2 0 0,-3-1 0 0,0-2 12 15,-3 0 3-15,0-1 0 0,0 1 0 0,-4-3-1 0,1 3 0 16,0 0 0-16,-3 0 0 0,0-1-3 0,-3 1-1 16,0 3 0-16,-3-4 0 0,0 4-11 0,0-1-1 0,-3 1-1 15,-2-1 0-15,-4 0-10 0,0 3-8 0,-3 1 12 16,0-4-12-16,-3 3 0 0,0 3 0 15,0-3 0-15,1 2 0 16,2 1-27-16,-3 0-5 0,0 2-2 0,3 1 0 16,0-1-126-16,3 3-26 0,0 0-5 0</inkml:trace>
  <inkml:trace contextRef="#ctx0" brushRef="#br0" timeOffset="33231.034">15293 6422 1576 0,'-12'0'32'0,"12"0"9"0,0 0-33 0,-3 0-8 0,3 0 0 0,-6-3 0 15,6 3 105-15,-6-2 19 0,6 2 4 0,-3-6 1 16,3 6-1-16,-2-5 0 0,2 5 0 0,0-5 0 16,0 2-51-16,0-2-10 0,0-1-3 0,2 1 0 15,1 0-36-15,3 0-7 0,0-1-1 0,0 1-1 16,0 0 5-16,3-3 2 0,0 2 0 0,0 1 0 16,0 0-6-16,3 0 0 0,0-1-1 0,0 1 0 15,0 0-19-15,3-1 0 0,-1 1 0 0,1 2 0 16,-3 1 0-16,3-1 0 0,-3 1 0 0,0 2 0 15,0 0 10-15,-3 2-2 0,0 1 0 0,0 2 0 16,-3 3-8-16,-4 0-11 0,-2 3 3 0,-2-1 0 16,2 1 8-16,-6 2 0 0,0 0 0 0,0 3 0 15,-3-3 0-15,-3 1 0 0,0 1 0 0,0 1 0 16,-3 0-20-16,3-3-3 0,-3 3 0 0,0-2 0 0,4-1 23 16,-4 3-9-16,3-3 9 0,0 0 0 0,3 0 14 15,0-2 10-15,0 2 1 0,3-2 1 16,3-3-72-16,0 2-14 0,0-2-4 0,0-3 0 15,3 3 76-15,3-5 14 0,0 2 3 0,3 1 1 0,-3-4-30 16,3-2 0-16,3 0 0 0,-3 0 0 0,6-2 0 0,-3-1 0 0,3-2 0 16,0 2 0-16,2-2 0 0,1-1 8 0,3-1-8 15,0 1 0-15,-3-2 0 0,6 3 8 16,-3-3-8-16,5 0 0 0,-5 3 0 0,3 0 0 0,0-1 0 16,-3 1-10-16,3 2-118 0,-3-2-23 15,-1 2-5-15</inkml:trace>
  <inkml:trace contextRef="#ctx0" brushRef="#br0" timeOffset="33849.299">15966 6271 2030 0,'0'0'57'0,"-6"-3"14"16,6 3-57-16,-6-2-14 0,0-1 0 0,6 3 0 16,0 0 105-16,-6 3 19 0,6-3 3 0,-6 2 1 15,3 4-103-15,-3 2-25 0,3 0 0 0,0 2 0 16,0 1 56-16,3 2 7 0,-3 0 1 0,3 3 0 0,0-3-52 0,-3 3-12 16,3 0 0-16,0-3 0 0,0 3 0 0,-3 0 0 15,3 0 0-15,-3 0 0 16,3 0 0-16,-3 2 0 0,0-2 0 0,3 3 0 15,-2-1-12-15,-1 1-4 0,0-1-2 0,0 1 0 16,0-1 18-16,0 1 0 0,0-1 0 0,0-5 0 0,0 1 13 0,3-4 3 16,-3-2 1-16,0-3 0 0,3-5-17 0,0 0 0 0,0 0 0 0,0 0 0 15,0 0 0-15,0-7 0 0,-3-1 0 0,3-6 0 16,3-2 0-16,-3-2 0 0,3-1 0 0,0-2 0 16,0 0 55-16,3 3 7 0,-3-1 2 0,3-2 0 15,0 2-64-15,-1-2-18 0,1 0-1 0,0-3 0 16,3-2 31-16,0-3 5 0,3 0 2 0,-3-1 0 15,0 1-19-15,3 3 0 0,0-3 0 16,-3 2 0-16,3 6 0 0,-3 3 0 0,2 2 0 16,-2 3 0-16,0 2 0 0,0 0 0 0,0 3 0 0,0 3 0 15,-3 2 0-15,0-2 0 0,0 3 0 16,3 2 0-16,-3 0 0 0,0 2 0 0,0 1 0 0,0 2 0 16,-3 3 55-16,3 0 7 0,0 3 2 0,0-1 0 15,0 6-52-15,-4 3-12 0,4 2 0 0,-3 0 0 16,3 3 0-16,-3 2-12 0,0 1 3 0,3-1 0 15,-3 1 9-15,0-4 0 0,0-1 0 0,-3 4 0 16,3-5 0-16,-3 0 0 0,0 3 0 0,-3-3 0 16,3 3-21-16,0 0 1 0,-3 2 0 0,3-2 0 15,-3 0-9-15,0-3-2 0,3 0 0 0,-3 1 0 16,0-7-29-16,0 1-5 0,3-2-2 0,-3-4 0 16,3-2-100-16,-3-3-20 0,3 1-4 0</inkml:trace>
  <inkml:trace contextRef="#ctx0" brushRef="#br0" timeOffset="34074.4">15859 6438 2269 0,'0'0'64'0,"0"0"15"0,0 0-63 0,0 0-16 0,6 0 0 0,0 0 0 15,6 0 54-15,0 0 8 0,2 0 2 0,1 0 0 16,6 0 0-16,-3 0 0 0,3 0 0 0,3 0 0 16,-4 0 0-16,1 0 0 0,3-3 0 0,-3 3 0 15,0 0-52-15,0-3-12 0,-1 1 0 0</inkml:trace>
  <inkml:trace contextRef="#ctx0" brushRef="#br0" timeOffset="37732.311">14942 7726 1444 0,'-18'6'30'0,"12"-4"6"0,0 1-28 0,0-3-8 0,0 3 0 0,0-1 0 15,6-2 81-15,-6 0 15 0,6 0 4 0,0 0 0 16,0 0 11-16,0 0 2 0,0 0 1 0,0 0 0 16,0 0-38-16,0 0-8 0,0 0-2 0,0 0 0 15,0 0-16-15,6 0-3 0,0 3-1 0,3-3 0 16,0 0-13-16,0 0-2 0,3 0-1 0,0 0 0 15,3-3 27-15,0 3 6 0,3 0 1 0,-1-2 0 16,1 2-52-16,6-3-12 0,0 3 0 0,0 0 0 16,3-3 0-16,-1 3 0 0,1 0 0 0,0 0-10 0,-3 0 10 15,0-2 0-15,-1 2 0 0,1-3 0 0,-6 3 0 16,0-3 0-16,0 3 0 0,-3-2 0 16,-1-1-45-16,1 0-14 0,0 1-2 0,-3 2-1 15,-3-3-104-15,0 3-21 0,0-3-4 0</inkml:trace>
  <inkml:trace contextRef="#ctx0" brushRef="#br0" timeOffset="38031.618">15240 7549 1925 0,'-6'0'40'0,"-3"3"10"0,6-1-40 0,3-2-10 0,0 0 0 0,0 0 0 16,0 0 104-16,0 0 18 0,0 0 4 0,0 0 1 16,-3 6-51-16,3-6-9 0,-3 5-3 0,3 3 0 15,3-3-18-15,-3 3-4 0,3 0-1 0,-3 0 0 16,3 3-14-16,-3-4-3 0,3 4-1 0,-3 0 0 16,3 2-13-16,-3 3-2 0,0-3-8 0,0 3 12 15,0 0-12-15,0 2 0 0,0 1 0 0,0 2 0 16,0 0 8-16,0 0-8 0,0 3 0 0,0 0 0 15,0-3 0-15,0 3 0 0,0-3-8 0,3 0 8 16,-3-5-42-16,0 3-2 0,3-4 0 0</inkml:trace>
  <inkml:trace contextRef="#ctx0" brushRef="#br0" timeOffset="41027.007">15933 7517 1409 0,'-9'11'29'0,"0"2"7"0,0 0-28 0,3 1-8 0,1-1 0 0,-1 3 0 15,0 0 37-15,3-1 7 0,0 1 0 0,0 0 1 16,0 0-36-16,0 0-9 0,3 0 0 0,-3 2 0 16,3-2 0-16,0 0 0 0,0 0 0 0,-3 0 0 15,3 0 53-15,0 0 9 0,-3-3 2 0,3 0 0 0,-3 0-52 16,0-2-12-16,3-1 0 0,-3-2 0 15,0 0 54-15,3-8 8 0,0 0 2 0,0 0 0 16,0 0 12-16,-6-2 2 0,3-1 1 0,-3-5 0 16,3-3-24-16,-3 1-5 0,3-6-1 0,0 0 0 0,3 0 12 15,-3 0 3-15,3-2 0 0,0-1 0 16,3-2-52-16,-3 0-12 0,3 0 0 0,3-3 0 0,0 0 0 16,0 0 0-16,0-2 0 0,3-3 0 0,0 2 40 15,0-2 6-15,3 0 1 0,0 3 0 0,-1 2-24 0,4 3-5 16,0 2-1-16,0 3 0 0,-3 6-17 0,3-1 0 0,-3 3 0 0,0 3 0 15,0 2 0-15,-1 1 0 0,-2 2 0 0,3 2 0 16,0 1 0-16,-3 5 0 0,0 0 0 0,0 5 0 16,0 3 31-16,-3 2 2 0,3 4 1 0,-3-1 0 15,0 3-3-15,0 2-1 0,-3 1 0 0,3 2 0 16,-3-3-30-16,3-2 0 0,0 0 0 0,-4 2 0 16,-2-5-45-16,3 3-15 0,-3-3-4 0,0 0 0 15,0 3 51-15,0-5 13 0,-3 2 0 0,3 0 0 16,-2 0-47-16,-1-5-4 15,0 0-1-15,0 0 0 0,0-5-90 0,0-1-18 16,0-2-4-16</inkml:trace>
  <inkml:trace contextRef="#ctx0" brushRef="#br0" timeOffset="41234.084">15921 7639 2039 0,'-23'0'42'0,"14"3"11"0,3-3-42 16,6 0-11-16,0 0 0 0,0 0 0 0,0 0 110 0,0 0 20 0,0 0 4 0,3 8 1 16,6-6-108-16,-1 1-27 0,1 0 0 0,6-1 0 15,3-2 56-15,0 3 7 0,0-3 1 0,3 0 0 16,2-3-52-16,1 1-12 0,0-1 0 0,3-2 0 31,0-3-100-31,2 2-22 0,4-4-5 0</inkml:trace>
  <inkml:trace contextRef="#ctx0" brushRef="#br0" timeOffset="42272.685">18529 7597 1208 0,'0'0'51'0,"0"0"-41"16,0 0 122-16,0-6 24 0,-3 1 4 0,3 5 2 16,-6-5-27-16,3 2-6 0,-3 0-1 0,0 3 0 15,0-2-51-15,0 2-10 0,0 2-3 0,-3-2 0 16,0 3-13-16,0 0-3 0,0 2-1 0,1 0 0 15,-1 1-28 1,0 2-6-16,0 0-1 0,0 2 0 0,0-2-12 0,0 3 0 0,0 2 0 0,3 0 0 16,0-2 0-16,3 2 11 0,-3 0-11 0,6 0 10 15,0 1-10-15,3-1 0 0,0 0 0 0,3 0 0 16,0-2 0-16,3 2 0 0,3-2 0 0,0 2 0 16,3-2-9-16,0-4-1 0,2 1 0 0,4 0 0 15,-3-5 10-15,0-3-8 0,0 0 8 0,0-3-8 16,0-2 18-16,2 0 4 0,-2-6 1 0,0 3 0 15,3-2-15-15,-3-1 0 0,3-2 0 0,-1 2 0 16,-5 1 0-16,3-1 0 0,-3 0 0 0,-3 1 0 16,-3 2 36-16,0-3 4 0,-6 1 0 0,0-1 1 15,-3-2-4-15,-3 2-1 0,-3-2 0 0,0 0 0 16,-6 0-36-16,0-1-13 0,-3-1 0 0,-3 1 0 16,0 1 37-16,1 3 7 0,-1-4 1 0,-3 4 1 15,3 2-33-15,0 0 0 0,0 0 0 0,0 3 0 16,1 2-28-16,-1 0 1 0,-3 3 0 0,3 0 0 15,0 0-33-15,3 3-8 0,0 0 0 0</inkml:trace>
  <inkml:trace contextRef="#ctx0" brushRef="#br0" timeOffset="42867.678">19321 7464 1766 0,'-18'0'36'0,"9"3"10"0,3 0-37 0,0-1-9 0,-3 1 0 0,0 2 0 16,3 1 101-16,-3 1 19 0,0 1 3 0,0 0 1 15,0 3-44-15,0 0-9 0,1 2-2 0,-1 0 0 16,3-2-29-16,0 2-7 0,-3 0-1 0,3 3 0 15,0-3-12-15,3 0-4 0,-3 1 0 0,3-1 0 16,3 0 12-16,0-2 1 0,0 2 1 0,3 0 0 16,3-2-45-16,0-1-9 0,3 1-1 0,3-1-1 0,0 1 26 15,-1 0 0-15,4-3 0 0,3-1-8 16,-3 1 8-16,3-5 0 0,3 2 0 0,-3-2 0 0,0-3 0 16,-1-3 0-16,-2-2 0 0,3 0 8 0,0-3 12 0,-3 0 4 15,3 0 0-15,0-3 0 0,-1 1-24 0,-2 2 0 0,0-3 0 16,0-2 0-16,-3 2 56 0,0 1 6 0,-3-3 2 15,-6-1 0 1,0 1-52-16,0 0-12 0,-6-3 0 0,0 0 0 0,-3 0 54 0,-3-2 8 0,0-3 2 16,-3 2 0-16,-3 1-52 0,3-4-12 15,-3 7 0-15,-2-4 0 0,2 6 0 0,0 0 0 0,0-1-12 16,0 6 12-16,-3 0 0 0,0 1 0 0,0 1 8 16,1 1-8-16,-1 2-48 15,0 1-16-15,0 2-4 0,0 0 0 16,3 0-125-16,0 5-26 0,3 0-5 0</inkml:trace>
  <inkml:trace contextRef="#ctx0" brushRef="#br0" timeOffset="43786.546">19904 7388 1963 0,'0'0'40'0,"-6"-3"12"0,6 3-42 0,-6-3-10 0,3 3 0 0,-3 0 0 15,0 0 75-15,0 3 13 0,0 0 2 0,0-1 1 16,0 1-23-16,-3 2-5 0,4 3-1 0,-1 3 0 15,0-3-48-15,-3 5-14 0,3 0 0 0,0 0 8 16,0 3 3-16,3 0 1 0,-3 3 0 0,3-1 0 16,3-2-12-16,-3 0 0 0,3 0 0 0,0 2 0 15,0-2-12-15,3 0 1 0,0 0 1 16,0-3 0-16,3 0 10 0,0 1 0 0,0-4 0 0,3 1 0 16,0-3 0-16,3 0 0 15,-1-3 0-15,4 0 0 0,-3-2 0 0,6-3 0 0,0 0 0 0,0 0 0 16,0-3 0-16,2 3 0 0,1-5 0 0,-3 2 0 15,3-2 0-15,-3 0 0 0,0-3 0 16,-3 3 0-16,-1-3 49 0,-2 0 12 0,0 0 3 0,-3-3 0 16,-3 3 0-16,0-5 0 0,-3 2 0 0,0-2 0 15,-3 0-52-15,-3 0-12 0,0-3 0 0,-3 0 0 16,0 0 24-16,-3-2 3 0,-3-4 0 0,0 6 0 16,1-2-19-16,-4 2-8 0,0 0 0 0,0 0 8 15,-3 6-30-15,3-3-6 0,-3 5-2 0,0 0 0 16,4 2 30-16,-4 1 0 0,6 0 0 0,-3 2 0 15,6 0 0-15,-3 3 0 0,3 0 0 0,3 0 0 16,-3 3-160-16,9-3-25 0,0 0-6 0</inkml:trace>
  <inkml:trace contextRef="#ctx0" brushRef="#br0" timeOffset="44223.483">20422 7409 1991 0,'-9'0'84'0,"3"2"-68"16,-3 4 106-16,3-1 21 0,0 0 4 0,-3 1 1 16,3 2-119-16,0-1-29 0,0 1 0 0,0 6 0 15,4-1 57-15,-1-3 6 0,-3 4 1 0,3 2 0 16,3-3-52-16,0 0-12 15,0 3 0-15,3-6 0 0,-3 4 0 0,6-1 0 0,-3-2 0 0,2 2 0 16,1-3 0-16,3 1 0 0,3 0 0 0,0-1 0 16,3-2 0-16,-3-3 0 0,3 1 0 0,0-1 0 15,0 0 0-15,2-2 0 0,-2 0 0 0,3-3 0 16,-3 0 0-16,0-3-15 0,-3 0 3 0,0-2 1 16,0 0 11-16,0-1 16 0,-3 1-4 0,-1-3-1 15,1 0 42-15,-3 0 9 0,0 3 2 0,0-3 0 16,-3-3-52-16,3 1-12 0,-3-1 0 0,-3 1 0 15,3-6 54-15,-3 3 8 0,-3-6 2 0,3 3 0 16,-3-2-52-16,-3-1-12 0,3 1 0 0,0 2 0 16,-3 0 0-16,-3-3 0 0,3 6 0 0,-3 0 0 15,1 0 0-15,-1 2 0 0,0 0 0 0,-3 4 0 16,0-1-18-16,0 0-6 0,0 2-2 0,-3 1 0 16,3 0-82-16,-3 2-17 0,4 0-3 0</inkml:trace>
  <inkml:trace contextRef="#ctx0" brushRef="#br0" timeOffset="44869.026">21267 7353 2030 0,'-6'0'57'0,"0"0"14"0,0 3-57 16,0-3-14-16,1 3 0 0,-1-3 0 16,0 2 54-16,0 1 8 0,0-1 2 0,0 1 0 0,0 0 0 0,0 2 0 0,3 0 0 15,-3 3 0 1,3 3-52-16,0-1-12 0,3 1 0 0,-3 0 0 0,3 2 0 15,0 3 0-15,0 0 0 0,3-1 0 0,3-1 0 16,-3 2 0-16,3-1 0 0,3-1 0 0,0-1 20 0,3-3 0 0,0 1 1 0,-1 0 0 16,4-3-33-16,3-3-8 0,-3 0 0 0,3-2-1 15,0 2 33-15,0-5 6 0,-3 0 2 0,-1 0 0 16,1 0-32-16,0-5-7 0,-3 2-1 0,3-2 0 16,-3 0 68-16,0-1 12 0,-3 1 4 15,3-3 0-15,-3-3 0 0,-3 1 0 0,2 2 0 0,-5-5 0 16,3 0-52-16,-3-1-12 15,-3-2 0-15,3 3 0 0,-6-3 40 0,3 0 4 0,-3 1 2 16,-3-1 0-16,0 0-30 0,1 0-5 0,-4 0-2 0,-3 3 0 16,3 2-9-16,-3 1 10 0,0-1-10 0,-3 0 10 15,3 4-10-15,-3 1 0 0,-3-2 0 0,1 3 0 16,-1 0-23-16,0 2 3 0,0 0 1 0,-3 1 0 16,3 2-15-16,-3 0-3 0,4 0-1 15,-1 2 0-15,3 1-123 0,0 2-25 0,3-2-5 16</inkml:trace>
  <inkml:trace contextRef="#ctx0" brushRef="#br0" timeOffset="45329.438">21982 7329 2214 0,'-9'-2'46'0,"3"-1"11"0,0 0-45 16,0 3-12-16,0 0 0 0,0-2 0 0,-3 2 85 0,3 2 15 0,-3-2 4 0,0 3 0 15,3 0-44-15,0-1-9 0,-3 4-2 0,3 2 0 16,1 0-39-16,-4 2-10 0,3 1 0 0,0 2 0 16,0 0 0-16,0 6 0 0,3-3 0 0,0 2 0 15,0 1 0-15,3-1 0 0,-3 1 0 0,3-1 0 16,0-2 0-16,3 0 0 0,0 0 0 0,0 0 0 15,3-3 0-15,3-2 0 0,0 2 0 0,3-3 0 16,-1-2 0-16,1 0 0 0,6-2 0 0,0-4 0 16,0 1 0-16,3-3 0 0,0 0 0 0,-1 0 0 15,1-3 0-15,3-2 0 0,-3-3 0 0,0 3 0 16,-3-3 0-16,-1-3 0 0,-2 1 0 0,0 2 0 16,-3-3 0-16,0-2 0 0,-3 0 0 0,-3-1 0 15,3-2 53-15,-6 1 9 0,3-1 2 0,-3 0 0 16,-3-3 0-16,0 1 0 0,0-1 0 0,-3 3 0 15,0 1-52-15,0-1-12 0,-3 0 0 0,0 0 0 16,-3 3 0-16,-3-1 0 0,0 1 0 0,-3 3 0 16,0-1 0-16,1 0-13 0,-4 3 2 0,0 1 1 15,-3-1-35-15,3 2-7 0,0-2-2 16,0 3 0-16,1 2-8 0,2 1-2 0,3-1 0 0</inkml:trace>
  <inkml:trace contextRef="#ctx0" brushRef="#br0" timeOffset="45976.574">22687 7271 2066 0,'0'0'43'0,"-6"0"10"16,0 0-42-16,0 0-11 0,6 0 0 0,-6 3 0 16,0-3 104-16,0 2 20 0,0-2 3 0,1 3 1 15,-1 0-52-15,0-1-9 0,0-2-3 0,0 3 0 16,0 2 0-16,3-2 0 0,-3 2 0 0,0 3 0 16,3-2-51-16,0 1-13 0,0 1 0 0,0 0 0 15,0 0 0-15,3 3 0 0,0-1 0 0,0 4 0 0,0-1 0 16,3 0 0-16,0 0 0 0,0 1 0 15,0-1-48-15,3 0-13 0,0 0-3 0,3 1 0 16,0-4 52-16,0 1 12 0,2-3 0 0,1 0 0 16,3 0 0-16,3-3 0 0,0-3 0 0,0 1 0 0,3-3 16 15,0-3 7-15,2 1 1 0,1-3 0 0,-3-3-24 16,0 0 8-16,0 0-8 0,0 0 0 0,-7-3 35 0,4 1 2 16,-6-1 1-16,0 0 0 0,0 1-30 0,-6-1-8 0,3-2 0 15,-6 2 0-15,0-2 52 0,0 3 10 0,-3-4 2 16,0 1 0-16,-3 0-52 0,0 0-12 0,-3-1 0 15,0 4 0-15,-3-3 0 0,-3-1 0 0,0 1 0 0,-3 0 0 16,0 2 0-16,-2 1 0 0,-1-1 0 0,0 3 0 16,-3 0 0-16,3 0 0 0,-3 3 0 0,0-3 0 15,1 3 0-15,2 2 0 0,0 1 0 0,0-1 0 16,3 3-28-16,3 0-9 0,0 0-2 16,0 3 0-16,4-1-96 0,-1 1-19 0,3 0-4 0</inkml:trace>
  <inkml:trace contextRef="#ctx0" brushRef="#br0" timeOffset="46348.778">23324 6985 2269 0,'-3'-8'64'0,"3"1"15"0,0-1-63 16,0 0-16-16,0 0 0 0,3 2 0 0,-3 1 54 0,3 3 8 0,0-4 2 0,-3 6 0 16,3-2 0-16,-3 2 0 0,3-3 0 0,-3 3 0 15,0 0 0-15,0 0 0 0,0 0 0 0,0 0 0 16,0 0-52-16,0 0-12 0,0 0 0 0,3 5 0 16,-6 3 0-16,3 3 0 0,-3-1 0 0,0 6 0 15,0 3 0-15,0 2 0 0,0 5 0 0,-3 1 0 16,3-1 54-16,0 1 8 15,3-1 2-15,-3 3 0 0,0-5-52 0,3 0-12 16,-3-3 0-16,3 3 0 0,0-3 0 0,0-2 0 0,0 2 0 16,0 0 0-16,0 0 0 0,3 0 0 0,-3 0 0 0,0 3 0 15,3-5 0-15,-3 2 0 0,0-3 0 0,0 1 0 16,0-3-48-16,-3-3-13 16,3 0-3-16,0-2 0 0,-3-1-153 15,3-2-31-15,0 0-7 0</inkml:trace>
  <inkml:trace contextRef="#ctx0" brushRef="#br0" timeOffset="47406.228">18216 8277 2066 0,'-12'2'43'0,"0"1"10"16,1-3-42-16,-1 0-11 0,3 3 0 0,-3-3 0 0,3 0 0 16,0 0 0-16,0 0 0 0,3 0 0 0,-3 0 38 0,3 0 6 0,0-3 0 0,0 3 1 15,6 0-25-15,0 0-4 0,0 0-2 0,0 0 0 16,0 0 2-16,0 0 1 0,0 0 0 0,0 0 0 16,0 0-8-16,0 0-1 0,6-5-8 0,3 2 12 15,-3 3 3-15,6-3 0 0,-3 3 0 0,6-2 0 16,0 2 2-16,0-3 1 0,-1 0 0 15,7 1 0-15,3-1-5 0,6 1-1 16,0-1 0-16,5 0 0 16,4 1 42-16,3-1 8 0,-1 0 2 0,10 1 0 15,-6-1-52-15,5-2-12 0,1-1 0 0,5 1 0 0,-2 2 0 16,3-2 0-16,-1 3-12 0,10-1 12 0,-4 0 0 0,4 1 0 0,5-1 8 16,3-2-8-16,-2 2 16 0,-1 0-2 0,1-2-1 0,5 2 0 15,-2-2-5-15,-1 2-8 0,0-2 11 16,10 3-11-16,-7-1 10 0,4-2-10 0,-1 5 8 0,9-3-8 15,-8 0 8-15,2 1-8 0,3 2 0 0,7-3 8 16,-7 0-8-16,0 1 0 0,0 2 0 0,13-3 0 16,-13 0 8-16,-3 1-8 0,7-1 0 0,2 1 8 15,-6-1-8-15,-2 0 8 0,2-2-8 0,6 0 8 16,-11 2 1-16,2-2 0 0,0 2 0 0,7-2 0 16,-13 2 0-16,3 0 0 0,1 1 0 0,5-1 0 15,-12 1-1-15,4-1 0 0,-1-2 0 0,7 2 0 16,-10 0 0-16,0 1-8 0,1-4 12 0,-1 4-4 15,-8-1 0-15,-7 0 0 0,1 1 0 0,2-1 0 16,-8 0-8-16,-1 1 10 0,1-3-10 0,0 2 10 16,-10 0-10-16,-5 1 0 0,-3-4 9 0,-1 4-9 15,-5-1 0-15,0 0 8 0,-3 1-8 0,-3-1 0 0,-1 0 8 16,-2-2-8-16,-3 2 8 0,-3 3-8 16,0-2 8-16,-6-1-8 0,3 1 8 0,-6 2-8 15,2-3-9-15,-5 0-7 0,-3 3 0 0,0 0-1 16,0 0-15-16,0 0-2 0,0 0-1 0,0 0 0 15,0 0-31-15,0 0-6 0,0 0-2 0,6 3 0 16,0 0-166-16,3-1-34 0</inkml:trace>
  <inkml:trace contextRef="#ctx0" brushRef="#br0" timeOffset="48333.636">18812 8523 1580 0,'-15'5'67'0,"3"0"-54"31,0 1 41-31,0-1 8 0,0-2 2 0,0 5 0 0,3-3 0 0,3 3 0 0,-3 0 0 0,3 2 0 16,0 1-8-16,1 2 0 0,-1 3-1 0,3 0 0 15,-3 0-39-15,3 2-8 0,0 1-8 0,0 2 11 16,3-5-11-16,0 2 0 0,3-2 0 0,0 0 8 31,3 0-8-31,0-3 0 0,2 0 0 0,1 1 0 0,3-6 0 0,3 2 0 0,3-2 0 0,0 0 0 16,3-5 0-16,3 2 0 0,-4-2 0 0,4-3 0 15,-3 0 0-15,3-3 0 0,-3-2 0 0,-3-1 0 16,-1 1 36-16,-2-3 1 0,0-2 1 16,-3 2 0-16,0-3-10 0,-3-2-1 0,3 0-1 0,-6-1 0 15,0-2 30-15,-3-2 7 0,0-1 1 0,-3 1 0 16,-3-3-14-16,0 0-2 0,0-1-1 0,-3 1 0 15,0 3-24-15,-3-1-5 0,0 3-1 0,0 0 0 16,-3 1-17-16,0 1 0 0,0-2 0 0,-3 3 0 16,1 3 0-16,-4 2 0 0,0 0 0 0,-3 0 0 15,3 3 0-15,0 2 0 0,3 0 0 0,-2 1 0 16,2-1-100-16,0 3-23 0,3 0-5 0</inkml:trace>
  <inkml:trace contextRef="#ctx0" brushRef="#br0" timeOffset="48740.225">19359 8512 2176 0,'0'0'45'0,"0"0"11"0,0 0-44 15,0 0-12-15,-6 5 0 0,0 1 0 0,0-1 68 0,-2 0 11 0,-1 1 2 0,-3 2 1 31,3 0-27-31,0-1-6 0,0 4-1 0,-3 0 0 0,3 2-20 0,3 3-5 0,-3 0-1 0,3-1 0 16,0 4-22-16,3 0 9 0,0-1-9 0,6 1 0 16,0-4 0-16,0 4 0 0,6-6 0 0,-3 3 0 15,6-3 0-15,3-2 0 0,0-1 0 0,0-2 0 16,3-2-8-16,-4-1 8 0,4-2 0 0,-3 2-9 16,3-5 19-16,0-3 4 0,0 1 1 0,0-4 0 15,-1 1-15-15,1-3 0 0,3-2 0 0,-3-1 0 16,-3-2 54-16,0-1 8 0,0-1 2 0,-3-1 0 15,-4 0-31-15,1 0-5 0,-3-3-2 16,-3 1 0-16,-3-1 4 0,-3 4 1 0,0-4 0 0,-3 0 0 16,-2 4-16-16,-4 1-3 0,0-1-1 0,-3-1 0 15,0 2-11-15,-3 1 0 0,3 0 9 0,-3 2-9 16,0-2-11-16,4 5-6 0,-4 0-2 0,3 0 0 16,-3 3-24-16,3 0-5 0,0-1 0 15,0 4-1-15,3-1-143 0,1 3-29 0,-1-2-6 0</inkml:trace>
  <inkml:trace contextRef="#ctx0" brushRef="#br0" timeOffset="49203.381">19907 8499 1990 0,'-12'3'41'0,"12"-3"11"0,-6 0-42 0,3 2-10 0,3-2 0 0,-9 0 0 16,3 6 69-16,0-4 12 0,0 1 3 0,-3-1 0 15,3 4 35-15,-2-1 7 0,2 0 2 0,0 3 0 16,-3 0-103-16,3 3-25 0,0-1 0 0,0 1 0 16,0 0 0-16,0-1 0 0,3 3 0 0,-3 3-11 15,6-3 11-15,-3 3 0 0,3 0 0 0,3-3 0 16,-3 3 0-16,3-2 0 0,3-1-9 0,0 0 9 15,0-2 0-15,3-1-9 0,3 1 9 0,0-3 0 16,2-3 0-16,1 0 11 0,3-2 0 0,0 0 0 16,3-3-11-16,0-3-17 0,3-2 4 0,-1 2 1 15,-2-5 12-15,0 0 16 0,-3-2-3 0,3-1-1 16,-6 0 23-16,0-2 4 0,-1 0 1 0,-5 0 0 16,3-1-13-16,-6 1-3 0,3-3 0 0,-6 0 0 15,3 3 32-15,-3-3 5 0,0 0 2 0,-3 3 0 16,-3-3-38-16,0 1-7 0,-3 1-2 0,-3-2 0 15,0 3-8-15,-3 3-8 0,0-4 12 0,-2 4-12 16,-1-1 9-16,-6 3-9 0,3 0 0 0,-3 0 9 16,3 3-9-16,0-3-16 0,-2 3 4 0,-1 2 1 15,6-2-25-15,0 2-4 0,0 1-2 0,3-1 0 16,0 3-148-16,6 0-30 0,0 0-5 0</inkml:trace>
  <inkml:trace contextRef="#ctx0" brushRef="#br0" timeOffset="49611.953">20416 8443 2211 0,'6'0'46'0,"-6"0"10"0,3 0-44 16,-3 0-12-16,6 0 0 0,-6 0 0 0,0 0 104 0,0 0 20 0,0 0 3 0,0 0 1 16,0 0-31-16,-3 6-5 0,0 2-2 0,-3 0 0 15,-3-1-72-15,3 4-18 0,-3-3 0 0,-3 3 0 16,3-1 0-16,-3 3 0 0,3-2 0 0,1 0 0 15,2 2 0-15,0 0 0 0,0 0 0 0,3 3 0 16,0-3 0-16,3 3 0 0,0 3 0 0,3-3 0 16,3-3 0-16,3 3 0 0,0-3 0 0,-1 0 0 15,7-2 0-15,3-3 0 0,0 0 0 0,0-3 0 16,3-2 12-16,0-1-2 0,-1-2 0 0,1-2 0 16,-3-1-10-16,0-5-14 0,-3 3 3 0,0-3 1 15,0-3 10-15,0 1 0 0,-4-1 0 0,1 0 0 16,-3 1 0-16,0-3 0 0,0-3 0 0,-3 3 0 15,0-1 49-15,0-2 12 0,-3 3 3 0,0-3 0 16,-3 3-20-16,-3 0-4 0,0 0-1 0,0-1 0 16,-3 1-23-16,0 3-4 0,0-4 0 0,-3 1-1 15,0 0-11-15,0 0 8 0,0-1-8 0,-2 1 8 16,2 3-8-16,-6-1 0 0,3 0 0 0,0 4-11 16,0-1-31-16,0 0-6 0,-3 0-2 0,3 0 0 15,0 2-74-15,3 1-16 0,-2-3-2 0</inkml:trace>
  <inkml:trace contextRef="#ctx0" brushRef="#br0" timeOffset="50330.172">21532 8417 1824 0,'-9'-3'76'15,"0"3"-60"1,3-2 88-16,-3-1 19 0,1 3 3 0,-4 0 1 0,3 0-50 16,0 0-9-16,0 0-3 0,0 3 0 0,-3-1-13 0,6 1-2 0,-3 0-1 0,0 2 0 15,0 3-31-15,0 0-6 0,0 2-2 0,0-2 0 16,4 5-10-16,-4-2 0 0,3 2 0 0,-3 3 0 16,3-3 0-16,0 1 0 0,3 2 0 0,0-3 0 15,6 3 0-15,-3-1 0 0,6 1 0 0,0 0 0 16,0 0 0-16,3-3-11 0,3 1 11 0,-4 1-8 15,4-4 8-15,0 0-12 0,3-3 12 0,-3 0-12 16,3-3 12-16,0-3 0 0,3 1-9 0,0-3 9 16,-1-3 12-16,1 1 6 0,3-6 2 0,0 0 0 15,-3-3-20-15,0 1 0 0,0-1 0 0,-4-2 0 16,1 0 0-16,0-1 0 0,-6-1 0 0,0-1 0 16,-3 0 55-16,0 3 7 0,-3-3 2 0,0 0 0 15,-6 0-52-15,0 0-12 0,-3-2 0 0,-3 2 0 16,0-3 39-16,-6 3 5 0,3-2 0 0,-6 2 1 15,1-3-28-15,-4 4-5 0,3-1-2 0,-3 0 0 16,0 3-10-16,0 2 0 0,4-2 0 0,2 5 0 16,-3 0 9-16,3 3 0 0,0-1 0 0,3 4 0 15,-3-1-73-15,3 3-16 0,0 0-2 0,1 3-1 16,2-1-174-16,3 1-35 0</inkml:trace>
  <inkml:trace contextRef="#ctx0" brushRef="#br0" timeOffset="50944.862">22172 8441 1792 0,'0'0'51'0,"0"0"10"16,0 0-49-16,0 0-12 0,0 0 0 0,0 0 0 16,0 0 54-16,-6 2 8 0,0 1 2 0,0 0 0 15,0-1 0-15,-3 4 0 0,4-4 0 0,-4 6 0 16,0-3 0-16,3 3 0 0,0 0 0 0,0 0 0 16,0 0-52-16,3 3-12 0,0-3 0 0,0 2 0 15,3 1 0-15,0 0 0 0,0-4 0 0,3 7 0 0,0-4 0 16,3 1 0-16,0-1 0 0,3 4 0 0,0-6 0 15,0 2 0-15,2-2 0 0,1 0 0 16,0 0 0-16,0-3 0 0,0 1 0 0,0-4 0 0,3-2 0 0,0 0 0 16,0-2 0-16,0-4 0 0,-1-2 0 0,4 3 0 0,0-6 0 15,-3 4 0-15,3-4 54 0,-3 0 8 0,3 1 2 0,-4-1 0 16,-2 1-14-16,0-1-2 0,0 0-1 16,-6-2 0-16,0 0-24 0,0 0-5 0,-3 0-1 15,-3-3 0-15,-3 2 23 0,0-1 4 0,-3-1 0 16,-3 0 1-16,-3-3-21 0,0 3-4 0,0-2 0 15,-5 2-1-15,2 0-19 0,-3 0 0 0,0 0 0 16,0 3 0-16,0 3 0 0,3-1 0 0,1 3 0 0,-4 3 0 31,3-1-48-31,0 1-12 0,-3 3-4 0,0 2 0 0,3 0-102 16,0 0-21-16,1 2-4 0</inkml:trace>
  <inkml:trace contextRef="#ctx0" brushRef="#br0" timeOffset="51503.841">22928 8274 1824 0,'0'0'38'0,"0"0"8"0,0 0-37 0,0 0-9 0,0 0 0 0,0 0 0 15,0 0 136-15,0 0 24 0,0 0 6 0,0 0 1 16,0 0-63-16,0 0-12 0,0 0-2 0,0 0-1 16,0 0-38-16,3 5-8 0,-3 3-2 0,0 3 0 15,3-1-14-15,-3 1-3 0,0 5-1 0,0 0 0 16,0 0-7-16,0 0 0 0,0-1-1 0,0 4 0 15,3-3-24-15,-3 2-5 0,3-2-1 0,-3 0 0 16,0 3 15-16,0-4 0 0,3 1 0 0,-3 0 0 16,0 0 0-16,0 3 0 0,3-4 0 0,-3 1 0 15,0 0 0-15,0 0 0 0,0 0 0 0,0 0 0 16,0 0 0-16,0-3 0 0,0 0 0 0,0 0 0 16,0-2 0-16,3-3 0 0,-3 0 0 0,0 0 0 15,3-3-54-15,0 0-8 0,-3-5-2 0,3 3 0 16,-3-3-122-16,3 3-25 0,3-6-5 0</inkml:trace>
  <inkml:trace contextRef="#ctx0" brushRef="#br0" timeOffset="51924.362">23452 8261 1910 0,'-3'-11'40'0,"3"11"9"0,0 0-39 0,0 0-10 0,0 0 0 0,0-2 0 16,0 2 120-16,0 0 21 0,0 0 5 0,0 0 1 15,0 0-49-15,0 0-10 0,0 0-1 0,0 0-1 16,0 0-18-16,0 0-3 0,0 5-1 0,0 5 0 16,0 1-51-16,0 2-13 0,3 3 0 0,-3 0 0 15,0 3 54-15,0-1 8 0,0 1 2 0,-3 2 0 16,3-3-52-16,0 3-12 0,-3-2 0 0,0 2 0 16,3-2 0-16,-3-1 0 0,0-2 0 0,0 5 0 15,3-2 0-15,-3-1 0 0,0 3 0 0,0-2 0 16,3 2 0-16,-3-2 0 0,0 2 0 0,0-3 0 15,3-2 11-15,-3 0-1 0,0 0 0 0,3 0 0 16,-3-3-28-16,3-2-6 0,0-1 0 0,0 1-1 16,0-3-94-16,0 0-18 0,0 0-4 0</inkml:trace>
  <inkml:trace contextRef="#ctx0" brushRef="#br0" timeOffset="57471.954">14320 8576 600 0,'-6'0'224'0,"3"2"-176"0,-3-2-12 0,0 0 184 16,6 0-128-16,-3 0 60 16,6 0-88-16,-6 0 48 15,0 0-60-15,0 0 40 16,6 0-52-16,-3 0 52 16,6 0-56-16,0 0 20 15,3 0-36-15,6 0 0 16,0 0-12-16,6 0 12 15,2 3-12-15,7-3 4 16,0 3-4-16,9-3 28 16,-4 0-20-16,10-3 20 15,-3 3-20-15,11-3 20 16,-2 6-24-16,8-6 32 16,-2 1-28-16,5-4 12 0,-5 1-16 15,8-3 28-15,-5 6-24 16,5-6 40-1,-5 2-32-15,5-4 20 16,-8 4-24-16,9-4 16 0,-7 2-20 16,7-5 20-1,-10 5-24-15,4-3 24 0,-7 3-24 0,4-2 24 16,-7 2-24-16,7-6 24 16,-6 7-24-16,2-4 4 15,-5 3-8-15,-1-3 12 16,-2 6-12-16,3-3-20 15,-7 6 4-15,4-6 12 16,-3 5 0-16,2-2 8 16,-5 5-8-16,3-3-4 15,-4 3 4-15,1 0-16 16,0 3 8-16,-4-3 20 16,-2 0-8-16,3 0 24 15,-3 2-20-15,2-2 32 16,-2 0-28-16,3-2 20 15,-3 2-20-15,2-3 8 16,-2 0-12-16,-3-2-8 16,-3 5 0-16,-4-5 4 15,1 5-4-15,-6-6 8 16,0 6-8-16,-3-2-4 16,0 2 4-16,-3-3-4 15,2 6 0-15,-5-3 0 16,3 0 0-16,-3 0 16 15,0 0-8-15,-3 0-20 16,0 0 4-16,-6 0-100 0,3 2 56 0,-6 1-312 16,0 2 204-16,-6 1-520 15,3 2 380-15</inkml:trace>
  <inkml:trace contextRef="#ctx0" brushRef="#br0" timeOffset="58270.875">15234 8965 1424 0,'-18'-3'528'0,"18"3"-412"0,-18-3-32 0,6 1 208 16,6-1-176-16,-6-2 112 16,6 2-132-16,-3-2 36 15,3 2-76-15,0-5-24 16,6 6-20-16,3-4-12 16,3 6 4-16,3-5-4 15,6 2 0-15,6-2 0 16,3 5 0-16,3-3 0 15,2 3 0-15,4 0 8 16,0 3-4-16,0 0-4 16,-4 5 4-16,-2 0-24 15,0 0 12-15,-12 2 12 16,-3 3 0-16,-12 3-36 16,0 0 16-16,-15 5-12 15,3 0 16-15,-15 3-28 16,9 0 24-16,-5-3-12 15,5-2 16-15,-3-3 8 16,9-3 4-16,3-5-12 16,6 0 8-16,9-8 12 15,3 2-4-15,6-4 8 16,3-1-8-16,5-5-4 16,4 3 4-16,6-3 4 15,-6 5-4-15,0 1 8 16,-4 2-8-16,-5 2 8 15,-3 6-8-15,-9 5-4 16,0 3 4-16,-15 3-16 0,0 2 8 16,-15 0-16-16,1 3 12 0,-10 0 4 15,3 0 4-15,-15-3-12 16,13-3 8-16,-7-4-60 16,6-1 36-16,0-8-500 15,10 0 292-15</inkml:trace>
  <inkml:trace contextRef="#ctx0" brushRef="#br0" timeOffset="58807.381">15761 8920 1432 0,'-6'-8'532'0,"6"8"-412"0,-3-6-36 0,0 4 236 15,6 4-192-15,-6-2 80 16,3 6-120-16,-3 2-8 16,3 2-48-16,0 6-12 15,3 3-12-15,0 7-8 16,0 3 4-16,-3 6-4 16,0-1 0-16,0 3 8 15,0 0-4-15,-3-5-20 16,0-3 8-16,-3-5 12 15,3-3 0-15,-3-8-4 16,3-2 4-16,0-14-4 16,3 0 0-16,0-15 8 15,6 2-4-15,-3-18-12 16,6 5 4-16,3-16 28 0,2 5-12 0,4-10 32 16,0 5-28-16,6-8 40 15,0 8-32-15,6-3-12 16,-4 11-8-16,1 0 12 15,-3 16-8-15,-3 8-4 16,0 10 0-16,-3 11-4 16,-4 8 0-16,-2 10 8 15,-3 9-4-15,-3 4 8 16,0-2-8-16,-6 11-4 16,3-3 4-16,-6 5-32 15,0-2 16-15,-3 0-56 16,0-6 36-16,-3-5-144 15,3-5 100-15,-3-6-416 16,3-5 272-16</inkml:trace>
  <inkml:trace contextRef="#ctx0" brushRef="#br0" timeOffset="59027.187">15811 9060 1372 0,'-24'-8'508'0,"24"8"-396"0,-9-3-32 0,6 1 212 16,6 4-176-16,0-2 124 16,6 3-144-16,6-3 76 15,3 0-104-15,9 0 4 16,3 3-48-16,8-3-20 16,1 0-8-16,6-3-472 15,-1 3 260-15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2:56:44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15406 7650 1337 0,'0'0'28'0,"0"0"6"0,0 0-34 0,0 0 0 0,0 0 0 0,0 0 0 32,0 0 81-32,0 0 10 0,0 0 1 0,0 0 1 0,0 0-9 0,0 0-1 0,0 0-1 0,0 0 0 15,0 0-14-15,0 0-4 0,6 0 0 0,0 2 0 16,0 1-37-16,3-3-8 0,0 0-2 0,0 3 0 16,3-3 38-16,3 0 7 0,0 0 2 0,6 0 0 15,-4-3-52-15,4 3-12 0,3-3 0 0,0 1 0 16,0 2 0-16,-1-3 0 0,1-2 0 0,0 2 0 15,-3 3 0-15,3-3 0 0,-3 1 0 0,-1-1 0 16,-2 0 0-16,3 1 0 0,0-1 0 16,0 0 0-16,-3 1 54 0,-3-1 8 0,2 1 2 0,-5 2 0 15,3-3-52-15,-6 0-12 0,0 1 0 0,-3 2 0 16,0 0-18-16,-6 0-6 16,0 0-2-16,0 0 0 0,0 0 26 0,0 0-10 0,0 0 10 0,0 0 0 15,0 0-35 1,0 0 0-16,0 0 0 0,0 0 0 0,0 0 2 0,0 0 0 0,0 0 0 0,0 0 0 15,0 0-152 1,0 0-31-16</inkml:trace>
  <inkml:trace contextRef="#ctx0" brushRef="#br0" timeOffset="642.367">16317 7266 2062 0,'-9'-16'43'0,"3"11"10"0,3-1-42 0,3 1-11 0,-3 3 0 0,0-4 0 15,3 6 89-15,-3-5 16 0,0 2 3 0,3 3 1 16,0 0-27-16,0 0-6 0,-6 0 0 0,6 0-1 16,-5 3-53-16,-1 5-10 0,3 0-3 0,0 2 0 15,0 4-9-15,0 1 0 0,3 1 0 0,-3 6 0 16,0-1 0-16,0 5 0 0,0 1 0 0,3 2 0 15,-3 0 0 1,3-3 0-16,0 3 0 0,0-2 0 0,0-3 0 0,0-3 0 0,0 0 0 0,0-2 0 16,0-1 0-16,0-2 0 0,0-3 0 0,0 0 0 15,0-2 0-15,0-3 0 0,0-3 0 0,0 3 0 16,0-8 0-16,0 0 0 0,0 0 0 0,0 0 0 16,0 0 0-16,0 0 0 0,0 0-10 0,3-5 10 15,-3 0 0-15,3-1 0 0,0-2 0 0,0 0 0 16,3 0 0-16,-3-2 0 0,3 2 8 0,-3-3-8 15,3 1 0-15,2-1 0 0,-2 1 0 0,3-4 0 16,0 1 0-16,3 0 0 0,0 0 0 0,0-1 0 16,0 4 34-16,3-3 3 0,-3 2 1 0,3 0 0 15,-1 4-23-15,-2 1-5 0,3 1-1 0,-3 0 0 16,3 5-9-16,-3 0 8 0,0 0-8 0,0 5 8 16,-3 3-8-16,0 0 0 0,0 2 9 0,-4 4-9 15,-2-1 0-15,3 0 8 0,-3 3-8 0,0 0 0 16,-3 0 0-16,0-3 9 0,0 3-9 0,0 0 0 15,-3-3 8-15,0 3-8 0,-3-3 0 0,0 0 0 16,-2-2 0-16,-1 2 0 0,-3-5 0 0,0 3 0 0,-3-3 0 16,0-1 0-16,0 1 0 0,-3 0 0 0,0-2 0 0,1-1 0 0,-4-2 0 15,3-1 0-15,0 1 0 0,0-3 10 16,0 3-10-16,0-3 8 0,4-3-8 0,-1 0 0 0,3 1 0 16,0-1 0-16,3-2 0 0,0-1 0 0,3-2 0 15,0 3 0-15,3-3 0 0,0 0-14 0,0 0 5 0,3-2 1 16,0-1-38-1,3 3-7-15,0-5-2 0,3 5 0 16,0-3-58-16,3 1-12 0,0 2-3 0</inkml:trace>
  <inkml:trace contextRef="#ctx0" brushRef="#br0" timeOffset="904.098">16657 7541 2030 0,'0'0'57'0,"0"0"14"16,0 0-57-16,0 0-14 0,5 0 0 0,1 0 0 16,-6 0 105-16,6 0 19 0,-6 0 3 0,6 3 1 15,-3 2-52-15,3-2-9 0,0 2-3 0,-3 0 0 16,3 1 0-16,-3 1 0 0,0 1 0 0,0 0 0 16,0 0-51-16,0 0-13 0,0 0 0 0,-3 0 0 15,3 3 0-15,-3-3 0 0,0 2 0 0,0 1 0 16,-3-1 0-16,3 1 0 0,-3-3 0 0,0 0 0 15,0 2 0-15,0-2 0 0,0 0 0 0,0 0 0 16,3-2 0-16,0-6 0 0,-3 5 0 0,3-5 0 16,0 0-253-16,0 0-54 0</inkml:trace>
  <inkml:trace contextRef="#ctx0" brushRef="#br0" timeOffset="1100.476">16799 7255 2356 0,'-17'-23'49'0,"11"15"11"0,0 2-48 0,3-2-12 0,0 0 0 0,3 3 0 16,-3 0 95-16,0 0 17 0,3 5 3 0,0 0 1 15,0-3-42-15,0 3-8 0,0 0-2 0,0 0 0 16,0 0-51-16,0 0-13 0,0-5 0 0,0 5 0 16,3-3 0-16,0 0 0 0,3 1 0 0,0-1 0 15,3 3-213-15,-1 3-46 0</inkml:trace>
  <inkml:trace contextRef="#ctx0" brushRef="#br0" timeOffset="1375.952">17017 7097 2108 0,'-9'-8'44'0,"9"8"10"0,0 0-43 0,0 0-11 0,0 0 0 0,0 0 0 0,-6-3 96 15,6 3 16-15,0 0 4 0,0 0 1 0,0 0 1 16,0 0 0-16,-3 5 0 0,0 3 0 15,0 3-63-15,3-1-13 0,-3 6-2 0,3 0-1 16,0 0-15-16,0 3-2 0,0-1-1 0,0 3 0 0,0 0-5 0,0 3 0 0,0 0-1 16,-3 5 0-16,3 0-7 0,-3 6 0 15,3-1-8-15,-3 3 12 0,0-3-12 0,3 1 0 16,0-1 8-16,-3 1-8 0,0-6 0 0,0 3 0 16,0-3 0-16,0 0 0 0,0 0-10 0,0-3-8 0,0-2-2 0,0 0 0 31,3-3-74-31,-3-5-15 0,0 0-3 0,3-3-1 15,-3-5-62-15,3 0-12 0,3-3-2 0</inkml:trace>
  <inkml:trace contextRef="#ctx0" brushRef="#br0" timeOffset="1579.46">16984 7726 1792 0,'-9'-18'51'0,"3"-3"10"0,-3 5-49 0,3-3-12 0,-3 3 0 0,0 0 0 16,3 1 147-16,-3-1 26 0,4 2 6 0,-1 4 1 15,0-3-70-15,3 5-14 0,3-3-2 0,-3 6-1 16,6-3-33-16,-3 3-8 0,6 2 0 0,-3 0-1 15,3 1-15-15,2 2-4 0,1 0 0 0,0 0 0 16,0 0 0-16,0 0 0 0,3 2 0 0,0-2 0 16,0 3-9-16,0-3-3 0,0 3 0 0,0-3 0 15,-1 0-35-15,1 0-7 0,3 0-2 0,-6-3 0 16,6 0 24-16,-3 1 0 0,3-1 0 0,-3 0 0 16,0-2-84-16,0 0-12 0,0 0-2 0</inkml:trace>
  <inkml:trace contextRef="#ctx0" brushRef="#br0" timeOffset="3887.991">18234 7496 1824 0,'0'-13'76'15,"0"2"-60"-15,-3-2 140 16,3 2 29-16,-3-2 6 0,0 3 1 0,-3-4-103 0,0 1-20 0,0 3-4 0,-3-1-1 16,0 0-7-16,-2 4-1 15,-1-1-1-15,-6 0 0 0,3 5-23 0,-6 0-5 0,0-2-1 16,-6 5 0-16,1 0-34 0,2 3-8 0,-3 2 0 0,0 3-1 16,1 3 17-16,5 4 0 0,-3 1 0 15,3 3 0-15,3-1 0 0,3 6 0 0,3 0 0 16,0 0 0-16,4 0-8 15,-1-3 8-15,6 3-12 0,-3-3 12 16,6 0-53-16,0-5-4 0,0 2-1 0,3-2 0 16,0-5-6-16,3-1-2 0,0-4 0 0,2 2 0 15,1-6 31-15,3-2 7 0,0 0 0 0,3-5 1 0,-3 2 45 0,0-2 9 0,0-3 1 0,3 0 1 16,-3 0-29-16,0-2 0 0,2 2 0 0,-5 0 0 16,0-3 57-16,0 1 6 0,0-1 1 0,-3 3 0 15,0-3 0-15,0 1 0 0,0-1 0 0,0 1 0 16,-3-1-14-16,3 1-2 0,-3 2-1 0,0 0 0 15,3 0-24-15,0 5-5 0,-3 0-1 0,3 1 0 16,0 4-17-16,-1 1 0 0,1 2-13 0,0 1 5 16,0 4 8-16,0 1 0 0,0 2 0 0,-3 0 0 15,3 0 0-15,0 3 0 0,-3-2 0 0,3 1 0 16,0-1-16-16,0 2 0 0,-3-1-1 0,3-1 0 16,-3-1-16-16,0 0-3 0,3-2-1 15,-3-1 0-15,0-2-24 0,0 0-5 0,0-3-1 16,3-2 0-16,-6-3 35 0,3 0 8 0,3 0 0 0,0-3 1 15,0-2-11-15,-1-3-2 0,1 0-1 0,0-5 0 16,3 0 15-16,-3 0 3 0,3-3 1 0,-3 0 0 16,3-5 26-16,0 2 4 0,0-2 2 0,3-3 0 15,-3-2-14-15,0-1 0 0,3-2 0 0,0 0 0 16,-1 0 54-16,1 3 8 0,3-1 2 0,3 1 0 0,-3 2-16 16,0 0-2-16,0 0-1 0,0 3 0 0,-1 2-12 0,1 1-2 15,0 2-1-15,-3 3 0 0,0 2-30 0,-3 1-12 0,0 4 1 16,0 1 0-16,-3 2 47 0,0 3 8 0,0 3 3 0,0 5 0 15,-3 0-31-15,0 3-7 0,3 2-1 16,-3 0 0-16,0 6-8 0,-1-1 0 0,-2 3 0 16,3 3 0-16,-3 2 0 0,3 1 0 0,-3-1 0 0,0 6 0 15,0-3 0-15,0 3 0 0,0 0 0 0,0 0 0 16,0-3-42-16,0 0-10 16,0-5-3-16,3-1 0 0,-3-4 44 0,0-1 11 0,0-2 0 0,-3 0 0 15,3-5 0-15,-3-3 0 0,3 0 0 16,0-3 0-16,0-5 0 0,0 0 0 0,0 0 0 0,0 0 0 15,0 0 0-15,-3-5 0 0,1-1 0 0,2-4 0 16,-3-1 0-16,0 1 0 0,3-4 0 0,-3 1 0 16,-3 0 0-16,3-3 0 0,-3 3 0 0,0-3 0 15,-3 0 49-15,0 0 12 0,0-2 3 0,0 2 0 16,-3 3-52-16,-3-1-12 0,0 1 0 0,0 2 0 16,1 6 0-16,-1 0 0 0,-3 5 0 0,0 0 0 15,3 3 0-15,-3 2 0 0,3 3 0 0,0 2 0 16,4 4 0-16,2-1 0 0,0 0 0 0,3 3 0 15,3 0 0-15,0-3 0 0,0 3 0 0,6 0 0 16,0-3 0-16,3 3 0 0,0-3 0 0,6 0 0 16,0-2-48-16,2 0-13 0,1-1-3 0,3-2 0 15,6-3 0-15,-3-2 0 0,6 0 0 0,-4-6 0 16,4 0-51-16,-3-2-10 0,-3-3-3 0,3-5 0 16,-4 2 52-16,4-5 9 0,-3 1 3 0,0-4 0 0,0 0 40 0,-3-2 9 15,2 0 2-15,-5-3 0 0,3-2 21 16,0-1 4-16,-3 1 0 0,0-1 1 0,0 1 92 0,-3 2 19 15,0 0 3-15,-1 1 1 0,1 1-52 16,-3 1-9-16,0 0-3 0,0 0 0 0,0 2 0 0,0 1 0 16,0-1 0-16,0 6 0 0,-3 0 0 0,0 2 0 0,3 3 0 15,-6 0 0-15,3 3-51 0,-3 2-13 0,3 1 0 0,-3 2 0 16,0 2 0-16,2 1 0 0,-2 5 0 0,0 0 0 16,0 0 0-16,0 5 0 0,0 0 0 0,3 3 0 15,-6 0 0-15,3 3 0 0,0-1 0 0,-3 1 0 16,3 2 0-16,-3 0 0 0,0 0 0 0,0 6 0 15,0-3 0-15,0-1 0 0,0 4 0 0,0-1 0 16,0-2 0-16,0 0 0 0,-3-3 0 0,3-2 0 16,0-1 0-16,-3-2 0 0,3-5 0 0,0 2 0 15,0-5 0-15,0 0 0 0,0 0 0 0,0-8 0 16,0 0 0-16,0 0 0 0,0 0 0 0,0 0 0 16,0 0 0-16,0 0 0 0,0-8 0 0,0 2 0 15,-3-2 0-15,3-2 0 0,0-1 0 0,-3 1 0 16,0-1 0-16,0-2 0 0,0 0 0 0,0-1 0 15,-3 1 0-15,1 0 0 0,-1 0 0 0,0-1 0 16,-3 4 0-16,-3-1 0 0,3 1 0 0,-6 2 0 16,3 2 0-16,0 1 0 0,-3 3 0 0,3 2 0 15,0 0 0-15,-2 0 0 0,2 5 0 0,0 0 0 16,0 3 0-16,0 3 0 0,3-1 0 0,0 3 0 0,0 1 0 16,3-1 0-16,3 3 0 0,-3 0 0 0,6-3 0 0,-3 3 0 15,3-3 0-15,3 3 0 0,0-3 0 0,0 0 0 16,3 1 0-16,3-1 0 0,-3-3 0 0,6 1 0 0,-3 0 0 15,3-1 0-15,0-2 0 0,3 0 0 0,-1 0 0 16,1-3 0-16,0 1 0 0,3-4 0 16,0 1 0-16,0-1 0 0,0-2 0 0,-3 0 0 0,-1-2 0 15,4-1 0-15,-3-2 0 0,3 0 0 0,0-1 0 0,-3-2 0 16,3 0 0-16,0-2 0 0,-1 2 0 16,1-3 0-16,0 1 0 0,0-1 0 0,3 1 0 0,-3-1 0 15,-3-2 0-15,-1 0 0 0,1-3 0 0,-3 2 0 16,-3 1 54-16,0 0 8 0,-3-3 2 0,0 3 0 15,-3-3-52-15,-3 3-12 0,0 0 0 0,0-1 0 16,-6 4 0-16,0 2 0 0,0 0 0 0,-6 0 0 16,0 3 0-16,0 2 0 0,-5 0 0 0,2 3 0 15,0 3 0-15,0 2 0 0,0 3 0 0,3 0 0 16,-3 3 0-16,6-1 0 0,0 1 0 0,0 2 0 16,6 0 0-16,0 3 0 0,3-3 0 0,3 1 0 15,3-1 0-15,0 0 0 0,6 0 0 0,0-2 0 16,3 0-48-16,0-4-13 0,6 1-3 0,-3-2 0 15,5-4 0-15,-2 1 0 0,0-3 0 0,0 0 0 16,-3-3 52-16,0 1 12 0,0-1 0 0,-4-2 0 16,1 2 0-16,-3-5 10 0,-3 3-2 0,0 0 0 15,0-3-8-15,-3 0-11 0,3 0 3 0,-6 0 0 0,3-3 8 16,0 1 0-16,-3-4 0 0,0 1 0 16,3 0 49-16,-3 0 12 0,0-3 3 0,3 0 0 0,-3 3-52 15,2-3-12-15,4 3 0 0,-3-1 0 0,3 4 0 16,-3-1 0-16,3 1 0 0,0 4 0 0,0 1 0 15,3 2 0-15,-3-2 0 0,0 5 0 16,0 0 0-16,0 5 0 0,0-2 0 0,0 5 0 16,-4 3 54-16,4 2 8 0,-3 3 2 0,0 0 0 0,0 2-52 0,0 3-12 0,0 0 0 15,0 1 0 1,0-1-48-16,-3-3-13 0,0 1-3 0,3-1 0 0,-3 1 52 0,0-6 12 0,0 3 0 0,0-5 0 16,0 2 0-16,0-5 0 0,0 0 0 0,-3 0 0 15,0-3 0-15,0-5 0 0,0 0 0 0,0 0 0 16,0 0 0-16,0 0 0 0,0 0 0 0,0 0 0 15,0 0 0-15,0-5 0 0,-3-3 0 0,3 0 0 16,0 0 0-16,3-3 0 0,-3 1 0 0,3-4 0 16,3 1 48-16,0-3 13 0,0 0 3 0,3-2 0 15,0-3-52-15,2 0-12 0,1-3 0 0,3 0 0 16,0 3 0-16,0-3 0 0,0 0 0 0,3 3 0 16,0 2 0-16,-1 1 0 0,1 2-9 0,0 3 9 15,0 0 0-15,-3 2 0 0,0 0 0 0,0 3 0 16,0 1-16-16,-4-1 4 0,-2 2 0 0,-3-2 0 15,0 3-86-15,0 2-17 0,-6 3-3 0,0 0-1 16,0 0-122-16,0 0-25 0</inkml:trace>
  <inkml:trace contextRef="#ctx0" brushRef="#br0" timeOffset="4733.101">15308 7504 1691 0,'-15'5'71'0,"0"1"-57"15,0 2 100 1,1-3 20-16,-4 3 4 0,0 2 1 0,-3 1-39 0,-3 0-8 0,0 2-2 0,4 0 0 16,-4-2-22-16,3 4-5 0,-3-1-1 0,3 2 0 15,3 2-62-15,1-2-16 16,-1 3-2-16,3-1 0 15,0-2 18-15,3 2 0 0,0 1 0 0,3-1 0 16,0 1 0-16,3-3 0 0,3 2 0 0,0-2 0 0,3 0 0 0,3 0 0 0,3 0 0 0,0-3-10 16,3-2 10-16,0-3 0 15,0 0-9-15,3 0 9 0,3-6 0 0,0 1 0 0,0-1 8 16,2-2-8-16,1-2 20 0,0-3-2 0,0-1 0 0,3 1 0 16,-6 0-31-16,3-1-7 0,-4-2 0 0,-2 0-1 15,-3 1 32-15,-6-1 6 0,0-3 2 0,-3 3 0 16,-3 0 33-16,-6-2 6 0,0-4 2 0,-2 1 0 15,-4 0-44-15,-3 2-8 0,0-5-8 16,-3 3 12-16,3-3 19 0,0 3 4 0,1-3 1 16,-1 0 0-16,0 0-21 0,3 1-4 0,0-4-1 0,0 3 0 15,0-2-10-15,0-1 0 0,1 1 9 0,-1-1-9 16,3 1 0-16,3-1 8 0,3-2-8 0,0 0 0 16,3 0 0-16,0-1 9 0,6 4-9 0,0-1 0 15,3 3 0-15,0 1 0 0,6 1 0 0,-3 1 0 16,6 0 0-16,-1 2 0 0,1 1 0 0,0 2 0 15,3 0 0-15,0 0 0 0,3 3 0 0,3-3 0 16,-4 5 0-16,4 0 0 0,3 3 0 0,0 0 0 16,-3 3 0-16,-1 0 0 0,-2 2 0 0,-3 3 0 15,0 0 8-15,-3 2-8 0,0 1 0 0,-6 2 0 16,-3 0 8-16,0 3-8 0,-1 0 0 0,-5 0 0 16,0 3 0-16,-2-4 0 0,-4 4 0 0,-3 0 0 15,0-4-28-15,-3 1-2 0,0 0-1 0,0 0 0 16,-3-3-71-16,3-2-14 0,0-1-4 0</inkml:trace>
  <inkml:trace contextRef="#ctx0" brushRef="#br0" timeOffset="15135.432">21333 3818 763 0,'0'0'32'0,"0"0"-32"16,0 0 80-16,0 0 8 0,0 0 3 0,0 0 0 16,0 0-1-16,0 0 0 0,0 0 0 0,0 0 0 15,0 0-9-15,0 0-1 0,0 0-1 0,0 0 0 16,0 0-7-16,0 0-2 0,0 0 0 0,0 0 0 15,0 0-4-15,0 0-1 0,0 0 0 0,0 0 0 16,0 0-13-16,0 0-4 0,0 0 0 0,0 8 0 16,0-8-11-16,0 3-2 0,0-3-1 15,0 8 0-15,0-3-10 0,0-5-1 0,3 5-1 0,-3 3 0 16,0 0-10-16,0-3-1 0,0 1-1 0,0 4 0 16,0-2-2-16,3-5 0 0,-3 5 0 0,0-3 0 15,0 3 2-15,0 0 0 0,0-3 0 0,0 3 0 16,3-2 1-16,-3 1 0 0,0 1 0 0,0 0 0 15,3-5-3-15,-3 5 0 0,0-3 0 0,3 3 0 16,-3-3 0-16,0 1 0 0,3-1 0 0,-3 3 0 16,0-3-8-16,3 1 10 0,-3 2-10 0,3-3 10 15,0 0-10-15,-3 0 0 0,3 3 9 0,0-2-9 16,-3 2 0-16,0-6 8 0,3 6-8 0,-3-3 0 16,2 1 0-16,-2 2 0 0,0 0 0 0,3-3 0 15,-3 3 0-15,0 0 0 0,0 0 0 0,0 0 8 16,0 0-8-16,0 0 0 0,0-1 0 0,0 1 0 15,0 0 0-15,0 0 0 0,0 3 0 0,0-3 0 16,0-3 0-16,0 3 0 0,3 0 0 0,-3 0 0 16,0 0 0-16,0 0 0 0,0 0 0 0,0 0 0 15,0 0 0-15,0 0 0 0,0-3 0 0,0 8 0 0,0-10 0 16,0 5 0-16,0 0 0 0,0-1 0 16,0 4 0-16,0-3 8 0,0-3-8 0,-3 3 0 0,3 0 0 15,0 0 0-15,0 0 0 0,-3-3 0 0,3 1 0 0,0 2 0 16,0 2 0-16,-2-7 8 0,2 5-8 15,0-3 0-15,0 0 0 0,0 3 0 0,0-8 0 0,0 8 0 0,0-5 0 16,-3 2 0-16,3 0 0 0,0 1 0 0,0-1 0 16,0 3 0-16,0-8 0 0,0 5 0 0,0 1 8 0,0-6-8 15,-3 7 8-15,3-1-8 0,0 4 8 0,-3-7-8 16,3 5 0-16,0 0 9 0,0-3-9 0,-3 3 0 16,3-3 8-16,0 1-8 0,0 2 0 0,-3-3 0 15,3 3 0-15,0 2 0 0,0-7 8 0,-3 5-8 16,3 0 0-16,0 3 0 0,0-4 8 0,-3-1-8 15,3 2 0-15,0 0 8 0,0 0-8 0,0 0 0 16,0-1 9-16,0 1-9 0,0 0 0 0,-3 0 9 16,3 0-9-16,0 0 0 0,-3 0 0 0,3 3 0 15,0-6 0-15,-3 3 8 0,3-3-8 0,0 6 0 16,-3-3 0-16,3-3 0 0,0 0 8 0,0 3-8 16,0 3 0-16,0-9 0 0,0 6 0 0,0 0 0 15,0-2 0-15,0 2 0 0,0 0 0 0,0-3 0 16,0 0 0-16,0 3 8 0,0-3-8 0,-3 1 0 15,3 2 0-15,0-3 0 0,0 0 0 0,0 3 0 16,0-3 0-16,0 1 8 0,0 2-8 0,0-3 0 16,0 3 8-16,0-3-8 0,0 6 8 0,0-3-8 15,0 0 8-15,0 0-8 0,0 2 0 0,0 1 8 16,0-3-8-16,0 2 0 0,0 1 0 0,0-1 0 0,0 1 0 16,0 2 0-16,0-2 0 0,0-1 0 0,0 4 8 0,0-4-8 15,3 1 8-15,-3-1-8 0,0 1 12 0,0 0-4 16,3-1 0-16,-3 1 0 0,0-3 0 0,0 0 0 15,3 2 0-15,-3-2 0 0,0 3-8 0,0-3 0 16,3 0 9-16,-3-1-9 0,0 1 11 0,0-2-3 16,0 2 0-16,0 0 0 0,0-3-8 0,0 3 12 15,0-3-12-15,0 0 12 0,0 1-12 0,0 2 12 0,0-8-12 16,0 5 12-16,0 0-12 0,0 3 12 0,3-3-12 16,-3 1 12-16,0-1-12 0,0 3 8 0,3-3-8 15,-3 1 8-15,0-6-8 0,0 8 8 0,0-3-8 0,0 3 8 16,0-3-8-16,0-5 0 0,0 8 9 0,3-3-9 15,-3 6 0-15,0-9 8 0,3 4-8 0,-3-1 0 16,0 0 0-16,3 1 8 0,-3-6-8 0,0 8 0 16,0-3 0-16,0 0 9 0,0 0-9 0,0 3 0 15,0-5 8-15,0 2-8 0,0 1 0 0,0 2 0 16,0-6 0-16,0 6 0 0,0-3 0 0,0 1 0 16,0-1 0-16,0 0 0 0,0 1 0 0,0-1 0 15,0 0 0-15,0 0 0 0,0 1 0 0,0-1 0 16,0-5 0-16,0 5 0 0,0-5 0 0,0 8 0 15,0-2 0-15,0-6 0 0,0 5 0 0,0 0 0 16,0-5 0-16,0 8 0 0,0-8 0 0,0 5 0 16,0-5 0-16,0 0 0 0,0 6 0 0,0-6 0 15,0 5 0-15,0-5 0 0,3 5 0 0,-3-5 0 0,0 6 0 16,0-6 0-16,3 5 0 0,-3-5 0 16,0 5 8-16,0-5-8 0,3 5 0 0,-3-5 0 15,0 6 0-15,0-6 0 0,2 5 0 0,-2-5 0 0,0 0 0 16,0 0 0-16,0 0 0 0,0 5 0 15,0-5 0-15,0 0-12 0,0 0 1 0,0 0 1 16,0 6-38-16,0-6-8 0,0 0-2 0</inkml:trace>
  <inkml:trace contextRef="#ctx0" brushRef="#br0" timeOffset="23361.461">18582 3826 1337 0,'0'0'28'0,"0"0"6"16,0 0-34-16,0 0 0 0,0 0 0 0,0 0 0 16,0 0 58-16,0 0 5 0,0 0 1 0,0 0 0 0,0 0 0 15,0 0 0-15,0 0 0 0,0 0 0 0,0 0 28 0,3-5 5 0,-3 2 2 16,0 3 0-16,3-5-56 15,0 2-11-15,-3-5-3 0,3 3 0 16,-3 0-29-16,3 2 0 0,-3-5 0 0,3 0 0 16,-3 3 0-16,3 0 0 0,-3-1 0 0,0 6 0 15,3-2 57-15,-3-1 6 0,0 3 1 0,0 0 0 0,0 0-64 0,0 0 0 0,0 0-12 16,0 0 2-16,0 0 10 0,0 0 14 16,0 0-3-16,0 0-1 0,0 0 22 0,0 0 4 15,0 0 0-15,0 0 1 0,0 0-19 0,0 3-4 0,-3 5-1 0,3 0 0 16,0-3 1-16,0 3 0 0,0 0 0 0,0 0 0 15,0 2-14-15,-3-2 0 0,3 0 0 0,0 3 0 16,0-1 0-16,0 1 0 0,0-1 0 0,0 6 0 16,0-8 0-16,0 3 0 0,0-1 0 0,0 1 0 15,0 0 0-15,0 2 0 0,0-3 0 0,0 1 0 16,0 0 0-16,0 4 0 0,0-7 0 0,0 3 0 16,3 0 27-16,-3-1 2 0,0 1 1 0,0-1 0 15,0 4-30-15,0-7 0 0,0 4 0 0,0 0 0 16,0-1 0-16,-3 3 8 0,3 1-8 0,0-4 0 15,0 4 0-15,0-1 0 0,0 0 0 0,0 3 0 16,0-3 0-16,0 0 0 0,0 1 8 0,0-1-8 16,0 0 0-16,0 0 0 0,0 0 0 0,0-2 0 15,0 0 0-15,0-1 0 0,3 1 0 0,-3 2 0 16,0-5 0-16,0 3 0 0,0-1 0 0,0-2 0 16,0 3 0-16,0-3 0 0,0 2 0 0,0 1 0 15,0-3 30-15,0 2 0 0,0-2 0 0,0-2 0 16,0 1-48-16,0 1-10 0,0 0-1 0,0 3-1 15,0-3 30-15,0 0 0 0,0 2 0 0,0 1 0 0,0-3 0 16,0 2 0-16,0 1 0 0,-3 0 0 16,3-1 0-16,0 3 0 0,-3 1 0 0,3-4 0 0,-3 3 0 0,3-2 0 15,0 2 0-15,-3 1 0 0,3-1 0 0,0 3 0 16,-3-6 0-16,3 1 0 0,-3 5 0 0,3-8 0 0,0 2 0 0,-3 3 0 16,3-2 0-16,0 0 0 0,-3 2 10 0,3 0-10 15,0-2 12-15,-3 2-2 0,3-5-1 0,0 5 0 16,0-2 0-16,-3-1 0 0,3 1 0 0,0-1 0 15,0 1-9-15,-3 0 12 0,3-4-12 0,0 7 12 16,-2-4-12-16,2 1 8 0,0 2-8 0,-3-2 8 16,3-1-8-1,0 6 8-15,0-8-8 0,0 3 8 0,0 2-8 0,0-2 8 0,0-1-8 0,0 3 8 16,0-2-8-16,0-3 0 0,0 2 9 0,0 1-9 16,0-3 0-16,0 3 0 0,3-4 0 0,-3 1 8 15,0 0-8-15,0 0 0 0,0 0 0 0,0 0 0 16,0 0 0-16,0 0 9 0,2-3-9 0,-2 3 0 15,0 0 0-15,0 0 0 0,3 0 0 0,-3 0 0 16,0-3 0-16,0 3 0 0,3 0 0 0,-3-3 0 16,0 1-9-16,0 2-9 0,0-8-2 0,0 8 0 15,0-3 20-15,0 0 0 0,0 3 0 0,0-3 0 16,0 3 0-16,3-2 0 0,-3-1 0 0,0 0 0 16,0 3 0-16,3-2 0 0,-3-1 0 0,0 3 0 15,0-3 0-15,3 3 0 0,-3-3 0 0,0 6 0 16,0-9 16-16,3 4 8 0,-3-1 0 0,0 3 1 15,3-3-25-15,-3 1 0 0,0 2 0 0,3-3 0 0,-3 0 0 16,0 3 0-16,3-3 0 0,-3 1 0 16,0 2 0-16,3-3 0 0,-3 0 8 0,0 3-8 0,0 0 0 15,3-3 0-15,-3 3 0 0,0-2 0 0,0 1 0 16,3-1 0-16,-3-1 0 0,0 0 8 0,0 3-8 16,3-2 0-16,-3-4 0 0,0 6 0 0,0 0 0 15,0-8 0-15,0 3 0 0,0-1 8 0,0-2-8 0,0 6 0 0,3-1 0 16,-3-5 0-16,0 5 0 0,0-5 0 0,3 6 0 0,-3-1 0 15,0-5 0-15,3 5 0 0,-3 0 0 0,0-5 0 16,0 6 0-16,0-6 0 0,0 0 0 0,3 5 0 16,-3-5 0-16,0 5 0 0,0-5 0 0,0 6 0 15,0-6 0-15,0 8 0 0,0-8-12 0,0 5 12 16,0 0-32-16,0-5 2 0,0 5 0 16,0-5 0-16,-3 6-22 0,3-6-4 0,0 8 0 0,0-8-1 15,0 5-7-15,0-5 0 0,0 0-1 0</inkml:trace>
  <inkml:trace contextRef="#ctx0" brushRef="#br0" timeOffset="25023.185">19243 4522 1371 0,'0'0'28'0,"0"0"8"0,0 0-36 0,0 0 0 0,0 0 0 0,0 0 0 16,-6 5 87-16,3-2 10 0,0 0 3 0,-3 2 0 15,3 3-30-15,0-3-6 0,0 0 0 0,0 3-1 16,0-2-21-16,0 2-4 0,3 0-1 0,-2-1 0 15,-1 1-9-15,3-2-1 0,-3-1-1 0,3-5 0 16,0 11 6-16,0-11 0 0,0 0 1 0,0 2 0 16,0-2 15-16,0 0 2 0,0 0 1 0,0 0 0 15,0 0 6-15,0 0 2 0,0 0 0 0,0 0 0 16,0 0-21-16,0 0-4 0,0-2-1 0,0-9 0 16,0 6-16-16,3-1-3 0,-3 1-1 0,0-3 0 15,3 3-13-15,-1 0 0 0,1-1 0 0,0 1 0 16,0 2 0-16,0-2 0 0,-3 5 0 0,3-3 0 15,-3 3-28-15,3 0-9 0,3-5-2 0,-6 5 0 16,3 0-145-16,3 0-28 0,0 5-7 0</inkml:trace>
  <inkml:trace contextRef="#ctx0" brushRef="#br0" timeOffset="25436.236">19794 4530 1508 0,'0'0'64'0,"0"0"-52"16,0 0 97-16,0 0 19 0,0 0 4 0,0 0 1 15,0 0-36-15,0 0-7 0,0 0-2 0,0 0 0 16,0 0-40-16,0 0-9 0,0 0-2 0,0 0 0 16,3 5-13-16,-3 1-2 0,3 1-1 0,-3 1 0 15,0-2-10-15,0 2-3 0,0-3 0 0,0 3 0 16,0 2-8-16,-3-4 10 0,3-1-10 0,0 3 10 16,0-3-10-16,0-5 0 0,0 8 9 0,0-8-9 15,0 0 9-15,3 5-9 0,-3-5 12 0,0 0-12 16,0 0 28-16,0 0-2 0,0 0 0 0,0 0 0 15,0 0 2-15,3-5 1 0,3 3 0 0,0-4 0 16,-3 1-17-16,3 0-4 0,0-3-8 0,0 2 12 16,0-1-12-16,-1 1 0 0,1-4 0 0,0 4 0 15,0-2-25-15,0 3-8 0,3-3-2 0,-3 0 0 16,0 3-146-16,3-3-30 0</inkml:trace>
  <inkml:trace contextRef="#ctx0" brushRef="#br0" timeOffset="25936.896">20511 4493 1614 0,'0'0'33'0,"0"0"9"0,0 0-34 0,0 0-8 0,0 0 0 0,0 0 0 15,0 0 106-15,0 0 19 0,0 0 4 0,0 0 1 16,0 0-58-16,0 0-12 0,0 0-3 0,0 0 0 16,0 0-32-16,0 5-6 0,-3 0-2 0,3 3 0 15,0 0-17-15,-3 0 0 0,3-5 0 0,0 5 0 16,0-3 8-16,0 0-8 0,0 3 0 0,0-2 0 0,0-1 0 16,3 0 0-16,-3-5 0 0,0 6 0 0,0-6 15 0,0 0-4 0,0 0-1 0,0 0 0 15,3 5 17-15,-3-5 3 0,0 0 1 0,3 3 0 16,-3-3-1-16,6 0 0 0,-3 0 0 0,3-3 0 15,-3 3-14-15,0-5-4 0,0 2 0 0,0 0 0 32,0 1-12-32,0-4 8 0,0 1-8 0,0 2 0 0,0-2 0 0,0 0 0 0,0 0 0 0,0-1 0 31,-3 1-29-31,0 2-12 0,3-2-3 0</inkml:trace>
  <inkml:trace contextRef="#ctx0" brushRef="#br0" timeOffset="28816.949">19868 6530 1552 0,'0'0'44'0,"0"0"10"16,0 0-43-16,0 0-11 0,0 0 0 0,-3 8 0 16,0 0 53-16,3 0 9 0,-3 0 2 0,3 0 0 15,-3 5 0-15,3-2 0 0,0 2 0 0,-3 3 0 16,0 0-52-16,3 0-12 0,-3 0 0 0,0-1 0 0,1 1 0 15,2 0 0-15,-3 0 0 0,3-3 0 0,-3 1 0 0,3-1 0 16,-3-3 0-16,3 1 0 16,-3-3 0-16,3 0 0 0,0-3 0 0,0-5 0 15,0 0 0-15,0 0 0 0,0 0 0 0,0 0 0 0,0 0 0 0,0 0 0 0,0 0 0 16,0 0 0 0,0-8 54-16,3-2 8 0,-3-4 2 0,3 1 0 0,0-3 0 0,2 0 0 0,1-5 0 0,-3 0 0 15,3 2-52-15,0-4-12 0,0 2 0 0,3-6 0 16,0 6 54-16,-3 0 8 0,3 2 2 0,0-2 0 15,0 0-54-15,3 2-10 0,-3-2 0 0,0 3 0 16,3 2 16-16,-4 0 9 0,4 0 2 0,-3 3 0 16,0 0-3-16,0 5-1 0,0-3 0 0,0 6 0 15,-3-1-5-15,3 4-1 0,-3 2 0 0,0 0 0 16,3 2-5-16,-3 4 0 0,0-1-1 0,0 3 0 16,0 0-2-16,0 3 0 0,2-1 0 0,-2 1 0 15,0 2-9-15,0 3 8 0,3-3-8 0,-3 3 8 16,0-3-8-16,0 3 0 0,0 0 0 0,0 2 0 15,-3-2 0-15,3 3 0 0,-3-1 0 0,0 3 0 16,-3-2-17-16,3 2-6 0,-3-2-1 0,0 2 0 16,3-3 24-16,-3 1 0 0,0-3 0 0,-3 2 0 15,3-4-56-15,0 1-6 0,-3-4-2 0,0 2 0 16,3-2 0-16,-3-1 0 0,-3-2 0 0</inkml:trace>
  <inkml:trace contextRef="#ctx0" brushRef="#br0" timeOffset="29104.436">19853 6615 1824 0,'-11'0'38'0,"11"0"8"0,0 0-37 15,0 0-9-15,0 0 0 0,0 0 0 0,0 0 104 0,0 0 20 16,0 0 3-16,5 0 1 0,1 3-52 0,3-3-9 0,3 0-3 0,0 2 0 16,3-2 0-16,3 0 0 0,0 0 0 0,3 3 0 15,-1-3-9-15,1 0-3 0,0 3 0 0,0-3 0 16,3 2-33-16,-6-2-7 0,2 0-2 0,-2 3 0 16,0-3-10-16,0 0-9 0,0-3 9 0,-3 3-13 15,0-5-188-15,-3 2-38 16</inkml:trace>
  <inkml:trace contextRef="#ctx0" brushRef="#br0" timeOffset="44531.368">15862 5596 1212 0,'0'0'25'0,"0"0"6"15,0 0-31-15,0 0 0 0,0 0 0 0,0 0 0 16,0 0 83-16,0-5 10 0,3 0 3 0,-3 5 0 15,0-6-20-15,3 4-3 0,-3-1-1 0,0 3 0 16,3-8-12-16,-3 3-2 0,0 0-1 0,0-1 0 16,3-2 6-16,-3 3 1 0,0-3 0 0,0 0 0 0,3 0-4 15,-3 0 0-15,0-2 0 0,0-1 0 0,0-2 7 16,0 0 1-16,0-1 0 0,0-1 0 0,-3-1-55 0,3 0-13 16,0-5 0-16,0 2 0 0,-3 1 54 0,0-1 8 0,0 3 2 15,0-2 0-15,0 2-40 0,0-3-7 0,0 1-1 16,0-1-1-16,0 1-24 0,0-1-5 15,0 1-1-15,0-3 0 0,0 2 15 0,0-2 0 16,0-3 0-16,-3 3 0 0,3 0 48 16,0 2 13-16,3-5 3 0,-3 3 0 0,3 3-52 15,-3-1-12-15,3 3 0 0,0 0 0 0,0 3 0 0,0 0 0 0,0-3 0 16,3 3 0-16,-3 0 0 0,3 2 0 0,-3-2 0 16,0 5 0-16,3-8 0 0,-3 5 0 0,3 3 0 0,-3-2 0 15,0-1 0-15,3 1 0 0,0-4 0 0,-3 4 0 16,3-1 0-16,-3-2 0 0,3 0 0 0,-3 2 0 15,3-2 0-15,0 0 0 0,-3 2 0 0,3 1 0 16,0-1 0-16,-3 0 0 0,3 1 0 0,0 2 0 16,0-3 0-16,3 3 0 0,-3-2 0 0,0 2 0 15,3 3 17-15,0-1 1 0,0-2 0 0,0 0 0 16,0 3-18-16,-1 0 0 0,4 0 0 0,-3 2 0 16,3 0 0-16,0-5 0 0,3 3 0 0,-3 2 0 15,0 1 0-15,3-1 0 0,0 0 0 0,0 1 0 16,0-1 0-16,-1 1 0 0,1-1 0 0,3 3 0 15,-3-3 0-15,3 3 0 0,-3-5-8 0,0 5 8 16,0-3 0-16,0-2 0 0,0 2 0 0,2 1 0 16,-2 2 0-16,3-3 0 0,-3 0 0 0,3 1 0 15,0-1 0-15,3 0 0 0,0 3 0 0,0-2 0 16,-1-1 0-16,1 3 0 0,3-5 0 0,0 2 0 16,0 1 0-16,0 2 0 0,-4-3-8 0,1 0 8 15,0 1 0-15,0 2 0 0,0 0 0 0,0-3 0 16,-3 0 0-16,-3 3 0 0,2-2 0 0,-2 2 0 0,3 0 0 0,-3-3 0 15,3 3 0-15,-3 0 0 0,3 0 0 0,-3 0 0 16,3 0 0-16,-1 0 0 0,1 0 0 0,0-5 0 0,3 5 0 0,-3 0 0 16,0-3 0-16,3 3 0 0,0 0 0 0,-1 0 0 15,-2 0 0-15,3 0 0 0,0-5 0 16,0 5 0-16,-3 0 0 0,3-3 0 0,0 1 0 0,-1 2 0 16,1 0 0-16,0-3 0 0,0 3-8 0,3-3 8 15,3 3 0-15,-4-2 0 0,7 2 0 0,0-3-9 16,0 0 9-16,0 1 0 0,2-1-9 0,-2-2 9 15,0 2 0-15,-3 3 0 0,3-5 0 0,-4 2 0 16,4 0 0-16,-6 1 0 0,3 2 0 0,3-3 0 16,-4 3-8-16,4-2 8 0,3 2 0 0,0-3 0 15,-4 0 0-15,1 1 0 0,0-1 0 0,0 3 0 16,-3 0 0-16,-3-5 0 0,-1 2 0 0,1 3 0 16,0 0 0-16,-3 0 0 0,3 0 0 0,-3 0 0 15,-1 0 0-15,1 0 0 0,3 0 0 0,-3-5 0 16,3 5 0-16,0-3 0 0,0 0 0 0,2 3 0 15,-2-2 0-15,0-1 0 0,0 1 0 0,-3 2 0 16,3 0 0-16,-4-3 0 0,1 3 0 0,0-3 0 16,-3 3 0-16,0 0 0 0,3 3 0 0,-3-3 0 15,-1 0 0-15,1 0 0 0,0 0 0 0,0 0 0 0,3 0 0 16,0 0 0-16,0 0 0 0,3 0 0 0,-1 0 0 16,1 0 0-16,0-3 0 0,3 3 0 0,-3 0 0 0,0-2 0 15,2 2 0-15,-2 0 0 0,0-3 0 0,-3 3 0 16,0 0 0-16,3 0 0 0,-4 0 0 0,1-5 0 15,3 5 0-15,-3 0 0 0,3-3 0 0,0 3 0 16,2-3 0-16,1 3 0 0,-3-2 0 16,3 2 0-16,0-3 0 0,0 3 0 0,-4 0 0 0,1-3 0 15,3 3 0-15,-3 0 8 0,-3 0-8 0,0 0 0 0,-1 0 0 16,1 0-11-16,0 0 11 0,0 0 0 0,3 0 0 16,-3 0 0-16,3 0 0 0,-1 0 0 0,4 0 0 0,0 0 0 15,-3-2 0-15,3 2 0 0,0-3 0 0,-1 3 0 16,-2 0 0-16,0-3 0 0,0 3 0 0,0 0 0 15,-3 0 0-15,-1 0 0 0,1 0 0 0,-3 0 0 16,3 0 0-16,0 0 0 0,0-2 0 0,0 2 0 16,-1 0 0-16,4 0 0 0,0 0 0 0,0 0 0 15,0 0 0-15,0 0 0 0,-1-5 0 0,1 5 0 16,-3 0 0-16,3 0 0 0,0-3 0 0,0 3 0 16,-3 0 0-16,-4 0 0 0,4 0 0 0,-3 0 0 15,0 0 0-15,-3 0 0 0,3 0 0 0,0 0 0 16,0-5 0-16,-1 5 0 0,1 0 0 0,0-3 0 15,3 3 0-15,-3-3 0 0,0 3 0 0,3 0 0 16,-3 0 0-16,2 0 0 0,-2-2 0 0,0 2 0 16,3-3 0-16,-3 3 0 0,0 0 0 0,0 0 0 15,-3 0 0-15,3 0 0 0,-4 0 0 0,4 0 0 16,-3-3 0-16,0 3 0 0,0 0 0 0,0 0 0 16,-3-2 0-16,0 2 0 0,3 0 0 0,-3-3 0 15,3 3 0-15,-4 0 0 0,4-3 0 0,0 3 0 16,0 0 0-16,0-2 0 0,0 2 0 0,0 0 0 0,3 0 0 15,-3-6 0-15,3 4 0 0,-1 2 0 0,1 0 0 0,0 0 0 16,0-5 0-16,0 5 0 0,0-3 0 0,0 3 0 0,0 0 0 0,-3-3 0 16,2 3 0-16,-2 0 0 0,3 0 0 15,-3 0 0-15,0 0 0 0,-3 0 0 0,3 0 0 16,-3 0 0-16,0 0 0 0,0 0 0 0,0-2 0 0,2 2 0 16,-2 0 0-16,0-3 0 0,0 3 0 15,0 0 0-15,0 0 0 0,3 0 0 0,-3-3 0 0,3 3 0 16,0 0 0-16,0-2 0 0,0 2 0 0,0 0 0 15,-1 0 0-15,1 0 0 0,0 0 0 16,0 0 0-16,0 0 0 0,0 0 0 0,0 0 0 16,-3 0 0-16,3 2 0 0,-3-2 0 0,3 0 0 0,-4 3 0 15,1-3 0-15,3 0 0 0,-3 3 0 0,0-1 0 16,0-2 0-16,0 0 0 0,0 3 0 0,-3-3 0 16,3 0 0-16,0 3 0 0,-3-3 0 0,0 5 0 15,3-5 0-15,-3 0 0 0,0 0 0 0,-1 2 0 16,1-2 0-16,0 0 0 0,0 0 0 0,0 6 0 15,0-6 0-15,3 0 0 0,-3 0 0 0,0 0 0 16,3 0 0-16,-3 0 0 0,3 0 0 0,0 0 0 16,-3 0 0-16,3 0 0 0,0 0 0 0,-3 0 0 15,3 0 0-15,-1 0 0 0,1 0 0 0,0 0 0 16,-3 0 0-16,3 0 0 0,0 0 0 0,-3 0 0 16,3 0 0-16,-3 0 0 0,0 0 0 0,3 0 0 0,-3 0 0 15,0 0 0-15,0 0 0 0,0 0 0 0,0 0 0 0,-3 0 0 16,3 0 0-16,-1 0 0 0,-2 0 0 0,3 0 0 0,0 0 0 15,-3 0 0-15,3 0 0 0,0 0 0 0,0 0 0 16,0 0 0-16,0 0 0 16,-3 0 0-16,3 0 0 0,0 0 0 15,0 0 0-15,-3 0 0 0,3 0 0 0,0 0 0 0,0 0 0 16,-3 0 0-16,3 0 0 0,-3 0 0 0,0 0 0 0,-3 0 0 16,6 0 0-16,-3 0 8 0,-3 0-8 0,6-6 0 0,-3 6 0 0,-3 0 0 15,2-2 0-15,-2 2 0 0,6 0 0 0,-6 0 0 16,3-8 0-16,0 8 0 0,0-3 0 0,-3 3 8 15,0-5-8-15,3 2 0 0,-3 3 0 0,0-5 8 16,0 5-8-16,3-5 0 0,-3 5 0 0,0-6 0 16,0 6 0-16,0-2 8 0,0 2-8 0,-3-8 0 15,3 8 0-15,0 0 0 0,-6-3 0 0,6 3 8 16,-6-2-8-16,6 2 0 0,-6 0 0 0,1 0 0 16,5 0 0-16,-6 0 0 0,0 2 0 0,3 4 0 15,-3-1 0-15,3-3 0 0,3-2 0 0,-3 8-8 16,3-2 8-16,-3-1 0 0,3 3-9 0,0 0 9 15,3-6 0-15,-3-2-11 0,3 8 11 0,0-2-8 16,0-4 8-16,0 4-12 0,3-4 12 0,-3 1-12 16,-3-3 12-16,6 3 0 0,-1-3 0 0,-2 5-8 15,3-5 8-15,0 0 0 0,-3-5 0 0,-3 5 0 16,6 0 0-16,-6 0 0 0,6-3 0 0,-3 0 0 16,-3 3 0-16,3-5 0 0,0 2 0 0,-3 3 8 15,3-5-8-15,-3 5 11 0,0-5-11 0,0-1 12 16,-3 4 0-16,3-6 1 0,0 3 0 0,-3-1 0 0,0 1-5 0,0 0 0 15,0 5-8-15,-3-8 12 0,3 8-12 0,-3-5 8 0,0 2-8 16,0 0 0 0,1 3 0-16,-4-2 0 0,3 2 0 0,-3 2 0 0,0 1 0 0,0 0 0 0,3 2 0 0,0 3 0 15,-3-6 0-15,3 4 0 0,0 2 0 16,3-3 0-16,0 3-11 0,0 0 11 0,0-3-10 0,3 3 10 16,0 0-13-16,0 0 3 0,3-5 1 0,0 2 0 15,-3-5 9-15,3 5-13 0,3-2 5 0,0-1 8 16,3 1-9-16,-3-3 9 0,0 0 0 0,3 0 0 15,-3 0 0-15,0-3-8 0,0 3 8 0,0-2 0 16,0-1 0-16,-3 0 0 0,3 1 0 0,-4-3 0 16,-2 5 0-16,3-3 9 0,0-2-9 0,-3-1 12 15,3 1 3-15,-3 0 1 0,0-1 0 0,-3 4 0 16,3-4-2-16,-3 4 0 0,0-6 0 0,1 3 0 16,-4-1-5-16,3 1-1 0,-3 2 0 0,0 1 0 15,0 2-8-15,0-6 0 0,0 4 0 0,-3 2 8 16,3 0-8-16,0 2 0 0,0-2 0 0,0 6 0 15,3-4 0-15,-3 4 0 0,3-1 0 0,-3 3 0 16,6 0 0-16,-3 0 0 0,3-3-9 0,-3 3 9 16,3 0 0-16,3 0 0 0,-3 0-8 0,3-3 8 15,3 0-8-15,-3 1 8 0,3-1-12 0,0-2 12 16,0 2-9-16,0-2 9 0,3-1 0 0,0 1-9 16,0-3 9-16,-3 0 0 0,0 0 0 0,0 0 0 15,0-3 0-15,0 3 0 0,-1-2 0 0,-5 2 0 0,3-3 0 16,0-2 0-16,3 2 0 0,-3-2 0 0,-3-1 10 0,3 1-2 0,-3 0-8 15,0 0 12-15,0 2 3 0,0-5 0 0,0 3 0 16,-3-1 0-16,3-2-3 16,-3 6 0-16,0-6 0 0,0 0 0 0,0 3-12 15,0-1 9-15,0 4-9 0,3 2 8 0,-5-3-8 16,5 3 0-16,-6-3 0 0,0 3 0 0,6 0 0 0,-6 3 0 0,0 0 0 0,0 2 0 16,3-2 0-16,0 2 0 0,0 3 0 0,0 0 0 15,3-6-10-15,0 4 10 0,0-1 0 0,3 3-9 16,0 0 9-16,0-5 0 0,0 2 0 0,3-3-8 15,-3 1 8-15,3 0 0 0,0-1 0 0,0 1-8 16,-3-3 8 0,2 0 0-16,1 3 0 0,-6-3 0 0,3 0 0 0,-3 0 0 0,6-3 0 0,-3 0 0 15,3 1 0-15,-6 2 0 0,3-3 0 0,0-2 0 16,-3 0 0-16,3 2 0 0,0-5 0 0,-3 3 8 16,0-1-8-16,0-2 0 0,0 0 8 0,-3 1-8 15,3-1 0-15,-3 0 8 0,3 0-8 0,-3 0 0 16,0 0 0-16,3 3 0 0,-3-3 0 0,0 2-12 15,0-2-19-15,0 6-4 0,-3-6-1 0,3 5 0 16,-2-2-131-16,-4 0-26 0,0 5-6 0</inkml:trace>
  <inkml:trace contextRef="#ctx0" brushRef="#br0" timeOffset="52051.869">13162 5580 1208 0,'0'0'25'0,"0"0"6"0,0 0-31 0,0 0 0 16,0 0 0-16,0 0 0 0,0 0 76 0,0 0 8 0,0 0 3 0,0 0 0 16,0 0-10-16,0 0-1 0,0 0-1 0,0 0 0 15,0 0 3-15,0-2 1 0,0-1 0 0,0-7 0 16,0 4-3-16,0-2 0 0,0 3 0 0,0-6 0 16,-3 3-6-16,3-2-2 0,0-3 0 0,-3-1 0 15,3-1-7-15,-3-4-1 0,3 1-1 0,0-1 0 16,-3-2-25-16,3-3-5 0,0 3-1 0,3-6 0 15,-3 1-1-15,3-1-1 0,0-2 0 16,0-5 0-16,0 0 3 0,0-3 1 0,0-1 0 0,0-1 0 16,0 2-9-16,0 0-1 0,0 2-1 0,0 1 0 15,-3 0-19-15,0 2 0 0,-3-3 0 0,0 1 0 16,0-3 15-16,0 0 2 0,0 2 1 0,0-2 0 16,-3 6-18-16,3 2 8 0,-3 2-8 0,0 3 0 15,3-2 8-15,-3 7-8 0,0-4 0 0,3 4 0 16,-3 0 0-16,3 4 0 0,0-1 0 0,0 0 0 15,0 0 0-15,0 3 0 0,3-1 0 0,-3-1 0 16,3 4 0-16,-3 0 0 0,3-2 0 0,0 8 0 16,-3-8 0-16,3 5 0 0,0 0 0 0,0 0 0 15,0 3 0-15,0-1 0 0,0 1 0 0,0 2 0 16,3 1 0-16,-3 2 0 0,0-6-8 0,0 6 8 16,3 0 0-16,-3 0-9 0,6-2 9 0,-3 2-8 0,0-6 8 15,3 6 0-15,-3 0 0 0,3-2 0 0,-3 2 0 16,3 0 0-16,3 0 0 0,-3 0 0 0,3 0 0 15,0 0-8-15,0 0 8 0,3 0 0 16,-3 0 0-16,3 0 0 0,2 0 0 0,-2 0-8 16,0-5 8-16,0 5 0 0,3-3 0 0,0 3-8 0,0-3 8 15,0 1 0-15,3-1 0 0,-1 0 0 0,4-2 0 0,0 2 0 16,3 1 0-16,0-6 0 0,3 8 0 16,-1-5 0-16,4 2 0 0,-3 0 0 0,0 1 0 0,-1-1 0 0,1 3 0 15,0-3-8-15,0-2 8 0,0 2 0 0,-4 1 0 16,7-4 0-16,0 4 0 0,3 2-10 0,2-8 10 0,1 5-13 15,0 3 13-15,0-2 0 0,-1-1 12 0,1 0-12 16,0 1 0-16,-4-4 0 16,4 4 0-16,3-4-12 0,0 1 12 0,-1 2 0 0,4 1 0 15,0-4 0-15,-4 4 0 16,1-1 0-16,3 1 0 0,-1 2 10 0,-2-6-10 0,3 4 0 0,-1-4 0 16,4 4 0-16,-3-1 0 0,-1 3 0 0,-2-3 0 0,3 1 0 15,-4-1 0-15,1 0 0 0,0 1 0 0,3-1 0 16,-4 1 0-16,1 2 0 0,3-6-8 0,-1 6 8 15,-2-2 0-15,-3 2 0 0,2-6 0 0,1 4 0 16,-3-1 0-16,2-2 0 0,1 2 0 0,3 0 0 16,-3 1 0-16,-1-1 0 0,1 0 0 15,3 3 0-15,-7-5 0 0,-2 3 0 0,3 2 0 0,0-6 0 16,-4 4 0-16,7-1 0 0,0-2 0 0,-1 2 0 16,-2 0 0-16,0 3 0 0,-1-5 0 0,1 2 0 15,-3 3 0-15,0-5 0 0,-1 0 0 0,1 2 0 16,0 1 0-16,3-1 0 0,-1 0 0 0,-2 1 0 0,3-1 0 15,-6 3 0-15,2-3 0 0,-2 3 0 0,-3-5 0 16,0 5 0-16,-4-3 0 0,1 3 0 0,3 0 0 16,-3 0 0-16,0-5 0 0,3 5 0 0,-4 0 0 0,1-3 0 15,3 3 8-15,-3-2-8 0,-3 2 0 16,-1 0 0-16,1-3 0 0,0 3 0 0,-3 0 0 0,3 0 0 0,-3 0 0 16,0 0 0-16,-4 0 0 15,4 0 0-15,-3 3 0 0,0-3 0 0,0 0 0 0,0 2 0 16,0 1 0-16,0-3 0 0,-1 5 0 0,4-5 0 0,-3 3 0 15,3-3 0-15,-3 5 0 0,0-5 0 0,3 3 0 16,-3-3 0-16,-1 3 0 0,1-1 0 0,0 1 0 0,0-3 0 16,-3 3 0-16,0-1 0 0,3 1 0 0,-3-3 0 15,0 0 0-15,-1 2 0 0,1-2 0 0,0 3 0 16,0-3 0-16,-3 5 0 0,3-5 0 0,0 0 0 16,0 3 0-16,0-3 0 0,0 0 0 0,3 5 0 15,-1-5 0-15,1 0 0 0,0 0 0 0,0 0 0 16,0 0 0-16,0 3 0 0,0-3 0 0,0 3 0 15,2-3 0-15,-2 2 0 0,-3-2 0 0,3 0 0 16,0 3 0-16,0-3 0 0,0 0 0 0,0 3 0 16,0-3 0-16,-1 0 0 0,1 2 0 0,-3-2 0 15,3 0 0-15,-3 0 0 0,3 0 0 0,-3 0 0 16,0 0 0-16,3 0 0 0,-3 0 0 0,-1 0 0 16,4 0 0-16,0 0 0 0,-3 0 0 0,3 0 0 15,0 6 0-15,0-6 0 0,0 0 0 0,0 0 0 0,-1 0 0 16,1 0 0-16,0 0 0 0,0 0 0 0,0 0 0 15,0 0 0-15,0 0 0 0,0 0 0 16,-1 0 0-16,-2 0 0 0,3 0 0 0,-3 0 0 16,3 2 0-16,-3-2 0 0,0 0 0 0,0 0 0 0,0 0 0 15,-3 0 0-15,2 0 0 0,-2 0 0 0,3 0 0 16,-3 0 0-16,3 0 8 0,0 0-8 0,-3 0 0 0,3 0 0 0,0 0 0 16,0 0 0-16,-3 0 0 0,3 0 0 0,-4 0 0 15,4 0 0-15,-3 0 0 0,0 5 0 0,3-5 0 0,-3 0 0 16,0 0 0-16,0 0 0 0,0 0 0 0,0 3 0 15,0-3 0-15,0 0 0 0,0 0 0 0,0 0 0 16,-1 0 0-16,-2 0 0 0,3 0 0 0,-3 0 0 16,3 0 0-16,0 0 0 0,0 0 0 0,-3 0 0 15,3 0 0-15,-3 0 0 16,3 0 0-16,-3 0 0 0,3 0 0 0,-3 0 0 0,0-3 0 0,-3 3 0 16,3 0 0-16,0 0 0 0,-6 0 0 0,2 0 0 15,4-5 0-15,-6 5 0 0,6 0 8 0,-6 0-8 16,3-2 0-16,-3 2 0 0,6 0 0 0,-6 0 8 15,3-8-8-15,-3 8 0 0,3-3 0 0,-3 3 0 16,0 0 0-16,0-3 8 0,0 3-8 0,0 0 0 16,0-5 8-16,0 5-8 0,-3-3 0 0,3 3 8 15,0 0-8-15,-3-5 0 0,3 5 0 0,-6 0 8 16,6 0-8-16,-6-3 0 0,6 3 0 0,-6 0 0 16,6 0-8-16,-5 3 8 0,-1 2 0 0,0-5 0 15,6 0 0-15,-6 6 0 0,3-4-9 0,3-2 9 16,-3 6 0-16,0 2 0 0,3-8 0 0,-3 7 0 15,3-7-10-15,0 3 10 0,0-3-8 0,3 5 8 0,-3-5 0 16,3 6-8-16,0-4 8 0,3 1 0 0,-3 0 0 16,3-3 0-16,0 0 0 0,-1 0-8 0,1 0 8 15,-3 0 0-15,3-3 0 0,0 3 0 0,0-3 0 0,-3 1 0 16,0-1 0-16,-3 3 0 0,0 0 0 0,6-3 0 16,-6 3 0-16,3-2 0 0,-3 2 8 0,0-6-8 0,0 6 8 15,0 0-8-15,0-7 9 0,0 1-9 0,-3 1 12 16,0 0-12-16,0 2 10 0,0 0-10 0,-3-2 8 15,3 2-8-15,0 3 0 16,-3-5 0-16,0 5 8 0,6 0-8 0,-6-3 0 0,1 3 0 0,5 0 0 16,-6 3 0-16,3-3 0 0,3 0 0 0,-6 5 0 0,6-5 0 15,-6 3 0-15,3 2-11 0,0-2 11 0,0 5-8 16,3-8 8-16,-3 5 0 0,3 3 0 0,0-3-8 16,0 1 8-16,3-1 0 0,0 0 0 0,0 1 0 15,0-4 0-15,0 4 0 0,3-4 0 0,0-2-8 16,-3 6 8-16,2-6 0 0,1 0 0 0,0 0 0 15,-6 0 0-15,3 0 0 0,3-6 0 0,-6 6 0 16,6-2 0-16,-3 2 0 0,0-6 0 0,-3 6 0 16,3-5 0-16,-3 5 0 0,3-5 8 0,-3 2-8 15,0-2 8-15,0-1-8 0,-3 1 10 0,3 3-10 16,-3-4 8-16,0 1-8 0,0 2 0 0,-3 1 9 16,6 2-9-16,-3-3 0 0,-3 0 0 0,6 3 0 15,-3 0 0-15,-3-5 0 0,6 5 0 0,-5 5 0 16,5-5 0-16,-6 0 0 0,6 0 0 0,-6 6 0 15,6-6 0-15,-3 5 0 0,3-5-9 0,0 5 9 16,0-5 0-16,0 6-8 0,0-6 8 0,3 7 0 16,0-4-8-16,0 2 8 0,3-2 0 0,-6-3 0 0,2 3 0 0,4-1 0 15,0-2 0-15,0 0 0 16,-3-2 0-16,3 2 0 0,0-3 0 0,-3 0 0 0,3 1 0 0,0-1 0 0,-3 0 0 16,3-2 9-16,-3 3-9 0,0-6 0 0,0 5 0 15,0-2 8-15,-3-1-8 0,0 1 0 0,0 2 0 16,0-2 8-16,0 0-8 0,-3-3 0 0,0 3 0 0,0-1 8 15,0 1-8-15,0-3-12 0,0 3 2 0,-3-3 1 16,-3 3-99 0,3 2-20-16,-6 0-4 0</inkml:trace>
  <inkml:trace contextRef="#ctx0" brushRef="#br0" timeOffset="53012.947">13995 5035 1592 0,'0'0'67'0,"0"0"-54"16,-3-2 86-16,3 2 17 0,0 0 3 0,0 0 1 16,0 0-40-16,0 0-7 0,0 0-1 0,0 0-1 15,0 0-38-15,0 0-7 0,0 0-2 0,0 0 0 16,0 0-11-16,0 0-2 0,0 0-1 0,-3 2 0 15,3-2 3-15,0 0 1 0,0 0 0 0,0 0 0 16,0 0 21-16,0 0 4 0,0 0 1 0,0 0 0 16,0 0 12-16,0 0 2 0,0 0 1 0,0 0 0 15,0 0-10-15,0 0-1 0,0 0-1 0,0 0 0 16,-2-2-19-16,2-4-3 0,-3 4-1 0,3-4 0 16,0 4-9-16,0 2-3 0,0-3 0 0,0-5 0 15,0 8-8-15,0-2 0 0,0 2 0 0,0 0 0 16,0-6 0-16,0 6 0 0,3-2 0 0,-3 2 0 15,0 0-87-15,5-3-9 0,-2 0-3 0</inkml:trace>
  <inkml:trace contextRef="#ctx0" brushRef="#br0" timeOffset="53384.221">14507 4916 2206 0,'0'0'63'0,"0"0"13"0,0 0-61 0,0 0-15 0,0 0 0 0,0 0 0 16,0 0 68-16,0 0 10 0,0 0 2 0,0 0 1 16,0 0-65-16,0 0-16 0,0 8 0 0,-3-3 0 15,3 6 0-15,0-8 0 0,-3 5 0 0,3 0 0 16,-3-3 32-16,1 3 2 0,2 0 1 0,-3-3 0 15,0 0-5-15,3-5-1 0,0 8 0 0,0-8 0 16,0 0-29-16,0 0 0 0,0 0 0 0,0 0 0 16,0 0 57-16,0 0 6 0,0 0 1 0,0 0 0 15,0 0-52-15,0 0-12 0,0 0 0 0,0 0 0 16,0 0 0-16,3-5 0 0,2 2 0 0,-2-2 0 16,3 0 0-16,-3 2 0 0,3-5 0 0,0 0 0 15,0 3 0-15,0 0 0 0,0-3 0 0,0 5 0 16,0-5 0-16,3 0 0 0,0 3 0 0,-3 0 0 15,3 2-151-15,0-2-33 0,0-1-6 0</inkml:trace>
  <inkml:trace contextRef="#ctx0" brushRef="#br0" timeOffset="53721.66">15040 4895 2238 0,'0'0'47'0,"0"0"9"0,0 0-44 0,0 0-12 0,0 0 0 0,0 0 0 16,6 0 68-16,-6 0 12 0,3 0 3 0,-3 0 0 16,6 3-15-16,-6-3-4 0,6 2 0 0,-3 4 0 15,-3-6 0-15,6 5 0 0,-3-5 0 0,-3 0 0 16,6 5-51-16,-6-5-13 0,3 3 0 0,-3-3 0 15,6 3 0-15,-6-3 0 0,6 2 0 0,-6-2 0 16,0 0 54-16,0 0 8 0,3 3 2 0,-3-3 0 16,0 0-52-16,0 0-12 0,6 2 0 0,-6-2 0 15,3 0 0-15,-3 0 0 0,6-2 0 0,-6 2 0 16,6-3 0-16,-3 1 0 0,0-4 0 0,3 4 0 16,-3-1-48-16,-1 3-13 0,1-5-3 0</inkml:trace>
  <inkml:trace contextRef="#ctx0" brushRef="#br0" timeOffset="54813.878">14141 6488 1493 0,'0'0'63'0,"0"0"-51"15,0 0 97-15,0 0 19 0,0 0 4 0,0 0 1 16,0 0-41-16,0 0-8 0,0 0-1 0,0 0-1 16,-3 5-19-16,0 3-4 0,0 0-1 0,0 3 0 15,0-1-23-15,0 4-5 0,0-1-1 0,0 5 0 16,-2 1-14-16,-1 2-3 0,3 0-1 0,-3 3 0 16,0-3-11-16,0 3 0 0,0-3 0 0,-3 3 0 15,3-3 0-15,0 0 8 0,0-2-8 0,0-1 0 16,0 1 8-16,0-3-8 0,0-3 0 0,0 0 8 15,0-2-8-15,0-1 0 0,3-2 0 0,-3-2 0 16,3-1 9-16,3-5-9 0,0 0 10 0,0 0-10 16,0 0 26-16,0 0-1 0,-3-5 0 0,0-1 0 15,0-2-5-15,3-5 0 0,0 0-1 0,3-6 0 16,3 1-36-16,0-3-7 0,0 0-2 0,3-6 0 16,3 1 45-16,0-4 9 0,0-4 1 0,3 2 1 0,0 3-15 15,-3-3-3-15,3 3-1 0,-1 0 0 0,1 3 1 0,0-1 1 16,-3 4 0-16,3-1 0 0,-3 3-2 0,3 2-1 15,-3 1 0-15,0 2 0 0,2 0-10 0,-2 5 0 0,-3 1 0 16,0 2 0-16,3 2 0 16,-3 1 0-16,0 2 0 0,0 3 0 15,0 3 0-15,0 2 0 0,0 1 0 0,0 2 0 0,0 0 0 16,-3 2 0-16,2 3 0 0,-2 1 0 0,0-1 0 0,0 3 0 0,0 0 0 16,0-1 0-16,0 4 21 15,-3-1 3-15,0 1 0 0,0 2 0 0,0 0-39 0,0 3-7 0,-3 0-2 0,0 2 0 16,0-2 40-16,0 3 7 0,0-1 1 0,-3 1 1 15,0-4-25-15,0-1-11 0,0-4 1 0,0 1 0 16,0-1-14-16,-3-2-4 16,0 0 0-16,3-3 0 0,-3 0-28 15,0-5-5-15,3 3-2 0,-3-3 0 0,4-6-145 0,2-2-28 0</inkml:trace>
  <inkml:trace contextRef="#ctx0" brushRef="#br0" timeOffset="55065.065">14100 6607 2045 0,'0'0'58'0,"0"0"13"0,0 0-57 0,0 0-14 0,0 0 0 0,0 0 0 15,6 3 92-15,-3-1 15 0,3 1 3 0,-1-3 1 16,1 3-27-16,3-3-6 0,3 0-1 0,-3 0 0 31,3 0-10-31,3 0-3 0,0 0 0 0,3 0 0 0,-3-3-51 0,5 3-13 0,-2 0 0 0,3-3 0 16,0 3 0-16,0-2-18 0,3-1 4 0,-4 3 1 15,4-3-2-15,-3 3 0 0,-3-2 0 0</inkml:trace>
  <inkml:trace contextRef="#ctx0" brushRef="#br0" timeOffset="66794.633">17049 9957 1337 0,'-6'0'28'0,"1"0"6"15,-1 0-34-15,3 0 0 0,-3 0 0 0,6 0 0 16,-6-3 109-16,6 3 15 0,-3-2 4 0,-3-1 0 16,6-2-52-16,-3 2-9 0,3-2-3 0,3-1 0 0,-3-2 24 15,6 3 4-15,-3-3 0 0,3 0 1 0,3 0-46 0,0 0-10 0,-1 1-1 0,1-1-1 16,3 2 23-16,3-2 5 15,0 3 1-15,0 0 0 16,0-1-52-16,0 1-12 0,0 0 0 0,-4 2 0 0,4 1 0 16,-3 2 0-16,3-3 0 0,-3 3 0 0,-3 0 0 15,0 0 0-15,0 3 0 0,-3-1 0 0,0 1 0 0,-6-3 0 0,6 5 0 16,-3 0 0-16,-3 1 0 0,0 2 0 16,0 0 0-16,-3 0 0 0,-3 0 0 0,3 5 0 0,-3-3 0 15,-3 4 0-15,-3-1 0 0,3 3 0 0,-3-3 0 16,-3 3 0-1,0 0-48-15,1 0-13 0,-1-1-3 0,0-1 0 0,0 2 52 0,0-3 12 0,0 3 0 16,3-3 0 0,0 0-54-16,0 0-8 0,0 1-2 0,4-1 0 0,-1-3 49 0,3 1 15 15,0 0 0-15,3-4-10 0,3 1 10 0,0 0 0 0,0-2 0 0,3-1 8 16,0 0-8-16,3-2-13 0,0-3 3 0,3 2 1 16,2-2 9-16,1 0 0 0,3-2 8 0,0 2-8 15,3-3 8-15,0 1-8 0,0-1 10 0,3 0-10 16,-4 3 0-16,4-2 0 0,0-1 0 0,0 0 0 15,-3 3 0-15,0-2 0 0,-1-1 0 0,4 0 0 16,-6 1 0-16,0 2 0 0,0-3 0 0,0-2 0 16,0 2-96-16,0 1-26 0,-1-1-5 0</inkml:trace>
  <inkml:trace contextRef="#ctx0" brushRef="#br0" timeOffset="67455.493">17794 9862 1892 0,'0'0'40'0,"0"0"8"0,0 0-39 0,-3 5-9 0,3-5 0 0,-3 8 0 16,0 0 79-16,3 0 13 0,-3 0 4 0,3 2 0 16,-3 1-48-16,3 2-10 0,0 0-2 0,-3 3 0 15,3-3-23-15,0 6-5 0,0-3 0 0,-3 0-8 16,3 0 0-16,0 2 0 0,-3-2 0 0,3 2 0 15,-3-2 0-15,0 0 0 0,3-3 0 0,-3 1 0 16,0-1 0-16,0 0 0 0,0-2-12 0,0-1 12 16,0 1 0-16,0-3 0 0,0 0 0 0,-3-3 0 15,3 0-19-15,-3 1-4 0,6-6-1 0,0 0 0 16,-3 2 41-16,3-2 8 0,0 0 2 0,-6-5 0 16,3 2-43-16,0-2-9 0,3-3-2 0,0-2 0 15,0-1 55-15,3-2 12 0,0-3 1 0,0 0 1 16,3 0-18-16,0-5-3 0,3 0-1 0,-3-3 0 0,3-2 5 15,0-4 1-15,0 1 0 0,3 0 0 16,0 0 12-16,-1 0 2 0,4 0 1 0,0 2 0 0,0 4 18 16,0 1 3-16,0 4 1 0,0 2 0 0,0 0-63 0,0 6 0 15,-1-4 0-15,1 6-13 0,-3 3 13 16,0 2 16-16,0-2-3 0,-3 5-1 0,0 0-3 16,0 5-1-16,-3-2 0 0,0 2 0 0,0 3 0 0,0 3 0 15,0-3 0-15,0 5 0 0,-3 0-8 16,-1 3 0-16,1 3 9 0,0-1-9 0,-3 3 0 0,0 3 8 0,0 3-8 15,-3 2 0-15,3-3 0 0,-3 1 0 0,1 2-10 0,-4-3 10 16,0-2-22-16,0 0 2 16,0 0 1-16,0 0 0 0,0-6-36 15,-3 3-7-15,3-5-2 0,0 3 0 0,-3-4-51 0,3 1-10 16,0 0-3-16,0 0 0 0,3-3-71 0,-3 1-14 16</inkml:trace>
  <inkml:trace contextRef="#ctx0" brushRef="#br0" timeOffset="67740.069">17782 9999 1579 0,'-12'-2'32'0,"12"2"10"0,0 0-34 0,0 0-8 15,0 0 0-15,0 0 0 16,0 0 104-16,0 0 20 0,0 0 3 0,0 0 1 0,0 0 0 16,0 0 0-16,0 0 0 0,3 5 0 15,3-2-52-15,3 2-9 0,-3-3-3 0,3 4 0 0,2-1-51 0,4-2-13 0,3-1 0 0,0 1 0 16,0 0 47-16,0-3 6 0,3 0 2 0,-1 2 0 16,1-2-44-16,0 0-11 0,0-2 0 0,0 2 0 31,0-3-60-31,-1 0-15 0,1 1-2 0</inkml:trace>
  <inkml:trace contextRef="#ctx0" brushRef="#br0" timeOffset="89085.272">21773 1185 1735 0,'-12'-10'36'0,"6"5"9"0,3 5-36 0,1-8-9 0,-1 2 0 0,3 4 0 15,0-6 96-15,0 2 18 0,3 4 3 0,2-4 1 16,-2 4-17-16,3-3-3 0,3-3-1 0,-3 2 0 16,3 4-52-16,0-6-10 0,3 2-3 0,-3 1 0 15,3 3 6-15,0-4 1 0,0 4 0 0,0-4 0 16,2 4-22-16,1 2-4 0,0-6-1 0,3 4 0 15,-3 2-12-15,0 0 8 0,0 0-8 16,-3 2 0-16,0 4 0 0,-3 2 8 0,-4-6-8 0,1 4 0 16,-6 1 0-16,0 7 0 0,-3-6 0 0,0 5 0 15,-2-3-13-15,-4 6-9 0,-3-2-2 0,0 1 0 16,-3 4 24-16,0-3 0 0,0 0 0 0,0 0 0 16,0 2 0-16,0 1 0 0,4 2 0 0,-4 0 0 15,6-5 0-15,0 5 0 0,3-5 0 0,0 5 0 16,0-8 0-16,3 3 0 0,3 0 0 0,0-3 0 15,0-5 0-15,3 5-9 0,0-5 9 0,3 0 0 16,0 0-8-16,0 0 8 0,3-3 0 0,3-2 0 16,0 2 0-16,2-2-8 0,1-3 8 0,0 5 0 15,6-5 0-15,-3-5-12 0,6 2 12 0,0-2-10 16,-1 2-101-16,1-2-20 0,3-3-4 0</inkml:trace>
  <inkml:trace contextRef="#ctx0" brushRef="#br0" timeOffset="89537.498">22485 1095 1883 0,'-15'-15'39'0,"9"7"10"0,3 2-39 16,-3 4-10-16,3-4 0 0,0 1 0 0,3 5 96 0,0 0 16 0,0 0 4 0,0 0 1 16,0 0-48-16,-6 5-9 0,3 1-3 0,-3 4 0 15,3 4-36-15,0-1-7 0,0-3-2 0,0 11 0 16,-3-7-12-16,3 7 11 0,-3-5-11 0,0 5 10 15,3 3-10-15,-3-3 0 0,1 3 0 0,-1 0 0 16,0 2-12-16,3-5-2 0,0 3 0 0,-3-3 0 16,3-2-40-16,0-1-8 0,3-2-2 15,-3-3 0-15,0-2 52 0,0-3 12 0,3-3 0 0,0-5 0 16,0 0 0-16,0 0 0 0,0 0 0 0,0 0 0 16,-3-8 0-16,3-5 0 0,3 2 0 0,-3-7 0 15,6-3 48-15,-3 2 13 0,3-2 3 0,3-3 0 16,-3-2-64-16,5 2-18 0,-2 0-1 0,3-2 0 15,0 2 29-15,0-5 6 0,3 5 0 0,0-5 1 16,0 0 5-16,0 0 1 0,0-1 0 0,-1 1 0 16,1 0 1-16,-3 8 1 0,0 3 0 0,0-1 0 15,-3 3-5-15,0 8-2 0,-3 0 0 0,0 0 0 16,0 8 37-16,0 0 7 0,-3 3 2 0,0 5 0 16,3 5-52-16,-3 0-12 0,0 3 0 0,0 5 0 15,0 3 0-15,-1-3 0 0,1 3 0 0,0 3-10 16,0-1 10-16,-3 1 0 0,3-4 0 0,-3 7 0 15,3-7 0-15,-3 6-8 0,0-2 0 0,0 2 0 16,0 3-41-16,0-8-8 0,-3 5-2 0</inkml:trace>
  <inkml:trace contextRef="#ctx0" brushRef="#br0" timeOffset="89770.888">22434 1220 2378 0,'0'0'68'0,"0"0"13"0,0 0-65 16,0 0-16-16,0 0 0 0,0 0 0 0,0 0 66 0,0 0 10 0,6 0 1 0,0-5 1 16,3 5-40-16,0 0-8 0,3 0-2 0,3 0 0 15,0 0-17-15,-1 0-11 0,4 5 12 0,-3-5-12 16,3 0 0-16,3 0 0 0,0 0 0 0,0 0 0 15,-1 0-164-15,7 0-31 0,0 0-5 0</inkml:trace>
  <inkml:trace contextRef="#ctx0" brushRef="#br0" timeOffset="90029.283">23071 1315 1824 0,'6'-5'76'0,"0"5"-60"16,3-8 72-16,0 8 16 0,0-8 2 0,3 3 1 16,3 2-21-16,0-2-4 0,2 2-1 0,4-2 0 15,0 2-10-15,3-2-3 0,0 5 0 0,-1-6 0 16,1 4-54 0,-3 2-14-16,3-5 0 0,-3 2 0 0,-3 3 0 0,-1-5 0 0,1 2 0 0,0 3 0 15,0-5 0-15,0 5 0 0,-3-6 0 0,0 4 0 16,0 2 0-16,-4 0 0 0,1 0 0 0,-3 0 0 31,0-6-209-31,0 4-45 0</inkml:trace>
  <inkml:trace contextRef="#ctx0" brushRef="#br0" timeOffset="90315.44">23253 1148 1972 0,'-9'-16'41'0,"6"14"9"0,3-3-40 0,0-3-10 0,3 2 0 0,-3 4 0 16,3-4 124-16,0 4 24 0,3 2 4 0,-3-6 0 15,0 6-84-15,3-5-16 0,-3 5-4 0,-3 0-1 16,6 0-9-16,-6 0-2 0,2 5 0 0,4-5 0 16,-3 6-16-16,0 2-4 0,3 0-1 0,-3 0 0 15,0-1 12-15,0 7 2 0,0-4 1 0,0 4 0 16,-3 1-30-16,3 4 0 0,0-3 0 0,0 5 0 15,-3-5 0-15,3 5 0 0,0 3 0 0,-3-3 0 16,3 0 0-16,0 3 0 0,0-3 0 0,0 3 0 16,0-3-45-16,0-5-15 0,0 0-4 0,0 2 0 15,0-7-153-15,0 2-31 0</inkml:trace>
  <inkml:trace contextRef="#ctx0" brushRef="#br0" timeOffset="90791.455">23940 1183 2269 0,'3'-8'64'0,"-3"8"15"0,0 0-63 0,0 0-16 0,0 0 0 0,0 0 0 16,0 0 105-16,0 0 19 0,-6 2 3 0,3 6 1 16,-3-2-103-16,3 2-25 0,-3 5 0 0,3-5 0 15,-2 2 0-15,-1 4 0 0,3 1 0 0,-3-1 0 16,0 2 0-16,3 2 0 0,0-2 0 0,-3 0 0 15,3-3 0-15,0 3 0 0,0-3 0 0,0 3 0 16,0-5 0-16,0-1 0 0,0-2 0 0,0 0 0 16,0 0 0-16,3-8 0 0,0 0 0 0,0 0 0 15,0 0 0-15,0 0 0 0,0 0 0 0,0 0 0 16,-6-8 56-16,3 0 7 0,3 0 1 0,0-5 0 16,0-3-52-16,0-2-12 0,3-1 0 0,0-2 0 15,0 0 0-15,0 0 0 0,3 2 0 0,0-7 0 16,0 4 0-16,3-1 0 0,0-1 0 0,3-5 0 0,0 2 0 15,-1-2 0-15,4 3 0 0,3-3 0 16,-3-1 0-16,6 4 0 0,-3 2 0 0,0 0 0 16,-1 6 11-16,-2 7 2 0,0-2 1 0,3 5 0 15,-6 3-2-15,0 2 0 0,3 3 0 0,-3 0 0 0,-3 8-2 16,3 0-1-16,-4 5 0 0,1-2 0 16,0 7 0-16,-3 4 0 0,3-4 0 0,-3 9 0 0,0-4-9 0,0 1 0 15,0 3 9-15,0-4-9 0,0 7 0 0,-3-7 8 16,3 4-8-16,-3-3 0 15,-3-1-34-15,3 4-11 0,-3-3-3 0,0 5 0 0,0-5 39 16,0 2 9-16,0-2 0 0,-3 5 0 16,0-8-104-16,-3 0-20 0,3-5-3 0</inkml:trace>
  <inkml:trace contextRef="#ctx0" brushRef="#br0" timeOffset="91006.578">24021 1191 2090 0,'-6'-8'44'0,"0"2"8"0,3 4-41 0,0-3-11 0,3-3 0 0,3 8 0 16,0-6 86-16,0 4 15 0,6 2 3 0,0-6 1 16,0 6-38-16,5 0-8 0,-2 0-2 0,6 0 0 15,-3 6-24-15,3-6-5 0,0 0 0 0,3 0-1 16,-4 2-27-16,7-2 0 0,-3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23:02:05.3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21321 5276 1026 0,'0'0'21'0,"0"0"5"0,0 0-26 0,0 0 0 0,0 0 0 0,0 0 0 15,0 0 63-15,0 0 7 0,0 0 2 0,0 0 0 16,0 0-37-16,0 0-7 0,0 0-2 0,0 0 0 15,0 0-16-15,0 0-10 0,0 0 12 0,0 0-12 16,0 0-43 0,3-3-15-16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2:58:35.5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14281 6602 1792 0,'0'0'51'0,"0"0"10"0,0 0-49 0,3 8-12 0,-3-3 0 0,0 8 0 15,0 0 93-15,0 3 16 0,-3 5 3 0,0 3 1 31,0 0-78-31,0 0-16 0,0 0-3 0,-3 2-1 0,0-2 13 0,3 2 2 0,-3-2 1 0,1 0 0 32,-1 0-50-32,0 0-9 0,0-3-3 0,0 3 0 0,3-6 76 0,-3 1 15 15,0-1 4-15,3 1 0 0,0-6-52 0,-3-5-12 16,3 0 0-16,-3 0 0 0,6-8-12 0,0 0-4 16,0 0-2-16,-6-5 0 0,3-3 18 0,0-3 0 0,3-2 0 15,0-3 0-15,3-3 0 0,0 1 11 0,0-6-3 16,3 0-8-16,3 0 15 0,0-2-4 0,0 0-1 0,3-4 0 15,0-1 25-15,-1-4 5 0,4 1 0 0,0-1 1 16,3 1-14-16,0 0-3 0,0 2-1 0,0 0 0 16,0 8 3-16,-4 1 1 0,1 4 0 0,0 3 0 15,-3 6-2-15,0-1 0 0,-3 6 0 0,0-1 0 16,0 4-7-16,0 2-2 0,-3 5 0 0,3 3 0 16,-3 0-5-16,-1 3-2 0,-2 2 0 0,3 5 0 15,0 1-9-15,-3 2 8 0,0 5-8 0,3 1 8 16,-3-1-20-16,3 3-4 0,-3 1 0 0,0 1-1 15,0-2 17-15,0 1 0 0,0-1 0 0,0 0 0 16,-3 0 0-16,3-3 0 0,-3 1 0 0,0-1 0 16,-3 1-55-16,3-4-7 0,-3 1-2 0,0 0 0 15,0-3-80-15,0-5-17 0,0 0-3 0</inkml:trace>
  <inkml:trace contextRef="#ctx0" brushRef="#br0" timeOffset="212.362">14326 6821 1972 0,'-15'0'41'0,"15"0"9"0,0 0-40 0,0 0-10 0,0 0 0 0,0 0 0 16,0 0 73-16,0 0 13 0,6 3 2 0,0 0 1 16,3-3 31-16,3 2 7 0,0-2 1 0,3 0 0 15,-1-2-103-15,4 2-25 0,3-3 0 0,0 0 0 16,3 1 0-16,0-4 0 0,-1 4 0 0,7-6 0 31,3 0-46-31,3-3-14 0,5 1-4 0</inkml:trace>
  <inkml:trace contextRef="#ctx0" brushRef="#br0" timeOffset="977.962">19588 6784 1235 0,'0'0'52'0,"0"0"-42"15,0 6 114-15,0-1 22 0,0 0 5 0,0 3 1 16,0 3-52-16,0-3-11 0,-2 2-1 0,2 3-1 16,-3 3-37-16,0-2-7 0,0 1-2 0,0 4 0 15,0 0-9-15,-3 4-3 0,3 1 0 0,-3 0 0 16,0 2-15-16,3-2-3 0,-3 0-1 0,3 0 0 15,-3 0 14-15,3-6 4 0,-3 1 0 16,-1444-1 0-16,2894-2-42 0,-1447-3-8 0,-3-2-2 0,3 0 0 16,-3-4 39-16,3-1 7 0,3-6 2 0,0 0 0 15,0 0-24-15,0 0 0 0,0 0 0 0,-3-6 0 16,0-4 0-16,3-1 0 0,0-5 0 0,3 1 0 16,0-7 0-16,3 1 0 0,-3-5 0 0,3 2 0 15,3-3 0-15,3 1 0 0,-3-3 0 0,6 2 0 16,-3 1 56-16,6 0 6 0,-4-1 2 0,7 1 0 15,-3-1-52-15,3 1-12 0,0-1 0 0,0 3 0 0,-4 1 24 16,-2 1 1-16,3 4 1 0,-3 2 0 0,0 3-1 0,-3 2 0 0,-3 1 0 16,0 4 0-16,0 1-5 0,0 5 0 15,-3 3-1-15,2 2 0 0,-2 6-4 0,0-1-1 0,0 6 0 16,-3 3 0-16,0-1-5 0,0 1-1 0,0 2 0 0,0 3 0 31,-3-3-28-31,3 3-7 0,-3-3-1 0,0 3 0 0,0 2 28 0,-3-2 0 0,3 2 0 16,-3 1 0-16,0-1 16 0,3 1 9 15,-3-1 2-15,0 1 0 16,0-4-43-16,0-4-9 0,0 2-2 0,0-5 0 16,0 0-81-16,-3-3-16 0,4-2-3 0</inkml:trace>
  <inkml:trace contextRef="#ctx0" brushRef="#br0" timeOffset="1191.196">19657 6975 1956 0,'-24'-16'40'0,"18"11"11"0,3 2-41 0,0-2-10 0,3 5 0 0,0 0 0 16,0 0 76-16,0 0 14 0,6-6 2 0,0 6 1 15,6-2-23-15,0 2-5 0,0 0-1 0,6 0 0 16,-3 0 0-16,2 0 0 0,4 0 0 0,0 0 0 16,0-3 0-16,0 1 0 0,3-1 0 0,2-2 0 15,-2 2-72-15,3-2-16 0,3 2-2 0,0-2-1 16,-1-1-161-16,1 1-33 0</inkml:trace>
  <inkml:trace contextRef="#ctx0" brushRef="#br0" timeOffset="1941.781">16838 9833 1646 0,'0'0'47'0,"0"0"9"0,0 0-44 0,0 0-12 0,0 0 0 0,0 0 0 16,0 0 108-16,-3-6 19 0,6 1 4 0,0 0 1 15,3-3-39-15,3 2-7 0,0-2-2 0,3 1 0 16,3-1-20-16,0 0-4 0,-1 2 0 0,1-2-1 16,0 1-13-16,0 1-2 0,3-2-1 0,0 3 0 15,0-3-23-15,-3 5-4 0,2-2 0 0,-2 2-1 16,0 1-7-16,0-1-8 0,0 3 11 0,-6 3-11 16,0-1 9-16,-3 4-9 0,-3-1 0 0,0 0 9 15,-3 3-9-15,-3 0 10 0,-3 0-10 0,0 3 10 16,0-1-10-16,-3 4 0 0,-3 1 9 0,0 1-9 15,3 0 0-15,-3 5 0 0,0-2 0 0,0 2 0 16,1-2-44-16,2 2-8 0,0-5 0 0,3 2-1 16,0-2 53-16,0 0 10 0,3-3 2 0,0 3 1 15,0-5-13-15,3-1-13 0,3 1 2 0,0-3 1 16,3 0 2-16,0-3 0 0,0 0 0 0,3-2 0 16,3 2 8-16,-1-5 0 0,4 0 10 0,0 0-10 15,3-5-45-15,3 0-15 0,0-3-4 0,3 0 0 16,-4-3-159-16,7-2-32 0</inkml:trace>
  <inkml:trace contextRef="#ctx0" brushRef="#br0" timeOffset="2433.568">17570 9737 1698 0,'0'0'72'0,"0"0"-58"16,0 0 86-16,0 0 16 0,0 0 4 0,0 0 1 15,-3 6-65-15,0-4-12 0,3-2-4 0,-6 8 0 16,6-3 20-16,-3 1 3 0,3 2 1 0,-3-3 0 15,3 3-52-15,0 2-12 0,3 1 0 0,-3 2 0 16,0 1 54-16,0 1 8 0,3 4 2 0,-3-1 0 16,0 4-64-16,3-1-28 0,-3 0 3 0,0 0 0 15,3 0 25-15,-3 0 8 0,0-2 0 0,0 0 0 16,-3-1-8-16,3-2-15 0,-3 0 4 0,0 0 1 16,3-3 10-16,-3 0 0 0,1-2 0 0,-1-1 0 15,0-2 0-15,0-2 0 0,3-6 0 0,0 0 0 16,0 0 0-16,0 0 0 0,0 0 0 0,-3-6 8 15,0-2-8-15,0-2 0 16,3-4 0-16,0-1 0 0,0-1 0 0,3-3 12 0,0-2-4 0,0-5 0 16,3-1 9-16,-3-2 3 0,2-5 0 0,4-1 0 15,0 3 4-15,0 3 2 0,0 0 0 0,3 0 0 16,0 3 2-16,0 2 1 0,0 0 0 0,3 6 0 16,-3-1-5-16,0 3 0 0,-1 3-1 0,1 2 0 15,-3 3-5-15,0 3-1 0,0 0 0 0,0 2 0 16,-3 3-4-16,3 0-1 0,-3 3 0 0,3-1 0 15,-3 4 0-15,0 2 0 0,3 0 0 0,-3 2 0 16,0 1-4-16,2-1 0 0,-2 4-8 0,0 1 12 0,0-1-12 16,0 2 8-16,0-1-8 0,0 1 0 0,-3 5 0 15,3-2 8-15,-3 2-8 0,0 3 0 0,0 0 0 0,-3 0-8 16,3-1 8-16,0 1-13 16,-3-3-39-16,0 1-8 0,0-4-2 0,0 1 0 15,-3-3-2-15,3-1 0 0,-3-1 0 0,0-1 0 16,3-3-102-16,-3 1-21 0,0-3-4 0</inkml:trace>
  <inkml:trace contextRef="#ctx0" brushRef="#br0" timeOffset="2673.211">17573 9864 1976 0,'0'0'83'0,"0"0"-67"15,0 0 80-15,0 0 15 0,0 0 3 0,0 0 1 16,0 0-35-16,9-2-6 0,0 2-2 0,3-3 0 16,3 3-4-16,0-3-2 0,3 3 0 0,0-2 0 15,2-1-31-15,-2 0-7 0,0 1 0 0,3-4-1 16,0 1-27-16,0 0 0 0,-1 0 0 0,4-3 0 16,0 2 0-16,3 1 0 0,0 0 0 0,-1-1 0 15,4 1-193-15,-6-3-44 0</inkml:trace>
  <inkml:trace contextRef="#ctx0" brushRef="#br0" timeOffset="6593.15">20389 9565 1436 0,'0'0'60'16,"0"0"-48"-1,0 0 84-15,0 0 16 0,0 0 3 0,0 0 1 16,0 0-40-16,0 0-7 0,0 0-1 0,0 0-1 16,3 6-24-16,-3-1-5 0,3 0-1 0,-3-5 0 15,3 5-2-15,-3 1-1 0,3 2 0 0,-3-3 0 16,3 0-13-16,-3 3-2 0,0-3-1 0,3 3 0 16,-3 0-5-16,0 0-1 0,0 0 0 0,-3 0 0 15,3 0-3-15,-3 3-1 0,3-1 0 0,-3 1 0 16,0-1-8-16,0 1 0 0,0 2 9 0,0 1-9 15,0-4 0-15,0 3 9 0,0 1-9 0,-3-1 0 16,3 3 8-16,0-3-8 0,0 0 0 0,0 3 0 16,0-3 8-16,3 3-8 0,-3-3 0 0,1 1 0 15,2-1 0-15,0 3 0 0,-3-6 0 0,3 3 0 0,0-2 0 0,-3 0 0 0,3-3 0 0,0 2 0 16,0-2 0-16,-3 0 0 0,3-3 0 16,0 1 0-16,-3-1 0 0,3 0 0 0,0-5 8 0,-3 6-8 15,3-6 0-15,0 5 0 0,0-5 0 0,-6 5 0 16,3-2 16-16,0 2-4 0,3-5-1 0,-6 3 0 15,3 2 5-15,-3-2 0 16,6-3 1-16,-6 2 0 0,-3 1-5 0,3 0 0 0,0-1-1 0,-3 1 0 16,0-1-11-16,0 1 8 0,3 0-8 0,-3-1 8 15,0 1-8-15,3 0 0 0,-2 2 0 0,-1-2 8 16,0 2-8-16,3 0 0 0,-3-2 0 16,-3 2 0-16,0-2 0 0,0 2 8 0,0-2-8 0,-3 2 0 15,0 0 0-15,1 1 0 0,-4-4 8 0,-3 4-8 16,3-1 0-16,0 0 0 0,-3-2 0 0,0 5 0 15,4-3 0-15,-4 3 0 0,0-3 0 0,0 3 0 16,0 0 0-16,3 3 0 0,-2-3 0 0,-4 2 0 16,-3-2 0-16,-3 0 0 0,0 3 9 0,-5-1-9 15,-1 1 8-15,-3 2-8 0,1-2 10 0,-4 5-10 16,3-3 19-16,4 0-3 0,-1 0 0 0,-6 0 0 16,3 1-4-16,-8-4-2 0,2 4 0 0,-5-1 0 15,2-3 20-15,3 1 4 0,1 0 1 0,-4 2 0 0,-3-5-44 16,-2 2-9-16,-7 1-2 0,1-1 0 0,5-2 32 0,1 3 7 15,-1-3 1-15,-3 2 0 0,4-2-20 16,-4 0 0-16,-2 0 0 0,-4 0 0 0,10-2 0 0,-1 1-16 16,1-1 4-16,-4 2 0 0,3 0 12 0,1 0 0 0,-1-1 0 0,-5 4 0 15,8-3 0-15,1 0 0 0,2 0 0 0,-6 0 0 16,7 0 0-16,-4 2 0 0,3 1 0 0,-2-3 0 16,5 2 0-16,4-2 0 0,2 3 0 0,-3-3 0 15,3 3 0-15,-2-4 0 0,2 1 0 0,-3 0 0 16,7 0 0-16,2-2 16 15,0-1-3-15,3 0-1 0,4 0-21 0,-1 1-5 0,0-1-1 0,0 0 0 16,-2 1 24-16,2-1 5 0,-6 0 1 0,3 0 0 16,0 3-15-16,4-5 0 0,-1 2 0 0,0-2 0 15,3 2 0-15,0-2 0 0,4 2 0 0,-1 1 0 16,3-1 0-16,-3 0 0 0,3 0 0 0,-3-2 0 16,4 2 0-16,-7 1 0 0,3-1 0 0,-3 0 0 15,0 0 0-15,3 1 0 0,1-1 0 0,-1 0 0 16,0-2-12-16,0 2-6 0,3 1-1 0,0-1 0 15,3-2 31-15,1 2 5 0,-1-3 2 16,0 4 0-16,3-4-19 0,0 4 0 0,3-4 0 0,0 4 0 16,-3-4 0-16,3-2 0 0,0 6 0 0,0-4 0 15,1 1 0-15,-1 0 0 0,3-1 0 0,-3 3 0 16,0-2 0-16,3 0 0 0,-3-1 0 0,3 1 0 16,0 0-15-16,0-1-6 0,0 4-2 0,0-4 0 15,0 1 23-15,6-3 0 0,-6 3 0 0,3 2 0 16,-3-2 0-16,3 2 0 0,3-5 0 0,-3 5 0 15,-3 0 0-15,3 1 0 0,0-4 0 0,0 6 0 0,0-2 0 16,1-1 0-16,-1 3 0 0,0 0 0 16,0-3 8-16,0 3-8 0,3 0 0 0,-3 0 8 0,0 0-8 0,3 0 0 15,-3 2 0-15,0-2 0 0,0 0 0 0,3 0 0 0,-3 0 8 16,3 0-8-16,-3 0 0 0,3 0 0 0,0 0 0 0,-3 0 0 16,3 0 0-16,0 0 0 0,0-3 0 0,0 3 0 15,3 0 0-15,-3-3 0 0,0 3 0 0,0-3 0 16,0 1 0-16,3 2 0 0,-3-3 0 0,0 0 0 15,0 3 0-15,0-3 0 16,0 1 0-16,0-1 0 0,0 0 0 0,0 1 0 0,0-1 0 0,0 0 0 16,3 0 0-16,-3 1 0 0,0-1 0 0,3 0 0 15,-3 3 0-15,0-3 0 0,3 1 0 0,-3-1 0 16,0 3 12-16,3-3 3 0,-3 1 1 0,0-1 0 16,0 3-16-16,3-3 0 0,-3 0 0 0,0 3 0 15,0 0 0-15,0-2 0 0,0 2 0 0,0-1 0 16,0 1 0-16,0 3 0 0,0-3 0 0,0 2 0 15,0-2 0-15,0 0 0 0,0 3 0 0,0 0 0 16,-3-4 0-16,3 1 0 0,0 3 0 0,0-3 0 16,0 3 0-16,0-4 0 0,0 1 0 0,-3 0 0 15,3 0 0-15,0 0 0 0,0-3 0 0,0 3 0 16,0 0 0-16,0 0 0 0,0-2 0 0,0 2 0 16,-3-3 0-16,3 3 0 0,0-6 0 0,0 6 0 15,0-2 0-15,0-4 0 0,0 4 0 0,0 2 0 0,0-3 0 16,0-3 0-16,0 4 0 0,0-6 0 15,0 5 0-15,0-5 0 0,0 0 0 0,0 0 0 16,0 0-48-16,0 0-13 0,0 0-3 0</inkml:trace>
  <inkml:trace contextRef="#ctx0" brushRef="#br0" timeOffset="9210.655">12278 10489 1241 0,'0'0'25'0,"0"0"8"0,0 0-33 0,0 0 0 0,0 0 0 0,0 8 0 16,0-8 78-16,0 5 9 0,-3 0 1 0,3 1 1 15,0-6 31-15,0 5 7 0,0 3 1 0,3-3 0 16,-3 0-72-16,0 1-13 0,3-4-3 0,-3-2-1 16,0 8-11-16,0-2-3 0,0-6 0 0,3 5 0 15,-3-5-25-15,0 2 0 0,0-2 0 0,3 6 0 16,-3-6 0-16,0 0 0 0,0 0 0 0,0 5 0 15,0-5-47-15,0 0-14 0,0 0-3 0</inkml:trace>
  <inkml:trace contextRef="#ctx0" brushRef="#br0" timeOffset="11760.929">15005 9629 1454 0,'0'0'30'16,"0"0"8"-16,0 0-30 0,0-6-8 0,0 1 0 0,0 5 0 15,0 0 96-15,-3-5 19 0,3 5 3 0,0 0 1 16,-3-3-34-16,-3 3-6 0,6 0-2 0,-6-2 0 16,-3 2-38-16,3 2-8 0,-3-2-2 0,3 3 0 15,-3-3 7-15,0 5 0 0,0-2 1 0,-3-1 0 16,0 4-9-16,-3-4-1 0,1 4-1 0,-4-1 0 16,0 0-4-16,-3-2-1 0,0 2 0 0,-6 1 0 15,4-4-2-15,-4 3-1 0,-3 3 0 0,3-2 0 16,-3-1 6-16,7 0 2 0,-4 3 0 0,0-2 0 0,-6 1-26 15,4-1-17-15,-7 2 2 0,0 0 1 0,0 0 14 16,4-3 0-16,-7 3 0 0,6-3 0 0,0 6 13 0,4-3-1 0,2 0 0 16,0-1 0-16,0 1-12 0,1-2 0 0,-1-1 0 15,-3 0 0-15,3 3 0 0,-3-2-12 0,4-1 3 0,-1 3 0 16,0-3 9-16,0 3 0 16,6-3 0-16,-2 3 0 0,2-2 0 0,0-1 0 0,3 3 0 15,-3-3 0-15,3 0 0 0,-2 1 0 0,2 2 0 16,-6-3 0-16,3 3 0 0,-3 0 0 15,0-3 0-15,1 3 0 0,2 0 0 0,-3 0 0 0,3 0 0 0,0 0 0 16,3 0 8-16,1 0 0 0,2 0 0 0,-3-1 0 16,6 1-8-16,-3 0-16 0,3 0 4 0,3 0 0 15,-3 0 12-15,3 0 0 0,0 0 0 0,0 0 0 16,1 0 0-16,-1 0 0 0,3 0 0 0,-3 0 0 16,0 2 0-16,0-2 0 0,-3 0 0 0,3 0 0 15,-3 0 0-15,3 0 0 0,-3 0 9 0,0 0-9 16,3-3 12-16,-2 3-12 0,-1 0 12 0,0 0-12 15,3 0 17-15,-3 0-3 0,0 0-1 0,0 2 0 16,0-2 0-16,3 3 0 0,-3-1 0 0,3 1 0 16,-2 0-1-16,2-1 0 0,0 1 0 0,0-1 0 15,0 1 12-15,3 0 1 0,-3-1 1 0,3 3 0 16,0-2-26-16,0 0-14 0,0-1 2 0,0 1 0 16,3-1 12-16,-3-2 16 0,3 3-3 0,0-3-1 0,-3 0-12 15,3 0 0-15,0 2 0 0,3-2 0 0,-3 0 0 16,0 0 0-16,3-3 0 0,-3 3 0 15,3 3 0-15,-3-3 0 0,3 0 0 0,-3 0 0 0,3-3 0 16,-3 3 0-16,3 0 0 0,-2 0 0 16,-1-3 0-16,0 3 0 0,3 0 0 0,-3 0 0 0,3 0 0 0,-3 0 0 15,3 0 0-15,-3 2 0 0,0 1 0 0,3-3 0 16,-3 2 0-16,0 1 0 0,3 0 0 16,-3 2 0-16,3 0 0 0,-3 0 0 0,3-2 0 0,-3 2 8 0,0-2-8 15,3 2 0-15,-3 0 0 0,3-2 0 0,0-1 0 0,-3 3 0 16,3-2 0-16,0 2 0 0,-3-2 0 0,3-1 0 15,-3 1 0-15,3-3 0 16,0 3 0-16,-3-1 0 0,3 1 0 0,0-1 0 0,0 4 0 0,-3-4 0 16,3-2 0-16,0 3 0 0,0-1 0 0,-3 1 0 15,3-1 0-15,-3-2 0 0,3 3 0 0,-3 0 0 16,3-4 0-16,-3 4 8 0,3 0-8 0,-3-1 0 16,3 1 0-16,-3-1 0 0,0 1 0 0,0 0 0 15,0-1 0-15,0 3 0 0,0-2 0 0,0 2 0 16,0 0 0-16,0 1 0 0,0-1 0 0,0-3 0 15,0 4 0-15,0-4 0 0,0 3 0 0,0-2 0 16,0 0 0-16,0-3 0 0,0 2 0 0,1-2 0 16,-1 0 0-16,0 0 0 0,0 0 0 0,0 0 0 15,0 0 0-15,3 0 0 0,-3-3 0 0,0 3 0 16,0 0 0-16,3-3 0 0,-3 3 0 0,0-3 0 16,0 1 0-16,0-1 0 0,3 0 0 0,-3 1 0 15,0-1 0-15,0 0 0 0,3-2 0 0,-3 5 0 16,0-3 0-16,0 0 0 0,3 3 0 0,-3-2 0 0,0 2 0 15,0-3 0-15,0 5 0 0,0-2 0 0,0 0 0 0,3 0 0 16,-3 0 0-16,0 0 0 0,0 0 8 0,0 3-8 0,3-3 11 16,-3 2-11-16,0 1 12 0,3-1-12 0,0-2 12 15,-3 3-12-15,3-1 10 0,0-2-10 0,0 0 8 0,0 0-8 16,0 0 8-16,0 0-8 0,0 0 0 0,0 0 8 16,0-3-8-16,0 3 0 0,0-3 0 0,0 1 0 15,0 2 0-15,3-6 0 0,-3 4 0 0,0-1 8 16,0-5-8-16,0 5 0 0,0-5 0 15,3 6 0-15,-3-6 0 0,0 5 0 16,0-5 0-16,0 0 0 0,0 0 0 0,3 5 0 0,-3-5 0 0,0 0 0 16,0 0-13-16,0 0-8 0,0 0-2 0,0 0 0 15,3 3-79-15,3-6-16 16,0 0-3-16</inkml:trace>
  <inkml:trace contextRef="#ctx0" brushRef="#br0" timeOffset="13738.639">11894 7536 1226 0,'0'-5'25'0,"0"5"7"0,0 0-32 0,3-3 0 0,-3 3 0 0,0 0 0 16,0 0 84-16,0 0 9 0,0 0 3 0,0 0 0 15,0 0-12-15,0 0-3 0,0 0 0 0,0 0 0 16,0 0-13-16,0 0-4 0,0 0 0 0,0 0 0 15,0 0-8-15,0 0-3 0,0 0 0 16,0 0 0-16,-3 5-10 0,0 3-3 0,3 0 0 0,-3 3 0 16,0-3-10-16,0 2-2 0,0 1-1 0,0-1 0 15,-3 1-9-15,6-3-2 0,-3 2 0 0,0 1 0 16,3-3 16-16,0 0 4 0,0 2 0 0,0 1 0 16,0-3-36-16,0 0 0 0,0 3 0 0,0-1 0 15,0-2 0-15,0 3 0 0,-3-1 0 0,3 1 0 16,0 2 0-16,-3 3 0 0,3 0 0 0,-3 2 0 15,3 1 0-15,-3 2 0 0,0 3 0 0,0 0 0 16,0-1 0-16,0 1 0 0,0-3 0 0,0 1 0 16,0-1 0-16,0-3 0 0,1 1-15 0,-4-1 5 15,3 1 10-15,0-3 12 0,0 2-2 0,-3 1-1 16,0 5-9-16,3-1 0 0,-3 4 0 0,0 2 0 16,3 0 0-16,-3 0 0 0,0 0 0 0,3 3 0 15,-3-3 0-15,3-2 0 0,-3-1 0 0,3 0 0 16,-3-2 53-16,3 0 9 0,0 0 2 0,-3 2 0 15,3 1-52-15,0 2-12 0,-3 0 0 0,3 3 0 16,0-3 0-16,0 0 0 0,3-3 0 0,-3 4 0 16,3-4 0-16,-3 1 0 0,3-6 0 0,0 5 0 15,-3-5 0-15,3 0 0 0,-2 1 0 0,-1 1 0 16,0 1 11-16,3 0-1 0,0 3 0 0,0 2 0 0,-3-3-10 0,3 1 0 16,0-4 0-16,-3 1 8 0,3 0-8 0,0-3-17 15,0 0 4-15,0 1 1 0,0-4 21 0,0 1 5 0,0-4 1 16,0 4 0-16,-3-1-15 0,3 1 0 0,0 0 0 15,0 2 0-15,0 0 0 0,0 0 8 16,0 0-8-16,0 0 0 0,0 3 0 0,3-3 8 0,-3 1-8 0,0-1 0 16,3-3 0-16,-3 1 0 0,0-1 0 0,0-2 0 15,3 0 0-15,-3 0 8 0,0-3-8 0,0 3 0 16,0 0 0-16,0-3 0 0,0 0 0 0,0 3 0 16,0 0 0-16,0 3 0 0,0-4 8 0,-3 7-8 15,3-4 0-15,0 1 0 0,0 2 0 0,0 0 0 16,0-2 0-16,0 2 0 0,0-3 0 0,-3 1 0 15,3-1 0-15,0 1 0 0,0-3 0 0,0 0 0 16,-3-3 0-16,3 3 8 0,0 0-8 0,0-3 0 16,-3 3 0-16,3-3 9 0,0 0-9 0,-3 3 8 15,0 0-8-15,3 2 10 0,-3-2-10 0,0 3 10 16,3-1-10-16,-3 3 8 0,3-2-8 0,-3 2 8 16,3 0-8-16,-3-2 0 0,3-1 0 0,-3 1 8 15,3-3-8-15,-3 0 0 0,3-3 9 0,-3 3-9 16,3-6 0-16,0 4 0 0,-3-1 0 0,3 0 8 15,0-2-8-15,-3 2 0 0,3-3 0 0,0 1 0 0,-3 0 0 16,3 2 0-16,0 0 0 0,0-2 8 0,-3 2-8 16,3 3 0-16,-3-3 0 0,3 3 8 0,0 0-8 15,0 2 0-15,0-2 0 0,0 0 0 0,0 3 0 0,0-4 0 16,0 1 0-16,0 0 0 0,0 0 0 0,0-3 0 16,0 0 0-16,0 1 0 0,0-1 0 0,3-2 0 15,-3-1 0-15,0-2 0 0,0 3 0 0,3-1 0 0,-3-2 0 16,0 0 8-16,3 3-8 0,-3-3 0 15,0 0 0-15,3-1 0 0,-3 1 0 0,0 0 0 16,3 0 0-16,-3 3 8 0,3-3-8 0,-3 2 0 0,3-2 0 0,-3 6 0 16,0-6 0-16,3 5 0 0,0-3 0 15,-3 1 8-15,3-1-8 0,0 1 0 0,-3 0 0 0,3-1 0 16,-3 1 9-16,3-1 1 0,-3 1 0 0,3 0 0 16,-3-1-10-16,0-2-12 0,3 3 2 0,-3-3 1 15,0 0 9-15,3 2 0 0,-3-2 0 0,0 0 0 16,3 0 0-16,-3-3 9 0,0 3-9 0,0 0 0 15,3-3 10-15,-3 1-10 0,0-1 8 0,0 0-8 16,3 1 8-16,-3-1-8 0,0-5 8 0,0 5-8 16,3 3 0-16,-3-3 8 0,0 1-8 0,0-1 0 15,0-5 0-15,3 5 8 0,-3 3-8 0,0-8 0 16,2 6 0-16,-2-1 8 0,0-5-8 0,0 5 0 16,0-5 0-16,0 5 8 0,0-5-8 0,0 8 0 15,0-8 0-15,0 6 0 0,0-1 8 0,0-5-8 16,0 8 0-16,0-3 0 0,0-5 0 0,0 8 8 15,0-8-8-15,0 5 0 0,0 3 0 0,0-8 0 16,0 6 0-16,0 2 8 0,0-3-8 0,0 0 0 16,0-5 0-16,0 8 0 0,0-3 8 0,0 1-8 15,0-1 0-15,0 3 0 0,0-8 0 0,3 5 0 0,-3 3 0 16,0-3 0-16,0 1 8 0,0-1-8 16,0 3 0-16,0-3 0 0,3 0 0 0,-3 3 0 15,0-2 0-15,0-1 0 0,0 0 8 0,0 1-8 0,0-6 0 0,0 8 0 0,0-3 0 16,3 0 0-16,-3-5 0 0,0 5 0 0,0 1 0 15,0-1 0-15,0 0 0 0,0 1 0 0,3-1 0 16,-3 0 0-16,0 0 0 0,0-5 0 0,0 6 0 0,3-1 0 16,-3-5 0-16,0 5 0 0,0 1 0 0,3-1 0 15,-3-5 0-15,0 5 0 0,0 0 0 0,0 1 0 16,0-6 0-16,0 5 0 0,0 0 0 0,0-5 0 16,3 6 0-16,-3-4 0 0,0-2 0 0,0 6 0 15,0-1 0-15,0-5 0 0,0 5 0 0,3 0 0 16,-3-5 0-16,0 0 0 0,0 0 8 0,0 6-8 15,0-6 0-15,0 0 0 0,0 2 0 0,0-2 0 16,0 0 0-16,0 0 0 0,0 6 0 0,0-6-11 16,0 0-77-16,0 0-16 0,0 0-4 0</inkml:trace>
  <inkml:trace contextRef="#ctx0" brushRef="#br0" timeOffset="18116.125">13728 12254 1792 0,'0'0'51'0,"-3"-6"10"0,3 6-49 0,0-2-12 0,0 2 0 0,0-6 0 15,0 6 92-15,0 0 15 0,0 0 3 0,0 0 1 16,0 0-75-16,0 0-16 0,0 0-2 0,0 0-1 15,0 0 38-15,0 0 7 0,0 0 2 0,0 0 0 16,0 0-64-16,-3 6-10 0,3 2-3 0,-3 0-1 16,3-3 22-16,0 3 5 0,0 0 1 0,0-3 0 15,0 0-14-15,0 1-16 0,0-6 3 0,3 8 1 16,-3-8 12-16,0 0 10 0,0 0-2 0,0 0 0 16,0 0 48-16,0 0 10 0,0 0 2 0,0 0 0 15,0 0-55-15,0 0-13 0,0 0 0 0,0 0 0 16,0 0 0-16,3-3 0 0,0-2 0 0,3-1 0 15,-4 1 0-15,4 0 0 0,-3-1 0 0,3-2 0 16,0 3 0-16,-3-3 0 0,3 0 0 0,0 3 0 16,0 0-129-16,0-1-29 0,0 4-6 0</inkml:trace>
  <inkml:trace contextRef="#ctx0" brushRef="#br0" timeOffset="18597.911">14421 12275 1862 0,'-9'-3'39'0,"9"3"8"16,0 0-38-16,-6-3-9 0,6 3 0 0,-6-2 0 16,6 2 104-16,0 0 20 0,0 0 3 0,-3-3 1 15,3 3-56-15,-6-2-12 0,6 2-1 0,-6 0-1 16,6 0-35-16,0 0-7 0,-6 2-2 0,6-2 0 0,-3 5-14 15,0 1 8-15,1 2-8 0,-1-3 0 16,3 3 0-16,0-3 0 0,0 6 0 0,3-3 0 16,-1-3 0-16,-2 3 0 0,3-3 0 0,0 3 0 0,0-2 0 15,3-1 0-15,-3 0 0 0,0 0 0 0,-3-5 0 0,6 0 0 16,0 3 0-16,-3 0 0 0,0-3 0 0,-3 0 0 16,6-3 0-16,0 0 0 0,-3 1 0 0,3-1 0 15,0-2 0-15,0 0 0 0,0 2 0 0,0-5 0 0,0 3 0 16,0-3 0-16,0 0 0 0,0 2 0 15,0-1 0-15,0-1 0 16,-1 0-72-16,1 2-7 0,0-2-1 0</inkml:trace>
  <inkml:trace contextRef="#ctx0" brushRef="#br0" timeOffset="19091.901">15046 12217 1744 0,'0'0'36'0,"0"0"8"0,0 0-35 15,0 0-9-15,0 0 0 0,0 0 0 0,0 0 98 0,0 0 18 0,0 0 3 0,0 0 1 16,0 0-44-16,0 0-8 0,0 8-1 0,0-3-1 15,0 0-28-15,0 0-6 0,0 3 0 0,0-2-1 16,0 2-12-16,0-1-3 0,0-1 0 0,0 2 0 16,0-3 0-16,0 0-1 0,0-5 0 0,0 8 0 15,0-8 17-15,0 0 3 0,0 0 1 0,0 0 0 16,0 0-2-16,0 0 0 0,0 0 0 0,0 0 0 16,0 0-10-16,0 0-1 0,3-2-1 0,0-4 0 15,3 1-22-15,0 0 0 0,-3-1 0 0,3 1 0 16,0-3 0-16,0 0 0 0,0 3 0 0,3-3 8 15,-3 3-108-15,0-1-20 0,3-1-5 0</inkml:trace>
  <inkml:trace contextRef="#ctx0" brushRef="#br0" timeOffset="22843.648">13853 13775 1998 0,'0'0'84'0,"3"-5"-67"15,0 2 75-15,0-2 16 0,2 2 2 0,-2 1 1 16,3-4-10-16,0 4-1 0,3-4-1 0,-3 4 0 15,3-1-83-15,0 0-16 0,0 1 0 0,0-1-9 16,0 0 9-16,0 3 11 0,0-2-3 0,0 2 0 16,-3 0-8-16,0 2 0 0,2 1 0 0,-5 0 0 15,3-1 0-15,-3 1 0 0,0 2 9 0,-3 1-1 16,0 2-8-16,-3-3 8 0,3 3-8 0,-6 2 8 16,3 1-8-16,-5 0 0 0,2-1 0 0,-3 3 0 15,0 1 0-15,-3-1-16 0,3 0 4 0,-3 3 0 16,0-3-2-16,0 3-1 0,3 0 0 0,-3 0 0 0,3 0 15 15,0 0-9-15,1-3 9 0,2 0-8 0,-3 0-3 16,3 0 0-16,3-2 0 0,-3 0 0 0,6-3 11 0,0-1 0 16,0 1 0-16,0-2 0 0,3-1 0 15,0 0-8-15,0-2 8 0,3 0-12 0,3-3 38 0,0 0 7 0,-1 0 2 0,4-3 0 16,3 0-35-16,0 1-17 0,3-1 1 16,0-2 1-16,0-1 15 0,0-2 12 0,-1 3-3 0,4-3 0 15,-3 0-9-15,0 3 0 0,0-3 0 0,0 3 0 16,-3-6 9-16,-1 3-9 15,1 0 10-15,-3 0-10 16,0 0-169-16,-3-2-40 0</inkml:trace>
  <inkml:trace contextRef="#ctx0" brushRef="#br0" timeOffset="23398.156">14403 13722 2006 0,'0'0'84'0,"0"0"-67"16,0 0 86-16,0 0 17 0,0 0 3 0,0 0 1 15,0 0-40-15,0 0-7 0,0 0-1 0,3 5-1 16,0 1-35-16,0 2-8 0,-3 0 0 0,3 0-1 16,-3 2-19-16,3 3-4 0,-3 3-8 0,0 0 12 15,0 3-12-15,0-1 0 0,-3 1 8 0,3 2-8 16,-3 0 0-16,3 3-8 0,-3 0 8 0,0-1-13 15,0 1-9-15,0-3-2 0,0 1 0 0,-3-1 0 16,3-3 3-16,-3-2 0 0,0 0 0 0,1-3 0 16,2 1-1-16,-3-4 0 0,0 1 0 0,0-1 0 0,0-2 22 15,3-3-11-15,-3 1 11 0,6-6-8 0,0 0 8 0,0 0 0 16,0 0 0-16,0 0 8 0,-3-6 7 0,3-1 1 16,0-1 1-16,0-6 0 0,3-1 8 0,3-1 2 0,0-6 0 15,0 1 0-15,3-5 5 0,0-1 2 0,2-2 0 0,1-2 0 16,0 1 2-16,0 1 1 0,0 0 0 15,3 0 0-15,0 5 2 0,-3-2 0 16,3 5 0-16,-4-3 0 0,1 5-11 0,0 1-3 0,-3-1 0 0,0 3 0 16,0 3-9-16,0 3-3 0,0-1 0 15,-3 3 0-15,0 3-4 0,0-1-1 0,0 6 0 0,0 0 0 16,0 0-8-16,-3 6 0 0,3-4 9 0,0 6-9 16,-3 0 0-16,2 3 9 0,1-3-9 15,0 5 0-15,0-2 8 0,-3 2-8 0,3 0 0 0,0 0 0 16,0 3 0-16,-3-3 0 0,3 3 0 0,-3 0 0 15,0 3-9-15,0-1-3 0,0-2 0 16,0 5 0-16,-3 0-15 0,0 1-3 0,0 1-1 0,0 1 0 16,0-3-19-16,0 3-4 0,0-3-1 0,-3-2 0 15,3-1-14-15,-3-2-3 0,3 0-1 0,-3-3 0 16,0 1-37-16,3-4-7 0,-3-2-2 0</inkml:trace>
  <inkml:trace contextRef="#ctx0" brushRef="#br0" timeOffset="23667.367">14436 13910 1892 0,'-6'0'40'0,"-3"0"8"0,6 0-39 0,3 0-9 0,0 0 0 0,0 0 0 16,0 0 92-16,0 0 16 0,0 0 3 0,0 0 1 15,0 0-31-15,3-3-5 0,3 3-2 0,3-2 0 16,0-1-10-16,0 3-1 0,3 0-1 0,0 0 0 16,-3-3-19-16,2 3-4 0,1 0-1 0,0 0 0 15,3-2-21-15,-3 2-4 0,3-3-1 0,0 3 0 16,0-3-12-16,3 3 8 0,-1-2-8 0,1-1 0 16,3 3-95-1,-3-2-25-15,3-1-4 0</inkml:trace>
  <inkml:trace contextRef="#ctx0" brushRef="#br0" timeOffset="29591.555">21333 4313 1074 0,'0'0'22'0,"0"0"6"0,0 0-28 0,0 0 0 0,0 0 0 0,0 0 0 16,0 0 92-16,0 0 12 0,0 0 2 0,0 0 1 15,0 0-21-15,0 0-4 0,0 0-1 0,0 0 0 16,0 0-27-16,0 0-6 0,0 0 0 0,0 0-1 16,-3 5-12-16,0 1-3 0,3-1 0 0,-3 3 0 15,0-3-20-15,3 3-4 0,-3-3 0 0,0 3-8 16,3 0 8-16,-3 0-8 0,0 0 0 0,3 0 0 16,-3 0 0-16,3 0 0 0,3-3 0 0,-3 0 0 15,0 1 0-15,0-6 0 0,3 2 0 0,0 4 0 16,-3-6 11-16,6 0-11 0,0 2 10 0,0 1-10 15,-3-3 36-15,3 0 0 0,0-3 1 0,0 3 0 16,-3-2 11-16,0-1 3 0,3 0 0 0,-3 1 0 16,-1-4 1-16,-2 4 0 0,3-1 0 0,-3 3 0 15,0-8-8-15,0 0-2 0,0 6 0 0,0-4 0 16,0 6-11-16,-3-5-3 0,1 0 0 0,2 5 0 16,-3-3-11-16,3 3-2 0,-3-5-1 0,3 5 0 15,0 0-14-15,-6 0 8 0,0-3-8 0,3 3 0 16,3 0 0-16,-6 3 0 0,0 2 0 0,0 3 0 15,0-5 0-15,3 2 0 0,-3 0 0 0,3 3 0 16,0 0 0-16,0-3 0 0,3 3 0 0,-3-2 0 0,3-1-9 16,3 0 9-16,-3 3 0 0,0-8-9 0,6 3 9 0,-3 0-8 15,3 2 8-15,-3-3-8 0,3-2 8 0,0 0 0 0,0 0 0 16,0 0 0-16,0 0 0 0,0-2 0 0,0-1 0 0,-1 1 0 16,-2-1 0-16,0 0 0 0,0-2 0 0,0 2 11 15,0-5 2-15,-3 6 1 0,3-4 0 0,-3 1 0 16,3 0 2-16,-3 2 1 0,0-5 0 15,0 3 0-15,-3 0-2 0,3 5-1 0,0-6 0 16,-3 4 0-16,3 2-6 0,-6-3 0 0,6 3-8 0,0 0 12 16,-6 0-12-16,6 0 8 0,0 0-8 0,-5 0 0 15,-1 0 0-15,0 3 0 0,6-3 0 0,-6 5 0 16,3 0 0-16,-3 3 0 0,3 0 0 0,3-3-10 16,0 1 10-16,0-1 0 0,0 0 0 0,3 3 0 15,0-8 0-15,0 8-10 0,3-8 10 0,0 3 0 16,-3 0 0-16,3-3-8 0,-1 0 8 0,1 0 0 15,0 0 0-15,0-3 0 0,0 0 0 0,0 3 0 16,0-5 0-16,3 2 0 0,-3-5 0 0,0 6 0 16,0-6 11-16,-3 2-1 0,3 1 0 0,-3-3 0 15,-3 0 1-15,3 0 0 0,-3 3 0 0,-3-3 0 16,0-2-3-16,3 2 0 0,-3 0 0 0,-3 0 0 16,0 5-8-16,3-8 0 0,-3 4 0 0,0 1 8 15,0 1-28-15,0 0-7 0,0 2-1 0,0-2 0 16,6 5-88-16,-6 0-19 0,6 0-3 0,-6 5-1 15,0-5-116-15,1 3-23 0</inkml:trace>
  <inkml:trace contextRef="#ctx0" brushRef="#br0" timeOffset="31538.099">19978 4371 1963 0,'1447'0'40'0,"-1447"0"12"0,0 0-42 0,0 0-10 0,0 0 0 0,0 0 0 16,0 0 94-16,0 0 17 0,0 0 3 0,0 0 1 16,0 0-51-16,0 0-9 0,0 0-3 0,0 0 0 15,6 3-16-15,0 2-4 0,0-5-1 0,3 3 0 16,0 2-11-16,0-5-1 0,6 3-1 0,-3-1 0 16,5-2-5-16,4 3-1 0,0 0 0 0,3-1 0 15,0 1-3-15,-1 0-1 0,4-1 0 0,0 1 0 16,0 2-8-16,-3-5 0 0,5 0 9 0,-2 3-9 15,6-3 0-15,0 2 8 0,2-2-8 0,4 6 0 16,0-4 0-16,2 4 0 0,4-4 0 0,3 6 0 16,-4-5 0-16,4 2 0 0,3-5 0 0,2 3 0 15,-2 0 0-15,2 2 0 0,1 0 0 0,6 0 0 16,-4 3 0-16,4-5 0 0,2 2 0 0,1-2 0 16,-4 0 0-16,-2 2 0 0,-4-3 0 0,7 4 0 15,-4 4 0-15,1-7 0 0,2 5 0 0,-2-3 0 16,-6 1 0-16,-7 1 0 0,-2 1 0 0,3-5 8 15,-7 2-8-15,1 1 0 0,0-1 8 0,-1 0-8 16,-5 1 8-16,-3 1-8 0,-3-1 8 0,-1 2-8 0,-5 0 11 16,-3 0-3-16,0-1 0 0,-3-4 0 0,-3 5 2 0,-3-3 0 15,0 1 0-15,0 2 0 0,-3-6 1 0,-1 4 0 16,-2-1 0-16,0 0 0 0,0-2 1 0,0 2 0 0,-3-5 0 16,0 5 0-16,0 1-4 0,3-1 0 0,-3 0 0 15,0 1 0-15,0-1-8 0,0 0 8 0,0 0-8 0,0 1 8 16,0-1-8-16,-3 3 0 0,3 0 0 15,0 0 0-15,0 0 8 0,-3-3-8 0,3 0 0 16,0 3 8-16,0 3-8 0,-3-6 0 0,3 3 0 16,0 3 8-16,-3-3-8 0,3 0 0 0,0-1 0 0,-3 1 0 15,3 0 0-15,-2 3 0 16,2-3 0-16,-3 2 0 0,3 1 0 0,-3 0 0 0,3 2 0 0,-3 0 0 16,3 3 0-16,0 0 0 0,-3 0 0 15,3 5 0-15,0-3 0 0,0 6 0 0,0-5 0 0,3 5 0 16,-3-1 0-16,0-4 0 0,3 2 0 0,0-2 0 15,-3-1 0-15,3 1 0 0,-1-1 0 0,-2 1 0 16,3 2 0-16,-3-3 0 0,3 4 0 0,-3 1 0 16,3 4 0-16,-3-1 0 0,3 3 0 0,0 0 0 15,-3 1 0-15,3-1 0 0,0 0 0 0,0-3 0 16,0 1 0-16,0-3 0 0,0-1 0 0,-3 1 0 16,3 0 0-16,0 2 8 0,0 1-8 0,0 2 0 15,0 0 0-15,0 3 8 0,0 2-8 0,0 1 0 16,3-4 8-16,-3-2-8 0,0-2 0 0,0-1 8 15,0 1-8-15,0-6 10 0,3 3-10 0,-3 2 10 16,0 3-10-16,-3 1 0 0,3 1 0 0,-3 6 8 16,3-5-8-16,0 2 12 0,0-2-12 0,0 0 12 0,-3-6 0 15,3 1 0-15,0-3 0 0,-3 2 0 0,3 1-3 16,0-1 0-16,-3 6 0 0,0 0 0 0,3-1-9 16,-3 4 8-16,3-1-8 0,0 1 8 0,-3-4-8 15,2-2 10-15,1-5-10 0,0 5 10 0,0-8-10 16,0 3 12-16,0-3-12 0,0 3 12 0,0 3-12 15,0 2 0-15,3 0 0 0,-3 5 8 0,0-2-8 0,3-3 0 16,-3 3 0-16,0-3 8 0,0 0-8 0,3-5 0 0,0-3 0 16,-3 3 0-16,3-3 8 0,-3 3-8 0,3-3 8 0,-3 6-8 15,0-1 0-15,3 3 8 0,-3 3-8 0,0 2 0 16,3-5 0-16,-3 3 0 0,3-3 8 0,-3 0-8 16,0-5 0-16,3 0 0 0,-4 0 0 0,1 0 0 15,0-1 0-15,0 1 0 0,0 3 8 0,0 2-8 16,0 3 0-16,0-1 0 0,0 6 0 0,0-2 8 15,0-3-8-15,0-3 0 0,3 0 0 16,-6 0 0-16,3-5 8 0,0-1-8 0,0 1 8 0,0 3-8 16,0 2 9-16,-3 0-9 0,3 5 10 0,0 1-10 15,0-4 10-15,0 1-10 0,0 0 10 0,0 2-10 16,0-7 9-16,0-3-9 0,0-1 8 0,0 4-8 16,0-3 8-16,0 0-8 0,0 2 0 0,0 0 8 15,0 1-8-15,0 2 0 0,0 0 9 0,-3 0-9 16,3 0 0-16,0-2 9 0,0-1-9 0,0-2 0 15,0 0 9-15,0-3-9 0,0-2 0 0,-1 2 9 16,1-3-9-16,0 1 0 0,0-1 0 0,0 1 8 16,0 2-8-16,0 0 0 0,0 3 0 0,0 0 0 0,0 0 8 15,0-1-8-15,0 1 0 0,0 0 8 0,0 0-8 0,0-3 0 16,0-2 0-16,0 2 0 16,0-5 0-16,0 2 0 0,0-5 8 0,0 6-8 0,0-6 0 0,0 3 0 0,0 0 0 15,0 0 0-15,-3 0 0 0,3 2 0 0,0 1 0 0,0 2 0 16,0 0 0-16,0 3 0 0,-3 0 8 15,3 2-8 1,0-5 0-16,0 0 0 0,0-2 0 0,0 2 0 0,0-5 0 0,0 0 0 16,0 0 0-16,0-3 0 0,0 3 0 0,0-3 8 0,0 0-8 0,-1 1 0 15,1-4 0-15,0 6 0 16,0-3 8-16,0 3-8 0,-3 3 0 0,3-1 0 0,0 1 0 0,-3 5 8 16,3-3-8-16,0 0 0 0,0 3 0 0,-3-3 8 15,3 0-8-15,0-2 0 0,0-1 0 0,0-2 0 16,0 0 0-16,-3-3 0 0,3 3 8 0,0-3-8 15,0-2 0-15,0 2 0 0,0-5 0 0,0 5 0 16,-3-5 0-16,3 3 0 0,-3-1 8 0,3 1-8 16,-3 2 0-16,3 0 0 0,-3 0 0 0,0 3 0 15,3 0 0-15,-3 0 0 0,0 3 0 0,3-1 0 16,-3 1 0-16,0-1 0 0,3 1 0 0,-3 2 0 16,0-5 0-16,0 2 0 0,0-2 0 0,0-3 0 15,0 3 0-15,3-2 0 0,-3-1 8 0,0-3-8 16,0 1 0-16,3-1 0 0,-3-2 0 0,0 3 0 15,3 0 0-15,-3-1 0 0,0 1 8 0,3 2-8 16,-3-2 0-16,0 2 0 0,0 0 0 0,0 0 0 16,0 3 0-16,0 3 8 0,0-1-8 0,0 3 0 15,0 1 0-15,0-1 0 0,0 0 8 0,-3-3-8 16,3 1 0-16,0-1 0 0,-3 1 0 0,3-3 0 0,-3 2 0 16,3-4 0-16,0 1 8 0,-3-1-8 0,3-1 0 15,0-3 0-15,0 4 0 0,0-4 0 16,0 4 0-16,0-4 0 0,0 3 0 0,0 1 0 0,0 1 0 0,0-1 0 15,-3 2 0-15,3 2 0 16,0 1 0-16,0-1 8 0,0 1-8 0,0 2 0 0,3-5 0 0,-3 2 8 0,0 1-8 0,3-3 0 16,-3-1 0-16,0 1 0 0,3-2 0 0,-3-1 0 15,0 0 0-15,3-2 0 0,-3 2 0 0,0-3 0 16,0 1 0-16,0 0 0 0,0-3 8 0,0 2-8 16,0 1 0-16,3-1 0 0,-3-2 0 0,0 3 0 15,0 2 0-15,3 0 0 0,-3-2 8 0,0 2-8 16,0 3 0-16,0-3 0 0,0 3 0 15,0 0 8-15,0 0-8 0,0 0 0 16,0 0 0-16,0-1 8 0,0-1-8 0,0 2 0 0,0-3 0 0,0-3 0 16,0 4 0-16,0-4 0 0,0 1 8 0,0-3-8 15,0 0 16-15,0 0 0 0,0 0 1 0,0-1 0 16,0 1-17-16,0 0 0 0,0-2 0 0,0-1 0 16,0 0 0-16,0-5 0 0,0 6 0 0,0-6 0 15,0 7 0-15,0-7 0 0,0 6 0 0,0-6 0 16,0 5 0-16,0-5 0 0,0 0 0 0,0 5 0 15,0-5 0-15,0 0 0 0,0 6 0 0,0-6 0 16,0 0 0-16,0 8 0 0,0-8 0 0,0 0 0 16,0 0 0-16,0 5-11 0,0-5 2 0,0 0 0 15,0 0 9-15,0 0 12 0,0 0-2 0,0 0-1 16,0 0-9-16,0 0 0 0,0 0 0 0,0 0 0 16,0 0-103-16,0 0-22 0,0 0-5 0</inkml:trace>
  <inkml:trace contextRef="#ctx0" brushRef="#br0" timeOffset="32934.718">18633 4750 1474 0,'0'0'31'0,"0"0"6"0,0 0-29 0,0 0-8 0,0 0 0 0,-3 2 0 16,3-2 75-16,-6 6 13 0,0-1 4 0,0-3 0 15,3 4-23-15,0-4-4 0,-3 4-1 0,3-1 0 16,0 0-5-16,0 6-2 0,0-9 0 0,0 6 0 16,0-2-32-16,3-1-6 0,0 3-2 0,0 0 0 15,0-3-17-15,0 0-12 0,0 1 1 0,0-6 1 16,3 5 27-16,-3-5 6 0,3 5 1 0,-3-5 0 15,3 6-39-15,0-1-7 0,-3-5-2 0,6 0 0 16,-6 0 61-16,3 0 12 0,3 0 3 0,-6 0 0 16,6 0 19-16,-3-5 4 0,3 2 1 0,-3 0 0 15,-3 3-39-15,3-5-7 0,0 0-2 0,0 2 0 16,0-2 6-16,-3 5 1 0,0-5 0 0,0-3 0 16,0 2-3-16,0 1 0 0,-3 0 0 0,3-1 0 15,-3 1-10-15,0 0-2 0,0-3-1 0,0 5 0 16,0-2-5-16,0 0-1 0,3 5 0 0,-3-3 0 0,3 3-13 15,0 0 0-15,0 0 0 0,0 0 0 16,0 0 0-16,0 0 0 0,-6 0-12 0,6 0 12 0,-6 5 0 0,0 1-8 0,3 2 8 0,-3-1 0 16,6 1 0-16,-3 0 0 0,3 0-8 0,-3 3 8 15,3-6 0-15,3 0-10 0,-3 3 10 0,3-2-8 16,0-1 8-16,-3-5 0 0,3 3 0 0,0 2-8 16,3-2 8-16,0-3 0 0,0 2-9 0,0-2 9 15,0 0 11-15,0-2 6 0,0-1 2 0,0 3 0 16,0-5-19-16,0 2 0 0,-3-2 0 0,3 2 0 15,-3-2 0-15,3 2 0 0,-6 3 0 16,0-5 0-16,3 0 16 0,-3 2-1 0,0-5 0 0,-3 3 0 16,0-1-24-16,0 1-5 0,0 2-1 0,-3-2 0 15,0 0 39-15,3 0 8 0,-3 2 2 0,0-2 0 16,0 2-34-16,3 0 0 0,-3-2 0 0,0 2 0 16,6 3-30-16,-6 0-3 0,6 0-1 15,0 0 0-15,0 0-87 0,0 0-18 0,0 0-3 0</inkml:trace>
  <inkml:trace contextRef="#ctx0" brushRef="#br0" timeOffset="35995.676">18701 4789 2030 0,'-5'3'57'0,"-1"-3"14"16,-3 3-57-16,3-3-14 0,6 0 0 0,-6 5 0 16,6-5 54-16,0 0 8 0,-6 0 2 0,6 0 0 15,0 0 0-15,0 0 0 0,0 0 0 0,0 0 0 16,-3 5 0-16,3-5 0 0,0 0 0 0,-3 5 0 16,3-5-52-16,3 6-12 0,0-1 0 0,3-2 0 15,0 2 0-15,0-2 0 0,3 2 0 0,2-5 0 16,-2 3 0-16,6-1 0 0,-3-2 0 0,6 3 0 15,-3-1 0-15,3 1 0 0,0-3 0 0,0 3 0 16,-1-1 0-16,4-2 0 0,0 0 0 0,-3 3 0 16,3-3 0-16,-3 0 0 0,-1 0 0 0,1 0 0 15,3 0 8-15,0 0-8 0,0-3 0 0,3 3 0 16,-1-2 0-16,1 2 0 0,0 0 0 0,3 0 0 16,-3 0 0-16,-1 0 0 0,1 2 0 0,0-2 0 0,0 0 0 15,-3 3 8-15,3-3-8 0,-1 0 0 0,-2 3 0 0,3-3 0 16,3 0 0-16,0 0 0 15,2 2 0-15,4-2 0 0,0 3 0 0,3 0 0 16,-1-3 0-16,1 5 0 0,0-2 0 0,2-3 0 0,1 2 0 16,0-2 0-16,0 0 0 0,5 0 0 0,-2 0 0 0,0 6-8 15,2-4 8-15,4 1 0 0,-7-1 0 16,1-2 0-16,3 0 0 0,-4 3 0 16,4 0 0-16,0-1 0 0,-1 1 0 0,4 0 0 0,-9 2 0 0,2-2 0 0,-5-1 0 15,6 1 9-15,-4 0-9 0,1-3 10 0,0 2-10 0,3-2 10 16,-4 5-10-16,1-2 12 0,-3 5-12 0,2-5 12 15,-5-3-12-15,0 2 0 0,0-2 0 0,-1 3 0 16,1 0 0-16,3-3 0 0,-3 0 0 0,5 2 0 16,-5 1 8-16,0 0-8 0,-1-3 8 0,1 2-8 15,-3-2 0-15,0 3 0 0,-3-3 8 0,-1 0-8 16,1 0 0-16,3 0 0 0,0 0 0 0,-1 3-11 16,-2-3 11-16,3 2 0 0,0 6 0 0,-3-8 0 15,-1 5 0-15,-2 1 0 0,0-4 8 0,0 4-8 16,-3-1 0-16,2-2 0 0,-2-1 0 0,0 1-8 15,0 2 8-15,3-5 0 0,0 3 0 0,-1-3 0 16,4 2 0-16,-3 1 0 0,3 0 0 0,0-1 0 16,-4 1 0-16,1 0 0 0,3-1 8 0,-6 1-8 15,0 0 0-15,-1 2 0 0,1-5 0 0,0 5-8 16,-3-5 8-16,0 3 0 0,3 0 0 0,-3-3 0 16,-1 2 0-16,4 1 0 0,-3-1 0 0,3-2 0 15,-3 3 0-15,0 0 0 0,0-3 0 0,-1 2 0 16,1 1 8-16,0 2-8 0,-3-5 8 0,3 0-8 0,-3 3 0 15,0-3 0-15,-3 3 0 0,-1-1 0 16,1-2 0-16,0 3 0 0,0-3 0 0,-3 3 0 0,0-3 0 0,0 2 0 16,3 1 0-16,-6-1 0 0,3-2 0 0,-3 0 0 0,3 3 0 15,-3 0 0-15,-1-3 9 0,4 2-9 0,-3-2 12 0,0 3-12 16,0-3 11-16,0 5-11 0,0-5 10 0,-3 0-10 16,3 0 9-16,0 0-9 0,-3 0 8 0,3 3-8 15,-6-3 10-15,6 0-10 0,-3 0 12 0,-3 0-12 16,6 3 15-16,-6-3-4 0,6 2-1 0,-6-2 0 15,3 3-1-15,-3-3 0 0,6 3 0 0,-3-1 0 16,-3-2-1-16,6 3 0 0,-6-3 0 0,3 5 0 16,-3-5-8-16,3 3 12 0,-3-3-12 0,3 5 12 15,-3-5-2-15,3 5 0 0,-3-5 0 0,3 6 0 16,-3-6 0-16,0 0 0 0,3 5 0 0,-3-5 0 16,3 3-10-16,-3-3 12 0,0 5-12 0,0-5 12 15,3 5-4-15,-3-5-8 0,0 0 12 0,0 8-4 16,0-8 0-16,2 5 0 0,-2-5 0 0,0 6 0 15,0-6-8-15,0 5 12 0,0-5-12 0,0 5 12 16,0 1-12-16,0-6 10 0,0 5-10 0,-2 0 10 16,2-5-10-16,-3 8 10 0,3-5-10 0,-3 2 10 15,3-5-10-15,-3 5 0 0,3-5 0 0,-3 6 8 16,0 2-8-16,3-8 8 0,-3 2-8 0,0 4 8 16,0-1-8-16,0-3 0 0,0 4 0 0,0-1 0 15,3-5 0-15,-3 3 0 0,-3 5 8 0,3-6-8 16,0 4 0-16,-3-1 0 0,3 3 0 0,0-3 0 0,0 0 0 15,0 3 0-15,0-2 0 0,0-1 0 16,3 3 0-16,-3 0 0 0,0-3 0 0,0 3 0 0,3 3 0 16,-3-3 0-16,0 2 0 0,0 1 0 0,3-1 0 0,-3 1 0 15,0-3 0-15,3 2 0 0,-3 1 0 0,3 0 0 16,-3-1 0-16,3 3 0 0,-3-5 0 0,3 3 0 16,0-1 0-16,-3 1 0 0,3 0 0 0,0-1 0 0,-3-2 0 15,0 5 0-15,3-5 0 0,-3 3 0 0,3 0 0 0,-3-1 0 16,3 1 0-16,0-1 0 0,-3-2 0 0,3 3 0 15,0-1 0-15,-3 1 0 0,3 0 0 0,-2 2 0 16,-1 0 0-16,3-2 0 0,-3 4 0 0,3 1 0 16,-3 3 0-16,3-1 0 0,-3 1 0 0,3 2 0 15,-3 0 0-15,0 3 0 0,3-3 0 0,-3 0 0 16,0 1 0-16,3-1 0 0,0-3 0 0,-3 3 0 16,3-5 0-16,-3 3 8 0,3-3-8 0,-3 2 8 15,0 1-8-15,3-1 10 0,-3 1-10 0,0 2 10 16,0 0-2-16,0 3 0 0,0 2 0 0,3 1 0 15,-3-3-8-15,0 2 12 0,3 1-12 0,-3-1 12 16,0-2-12-16,0 0 10 0,3-1-10 0,-3 1 10 16,0 0-10-16,-3 0 8 0,3-3-8 0,0 8 8 15,-3 0 4-15,3 3 1 0,0 2 0 0,-3 3 0 16,3-2 3-16,0-1 1 0,-3-2 0 0,3 0 0 16,-3-6-8-16,4 3-1 0,-1-2-8 0,-3 2 12 15,3 3-12-15,-3 2 8 0,0 6-8 0,3-3 0 16,-3 0 8-16,0-3-8 0,0 3 0 0,0-5 9 0,0-3-9 15,0 0 10-15,3-2-10 0,-3 4 10 16,0 1-10-16,0 5 0 0,3 3 0 0,-3 2 8 0,0-5-8 0,0-2 0 16,3-4 0-16,-6 4 0 0,6-6 0 0,-3-3 0 15,1 1 8-15,-1 2-8 0,0 0 0 0,0 8 0 0,0 0 0 16,0 3 8-16,0-6-8 0,0 3 0 0,3-2 0 0,-3-4 0 16,0-1 0-16,3-1 0 0,-3-5 8 0,0 2-8 15,3 0 0-15,-3 6 0 0,0 0 0 0,3 5 0 16,-3-5 0-16,3 2 0 0,-3 1 0 0,3-1 0 15,0-5 0-15,0-2 0 0,0-4 0 16,0 1 0-16,0 0 0 0,1-3 0 0,-1 3 0 0,0 0 0 16,0 0 0-16,0 5 0 0,0 0 0 0,0 0 0 15,0 0 0-15,0 0 0 0,3-2 0 0,-3 2 0 16,0-6 0-16,0-1 0 0,3-1 0 0,-3 0 0 16,3-5 0-16,-3 0 0 0,3 2 0 0,-3-2 0 15,3 0 0-15,-3 3 0 0,3-1 0 0,-3 1 0 16,3 2 0-16,0 0 0 0,-3 0 0 0,3 0 0 15,0 3 0-15,-3-3 0 0,3 0 0 0,0 1 0 16,-3-1 0-16,3-5 0 0,0-1 0 0,-3 1 0 16,3 0 0-16,-3-3 0 0,3 3 0 0,-3-2 0 15,3-1 0-15,-3 0 0 0,3 0 0 0,-3 0 0 16,0 3 0-16,3-2 0 0,-3 1 0 0,3 4 0 16,-3 0 0-16,0-1 0 0,0 3 8 0,0 0-8 15,0 1 0-15,3-1 0 0,-3 0 0 0,0 0 0 16,0-2 0-16,3-1 0 0,-3 1 0 0,0-1 0 15,0-2 0-15,3 3 0 0,-3-4 0 0,0-1 0 16,0 2 0-16,0-1 0 0,1 1 0 0,-1 0 0 16,0 3 0-16,0-1 0 0,0 1 0 0,0 2 0 0,3 0 0 15,-3 0 0-15,0 3 0 0,0 0 0 0,3-3 0 16,-3-2 0-16,0 2 0 0,0 0 0 0,3-5 0 0,-3 2 0 0,0-2 0 16,0 0 0-16,3-3 0 0,-3 0 0 0,0 1 0 15,0-1 0-15,3 3 0 0,-3-3 0 0,0 0 0 0,0 3 0 16,3 0 0-16,-3 3 0 0,0-1 0 0,0 1 0 15,0-1 0-15,0 3 0 0,0 0 0 0,-3-2 0 16,3 2 0-16,0-2 0 0,0-3 0 0,0-1 0 16,0 1 0-16,0-2 0 0,0-1 0 0,-3 0 0 15,3 0 0-15,-3-2 0 0,0-1 0 0,4 1 0 16,-4 0 0-16,0 2 0 0,3-5 0 0,-3 5 0 16,0-2 0-16,-3-4 0 0,3 7 0 0,0-4 0 15,0 3 0-15,0 1 0 0,0-1 8 0,0 3-8 16,-3-3 0-16,3 3 0 0,0 0 0 0,-3 0 0 15,3-3 0-15,0 3 0 0,-3-3 0 16,4 0 0-16,-1 0 0 0,-3-2 0 0,3 0 8 0,-3-1-8 16,3-2 0-16,-3 3 0 0,3-3 0 0,0 2 0 15,-3-2 0-15,3 0 0 0,0-3 8 0,-3 3-8 16,0 0 0-16,3-2 0 0,-3 2 0 0,0-1 0 16,-2-1 0-16,2-1 8 0,-3 0-8 0,0-2 0 15,0 2 8-15,0 1-8 0,-3-1 0 0,0 0 8 16,0-2-8-16,-3 2 0 0,1-2 9 0,-4 2-9 15,3 0 12-15,-3 3-3 0,-3-2 0 0,3 2 0 0,1-1-9 16,-1 1 0-16,0 3 0 0,-3 0 0 0,0-3 0 0,0 2 0 0,-2 1 0 16,-4-3 8-16,0 2-8 0,-3 1 0 15,-2-1 0-15,-4 4 0 0,6-4 8 16,1 3-8-16,2-2 8 0,-3 2-8 0,3-2 0 0,0-3 0 0,1 2-12 0,-4 1 12 16,0-1 0-16,0-2 0 0,1 0 0 0,-4 0 0 15,6 0 8-15,0-2-8 0,1-1 0 0,-1 3 8 16,6-3-8-16,0 0-9 15,3 1 9-15,1-1-13 0,-1-2 13 0,0 2 0 0,0-2 0 16,-3-1 0-16,4 1 0 0,-1-1 0 16,-3 1 0-16,3 0 10 0,0-1-10 15,0 1 0-15,1-3 0 0,2 3 0 0,0-1 0 16,0-2 0-16,0 3 0 0,0-3 0 0,3 3 0 0,3-1 0 0,-2 1-8 16,-1-3 8-16,3 3 0 0,-3-1 0 0,3-2 0 15,-3 3 0-15,0-3 0 0,3 0 0 0,-3 3 0 0,1-3 0 16,-1 0 0-16,0 0 0 0,0 0 12 0,0 0-4 15,0 2-8-15,0-2 0 0,0 3 0 0,0-3-11 16,4 2 11-16,-4-2 0 0,3 3 0 0,0-3 0 16,0 0 0-16,3 3 0 0,-3-1 0 0,3-2 0 15,0 3 0-15,0-3 0 0,3 0 0 0,-3 3 0 16,3-1 0-16,1 1 0 0,-1-3 8 0,0 3-8 16,0-1 0-16,6-2 0 0,-6 0 0 0,0 3 0 15,6-3 0-15,-6 3 0 0,6-3-12 0,-6 2 4 16,0 1 8-16,6-3 0 0,-6 2 0 0,6-2 0 15,-6 6 0-15,6-6 9 0,-6 2-1 0,6-2-8 16,-3 6 0-16,-3-4 0 0,6-2-10 0,-6 6 10 16,6-6 0-16,-3 5 0 0,3-5 9 0,-3 5-1 15,3-5-8-15,-3 6-10 0,3-6 10 0,-3 5-13 16,0 0 13-16,3-5 0 0,-3 8 0 0,0-3 0 16,0 1 0-16,0-1 0 0,3 0 0 0,-3 3 0 0,3-3 0 0,-3-2 0 0,3 2 0 15,0 3 0 1,0-5 0-16,0 5 0 0,0-3 0 0,0 0 0 0,0 1 0 0,0-1 0 0,0 3 0 0,0-3 0 15,0 1 0-15,0-1 0 0,0 0 0 16,0 0 0-16,0 3 0 0,0-2 0 0,0 2 0 16,0-3 0-16,0 0 0 0,0 1 0 0,0 1 0 0,0-1 0 15,0-1 0-15,0 0 0 0,0 3 0 0,0-2 0 16,0 1 0-16,0-1 0 0,0-1 0 0,0 0 0 16,0 1 0-16,0-1 0 0,0 0 0 0,0 1 0 15,0 1 0-15,0-7 0 0,0 6 0 0,0-4 0 16,0 4 0-16,0 2 0 0,0-6 0 0,0 6 0 15,0-2 0-15,0-6 0 0,0 5 0 0,0 0 0 16,0 0-54 0,0 1-8-16,3-1-2 0,-3 0 0 0,3 1-102 0,0-4-21 0,0 4-4 15</inkml:trace>
  <inkml:trace contextRef="#ctx0" brushRef="#br0" timeOffset="36703.846">20993 12158 1824 0,'0'0'76'16,"0"0"-60"-16,0 0 125 0,0 0 26 0,0 0 5 0,0 0 0 15,0 0-71-15,0 0-14 0,0 0-3 0,0 0-1 16,0 0-16-16,0 0-3 16,0 0-1-16,0 0 0 15,0 0-50-15,0 0-13 0,0 0 0 0,0 0 0 0,0 0 0 0,0 0 0 0,-3 6 0 0,3-6 0 16,0 8 36-16,0-8 3 0,0 5 0 0,0-5 0 31,0 0-11-31,0 0-3 0,0 5 0 0,0-5 0 0,0 0-25 0,0 0 0 0,0 0 0 0,0 0 0 16,0 0 0-16,0 0 0 0,0 0 0 0,0 0 0 15,6 0 0-15,-6 0 0 0,3 3 0 0,-3-3 0 16,0 0 0-16,6-3 0 0,-3 1 0 0,3-1 0 16,-3 0 0-16,3 1 0 0,0-4 0 0,0 1 0 15,0 2-148-15,0 1-36 16,3-4-6-16,0 4-2 0,0-1-58 0,3 0-12 15</inkml:trace>
  <inkml:trace contextRef="#ctx0" brushRef="#br0" timeOffset="37099.937">21514 12164 1907 0,'0'0'40'0,"0"0"8"16,0 0-38-16,0 0-10 0,3-3 0 0,3-2 0 0,-3 2 127 0,-3 3 23 15,3-5 5-15,-3 5 1 0,0 0-63 0,3-3-12 0,-3 3-2 0,0 0-1 16,6-3-11-16,-6 3-3 0,0 0 0 0,0 0 0 16,0 0 0-16,0 0 0 0,6 0 0 0,-6 0 0 15,0 0-64-15,6 3 0 0,-6-3-11 0,3 3 1 16,-3-3 10-16,0 0 0 15,3 5 8-15,-3-5-8 16,3 5 0-16,-3-5 8 0,3 6-8 0,0-1 0 16,-3-5 0-16,0 0 0 0,3 5 0 0,-3-5 0 0,0 0 0 0,3 6 0 15,-3-6 0-15,0 0 0 0,3 2 0 0,-3-2 0 0,0 0 0 0,0 0 0 16,0 0 0-16,6 0 8 0,-6 0-8 0,0 0 0 16,3 0 0-16,-3 0 8 0,6 0-8 0,-6 0 0 15,3-2 0-15,-3 2 9 0,3-3-9 0,-3 3 0 16,0 0 0-16,3-3 0 0,0 1 0 0,-3 2 0 15,3-6-61-15,0 4-13 0,3-4-2 0</inkml:trace>
  <inkml:trace contextRef="#ctx0" brushRef="#br0" timeOffset="37581.662">22226 12177 2048 0,'0'0'43'0,"0"0"9"0,0 0-42 15,0 0-10-15,0 0 0 0,0 0 0 0,0 0 107 0,0 0 19 0,3 3 4 0,-3-3 1 16,0 0-52-16,3 2-11 0,-3-2-1 0,0 0-1 15,0 0-2-15,0 0 0 0,6 3 0 0,-6-3 0 16,0 0 0-16,0 0 0 0,0 0 0 0,0 0 0 16,0 0 0-16,0 0 0 0,0 0 0 0,0 0 0 15,0 0-51-15,0 0-13 0,0 0 0 0,0 0 0 16,0 0 54-16,0 0 8 0,0 0 2 0,0 0 0 16,0 0-52-16,0 0-12 0,0 0 0 0,0 0 0 15,0 0-48-15,0 0-13 0,0 0-3 0,0 0 0 16,0 0-51-16,-6-5-10 0</inkml:trace>
  <inkml:trace contextRef="#ctx0" brushRef="#br0" timeOffset="39469.696">21291 13772 2010 0,'0'0'93'0,"0"0"-83"0,0 0-10 0,0 0 0 0,0 0 0 16,0 0 116-16,0 0 22 0,0 0 4 0,0 0 1 15,0 0-63-15,0 0-13 0,0 0-3 0,0 0 0 16,0 0 0-16,0 0 0 0,0 0 0 0,-6 3 0 15,0 2-64-15,0 3 0 0,3 0-8 0,-3 3-1 16,0 2 9-16,0 3 0 0,0 0 0 0,-2 2 0 16,2 3 0-16,-3 1 0 0,0 1 0 0,0 4 0 15,0-3 0-15,0 0 0 0,0-1 0 0,0-1 0 16,3-1 0-16,0-3 12 0,-3-2-2 0,3 0-1 0,0-3-17 16,3-2-4-16,-3-1-1 0,3-2 0 15,-3-2 13-15,4-1 0 0,2-5 0 0,0 0 0 16,0 0 0-16,0 0 0 0,0 0-11 0,0 0 11 15,-3-5 0-15,3-6 20 0,0 0-2 0,0-2-1 16,3-5-17-16,2-1 0 0,-2-2 0 0,6-3 0 16,-3-2-17-16,6-1-7 0,-3-2-2 0,6 0 0 0,-3 0 26 0,3 5 0 15,0-2 9-15,3-1-9 0,-1 3 16 0,1-2-4 0,0 2-1 16,3 0 0-16,-3 1 3 0,0 1 1 0,-3-1 0 16,-1 4 0-16,1 0-5 0,-3 4-1 0,0-1 0 15,0 2 0-15,-3 7 2 0,0-4 0 0,0 6 0 0,0-1 0 16,0 6-11-16,-3 0 10 0,0 0-10 0,0 6 10 15,0 2-10-15,-1 0 8 0,1 5-8 16,0-3 8-16,0 6-8 0,-3 3 8 0,3-3-8 16,0 5 8-16,-3-5-8 0,0 2 8 0,3 1-8 15,-6-1 8-15,3 1-8 0,-3 2 0 0,0 0 0 0,0 0 8 16,0 3-8-16,-3 0 0 0,0 0 0 0,0 2 0 16,0-2 0-16,0 5 0 0,-3-2-12 0,3-1 12 15,0-5-39-15,-3 0 0 0,3 1 0 16,0-4 0-16,-3-2-15 0,3 0-3 15,1-3-1-15,-4 0 0 0,3-2-112 0,0-1-22 0,-3-2-5 0</inkml:trace>
  <inkml:trace contextRef="#ctx0" brushRef="#br0" timeOffset="39749.587">21235 13878 1653 0,'-9'-2'69'15,"9"2"-55"-15,0 0 98 0,0 0 19 0,-6 0 4 0,6 0 1 16,0 0-50-16,0 0-10 0,0 0-1 0,0 0-1 16,0 0-17-16,9-3-3 0,0 3-1 0,-1 0 0 15,4 3-1-15,3-3-1 0,0 2 0 0,3-2 0 16,-3 3 0-16,6-3 0 0,-3 0 0 0,2 0 0 15,1 0-41-15,0 0-10 0,3-3 0 0,0 3 0 16,0-2 0-16,-1-1 0 0,4 0 0 0,-3 1 0 31,0-1-196-31,0-2-40 0</inkml:trace>
  <inkml:trace contextRef="#ctx0" brushRef="#br0" timeOffset="52162.24">18913 12029 1578 0,'0'0'44'0,"0"0"12"16,-6-3-45-16,6 3-11 0,-6-3 0 0,3 1 0 16,3 2 78-16,-6-3 14 0,0 0 2 0,3 1 1 15,-3-1-4-15,0 3-1 0,0-2 0 0,3-1 0 16,-3 0-72-16,0 3-18 0,3-2 0 0,-3-1 0 16,0 3 54-16,-3 0 7 0,4 0 2 0,-4 0 0 15,0 3-30-15,0-1-5 0,0-2-2 0,-3 6 0 16,3-4-8-16,0 3-2 0,-3 1 0 0,3 2 0 15,-3-3 6-15,3 3 1 0,-3 0 0 0,4 2 0 16,-4-2-23-16,3 3 0 0,0-3 0 0,0 3 0 0,3-1 0 16,-3 1 0-16,3-1 0 0,3-2 0 0,-3 5 0 15,3-2 0-15,0 0 0 0,0 2 0 16,3-3-21-16,-3 4-9 0,3-4-2 0,0 1 0 16,0-1 0-16,0 4 0 0,0-4 0 0,3 3 0 0,0 1 32 0,0-4 0 15,3 3 0-15,-3-2 0 0,6 0 0 0,-3-3 0 16,3 2 0-16,3-2 0 0,-3 0 0 15,6-3 0-15,-4 1 0 0,4-4 0 0,0 1 0 16,3-3 0-16,0 0 0 0,0-3 0 0,3-2 0 0,-1 2 0 0,-2-5 0 0,3 3 0 16,0 0 0-16,-3-3 0 0,3-3 0 0,-3 3 0 15,-4-2 0-15,1-1 15 0,0-2-2 0,0 2 0 16,0 1-13-16,-3-1-18 0,0 1 4 0,0-1 1 16,-3 0 61-16,0 1 13 0,-3-1 3 0,-1-2 0 15,1 2 0-15,-3-2 0 0,0 0 0 0,0 2 0 16,-3-2-52-16,-3 0-12 0,3-3 0 0,-6 3 0 15,3 0 27-15,-5-3 2 0,2 0 1 0,-6 3 0 16,3-3-17-16,-3 5-3 0,3-2-1 0,-6 2 0 16,3 3 13-16,-3 0 2 0,0 3 1 0,-3 0 0 15,1 2-40-15,-7 1-8 0,0 2-1 0,-3 2-1 16,3 1-65-16,-5 2-13 0,2 0-2 16</inkml:trace>
  <inkml:trace contextRef="#ctx0" brushRef="#br0" timeOffset="70100.777">17436 16934 456 0,'-3'0'9'0,"-3"-5"3"16,4 2-12-16,-1-2 0 0,0 0 0 0,0-3 0 0,0 3 0 0,0-1 0 0,3-2 0 0,-3 3 0 16,0 0 0-16,3 5 0 0,-3-5 0 0,3 5 0 15,0 0 22-15,0 0 2 0,-3-3 1 0,3 3 0 16,0 0-7-16,0 0-2 0,0 0 0 0,0 0 0 16,0 0-16-16,0 0 0 0,0 0 0 0,0 0 0 15,0 0 0-15,0 0 0 16,0 0 0-16,0 0 0 15,0 0 0-15,-3 5 0 0,3-5 0 0,0 8 0 0,0-8 44 0,-3 5 4 16,3 1 2-16,0-6 0 0,-3 5 38 0,0 0 8 0,3-5 2 0,-3 8 0 16,3-8-8-16,-3 6-2 0,3-6 0 0,-6 5 0 15,6-5-4-15,0 0 0 0,0 0-1 0,0 0 0 16,0 0-15-16,0 0-4 0,0 0 0 0,0 0 0 16,0 0 0-16,0 0 0 0,0 0 0 0,0 0 0 15,0 0-12-15,3-3-2 0,0-2-1 0,3 0 0 16,0-3-27-16,3-3-6 0,3 0 0 0,0-2-1 15,2 0 0-15,1 0 0 0,3-3 0 0,0 3 0 16,0-1-15-16,3 4 0 0,-3-1 8 0,2 3-8 16,-2 3 0-16,0 0 9 0,0 2-9 0,0 3 8 15,-6 3 28-15,3 2 6 0,-3 3 1 0,-4 3 0 16,1-1-35-16,-3 6-8 0,0 0 0 0,-3 5 0 16,-3-2-57-16,0-1-14 0,0 1-2 0,-3-1-1 15,-3 1 16-15,0-1 3 0,0-2 1 0,-3 0 0 16,1-3 38-16,-1 3 7 0,-3-3 9 0,3 1-13 15,0-4 13-15,0 3 0 0,3-2-10 0,0 0 10 16,3-4 0-16,0-4 0 0,3-3 0 0,0 0 0 16,0 0 0-16,0 0 0 0,6 0 0 0,0-3 0 0,0-2 15 15,3 0-3-15,0 0 0 0,0-1 0 0,3-2-12 16,0 0 0-16,-1 3-9 0,1-3 9 0,-3 3 29 0,0 0 12 16,0 2 3-16,0 0 0 0,-3-2-20 0,0 5-4 15,0-3-1-15,-6 3 0 0,0 0-19 0,0 0 0 0,0 0 0 0,3 3 0 16,-3-3 47-16,0 5 2 0,0 3 1 15,0 0 0-15,-3 0-30 0,-3 5-7 0,-3 1-1 0,0 4 0 16,-3 1-12-16,-3 2 11 0,0 5-11 16,-2 1 10-16,-1-1-10 0,0 3 0 15,-6-2 9-15,0 2-9 0,3-5 0 0,1-3 0 0,-4 0 0 16,0-2 8-16,6-4-8 0,-3 1-10 0,6-3 10 0,-2-2-13 16,2 0 13-16,0-1 0 0,3 1 0 0,0-3 0 15,3-3 0-15,0 0 0 0,0-2 0 0,9-3 0 16,-6 0-92-16,3-5-15 0,-3-1-3 15</inkml:trace>
  <inkml:trace contextRef="#ctx0" brushRef="#br0" timeOffset="70825.182">18061 16659 2142 0,'-8'5'44'0,"-1"3"12"0,3-2-45 0,0 2-11 0,0 2 0 0,0 1 0 16,-3 2 47-16,3 3 7 0,0 0 2 0,-3 5 0 15,3 0-34-15,-3 6-6 0,3 2-2 0,-3 0 0 16,3 0-14-16,-3-5 0 0,3 2 0 0,-2-2 0 15,2 2-15-15,0-2-5 0,0 5-2 0,0 1 0 16,0-1-15-16,0 0-3 0,0 5-1 0,0-5 0 16,3 0 1-1,-3-5 0-15,0 0 0 0,3-6 0 0,-3 1-9 0,3-6-2 16,0 0 0-16,0-2 0 0,0-6 41 0,0 1 10 0,3-1 0 0,0-5 0 16,0 0 0-16,0 0 0 0,0-11 0 0,0-2 0 15,0-5 0-15,0-9 0 0,0-2 0 0,3-3 0 16,0 1 0-16,-3-7 0 0,6 4 0 0,0-6 0 15,0 3 49-15,3-2 12 0,0-1 3 0,0-2 0 16,3-1-3-16,3-2 0 0,-1 0 0 0,4 0 0 16,-3 8 0-16,0 6 0 0,3 1 0 0,0 4 0 0,0 5-21 15,-3 0-4-15,-1-1 0 0,1 4-1 0,-3 2-19 16,-3 3-3-16,0 2-1 0,0 3 0 0,0 0 9 16,-3 6 2-16,-3 2 0 0,3 0 0 0,0 2-14 0,-3 6-9 15,3-2 12-15,-3 4-12 0,0 1 19 0,3 2-3 16,0 0-1-16,-3 3 0 0,0 3-15 0,0-3 0 15,-1 2 8-15,1 3-8 0,0 3 0 0,-3 2 0 16,3 6 0-16,0 0 0 0,-3 0-12 0,3 2 4 0,0 1 8 16,0-4-13-1,0-2-20-15,-3-2-4 0,3-3-1 0,0 2 0 16,-3-2-16-16,3 2-3 0,-3 4-1 0,0-1 0 16,0 0 10-16,0-3 1 0,0 3 1 0,0-2 0 15,0-3-14-15,0-3-2 0,0-3-1 0,-3 1 0 16,3-6-52-16,0-2-10 0,-3-1-3 0</inkml:trace>
  <inkml:trace contextRef="#ctx0" brushRef="#br0" timeOffset="71098.195">17922 16932 1630 0,'-6'5'68'0,"3"0"-54"0,0 1 80 16,3-6 16-16,0 0 3 0,0 5 1 0,0-5-39 0,3 8-8 0,3-3-2 15,3 0 0-15,-3-2-12 0,5 2-2 0,1-2-1 0,0 0 0 16,3-1-29-16,0-2-5 0,0 0-2 0,3 0 0 31,-3 0 19-31,2 0 4 0,-2-2 1 0,3-1 0 0,-3 0-28 16,3-2-10-16,-3 2 0 0,3-5 9 15,3 3-68-15,-1-5-13 0,1-1-4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9-30T16:59:18.85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55 36 6688 0 0,'0'0'197'0'0,"-2"-1"-16"0"0,-17-14-67 0 0,2-1 2818 0 0,2 12 428 0 0,14 4-3264 0 0,2 16 192 0 0,11 48-128 0 0,2 10-96 0 0,8 56-64 0 0,6-1-187 0 0,7-1-448 0 0,-14-26 257 0 0,-3-47 130 0 0,8 146-326 0 0,-20-128 500 0 0,6-9 10 0 0,-8-20 49 0 0,-8 32-981 0 0,-5-34 919 0 0,-3-5 77 0 0,3-10 0 0 0,4 0 0 0 0,4-18 0 0 0,-3 11 53 0 0,4 20 910 0 0,5-82-803 0 0,-1 3-96 0 0,4-45 0 0 0,-2-83-30 0 0,-7 106-15 0 0,-3-186 184 0 0,-1 132-57 0 0,1 52-18 0 0,0 0-10 0 0,0-20-54 0 0,7 8-64 0 0,6-35 0 0 0,-5 43 0 0 0,1-27 64 0 0,-1 82 0 0 0,-3 7 1 0 0,-1-1 10 0 0,0 5 11 0 0,0-4-6 0 0,0-1-26 0 0,-4 28 10 0 0,-2 30-64 0 0,-7-1 0 0 0,8 40 0 0 0,-7 8-280 0 0,-6 38 18 0 0,10-93 116 0 0,-4 55-209 0 0,7-48 238 0 0,-14 77-11 0 0,10-37 64 0 0,0 41 0 0 0,1-26-11 0 0,8-67-56 0 0,-1-32 65 0 0,-2 1-12 0 0,3 1 12 0 0,4 5-1232 0 0,-4-13-2412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3:01:03.3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17237 6342 1614 0,'0'0'33'0,"0"0"9"0,0 0-34 0,0 0-8 0,3-2 0 0,-3 2 0 16,0 0 115-16,0 0 21 0,0 0 4 0,0 0 0 16,0 0-42-16,0 0-9 0,0 0-1 0,0 0-1 15,0 0-32-15,-6 0-7 16,-3 0 0-16,0 2-1 0,0 4-21 0,-3-1-4 0,3 3-1 0,-3 0 0 15,1 0-9-15,-1 0-3 0,0 2 0 0,0 1 0 16,0 0-9-16,0 2 12 0,0 0-12 0,3 0 12 16,0-2-12-16,0 2 0 0,3-2 0 0,0 2 0 15,0-3 0-15,6 1 0 0,-3 0 0 0,6-1 0 16,0-2 0-16,3 0 0 0,0 0 0 0,3-3 0 16,3 3 0-16,0-5-17 0,3 2 4 0,3 0 1 15,0-2 12-15,3 0 0 0,-1-1 0 16,4-2 10-16,0 0-2 0,-3 0 0 0,0 0 0 15,0 0 0-15,-1 0-8 0,-2 0 0 0,0 0 0 0,0 0 0 16,0 0 53-16,-3 0 9 0,0 0 2 0,-4 0 0 16,1 3-52-16,0 0-12 0,-3-1 0 0,3 6 0 15,-6-2 0-15,3 2 0 0,-3 2 0 0,0 1 0 16,-3 2 0-16,0 0-13 0,0 3 2 0,-3 0 1 16,0 0 10-16,-3 0 14 0,0 0-3 0,0 2-1 15,-3 1-10-15,-3-4 0 0,3 1 0 0,-6 3 0 16,3-1 0-16,-3-2 0 0,0 3 0 0,1-3 0 15,-4 2 0-15,0-2 0 0,0 3 0 0,-3-1 0 16,0-2-49-16,0 0-12 0,-3-3-3 0,1 3 0 16,-1-3 52-16,-3-2 12 0,3-1 0 0,-3-2 0 15,6 0-54-15,-2-5-8 0,-1 2-2 0,3-5 0 16,3 0-103-16,3-5-21 0,0 0-4 0</inkml:trace>
  <inkml:trace contextRef="#ctx0" brushRef="#br0" timeOffset="264.575">17231 6385 1766 0,'-18'-24'36'0,"12"16"10"0,-3-3-37 0,3 4-9 0,-3-1 0 0,3 0 0 16,3 2 124-16,-2-2 24 0,5 3 4 0,-3 0 0 16,3 5-56-16,3-5-11 0,-1-1-2 0,4 4-1 15,3-1-23-15,3-2-5 0,3 2-1 0,-3 0 0 16,6 1-3-16,0-4-1 0,0 6 0 0,2-2 0 15,1-1-13-15,0 0-2 0,-3 1-1 0,3-1 0 16,3 1-13-16,-1-1-2 0,1 0-1 0,0 1 0 16,0-1-17-16,3 0 10 0,-3 3-10 0,-1-2 8 15,-2-1-8-15,0 0-9 0,3 3 9 0,-6-2-13 16,0 2-118-16,-1-3-23 0,-2 0-5 0</inkml:trace>
  <inkml:trace contextRef="#ctx0" brushRef="#br0" timeOffset="976.451">18562 6263 1531 0,'6'-8'64'16,"-1"0"-51"0,1 0 109-16,0 3 22 0,0 0 4 0,0-3 0 15,0 2-44-15,0 4-10 0,-3-3-2 0,3 2 0 16,-6 3-51-16,0 0-10 0,0 0-3 0,0 0 0 15,0 0 29-15,0 0 6 0,0 0 1 0,0 0 0 16,-6 8-39-16,3 0-7 0,-3 0-2 0,-3 2 0 16,-3 3-8-16,-2 1-8 0,-1 2 12 0,-3-1-12 0,0 4 0 15,-6 0 0-15,-3-1 0 0,1 1 0 16,2-1-17-16,-3-2-1 0,-3 2 0 0,3 1 0 0,4-3 18 0,2-3 0 16,0 3 0-16,0 0 0 0,3-3 0 0,3 0 0 15,3-2 0-15,0 2 0 0,1-5-24 16,5 3 3-16,0-3 0 0,0 0 0 0,3-1 21 0,3 1-9 15,0-2 9-15,3-1 0 0,0 0-11 16,0 1 11-16,3-1-10 0,0-2 10 0,3-1 0 0,2 3 0 0,1-5 8 16,0 3-8-16,3-3 24 0,3 3-1 0,3-3-1 15,3 0 0-15,-4 2-8 0,4-2-2 16,3 0 0-16,-3 0 0 0,3 3 0 0,-4-3 0 16,1 0 0-16,0 0 0 0,0 0-28 0,-3 0-5 0,-3 0-2 0,2 0 0 15,-2 3 23-15,0-3 0 0,0 2 0 0,0-2 0 16,-3 3 0-16,0-3 0 0,3 3 0 0,-7-1 0 15,4 1 0-15,-3 0 0 0,-3-3 0 0,3 2 0 16,-6 1 0-16,3-1 0 0,-3 1 0 0,0-3 0 16,0 3-158-16,-6-3-27 0,6 0-6 0</inkml:trace>
  <inkml:trace contextRef="#ctx0" brushRef="#br0" timeOffset="1409.705">18624 6200 2030 0,'0'0'57'0,"0"0"14"0,0 0-57 15,0-6-14-15,0 6 0 0,0 0 0 0,0 0 105 0,0 0 19 0,0 0 3 0,0 0 1 16,0 0-52-16,0 8-9 0,-3 3-3 0,3 2 0 16,0 0 0-16,-3 3 0 0,3 3 0 0,0-3 0 15,-3 2-51-15,3 1-13 0,0 2 0 0,0 0 0 16,0 0 54-16,3-2 8 0,-3 2 2 0,3 5 0 15,0-2-52-15,-3 0-12 0,3 2 0 0,0 3 0 16,0 3 0-16,3-3 0 0,-3 6 0 0,3-4 0 16,0 1 0-16,-3-5 0 0,3-1 0 0,-3 1 0 15,3-6 0-15,-3 0 0 0,0-3 0 0,0 1 0 16,0-3 0-16,-3 0 0 0,0-3 0 0,3 0 0 16,-3-2 0-16,0-1 0 0,3-2 0 0,0 0 0 15,-3-3-164-15,3 1-36 0,2-1-8 0</inkml:trace>
  <inkml:trace contextRef="#ctx0" brushRef="#br0" timeOffset="2213.617">19395 6385 1482 0,'0'0'42'0,"0"0"9"16,-6 0-41-16,0 2-10 0,6-2 0 0,-6 0 0 16,0 0 93-16,0 0 17 0,0-2 3 0,0-1 1 15,3 1-20-15,-3-1-4 0,3-2-1 0,0-1 0 16,0 1-18-16,3-3-4 0,0 3-1 0,0-3 0 16,0-3-15-16,3 1-3 0,0-1-1 0,0 0 0 15,3 1-6-15,3-3-1 0,-3-1 0 0,3 1 0 0,0 0-4 16,3 0-2-16,0 0 0 0,0-1 0 0,3 4-10 15,0-4-3-15,-1 7 0 0,4-1 0 0,0 0-7 0,0 2-2 16,3 1 0-16,-3 2 0 0,0 1-12 0,-1 2 9 0,1 0-9 16,-3 2 8-16,3 4-8 0,-6 2 0 0,0 0 0 0,-6 2 0 15,3 3 0-15,-6 6 0 0,0-1 8 0,-3 4-8 16,-3 1 0-16,0 4 0 0,-6 2 0 0,0-3 0 16,-3 4-16-16,-3-1-4 0,0-3-2 0,-3 3 0 15,1 0-16-15,-4 0-3 16,3 3-1-16,-3-3 0 0,3 0 13 15,0 1 2-15,0-4 1 0,4 3 0 0,2-5 26 16,0-3 0-16,0-2 0 0,3-4 0 0,3 1 0 0,3-2 0 0,0-4 0 0,0 1 0 16,6-3-10-16,-3 0 10 0,6 0-12 0,0-3 12 15,3-3 0-15,3 1 19 0,0-3-3 0,3 0 0 16,5-3 31-16,1 3 5 0,3-5 2 0,3 3 0 16,0-4-54-16,2 1-15 0,1 0-1 0,0-1 0 15,0-2 16-15,-4 3 0 0,1 0 0 0,-3 0 0 16,0-3 17-16,-3 2-3 0,2 4-1 0,-2-4 0 15,-3 1-61-15,0 2-13 0,0 1-3 0,0-1 0 16,-3 1-153-16,0-1-31 0</inkml:trace>
  <inkml:trace contextRef="#ctx0" brushRef="#br0" timeOffset="4615.074">16761 6065 1292 0,'-6'-3'27'0,"-3"3"5"0,0 0-32 16,0-3 0-16,0 3 0 0,0-2 0 16,-3 2 68-16,3-3 6 0,-3 3 2 0,0 0 0 0,4-3-10 0,-1 3-2 0,0 0 0 0,0-2 0 15,3 2-51-15,0 0-13 0,6 0 0 0,0 0 0 16,-9-3 54-16,9 3 8 0,0 0 2 0,0 0 0 16,0 0-52-16,0 0-12 0,0 0 0 0,0 0 0 15,0 0 45-15,0 0 7 0,3-3 0 0,3 1 1 16,0-1-36-16,3 3-7 0,0-2-2 0,3 2 0 15,2-3-8-15,1 3 0 0,3-3 9 16,0 3-9-16,0 0 12 0,3-2-3 0,3 2 0 0,-1-3 0 16,-2 3-9-16,3 0 0 0,0-3 0 0,3 1 0 15,-4-1 0-15,1 3 0 0,3-3 0 0,0 1 0 16,0-1 0-16,2 0 0 0,4 3 0 0,3-2 0 16,-3-1 0-16,2 0 0 0,4 1 0 0,-3-1 0 15,-1 1 0-15,4-1 0 0,-3 0 0 0,3 1 0 16,-1-1 0-16,4 0 0 0,3 1 9 0,-1-1-9 15,1-2 8-15,-3 2-8 0,2-2 10 0,1 2-10 16,-1-2 9-16,1 2-9 0,3-2 8 0,-1 2-8 16,-2 1 10-16,0-4-10 0,-1 4 12 0,1-1-12 15,0-2 15-15,-1 2-4 0,4 0-1 0,0 1 0 16,-4-1-2-16,1 3 0 0,-1-2 0 0,1-1 0 16,0 3-8-16,-7-3 10 0,4 3-10 0,-3 0 10 15,3 0-10-15,-4 0 10 0,1 0-10 0,0 0 10 0,-4 3-10 16,-2-3 0-16,3 3 9 0,-3-1-9 0,-4-2 0 15,4 3 8-15,-3 2-8 0,3-5 0 0,-4 3 0 16,1-1 8-16,3 1-8 0,-3-3 0 16,-1 3 0-16,1-3 0 0,-3 2 0 0,3-2 8 0,-4 3-8 15,-2 0 0-15,3-1 0 0,-3-2 8 0,3 3-8 0,-4-3 0 16,4 0 0-16,3 3 0 16,-3-3 0-16,0 2 0 0,-1-2 0 0,1 0 0 0,-3 0 0 0,0 3 8 0,0-3-8 0,-1 0 0 15,-2 0 0-15,0 2 0 0,-3-2 0 16,0 3 0-16,-3-3 0 0,3 0 9 0,-1 3-9 0,-2-3 0 15,0 0 18-15,0 0-3 0,-3 0-1 0,3 0 0 16,-3-3 2-16,0 3 0 0,0 0 0 0,0 0 0 16,-1 0 0-16,-2-3 0 0,0 3 0 0,0 0 0 15,0-2 0-15,0 2 1 0,0 0 0 0,0 0 0 16,0-3 0-16,-3 3 0 0,3 0 0 0,-3 0 0 16,0 0-17-16,3 0 10 0,-3 0-10 0,-1 0 8 15,1 0-8-15,0 0 12 0,0 3-12 0,0-3 12 16,0 0-12-16,-3 2 10 0,3 1-10 0,-3 0 10 15,3-1-10-15,-3 1 12 0,-3-3-12 0,3 5 12 16,0 1-12-16,0-1 10 0,0 0-10 0,-3 1 10 16,0-1-10-16,3 0 12 0,-3 3-12 0,0-3 12 15,0 3-12-15,0 0 0 0,-3 0 0 0,3 0 0 16,0 3 0-16,-3-3 8 0,3 2-8 0,0-2 0 16,-3 0 0-16,3 3 0 0,-3-1 8 0,0 1-8 15,3 2 0-15,-3 0 0 0,0 1 0 0,3-1 0 16,-3 5 0-16,3-2 0 0,0 3 0 0,0 2 0 0,0-3 8 15,0 4-8-15,0-1 0 0,0 0 8 0,0 3 1 16,0-3 0-16,0 0 0 0,0 0 0 0,0 0 0 0,0-2 0 16,0 2 0-16,0 0 0 0,0 0-1 0,3 1-8 0,-3 1 12 15,0-1-4-15,0 1-8 0,3 1 12 0,-3 3-12 16,0-4 12-16,0 1-12 0,3 0 10 0,-3-3-10 0,0 3 10 16,3-3-10-16,-3 0 8 0,3 1-8 0,-3-1 8 15,3-3-8-15,-3 1 8 0,0-1-8 16,3 1 8-16,-3-1-8 0,0 1 0 0,0 2 9 0,0-2-9 15,0-1 8-15,0 1-8 16,0-4 10-16,0 4-10 0,0-3 11 0,-3-3-11 0,3 3 12 16,-3-3-12-16,3 0 12 0,-3-2-12 0,0 0 12 0,0-1-12 15,0-2 13-15,0 0-4 0,0-3-1 0,-3 3 0 16,3-2 0-16,-3-1 0 0,0 0 0 0,0 0 0 16,3-2 1-16,-3 0 0 0,0-1 0 0,-2 1 0 15,2-3-1-15,-3 3 0 0,0-3 0 0,-3 2 0 16,0-2-8-16,0 0 8 0,0 0-8 0,0 0 8 15,0 0-8-15,-3-2 0 0,1 2 9 0,-1-3-9 16,0 3 8-16,-3 0-8 0,3-3 10 0,0 3-10 16,-3 0 0-16,3 0 0 0,1 0 0 0,-4 0 0 15,0-2 0-15,0 2 0 0,-3-3 0 0,0 3 0 16,-3 0 0-16,-2 0 0 0,2 0 0 0,-6 0 0 16,0 0 0-16,-2 3 0 0,-1-3 0 0,-3 2 0 15,3-2 0-15,-2 0 0 0,-1 3 0 0,0 0 0 16,-2-1 0-16,-4 1 0 0,0 0 0 0,-2-1 0 0,2 1 0 15,0 0 0-15,1-1 9 0,-4 3-9 16,0-2 0-16,1 0 0 0,-1-1 0 0,-3 4 0 0,4-4 0 16,-1 4 0-16,0-1 0 0,1 0 0 15,-1-2 0-15,3 0 0 0,1-1 0 0,-4 3 0 0,3-2 0 0,1 0 0 16,-4-1 0-16,3 1 0 0,7 0 0 0,-1-1 0 16,3 1 0-16,-3 0 0 0,4-1 20 0,-1-2-2 0,0 0 0 15,1 0 0-15,-4 0-32 0,6 0-6 0,-3 3-2 0,1-3 0 16,5 3 22-16,0-3 0 0,3 2 0 0,-3-2 8 15,4 0-8-15,-1 3 0 0,0-3 0 0,0 0-11 16,0 0 11-16,0 0 0 0,4-3 0 0,-4 3 0 16,0 0 0-16,0 0 0 0,0 0 0 0,-2 0 0 15,2 3 0-15,3-3 0 0,-3 3 0 0,3-3 0 16,0 2 0-16,-2-2 0 0,5 3 0 0,-3-1 0 16,0-2 0-16,-3 0 0 0,1 0 0 0,-1 3 0 15,0-3 0-15,0 0 0 0,-3 3 0 0,0-1 0 16,4-2 0-16,-4 6 0 0,3-4 0 0,-3 1 0 15,6 2 0-15,1-2 0 0,-1 2 9 0,0 1-9 16,0-4 0-16,3 1 0 0,0-1 0 0,1 4-12 16,-1-4 12-16,0 1 0 0,3 0 0 0,0-3 0 15,0 2 0-15,3 1 0 0,-3 0 0 0,3-3 0 16,4 2 0-16,-4-2 0 0,3 3 0 0,0-3 0 16,3 3 0-16,-3-3 0 0,3 0 0 0,0 2 0 15,0-2 0-15,6 0 0 0,-3 0 0 0,3 0 0 16,-6 0 13-16,6 0 9 0,-6 0 2 0,6 0 0 0,-3-2-38 15,3 2-7-15,-6 0-2 0,6 0 0 16,-6-3 37-16,0 0 7 0,3 1 2 0,0-1 0 16,0-2-23-16,0 2 0 0,-3-2 0 0,3-1 0 15,0 4 0-15,1-6 0 0,-1 3 0 0,0-3 0 16,0 0 0-16,0 0 0 0,0 0 0 0,0-3 0 0,0 3 0 16,3-2 0-16,-3-1 0 0,0-2 0 0,0 0 0 0,0-1 0 0,0-1 0 15,0-1 0-15,0 0 0 0,3-3 0 16,-3 3-12-16,0-5 4 0,0 0 8 15,3 0 0-15,-3-3 0 0,0 3 0 0,0-3 0 0,3 3 0 0,0-3 0 16,-3 3 8-16,3 0-8 0,0 2 0 0,0 1 0 16,0-1 0-16,-3 1 0 0,3-1 9 0,0 1-9 0,0-4 0 15,-3 4 9-15,3-1-9 0,0-2 0 0,0 0 9 16,-3 0-9-16,3 0 0 0,0-3 9 0,0 0-9 16,0 3 0-16,0 0 0 0,0-3 0 0,0 5 8 15,0-2-8-15,3 3 0 0,-3 2 0 0,0-3 0 16,0 4 0-16,3-4 0 0,-3 3 0 0,0 0 8 15,3-2-8-15,-3 2 9 0,0 0-9 0,0 0 10 16,3 0-10-16,-3 0 0 0,3-2 0 0,-3-1 8 16,3 1-8-16,0-1 8 0,-3-2-8 0,3 3 8 15,0-4-8-15,-3 4 0 0,3-1 9 0,0 3-9 16,0 1 0-16,0 1 9 0,0 1-9 0,0 3 0 16,0-1 9-16,-3 0-9 0,3 1 0 0,-3 2 9 15,0-3-9-15,3 3 0 0,-6 0 0 0,3 0 8 16,0 3-8-16,0 0 0 0,0 2 0 0,0 3 0 0,0 0 0 15,0 0 0-15,0 0 0 0,0 0 0 0,0 0-9 16,0 0-4-16,0 0-1 0,0 0 0 16,6 0-85-16,0 0-17 0,0 6-3 0,5-4-1 15,4 1-98-15,6-1-20 0</inkml:trace>
  <inkml:trace contextRef="#ctx0" brushRef="#br0" timeOffset="5312.569">17957 6022 1814 0,'0'0'52'0,"0"0"10"0,-3-5-50 0,3 5-12 0,0 0 0 0,0 0 0 16,0 0 106-16,0 0 18 0,0 0 4 0,0 0 1 15,0 0-35-15,0 0-7 0,0 0-2 0,0 0 0 16,0 0-21-16,0 0-5 0,0 0-1 0,0 0 0 16,0 0-20-16,-6 3-4 0,3-1-1 0,-3 4 0 15,3-1-10-15,1 0-3 0,-1 0 0 0,3 3 0 16,-3-2-8-1,3 2-3-15,0 0 0 0,0 0 0 0,0 2-9 0,0-2 0 0,0 5 9 16,0 0-9-16,3 1 0 0,0 2 0 0,-1 2 0 0,1 3 8 16,0 0-8-16,0 3 0 0,3 5 0 15,-3-2 0-15,0-1 0 0,0-2 0 0,3 3 0 16,-3-4 0-16,0 1 0 0,-3 3 0 0,3-4 0 0,0 4 0 16,0 2 0-16,0 3 0 0,0 5 0 0,0 0 8 31,0-3-28-31,0-2-4 0,3 2-2 0,-3-2 0 0,0-3 49 0,0 0 9 0,0-2 3 0,-3 2 0 15,3-3-23-15,0 4-12 0,0-1 12 0,0 0-12 16,0 0 15-16,-3 0-4 0,3-3-1 0,-3 4 0 16,3-7 5-16,-3-2 1 0,0 1 0 0,0-1 0 15,0-5-8-15,-3 0 0 0,0-1-8 0,0-1 12 16,0-1-12-16,0-3 9 0,0 1-9 0,-3 0 8 16,0-3-8-16,3 0 8 0,-3-1-8 0,0-1 8 15,3-1-8-15,-3 0 0 0,0 1 0 0,3-1 0 16,3-5-12-16,-6 3-5 0,6-3-1 0,0 0 0 15,0 0-88-15,0 0-18 0,0 0-3 0</inkml:trace>
  <inkml:trace contextRef="#ctx0" brushRef="#br0" timeOffset="6138.804">18978 5932 1337 0,'0'0'28'0,"0"0"6"0,0 0-34 16,0 0 0-16,0 0 0 0,0 0 0 16,0 0 102-16,0 0 14 0,0 0 2 0,0 0 1 0,0 0-37 0,0 0-7 0,0 0-2 15,0 0 0-15,0 8-7 0,0-5-2 0,0-3 0 0,0 8 0 16,0-3 0-16,0 0 0 0,0 1 0 0,0-1 0 16,3 3 0-16,-3 0 0 0,0 0 0 0,0 0 0 15,3 0 0 1,-3 2 0-16,0-2 0 0,0 3 0 0,3-1-49 15,-3-2-15-15,0 6 0 0,3-4 8 0,-3 1-8 16,0 2 0-16,3-2 0 0,-3 4 0 0,0-1 0 0,3 2 0 16,-3-1 0-16,3 1 0 0,0 5 0 0,0-2 0 15,-3 2 0-15,3 0 0 0,0 0 46 0,-3-2 14 0,3 0 4 0,0 2 0 16,0-5-52-16,0 2-12 0,0 1 0 16,-3-4 0-16,3 4-8 0,0-3-5 0,-3 0-1 0,3 2 0 15,0 1 14-15,-3-1 0 0,3 1 0 0,-3 2 10 16,0-2-10-16,3 2 0 0,-3 0 9 0,0 3-9 15,3-3 10-15,-3 0-2 0,3-2-8 0,0 2 12 16,-3-3-1-16,3-2-1 0,0 0 0 0,-3 3 0 16,3-6 0-16,0 3 0 0,0-3 0 0,0 3 0 15,0-6-2-15,-3 4-8 0,3-1 12 0,-1 0-4 16,1 0 2-16,-3 0 0 0,3 1 0 0,-3-1 0 16,3 3-2-16,-3 0-8 0,0 0 12 0,3-1-4 15,-3 1-8-15,3 0 10 0,-3 0-10 0,0 0 10 16,3-3-10-16,-3 0 12 0,0 1-12 0,3-1 12 15,-3-3-12-15,0 1 10 0,3-3-10 0,-3 0 10 16,0 0-10-16,0-3 8 0,0 0-8 0,0 1 8 16,0-6-8-16,0 0 0 0,0 0 0 0,0 0 0 15,0 5 0-15,0-5 0 0,0 0 0 0,0 0 0 16,0 0-49-16,0 0-12 0,0 0-3 0,0 0 0 16,0 0-102-16,0 0-21 0,0 0-4 0</inkml:trace>
  <inkml:trace contextRef="#ctx0" brushRef="#br0" timeOffset="7568.575">19636 5281 851 0,'0'0'36'0,"0"0"-36"16,0 0 58-16,0 0 5 0,0 0 1 0,0 0 0 15,0 0-52-15,0 0-12 0,0 0 0 0</inkml:trace>
  <inkml:trace contextRef="#ctx0" brushRef="#br0" timeOffset="7943.056">19672 5228 1337 0,'0'0'56'0,"0"-2"-44"16,0 2 144-16,0 0 28 0,-3-5 7 0,3 5 1 16,0 0-52-16,0 0-9 0,0 0-3 0,0 0 0 15,0 0-51-15,0 0-10 0,0 0-3 0,0 0 0 16,0 0 0-16,0 0 0 0,0 0 0 0,0 0 0 15,-3 5-51-15,0 0-13 0,3 0 0 0,-3 3 0 16,0 0 0-16,0 3 0 0,3-3 0 0,-3 5 0 16,0-2 16-16,0 2 0 0,0 0 0 0,0 3 0 15,0 3-16-15,0-1 0 0,0 1 0 0,3-1 0 16,0 1 0-16,0-1 0 0,0 1 0 0,0-1 0 16,0-2 0-16,0 0 0 0,3-3 0 0,0 0 0 15,0 1-10-15,-3-4-5 0,3-2-1 0,0 0 0 16,0 0-31-16,0-3-6 0,0 1-2 15,0-4 0-15,3 4-158 0,0-6-32 0</inkml:trace>
  <inkml:trace contextRef="#ctx0" brushRef="#br0" timeOffset="8315.954">19877 5279 2030 0,'0'0'57'0,"0"0"14"0,0 0-57 0,0 0-14 0,-6 2 0 0,0 1 0 16,6-3 105-16,-3 5 19 0,0 3 3 0,-3-2 1 16,3 2-52-16,0-3-9 0,0 5-3 0,1-2 0 15,2 3-51-15,-3 0-13 0,0-1 0 0,3 6 0 16,-3 0 0-16,3-6 0 0,0 4 0 0,0-1 0 16,0 0 0-16,0 0 0 0,0 1 0 0,3-4 0 15,0 1 0-15,0-1 0 0,2-2 0 0,1 0 0 16,-3 0 0-16,3-3 0 0,0 1 0 0,3-4 0 15,-3-2 0-15,3-2 0 0,0-1 0 0,0 0 0 16,3-5 8-16,-3 3 0 0,0-5-8 0,3 2 12 16,-3-6 23-16,0 4 4 0,-1-3 1 0,1-1 0 15,-3 1 1-15,-3-3 1 0,3 0 0 0,-3-2 0 16,-3 2-2-16,0 0-1 0,0 0 0 0,-6 0 0 16,3 3-39-16,-3 0 0 0,0 0 0 0,-3 2 0 15,1 1 0-15,-4 2-12 0,0-6 4 0,0 6 0 16,-3 0-37-1,3 1-7-15,0 1-2 0,-3 1 0 0,3 0-110 0,3-3-23 0,-3 5-4 0</inkml:trace>
  <inkml:trace contextRef="#ctx0" brushRef="#br0" timeOffset="8739.972">20178 4943 2017 0,'-9'-11'42'0,"9"11"10"0,0 0-42 0,-3-3-10 0,3 3 0 0,0 0 0 15,-6-2 104-15,6 2 18 0,-6-3 4 0,6 3 1 16,-6 0-53-16,0 0-10 0,0 3-3 0,0-1 0 16,0 1-22-16,0 0-5 0,0 2-1 0,0 0 0 15,3 3-18-15,-3 0-4 0,1 3-1 0,2-1 0 16,-3 4-10-16,3-4 0 0,0 3 0 0,0 1 0 15,3-1 0-15,0-2 0 0,0 2 0 0,3-3 0 16,0 1 0-16,0-3 0 0,3 0 0 0,0 2 0 16,-1-7 0-16,4 0 0 0,0 2 0 0,0-2 0 15,0-3 10-15,0 0-10 0,0-3 12 0,0 0-12 16,0-2 22-16,0 2-2 0,0-7-1 0,0 2 0 16,-3 0 8-16,0 0 1 0,3-3 1 0,-4 1 0 15,-2-1 7-15,3 1 0 0,-3-4 1 0,-3 1 0 16,0 0-9-16,0 0-3 0,0 2 0 0,-3-5 0 15,0 6-9-15,-3 2-3 0,4-3 0 0,-4 1 0 16,0 2-13-16,-3 5 0 0,3-8 0 0,-3 6 0 16,0 2-12-16,-3 1-9 0,0-1-2 0,-3 1 0 15,3 2-83-15,0 0-17 0,-3 0-3 16</inkml:trace>
  <inkml:trace contextRef="#ctx0" brushRef="#br0" timeOffset="9300.686">18273 5125 1994 0,'0'0'41'0,"0"0"11"16,0 0-42-16,0 0-10 0,0 0 0 0,0 0 0 0,0 0 120 0,0 0 21 0,-3 6 5 0,-3-1 1 31,3 0-118-31,0 0-29 0,0 3 0 0,0 0 0 0,0 0 57 15,0 3 6-15,3-1 1 0,-3 4 0 16,3-4-52-16,-3 3-12 0,3 1 0 0,0 2 0 16,-3-6 0-16,3 1 0 0,0 5 0 0,-3-3 0 15,3 3 0-15,0-3 0 0,0 3 0 0,0 0 0 0,0 0 0 16,0-1 0-16,0-1 0 0,0 2 0 0,0-1 0 0,0-4 0 16,0 2 0-16,3 1 0 0,-3-4 0 0,3 1 0 0,0-1 0 15,-3-4 0 1,3 1-48-16,3-4-13 0,-3 0-3 0</inkml:trace>
  <inkml:trace contextRef="#ctx0" brushRef="#br0" timeOffset="9688.055">18514 5226 1789 0,'-3'-5'76'0,"0"2"-61"15,3 3 97-15,-6-5 20 0,6 5 4 0,-3 0 1 16,3 0-7-16,0 0-2 0,0 0 0 0,-6 0 0 15,0 5-102-15,3 0-26 0,-3-2 0 0,3 5 0 16,0 0 0-16,0 0 0 0,0 0 0 0,0 0 0 16,0 2 56-16,3-2 7 0,-3 5 1 0,0-2 0 15,0 2-52-15,3 0-12 0,-3 1 0 0,3 1 0 16,0-1 0-16,0-1 0 0,3 3 0 0,-3-3 0 16,3 3 0-16,0-8 0 0,3 2 0 0,-3-2 0 15,3 0-18-15,0-2-6 0,0-1-2 0,0-2 0 0,0-1 42 16,0-2 8-16,3-2 1 0,-3 2 1 15,3-6-26-15,-3 4 0 0,0-4 0 0,0 1 0 0,0-3 0 16,-3 0 0-16,3 0 0 0,-3 3 0 0,0-8 0 0,0 2 0 16,-1 0 0-16,1-2 0 0,-3 3 56 0,3-4 7 0,-3 4 1 15,0-3 0-15,0 2-52 16,0 0-12-16,-3 1 0 0,0 2 0 0,1 3 0 0,-1-6 0 0,0 3 0 16,-3 3 0-16,0-3 0 0,0 5 0 15,0 1 0-15,-3-6 0 16,3 5-48-16,-3 0-13 0,0 1-3 0,0 2 0 15,0-3-102-15,0 3-21 0,0 0-4 0</inkml:trace>
  <inkml:trace contextRef="#ctx0" brushRef="#br0" timeOffset="10239.139">18657 4795 410 0,'0'0'17'15</inkml:trace>
  <inkml:trace contextRef="#ctx0" brushRef="#br0" timeOffset="10672.699">18642 4792 1982 0,'0'0'56'0,"0"0"12"0,0 0-54 0,0 0-14 0,0 0 0 0,0 0 0 16,0 0 102-16,0 0 18 0,0 0 3 0,0 0 1 15,0 0-39-15,0 0-7 0,0 0-2 0,0 0 0 16,0 0-27-16,0 0-5 0,-3 8-2 0,3-3 0 15,-3 6-19-15,0-3-4 0,3 5-1 0,-3-3 0 16,3 1-9-16,0 5-1 0,-3-8-8 0,3 5 12 16,-3 3-12-16,3-5 9 0,-3 7-9 0,3-7 8 15,-3 2-8-15,3 3 0 0,0-3 0 0,0 3 0 16,0-6 0-16,0 4 0 0,0-4-9 0,0 1 9 16,3-1-56-16,-3-2-4 0,0 3 0 0,0 0-1 15,3-6-124-15,-3 3-25 0,3-3-5 16</inkml:trace>
  <inkml:trace contextRef="#ctx0" brushRef="#br0" timeOffset="11245.255">17064 5094 1972 0,'0'0'41'0,"-6"-3"9"15,6 3-40-15,0 0-10 0,0 0 0 0,0 0 0 16,0 0 73-16,0 0 13 0,0 0 2 0,0 0 1 16,0 0-14-16,0 0-3 0,-3 5-1 0,0 3 0 15,0 0-63-15,3 0-8 0,0 3-9 0,0-1 9 0,0 3 44 0,0-2 16 16,3 2 3-16,-3 0 1 0,0 3-52 0,0 0-12 0,0-3 0 0,0 3 0 16,0 0 0-16,0 0 0 0,0 0 0 0,-3 2 0 15,3-2 0 1,0 0 0-16,-3 3 0 0,3-1 0 0,0-2 0 0,-3 0 0 15,3 3 0-15,0-4 0 0,-2 1 0 0,2 0 0 0,0-3 0 16,0 1 0-16,0-4 0 0,0 1 0 16,0-1 0-16,0-2 0 0,0-2-25 15,0 2-5-15,0-8-1 0,0 5 0 16,0-5-161-16,0 0-33 0</inkml:trace>
  <inkml:trace contextRef="#ctx0" brushRef="#br0" timeOffset="11658.584">17308 5223 1824 0,'-6'-13'38'0,"6"13"8"15,-3-5-37-15,-2 2-9 0,2-2 0 0,3 5 0 16,0 0 156-16,-3-3 28 0,3 3 7 0,0 0 1 16,0 0-103-16,0 0-20 0,0 0-4 0,0 0-1 15,-6 3-51-15,3 2-13 0,0 0 0 0,0 3 0 16,0 0 0-16,3 0 0 0,-3 3 0 0,0-1 0 15,0 4 54-15,0-4 8 0,3 3 2 0,-3 1 0 16,3-1-52-16,0 3-12 0,0 0 0 0,0-1 0 16,0 1 0-16,0 3 0 0,3-6 0 0,-3 3 0 15,3 2-48-15,3-4-13 0,-3-1-3 0,3-2 0 16,-3-4 52-16,3 1 12 0,0-2 0 0,0-1 0 16,-1-2 0-16,4-3 0 0,-3 2 0 0,0-4 0 15,0-1 0-15,0-2 0 0,3-1 0 0,-3 1 0 16,0-3 22-16,0 0 7 0,0 0 2 0,0-2 0 15,-3-1-3-15,0 1 0 0,3-4 0 0,-3 1 0 0,0 0 33 0,-3 0 7 0,3-1 0 16,-3-1 1-16,0 1-57 0,0 1-12 0,-3 0 0 16,0 0 0-16,0-1 0 0,0 1 0 0,0 0 9 0,-3 2-9 15,3 1 0-15,-3-1 0 0,0-2 0 0,0 5 0 16,-3 0 0-16,3 0 0 0,-3 5 0 0,3-4 0 16,-3 1-105-16,-3 4-19 0,4-1-3 15</inkml:trace>
  <inkml:trace contextRef="#ctx0" brushRef="#br0" timeOffset="12356.607">17377 4879 1448 0,'0'0'41'0,"0"0"9"0,0 0-40 0,-3-2-10 0,3-6 0 0,0 2 0 15,0 1 97-15,0 2 18 0,0-2 3 0,0 0 1 16,0 0-21-16,3 2-4 0,0-8-1 0,0 6 0 15,0 2-25-15,0-2-4 0,0 0-2 0,3-1 0 16,-3 4-14-16,3-3-2 0,0-1-1 0,0 4 0 16,2-1-9-16,-2 0-3 0,0-2 0 0,0 2 0 15,3 3-8-15,-3-2-1 0,0 2-1 0,3 0 0 16,-3-6-10-16,0 6-1 0,3 0-1 0,-3 0 0 16,0 0-11-16,0 6 0 0,0-6 9 0,0 0-9 15,0 2 23-15,0 1 0 0,0 0 0 0,0-1 0 16,-6-2-35-16,2 8-6 0,1-2-2 0,-3 1 0 15,3-1 20-15,-3 2 0 0,-3 0 0 0,3 0 0 16,-5 2 0-16,2-2 0 0,-3 0 0 0,-3 3 0 16,3-1 0-16,-3 1 0 0,3-1 0 0,-3 1 0 0,3-3 15 15,-3 2 3-15,3 1 1 0,0 0 0 16,0-3-19-16,3 0 0 0,0 2 0 0,3-5 0 16,-3 3-15-16,3-2-6 0,3-1-2 0,-3 0 0 0,3-2 23 15,3 2 0-15,0-2 0 0,3-3 0 16,0 2 0-16,0-4 0 0,3 2 0 0,3-3 8 0,-3 3 3 15,2 0 0-15,1-5 0 0,0 0 0 0,-3 5-3 0,3-3-8 0,0 0 12 16,-3 1-4-16,3 2-8 0,-3 0 0 0,-1-3 0 16,-2 3 0-1,3-3-21-15,-3 3-10 0,0 0-1 0</inkml:trace>
  <inkml:trace contextRef="#ctx0" brushRef="#br0" timeOffset="21578.618">16657 7414 1579 0,'0'0'32'0,"0"0"10"0,0 0-34 0,0-3-8 0,0 3 0 15,-6-2 0 1,6 2 104-16,0 0 20 0,0 0 3 0,-3-3 1 15,3 3-46-15,0 0-9 0,0 0-1 0,0 0-1 0,0 0-11 16,0 0-3-16,0 0 0 0,0 0 0 0,0 0 6 0,0 0 1 0,0 0 0 0,0 0 0 16,0 0-52-16,0 0-12 0,0 0 0 0,0 5 0 15,0 1 0-15,0 2 0 0,0-3 0 0,0 0 0 16,3 3 0-16,-3 0 0 0,0 0 0 0,3 3 0 16,-3-3 0-16,0 2 0 0,3 1 0 0,-3-1 0 15,0 1 0-15,3 2 0 16,-3-2 0-16,0 2 0 0,0-2 0 0,2 2 0 0,-2 0 0 0,3-2 0 15,-3 2 0-15,0-3 0 16,3 1 0-16,-3 2 0 0,0-2 0 0,3-1 0 0,-3 1 0 0,3 2 0 16,-3-2 0-16,0-3 0 15,3 2 0-15,-3 1 0 0,3 2 0 0,-3-2 0 0,3-1 0 0,-3 4 0 16,3-1 0-16,-3 0 0 0,3 0 0 0,-3 0 0 16,3 1 0-16,-3-1 0 0,3 0 0 0,-3 3 0 15,3-3 0-15,-3 0 0 0,0-2 0 0,3 2 0 16,-3 1 54-16,0-4 8 0,0 1 2 0,0-1 0 15,0-2-52-15,3 3-12 0,-3-3 0 0,0 0 0 16,0 0 0-16,0 0 0 0,0-3 0 0,0 3 0 16,0-3 0-16,0 3 0 0,0-3 0 0,0 1 0 15,0 2 0-15,0-3 0 0,0 0 0 0,0 0 0 16,0 3 0-16,0-2 0 0,0-1 0 0,0 0 0 16,0 1 0-16,0-1 0 0,0 0 0 0,0 0 0 15,0 1 0-15,-3 2 0 0,3-3 0 0,0 0 0 16,-3 0 0-16,3 3 0 0,0 0 0 0,-3 0 0 15,3-2 0-15,0 2 0 0,-3 2 0 0,3-2 0 0,-3 0 0 16,3 0 0-16,0 0 0 0,-3 0 0 0,3 0 0 0,0 2 0 16,0 1 0-16,-3-3 0 0,3 2-13 15,-3-2-6-15,3 3-1 0,0 0 0 0,-3-4 20 16,3 4 0-16,0-3 0 0,0 0 0 0,0 0 15 0,0 0 3 16,0 0 1-16,0 0 0 0,-3-3-31 0,3 0-5 15,0 3-2-15,0-2 0 0,-3-1 31 0,3 3 5 0,0-3 2 16,-3 0 0-16,3 1-31 0,0-1-5 0,0 0-2 0,-3 0 0 15,3 1 31-15,0-1 5 0,0 0 2 0,0-5 0 16,-3 6-19-16,3 2 0 0,0-6 0 0,0-2 0 16,0 8 0-16,-2-3 0 0,2 1 0 0,0-6 0 15,0 5 0-15,0-5 0 0,-3 8 0 0,3-3 0 16,0-5 0-16,0 6 0 0,-3 2 0 0,3-3 0 16,0 0 0-16,0-5 0 0,0 5 0 0,-3 3 0 15,3-2 0-15,0-6 0 0,-3 5 0 0,3 0 0 16,-3 3 0-16,3-8 0 0,0 5 0 0,0 1 0 15,0-6 0-15,-3 8 0 0,3-8 0 0,0 5 0 16,0-5 0-16,0 5 0 0,0-5 0 0,0 6 0 16,0-6 0-16,0 0 0 0,0 0 0 0,0 7 0 15,0-7 0-15,0 0 0 0,0 0 0 0,0 0 0 16,0 0 0-16,0 0 0 0,0 0 0 0,0 6 0 16,0-6 0-16,0 0 0 0,0 0 0 0,3 2 0 15,-3-2 0-15,0 0 0 0,6 3 0 0,-6-3 0 16,3 0 0-16,3 3 0 0,-4-3 0 0,-2 0 0 15,6-3 0-15,0 3 0 0,-3-3 0 0,0 3 0 0,3-2 0 0,-3-1 0 16,3 0 0-16,-3 3 0 0,3-2 0 0,0-1 0 16,-3 1 0-16,3 2 0 0,0-3 0 0,0 0 0 0,-3 1 0 15,3-1 0-15,0 0 0 0,-3 3 0 0,3-2 0 16,0 2 0-16,0-3 0 0,0 0 0 0,0 3 0 16,0-2 0-16,-1 2 0 0,1-3 0 0,0 0 0 0,0 1 0 15,0-1 0-15,3 3 0 0,-3-3 0 16,0 3 0-16,3 0 0 0,-3-2 0 0,0 2 0 15,0-3 0-15,3 3 0 0,-3 0 0 0,3-2 0 16,0 2 0-16,0 0 0 0,-3-3 0 0,2 3 0 0,1-3 0 16,0 3 0-16,0 0 0 0,0-2 0 0,0-1 0 15,0 0 0-15,0 3 0 0,3-2 0 0,0-1 0 16,-3 0 0-16,3 1 0 0,0-1 0 0,-1 0 0 16,1 1 0-16,3-1 0 0,-3 1 0 0,3-1 0 15,-3 0 0-15,3 3 0 0,-3-2 0 0,3 2 0 16,-1-3 0-16,-2 3 0 0,3-3 0 0,0 3 0 15,-3 0 0-15,3 0 0 0,0 0 0 0,-3 0 0 16,3 0 0-16,-3 0 0 0,2 0 0 0,-2 0 0 16,3 0 0-16,-3 0 0 0,0 0 0 0,0 0 0 15,0 0 0-15,3 0 0 0,0 0 0 0,2 0 0 16,1 0 0-16,0 3 0 0,3-3 0 0,0 3 0 16,3-3 24-16,-4 2 0 0,4 1 1 0,0 0 0 15,0-1-17-15,0 1-8 0,-3-1 0 0,2 1 8 16,-5 0-8-16,3-1 0 0,-3 1 0 0,0 0 0 15,0-3 0-15,3 2 0 0,-4-2 8 0,4 3-8 0,0-3 0 0,0 3 0 16,3-3 0-16,0 2 0 16,-1-2 0-16,4 3 0 0,-3 0 0 0,0-1 0 0,0 1 0 0,-1-1 8 15,1 1-8-15,0-3 0 0,-3 3 0 0,0-3 0 0,-3 0 0 16,2 0 0-16,1 0 0 0,0 0 0 16,0 0 8-16,3 0-8 0,-1 0 0 15,1 0 0-15,0-3 0 0,3 3 0 0,-3 0 8 0,-3 3-8 0,2-3 0 16,1 2 8-16,-3-2-8 15,0 0 0-15,-3 0 0 0,3-2 0 0,-4 2 0 0,4-3 0 0,-3 0 0 0,3 3 0 16,-3-2 0-16,3-1 0 0,2 1 0 0,-2 2 0 16,0-3 0-16,3 3 0 0,0-3 0 0,-3 3 0 15,-1 0 0-15,1 0 0 0,0 0 0 0,0-2 0 16,-3 2 0-16,0 0 0 0,0-3 0 0,-4 0 0 16,1 1 0-16,0-1 0 0,0 0 0 0,3 1 0 15,-3-1 0-15,0 0 0 0,3-2 8 0,-1 3-8 16,1-1 0-16,-3 0 0 0,3 3 0 0,0-2 0 15,-3-1 0-15,0 0 0 0,2 3 0 0,-2-2 0 16,0-1 0-16,-3 0 0 0,3 3 0 0,-3-2 0 16,0 2 0-16,0-3 8 0,0 3-8 0,0-3 0 15,-1 3 0-15,-2-2 0 0,3-1 8 0,-3 3-8 16,0-3 0-16,0 1 0 0,0-1 0 0,0 3 0 16,0-2 0-16,0-1 0 0,0 0 0 0,0 3 0 15,0 0 0-15,3-2 0 0,-4 2 0 0,1 0 0 16,3-3 0-16,-3 3 0 0,3 0 0 0,0 0 0 15,0-3 0-15,-3 3 0 0,3 0 0 0,0-2 0 0,0 2 0 16,-4-3 0-16,4 3 0 0,0 0 0 0,0-3 0 0,-3 3 0 16,3 0 0-16,0 0 0 0,0-2 0 0,-3 2 0 15,3 0 0-15,0 0 0 0,-3-3 0 0,2 3 0 16,-2 0 0-16,0-3 0 0,0 3 0 0,0 0 0 0,0-2 0 16,-3 2 0-16,0-3 0 0,3 3 0 0,-3 0 0 0,0-3 0 15,0 3 0-15,0 0 0 0,3-2 0 16,-3 2 0-16,0 0 0 15,0-3 0-15,2 3 0 0,-2 0 0 0,3-2 0 0,-3 2 0 0,0 0 0 16,3-3 0-16,-3 3 0 0,0 0 0 0,3 0 0 16,-3 0 0-16,0 0 0 0,0 0 0 0,0-3 0 0,-3 3 0 15,3 0 0-15,0 0 0 0,0 0 8 0,-3 0-8 16,3-2 0-16,0 2 0 0,0-3 0 0,-6 3 8 16,5 0-8-16,-2 0 0 0,3-3 0 0,-6 3 0 15,6 0 0-15,-3 0 0 0,-3 0 0 0,6-2 0 16,0 2 0-16,-6 0 0 0,6-3 0 0,-6 3 0 15,3-3 0-15,-3 3 0 0,6 0 8 0,-6 0-8 16,3-5 0-16,-3 5 0 0,3-3 0 0,-3 3 0 16,3-2 0-16,-3 2 0 0,3-5 8 0,0-1-8 15,-3 6 0-15,3-5 0 0,-3-3 0 0,3 0 8 16,0 3-8-16,-3-3 0 0,3 0 9 0,0 0-9 16,-3-3 8-16,3 1-8 0,0-1 10 0,-3-2-10 15,3 2 8-15,0 1-8 0,0-1 0 0,0-2 9 16,0 2-9-16,0 1 0 0,0-1 9 0,0 1-9 15,-3 2 0-15,3-3 0 0,0 3 0 0,0 0 0 0,-3 0 0 16,3 3 0-16,0-3 0 0,-3 0 8 0,2 3-8 0,1-3 0 0,-3 0 0 16,3 0 0-16,0 3 0 15,-3-3 0-15,3 0 0 0,-3 0 0 0,3 0 0 0,0-3 0 16,0 3 0-16,-3 1 0 0,3-1 0 0,-3 0 0 16,3-3 0-16,-3 3 0 15,3-2 0-15,-3 2 0 0,3 0 0 0,-3-3 0 0,3 3 0 0,-3-2 0 0,0 2 0 16,3-3 0-16,-3 0 0 15,0 1 0-15,3-1 0 0,-3-2 0 0,0 2 0 0,3 1 0 0,-3-1 0 0,3 1 0 16,-3-1 0-16,3 1 0 0,-3-1 0 0,3 0 0 16,0 3 0-16,-3-2 0 0,3-1 0 0,0 3 0 15,-3 0 0-15,0-2 0 0,3 2 0 0,-3 3 0 16,0-3 0-16,3 2 0 0,-3-2 0 0,3 0 0 16,-3 1 0-16,0 1 0 0,0-2 0 0,0 3 8 15,0-3-8-15,3 3 0 0,-3-3 0 0,0 0 0 16,3 3 0-16,-3-3 0 0,0 0 0 0,0 0 0 15,0 0 0-15,0 0 0 0,3 0 0 0,-3 0 0 16,0 0 0-16,0-2 0 0,0-1 0 0,0 3 0 16,0-3 0-16,0 1 0 0,0 2 0 0,0-3 0 15,0 1 0-15,0-3 0 0,0 2 0 0,0 0 0 16,0 1 8-16,0-3-8 0,0 2 10 0,0-2-10 16,0 2 12-16,0 1-3 0,3-1-1 0,-3 0 0 15,0 3 0-15,0 1-8 0,0-4 12 0,0 3-4 16,0 0-8-16,0 0 8 0,0 0-8 0,-3 0 8 15,3 0-8-15,0 3 8 0,-3-3-8 0,3 0 8 16,-3 3 2-16,3 0 0 0,0-3 0 0,-3 2 0 0,0-2-2 16,0 0-8-16,0 3 12 0,0-3-4 0,0 3-8 0,0-3 0 15,0 3 9-15,0-1-9 0,3-2 0 0,-3 3 0 16,0 0 0-16,3 0 8 0,-3-1-8 0,0 1 0 0,3 0 0 0,-3-1 0 16,0 1 0-16,3 5 0 0,0-5 0 0,0 5-8 15,0-3-13-15,0 3-3 0,0-5 0 0,0 5 0 31,0-5-32-31,0-1-6 0,0 1-2 0,0 5 0 16,0-3-130-16,0 3-26 0,0-5-6 0</inkml:trace>
  <inkml:trace contextRef="#ctx0" brushRef="#br0" timeOffset="22521.541">18091 7298 1212 0,'0'0'51'0,"0"0"-41"16,0 0 114-16,-6-3 22 0,6 3 5 0,-3-3 1 15,3 3-12-15,-6-2-3 0,6 2 0 0,-6-3 0 16,0 3-58-16,1 0-12 0,5 0-3 0,-6 0 0 15,0 0-51-15,6 0-13 0,-6 0 0 0,0 0 0 16,6 0 54-16,-6 0 8 0,0 0 2 0,6 0 0 16,-6 3-52-16,6-3-12 0,0 0 0 0,-6 0 0 15,6 0 0-15,0 0 0 0,0 0 0 0,0 0 0 16,0 0 0-16,0 0 0 0,0 0 0 0,0 0 0 16,0 0 0-16,0 0 9 0,-3 5-9 0,3-5 8 15,0 0 4-15,0 0 0 0,-3 5 0 0,3-5 0 16,0 8-23-16,0-2-4 0,0-6-1 0,3 7 0 15,-3 1 51-15,0 0 9 0,3 0 3 0,0 0 0 16,-3 3-28-16,3-1-6 0,-3 4-1 0,3-1 0 0,0 3-4 16,0 0 0-16,0-1-8 0,0 7 12 0,0-4-12 0,0 3 0 15,0 1 0-15,0-1 0 0,0 0 0 0,0 0 0 16,0 0 0-16,0 0 0 0,0-2 0 0,-3-1 0 16,2 1 0-16,-2-1 0 0,3 4 0 0,-3-1 0 0,0 5 0 15,0-2 0-15,3 5 0 0,-3-2 0 16,0 4 0-16,0-2 0 0,0 1 0 0,0-7 0 15,0 1 0-15,0 3 0 0,3-6 0 0,-3-3 0 16,3 1 0-16,-3-1 0 0,0 1 0 0,-3-3 0 0,3 2 0 16,0 1 0-16,0-1 0 0,0 1 0 15,0-1 0-15,0 1 0 0,3 2 48 0,-3-2 12 0,3 2 4 0,-3 0 0 16,3-3-52-16,-3 1-12 0,3-3 0 0,-3 0 0 16,3-3 0-16,-3 0 0 0,0 0 0 0,0 1 0 15,0-4 0-15,0 1 0 0,0-3 0 0,0 2 0 16,-3-4 0-16,3 2 0 0,0 0 0 0,0-6 0 15,-3 3 0-15,3-5 0 0,0 6 0 0,-3-1 0 16,3-5 0-16,-3 5 0 0,3-5 0 0,-3 6 0 16,3-6 0-16,0 8 0 0,0-8 0 0,-3 2 0 15,3-2 0-15,0 0 0 0,-3 6 0 0,3-6 0 16,0 0 0-16,0 0 0 0,0 0 0 0,0 0 0 16,0 0-95-16,0 0-21 0,0 0-5 0</inkml:trace>
  <inkml:trace contextRef="#ctx0" brushRef="#br0" timeOffset="23361.226">19139 7224 1337 0,'0'0'56'15,"0"0"-44"1,0 0 92-16,0 0 20 0,-6 5 3 0,3 0 1 16,3-5-56-16,-3 5-10 0,3 1-2 0,-3-1-1 0,0 0-1 0,3 3 0 15,-3 0 0-15,3 0 0 0,0 0-38 0,0 0-7 16,0 0-1-16,0 3-1 0,0-1 42 0,3 1 9 16,-3-1 2-16,0 6 0 0,0-3-52 0,3 3-12 0,-3 3 0 15,3-1 0-15,-3 3 54 16,3-2 8-16,0 2 2 0,-3 0 0 0,3 1-52 15,-3-4-12-15,3 3 0 0,-3-2 0 0,3-3 0 16,-3 2 0-16,0-2 0 0,3-3 0 0,-3 3 0 0,0-3 0 16,3 1 0-16,-3-1 0 0,0 3 0 15,0-3 0-15,0 0 0 0,0 3 0 0,0 0 0 0,0 0 0 16,0 0 0-16,0 2 0 0,-3 1 0 0,3-1 0 0,0 1 0 0,-3-1 0 16,0 3 0-16,3-5 0 0,0 3 0 0,-3-3 0 15,3 0 0-15,0-1 0 0,-3-1 0 0,3 2 0 16,0-3 54-16,-3-3 8 0,3 4 2 0,-3-1 0 15,3-3-52-15,0 1-12 0,-3 0 0 0,3-1 0 16,0 1 0-16,0 2 0 0,0-2 0 0,0 4 0 16,0-1 0-16,-3 2 0 0,3-1 0 0,0 4 0 15,0-1 0-15,3 1 0 0,-3-1 0 0,0 1 0 16,0 0 54-16,0-4 8 0,0 1 2 0,0 0 0 16,0-3-52-16,0 1-12 0,0-4 0 0,0 3 0 15,0-5 0-15,0 3 0 0,0-3 0 0,0 0 0 16,0 0 0-16,0-3 0 0,0 0 0 0,-3 3 0 15,3-2 0-15,0-6 0 0,0 0 0 0,-3 5 0 16,3-5 0-16,-3 5 0 0,3-5 0 0,0 0 0 16,0 0-48-16,0 0-13 0,0 0-3 0,0 0 0 15,0 0 0-15,0 0 0 0,0 0 0 0</inkml:trace>
  <inkml:trace contextRef="#ctx0" brushRef="#br0" timeOffset="25522.464">16668 7441 1337 0,'-6'2'56'0,"1"1"-44"16,-1-1 92-16,0-2 20 0,0 3 3 0,0 0 1 15,0-1-59-15,0-2-11 0,0 3-2 0,0 0-1 16,0-1 14-16,-3-2 3 0,3 0 1 0,0 3 0 16,0-3-58-16,-3 3-15 0,3-3 0 0,-3 0 0 15,0 0 51-15,0 0 7 0,1-3 2 0,-4 3 0 16,0-3-29-16,0 3-6 0,-3-2-1 0,0-1 0 15,0 0 0-15,-3 3-1 0,3-2 0 0,-2-1 0 16,-1 0-7-16,0 1 0 0,-3-1-1 0,3 1 0 16,0-1-7-16,3 0-8 0,-2 3 11 0,2-2-11 15,0-1 0-15,0 0 0 0,3 3 0 0,0-2 0 16,0-1 0-16,3 0 0 0,0 3 0 0,0-2 0 0,0-1 0 16,1 0 0-16,-1 1 0 0,0-3 0 0,-3 2 0 0,-3 0 0 15,3 1 0-15,-6-1 0 16,3 0 58-16,0 1 5 0,-5 2 1 0,5 0 0 0,-3 0-52 15,0 0-12-15,3 0 0 0,-3 0 0 0,0 0 0 0,3 2 0 16,-2 1 0-16,-1 0 0 0,3-1 0 0,0 1 0 16,-3 2 0-16,6-2 0 0,-3-1 0 0,3 4 0 15,3-4 0-15,-2 1 0 0,-1 0 0 16,3-3 0-16,-3 2 0 0,0 1 0 0,0 0 0 0,3-3 0 0,-3 0 0 16,3 2 0-16,0-2 0 0,0 3 0 0,3-3 0 15,-2 3 0-15,2-3 0 0,-3 2 0 0,3-2 0 0,0 3 0 16,0-3 0-16,3 0 0 0,-3 0-8 0,6 0 8 15,-6 0 0-15,6 0 0 0,-6 0 0 0,6 0 0 16,-3 0 0-16,3 0 0 0,-6 0 0 0,0 0 0 16,3 0 0-16,3 0 0 0,-6 0 0 0,6 0 0 15,-6 2 0-15,6-2 8 0,-6 0-8 0,6 0 0 16,-3 0 0-16,3 0 0 0,-6 0 0 0,6 0 0 16,-6 3 0-16,6-3 0 0,0 0 0 0,-3 3 0 15,3-3 12-15,-6 0 0 0,6 0 0 0,-6 2 0 16,6-2-12-16,-6 0-16 0,6 0 3 0,-5 3 1 15,5-3 12-15,-6 3 0 0,0-1 0 0,6-2 0 16,-3 3 0-16,3-3 0 0,-6 3 0 0,6-3 0 16,-6 2 0-16,6-2 0 0,-3 6 0 0,3-6 0 15,-6 5 48-15,6-5 13 0,0 0 3 0,-3 3 0 16,3-3-52-16,0 0-12 0,0 0 0 0,-3 5 0 16,3-5 0-16,-6 2 0 0,6-2 0 0,-3 6 0 15,3-6 0-15,-3 2 0 0,3-2 0 0,-3 6 0 16,3-6 0-16,-3 8 0 0,3-8 0 0,0 5 0 15,0-5 0-15,-3 3 0 0,3-3 0 0,0 8 0 0,-3-3 0 0,3-3 0 16,0 4 0-16,0 2 0 0,0-3 0 0,0 0 0 0,3 1 0 16,-3 1 0-16,0 1 0 0,3-2 0 0,-3 2 0 15,0 0 0-15,3 0 0 0,-3-3 0 0,3 3 0 0,-3 0 0 16,3 0 0-16,-3 0 0 0,3 0 0 0,-3-1 0 16,3 1 0-16,-3 0 0 0,3 0 0 0,-3 0 0 15,3 3 0-15,-3-3 0 16,3 2 0-16,-3-2 0 0,3 3 0 0,-3 2 0 0,3-2 0 15,-3 2 0-15,3 5 0 0,-3-2 0 16,0 5 0-16,0-2 0 0,3 2 0 0,-3 0 0 0,0 0 0 16,3 1 0-16,-3-4 0 0,0 1 0 0,0-1 0 0,0 1 0 15,0-1 0-15,0-2 0 0,0-3 0 0,-3 3 0 16,3-3 0-16,0 1 0 0,0-1 0 0,-3 0 0 16,0 0 0-16,3 3 0 0,-3 0 0 0,0 3 0 15,3-1 0-15,-3 1 0 0,0 2 0 0,3 0 0 16,-3 0 0-16,3 0 0 0,-3-2 0 0,3-1 0 15,0 1 0-15,-3-3 0 0,3 0 0 0,0-3 0 16,-3 0 0-16,3 0 0 0,0-2 0 0,0-3 0 16,-3 2 0-16,3-2 0 0,0 3 0 0,0-3 0 15,-3-3 0-15,3 3 0 0,0-3 0 0,0 3 0 16,0-8 0-16,0 6 0 0,0-6 0 0,0 5 0 16,0-5 0-16,0 0 0 0,0 5 0 0,0-5 0 0,3 6 0 15,-3-6 0-15,0 0 0 0,3 5 0 0,-3-5 0 16,3 3 0-16,3-1 0 0,-6-2 0 0,3 3 0 0,3-1 0 15,0-2 0-15,-3 3 0 0,3-3 0 0,0 0 0 16,3 0 0-16,-3 0 0 0,2 0 0 0,1 0 0 16,0 0 0-16,0 0 0 0,0 0 20 15,0 0 2-15,3 0 0 0,0 0 0 0,-3 0-22 0,3 0 0 16,3 0 0-16,-3 0 0 0,-1 0 0 16,1 0 0-16,0 0 0 0,0 0 0 0,-3-3 0 0,3 3 0 0,0 0 0 15,-3-2 0-15,3 2 0 0,-3-3 0 0,0 3 0 16,0 0 0-16,-1-2 0 0,1 2 0 15,0-3 0-15,0 0 0 0,3 3 0 0,-3-2 0 0,3 2 0 0,0-3 0 16,0 3 0-16,3-3 0 0,-3 3 0 0,3 0 0 16,-1 0 0-16,1 0 0 0,0 0 0 0,3 3 0 15,-3-3 0-15,0 3 0 0,0-3 0 0,0 0 0 16,-1 2 0-16,1-2 0 0,0 3 0 0,-3 0 0 16,3-3 0-16,-3 2 0 0,0-2 0 0,0 0 0 15,-3 0 0-15,3 0 0 0,-1 0 0 0,1 0 0 16,0 0-13-16,-3-2-7 0,3 2-2 0,0 0 0 15,-3 0 22-15,3 0 0 0,0 0 0 0,0 0 0 16,0 0 0-16,-1 0 0 0,1 0 0 0,0 0 0 16,0 0 0-16,0 0 0 0,0 0 0 0,0 0 0 15,0 0 0-15,0 0 0 0,0 0 0 0,-3 2 0 16,-1-2 0-16,1 0 0 0,0 0 0 0,0 3 0 16,0-3 15-16,0 2 7 0,0-2 2 0,-3 0 0 15,3 0-39-15,0 0-7 0,-3 0-2 0,3 0 0 16,-3 0 41-16,0 0 8 0,0 0 2 0,3 0 0 15,-6 0-19-15,2 0-8 0,1 0 0 0,-3 0 8 0,0 0-8 0,-3 0 0 0,6 0 0 16,-3 0 8-16,-3 0-8 0,6 0 0 0,-6 0 0 16,3 0 0-16,-3 0 0 0,6 0 0 0,-3 0 8 15,-3 0-8-15,3 0 0 0,3 0 0 0,-3 0 0 0,-3 0 0 16,3 0 0-16,-3 0 0 0,6 0 0 0,-6 0 0 16,3 0 0-16,-3 0 0 0,6 0 8 0,-6 0-8 15,3 3 0-15,-3-3 0 0,6 0 0 0,-6 0 0 16,3 0 0-16,-3 0 0 15,6 0 0-15,-6 0 0 0,3 0 0 0,-3 0 0 16,6 0 0-16,-6 0 0 0,3 0 0 0,-3 0 0 0,6 0 0 0,-6 0 0 16,3 0 0-16,-3 0 0 0,6 0 0 0,-6 0 0 15,0 0-24 1,3 0-11-16,-3 0-1 0,0 0-1 0,0 0 37 0,6 0 0 0,-6 0 0 0,0 0 0 16,0 0-110-16,0 0-14 15,0 0-4-15</inkml:trace>
  <inkml:trace contextRef="#ctx0" brushRef="#br0" timeOffset="27288.112">16213 7771 1892 0,'0'0'80'0,"0"0"-64"15,0 0 75-15,0 0 15 0,0 0 3 0,0 0 1 16,-6 0 14-16,0 0 4 0,-3 3 0 0,3 2 0 16,-3-2-112-16,0 5-16 0,0-3-16 0,-2 6 3 15,-1-3 13-15,0 2 0 0,0 1 0 0,0-1 10 16,0 1-10-16,0 2 0 0,3 0 9 0,0-2-9 15,-3 2 0-15,6-2 0 0,-3-1 0 0,6 4 0 16,0-6 0-16,1 2 0 0,2-2-11 0,2 3 11 16,1-6 0-16,0 3 12 0,6-3-1 0,-3 0 0 15,3 1-11-15,3-4 0 0,0 4 0 0,0-4 0 16,3-2 0-16,-3 3 0 0,3-3 0 0,0 3 0 16,-4-3 0-16,4 2 0 0,0-2 0 0,0 3 0 15,0 0 0-15,0-1 0 0,-3 1 0 0,0 0 0 16,0 2 0-16,-3-3 0 0,-1 1 0 0,-2 2 0 15,0-2 0-15,0 2 0 0,-6-5 0 0,3 6 0 16,-3-1 0-16,0 3 0 0,0 0 0 0,-3 0 0 16,0 0 0-16,-3 0 0 0,0 0 0 0,-3 0 0 15,1 2 0-15,-4 1 0 0,0 2 0 0,-3-3 0 16,3 4 11-16,-3-1 0 0,0 3 0 0,0 0 0 16,-3-3-11-16,4-2-16 0,-4 2 4 0,3-3 1 15,-3-2-140-15,0 0-28 0,0 0-5 0</inkml:trace>
  <inkml:trace contextRef="#ctx0" brushRef="#br0" timeOffset="27509.354">16153 7840 2172 0,'0'-5'61'0,"3"0"15"0,0-1-61 0,-3 1-15 0,3 2 0 15,3-2 0-15,-3 0 75 0,3-1 12 0,3 4 2 0,0-4 1 16,0 4-21-16,3-1-4 0,3-2-1 0,0 2 0 16,6 3-51-16,-4-2-13 0,4-1 0 0,3 3 0 15,-3 0 0-15,6 0 0 0,-3 0 0 0,-1 3 0 16,1-3 0-16,0 2 0 0,3-2 0 0</inkml:trace>
  <inkml:trace contextRef="#ctx0" brushRef="#br0" timeOffset="28078.469">17395 7753 1824 0,'0'0'38'0,"0"-6"8"0,-3 1-37 0,3 5-9 0,0-5 0 0,0 5 0 16,0-3 104-16,0 3 20 0,0 0 3 0,0 0 1 15,0 0-52-15,0 0-9 0,0 0-3 0,0 0 0 16,0 0-2-16,0 0-1 0,0 0 0 0,0 0 0 16,0 0-33-16,0 0-8 0,0 0 0 0,-6 3-1 15,0 2-10-15,-3 0-1 0,3 1-8 0,-3 2 12 16,-3-3-12-16,0 3 8 0,0 3-8 0,-6-1 0 16,4-2 0-16,-4 5 8 0,0-2-8 0,0 2 0 15,-3 0 0-15,3 1 0 0,0-1 0 0,1 0 0 16,2 0-10-16,0 0 10 0,3-2-8 0,0 2 8 15,6-5 0-15,-3 3-10 0,3-1 10 0,3-2 0 16,0-2-10-16,3 2 10 0,3-6-8 0,0 3 8 16,0 1-10-16,6-4 10 0,-3 1-12 0,6 2 12 15,0-5 0-15,0 3 0 0,3 0 0 0,0-1 0 16,2-2 0-16,1 0 0 0,0 3 0 0,3-3 0 0,-3 3 8 16,0-3-8-16,0 0 11 0,-1 0-11 0,-2 0 8 0,0 0-8 15,0 0 0-15,0 0 0 0,0 0-10 0,0 0-6 16,0 0 0-16,-1 0-1 15,-2-3 17-15,0 3 0 0,0-3 0 0,-3 1 0 16,0-1-208-16,-3 0-39 0,3 1-7 0</inkml:trace>
  <inkml:trace contextRef="#ctx0" brushRef="#br0" timeOffset="28382.822">17401 7755 2508 0,'-3'-5'71'0,"-3"0"16"0,3 0-70 0,0-1-17 0,3 6 0 0,0 0 0 16,0 0 65-16,0 0 10 0,0 0 1 0,0 0 1 15,0 0-14-15,0 0-3 0,0 0-1 0,0 0 0 16,0 8-13-16,0 3-2 0,-3-1-1 0,3 4 0 16,0 1-15-16,-3 4-2 0,3 2-1 0,0 3 0 15,-3 0-5-15,3 2-2 0,0 1 0 0,0-1 0 16,-3 1-6-16,3-4 0 0,0 1-1 0,0-3 0 15,0 1 9-15,0-1 3 0,0-3 0 0,0 3 0 16,0-2-32-16,0 2-7 0,0 0 0 0,0 3-1 0,0-5 17 16,0-1-8-16,0 1 8 0,0-1 0 15,3-2-42-15,-3 0-2 0,3-5 0 0,0-1 0 16,0-2-120-16,3-3-24 0,0-2-4 0</inkml:trace>
  <inkml:trace contextRef="#ctx0" brushRef="#br0" timeOffset="29008.192">18478 7919 1580 0,'0'0'67'16,"0"-5"-54"-1,-3 0 92-15,3 0 19 0,-3-1 3 0,0-2 1 0,3 3-6 0,-3-3-1 0,3 0 0 16,0-2 0-16,-3 2-33 0,3-3-6 0,0 3-2 0,3 0 0 16,0 0-17-16,0 0-4 0,3 0-1 0,0 0 0 15,0 3-18-15,3-3-4 16,0 3-1-16,0 2 0 16,0-2-15-16,0 2-2 0,0 1-1 0,0-1 0 15,0 0-4-15,-1 1-1 0,4-1 0 0,-3 3 0 0,0 0-12 0,3 0 11 0,-3 3-11 0,0-1 10 16,0 4-10-16,-3-1 8 0,3 3-8 0,-3 3 8 15,-3-1-8-15,3 6-17 0,-3 0 4 0,-3 2 1 16,-3 1 12-16,0-1 0 0,0 4 0 0,-3-1 0 16,0 0 0-16,0-3 0 0,0 1 0 0,0-1 0 31,-3-2-35-31,3 0-4 0,-3 0-1 0,0 0 0 0,3-3 22 0,0-2 4 0,-3-1 1 0,3 4 0 16,1-6 13-16,2 0 0 0,0-1-10 0,0 1 10 15,0-2 0-15,3-1 0 16,3 0 0-16,0-2 0 0,0 0 0 0,2-1 0 0,4-2 0 0,0 3 0 15,0-3 0-15,3-3 12 0,0 1 0 0,3 2 0 16,0-3-3-16,0 0 0 0,6 1 0 0,-4 2 0 16,4-3-9-16,-3 0 0 0,0 1 0 0,0 2 8 15,0 0-8-15,-3-3 0 0,-1 0 0 0,-2 3 0 16,3-2-66-16,-3 2-15 0,-3-3-3 0</inkml:trace>
  <inkml:trace contextRef="#ctx0" brushRef="#br0" timeOffset="30088.32">19559 7636 1624 0,'0'0'46'0,"0"0"10"0,0 0-45 0,-3-2-11 0,-3-1 0 0,3 3 0 16,-3 0 38-16,0 0 6 0,0 0 0 0,0 0 1 16,0 0 15-16,0 0 4 0,-3 3 0 0,3-3 0 15,0 2 0-15,-3 1 0 0,3 0 0 0,-3-3 0 16,4 5 0-16,-4-2 0 0,0 2 0 0,3 0 0 15,-3 3-52-15,3-3-12 0,-3 1 0 0,3 2 0 16,0 0 0-16,0 0 0 0,0-1 0 0,0 1 0 16,0 0 16-16,3 0 1 0,0 0 0 0,0 0 0 15,0 3-17-15,0-3 8 0,3 2-8 0,0 1 0 16,0-1 14-16,0 1-4 0,3 0-1 0,0-1 0 16,0 1 0-16,0-1 0 0,3 4 0 0,0-4 0 15,0 3-9-15,0-2 0 0,3 0 9 0,0-1-9 16,3 1 0-16,-3-1 8 0,3-2-8 0,0 3 0 15,2-3 0-15,1 0 0 0,0-3 0 0,0 0 8 16,3 1-8-16,-3-4 0 0,3 3 0 0,-3-5 8 16,-1 3-8-16,1-3 0 0,0 0 8 0,0-3-8 15,-3 3 0-15,3 0 9 0,-3-2-9 0,0-1 0 16,0 1 19-16,-4-1-3 0,1 0-1 0,0-2 0 16,3 2 9-16,-6-2 3 0,0 0 0 0,0-1 0 15,0 1 5-15,0-3 2 0,0 3 0 0,0-3 0 16,0 0-34-16,-3-3 0 0,3 4 0 0,-3-4 0 0,0 0 58 15,0 1 5-15,0-1 1 0,0 1 0 0,-3-1-52 0,3 0-12 0,-3 1 0 16,0-1 0-16,0-2 0 0,-3 5 0 0,0-5 0 16,0 5 0-16,0 0 0 0,0-3 0 0,0 3 0 15,-3 1 0-15,0-1 40 0,0 0 6 0,0 0 1 16,0 0 0-16,0 0-31 0,-3 0-7 0,0 0-1 16,0 0 0-16,-3 3-8 0,3-3 0 0,-2 0-10 0,-4 3 10 15,3-1 0-15,-3 4 0 0,0-4 0 16,0 4 0-16,0-1-12 0,0 3 0 0,0 0 0 0,1-3 0 31,-1 3-28-31,0 0-6 0,3 0-1 0,-3 3 0 0,3 0-58 16,0-1-12-16,0 1-3 0</inkml:trace>
  <inkml:trace contextRef="#ctx0" brushRef="#br0" timeOffset="32238.157">15475 5258 2004 0,'0'0'56'0,"0"0"14"15,0 0-56-15,0 0-14 0,0 0 0 0,0 0 0 16,3-6 97-16,-3 6 17 0,0-5 3 0,0 5 1 16,3-3-30-16,-3 3-5 0,6-2-2 0,-6 2 0 15,0 0-65-15,3 0-16 0,3 0 0 0,-6 0 0 16,6 0 55-16,-3 5 7 0,3-2 2 0,-1 5 0 16,-2-6-52-16,0 6-12 0,0 0 0 0,0 3 0 15,0 2 0-15,0 0 0 0,0 3 0 0,0 3 0 16,-3-1 0-16,3 3 0 0,-3 3 0 0,0 3 0 15,3-6 0-15,-3 0 0 0,0 0 0 0,0 0 0 16,0-2 0-16,0-3 0 0,0 2 0 0,0-7 0 16,0 2-48-16,0 0-13 0,0-2-3 0,0-3 0 15,3 0-153-15,-3-3-31 0,3 0-7 0</inkml:trace>
  <inkml:trace contextRef="#ctx0" brushRef="#br0" timeOffset="32617.543">15767 5385 2224 0,'-3'-11'63'0,"0"0"14"0,3 1-61 0,-3 2-16 0,3 0 0 0,-3 0 0 16,3 3 64-16,0 5 9 0,0 0 3 0,0 0 0 15,0 0-10-15,0 0-2 0,0 0 0 0,0 0 0 16,0 0-20-16,-6 5-5 0,3 3-1 0,0 0 0 16,3 3-22-16,-3 2-4 0,0 0 0 0,3 3-1 15,-3-3-11-15,3 3 10 0,3 0-10 0,-3 2 10 16,3-2-10-16,0 0 0 0,0-3 0 0,0 3 0 15,3-3 0-15,-3 1 0 0,3-1 0 0,0 0 0 16,2-8 0-16,-2 3 0 0,0 0 0 0,3-2 0 16,0-1 0-16,-3-2 0 0,3-3 0 0,3 0 0 15,-3-3 0-15,0 0 0 0,0 1 0 0,-3-4 0 16,3 1 10-16,-3 0 0 0,3-3 0 0,-3-3 0 16,-1 3-10-16,1-2 0 0,0-4 0 0,-3 1 0 15,0 0 43-15,0-3 6 0,0 0 2 0,-3 0 0 16,0-2-27-16,-3 2-6 0,0-3-1 0,-3 1 0 15,3 5-17-15,-6-1 0 0,4 1 0 0,-4 0-9 16,0 2 9-16,0 3 0 0,-3-2 0 0,0 2 0 16,0 3-23-16,0-1-2 0,3 4-1 0,-3-4 0 15,3 4-112-15,0-1-22 0,0 0-5 0</inkml:trace>
  <inkml:trace contextRef="#ctx0" brushRef="#br0" timeOffset="33156.564">15924 5059 1824 0,'-3'-8'76'16,"-3"0"-60"0,3 0 89-16,0 0 19 0,0 0 3 0,0 3 1 15,0-5 0-15,3-1 0 0,-2 3 0 0,2 0 0 16,0 0-73-16,0 0-15 0,2 0-2 0,1 0-1 15,0 3-8-15,3-3-1 0,0 0-1 0,3 0 0 16,3 3-27-16,-3 0 0 0,3-1 0 0,3 4 0 16,-3-1 56-16,3 0 7 0,0 1 1 0,2-1 0 15,-2 3-52-15,0 0-12 0,0-2 0 0,0 4 0 16,-3-2 0-16,0 3 0 0,0-1 0 0,-3 4 0 16,0-4 0-16,-4 4 0 0,4-1 0 0,-6 3 0 15,3-3 0-15,-3 3 0 0,-3 3 0 0,0-3 0 16,0 0-32-16,-3 2-8 0,3 1-3 0,-3-3 0 15,0 2 18-15,-3-2 3 0,3 3 1 0,0-3 0 16,-2 0 12-16,2 0 9 0,0-3-12 0,0 3 12 16,0-5-8-16,3-3 8 0,0 5 0 0,0-5 0 0,0 0-10 0,3 5 10 15,0 0-8-15,3-2 8 0,-1 2 0 0,1-5-10 16,3 0 10-16,3-5 0 0,0 5 0 0,0-3 17 16,3 1-1-16,0 2-1 0,0 0-15 0,0-3 0 0,0 3 0 0,-1 3 0 15,-2-3 0-15,0 2-10 16,0 6 2-16,0-2 0 0,-6-1 20 0,0 5 5 15,0-2 1-15,-3 6 0 0,0-4 8 0,-6 3 2 0,0 1 0 16,-6 2 0-16,0-1-5 0,0-1-1 16,-3 2 0-16,-3-1 0 0,0-1-14 0,-2 2-8 0,-1-1 8 15,0 1-8-15,0 0 0 0,0 0 0 0,0 3 0 0,0-4 0 16,1 1 0-16,-4 3 0 0,3-6 0 0,0 3 0 16,0 0-149-1,0-3-35-15,0 0-6 0</inkml:trace>
  <inkml:trace contextRef="#ctx0" brushRef="#br0" timeOffset="33820.623">10546 10444 1970 0,'0'0'56'0,"0"0"12"16,6-3-54-16,-1-2-14 0,4 0 0 0,6-3 0 15,3-3 82-15,3 0 14 0,6-2 2 0,3-3 1 16,2 0-21-16,1 1-4 0,6-7-1 0,-1 4 0 0,1-3-37 0,-3 2-7 16,3-2-1-16,-1 2-1 0,-2 4-16 15,3-1-3-15,2 3-8 0,-5-1 12 0,0 4-12 0,-6-1 0 16,-1 3 8-16,-2 0-8 0,-6 3 0 0,-3 2 11 0,0 1-11 16,-6-1 10-1,-1 3-31-15,-2 0-7 0,-3 0 0 0,0 3-1 16,-6-3-37-16,0 8-7 0,0 0-2 0,-3-1 0 15,-3 4-117-15,0-3-23 0,-3 3-5 0</inkml:trace>
  <inkml:trace contextRef="#ctx0" brushRef="#br0" timeOffset="34053.558">10784 10526 1854 0,'-39'29'39'0,"27"-19"8"0,0-2-38 0,3 3-9 0,0-3 0 0,3-3 0 16,3 1 110-16,3-6 20 0,0 0 4 0,0 0 1 15,6 2-34-15,3-2-6 0,6 0-2 0,0-2 0 16,3-4-11-16,3 1-2 0,0-3-1 0,2-3 0 16,4 3-31-16,-3-5-5 0,3 0-2 0,3 0 0 15,2 0-21-15,1-1-4 0,3-2 0 0,2 3-1 16,-2-3-15-16,3-2 0 0,-3-1 0 0,-1 3 0 16,-2-2 16-16,0 2-4 0,0 0 0 0,-1 0 0 15,-2 3-163-15,6 0-33 16,-4 0-6-16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3:02:09.0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17892 4406 2269 0,'0'0'64'0,"0"0"15"16,0 0-63-16,-3-3-16 0,3 3 0 0,0 0 0 16,0 0 54-16,0 0 8 0,0 0 2 0,0 0 0 15,0 0-1-15,0 0 0 0,0 0 0 0,0 0 0 16,0 0-50-16,0 8-13 0,3-3 0 0,0 3 0 16,0 0 0-16,0 5 0 0,0-5 0 0,0 0 0 15,0 5 56-15,0 3 7 0,0-3 1 0,-3 6 0 16,3 5-52-16,0 0-12 0,-3 5 0 0,3 2 0 15,-3 1 0-15,0-3 0 0,3 3 0 0,-3 0 0 0,0-3 0 16,0-3 0-16,0 1 0 0,0-1 0 0,0 6 0 16,0 0 0-16,0 2 0 0,0 3 0 0,0 0 0 15,0-2 0-15,-3-4 0 0,3 4 0 0,0-3 0 0,-3-6 0 0,3 1 0 16,-3-1 0-16,3-2 24 0,-3 2 3 0,3 1 0 0,-3-1 0 16,0 1-19-1,3-1-8-15,-3 1 8 0,0-4-8 16,0 1-20-16,0-5-8 0,3-1-3 0,-3-2 0 0,3-3 31 0,0-2 0 15,0 0-8-15,0-6 8 0,0-5-160 16,0 0-28-16,0 0-7 0</inkml:trace>
  <inkml:trace contextRef="#ctx0" brushRef="#br0" timeOffset="1195.521">17910 4379 1333 0,'0'0'28'0,"-6"3"6"0,6-3-34 0,0 0 0 0,0 8 0 0,0-8 0 16,0 0 88-16,0 2 12 0,0-2 1 0,3 6 1 15,0-1-25-15,3-2-5 0,0-1 0 0,3 1-1 16,-1 2-22-16,4-5-4 0,0 0-1 0,0 3 0 15,3-1-15-15,0-2-3 0,3 3-1 0,0 0 0 16,2-3-2-16,-2 2-1 0,3-2 0 0,0 0 0 16,3 0-2-16,-3 0-1 0,0 3 0 0,2-6 0 15,4 3-1-15,3 0 0 0,0-2 0 0,-1 2 0 16,1 0-3-16,3 0-1 0,0 0 0 0,-4 0 0 16,1-3-1-16,0 3 0 0,-3-3 0 15,3 1 0-15,-1 2 0 0,4-3 0 16,0 3 0-16,2-5 0 0,1 5 1 0,3-3 0 0,3 3 0 0,-4-2 0 15,1 2 2-15,0-3 0 0,-1 0 0 0,4 1 0 16,-3 2-7-16,5-3-1 0,4 0 0 0,-3 1 0 16,-1 2-8-16,-5 0 0 0,3-3 9 0,-1 3-9 15,-2 0 0-15,3-5 0 0,-1 2 0 0,1 3 8 16,0 0-8-16,-4-5 11 0,-2 2-11 0,3 1 12 16,-9 2-12-16,-1 0 0 0,1-6 0 0,0 6 0 15,-3 0 0-15,-1-2 0 0,4 2 0 0,0-3 0 16,-3 3 0-16,3-3 0 0,-1 1 0 0,1 2 0 15,-3 0 0-15,0-3 0 0,-1 3 9 0,-2 0-9 0,3 0 0 0,-3 0 0 16,3 0-12-16,-4 0 4 0,4 0 8 16,3 0 0-16,3 0 0 0,-3 0 0 0,2 0 0 0,-2 3 0 15,3-3 0-15,-3 0 0 0,-1 2 0 0,-2-2 0 0,-3 3 0 0,3 0 0 16,0-3 0-16,-1 2 0 0,4-2 0 0,-3 0 0 16,3 3 9-1,-1-3 4-15,4 0 1 0,-3 0 0 0,0 0-6 0,-4 0-8 16,1 0 11-16,3 0-11 0,-6 0 0 0,0 0 0 15,-1-3 0-15,4 3 0 0,-3 0 0 0,3-2 0 16,0 2 0-16,-1 0 0 0,1-3 0 0,0 3 0 0,3-3 0 16,-3 3 0-16,-4-2 0 0,-2 2 0 0,0-3 12 15,0 3-12-15,-3-5 0 0,0 2 0 0,-4 3 0 0,4 0 0 16,-3-5 0-16,-3 5 0 0,3-3 0 0,0 3 0 16,0-3 0-16,-3 1 0 0,3-1 0 0,-1 3 0 15,-2-2 8-15,-3 2-8 0,3-3 0 0,0 0 0 16,-3 3 8-16,0-2-8 0,0 2 9 0,-3 0-9 15,0 0 18-15,0 0-2 0,0 0-1 0,-3 0 0 16,-3 0 4-16,6 2 1 0,-6-2 0 0,0 0 0 16,3 0 0-16,-3 0 0 0,6 3 0 0,-6-3 0 15,0 0-2-15,0 0 0 0,3 5 0 0,-3-5 0 16,0 5 1-16,3-2 0 0,-3 5 0 0,0 0 0 16,0-5-3-16,-3 2-1 0,3 0 0 0,-3 3 0 15,3 0-3-15,-3 0-1 0,0-3 0 0,3 3 0 16,-3 3-2-16,3-3 0 0,-3 0 0 0,0 0 0 15,3 2-1-15,-3-2 0 0,3 0 0 0,0 3 0 0,-3 2 2 16,3 0 0-16,0 3 0 0,-3 0 0 16,3 5-1-16,0 0 0 0,-3 3 0 0,3 3 0 15,-3-4-1-15,3 1 0 0,0 3 0 0,0-6 0 0,0 0 1 16,0 3 0-16,0-11 0 0,0 6 0 16,0-4-1-16,3 1-8 0,-3-2 12 0,0-1-4 0,3 3 0 0,-3-3 0 15,0 0 0-15,0 6 0 16,0-1-8-16,0 1 0 0,0 2 9 0,-3 3-9 0,3-3 0 0,-3-3 8 0,3 4-8 0,-3 1 0 15,0-7 0-15,3 0 0 0,-3 0 0 0,0 0 8 16,0-3-8-16,0 0 0 0,0-2 0 0,-3-1 8 16,3-2-8-16,0 0-12 0,0 0 4 15,0 0 0-15,0-3-64 0,0 1-13 16,0-1-3-16,0 0 0 0,-3-2-137 0,0-3-28 0</inkml:trace>
  <inkml:trace contextRef="#ctx0" brushRef="#br0" timeOffset="2339.766">17791 5596 1456 0,'0'0'41'0,"0"0"9"16,0 0-40-16,6 6-10 0,-3-4 0 0,3 1 0 15,2 0 74-15,-2-1 13 0,3 1 2 0,3-3 1 16,0 0-22-16,3 0-4 0,3 0 0 0,0 0-1 16,3 0-50-16,2 0-13 0,1 0 0 0,0 0 0 15,3-3 56-15,0 3 7 0,2-2 1 0,-2 2 0 16,3 0-52-16,-3-3-12 0,2 0 0 0,1 1 0 15,3-1 54-15,3 0 8 0,-1-2 2 0,7 2 0 16,-6-2-52-16,0 2-12 0,2-2 0 0,-2 5 0 16,3-8 24-16,-4 3 1 0,4 0 1 0,3-3 0 15,-1 2-4-15,1 1-1 0,3-3 0 0,-1 3 0 0,-5 0-5 16,3-1 0-16,-4 4-1 0,7-4 0 0,-3 1-5 16,2 2-1-16,4-2 0 0,3 2 0 0,-7-2-1 15,-2 3-8-15,0 2 12 0,2-3-4 16,-2 0 4-16,6 3 0 0,-1-2 0 0,1 2 0 15,-4 0 0-15,-2 0 1 0,0 0 0 0,-1 0 0 0,1 2-13 0,-3-2 0 16,0 0 0-16,2 0 0 0,-2 3 0 0,3-3 0 0,-4 3 0 16,-2-1 9-16,0-2-9 0,-4 3 8 0,1-1-8 0,0-2 8 15,0 3 9-15,-4-3 2 0,4 0 0 0,3 0 0 16,-3 0-19-16,-1 0 0 0,4 0 0 0,-3 0-9 16,-3 3 9-16,-1-3 9 0,1 0-1 0,-3 0-8 15,0 0 10-15,3 0-10 0,-4 0 8 0,1 0-8 16,0 0 0-16,3 0 0 0,-1-3-12 0,1 3 12 15,-3 0 0-15,0 0 16 0,0-3 0 0,-4 3-1 16,1 0-15-16,-3 0 11 0,0 0-11 0,0 0 10 16,0 0-10-16,-1 0 12 0,1 0-12 0,0 0 12 15,0 0-12-15,0 0 8 0,3 0-8 0,-1 0 8 16,-2 0-8-16,3 0 0 0,-3 0 9 0,3 0-9 16,-7 3 0-16,4-3 0 0,-3 0 0 0,-3 0 8 15,3 0-8-15,0 3 0 0,-3-3 0 0,0 2 0 16,-1-2 0-16,-2 0 9 0,0 3-9 0,3-3 0 15,-3 3 8-15,3-3-8 0,-3 0 0 0,0 0 0 16,0 0 0-16,3 0 0 0,-4 0 0 0,1 0 0 16,0 0 0-16,0 0 10 0,0 0-10 0,0 0 8 15,0 0-8-15,-3 0 0 0,0 0 0 0,3-3 8 0,-3 3-8 16,-1-3 0-16,1 3 9 0,-3 0-9 0,3-2 10 16,-3-1-2-16,0 3-8 0,0-3 12 0,-3 1-12 15,0-3 0-15,0 2 8 0,-3-2-8 0,3-1 23 16,-3-2 1-16,-3 0 1 0,3 0 0 0,-3 1-2 0,0-7-1 0,-3 4 0 0,3-4 0 15,-3 1-6-15,0 0-2 16,0 0 0-16,-3 0 0 0,3-1-5 0,1 1-1 0,-1 0 0 16,-3 2 0-16,3 1-8 0,3-1 0 0,-3-2 9 15,3 2-9-15,0 1 0 0,0-1 0 0,0-2 0 0,0 0 0 16,3 2 0-16,0 1 0 0,0-1 0 0,0 0-8 31,0 3-23-31,0-7-4 0,0 4-1 0,0 0 0 16,0 1-136-16,0-1-28 0,3-2-6 0</inkml:trace>
  <inkml:trace contextRef="#ctx0" brushRef="#br0" timeOffset="3186.537">20449 4416 1751 0,'0'0'36'0,"0"0"9"0,0 0-36 0,0 0-9 0,3-5 0 0,-3 5 0 16,0 0 116-16,3-5 20 0,-3 5 5 0,0 0 1 15,0 0-49-15,0 0-9 0,0 0-3 0,0 0 0 16,0 0-20-16,0 0-4 0,0 0-1 0,0 0 0 15,0 0-19-15,0 0-4 0,0 0-1 0,0 0 0 16,0 0-12-16,0 0-2 0,0 0-1 0,0 5 0 16,3 3-2-16,-3-6-1 0,3 4 0 0,-3 2 0 15,0-3-5-15,3 0-1 0,-3 3 0 0,0-2 0 16,0 1 3-16,0 1 0 0,0 3 0 0,0 0 0 0,0-1-3 16,0 3 0-16,0 1 0 0,0 4 0 0,0 1-8 15,0-1 10-15,0 3-10 0,0 3 10 0,0-3-10 16,0 0 0-16,3 3 9 0,-3-3-9 0,3-2 0 15,-3 5 8-15,3-8-8 0,0 5 0 0,-3-8 24 0,3 3 0 16,-1 0 0-16,1 0 0 0,0 0-24 0,-3-1 0 16,0 4 0-16,3-3 0 0,-3 2 0 0,0 4 0 0,3-4 0 15,-3 6 0-15,3-6 0 0,-3 6 0 0,0-3 0 0,0 1 0 16,0-4 0-16,0 1 0 0,0-4 0 0,0 1 0 16,0-2 16-16,0 1 0 0,0-4-1 0,-3 2 0 15,3-2-15-15,0-1 8 0,0-2-8 0,-3 6 0 16,3-9 8-16,0 3-8 0,0-3 0 0,0 3 0 15,-3 3 0-15,3-9 8 0,0 6-8 0,0-2 0 16,-3-1 0-16,3 0 0 0,0 0 0 0,0 1 0 16,-3-1-31-16,3 0-2 0,0-5-1 0,-2 6 0 15,2-1-80-15,0-5-16 0,-3 5-3 16,3-5-1-16,0 0-81 0,0 0-16 0</inkml:trace>
  <inkml:trace contextRef="#ctx0" brushRef="#br0" timeOffset="3781.502">19142 4453 1272 0,'-9'-8'26'0,"9"8"7"0,0 0-33 0,-6-8 0 0,6 8 0 0,-6-2 0 15,6 2 103-15,0 0 13 0,0 0 4 0,0 0 0 16,0 0-32-16,0 0-7 0,0 0-1 0,0 0 0 16,0 0-5-16,0 0-2 0,0 0 0 0,3 10 0 15,-3-7-58-15,3 2-15 0,0 1 0 0,-3 4 0 16,3-2 54-16,0 0 8 0,0 3 2 0,-3 2 0 15,3 5-14-15,-3-4-2 0,3 4-1 0,-3 6 0 16,0-3-24-16,0 5-5 0,0 4-1 0,3-4 0 16,-3 1-17-16,0-1 0 0,3-2 0 0,-3 2 0 15,3-5 0-15,-3 6 0 0,3-9 0 0,0 9 0 16,0 2 41-16,0 0 5 0,0 3 1 0,3 2 0 16,-3-2-24-16,0 0-5 0,3-1-1 0,-3 1 0 15,0-5-17-15,0-3 0 0,0-3 0 0,0 0 0 16,0 0 0-16,-1-5 0 0,1 2 0 0,0 1 0 15,0-3 0-15,-3 0 0 0,3 0 0 0,-3-1 0 16,0-1 0-16,3-1 0 0,-3 0 0 0,0 0 0 0,-3-5 0 0,3 3 0 16,0-8 0-16,0-3 0 15,0 0-99-15,0 0-23 0,0 0-5 0</inkml:trace>
  <inkml:trace contextRef="#ctx0" brushRef="#br0" timeOffset="4415.691">18642 4892 1531 0,'0'0'64'15,"-6"-2"-51"-15,0-1 81 0,0 3 16 0,0 0 3 0,0 0 1 16,0 0-35-16,0 0-7 0,0 0-2 0,0 0 0 15,0 3-39-15,-3-1-8 0,4-2-2 0,-4 6 0 16,3-4-21-16,-3 4 0 0,0-1 0 0,3 0 0 16,-3 3 40-16,0 0 4 0,3 3 1 0,-3 2 0 15,3 0-21-15,0 3-5 0,0 3-1 0,-3-1 0 16,6 1-18-16,0 2 0 0,0 0 0 0,0-3 0 31,3 4 23-31,3-6-3 0,0-1 0 0,3 1 0 0,0-2-8 0,3-4-3 16,0 3 0-16,0-2 0 0,0-3 4 0,3 0 1 0,0-3 0 15,0 0 0-15,0-2 2 0,2 0 0 0,1-3 0 0,0 0 0 16,0-3-16-16,0 0 11 0,3-2-11 0,0 0 10 16,0-3-10-16,-1 0 0 0,1 0 0 0,0-3 0 15,-3-2 53-15,0 0 9 0,-3 0 2 0,3-6 0 16,-6 1-52-16,0-1-12 0,-3-2 0 0,-1 0 0 16,-2 0 0-16,0-3 0 0,-3 3 0 0,0-3 0 15,-3 5 0-15,-2-2 0 0,-1 5 0 0,-3-2 0 16,0 2 0-16,-6 3 0 0,3-3 0 0,-6 3 0 15,3-1 0-15,-3 4 0 0,3-1 0 0,-2 1 0 16,-1 2 0-16,3 2 0 0,0 1 0 0,0 2 0 16,3 1-65-16,0 2-16 0,0 0-3 0,0 0-1 15,3 2-159-15,1 4-32 0</inkml:trace>
  <inkml:trace contextRef="#ctx0" brushRef="#br0" timeOffset="5440.586">20931 4763 1720 0,'0'0'36'0,"-6"-5"8"0,3 2-35 16,-3-2-9-16,6 5 0 0,-3-3 0 16,3 3 120-16,-3-5 23 0,3 5 4 0,0 0 1 0,0 0-50 0,0 0-10 0,0 0-1 0,0 0-1 15,0 0-19-15,0 0-4 0,0 0-1 0,0 0 0 16,0 0-22-16,0 0-5 0,0 0-1 0,0 0 0 16,-3 8-11-16,0 0-3 0,0-1 0 0,0 4 0 31,3 0-3-31,-3 2-1 0,3-3 0 0,0 1 0 0,-3 0 3 0,3-1 0 0,0 3 0 0,-3-2 0 15,3 2-2-15,0 0 0 0,0 1 0 0,0 2 0 16,0 2-7-16,0-2-2 0,0 5 0 0,0-2 0 16,0-1-8-16,0 3 0 0,0-2 0 0,0 2 0 15,0-2 0-15,0-4 0 0,0-1 8 0,0 2-8 16,0-1-73-16,0-4-17 16,0 0-3-16</inkml:trace>
  <inkml:trace contextRef="#ctx0" brushRef="#br0" timeOffset="7337.501">19836 4847 1652 0,'0'-10'34'0,"0"-3"9"16,0 2-35-16,0 3-8 0,0 3 0 0,0-6 0 16,0 3 89-16,0 3 16 0,0 2 3 0,0 3 1 15,0 0 15-15,0-2 4 0,0 2 0 0,0 0 0 0,0 0-52 16,0 0-9-16,0 0-3 0,0 0 0 0,0 0 0 0,0 0 0 16,-3 2 0-16,3 6 0 0,0 3-51 0,-3-1-13 0,3 1 0 15,0 0 0 1,0 2 0-16,0 0 0 0,0 3 0 0,0 0 0 0,0 5 54 0,0 0 8 0,0 3 2 15,0 5 0-15,0-5-52 0,0 5-12 0,0 3 0 0,0-3 0 16,3-3 0-16,-3-2 0 0,0 0 0 0,0-3 0 16,3-5 0-16,-3 3 0 0,0-6 0 0,3 3 0 15,-3-6 0-15,0 1 0 0,3-3 0 16,-3 2 0-16,2-2-56 0,1-2-18 0,3-1-3 16,-3-2-1-1,3-3-151-15,3-3-31 0</inkml:trace>
  <inkml:trace contextRef="#ctx0" brushRef="#br0" timeOffset="8044.075">22083 4943 1862 0,'0'0'52'0,"0"0"13"0,0 0-52 0,0 0-13 0,0 0 0 0,0 0 0 15,0 0 89-15,0 0 15 0,0 0 4 0,0 0 0 16,6-3-44-16,0 3-9 0,3 0-2 0,0 0 0 16,3 3-12-16,2-3-2 0,1 0-1 0,0 2 0 15,6-2-2-15,-3 0 0 0,3-2 0 0,6 2 0 16,2 0-27-16,1 0-9 0,6 0 0 0,2 0 0 0,-2 2 38 16,0 1 1-16,3 0 0 0,-1-1 0 15,-2-2-11-15,0 0-3 0,-1 0 0 0,1 0 0 16,0 0-33-16,0 0-8 0,-1 0 0 0,-2 3-1 15,-3 0 17-15,0-1 0 0,-7-2 0 0,1 6 9 0,-3-6 3 0,-3 0 1 16,-6 2 0-16,0-2 0 16,0 0-61-16,-3 0-13 0,0-2-3 0,-4 2 0 15,1 0 0-15,0-3 0 0,-6 3 0 0,0 0 0 16,3-3-102-16,-3 3-21 0,3 0-4 0</inkml:trace>
  <inkml:trace contextRef="#ctx0" brushRef="#br0" timeOffset="8377.215">22964 4805 1824 0,'-12'-3'38'0,"-3"1"8"0,3-3-37 0,0 2-9 0,3 0 0 0,1 3 0 15,-1-2 84-15,3 2 16 0,6 0 2 0,0 0 1 16,0 0-23-16,0 0-5 0,0 0-1 0,0 0 0 16,6 5-17-16,0 3-3 0,-1-3-1 0,4 0 0 15,3 1-3-15,-3-1-1 0,3 3 0 0,0 0 0 16,0-3-17-16,0 0-3 0,0 1-1 0,0-1 0 15,0 0-9-15,-3 1-3 0,2-1 0 0,1 0 0 16,0 3-7-16,-3-3-1 0,0 3-8 0,3 3 12 16,-3-3-12-16,-3 2-13 0,3 1 2 0,-3 0 1 15,0 2 10-15,-3 3 0 0,0-3 0 0,0 3 0 16,-3-3 0-16,-3 3 0 0,0 0 0 0,0-3 0 0,-3 3 0 16,0-5 0-16,0 2 0 0,0 0 0 0,-3-2 49 15,3-3 12-15,-3-1 3 0,0 4 0 16,3-6-52-16,-3 1-12 0,0 2 0 0,0-3 0 15,1 0-48-15,-1 0-13 0,0-5-3 0,3 3 0 16,-3 2-43-16,3-2-9 0,-3-3-1 0</inkml:trace>
  <inkml:trace contextRef="#ctx0" brushRef="#br0" timeOffset="11859.855">23416 4678 2101 0,'0'-8'88'0,"3"0"-70"15,0-2 54-15,0 2 12 0,3 0 1 0,3 2 1 16,0-1-14-16,0-4-4 0,3 3 0 0,0 3 0 16,3-1-31-16,3 1-6 0,0 0-2 0,2 0 0 15,1 2-29-15,3 0 0 0,0 3 0 0,0 0 0 16,-1 3 0-16,-2 0 0 0,0 2 0 0,0 0 0 16,-3 0 0-16,0 3 0 0,-3-2 0 0,-1 4 0 15,-5-2 0-15,0 3 0 0,-3-1 0 0,-3 4 0 16,-3-6 15-16,-3 2-3 0,0 3-1 0,-3-2 0 15,-3 0-27-15,-3-1-6 0,-2 1-1 0,-1-1 0 16,0 1 15-16,-3-3 8 0,0 2-10 0,3-2 10 16,-3-2 8-16,3-1 7 0,1 3 1 0,2-6 1 15,0 4-17-15,3-4 0 0,3 4 0 0,6-6 0 16,0 0 0-16,0 0 0 0,3 5 0 0,0 0 0 16,3-2 0-16,6 5 0 0,0-5 0 0,2-1 0 15,1 3 0-15,3 1 0 0,0-1 0 0,3 0 0 16,-3 1 0-16,0-1 0 0,0 0 0 0,-1 1 0 15,-2 1 0-15,-3-1 0 0,0-1 0 0,0 3 0 16,-3 0 0-16,-3 0 0 0,0 0 0 0,-3 2 0 16,-3 1 0-16,0 2 0 0,-3 0 0 0,0 3 0 0,-3 0 0 15,-3 0 0-15,0 0 0 0,-3 0 0 0,0 2 30 0,-3-4 2 16,-3 1 1-16,1 4 0 0,-4-6-25 0,0 3-8 16,0-3 0-16,0 1 0 0,0-1 28 0,-2-3 1 0,2 1 1 15,0 2 0 1,3-5-75-16,0 3-15 0,0-1-4 0,3-2 0 15,1 0-102-15,2 0-21 0,3-3-4 0</inkml:trace>
  <inkml:trace contextRef="#ctx0" brushRef="#br0" timeOffset="12149.044">23982 5046 2553 0,'0'-8'53'0,"-3"3"12"15,3-1-52-15,0 6-13 0,-3-2 0 0,3 2 0 16,0 0 54-16,0 0 8 0,3-6 2 0,-3 6 0 16,0 0 0-16,0 0 0 0,3 0 0 0,0 3 0 15,3 2-52-15,-3 1-12 0,0 2 0 0,3 2 0 16,-3 1 0-16,0 2 0 0,3 3 0 0,-3 0 0 16,0 0 0-16,0 0 0 0,-3-1 0 0,3 1 0 15,-3 0 0-15,-3 3 0 0,3-3 0 0,-3 2 0 16,3 1 31-16,-3-4 3 0,0 1 1 0,0 0 0 15,0 3-56-15,0-1-11 0,0-2-3 0,-3 5 0 0,3-2 35 16,0-6-8-16,3 3 8 0,-3-3 0 16,3 0-156-16,0-5-28 0,0 3-6 0</inkml:trace>
  <inkml:trace contextRef="#ctx0" brushRef="#br0" timeOffset="12555.549">24250 5117 1792 0,'-3'-10'51'0,"0"2"10"0,3 0-49 15,-3 0-12-15,0 5 0 0,0-5 0 0,3 8 54 0,-3-2 8 0,3 2 2 0,0 0 0 16,0 0 25-16,0 0 6 0,0 0 1 0,-6 5 0 16,3 3-52-16,-3-3-9 0,3 6-3 0,0-3 0 15,-3 5 19-15,3-2 3 0,0 2 1 0,-3 0 0 16,3 3-37-16,0-3-7 0,0 0-2 0,3 3 0 15,-3-3-9-15,3 1 0 0,0 2 0 0,-3-6 0 16,3 3 0-16,3 1 0 0,-3-4 0 0,3 3 0 16,3-2 0-16,-3 0 0 0,3-1 0 0,0-2 0 15,0 0 0-15,0 0 0 0,0-3 0 0,3 1 0 16,0-4 0-16,0-2 0 0,0 0 0 0,0 0 0 16,3-5 25-16,-3 0 3 0,2-1 1 0,1-2 0 15,0 1 5-15,0-1 1 0,0-3 0 0,0 3 0 16,-3-3 3-16,0 1 1 0,0-1 0 0,-3-2 0 15,0 0-11-15,-3 0-3 0,0-6 0 0,0 3 0 16,-3-2-25-16,0 4 0 0,0-9 0 0,-3 4 0 16,-3 1 0-16,0-4 0 0,0 4 0 0,-3-3 0 15,0 5-8-15,-3-3-8 0,0 6 0 0,-3 0-1 16,-3 2-129-16,3 1-26 0,-5 2-4 0</inkml:trace>
  <inkml:trace contextRef="#ctx0" brushRef="#br0" timeOffset="13411.402">20886 3810 1765 0,'0'-8'50'0,"-3"3"11"0,3 0-49 0,0 2-12 0,0-5 0 0,0 0 0 16,0 3 83-16,3 0 13 0,0-3 4 0,0 5 0 15,0-2-31-15,3 2-5 0,-3-2-2 0,6 0 0 16,-3 2-8-16,3 0-2 0,-3 1 0 0,3-1 0 16,0 3-11-16,0-5-2 0,0 2-1 0,0 3 0 15,0-5-10-15,-1 5-3 0,1-3 0 0,0 3 0 16,0-5-9-16,0 5-3 0,0-3 0 0,-3 3 0 16,0 0-32-16,3 0-6 0,-3 0-2 0,0 3 0 15,0 2 73-15,-6-5 14 0,3 0 4 0,0 8 0 16,0-5-52-16,-3 2-12 0,0 3 0 0,-3 0 0 15,0 0 0-15,0 2 0 0,-3 1 0 0,0 2 0 16,0-5-48-16,0 3-13 0,-3 2-3 0,3 0 0 16,-3-5 52-16,0 5 12 0,3-2 0 0,-6 2 0 15,6 0 0-15,-3-5 0 0,4 3 0 0,-4-1 0 16,3-2 0-16,0 3 0 0,0-3 0 0,0 0 0 16,3 2-32-16,0-7-3 0,3 5-1 0,-3-3 0 0,3-5 25 15,3 6 11-15,3 2-10 0,-3-8 10 16,3 2-8-16,3 3 8 0,-3-5 0 0,3 0-9 0,-1 0 9 0,4 0 0 15,0 0 0-15,3-5-8 0,-3 5-8 0,3-2-2 0,3-4 0 0,0 1 0 16,-3 0 18-16,2 2 0 0,1-5 0 0,-3 5 0 16,3-7-11-16,-3 5 2 0,-3-3 0 0</inkml:trace>
  <inkml:trace contextRef="#ctx0" brushRef="#br0" timeOffset="13841.936">21199 3514 2026 0,'0'0'57'0,"-6"-3"14"16,0 1-57-16,6 2-14 0,-6 0 0 0,6 0 0 15,0 0 84-15,0 0 15 0,-6 0 2 0,6 0 1 16,0 0-42-16,-6 0-8 0,3 2-1 0,-3 4-1 0,3-1-26 16,0 3-4-16,3 0-2 0,-3 0 0 15,3-3-10-15,0 3-8 0,0 2 9 0,0-2-9 16,3 0 0-16,0 0 0 0,0-2 0 0,3 1 0 0,0-1 0 0,0-4 0 16,3 4 0-16,0-4 0 0,0 1 0 15,0-3 8-15,3 0-8 0,0 0 0 16,-4-3 12-16,4 1-1 0,0-4 0 0,0 4 0 0,-3-6 5 15,0 3 0-15,0-6 1 0,-3 6 0 0,0-3 7 16,0 0 0-16,0-5 1 0,-6 5 0 0,0 0-5 16,-3-6 0-16,0 4-1 0,0-1 0 0,-3 3-10 0,0-2-1 0,0-1-8 15,-3 3 12-15,0-2-12 0,-3 2 0 0,3 2 0 16,-3-1 0 0,-2 1-22-16,2 4-7 0,-3-4-2 0,0 6 0 15,3 0-95-15,-3 0-19 0,0 6-4 0</inkml:trace>
  <inkml:trace contextRef="#ctx0" brushRef="#br0" timeOffset="14535.316">19618 3723 1545 0,'0'0'32'0,"0"0"8"0,0 0-32 0,0 0-8 0,0 0 0 0,0 0 0 16,0 0 113-16,0 0 21 0,0 0 4 0,0 0 1 16,0-5-50-16,0 5-9 0,3-3-3 0,3-2 0 15,0 2-24-15,0 3-5 0,3-8 0 0,0 8-1 16,0-3-11-16,0 3-3 0,3-2 0 0,0 2 0 16,-3 0-14-16,2 0-3 0,1 0-1 0,0 0 0 15,-3 0-15-15,0 2 8 0,0-2-8 0,0 3 0 16,-3 5 8-16,-3-8-8 0,3 8 0 0,-3-5 9 15,-3 5-9-15,0 2 0 0,-3 1 9 0,0-1-9 16,0 4-12-16,-3-1-6 0,-3-3-2 0,0 6 0 16,-3 0-20-16,0 0-4 0,-3 0 0 0,1 0-1 15,-1 2-17-15,3-7-3 0,-3 2-1 0,0 0 0 16,3-2 34-16,0 2 8 0,3-5 0 0,3 3 1 16,0-6 23-16,3 6 0 0,0-9-9 0,3-2 9 15,0 5 0-15,3 1 0 0,0-4 0 0,3 1 0 16,3 0 8-16,0-3 0 0,0 2-8 0,3-2 12 0,3 0-4 0,-3-2-8 0,3-1 11 15,0 0-11-15,-1-2 9 16,4 2-9-16,-3-2 0 0,3-3 9 0,-3 3-9 0,3-3 0 0,-3 5 0 16,3-5 0-1,-4-2-85-15,1 5-19 0</inkml:trace>
  <inkml:trace contextRef="#ctx0" brushRef="#br0" timeOffset="14808.539">19892 3400 1824 0,'0'0'76'16,"0"0"-60"-1,0 0 89-15,0 5 19 0,-3 3 3 0,0 0 1 16,3 6-52-16,0-7-9 0,-3 7-3 0,3 2 0 15,0-6 0-15,-3 3 0 0,3 3 0 0,0 3 0 16,0-9-51-16,0 6-13 0,0 3 0 0,0-6 0 16,0 3 0-16,0-3 0 0,0 3 0 0,3 0 0 15,-3-6 0-15,3 4 0 0,0-1 0 0,-3 0 0 16,3 3-151-16,3-3-33 0,-3 3-6 0</inkml:trace>
  <inkml:trace contextRef="#ctx0" brushRef="#br0" timeOffset="15537.8">18309 3892 1337 0,'0'0'56'0,"0"0"-44"15,0 0 92 1,0 0 20-16,-3-5 3 0,3 5 1 0,-3-3-52 0,3 3-9 0,0-8-3 0,0 6 0 16,0-4 0-16,3 1 0 0,0 0 0 0,0-3 0 15,2 5 0-15,1-5 0 0,0 0 0 0,0 3 0 16,3 0-28-16,0 2-5 0,0-5-2 0,3 3 0 16,0 2-7-16,-3-2-2 0,3 2 0 0,0 1 0 15,0-1-8-15,-3 3-1 0,-1 0-1 0,1 0 0 16,0 0-10-16,-3 3 10 0,0-3-10 0,0 2 10 15,0 4-10-15,-6-6 0 0,3 5 0 0,0 3 0 16,-3 0 0-16,0 0 0 0,-3 2 0 0,0 6 0 16,0-5 0-16,-3-1 0 0,3 6 0 0,-6-3 0 15,3 3 0-15,-3-2 0 0,0-1 0 0,1 5 0 32,-1-7-49-32,-3 2-12 0,3 0-3 0,0 1 0 0,0-4 34 0,3 1 6 0,0-1 2 0,0-2 0 15,3 0 5-15,3 0 1 0,0-5 0 0,0-3 0 16,3 5 5-16,0 0 2 0,3 1 0 0,0-4 0 15,3 4 9-15,0-6 0 0,3 0-9 0,3 0 9 16,-3 0 0-16,2-6 0 0,4 6 0 0,-3-2 0 16,3-1-16-16,0-2 2 0,0-1 0 0,0 1 0 15,-1 3-40-15,-2-6-8 0,3 0-2 0</inkml:trace>
  <inkml:trace contextRef="#ctx0" brushRef="#br0" timeOffset="16217.538">18484 3474 1337 0,'0'0'56'15,"-6"3"-44"1,0-1 97-16,0 1 20 0,0 0 4 0,0-1 1 16,6-2-56-16,-6 0-11 0,1 0-3 0,5 0 0 15,-6 0-22-15,6 0-5 0,-6-2-1 0,6 2 0 16,-3-3-9-16,3 3-3 0,-3-5 0 0,3 2 0 16,0-5-5-16,3 6-2 0,0-6 0 0,0 0 0 15,0 2-4-15,3-1-1 0,-1 1 0 0,1-2 0 16,3 3 4-16,0 0 0 0,0-1 0 0,0 6 0 15,0-5 1-15,0 2 1 0,3-2 0 0,-3 5 0 16,0-2-2-16,-3 2 0 0,3-6 0 0,-3 6 0 0,0-2 4 0,-1 2 0 16,-2 2 0-16,-3-2 0 0,0 0 5 0,6 6 2 0,-6-6 0 15,3 2 0-15,-3 3-27 0,3 3 0 0,-3-2 0 16,0 4 0-16,-3-2 0 0,3 0 0 0,-3 3 0 0,0-1 0 16,0 4 8-16,0-9-8 15,1 5 0-15,-1 4 8 0,3-6-8 0,-3 0 0 16,0-1 0-16,3 7 0 0,-3-6 8 0,3-3-8 0,0 3 12 0,0 0-4 15,0 0 4-15,3 0 0 0,0-6 0 16,0 1 0-16,0 2-1 0,2-2 0 0,1 0 0 16,3 2 0-16,-3-5-3 0,3 0 0 0,0 0 0 0,0 0 0 15,3 0-8-15,0 0 0 0,0 0 0 0,0 0 8 16,3 0-8-16,-1 0 0 0,1 0 0 0,0 0 0 16,0 0-31-1,0 0-8-15,3-5-1 0,0 5-1 0,-3 0-159 16,2-3-32-16</inkml:trace>
  <inkml:trace contextRef="#ctx0" brushRef="#br0" timeOffset="20401.552">17847 5604 1348 0,'0'0'28'0,"0"0"7"0,0 0-35 0,0 0 0 0,0 0 0 0,0 0 0 15,0 0 120-15,0 0 16 0,0 0 4 0,0 0 1 16,0 0-33-16,0 0-6 0,0 0-2 0,0 0 0 15,0 0-34-15,0 0-7 0,0 0-2 0,3 6 0 16,-3-1-12-16,3-3-2 0,0 4-1 0,-3-1 0 16,3 0-14-16,0 1-4 0,-3-1 0 0,3 0 0 15,0 3-5-15,-3-3-2 0,3 3 0 0,0 0 0 16,-3 3-6-16,3-3-2 0,0 2 0 0,0 4 0 16,0-1-9-16,0 0 8 0,0 3-8 0,0 3 8 15,0-1-8-15,0 3 0 0,3-2 0 0,-3 5 0 16,0-3 0-16,3 0 0 0,-3 0 0 0,0-2 0 15,0-1 0-15,0 3 8 0,0-5-8 0,-1 3 0 16,-2-1 0-16,0-2 0 0,0 0 0 0,3 2 0 16,-3-2 0-16,0 0 0 0,0 3 8 0,0-1-8 0,0 1 0 15,0 2 0-15,0 0 0 0,-3 0 0 0,3 0 0 0,0 1 0 16,0-4 0-16,-2 1 0 16,2-3 0-16,0-1 0 0,0 1 0 0,0-2 8 15,0-1-8-15,0 0 0 0,0-2 0 0,0-1 0 16,0-2 0-16,0 3 0 0,0-1 0 0,0-2 0 0,0 0 0 0,0 0 8 15,0-3-8-15,0 3 0 0,0-2 0 0,0-1 0 0,0-5 8 16,0 8-8-16,0-8-16 0,0 5-6 0,0-5-1 0,0 5 0 16,0-5 23-16,0 0 0 0,0 6 0 0,0-6 0 15,0 0 47-15,0 0 13 0,0 0 4 0,0 0 0 16,0 0-52-16,0 0-12 0,0 0 0 0,0 0 0 16,0 0 0-16,0 0 0 0,2 5 0 0,-2-5 0 15,0 0 0-15,0 0 0 0,3 0 0 0,-3 0 0 16,6 3 0-16,-6-3 0 0,6 2 0 0,-3-2 0 15,3 0-12-15,-6 0-6 0,6 0-1 0,-3-2 0 16,3 2 31-16,3-3 5 0,-3 3 2 0,0 0 0 16,0-3-19-16,0 3 0 0,0 0 0 0,3-2 0 15,-3 2 0-15,3-3 0 0,0 3 0 0,0 0 0 16,-1-3 0-16,1 3 0 0,3-2 0 0,-3 2 0 16,0 0 0-16,3-3 0 0,-3 3 0 0,0 0 0 15,0 0 0-15,3-3 0 0,-3 3 0 0,0-2 0 16,0-1 0-16,2 3 0 0,-2-2 0 0,3-1 0 15,0 0 0-15,0 3 0 0,0-2 0 0,3-1 0 16,0 3-10-16,3-3-6 0,-3 3 0 0,5 0-1 16,-2-2 27-16,6 2 6 0,0 0 0 0,0 2 1 15,-1-2-17-15,4 0 0 0,0 3 0 0,3-6 0 0,0 3 0 16,-1 0 0-16,1 0 0 0,0-2 0 0,3 2-15 16,2 2-6-16,1-2-2 0,0 0 0 15,-3 0 23-15,2 0 0 0,-2 0 0 0,3 0 0 16,-7 0 0-16,4 0 0 0,0-2 0 0,0-1 0 0,-1 3 8 0,1-3-8 15,0 3 8-15,3-2-8 0,-4 2 8 0,-2 0-8 0,0-3 8 0,0 3-8 16,-1-3 11-16,-2 1-3 0,-3-1-8 16,0 0 12-16,3 1-12 0,-4-1 8 0,4-2-8 15,3 2 0-15,-3 1 0 0,0-1 8 16,-1 0-8-16,1 1 0 0,0-1 0 0,-3-2 0 16,3 2 0-16,-4 3 0 0,1-5 0 0,-3 2 0 0,3 0 0 15,-3 1 0-15,0 2 0 0,2-3 0 16,1 1 0-16,0-1 0 0,0 3 0 0,0-3 0 0,-1 1 0 0,1-1 0 15,0 0 0-15,-3 1 0 0,3-1 0 0,-3 0 0 16,-1 1 0-16,1 2 0 0,-3-3 0 0,6 0 0 16,-3 1 0-16,0 2 0 0,-1-3 0 0,4 1 0 15,0-1 0-15,0 3 0 0,0-3 0 0,-1 1 0 16,1-1 8-16,0 0-8 0,0 1 0 0,-3-1 0 16,3-2 0-16,-1 2 0 0,-2 0 0 0,0 1 0 15,0-4 0-15,-3 6 8 0,3-2-8 0,-4-1 0 16,1 1 0-16,3 2 0 0,-3-3 0 0,3 0 0 15,0 1 0-15,-1 2 0 0,1-3 0 0,0 0 0 16,0 1 0-16,0 2 0 0,-3-3 0 0,3 0 0 16,-4 1 0-16,4 2 0 0,0-3 0 0,-3 3 0 15,-3-3 0-15,3 3 0 0,-3 0 0 0,2-2 0 0,-2 2 0 16,3 0 0-16,0 0 0 0,0 0 0 0,-3 0 0 16,3 0 0-16,-1 0 0 0,-2 0 0 15,3 0 0-15,-3 0 0 0,3 0 0 0,-3 0 0 0,0 0 0 16,0 0 0-16,-1 0 0 0,-2 0 0 0,3 0 0 0,-3 0 0 15,0 0 0-15,-3 0 0 0,3 0 0 16,0 0 0-16,0-3 0 0,-3 3 0 0,0 0 0 0,2 0 0 0,-2 0 0 0,0 0 0 16,0 0 0-16,-3 0 0 0,3 0 0 0,0 0 0 15,-3-3 0-15,3 3 0 0,-3 0 0 0,3 0 0 16,-3 0 0-16,3-2 0 0,-3 2 0 0,3 0 0 16,-3-3 8-16,3 3-8 0,-4-2 0 15,4 2 0-15,-3 0 0 0,0-3 0 0,3 3 0 16,-3 0 0-16,3-3 0 0,-3 1 0 0,0 2 0 0,3-3 0 15,-3 0 0-15,0 1 8 0,0 2-8 0,0-3 0 16,0 0 0-16,0 3 0 0,0-2 0 0,-3 2 0 16,3-3 0-16,-1 0 0 0,1 1 0 0,-3 2 0 15,3-3 0-15,-3 0 0 0,-3 3 0 0,6-2 0 16,-3 2 8-16,-3 0-8 0,3-5 0 0,0 2 0 16,0 0 8-16,0 1-8 0,0-1 0 0,0 0 0 15,-3 1 9-15,3-4-9 0,0 4 8 0,0-1-8 16,0-2 8-16,0 2-8 0,0-2 8 0,0 0-8 15,-3 2 8-15,3-2-8 0,0 2 0 0,-3-2 8 16,3 2-8-16,0-2 0 0,0-1 9 0,-3 1-9 16,3 3 12-16,-3-4-3 0,0 1 0 0,3 0 0 15,-3-1 0-15,0 1 0 0,3 0 0 0,-3-1 0 0,0 1 1 16,0 0 0-16,0 0 0 0,0-1 0 16,0-2-2-16,0 3 0 0,0-3 0 0,0 0 0 15,0 0 0-15,0-2-8 0,0 2 12 0,0-3-4 0,0 1 0 16,0-1 0-16,0 0 0 0,-3-2 0 0,3 0 0 15,0-3-8-15,-3 3 12 0,3-3-4 0,0 0 2 0,-3 0 0 16,3 0 0-16,0-2 0 0,-3 2 1 0,3-3 0 16,-3 4 0-16,3-4 0 0,-3 3 0 15,3 3 0-15,0-3 0 0,0 3 0 0,0 0-11 0,0-1 12 16,0 1-12-16,0 0 12 0,0 2-12 0,0 1 8 16,0-4-8-16,0 4 8 0,0-1-8 0,0 1 0 15,0 2 0-15,0-3 0 0,3 3 0 0,-3 0 0 16,0 0 0-16,0 3 0 0,0-3 0 0,0 3 0 0,0 0 0 0,0-3 0 15,0 2-15-15,0 4-1 0,0-4-1 0,0 1 0 16,0 2-71-16,3 1-15 0,-3 2-2 16,0 0-1-16,0 0-100 0,0 0-20 0</inkml:trace>
  <inkml:trace contextRef="#ctx0" brushRef="#br0" timeOffset="21168.973">19207 5461 1883 0,'3'-2'39'0,"0"-4"10"16,0 4-39-16,-3 2-10 0,3-6 0 0,-3 6 0 16,0 0 96-16,0 0 16 0,0 0 4 0,0 0 1 15,0 0-41-15,0 0-9 0,0 0-2 0,0 0 0 16,0 0-22-16,0 0-5 0,-3 8-1 0,3 0 0 16,-3 0-15-16,3 3-3 0,-3-1-1 0,3 4 0 15,0-1-6-15,0 0-2 0,0 0 0 0,0 3 0 0,0 0-10 16,0-3 0-16,3 3 9 0,0-3-9 0,0 3 0 0,0-2 0 15,3 1 0-15,-3 1 8 0,0 0-8 0,3 0 0 0,-3 3 0 16,0-1 0-16,3 3 0 16,-3 0 8-16,0 1-8 0,0 4 8 0,0-5-8 0,0 3 0 15,0 0-8-15,-3-3 8 0,3 3 0 0,-3-3 0 16,3-2 0-16,-3 2 11 0,3-3 3 16,-3-2 1-16,0 0 0 0,0 3 0 15,0-6 1-15,0 3 0 0,0-3 0 0,0 0 0 0,0 0-4 0,3 1-1 16,-3-1 0-16,0 0 0 0,0-2-11 0,0 2 12 0,0-3-12 0,0-2 12 15,0 3-12-15,3-3 0 0,-3 0 0 0,3 0 0 16,-3 0 0-16,0-3 0 0,3-2 0 0,0 2 0 16,-3-5 0-16,3 0 0 0,3 3 0 0,0-3 0 15,-3-3-203-15,6 0-42 0</inkml:trace>
  <inkml:trace contextRef="#ctx0" brushRef="#br0" timeOffset="21860.611">20458 5390 1276 0,'0'0'54'16,"0"0"-43"-1,0 0 126-15,0 0 26 0,0 0 5 0,0 0 0 16,0 0-40-16,0 0-9 0,0 0-2 0,0 0 0 15,0 0-35-15,0 0-7 0,0 0-2 0,0 0 0 16,3 8-13-16,3-8-4 0,-3 5 0 0,0 3 0 16,0 0-19-16,0 0-4 0,-1 5-1 0,1 0 0 15,-3 1-15-15,3 2-3 0,-3-1-1 0,0 1 0 16,0 3-1-16,0-3 0 0,0 2 0 0,0 1 0 16,0-3-3-16,-3-1-1 0,3 1 0 0,0 3 0 15,0-1-8-15,0 4 8 0,0 1-8 0,0-1 8 16,0 1-8-16,0 4 8 0,0 2-8 0,0 3 8 15,0-3-8-15,0-3 8 0,0 1-8 0,0-1 8 0,0-2-8 16,0-3 0-16,0 0 0 0,0 0 8 16,0-5-30-16,0 3-6 0,0-3-2 0,0 0 0 0,0-1 75 15,0-1 15-15,0-1 4 0,0 0 0 0,-3 0-64 0,1-2 0 16,2 2-9-16,-3-2 0 0,0-1 9 16,3 1 0-16,-3 0 0 0,0-4 0 15,3 1 0-15,-3 0 0 0,0 3 0 0,3-3-8 16,-3 0-36-16,0-3-8 0,3 0 0 0,-3 1-1 15,0-1-60-15,0 0-12 0,3-5-3 0</inkml:trace>
  <inkml:trace contextRef="#ctx0" brushRef="#br0" timeOffset="22342.739">19264 6141 2180 0,'0'0'62'0,"0"0"13"0,0 0-60 0,0 0-15 0,0 0 0 0,-3 8 0 15,0-2 85-15,3 2 15 0,-3-3 2 0,3 3 1 16,-3 2-50-16,3 1-9 0,0 0-3 0,0 2 0 16,3 0-24-16,-3 3-5 0,3-3 0 0,-3 3-1 15,3-3-11-15,0 0 0 0,0 1 9 0,0-1-9 16,0-3 0-16,0 4 0 0,0-6 0 0,0 2 8 16,0 1-8-16,0-3-8 0,0 0 8 0,0 2-12 15,0-2-36 1,-3 0-8-16,3-3-2 0</inkml:trace>
  <inkml:trace contextRef="#ctx0" brushRef="#br0" timeOffset="23919.148">17904 5612 1489 0,'0'0'42'0,"0"0"10"0,-6-2-42 0,6 2-10 0,-3-3 0 0,-3 0 0 16,6 3 85-16,-3-2 15 0,0-1 4 0,-3 0 0 16,3 1-24-16,3 2-5 0,-6-3-1 0,3 0 0 15,-3 3-14-15,0 0-2 0,3-2-1 0,-6-1 0 16,3 3-18-16,0-3-4 0,0 3-1 16,-3 0 0-16,3 0-10 15,-2 0-3-15,-1 0 0 0,0 0 0 16,0 0-7-16,-3 0-2 0,0 0 0 0,0 0 0 0,-3 0-3 0,0 0-1 0,0 0 0 0,-2 0 0 15,-1 0-8-15,0 0 0 16,0-2 9-16,-3 2-9 0,0 0 0 0,0-3 0 0,1 3 0 0,-4-5 8 16,0 2-8-16,0 1 0 0,-3-4 8 15,4 4-8-15,-4 2 20 0,3-3 0 0,-3 3 0 0,3-3 0 16,-2 3-11-16,2 0-9 0,-3 0 12 0,3 0-12 16,-3 0 9-16,4 0-9 0,2 0 0 0,-3 0 9 15,3 0-9-15,0 0-12 0,3 0 2 0,-2 0 1 16,5 0 9-16,-3-2 0 0,6 2 0 0,-6 0 0 15,3 0 0-15,0 0 0 0,0 0 0 0,1 0 0 16,2 0 0-16,-3 0 0 0,0 0 0 0,0 0 0 16,3 0 0-16,0 0 0 0,0 0 0 0,3 0 0 15,0 0 0-15,0 2 0 0,1-2 0 0,2 0 0 16,-3 0 0-16,3 0 0 0,0 0 0 0,3 0 0 16,-3 0 0-16,0 3 0 0,6-3 0 0,-3 0 0 15,3 0 0-15,0 0 0 0,0 0 0 0,-6 3 0 16,6-3 0-16,0 0 0 0,0 0 0 0,0 0 0 15,-3 2 0-15,3-2 0 0,-6 6 0 0,6-6 0 16,-3 2 0-16,3-2 0 0,-3 8 0 0,0-5 0 16,0 2 0-16,3 0 0 0,0-5 0 0,-3 8 0 15,0 0 0-15,0 3 0 0,0-3 0 0,0 2 0 0,0 1 0 0,-3-1 0 16,3 1 0-16,0 0 0 0,0 2 0 0,-3 0 0 16,3 3 0-16,0 0 0 0,0 2 0 0,0 1 0 15,0 2 0-15,1 3 0 0,-1 0 0 16,0 2 0-16,0-2 0 0,0 2 0 0,0 1 0 0,0-3 0 0,-3 0 0 15,3-1 0-15,-3 1 0 0,3-3 0 0,-3 1 10 0,0 1-10 16,3 1 0-16,-3 0 0 0,0 0 0 0,0 2-10 16,3-2 10-16,-3 0 0 0,3 0 0 0,0-1 0 15,0-1 0-15,0-4 0 0,0 1 0 0,0-3 0 16,3 2 0-16,-3-2 8 0,3-3-8 0,0 3 11 16,0-5-11-16,0-1 0 0,0 1 0 0,0-3 0 15,0 0 0-15,0 0 8 0,3 0-8 16,-3-3 0-16,0 0 0 0,3 0-9 0,-3-5 0 0,3 6 0 15,-3-1 9-15,0-5 16 0,3 3-4 0,0 2-1 16,-3-5-11-16,6 3 0 0,-3-1 0 0,-3-2 0 16,3 3 0-16,3-3 0 0,-3 3 9 0,3-1-9 15,-3-2 0-15,3 0-18 0,0 0 3 0,3 0 1 16,-3 0 14-16,3-2 0 0,0 2 0 0,0-3 0 16,2 3 0-16,4 0 0 0,-3 0 0 0,3-3 0 15,0 3 0-15,3-2 0 0,0-1 0 0,0 0 0 16,2 1 10-16,-2-1 5 0,3 0 1 0,-3 1 0 15,3-1-16-15,0-2 0 0,-4 2 0 0,4-2 0 16,-3 2-10-16,3-2-5 0,0 2-1 0,0-2 0 0,0 2 16 16,-1-2 0-16,4 2 0 0,0-2 0 0,0 2 10 15,-3 1 5-15,2-1 1 0,1-2 0 0,0 2-26 0,-3 1-5 16,0-1-1-16,0 0 0 0,-1 1 27 0,-2 2 5 0,0-3 0 16,0 0 1-1,-3 1-27-15,3-1-6 0,0 0 0 0,-1 1-1 16,1-1 17-16,0 3 0 0,0 0 0 0,0-3 0 15,3 1 0-15,-3 2 0 0,-4-3 0 0,4 1 0 0,0 2 0 0,-3-3 0 16,3 3 0-16,0-3 0 0,-3 3 26 0,0-2 9 0,-1 2 1 16,1 0 1-16,0 0-26 0,0 0-11 0,-3 0 8 15,0 0-8-15,0 0 24 0,-3 0-1 0,3 0 0 0,0 0 0 16,-4 0-23-16,4 0 0 0,0 0 0 0,0 0 0 16,-3 0 0-16,3 0 0 0,0 0 0 0,-3 0 0 15,3 0 0-15,-3 0 0 0,0 0 0 0,0 0 0 16,0 0 0-16,-1 0 0 0,1 0 0 0,-3 0 0 15,0 0 0-15,3 0 0 0,-3 0 0 0,-3 0 0 16,3 0 0-16,-3 0 0 0,-3 0 0 0,0 0 0 16,6-3-16-16,-6 3-8 0,3 0-2 0,-3 0 0 15,6-5-135-15,-6 5-27 0,3-3-6 0</inkml:trace>
  <inkml:trace contextRef="#ctx0" brushRef="#br0" timeOffset="24670.401">17049 5956 1824 0,'0'0'76'0,"0"0"-60"16,-6 3-16-16,-2-1 0 0,2 1 105 0,0 0 19 0,-3-1 3 0,0 1 1 16,3 2 0-16,-3 3 0 0,3-2 0 0,-3 4 0 15,3-2-103-15,3 3-25 16,-3-1 0-16,3 3 0 0,3-2 0 0,-3 0 0 0,3-1 0 16,0 3 0-1,3-2 0-15,0 0 0 0,0-1 0 0,3 3 0 0,0-5 0 0,3 3 0 16,0-3 0-16,3 0 0 0,0 0 0 0,3-3 0 0,-1 0 0 0,4-2 0 31,0 0 0-31,0-1 0 0,3 1 0 0,0-3 0 0,-3-3 0 0,-1 3 0 16,4-2 0-16,-3-1 0 0,0-2 18 0,0 2-2 0,-3-2 0 0,0-1 0 15,-3 1 26-15,-1 0 5 0,-2-3 1 16,0 3 0-16,-3-3 2 0,0 0 1 0,0 0 0 0,-3 0 0 16,0 0-11-16,0 0-3 0,-3 0 0 0,0-2 0 15,-3 2-15-15,0-6-3 0,0 4-1 0,-3-1 0 16,-3-2-10-16,3 2-8 0,-3 1 9 0,-3-1-9 15,1 3 0-15,-4-2 8 0,0 2-8 0,0 0 0 16,-3 0 0-16,0 3-12 0,0-1 3 0,0 4 0 16,1-1-24-16,-1 0-5 15,0 1-1-15,0-1 0 0,0 3-71 0,6 0-14 0,-3 3-4 16</inkml:trace>
  <inkml:trace contextRef="#ctx0" brushRef="#br0" timeOffset="25329.091">18359 5858 1970 0,'0'0'56'0,"3"-2"12"16,-3-4-54-16,0 6-14 0,3-2 0 0,0-4 0 15,-3 6 96-15,3-2 17 0,-3-1 3 0,0 3 1 16,3-5-27-16,-3 5-6 0,3-3 0 0,-3 3-1 16,0 0-17-16,0 0-3 0,0 0-1 0,0 0 0 15,0 0-22-15,3-3-4 0,-3 3 0 0,3 3-1 16,3 0-10-16,-3 2-1 0,0-2-1 0,0 5 0 16,3 2-7-16,-3 1-2 0,0 2 0 0,0 3 0 15,0-3-6-15,0 3 0 0,0-3-8 0,0 3 12 16,0 0-12-16,0 0 11 0,0 2-11 0,0-2 10 0,0-2-10 0,0 1 0 15,-3-1 0-15,2-1 8 0,-2 0-8 0,0 3-17 0,0-3 4 16,0 0 1-16,0 3 12 0,0-2 0 0,0 1 0 16,0 1 0-16,-2-2 0 0,2-1 0 0,0 0 0 0,0 0 0 15,0-2 10-15,0-1 5 0,0 1 1 0,0-3 0 16,2 0-28-16,-2-3-6 0,3 0-1 0,3 1 0 16,-3-4-109-1,6-2-23-15,0-2-4 0</inkml:trace>
  <inkml:trace contextRef="#ctx0" brushRef="#br0" timeOffset="25964.921">19859 5723 1758 0,'0'0'36'0,"0"0"10"0,0 0-37 0,0 0-9 0,0 0 0 0,0 0 0 16,0 0 118-16,0 0 22 0,0 0 4 0,0 0 0 16,0 0-44-16,3 6-10 0,0-1-2 0,-3 0 0 15,3 0-20-15,0 3-4 0,-3 0 0 0,3 3-1 16,-3 0-21-16,0 2-4 0,3 0-1 0,-3 0 0 16,0 3-9-16,3 0-3 0,-3 0 0 0,3 2 0 15,-3 1-9-15,0-3-1 0,3 2-1 0,-3-2 0 16,0 0 12-16,0 0 2 0,0 0 1 0,0 0 0 15,0-3-29-15,0 0 0 0,0 0 0 0,-3 1 0 16,0-4 0-16,3 1 0 0,-3-1 0 0,0-2 0 16,3 3 0-16,-3-3 0 0,3 0-11 0,-3 0 11 15,3 0 0-15,0-3 0 0,0 3 0 0,0-3 0 16,0-5-51-16,0 5-5 0,0-5-2 0,6 6 0 16,0-6-56-16,0 0-11 0,3 0-3 0</inkml:trace>
  <inkml:trace contextRef="#ctx0" brushRef="#br0" timeOffset="26827.556">21095 5768 1614 0,'0'0'33'0,"0"0"9"0,0 0-34 0,0-5-8 0,0 5 0 0,0-5 0 16,0-1 104-16,0 1 20 0,0 0 3 0,0 5 1 15,0-5-42-15,0 2-8 0,0-2-2 0,0 5 0 16,-3-3-16-16,3 3-4 0,-3-5-1 0,3 5 0 15,-6-3-4-15,0 3-1 0,0-3 0 0,0 3 0 16,-3 0-6-16,0 0-2 0,0 0 0 0,0 0 0 16,0 3-18-16,-3 0-4 0,0 2-1 0,1-2 0 15,-1 5-19-15,-3-3 10 0,3 3-10 0,-3 0 8 16,3 2-8-16,-3 1 0 0,3 2 0 0,0 0 0 16,3 3 0-16,0 0 0 0,4 0 0 0,-1 0 0 15,0 0 0-15,3 2 0 0,3-2 0 0,0 0 0 16,0-3 0-16,3 0 0 0,3 1 0 0,-3-1 0 15,3-3-8-15,2 1 8 0,1 0 0 0,0-1 0 16,3-2 0-16,0 0-9 0,3 0 9 0,0-3 0 16,-3-2 0-16,3 2-8 0,0-5 8 0,-1 3 0 15,4-3 0-15,-3-3 0 0,3 3 0 0,0-2 0 16,0-1 0-16,0-2 0 0,2 2 0 0,1-2 0 16,-3-1 0-16,0 1 11 0,0 0-3 0,-3 0-8 15,3-3 27-15,-4 2-2 0,-2-2 0 0,0 0 0 16,-3-2 7-16,0 2 2 0,0-3 0 0,-3 1 0 0,0-1-2 15,-3-2-1-15,0 2 0 0,-3-2 0 0,0 0-10 0,0 0-1 16,-3-3-1-16,0 3 0 0,-3-1-8 0,0 1-2 0,0-3 0 16,-3 3 0-16,0 2-9 0,-3 1 8 15,0-1-8-15,1 1 8 0,-4 4-8 0,0-2 0 0,-3 6 0 16,3-3 0-16,-3 2 0 0,3 0-17 0,-3 3 4 0,1 0 1 31,-1 3-83-31,3 0-16 0,0 2-3 0</inkml:trace>
  <inkml:trace contextRef="#ctx0" brushRef="#br0" timeOffset="30025.916">16737 3911 1948 0,'0'0'55'0,"0"0"13"16,0 0-55-16,0 0-13 0,0 0 0 0,-3-3 0 16,3 3 91-16,-3-5 15 0,3 0 3 0,-3-1 1 15,3 1-29-15,0 2-5 0,0-7-2 0,3 4 0 16,0 1-15-16,0-8-3 0,3 5-1 0,-3-3 0 15,6 1-16-15,-3 2-3 0,6-3-1 0,-3 1 0 16,2-1-6-16,1 1-1 0,0 2 0 0,3 0 0 16,-3 0-8-16,3 0-3 0,-3 0 0 0,3 3 0 15,-3 2-7-15,0-5-2 0,-4 3 0 0,1 2 0 0,0 3-8 0,0-5 0 16,-3 2 0-16,0 3 0 0,0 3 16 16,0-3-1-16,-3 5-1 0,0-2 0 15,0 2-14-15,0 3 0 0,-3-5 0 0,0 7 0 16,0 1 0-16,-3-1 0 0,3 4 0 0,-3 4 0 15,0-7 0-15,-3 7 0 0,3-5 0 0,-3 6 0 16,0-3 0-16,0 2 0 0,0-4 0 0,-3 4 0 0,0-5 0 0,1 1 0 16,-1 1 0-16,0-4 0 15,3 2-30-15,-3 0-9 0,0-5-1 0,6 3-1 0,-3 0 24 0,6-3 5 16,-3-6 0-16,6 6 1 0,-3-3 11 0,6 1-12 0,-3 2 12 0,3-8-12 16,3 2 12-16,0 4-12 0,0-6 12 0,3 2-12 15,-4-2 12-15,4 0 0 0,0-2 0 0,0 2-8 16,0 0 8-16,0-6 0 0,3 4 0 0,-3 2-8 15,3-6 8-15,0 4 0 0,-1-1 0 0,-2 0 0 16,3 1-45-16,-3-1-4 16,3-2-1-16,-3 2 0 0,0 1-166 0,0-4-32 15</inkml:trace>
  <inkml:trace contextRef="#ctx0" brushRef="#br0" timeOffset="30569.744">17046 3479 2090 0,'-8'-21'44'0,"5"13"8"0,0 0-41 0,3 1-11 0,0-1 0 0,0-6 0 16,3 6 123-16,-3 0 22 0,3 1 5 0,0-7 1 15,2 6-61-15,1 0-12 0,0 0-2 0,3-5-1 16,3 5-31-16,0 3-7 0,0-3-1 0,3 3 0 16,0-1-13-16,0 4-3 0,0-1-1 0,-1 3 0 15,1 0-6-15,3 0-1 0,-3 5 0 0,-3 1 0 16,0 4-12-16,0-2 0 0,-3-2 0 0,-3 4 0 16,3 3 8-16,-3-2-8 15,-3 0 0-15,2 4 0 0,-5-4 0 0,0 2 0 0,0 1 0 16,-2-1 0-16,-1 3 0 0,0-8-15 0,-3 2 2 0,0 1 0 15,0-3 3-15,0 0 1 0,-3-3 0 0,3 3 0 16,-3 0 9-16,3-6 0 0,0 4 0 0,0-4 0 16,6-2 0-16,0 0 0 0,0 0 0 0,0 0 0 15,0 0 0-15,6 0-10 0,0 6 10 0,3-6 0 16,3 0 0-16,0 0 0 0,3 0 0 0,-1 0 0 16,1 0 0-16,-3 0 8 0,3 0 0 0,-3 2 1 15,0-2 3-15,0 3 0 0,0 2 0 0,0-2 0 16,-3 5 8-16,3-6 3 0,-7 4 0 0,1 2 0 15,0-6 8-15,-3 6 1 0,0-2 1 0,-6 1 0 16,0 1-5-16,0 0 0 0,-6 0-1 0,1 3 0 16,-1-3-11-16,-3 2-3 0,0 1 0 0,-3 0 0 15,0-1-13-15,0 6 11 0,0-8-11 0,-6 5 10 0,4-2-10 16,-4 2-11-16,0 0 3 0,0 3 0 16,3-5-73-16,0-1-15 0,3 1-2 0</inkml:trace>
  <inkml:trace contextRef="#ctx0" brushRef="#br0" timeOffset="31460.153">21925 5951 1579 0,'0'0'32'0,"0"0"10"16,0 0-34-16,0 0-8 0,0 0 0 0,0 0 0 15,0 0 53-15,0 0 9 0,0 0 2 0,6 5 0 0,3 0 0 0,0-2 0 16,3 0 0-16,3-1 0 0,0 1 5 16,2-3 2-16,4 3 0 0,0-1 0 15,3-2-8-15,0 3-2 0,0-3 0 0,2 0 0 0,-2 3-1 16,0-1 0-16,0 1 0 0,3-3 0 0,-1 3-48 0,7-3-12 0,-3 2 0 15,3-2 0-15,-1 0 0 0,1 0 0 16,-3 0 0-16,3 0 0 0,-7 0 0 0,-2 3 0 16,-3-3 0-16,3 0 0 0,-3 2 0 0,0-2 0 15,-1 3 0-15,-2-3 0 0,3 3 0 0,-3-3 0 16,3 2 0-16,-3-2 0 0,-3 0 0 0,2 0 0 16,1 0 0-16,-3 0 0 15,0 0-48-15,-3-2-13 0,3 2-3 0</inkml:trace>
  <inkml:trace contextRef="#ctx0" brushRef="#br0" timeOffset="31869.897">22747 5763 1824 0,'-6'-3'38'0,"0"1"8"15,0-1-37-15,6 3-9 0,-6-3 0 0,6 3 0 16,0 0 104-16,0 0 20 0,0 0 3 0,0 0 1 16,0 0 0-16,0 0 0 0,6-5 0 0,-3 2 0 15,6 3-103-15,0 0-25 0,0 0 0 0,2 0 0 16,1 3 50-16,3 0 5 0,3-1 1 0,-3 1 0 16,0 2-30-16,3 3-6 0,-3 0 0 0,0 3-1 15,-4-3-8-15,4 2-2 0,-3 1 0 0,-3 2 0 16,0 0-9-16,0 1 10 0,-3-1-10 0,0 0 10 15,0 3-28-15,-6-3-6 0,3 3 0 0,-3 0-1 0,-3-3 71 16,3 0 14-16,-3 3 4 0,-3-3 0 0,0 1-64 0,-3-1-18 16,0 0-1-16,0-2 0 0,-3-1 19 0,-3-2 0 0,4 0 0 15,-4 3 0-15,0-3 12 0,0 0 5 0,-3 0 2 16,3-3 0-16,-3 3-19 0,6-3-11 0,-3 3 2 16,4 0 0-16,-1-3 9 0,3 1 0 0,0 2-9 0,0-3 9 15,3 0-46 1,0 0-5-16,3 1-1 0,-3 2 0 0,3-3-112 15,0 0-22-15,3-5-5 0</inkml:trace>
  <inkml:trace contextRef="#ctx0" brushRef="#br0" timeOffset="34464.238">23559 5821 1862 0,'3'-13'39'0,"-3"8"8"0,0 2-38 0,3-2-9 0,-3 2 0 0,0 3 0 15,0 0 96-15,0-5 18 0,0 5 3 0,0 0 1 16,-6-3 8-16,6 3 2 0,0 0 0 0,-6-2 0 16,-3 2-103-16,3 2-25 0,-2 1 0 0,-1 2 0 15,0 0 0-15,0 3 0 0,0 3 0 0,0 2 0 16,-3 3 56-16,3 0 7 0,0 5 1 0,-3 0 0 16,3 0-52-16,0 3-12 0,3-3 0 0,-3 3 0 15,1 0 0-15,2-3 0 0,0 3 0 16,0-3 0-16,3 3-21 0,3-3-7 0,0 0-2 15,0 3 0-15,6-3 48 0,-3 3 10 0,6-3 1 0,-3 0 1 16,2 1-75-16,4-4-15 0,0 1-4 0,0-3 0 16,3-3 52-16,0-3 12 0,3-2 0 0,0 0 0 15,0-2 0-15,-1-4 0 0,4 1 0 0,0-3 0 16,-3 0 11-16,0-3 5 0,0 1 0 0,-1-1 1 16,-5 0-27-16,0 1-6 0,0-4 0 0,-3 4-1 15,0-4 65-15,-3 1 12 0,-3-3 4 0,3 3 0 16,-6-3-52-16,3 3-12 0,-3-3 0 0,0 0 0 15,-3-3 54-15,0 3 8 0,0-2 2 0,-3 2 0 16,0 0-55-16,-3 0-9 0,3-3 0 0,-6 3 0 16,3 0 0-16,-3 0 0 0,1 0 0 0,-4 1 0 0,3 1 0 15,-3 1 0-15,0 2 0 0,0 1 0 16,0 2 0-16,0 0 0 0,0 0 0 0,1 0 0 16,2 2-21-16,0 1-10 0,0 0-1 0,0 2-1 15,3 0-101-15,3 0-20 0,0 1-4 0</inkml:trace>
  <inkml:trace contextRef="#ctx0" brushRef="#br0" timeOffset="34876.851">23830 6094 2066 0,'0'0'43'0,"0"0"10"15,0 0-42-15,0 0-11 0,0 0 0 0,0 0 0 16,0 0 156-16,0 0 28 0,0 0 7 0,0 0 1 15,0 0-103-15,0 0-20 0,0 0-4 0,0 0-1 16,0 5-51-16,3 0-13 0,-3 3 0 0,0-2 0 0,3 1 0 16,-3 4 0-16,3-3 0 0,-3 3 0 15,3 2 54-15,-3 0 8 0,3 3 2 0,-3 0 0 0,3 0-52 0,-3 2-12 0,0 1 0 16,3-1 0-16,-3 1-12 0,0-3-6 0,3 0-1 16,-3 2 0-1,0-5 19-15,3 1 0 0,-3-1 0 0,0 0 0 0,3 0 0 0,-3-2-15 16,3-1 2-16,0 1 0 15,-3-3-43-15,3 2-8 0,0-4-1 0,0 2-1 16,-3-3-138-16,0-5-28 0,6 3-6 0</inkml:trace>
  <inkml:trace contextRef="#ctx0" brushRef="#br0" timeOffset="35315.186">24047 6215 2066 0,'-3'-5'43'0,"-2"3"10"0,5 2-42 0,0 0-11 0,0 0 0 0,0 0 0 16,0 0 104-16,0 0 20 0,0 0 3 0,0 0 1 15,0 0-52-15,0 0-9 0,-3 5-3 0,0 3 0 16,0 0-51-16,3 2-13 0,-3 1 0 0,3-1 0 16,0 4 0-16,0-1 0 0,0 3 0 0,3-3 0 15,-3 3 0-15,0-3 0 0,3 0 0 0,0 1 0 16,0-4 0-16,0 3 0 0,2-2 0 0,1 0 0 15,0-1 0-15,0 1 0 0,0-3 0 0,0 2 0 16,3-4 0-16,0-1 0 0,0 0 0 0,-3 0 0 16,3-2 0-16,0 0 0 0,0-1 0 0,0 1 0 15,0-3 0-15,0-3 0 0,-1 1 0 0,1-1 0 16,0 0 0-16,0-2 0 0,0 0 0 0,-3 0 0 0,0-3 54 0,0 0 8 16,0 0 2-16,-3 0 0 0,3 0-52 15,-3-3-12-15,3 1 0 0,-3-1 0 0,-3-2 54 0,3 0 8 0,-3-3 2 16,0 3 0-16,0-3-15 0,0 0-2 0,-3 0-1 15,3 0 0-15,-3 0-22 0,0 3-5 0,-3 0-1 16,3-1 0-16,-3 1-18 0,0 3 0 0,-3-1 0 0,0 3 0 16,0-2 0-16,-3 4 0 0,0-2 0 0,-2 6 0 15,-1-4 0-15,0 4 0 0,-3-4 0 0,0 6 0 32,-3 0-99-32,0 3-23 0,1 0-5 0</inkml:trace>
  <inkml:trace contextRef="#ctx0" brushRef="#br0" timeOffset="39410.7">16588 6570 851 0,'0'0'36'0,"0"0"-36"16,0 0 109-16,0 0 15 0,0 0 4 0,-6 0 0 15,6 0-52-15,-3-3-9 0,3 3-3 0,0 0 0 16,-6 0 52-16,6 0 9 0,0 0 3 0,0 0 0 16,0 0-52-16,0 0-9 0,0 0-3 0,-6 3 0 15,3 2 0-15,0 1 0 0,3-1 0 0,-3 5 0 16,3-2-51-16,-3 3-13 0,3 0 0 0,0 2 0 16,0 3 0-16,0 0 0 0,0-1 0 0,0 4 0 15,3-1 54-15,-3 1 8 0,3 0 2 0,-3 2 0 16,3-3-52-16,-3 3-12 0,3-2 0 0,0 2 0 0,-3 0 0 0,0 0 0 15,0 1 0-15,0 4 0 0,0-2 0 16,0 5 0-16,0 3 0 0,0 2 0 0,0-2 0 0,0 0 0 16,0-1 0-16,0-2 0 0,0 1 0 0,-3-1 0 0,0-3 0 0,0 1 0 15,3 2 0-15,-3 0 0 0,0 0 0 0,0 3 0 16,3-3 0-16,-3 0 0 0,3 0 0 16,0 0 0-16,-3-2 0 15,3-6 9-15,0 3-9 0,3-6 8 0,-3 1-8 16,3-4 10-16,-3 1-10 0,0-2 10 0,3-1-10 15,-3-3-12-15,3 1 2 0,0 0 1 0,-3-4 9 0,3-1 0 16,-3 2 0-16,3-3 0 0,0 0 22 0,-3-5 6 0,0 6 2 0,0-6 0 16,3 5-13-16,-3-5-2 0,0 0-1 0,3 3 0 15,-3-3 5-15,0 0 1 0,0 0 0 0,3 0 0 16,-3 0-20-16,6 0 0 0,0-3 0 0,-6 3 0 16,3 0 0-16,3-3 0 0,0 1 0 0,0-1 0 15,0 3 0-15,0-3 0 0,0-2 0 0,0 5 0 16,3-3 0-16,0 1 0 0,-3-1 0 0,5 0 0 15,1 1 0-15,0-1 0 0,0-2 0 0,0 5 0 16,3-3 0-16,0-2 0 0,0 2 0 0,3 3 0 16,-4-5 0-16,4 5 0 0,0-3-8 0,0-2 8 15,0 2 0-15,0 1 0 0,0-1 0 0,2-2 0 16,1 2 0-16,0-2 0 0,3 2 0 0,6-2 10 16,-1 0-10-16,4-3 0 0,6 2 0 0,-3 1 0 15,-1 0 0-15,4-3-11 0,-3 3 3 0,-1-1 0 16,1 1 8-16,0 0 0 0,0-1 10 0,2 1-10 15,-2-3 0-15,3 3 0 0,-1-3 0 0,1 3-10 0,-3-3 10 16,-3 2 0-16,-4-2 0 0,1 3 0 0,0 0 0 16,0 0 11-16,-4-3-3 0,7 2 0 15,-3 1-8-15,0 0 0 0,2-3 0 0,1 3 0 0,-3 2 0 16,-3-2 0-16,3 2 0 0,-1 0 0 0,-2 1 0 0,-3-1 0 16,0-2 0-16,2 2 0 0,-2 0 0 0,6 1 0 0,0-3 0 15,0 2 0-15,-4 0 0 0,4 1 0 0,0-1-12 0,0 0 12 16,-4 1 0-16,1 2 0 0,0-3 0 0,0 0 12 15,-3 3-12-15,2-2 0 0,1-4-12 0,0 4 12 16,3-1 0-16,0 0 0 0,2 1 0 0,1-3 12 16,-3 5-12-16,0 0 0 0,-1-3 0 0,-2 3 0 15,0-3 0-15,-3 1 0 0,0-1 0 0,-1 0 0 16,1 1 0-16,0-1 12 0,3 0-4 0,0 1 0 16,-4-1-8-16,7 0-9 0,-3 3 9 0,0 0-13 15,0-2 13-15,-1 2 0 0,1 0 0 0,-3 0 0 16,0 0 0-16,0 0 0 0,-4-3 0 0,4 1 0 15,0-1 0-15,-3 0 0 0,6 1 0 0,-4-1 0 16,4 0 0-16,3 3 0 0,0-2 0 0,-3 2 0 16,2 0 22-16,-2 2 7 0,3-2 2 0,-3 0 0 15,-4 0-31-15,4 0 0 0,-3 0 0 0,0 0 0 16,3-2-19-16,-4 2-9 0,4 0-3 0,3-3 0 16,-3 3 56-16,0 0 11 0,2 0 3 0,-2 0 0 15,-3 3-63-15,3-3-12 0,-3 2-2 0,-1 1-1 16,1-3 39-16,-3 3 0 0,0-3 0 0,3 0 0 0,-3-3 0 15,2 3 0-15,4 0 0 0,0 0 0 0,0 0 20 16,0 3 11-16,2-3 2 0,-2 2 1 0,0-2-34 0,0 3 0 16,-4 0 0-16,1-1 0 0,0-2 0 0,-3 3 0 15,0-3 0-15,0 0 0 0,-4 0 8 0,4-3-8 0,0 3 0 0,3-2 0 16,-3 2 0-16,3 0 0 0,-1 0 0 0,-2-3 0 16,3 6 0-1,0-3 0-15,-3 0 0 0,0 2 0 0,2 1 8 16,-5-3-8-16,3 2 0 0,0 1 0 0,-3 0 0 15,0-3 0-15,-1 0 0 0,1 2 0 0,0-2 0 0,0 0 0 0,3 0 0 16,-3 0 0-16,3 0 8 0,-1 0-8 0,1-2 0 0,0 4 0 16,-3-2 0-16,3 0 0 0,-3 3 0 0,-1 0 0 15,1-3 8-15,-3 2-8 0,0-2 12 0,0 0-12 16,0 0 0-16,0 0 0 0,-3 0 0 0,0 0 0 16,-1 0 0-16,1 0 0 0,0 0 0 0,0-2 0 15,-3-1 0-15,3 0 0 0,0 3 0 0,0-2 0 16,0-1 0-16,0 0 0 0,0 3 0 0,-1-2 0 15,1 2 0-15,0-3 0 0,0 1 0 0,3 2 0 16,-6 0 0-16,3-3 0 0,-3 3 0 0,3 0 0 16,-3 0 9-16,0 0-9 0,0-3 0 0,-1 3 9 15,1 0-9-15,-3 0 0 0,3-2 0 0,-3 2 0 16,3 0 0-16,-3-3 0 0,0 3 8 0,3-3-8 16,-3 3 0-16,0 0 0 0,0-2 0 0,0 2 0 15,-3 0 0-15,3-3 0 0,0 0 0 0,0 3 0 16,-3-2 0-16,3-1 0 0,0 0 8 0,-3 1-8 15,2-1 0-15,1 0 0 0,-3-2 9 0,3 3-9 16,-3-4 0-16,0 4 9 0,0-4-9 0,0 4 0 16,0-4 16-16,0 1-4 0,0-3-1 0,0 3 0 0,0 0 0 15,-3-3 0-15,3 2 0 0,-3-2 0 16,3 0 0-16,-3-2 0 0,0 2 0 0,3-3 0 0,-3 3-11 0,3-2 12 16,-3-1-12-16,3 1 12 15,-3-1-4-15,0-2-8 0,3 2 12 0,-3-2-4 0,0 0 0 0,3 0-8 0,-3-1 12 16,0-4-4-16,3 5 1 0,-3-3 0 0,0-3 0 15,3 3 0-15,-3 0-9 0,0 1 12 0,3 1-12 0,-3-2 12 16,0 3-12-16,3 0 10 0,-3 0-10 0,0 2 10 16,3-2-10-16,-3 2 10 0,0-2-10 0,0 0 10 15,0 0-10-15,0-1 0 0,0 4 0 0,0-3 8 16,0-3-8-16,0 3 0 0,0-1 9 0,0-2-9 16,0 1 9-16,0-1-9 0,0-3 12 15,0 1-12-15,0-1 10 0,0 3-10 0,0-2 8 0,0-1-8 16,0 3 8-16,-3 0-8 0,3 3 8 0,0-3-8 15,0 3 10-15,-3 2-10 0,0 1 12 0,3-1-12 16,-3-2 13-16,0 5-4 0,0-2-1 0,0-1 0 16,0 3-8-16,0-3 12 0,0 1-12 0,-3-1 12 15,3 3-12-15,0-2 8 0,0 2-8 0,0-3 8 16,0 1-8-16,0 2 0 0,0-3 0 0,0 1 8 16,0 2-8-16,0-3 0 0,0 3 0 0,0-2 0 15,3 2 0-15,-3 0 0 0,3-3 0 0,-3 0 0 16,3 4 0-16,0-1 0 0,-3 0 0 0,1 0 0 0,2 0 0 15,-3 0-11-15,3 0 3 0,-3 0 0 16,3 0-17-16,-3 0-3 0,3 3-1 0,0-3 0 16,0 3-62-16,3-1-12 0,0-2-2 0,0 6-1 15,2-6-84-15,4 2-17 0,0-1-3 0</inkml:trace>
  <inkml:trace contextRef="#ctx0" brushRef="#br0" timeOffset="40206.161">20490 6260 1876 0,'0'0'39'0,"-6"0"9"0,6 0-38 0,0 0-10 0,0 0 0 0,0 0 0 15,0 0 95-15,0 0 17 0,0 0 3 0,-5 6 1 16,5-4-48-16,-3 4-10 0,3-1-2 0,3 3 0 16,-3-3-10-16,2 3-2 0,1 0-1 0,-3 3 0 15,3-3-7-15,0 5-2 0,0-3 0 0,0 4 0 16,0-1-8-16,0 0-2 0,-3 0 0 0,3 1 0 15,-3-1-4-15,3 3-2 0,-3-3 0 0,0 0 0 16,0 3-6-16,0 3 0 0,0-1-1 0,3 3 0 16,-3 3 1-16,0 2 0 0,3 4 0 0,-3 1 0 15,3-2-1-15,-3 1 0 0,3 1 0 0,0-2 0 16,-3-5-11-16,3 3 12 0,-3-4-12 0,3 1 12 16,-3-3-12-16,0 1 10 0,3-1-10 0,-3 3 10 15,0-3 19-15,3 3 4 0,-3-1 1 0,3 1 0 16,-3 0-34-16,3-3 0 0,0 0-15 0,-3 1 5 15,3-4 10-15,-3-2 12 0,3 0-2 0,-3 0-1 16,3-3-9-16,-3-2 0 0,3-1 0 0,-3 1 0 0,3-3 0 16,-3 0 0-16,0-3 0 0,3 0 0 0,-3 0 0 15,0-5 0-15,0 0 0 0,0 0 0 16,0 0-52-16,0 0-8 0,0 0-3 0,0 0 0 16,0 0-163-16,-3-5-33 0</inkml:trace>
  <inkml:trace contextRef="#ctx0" brushRef="#br0" timeOffset="40828.138">19246 6414 1792 0,'0'0'51'0,"0"0"10"0,6 0-49 0,-3 0-12 0,-3 0 0 0,6 0 0 16,-6 0 105-16,3 3 19 0,-3-3 3 0,6 2 1 15,-3 3-52-15,0 1-9 0,0-1-3 0,0 0 0 16,0 1 0-16,-3 4 0 0,3-2 0 0,0 3 0 16,-3-3-51-16,3 5-13 0,0-2 0 0,0 2 0 15,-3 0 0-15,3 5 0 0,0 1 0 0,0 2 0 16,-3 0 0-16,3 6 0 0,0-1 0 0,-3 3 0 16,3-2 0-1,0-1 0-15,-3 1 0 0,3-1 0 0,-3-2 24 0,3 0 1 0,-3-6 1 0,3 6 0 16,-3-3-18-16,0 3-8 0,3 0 8 0,-3 0-8 15,0 0 8-15,2 2-8 0,-2 1 8 0,3-1-8 16,0-2 8-16,-3-3-8 0,3 3 8 0,-3-3-8 16,0-3 8-16,3 1-8 0,-3-3 0 0,0 0 8 15,0-3-8-15,0 0 0 0,-3-2 9 0,3-1-9 16,-3-2 0-16,0 0-8 0,3 0 0 0,-3 0 0 16,-2-3-49-16,2 1-10 0,0-1-1 0</inkml:trace>
  <inkml:trace contextRef="#ctx0" brushRef="#br0" timeOffset="41494.83">17945 6435 1303 0,'3'0'55'16,"-3"0"-44"-1,6-3 98-15,-6 3 20 0,0 0 4 0,0 0 1 16,0 0-23-16,0 0-5 0,0 0-1 0,0 0 0 0,0 0-42 0,0 0-9 0,0 0-2 0,-3 8 0 31,3-2-12-31,-3 4-4 0,0-2 0 0,3 0 0 16,-3 3 24-16,0-1 5 0,3 1 1 0,0 2 0 16,0 6-53-16,0-1-13 0,0 6 0 0,3 2 0 15,0 4 0-15,0-1 0 0,3 5 0 0,-3-2 0 16,3 0 0-16,3-3 0 0,-3-6 0 0,0 4 0 0,3-1 37 0,0 1 5 15,0-1 1-15,-3 3 0 0,3 0-25 0,-3 6-5 0,0-1-1 0,0 1 0 16,-3-4-4-16,3-1 0 0,-3-1-8 0,0-3 12 16,-1-5-12-16,1 0 11 0,-3-2-11 0,0-1 10 15,3 1-10-15,-3 0 0 0,0-4 9 0,-3 1-9 16,3 0 0-16,0 0 8 0,-3-3-8 0,3 3 0 16,0-3 0-16,-2 3-8 0,2-3 0 0,0 1 0 15,-3-4 8-15,3 1 9 0,0-3-1 0,-3 0-8 16,3 0-39-16,-3-6-14 15,3-2-3-15,0 0-1 0,0 0-171 0,0 0-35 0</inkml:trace>
  <inkml:trace contextRef="#ctx0" brushRef="#br0" timeOffset="43392.36">16540 6589 1388 0,'0'0'39'0,"0"0"9"0,0 0-38 0,0-6-10 0,0 6 0 0,-3-5 0 16,3 5 43-16,0-3 6 0,-3-2 2 0,3 5 0 15,-2-5-6-15,2 5-1 0,-3-3 0 0,3 3 0 16,-3-5-6-16,-3 2-2 0,6 3 0 0,-6 0 0 15,3-3-4-15,3 3-2 0,-6-2 0 0,0 2 0 16,6 0 1-16,-6 0 0 0,0-3 0 16,0 3 0-16,0 0 2 0,0 0 1 15,0 0 0-15,0 0 0 0,0 3-2 0,0-3 0 0,0 0 0 0,-3 0 0 16,0 2-4-16,3-2 0 0,-2 0-1 0,-4 0 0 16,0 3-4-16,0-3-1 0,0 0 0 0,-3 3 0 15,-3-1-22-15,0 1 0 0,-3 2-12 0,1-2 4 16,-1 2 57-16,0-2 12 0,3 2 3 0,-6 1 0 15,3-4-52-15,-2 1-12 0,-1-1 0 0,0 1 0 16,0-3 0-16,-3 3 0 0,1-1 0 0,-4-2 0 16,3 3 0-16,-3 0 0 0,3-1 0 0,4 1 0 15,-1 2 0-15,3-2 11 0,0 2-11 0,0-2 10 16,3 0-10-16,1-3 0 0,2 2 0 0,-3-2 0 16,3 0 0-16,-3 0 0 0,3-2 0 0,0 2 0 15,0-3 0-15,1 0 0 0,-4 3 0 0,3-2 0 16,0-1 0-16,0 0 0 0,0-2-11 0,3 2 11 15,-3 1 0-15,4-1 0 0,-1 0 0 0,3 1 0 16,-3-1 0-16,0 0 0 0,3-2 0 0,-3 5 0 16,3-2 0-16,0-1 0 0,-3 0 0 0,0 3 0 15,3-2 0-15,1 2 0 0,-1-3 0 0,0 3 0 16,0 0 0-16,0-3 0 0,0 3 0 0,0-2 8 16,0 2-8-16,3-3 0 0,-3 3-8 0,3 0 8 0,0 0 0 15,-3 0 0-15,9 0 0 0,-6 0 0 0,6 0 0 16,-6 0 0-16,6 0 0 0,0 0 0 0,0 0 0 0,0 0-8 0,0 0 8 15,-6 3 0-15,6-3 0 0,0 0 0 0,0 0 0 16,0 0 0-16,0 0 0 0,0 0 0 0,0 0 0 0,-3 5-8 16,3-5 8-16,0 0 0 0,-3 5 0 0,3 1 0 15,0 1 0-15,0-1 0 0,0-6 0 0,0 8 0 16,0-3 0-16,3 3 0 0,-3 3 8 0,0-4-8 16,0 1 0-16,0 3 9 0,0 0-9 15,0-1 0-15,0 1 11 0,0-1-11 0,-3 4 10 16,3-1-10-16,0 0 9 0,0 0-9 0,0 0 8 0,0 1-8 15,-3-4 0-15,3 6 0 0,0-3 8 0,-2 3-8 16,2-3 0-16,0 1 0 0,-3 2 0 0,3-1 8 16,0 1-8-16,-3 0 10 0,3 3-10 0,0-1 10 15,0 3-10-15,0 3 0 0,0 0 0 0,0 0 8 16,0 2-8-16,0-2 0 0,0 0 0 0,0 0 0 16,-3 0 0-16,3-3 0 0,0 0 0 0,0-3 0 15,-3 1-16-15,3-1-6 0,0-4-1 0,-3 2 0 16,3-1 43-16,0 1 9 0,-3-2 2 0,3 4 0 15,-3 1-50-15,3-3-9 0,0 5-3 0,-3-3 0 16,3 1 31-16,-3-1 0 0,3 3 0 0,0-2 0 16,-3-1 0-16,3-2 0 0,0 3 0 0,-3-3 0 15,3-3 19-15,0 3 9 0,0-3 3 0,0-2 0 16,0 2-31-16,0-3 0 0,-3 1 0 0,3 0 0 16,0-1 8-16,-3-2-8 0,3 0 0 0,0 3 0 15,0-3 0-15,-3 2 0 0,3-2 0 0,0 0 0 16,0 0 9-16,0 0-9 0,0 0 8 0,0 0-8 15,0 0 8-15,3-3-8 0,-3 3 8 0,0 0-8 0,3-3 0 16,-3 1 8-16,3-1-8 0,0 0 0 0,0 0 0 16,0-2 0-16,0 0 8 0,0-1-8 0,3 1 0 15,0 0 0-15,0-1 0 0,-1-2 0 0,1 0 8 0,3 0-8 16,-3 0 0-16,3 0 8 0,0 0-8 0,0-2 0 0,0-1 0 16,0 0 0-1,0 1 0-15,0-1 8 0,3-2-8 0,0 2 0 0,0-2 16 0,2 2-3 0,1-2 0 0,0 2 0 16,3-2-13-16,0 2 0 0,0-2 0 0,3 2 0 15,-1 1 0-15,1-1 0 0,0 0 0 0,3 3 0 16,-3 0-9-16,0-2-5 0,-1 2-1 0,1-3 0 16,-3 0 15-16,0 1 0 0,3-1 0 0,-3-2 0 15,3 2 14-15,-4-2-1 0,4 2 0 0,3-2 0 16,-3 2-13-16,3 1 0 0,-1-1 0 0,1 0 0 16,0 3 0-16,-3-2 0 0,3 2 0 0,-3 0 0 15,-4 0 0-15,4 0-16 0,-3 0 3 0,0 0 1 16,-3-3 12-16,0 3 0 0,-3 0 0 0,0-3 0 15,-1 3 0-15,1-2 16 0,0 2-3 0,-3 0-1 16,3-3-12-16,0 3 0 0,-3 0 0 0,3 0 0 16,0 0 0-16,0 0 0 0,0 0 0 0,-3 0 0 15,-1 0 0-15,4 0 0 0,0 0 0 0,-3 0 0 16,0 0 0-16,3 3 0 0,-3-3 0 0,0 0 0 16,0 0 0-16,0 2 0 0,-3-2 0 0,3 3 0 15,-3-3 0-15,3 0 0 0,-4 3 0 0,1-3 0 16,3 0 0-16,-3 2 0 0,0-2-9 0,3 3 9 0,-3-3 0 15,0 3 0-15,3-1 0 0,-3-2 0 0,0 3 0 0,0-3 0 16,0 0 0-16,0 3 0 0,0-1 0 0,-3 1 0 16,3-3 0-16,0 3 0 0,-3-1 0 0,3-2 0 0,0 0 0 0,-1 3 0 15,1-3 0-15,-3 0 0 0,3 0 0 0,0 0 0 16,-3 0 0-16,3 0 0 0,0 0 0 0,0 0 0 16,-3 0 0-16,3-3 0 0,0 3 0 0,-3 0 0 15,3 0 0-15,0 0 0 0,-3 0 0 16,3 0 10-16,0-2-10 0,0 2 0 0,0-3 0 15,0 3 0-15,-3 0 0 0,3-3 0 16,0 3 0-16,-1 0 0 0,1-2-49 0,0 2-12 16,0 0-3-16</inkml:trace>
  <inkml:trace contextRef="#ctx0" brushRef="#br0" timeOffset="45115.686">15764 7136 1538 0,'0'0'32'0,"0"0"8"0,-3-5-32 0,3 5-8 0,0 0 0 15,-3-5 0-15,3 5 112 0,0 0 22 0,-3-3 4 0,3 3 1 16,-3-5-20-16,3 5-4 0,-6 0-1 0,6 0 0 16,-6 0-29-16,0 0-5 0,6 0-2 0,-6 2 0 15,0 1-51-15,-3 2-11 0,3-2-1 0,0 2-1 16,0 3 2-16,0 0 0 0,0 0 0 16,0 3 0-16,3-1-16 15,-3 1 9-15,0 2-9 0,3 0 8 0,-3 1-8 0,3-1 0 0,-3 0 9 16,4 0-9-16,2 0 0 0,-3-2 0 0,3 2 0 15,0 0 8-15,0 1-8 0,3-1 0 0,-1 0 0 16,1 0 0-16,3 3 0 0,3 0 0 0,-3 0 0 0,3 0 0 16,3 0 0-16,-3-3 0 0,3 3 0 0,3-3 0 15,-3-2 0-15,0-1 0 0,3-2 0 0,-1 0 0 16,1-3 20-16,3-2 5 0,0 0 2 0,0-3 0 16,3-3-27-16,-3 0 0 0,2-2 0 0,-2 0 0 15,3-3-10-15,-3-3-7 0,3 3-2 0,-3-2 0 16,-3-1 34-16,2 1 6 0,-2-1 2 0,0 0 0 15,-3 1 7-15,-3-1 2 0,3-2 0 0,-3 3 0 16,-3-1 0-16,3 0 0 0,-3-2 0 0,0 3 0 16,0-4-5-16,-3 4-1 0,0-4 0 0,-3 4 0 15,0-3-7-15,0-1-2 0,-3 1 0 0,0-3 0 16,-3 3-9-16,0-3-8 0,-3 3 12 0,0-3-12 16,-3 0 8-16,0 3-8 0,-3-3 0 0,0 3 0 15,0 0-8-15,-2 2-9 0,-1 1-2 0,0 2 0 16,-3 2-24-16,3 1-5 0,0-3 0 0,0 5-1 15,4 1-104-15,2-1-21 0,0 3-4 0</inkml:trace>
  <inkml:trace contextRef="#ctx0" brushRef="#br0" timeOffset="45732.755">17109 6914 2030 0,'3'-5'57'0,"0"-1"14"0,0 1-57 16,0 0-14-16,0 0 0 0,0 2 0 0,-3-2 105 0,0 5 19 0,3-3 3 0,-3 3 1 16,3-3-52-16,-3 3-9 0,0 0-3 0,0 0 0 15,0 0 0-15,0 0 0 16,0 0 0-16,0 0 0 0,0 0 0 0,0 0 0 16,0 0 0-16,0 0 0 15,0 0-51-15,6 6-13 0,-3-1 0 0,-3 0 0 16,3 3 0-16,0 0 0 0,-3 0 0 0,3 3 0 0,0 2 0 15,0 0 0-15,0 3 0 0,0 2 0 0,0 1 0 0,0 2 0 0,2 3 0 16,1 0 0-16,-3-3 0 0,3 0 0 0,0 0 0 16,-3 0 0-16,3-2 0 0,0-3 0 0,0 2 0 0,-3-4 0 15,3-1 0-15,-3 0 0 0,0-2 0 0,0-1 0 16,0 1 0-16,0-1 0 0,0-2 0 0,0 0 0 16,0 0 21-16,0 0 2 0,0-3 0 0,0 3 0 15,0-2-60-15,3-1-12 0,-3 0-3 16,3 1 0-16,0-4-140 0,3 3-28 15,-3-2-5-15</inkml:trace>
  <inkml:trace contextRef="#ctx0" brushRef="#br0" timeOffset="46395.791">18547 6776 2310 0,'0'0'48'0,"0"0"11"16,0 0-47-16,0 0-12 0,3-2 0 0,-3 2 0 16,0 0 104-16,0 0 20 0,0 0 3 0,0 0 1 15,0 0-52-15,0 0-11 0,6 0-1 0,-6 0-1 16,3 5 1-16,0 0 1 0,0 1 0 0,0 2 0 15,-3 0-52-15,2-1-13 0,-2 4 0 0,0 2 0 16,3-2 0-16,-3 2 0 0,0-2 0 0,3 2 0 0,-3 0 0 16,0 0 0-16,0 1 0 0,3 1 0 15,-3 1 25-15,0 3 3 0,3-3 0 0,-3 5 0 16,0-3-45-16,3 1-9 0,-3-1-2 0,0 1 0 16,3 0 28-16,-3-1 0 0,0-2 0 0,0-3 0 15,3 0 0-15,-3 1 0 0,0-4 0 0,0-2 0 0,0 0 46 16,0 0 14-16,0-3 4 0,3 3 0 15,-3-8-103-15,0 6-20 0,0-6-4 0,0 0-1 16,6 2 0-16,-3 1 0 0,3-3 0 0,0 0 0 16,0 0-153-16,-3-3-31 0</inkml:trace>
  <inkml:trace contextRef="#ctx0" brushRef="#br0" timeOffset="47069.142">19836 6729 1721 0,'0'0'72'0,"-3"5"-57"16,-3 0 112-16,3 1 22 0,-3-4 5 0,3 6 1 16,-3 0-73-16,0 0-14 0,0 3-4 0,0-1 0 15,0 1 0-15,0-1 0 0,0 4 0 0,0 2 0 16,0-3-51-16,3-3-13 0,-3 4 0 0,3 1 0 16,0-4 0-16,3 2 0 0,-3-2 0 0,3 2 0 15,3 0 0-15,-3 1 0 0,3-1 0 0,0 0 0 16,3 0 0-16,-3-2 0 0,3 2 0 0,0-2 0 15,3-3 0-15,-3 0 0 0,3-3 0 0,0 0 0 16,3-2 0-16,-3-3 0 0,3 0 0 0,2 0 0 16,-2-3 54-16,3-2 8 0,0-3 2 0,0 3 0 15,3-3-47-15,-3-3-9 0,3 3-8 0,-4-2 12 16,1-1 36-16,0 0 8 0,0 1 2 0,-3 2 0 16,-3 0-46-16,3 0-12 0,-3 0 0 0,-3-3 0 15,0 4 0-15,0-1 0 0,-3-3 0 0,-3 0 0 16,0 1 53-16,0-1 9 0,-3-2 2 0,0 0 0 15,-3 0-52-15,0-1-12 0,-6 1 0 0,3-3 0 16,-3 0 0-16,0 3-12 0,-3-3 3 0,0 0 0 16,-3 0 0-16,4 3 0 0,-4-3 0 0,0 6 0 15,0-1-14-15,3 1-2 0,0 4-1 0,0-2 0 16,3 6-67-16,1-1-14 0,-1 0-2 0,3 3-1 16,0-2-147-16,0 2-30 0</inkml:trace>
  <inkml:trace contextRef="#ctx0" brushRef="#br0" timeOffset="47651.639">20937 6702 1579 0,'0'0'32'0,"0"0"10"15,0 0-34-15,0 0-8 0,0 0 0 0,-3 8 0 16,0-2 156-16,0 1 28 0,0 1 7 0,0 0 1 16,0 0-103-16,-3 0-20 0,3 3-4 0,-3-1-1 15,0 4-51-15,0-4-13 0,0 3 0 0,0 1 0 16,3-1 0-16,-3-3 0 0,0 4 0 0,3-4 0 0,1 1 21 16,-1-1 2-16,3-2 0 0,-3 3 0 15,3-3-15-15,3 0-8 0,-3 2 10 0,5-2-10 0,-2 0 0 0,3 0 0 0,3 0 0 16,-3 0 0-16,3-3 9 0,0 1-9 0,3-1 8 15,-3-2-8-15,3-1 29 0,0-2 1 0,0 0 0 0,0-2 0 16,0-1 1-16,-1-2 0 0,4-1 0 16,0-2 0-16,0 3 3 0,0-3 1 0,3-2 0 15,-3 2 0-15,0 0-35 0,2 0 0 0,-2 0 0 16,0-3 0-16,-3 3 53 0,0-2 4 16,0 2 1-16,-3-3 0 0,0 1-42 0,-3-4-8 0,0 4-8 15,-3-3 12-15,0-3-12 0,0 0 0 0,-6 0 0 0,0-2 0 16,-3 2 0-16,0-3 0 0,-3 1 0 0,0-1 0 15,-3 3 0-15,0 0 0 0,0 0 0 0,-3 3 0 16,0 3 0-16,-2-1 0 0,2 6 0 0,0-1 0 16,0 1-100-1,0 0-23-15,0 2-4 0</inkml:trace>
  <inkml:trace contextRef="#ctx0" brushRef="#br0" timeOffset="48298.484">21782 6943 1337 0,'0'0'28'0,"0"0"6"0,0 0-34 0,0 0 0 0,0 0 0 0,6 3 0 16,0-3 109-16,0 0 15 0,3 0 4 0,0 0 0 15,0-3-52-15,3 0-9 0,0 3-3 0,0-2 0 16,3-1 0-16,2 1 0 0,1 2 0 0,3-3 0 16,3 3 0-16,0-3 0 0,0 3 0 0,-1-2 0 15,1 2 0-15,3 2 0 0,-3-2 0 0,3 0 0 16,-4 0-51-16,4 0-13 0,0-2 0 0,0 2 0 0,-1 0 0 16,4 0 0-16,0 0 0 0,3 0 0 15,-3 2-8-15,2 1-5 0,-2 0-1 0,0-1 0 0,0 1 22 16,-4-1 5-16,-2-2 1 0,3 3 0 15,-3 0-14-15,0-3 0 0,-4 0 0 0,1 0 0 0,0 0 0 0,-3 0 0 0,0 0 0 16,0 0 0-16,-3 2 0 0,-1-2 0 0,-2 0 0 16,3 3 0-1,-3-3-48-15,-3 0-13 0,3 3-3 0,-3-3 0 16,0 0-102-16,-3 2-21 0,3-2-4 0</inkml:trace>
  <inkml:trace contextRef="#ctx0" brushRef="#br0" timeOffset="48749.832">22818 6734 1337 0,'-6'-3'56'16,"0"3"-44"-1,0-2 92-15,0-1 20 0,0 3 3 0,6 0 1 16,-6-3 0-16,6 3 0 0,-6 3 0 0,6-3 0 16,-6 0-52-16,6 0-9 0,0 0-3 0,-5 5 0 15,2 1 0-15,3-1 0 0,-3 0 0 0,6 1 0 16,-3 2-32-16,6-3-6 0,-4 3-2 0,4 0 0 16,3-3 8-16,0 3 2 0,0-3 0 0,3 6 0 15,-3-3-10-15,3 0-3 0,0-3 0 0,-3 3 0 16,3 0-5-16,-3 0-2 0,3 0 0 0,-4 0 0 15,1 0-4-15,-3 0-1 0,3-1 0 0,0 1 0 0,-3 0-9 16,-3 0 10-16,3 0-10 0,-3 0 10 0,3 0-10 0,-3 0 0 16,0 0 0-16,-3 0 8 0,0 2-8 0,0-2 8 0,0 3-8 15,-3 0 8-15,0-3-8 0,-3 2 10 0,0-2-10 16,-3 3 10-16,3-3-10 0,-3 2 0 0,-3-2 9 0,1 0-9 16,2 0 0-16,-3 0 9 0,-3 0-9 15,3-3 0-15,0 3 0 0,-3-3 0 0,3 1 0 16,-3-1 0-16,3 0 0 0,3-2-17 0,-2 0 1 15,2-1 1-15,0 1-126 16,3-1-26-16,3 1-5 0</inkml:trace>
  <inkml:trace contextRef="#ctx0" brushRef="#br0" timeOffset="51391.57">23378 6811 1721 0,'0'0'72'16,"0"0"-57"-16,0 0 98 15,0 0 20-15,0 0 4 0,0 0 1 0,0 0-46 0,0 0-8 0,0 0-3 0,-3 5 0 16,3 3-13-16,3 0-4 0,-3 0 0 16,3 2 0-16,0 1-20 0,-3 0-5 15,3 2-1-15,0 3 0 16,-3 0-10-16,0 2-1 0,3 3-1 0,-3 0 0 0,0 3-12 16,3 3-2-16,-3-1-1 0,0 1 0 15,3 2-11-15,-3-3-16 0,0 1 4 0,0-1 1 0,3-2 11 0,-3 0 0 16,0-3 0-16,0-3 0 0,0 1 0 0,0-3 0 0,0 0 0 15,0-3 0-15,0-2 0 0,0-1 0 0,0-2 0 0,0 0 0 16,3-3-196 0,-3-5-33-16,2 0-7 0</inkml:trace>
  <inkml:trace contextRef="#ctx0" brushRef="#br0" timeOffset="51838.074">23619 7041 1824 0,'-15'-8'38'0,"12"3"8"0,0 2-37 0,3 3-9 0,-3-5 0 0,0 0 0 15,3-1 144-15,0 1 26 0,0 0 6 0,0-1 0 16,3 1-70-16,0 0-14 0,3-3-4 0,0 3 0 16,0-1-26-16,0 1-6 0,3-3 0 0,0 3-1 15,0-1-13-15,2 4-2 0,1-3-1 0,0 2 0 16,3 0-16-16,-3 1-3 0,3-1-1 0,-3 3 0 15,0 0-19-15,0 0 10 0,0 0-10 0,-3 0 8 16,-1 3-8-16,-2-3 0 0,0 5 0 0,0-2 0 0,0 4 0 16,-3-1 0-16,0 4 8 0,-3 1-8 0,0-1 0 15,0 4 0-15,-3 2 0 0,3 2 0 0,-6-2 0 0,0 3 0 16,0-1 0-16,-3 3 0 0,4-2 0 0,-4-1 0 16,-3 3 0-16,3-2 0 0,-3-3 0 15,3 0 0-15,0 0 0 0,3-3 0 0,0 0 0 0,0-2 0 16,3-1 0-16,0-2 0 0,3 0 0 0,3 0 0 15,0-3 0-15,0 3 0 0,6-2 0 0,0-4-12 0,0 1 2 16,3-1 1-16,0 1 9 0,3-3 12 16,-4 0-2-16,4 0-1 0,0 0-9 0,-3 0 0 15,3 0 0-15,0-3 0 0,0 3 0 0,0 0 0 0,0-2 0 16,-1 2 0-16,-2 0 12 0,3 0 0 0,0 0 0 0,-3 0 0 16,3 0-24-16,-3 0-5 0,0 0-1 0,0 0 0 15,-3 2-112 1,2-2-22-16,-2 0-5 0</inkml:trace>
  <inkml:trace contextRef="#ctx0" brushRef="#br0" timeOffset="57413.473">14016 8581 1579 0,'0'0'32'0,"0"0"10"0,0 0-34 0,0 0-8 0,0 0 0 0,0 0 0 16,0 0 104-16,0 0 20 0,0 0 3 0,0 0 1 15,0 0 0-15,0 0 0 0,0 0 0 0,0 0 0 16,-6-3-52-16,3 1-9 0,-3-1-3 0,0 0 0 15,-2 3-51-15,-1 3-13 0,0-3 0 0,-3 3 0 16,0-1 0-16,-3 4 0 0,3-1 0 0,-3 0 0 16,0 0 0-16,3 3 0 0,0 0 0 0,1 0 0 15,-1 0 0-15,3 0 0 0,0 3 0 0,3-3 0 16,0 2 0-16,3-2 0 0,0 3 0 0,6-3 0 16,0 0 0-16,0 2 0 0,6-2 0 15,-3 3 0-15,6-3 0 0,-3 2 0 0,5-2 0 16,-2 0 0-16,3 0 11 0,3 0-1 0,0 0 0 0,0 0 0 15,0 0-10-15,-3-3 0 0,-1 3 0 0,1 0 0 16,-3 0 0-16,0-3-14 0,-3 1 3 0,0 2 1 16,-3-3 10-16,-3 3 0 0,-3 0 0 0,0-3 0 15,-3 3 0-15,-3 0 0 0,-3 0 0 0,0 0 0 16,-3 0-53-16,-3 0-9 0,0-3-2 0,-2 3 0 16,2-3 52-16,-3 3 12 0,-3-3 0 0,0 1 0 15,3-1 0-15,1 0 0 0,-1 1 0 0,0-1 0 16,3-3 0-16,0 1 0 0,0 2 0 0,3-5 0 15,3 3 9-15,-3-3 5 0,3-3 1 0,4 1 0 16,-4 2-24-16,3-3-5 0,3-2-1 0,-3 0 0 0,3-1 15 16,0-2 0-16,3 0 0 0,3-2 0 15,0 2-54-15,0-3-8 0,3 1-2 0</inkml:trace>
  <inkml:trace contextRef="#ctx0" brushRef="#br0" timeOffset="58230.569">14245 8385 1824 0,'0'0'76'0,"0"0"-60"15,0 0 89-15,0 0 19 0,0 0 3 0,0 0 1 16,0 0-52-16,0 0-9 0,0 0-3 0,0 8 0 16,0-3 0-16,-2 6 0 0,2-3 0 0,0 3 0 15,0-1-51-15,2 3-13 0,-2 1 0 0,0-1 0 16,3 0 0-16,-3 3 0 0,3-3 0 0,0 3 0 15,-3 0 0-15,3 0 0 0,0 0 0 0,-3 2 0 16,3 1 0-16,0 2 0 0,-3 0 0 0,3 3 0 16,-3-3 0-16,0 0 0 0,0 0 0 0,0 0 0 15,0-2 0-15,0-3 0 0,0 0 0 0,0 0 0 16,0 0 0-16,0-6 0 0,0 3 0 0,0-2 0 0,0-3 0 16,-3 2 0-16,6-2 0 0,-6-2 0 15,3-6 0-15,0 5 0 0,0-5 0 0,0 0 0 0,0 0 0 16,0 0 0-16,0 0 0 0,0 0 0 0,0 0 54 0,0 0 8 15,0 0 2-15,0 0 0 0,0-5-52 0,0-3-12 0,0 2 0 0,3-2 0 16,-3 1 16-16,3-1 3 16,3-3 1-16,-3 3 0 0,3 0-4 0,0-2-1 0,0-1 0 15,3 0 0-15,0 1-2 0,0 2 0 0,0 0 0 16,0 0 0-16,0 0-13 0,0 3 9 16,-3-3-9-16,2 5 8 0,-2 1 4 15,0-1 1-15,0 3 0 0,-6 0 0 0,6 0-13 0,-6 0 0 16,6 3 0-16,0 2 0 0,-3 3 0 0,0-3 0 0,0 3-12 0,0 0 12 15,-3 0 0-15,3 0 0 0,0 2 8 0,0-2-8 16,0 3 0-16,0-3 0 0,0 0 0 0,0 0 0 16,0 0-45-16,3 0-15 0,-3-3-4 0,3 3 0 15,0-3 52-15,0-2 12 0,0 2 0 0,0-2 0 16,0-3-54-16,2 0-8 0,-2-3-2 0,0 3 0 16,0-5 103-16,-3 2 20 0,3-2 4 0,-3 0 1 15,3-1-52-15,-3 1-12 0,0-3 0 0,-3 3 0 16,3-3 0-16,0 3 0 0,-3-3 0 0,3 0 0 15,-3 2 54-15,0 1 8 0,3 0 2 0,-3-3 0 16,3 3-52-16,-3 5-12 0,0-3 0 0,0 3 0 16,0 0 0-16,0 0 0 0,0 0 0 0,0 0 0 0,0 0 0 15,0 0 0-15,0 0 0 0,0 5 0 0,3 0 0 16,-3 1 0-16,3 2 0 0,-3 0 0 0,0-3 0 16,3 3 0-16,-3 0 0 0,0-3 0 15,3 3-48-15,-3 0-13 0,0 0-3 0,0 0 0 16,0-3-87-16,0 3-17 0,0-8-4 0</inkml:trace>
  <inkml:trace contextRef="#ctx0" brushRef="#br0" timeOffset="58420.842">14537 8512 2082 0,'0'0'88'0,"0"0"-71"16,0 0 35-16,0-2 6 0,0 2 2 0,0 0 0 16,0 0 3-16,0 0 1 0,0-6 0 0,3 4 0 15,3-4-52-15,-3 6-12 0,6-2 0 0</inkml:trace>
  <inkml:trace contextRef="#ctx0" brushRef="#br0" timeOffset="58780.028">14909 8398 2336 0,'0'0'48'0,"-6"-2"12"16,6 2-48-16,-6-3-12 0,6 3 0 0,-6 0 0 15,0 0 103-15,1 0 17 0,-1 3 4 0,0-1 1 0,3 1-47 0,-3 2-10 0,0 1-1 0,3-1-1 16,0 3-37-16,0 0-7 0,0 2-2 0,0 1 0 15,0 0-12-15,0 2-8 0,3 0 10 0,-3 0-10 16,3 3 8-16,3 0-8 0,-3 3 0 0,3-1 9 16,0 1-9-16,0 4 0 0,0-1 0 0,0 1 0 15,-3 4 0-15,3-3 0 0,0-1 0 16,0 4 0-16,-3-3 0 0,0-3 0 0,0 0 0 16,0 0 0-16,0 0 8 0,-3-2-8 15,0 2 0-15,3-2 8 0,-3-4-8 0,0-1 0 16,-3 2 0-16,3-3 0 0,0-3 0 0,-3 1 0 0,0 0 0 0,3-1-11 15,-3-2-5-15,0-3 0 0,0 3-1 0,0-5 0 16,0 2-19-16,0-5-4 16,0 0-1-16,6 0 0 0,-6-2-85 0,3-4-17 15,-3 1-3-15</inkml:trace>
  <inkml:trace contextRef="#ctx0" brushRef="#br0" timeOffset="58994.098">14749 8660 1580 0,'0'0'67'16,"3"-2"-54"-16,2 2 114 0,1-3 22 0,3 0 5 0,-3 3 1 15,0-2-59-15,3 2-12 0,0 0-3 0,0 0 0 16,0 2-19-16,0-2-4 0,0 3-1 0,0 0 0 31,0-1-28-31,0-2-5 0,0 3-2 0,-1 0 0 16,1-1-22-16,0 1 0 0,0-3-10 0,0 0 10 15,-3 0-185-15,-3-3-31 0</inkml:trace>
  <inkml:trace contextRef="#ctx0" brushRef="#br0" timeOffset="59382.567">15341 8356 2066 0,'-6'3'43'16,"6"-3"10"-16,0 0-42 0,-3 2-11 0,3-2 0 0,0 0 0 15,-6 6 91-15,3-1 16 0,3 0 3 0,-3 1 1 16,3-1-38-16,-3 3-7 0,3 0-2 0,0 2 0 16,0 1-22-16,0 2-5 0,0 0-1 0,0 1 0 15,-3 1-9-15,3 1-3 0,-3 3 0 0,0-1 0 16,3 4-6-16,-3-1-2 0,0 2 0 0,0 1 0 0,-3 3-5 16,3 2-2-16,-3-3 0 0,3 3 0 0,-3 1-9 15,0-4 0-15,3-2 0 0,-2 0 8 0,-1-1-8 16,3-1 0-16,-3-1 0 0,0 0 0 0,3-3-15 0,-3-2-5 0,0 0 0 15,3 0-1 1,-3-3-93-16,3 1-18 0,-3-4-4 0</inkml:trace>
  <inkml:trace contextRef="#ctx0" brushRef="#br0" timeOffset="59581.008">15150 8809 2184 0,'-6'-22'45'0,"3"14"11"0,3 0-44 0,3 1-12 0,-3-1 0 0,3 0 0 16,3 0 80-16,0 0 13 0,0 3 3 0,3-3 1 16,0 5-15-16,0-2-3 0,3-1-1 0,0 1 0 15,0 2-30-15,0 1-5 0,0-1-2 0,-1 0 0 16,1 3-21-16,3 0-4 0,-3-2 0 0,0-1-1 16,3 1-23-16,-3-1-5 0,0 0-1 0</inkml:trace>
  <inkml:trace contextRef="#ctx0" brushRef="#br0" timeOffset="60247.898">15957 8510 2238 0,'0'-8'47'0,"3"2"9"0,0-2-44 15,-3 3-12-15,3 2 0 0,-3 3 0 0,0 0 96 0,0 0 16 0,0 0 4 0,0 0 1 16,0 0-32-16,0 0-6 0,0 0-2 0,0 0 0 15,0 0-32-15,0 0-6 0,0 6-2 0,0 2 0 16,0 2-19-16,-3 1-4 0,3 2-1 0,-3 3 0 16,0 0-13-16,3 2 8 0,-3 3-8 0,0 1 0 31,3 1-23-31,0 1-10 0,0 3-3 0,0-3 0 16,0-1 36-16,0 1 0 0,3 0 0 0,-3-3 0 15,0 0 44-15,3-2 16 0,-3-1 4 0,0 1 0 16,3-3-103-16,-3 0-20 0,0-3-4 0,3 0-1 0,-3 0 52 0,0-2 12 0,3 0 0 15,-3-4 0 1,3 1-156-16,-3-2-29 0,3-1-6 0</inkml:trace>
  <inkml:trace contextRef="#ctx0" brushRef="#br0" timeOffset="60943.137">16540 8428 2385 0,'0'-6'68'0,"3"1"14"0,-3 5-66 16,0 0-16-16,0 0 0 0,0 0 0 0,0 0 63 0,0 0 9 0,0 0 1 0,0 0 1 16,0 0-34-16,0 5-6 0,0 3-2 0,3 5 0 15,-3 1-20-15,0 1-4 0,0 4 0 0,-3 2-8 16,3 0 8-16,0 1-8 0,-3-1 0 0,0 0 0 15,3 3 0-15,0-3 0 0,-3 0 0 0,3 3 0 16,0-6-10-16,0 1-6 0,0-3 0 0,0 0-1 16,0-1 25-16,0-4 4 0,3 0 2 0,-3-3 0 15,0 0-14-15,0-3 0 0,0-5 0 0,0 0 0 16,0 0 0-16,0 0 0 0,0 0 0 0,0 0 0 16,0 0 0-16,6 0 9 0,-3 0-9 0,0-5 12 15,3 2 0-15,0-5 0 0,-3 3 0 0,3-3 0 16,0 0 8-16,0 2 3 0,3-1 0 0,-3-4 0 15,3 3-5-15,0-3-1 0,0 4 0 0,3-4 0 16,0 3-17-16,-3 0 0 0,2 3-13 0,1-3 5 16,0 3 8-16,0 2 0 0,0 0 0 0,0 1 0 15,0 2 0-15,-3 0 0 0,0 0 0 0,0 5 0 16,0 0 49-16,0 0 12 0,-4 3 3 0,-2 3 0 16,3 0-52-16,-6 2-12 0,3-3 0 0,-3 4 0 15,-3-1 0-15,3-3 0 0,-3 4 0 0,-3-1 0 16,1-3-48-16,-4 1-13 0,0-3-3 0,-3 3 0 0,3-1 52 0,-3-2 12 0,3 0 0 15,-3 0 0-15,0 0 0 0,-3-3 0 0,3 0 0 16,-2 1 0-16,5-1 0 0,-3 0 0 0,3-2 0 0,0 0 0 16,0-3 0-16,0 0 0 0,3 0 0 0,0 0 0 15,0-3-22-15,3-2-2 0,0-3 0 0,0 2 0 32,3-1-132-32,3-4-26 0,0 0-6 0</inkml:trace>
  <inkml:trace contextRef="#ctx0" brushRef="#br0" timeOffset="61180.086">16969 8631 2097 0,'0'0'44'0,"0"0"9"0,0 0-42 0,0 0-11 0,0 0 0 0,0 8 0 16,0-3 90-16,3 1 16 0,-3-1 3 0,3 3 1 15,-3-3-31-15,3 6-7 0,-3-3 0 0,0 0-1 16,3 2-20-16,-3 1-4 0,0 0-1 0,0-1 0 15,0 1-18-15,0-1-3 0,0 1-1 0,-3-1 0 16,3 1-13-16,0 0-3 0,-3-1-8 0,3 1 12 16,-3-3-12-16,0 2 0 0,3-2 0 0,-3 0 0 15,0 0-29-15,3-3-3 0,-3 3 0 0,0-2 0 16,0-1-122-16,3-5-25 0,0 5-5 0</inkml:trace>
  <inkml:trace contextRef="#ctx0" brushRef="#br0" timeOffset="61376.705">16957 8446 2283 0,'-6'-8'48'0,"3"0"10"0,3 0-46 0,0 0-12 0,0 3 0 0,3-3 0 15,-3 5 59-15,3-2 9 0,-3 0 3 0,0 5 0 16,6-3-7-16,-3-2-2 0,-3 5 0 0,6-3 0 15,-3 1-48-15,3-1-14 0,0 3 0 0</inkml:trace>
  <inkml:trace contextRef="#ctx0" brushRef="#br0" timeOffset="61663.704">17189 8293 2267 0,'0'0'47'0,"0"0"12"16,0 0-47-16,0 0-12 0,0 5 0 0,3 3 0 16,-3 0 113-16,3 2 21 0,0 1 4 0,-3 5 1 15,6-3-60-15,-3 0-12 0,0 3-3 0,0 3 0 16,-3-3-51-16,3 2-13 0,-3 1 0 0,0-1 0 16,0 1 54-16,0-1 8 0,-3 3 2 0,0 0 0 15,0 1-52-15,0 1-12 0,-3 7 0 0,0-4 0 16,3 0 0-16,-3 1 0 0,3 2 0 0,-3-3 0 0,1 1 0 15,2-6 0-15,-3 0 0 0,0-2 0 0,3-1 0 16,-3 1 0-16,3-3 0 0,-3 0 0 16,3-1-48-16,-3-1-13 0,3-4-3 0,3 1 0 15,-3-3-153-15,3-3-31 0,0-5-7 0</inkml:trace>
  <inkml:trace contextRef="#ctx0" brushRef="#br0" timeOffset="61844.837">17148 8740 2066 0,'-6'-24'43'0,"3"13"10"0,3 3-42 0,0-2-11 0,0 2 0 0,3 0 0 16,0 0 104-16,0 0 20 0,3 3 3 0,0-3 1 15,3 3-52-15,-1-1-9 0,-2 4-3 0,6-4 0 16,-3 4-51-16,3-1-13 0,0 0 0 0,0 1 0 16,0-1 0-16,0 0 0 0,3-2 0 0,-3 2 0 15,2 1-75-15,1-1-17 16,0-2-4-16</inkml:trace>
  <inkml:trace contextRef="#ctx0" brushRef="#br0" timeOffset="62320.839">17874 8621 1580 0,'6'0'67'0,"0"2"-54"16,0-2 92-16,3 0 19 0,0 0 3 0,0 3 1 16,3-3-8-16,2 3-2 0,1-3 0 0,0 0 0 15,3 2-39-15,0-2-8 0,0 3-2 0,3 0 0 16,-4-1-18-16,4-2-4 0,-3 3-1 0,3-1 0 15,-3-2-17-15,0 0-3 0,0 0-1 0,-1 0 0 16,-2 0-15-16,3 0-10 0,0 0 12 0,3 0-12 16,-6 0 0-16,3 0 0 0,-1 0-12 0,-2 0 3 15,0 0 9-15,-3 0-12 0,3 0 12 0,-6 3-12 16,0-3-43-16,-3 3-9 0,0-3-1 0,-6 0-1 16,0 0-109-16,0 0-21 0,0 0-5 0</inkml:trace>
  <inkml:trace contextRef="#ctx0" brushRef="#br0" timeOffset="62576.863">18026 8854 1720 0,'-12'5'36'0,"12"-5"8"0,0 0-35 16,0 0-9-16,0 0 0 0,0 0 0 0,0 0 124 0,0 0 24 0,0 0 4 0,0 0 0 15,0 0-36-15,3 5-8 0,3 0-2 0,0-2 0 16,0 0-18-16,3-3-3 0,0 2-1 0,-1-2 0 15,4 3-22-15,0-3-5 0,0 0-1 0,3 0 0 16,-3 0-18-16,3 0-4 0,-3 0-1 0,3 0 0 16,0 0-16-16,-1 0-3 0,1-3-1 0,0 3 0 15,0-2-13-15,3 2 0 0,0-3 0 0,0 0 0 16,3 1-48-16,-4-4-16 16,4 1-4-16,3-3 0 15,-3 3-129-15,3-3-27 0</inkml:trace>
  <inkml:trace contextRef="#ctx0" brushRef="#br0" timeOffset="64795.053">18841 8594 2019 0,'0'-2'57'0,"3"-4"13"16,-3 1-56-16,0 0-14 0,3-1 0 0,0-2 0 15,0 3 88-15,0 3 14 0,0-4 3 0,3 1 1 0,0 2-32 16,0-2-6-16,0 2-2 0,0 1 0 0,3 2-24 0,0-3-5 0,0 3-1 0,0 3 0 16,-3-1-16-16,3 1-3 0,-3 0-1 0,2 5 0 15,-2-3-16-15,0 3 10 16,0 2-10-16,0-2 8 16,0 3-8-16,0-1 0 0,-3 4 0 0,3-1 0 0,-3-2 0 15,0 2 0-15,0 0 0 0,-3-2 0 16,3 2 0-16,-3-5 0 0,0 2 0 0,0 1 0 0,0-3 0 0,0-3 8 15,0 3-8-15,-3-3 0 0,3 1 0 0,0-6 8 0,0 0-8 0,0 0 0 16,0 0 11-16,0 0-3 0,0 0-8 0,0 0 12 16,0 0 0-16,0 0 0 0,-3-6 0 0,3-2 0 15,-3 1 0-15,3-1-1 0,3 0 0 0,-3 0 0 16,3-3-3-16,-3 1 0 0,3-1 0 0,0 0 0 16,0 1-8-16,3-1 0 15,-3 3 9-15,0-2-9 0,3 2 8 0,-3 0-8 16,3 0 8-16,-3 0-8 0,3 3 8 0,0-1-8 0,0 1 8 15,0 0-8-15,0 2-14 0,-1 0-7 0,4 3-2 0,-3-2 0 16,0 2 23-16,0 0 0 0,0 2 0 0,0-2 0 16,-3 3 0-16,3 2 0 0,-3 1 0 0,3-1 0 15,-3 0 0-15,0 3 0 0,-3 3 0 0,3-1 0 16,-3-2 0-16,3 6 0 0,-3-4 0 0,0 1 0 16,-3-1 0-16,3 1 0 0,-3-3 0 0,3 0 0 15,-3 0 0-15,0-3 0 0,0 3 0 0,3-8 0 16,0 0 0-16,0 0 0 0,0 0 0 0,0 0 0 15,0 0 0-15,0 0 0 0,0 0 0 0,-3-5 0 16,0-3 0-16,3 2 0 0,0-2 0 0,3-2 0 16,0 2 0-16,0-3 0 0,0 1 0 0,3-1 0 0,0 1 0 0,0-1 0 0,3 0 0 15,-3 3 0-15,3-2 0 0,0-1 0 16,3 3 0-16,-4 0 0 0,1 1 27 0,3-1 9 0,-3 0 3 16,0 0 0-1,0 2-26-15,0 1-5 0,0 0 0 0,-3 2-8 0,3-2 10 0,-3 2-10 0,0 1 8 0,0 2-8 16,-3 0 0-16,-3 0 8 0,6 5-8 0,-3 0 0 15,0 3 8-15,0 0-8 0,0 0 0 16,-3 3 8-16,0-3-8 0,0 2 0 16,0 3 0-16,0-2 0 0,0 2 0 0,0 0-16 15,0 1 4-15,0 1 1 16,0-1-23-16,2-4-5 0,-2 4-1 0,3-1 0 16,0-3-7-16,0-2-1 0,3 0-1 0,-3 0 0 0,3-3 9 15,-3-2 3-15,3 0 0 0,0-3 0 0,0-3 25 0,0 0 12 16,0 1-10-16,0-3 10 0,0-1 9 0,0 1 8 0,0-6 2 0,0 3 0 15,0-2 16-15,-3 2 3 0,3-3 1 0,0 1 0 16,0-1 4-16,-3 1 1 0,0 2 0 0,0-3 0 16,0 0-2-16,-1 1 0 0,1-1 0 0,0 3 0 15,0 0-8-15,-3 0-2 0,3 1 0 0,0 1 0 16,-3-2 6-16,0 6 1 0,3-4 0 0,-3 6 0 16,0 0-31-16,0 0-8 0,0 0 0 0,0 0 0 15,0 0 0-15,0 0 0 0,0 0 0 0,0 0 0 16,0 8 0-16,0 0 0 0,0 0 0 0,0 0 0 15,0 3 0-15,0-1 0 0,0-2 0 0,3 5 0 16,-3-2 0-16,3 0 0 0,0 2 0 0,0-3 0 16,3 4-50-16,-3-6-11 0,3 2-3 0,0-2 0 15,3 0 52-15,-3-3 12 0,3-2 0 0,0 0 0 16,-3-1 0-16,3-4 0 0,3 2 0 0,-3-6 0 16,-1 1 0-16,1 0 0 0,0-3 0 0,0 3 0 15,-3-3 0-15,3 0 0 0,0-3 0 0,-3 3 0 16,0-2 0-16,0 2 0 0,0 0 0 0,0-3 0 0,-3 3 48 0,0 0 13 15,0 0 3-15,0 0 0 0,-3 0-52 0,0 0-12 0,3 1 0 16,-3-1 0-16,0 2 54 0,0 1 8 0,0 0 2 0,0 5 0 16,0 0-52-16,0 0-12 0,0 0 0 0,0 0 0 15,0 0 0-15,0 0 0 0,0 0 0 0,0 0 0 16,0 8 0-16,0 0 0 0,0 0 0 0,0 2 0 16,0 1 0-16,0-1 0 0,0 1 0 15,3 2 0-15,-3-2 0 0,3 2 0 16,0 0 0-16,0 0 0 15,0 1-48-15,0-4-13 0,3 1-3 0,-3-1 0 0,2 1 52 0,-2-6 12 0,3 3 0 0,0-3 0 16,-3-2 0-16,3 0 0 0,0-3 0 0,0-3 0 16,-3 0-54-1,3-2-8-15,0 0-2 0,0-6 0 0,0 1 52 0,0-1 12 0,0-2 0 0,-3-3 0 16,3 0 0-16,0 0 0 0,0-2 0 0,-3 2 0 16,0-3 0-16,3 1 0 0,-3-1 0 0,-3-2 0 15,3 3 48-15,-3-4 13 0,3 1 3 0,-3-3 0 16,0 1-52-16,-3-1-12 0,3-3 0 0,-3 4 0 15,3-1 54-15,-3 5 8 0,0-2 2 0,3 5 0 16,-3 3-52-16,3 5-12 0,-3 0 0 0,3 0 0 16,-3 5 0-16,3 3 0 0,0 0 0 0,0 0 0 15,0 0 0-15,0 8 0 0,-3 3 0 0,3 0 0 16,0 4 0-16,0 4 0 0,3-1 0 0,-3 4 0 16,3-1 0-16,-3 3 0 0,3-3 0 0,0 5 0 15,0-5 0-15,3 1 0 0,-3-1 0 0,0 3 0 0,0-6 0 16,-1 3 0-16,4 0 0 0,-3 3 0 0,0-3 0 0,0 3 0 15,0-3 0-15,-3 3 0 0,3-5 0 16,0 2 0-16,-3-3 0 0,3-2 0 16,-3-2-48-16,0-1-13 0,3-5-3 0,-3 0 0 15,0 0-51-15,0-8-10 0,0 0-3 0,0 0 0 16,0 0-153-16,0 0-31 0</inkml:trace>
  <inkml:trace contextRef="#ctx0" brushRef="#br0" timeOffset="65068.419">20086 8179 2508 0,'0'0'71'0,"0"0"16"16,0 0-70-16,0 0-17 0,0 0 0 0,-6 5 0 16,3 3 106-16,0 0 18 0,0 3 3 0,3 2 1 15,-3 3-103-15,3 2-25 0,0 1 0 0,0 2 0 16,0 0 56-16,0 3 7 0,0-3 1 0,0 3 0 15,0-3-52-15,0 0-12 0,3 3 0 0,-3 0 0 16,0-3 0-16,0 0 0 0,3 3 0 0,-3-3 0 16,0 6 0-16,0-4 0 0,0 4 0 0,0-1 0 15,-3-2 0-15,3 0 0 0,0-3 0 0,-3 0 0 16,0-5-48-16,3 0-13 0,-3-3-3 0,-3-2 0 16,6-3-153-16,-3 0-31 0,0-6-7 0</inkml:trace>
  <inkml:trace contextRef="#ctx0" brushRef="#br0" timeOffset="65454.224">19993 8594 2066 0,'-6'-8'43'0,"3"0"10"0,0 0-42 16,3 3-11-16,0-3 0 0,3 6 0 0,0-4 104 0,3 4 20 0,0-4 3 0,0 6 1 16,3-2-52-16,0 2-9 0,0-3-3 0,3 3 0 15,0 0 0-15,0 3 0 0,3-3 0 0,-3 0 0 16,-1 2-51-16,4-2-13 0,-3 3 0 0,0 0 0 15,0-3 54-15,0 2 8 0,0-2 2 0,-3 0 0 16,0 0-52-16,0 0-12 0,0 0 0 0,-1 0 0 16,1 0 0-16,-3 0 0 0,3 0 0 0,-3 3 0 15,0-3 0-15,0 0 0 0,-3 0 0 0,-3 0 0 16,6 0 0-16,-6 0 0 0,3 0 0 0,-3 0 0 16,3 3 0-16,-3-3 0 0,6 0 0 0,-6 0 0 15,3 2 0-15,3-2 0 0,-3 3 0 0,3-1 0 16,-3 1 0-16,3 2 0 0,-3-2 0 0,3 2 0 15,-3 1 0-15,0 2 0 0,0-3 0 0,-3 3 0 16,3 2 26-16,-3-2 2 0,0 6 1 0,0-1 0 16,0-3-21-16,0 4-8 0,-3-1 0 0,3 3 9 15,0-3-33-15,-3-2-6 0,0 4-2 0,0-4 0 16,0 0 32-16,-3 2 12 0,3-5-1 0,0 2 0 16,-3-4-120-16,3 2-24 0,0-6-5 0</inkml:trace>
  <inkml:trace contextRef="#ctx0" brushRef="#br0" timeOffset="65641.532">20291 8343 2747 0,'0'-19'78'0,"0"1"17"0,0 2-76 0,3 0-19 0,-3 3 0 0,3 0 0 15,0 2 55-15,3 0 7 0,-3 3 2 0,3 1 0 16,-3 4-52-16,3-2-12 0,0-1 0 0,-3 4 0 15,3 2 0-15,0 0-16 0,-3 0 3 0,2 0 1 16,1 2-217-16,0 1-43 16</inkml:trace>
  <inkml:trace contextRef="#ctx0" brushRef="#br0" timeOffset="66357.505">20511 8467 1811 0,'0'0'37'0,"0"0"11"0,0 0-39 0,3 5-9 0,-3 1 0 15,3-1 0-15,0 3 86 0,0 0 15 0,0 0 3 0,0 0 1 16,0 2-25-16,3 1-6 0,-3 0-1 0,0-1 0 15,0 3-21-15,3 3-5 0,-3-3-1 0,0 6 0 16,0-3-14-16,0 2-2 0,0 1-1 0,0-1 0 16,0 1-13-16,0 0-4 0,0 2 0 0,0-5 0 15,0 2-12-15,3-2 8 0,-3 0-8 0,-3-3 0 16,3-2 0-16,0-1-8 0,-3 1-1 0,3-3 0 16,-3-3 9-16,0 0 0 0,0-5 0 0,0 0 0 15,0 0 45-15,0 0 11 0,0 0 3 0,0 0 0 16,0 0-43-16,0 0-16 0,0-5 11 0,-3 0-11 15,0-3 57-15,3 0 6 0,-3-3 1 0,3 1 0 16,-3-1-52-16,0-2-12 0,3-3 0 0,-3 3 0 16,3-3 0-16,0-3 0 0,0 1 0 0,0-1 0 15,0 1 54-15,0-1 8 0,3 1 2 0,0-1 0 16,3 1-52-16,0-1-12 0,-1 3 0 0,1 3 0 16,3-3 0-16,0 6 0 0,0-4 0 0,3 1 0 15,0 5-13-15,0 0-6 0,3 0-1 0,0 3 0 16,-3 2 20-16,2-2 0 0,-2 5 0 0,3-3 0 0,-3 6 0 15,0-3 8-15,0 3-8 0,0 2 0 16,-3 0 0-16,-3 1 0 0,0-1 8 0,0 3-8 0,-3 0 0 0,0 2 0 16,-3-2 0-16,0 3 0 0,-3 0 0 0,0-1 0 0,0 1 0 0,-3 2 0 15,-3-3 12-15,0 4 2 0,0 2 1 0,-3-3 0 32,0 0-63-32,0 0-13 0,0 1-3 0,-3-4 0 0,4 1 52 0,-4-3 12 0,0 0 0 0,0-3 0 31,3-2-54-31,0 2-8 0,0-5-2 0,0 2 0 15,3-2-51-15,0-2-10 0,3-3-3 0</inkml:trace>
  <inkml:trace contextRef="#ctx0" brushRef="#br0" timeOffset="66649.145">20913 8147 2067 0,'0'0'87'0,"0"0"-70"15,0 0 89-15,0 0 18 0,0 0 3 0,0 0 1 16,0 0 0-16,0 0 0 0,0 0 0 0,0 0 0 16,-3 5-89-16,3 1-18 0,0 2-3 0,0 2-1 15,3 1 11-15,-3 2 3 0,3 0 0 0,0 6 0 16,0-1-8-16,0 1-2 0,0 2 0 0,0 0 0 16,0 0-5-16,0 3 0 0,-3-3-1 0,3 6 0 15,0-6-15-15,-3 3 9 0,0-1-9 0,3 1 8 16,-3 0-8-16,3-3 0 0,0 3 0 0,-3 0 0 0,0 0-15 15,0 0-8-15,0-1-1 0,0-1-1 0,0-1 25 16,0-3 0-16,0 1 0 0,0-3 0 16,0-3-159-16,0-3-26 0,0 1-6 0</inkml:trace>
  <inkml:trace contextRef="#ctx0" brushRef="#br0" timeOffset="67124.747">21038 8576 2067 0,'0'-14'87'0,"0"1"-70"16,0 3 89-16,3-4 18 0,0 1 3 0,0 0 1 16,0 2 0-16,0 3 0 0,0 0 0 0,3 1 0 15,-3 1-103-15,0 1-25 0,3 2 0 0,-6 3 0 16,0 0 60-16,3-2 6 0,3 4 2 0,0-2 0 16,-3 6-43-16,3-1-8 0,-3 0-1 0,3 3-1 15,0-3-15-15,-3 3 0 0,2 3 8 0,1-3-8 16,0 0 0-16,0 0-15 0,3 0 3 0,0 0 1 15,0-3-29-15,3 0-7 0,0 3-1 0,0-3 0 16,0-2-15-16,0 0-3 0,0-1-1 0,-1 1 0 16,1-3 29-16,-3 0 6 0,3-3 0 0,-3 1 1 15,-3-1 31-15,3 0 0 0,-3-2 13 0,-3 0-4 16,3 0-9-16,-3-3 0 0,-3 0 0 0,3 2 0 16,-3-2 53-16,0 1 9 0,0-1 2 0,0-3 0 15,0 3 0-15,0 0 0 0,0 3 0 0,0-3 0 16,0 3 0-16,3-1 0 0,-3 6 0 0,0 0 0 15,0 0-52-15,0 0-12 0,0 0 0 0,0 0 0 16,0 0 0-16,-3 6 0 0,0-1 0 0,0 5 0 16,0 1 54-16,0 0 8 0,-3 2 2 0,3 0 0 15,-3 3-52-15,0 0-12 0,-3 0 0 0,3 2 0 16,-3 1-20-16,0 2-8 0,0 3 0 0,0 0-1 0,-2-1 29 16,-1 1 0-16,3 3 0 0,-3-6 0 0,0 0 0 0,0-2 0 15,3-1 0-15,-3-2 0 0,3 0 22 0,-3-3 4 0,3 3 1 0,1-3 0 31,2-2-73-31,0 2-14 0,0-2-4 0,0-1 0 0,3-2-102 16,3 0-21-16,0 0-4 0</inkml:trace>
  <inkml:trace contextRef="#ctx0" brushRef="#br0" timeOffset="68033.507">21925 8499 2269 0,'0'0'64'0,"0"0"15"0,6-3-63 0,-6 3-16 0,3-5 0 0,-3 5 0 16,0 0 105-16,0 0 19 0,0 0 3 0,0 0 1 15,0 0-52-15,0 0-9 0,0 0-3 0,0 0 0 16,0 0 0-16,-6 8 0 0,3 0 0 0,-3 0 0 16,0 2-51-16,0-2-13 0,0 3 0 0,0 2 0 15,0-2 0-15,0 2-13 0,3 0 2 0,-2 3 1 16,2-3 10-16,3 3 14 0,-3-3-3 0,3 1-1 15,0-1-10-15,3 0 0 0,0-2 0 0,0-1 0 16,2-2-49-16,1 0-12 0,0-3-3 0,3 1 0 16,0-4 52-16,0-2 12 0,0-2 0 0,0-1 0 15,3 0 0-15,0-4 0 0,0 1 0 0,-3-2-9 16,3 0 9-16,-1-2 0 0,1 2 8 0,-3 0-8 16,3-3 19-16,-3 3-1 0,0-2 0 0,-3 2 0 15,3-3 6-15,-3 3 0 0,0 0 1 0,-3 0 0 16,3 0-5-16,0 3 0 0,-3-3-1 0,3 6 0 15,0-4-19-15,-3 4 0 0,3-1 0 0,0 3 0 16,-3 0 0-16,2 3 0 0,1-3 0 0,0 5 0 16,0 0 0-16,0-2 0 0,0 5 0 0,0-3 0 15,0 6 0-15,0-3 0 0,0 0 0 0,0 0 0 16,0 2-48-16,-3-2-12 0,3 3-4 0,0-3 0 16,0 0 52-16,-3-1 12 0,0-1 0 0,3 2 0 15,-3-6-20-15,0 4 0 0,0-4-1 0,0 4 0 0,-3-6 33 0,0 0 8 0,6 0 0 16,-6 0 1-16,3-3-33 0,2 0-8 0,-2-2 0 0,0 0-1 15,0-1 21-15,0-2 8 0,0 3 0 0,0-3 0 16,3 0 4-16,-3 0 1 0,3 0 0 0,-3 0 0 16,3 1-13-16,0-1 0 0,3 0 0 0,-3 0 0 15,3 0 54-15,-3 0 8 0,3 0 2 0,0 0 0 16,3 0-64-16,-3 0 0 0,2 3 0 0,-2 0-10 16,3 2 18-16,-3 0 4 0,0 1 1 15,0 2 0-15,0 0-2 0,-3 2-1 0,0-2 0 0,-6 0 0 16,3 8-21-16,0-3-4 0,0 3-1 0,0 0 0 15,-3 0 16-15,-3 3 0 0,3-1 0 0,-3 1 0 16,0 2 0-16,-3-2 0 0,0 2 0 0,-3-2 0 16,3 2-208-1,-3-5-38-15,0 2-8 0</inkml:trace>
  <inkml:trace contextRef="#ctx0" brushRef="#br0" timeOffset="68221.371">22363 8404 2553 0,'-6'-16'53'0,"3"0"12"0,3 0-52 0,0 3-13 0,0-3 0 0,3 3 0 15,0 2 54-15,3 1 8 0,0-1 2 0,3 3 0 16,2-3-33-16,-2 4-7 0,6-1 0 0,-3 0-1 31,3 0-139-31,0 2-28 0,3-2-6 0,3 1-1 16,-6 1-65-16,2-2-12 0</inkml:trace>
  <inkml:trace contextRef="#ctx0" brushRef="#br0" timeOffset="68456.553">22756 8134 1983 0,'0'0'41'0,"0"0"10"0,-6-3-41 0,6 3-10 0,-6-2 0 0,6 2 0 16,-6 0 122-16,6 0 22 0,0 0 5 0,0 0 1 16,-6 5-69-16,6-5-13 0,-3 5-4 0,-3 3 0 15,3 0 0-15,0 3 0 0,3 2 0 0,-3 3 0 16,3 0-51-16,-3 5-13 0,3 0 0 0,-3 3 0 15,3-1 46-15,0 1 6 0,-3 3 2 0,0 2 0 16,3-3-35-16,-3-2-7 0,0 0-2 0,-3 2 0 16,3 1-10-16,-3-1 0 0,0-2 0 0,0 3 0 15,0-1 0-15,0 1 0 0,0-1 0 0,0 0 0 16,1 1 0-16,2-3 0 0,-3-3 0 0,3-3 0 16,-3 1-100-16,3-6-23 0,0 3-4 15</inkml:trace>
  <inkml:trace contextRef="#ctx0" brushRef="#br0" timeOffset="68643.322">22642 8629 2747 0,'0'-11'78'0,"0"0"17"0,3 1-76 16,0-1-19-16,0 3 0 0,0 0 0 0,3 0 55 0,0 3 7 0,0 0 2 0,3 0 0 15,0 2 0-15,0-2 0 0,3 2 0 0,0-2 0 16,0 2-52-16,0-2-12 0,0-1 0 0,-1 4 0 15,1-1-10-15,3-2-5 0,0 0-1 0,0-1 0 32,0-2-211-32,0 3-42 0</inkml:trace>
  <inkml:trace contextRef="#ctx0" brushRef="#br0" timeOffset="69326.025">22913 8224 2066 0,'6'-6'43'0,"0"1"10"0,0 0-42 0,-3 0-11 0,3-1 0 0,0 4 0 16,-3-1 104-16,-3 3 20 0,0 0 3 0,0 0 1 15,0 0 0-15,0 0 0 0,0 0 0 0,0 0 0 16,0 0-103-16,0 0-25 0,0 0 0 0,0 5 0 16,0 6 56-16,-3-1 7 0,0 4 1 15,0 2 0 1,0 2-52-16,-3 3-12 0,3 3 0 0,-3 0 0 0,3 2 0 0,-6-2 0 0,3 0 0 0,0 0 0 16,1 0 0-16,-1-1 0 0,0-1 0 0,0 1-10 15,0-1 10-15,0-4-8 0,0 3 8 0,0-2-8 16,0-1 8-16,3-2 11 0,-3 0-3 0,3-3 0 15,0-2-8-15,3-1 0 0,-3-2 0 0,3 0 0 16,0-8-49-16,0 0-12 0,0 0-3 16,3-2 0-16,3-1 52 0,3-2 12 0,0-1 0 0,0 1 0 15,3-3 0-15,0-2 0 0,-1 2 0 0,4 0 0 16,0-3 48-16,0 3 13 0,0-2 3 0,0 2 0 16,-3 0-52-16,3 2-12 0,-3-1 0 0,0 1 0 15,-1 1 0-15,-2 0 0 0,3 2 0 0,-3 0 0 16,-3 3 0-16,3 0 0 0,-3 3 0 0,0 0 0 15,0-1 0-15,0 4 0 0,0 2 0 0,-3-1 0 16,0 4 31-16,0 0 3 0,-3 2 1 0,3 0 0 16,0 0-35-16,-3 1 0 0,3-1 0 0,0 3 0 15,0-3-13-15,-3 0-7 0,3 0 0 0,0-2-1 16,0 0-45-16,3-1-9 0,-3 1-1 0,2-3-1 16,1-3-106-16,0 0-21 0,0-2-4 0</inkml:trace>
  <inkml:trace contextRef="#ctx0" brushRef="#br0" timeOffset="69872.197">23747 8414 2098 0,'0'0'60'0,"0"0"12"0,0-5-58 0,-3 0-14 0,0-1 0 0,3 1 0 16,-3 0 100-16,0-3 18 0,3 3 3 0,0-3 1 16,-3 0-28-16,3 0-6 0,3-3 0 0,-3 3-1 15,6-2-23-15,-3 2-5 0,6-3-1 0,-3 3 0 16,6-2-23-16,-3 2-5 0,-1 0-1 0,4 0 0 15,-3 3-6-15,3-3-2 0,0 5 0 0,0-2 0 16,0 2-4-16,3-2-1 0,-3 5 0 0,-3 0 0 16,3 0-16-16,-3 2 8 0,-1 4-8 0,-2-1 0 15,0 6 0-15,-3-1 0 0,0 6 0 0,-3 0 0 0,0 0 0 16,-3 5 0-16,-3-3 0 0,0 4-12 0,0-1-4 16,-2 0-1-16,-1 0 0 0,0 0 0 0,0 0-3 15,-3 1-1-15,0-4 0 0,0 3 0 0,3-2 1 16,0-1 1-16,0 1 0 0,3-1 0 0,0-2 19 15,0 0-10-15,3-3 10 0,0 3-8 0,0-5 8 16,6-1 0-16,-3 4 0 0,6-6 0 0,0 0 0 16,0-1 0-16,6-1 0 0,0-1 11 0,3 0-1 0,0-2 0 0,3 0 0 15,0-1 0-15,2-2 0 0,1 3 0 0,0-3 0 16,3 3 0-16,-3-3-2 0,-3 2-8 0,2-2 12 0,-2 3-4 16,0-3-8-16,-3 0 0 0,0 0 0 0,-3 0 8 15,0 0-8-15,0 0 0 16,0 0 0-16,-4 0 0 0,1 0-27 0,0 0-7 15,0 0-2-15,0 0 0 0,-3 0-173 0,0 0-35 0,-3 0-8 16</inkml:trace>
  <inkml:trace contextRef="#ctx0" brushRef="#br0" timeOffset="71362.222">14528 9864 1972 0,'0'0'83'0,"0"0"-67"16,-3 6 59-16,-3-1 11 0,0 3 2 0,0 0 1 15,0 2 31-15,-2 4 7 0,2-1 1 0,-3 3 0 16,3 0-103-16,-3 2-25 0,0 1 0 0,0-1 0 16,3-2 0-16,-3 0 0 0,3-3 0 0,0 0 0 15,0-2-46 1,0 2-14-16,3-2-4 0,0-3 0 0,0 0-154 0,3-3-31 15</inkml:trace>
  <inkml:trace contextRef="#ctx0" brushRef="#br0" timeOffset="71558.162">14629 10020 2276 0,'3'-5'48'0,"-3"0"9"0,0 0-45 0,0-1-12 0,0 1 0 0,-3 0 0 15,0-1 112-15,3 1 20 0,-2 0 4 0,2 5 0 16,0 0-57-16,0 0-12 0,-6 0-3 0,6 0 0 15,0 0 0-15,0 0 0 0,-3 2 0 0,-3 4 0 16,3 2-51-16,3 0-13 0,-3 0 0 0,0-1 0 16,3 4 0-16,0-3 0 0,0 3 0 0,0-3 0 15,0-1-12-15,0 1-4 0,0 0-2 0,0 0 0 16,0 0-125-16,0 3-25 0,0-3-4 0</inkml:trace>
  <inkml:trace contextRef="#ctx0" brushRef="#br0" timeOffset="72175.253">15713 9949 1539 0,'-9'-5'64'16,"3"2"-51"-1,-3 0 120-15,3 1 24 0,0-4 5 0,0 4 1 16,3-4-38-16,-3 4-7 0,3-3-2 0,3-1 0 16,-3 4-32-16,3 2-8 0,3-8 0 0,0 2-1 15,3 4-24-15,0-4-5 0,3 1-1 0,0 3 0 16,3-4-8-16,0 4-1 0,0-4-1 0,3 4 0 16,-3-1-8-16,3 0-2 0,-1 1 0 0,4 2 0 15,-3 0-13-15,3 0-4 0,-3 0 0 0,0 2 0 16,0 1-8-16,0 2-11 0,-1 1 3 0,-2 2 0 15,-3-1 8-15,0 4 0 0,-3 0 0 0,-3-1 0 16,-3 3-53-16,0 1-9 0,-3 2-2 0,-3-1 0 0,0-1 52 0,-3 2 12 16,-3-1 0-16,0 1 0 15,1-2-60-15,-4 1-10 0,0-1-2 0,0-1 0 16,3 0 36-16,-3 0 6 0,3 1 2 0,3-4 0 0,0 1 28 0,0-1 0 0,3-2 0 16,1-2 0-16,2-1 0 0,3-5 13 0,0 0-1 0,0 0 0 15,3 5 3-15,2 0 0 0,1-2 0 0,0 0 0 16,3-3 6-16,0 0 2 0,3-3 0 0,3 3 0 15,0-3-23-15,0 1-18 0,3-1 3 16,0 0 1-16,-1 1 14 0,1-1 0 0,0 1 0 0,3-1 0 16,-3 0 13-16,0-2 6 0,-3 2 1 0,2-2 0 31,1 0-141-31,0-1-28 0,-3 1-6 0</inkml:trace>
  <inkml:trace contextRef="#ctx0" brushRef="#br0" timeOffset="72860.843">16901 9605 1622 0,'-9'0'68'0,"3"0"-54"16,0 0 75-16,0 0 15 0,0 0 4 0,0 3 0 16,3-1-11-1,-3 1-1-15,0 0-1 0,0 2 0 0,3 3-31 0,-3 0-7 0,3 2-1 0,0 1 0 16,-3 2-25-16,3 0-6 0,0 3-1 0,0 3 0 15,0-1-14-15,3 1-10 0,-3-1 12 0,3 6-12 16,-3-3 23-16,3 6-3 0,0-3 0 0,0-1 0 16,0 4-29-16,0-6-7 0,0 3 0 0,0-3-1 15,0-5 27-15,0 0 6 0,0 0 0 0,0-3 1 16,0-3-17-16,0 1 0 0,3-3 0 0,-3-3 0 16,0 1 0-16,0-6 0 0,0 0 0 0,0 0 0 15,0 0 0-15,0 0 0 0,0 0 0 0,6 2 0 16,-6-2 0-16,3-2 0 0,3-4 0 0,0 1 0 15,0 0 33-15,0-1 3 0,0-2 1 0,0 1 0 16,0-1-12-16,3 0-2 0,0 0-1 0,0-3 0 16,0 1-14-16,0-1-8 0,3 0 10 0,-1 1-10 15,1 2 0-15,-3-3 0 0,0 1 0 0,3 2 0 16,-3 0 42-16,0 0 2 0,3 3 1 0,-3-1 0 16,0 4-29-16,-3-1-7 0,3 3-1 0,-3 0 0 15,0 3-8-15,-1-1 0 0,1 4 0 0,-3 1 8 16,0 1-8-16,0 0 0 0,0 3 0 0,-3 0 0 15,0-1 8-15,0 3 0 0,-3-2 0 0,0 2 0 0,-3-2-8 16,0-1 0-16,1 1-12 0,-4-3 12 0,-3 2-13 0,3-2 5 16,-3 3 8-16,0-3-13 0,-3 0 13 0,3 0 0 15,-3 0 0-15,0 0 0 0,3-3-10 0,-2 0 10 16,-1 1-10-16,0-1 10 0,3-5-22 0,0 2 2 0,3-2 0 16,0-2 0-1,3-1-42-15,3 1-8 0,0-4-2 0,3-2 0 16,3-2-46-16,6 2-10 0,0-5-1 0,3-1-1 15,3 1-82-15,6 0-16 0,0-3-3 0</inkml:trace>
  <inkml:trace contextRef="#ctx0" brushRef="#br0" timeOffset="73082.934">17234 9854 1398 0,'0'0'59'0,"0"0"-47"16,0 0 156-16,0 0 31 0,0 0 6 0,0 0 2 16,0 0-70-16,0 0-13 0,6 0-4 0,-6 0 0 15,3 2-44-15,3 4-10 0,-3-4-2 0,0 4 0 16,3 2-16-16,-3-3-4 0,0 3-1 0,3 0 0 15,-3 0-16-15,0 2-3 0,-3 1-1 0,3-1 0 16,-3 1-8-16,0 2-2 0,0-2 0 0,0 2 0 16,0 0-13-16,0-2 11 0,-3 2-11 0,0-2 10 15,0-1-10-15,-3 1 0 0,3-3 0 0,-3 0 0 16,0 0-22-16,0 2-6 0,0-5-2 0,0 3 0 16,0-2-118-16,0-1-24 0,0-2-5 0</inkml:trace>
  <inkml:trace contextRef="#ctx0" brushRef="#br0" timeOffset="73268.669">17228 9772 2650 0,'-6'-11'75'0,"3"3"17"15,-3-2-74-15,3-1-18 0,3 3 0 0,-3 0 0 0,3 0 49 0,0 0 7 0,0 0 0 0,3 0 1 16,0 3-43-16,3-3-14 0,0 0 8 0,3 0-8 31,0 0-100-31,0 0-24 0,3-2-5 0,0 2-1 16,-3 0-103-16,3 0-21 0</inkml:trace>
  <inkml:trace contextRef="#ctx0" brushRef="#br0" timeOffset="73497.262">17499 9541 1824 0,'0'0'38'0,"0"0"8"0,0 0-37 0,0 0-9 0,0 0 0 0,-6 3 0 16,6-3 104-16,-6 3 20 0,3 2 3 0,0 0 1 15,0 1 0-15,0 2 0 0,0 0 0 0,0-1 0 16,3 4-52-16,0 0-9 0,0 2-3 0,0 0 0 16,0 0-51-16,0-2-13 0,0 2 0 0,3 3 0 15,-3 0 54-15,0 0 8 0,0 0 2 0,-3 2 0 16,3 1-52-16,0 2-12 0,-3 3 0 0,3-1 0 16,-3 1 0-16,3 3-13 0,-3-1 2 0,0 1 1 15,0-4 10-15,0 1 0 0,0-3 0 0,0 1-8 16,0-4-36-16,0-2-6 0,0 0-2 0,0-3 0 15,0-2-61-15,3 2-13 0,-3-5-2 0</inkml:trace>
  <inkml:trace contextRef="#ctx0" brushRef="#br0" timeOffset="73689.416">17439 9960 2747 0,'0'-11'78'0,"-3"0"17"0,3 1-76 0,0 2-19 15,3-3 0-15,-3 1 0 0,6 2 55 0,-3 0 7 0,3-3 2 0,3 3 0 16,-3 3-52-16,6 0-12 0,-3-3 0 0,3 2 0 16,0 4 0-16,0-1 0 0,3 1 0 0,-1-1 0 15,-2 0 0-15,3 1-10 0,-3 2 2 0,0-3 0 16,3 0-178-16,0-2-35 16</inkml:trace>
  <inkml:trace contextRef="#ctx0" brushRef="#br0" timeOffset="74051.615">18192 9991 2269 0,'0'0'64'0,"6"0"15"0,0-2-63 0,3 2-16 0,0 0 0 0,0 0 0 31,3 0 84-31,0 0 15 0,3 0 2 0,3 0 1 0,0 0-61 0,-1 0-12 0,4 0-2 0,3 0-1 15,-6 0 30-15,3-3 7 0,0 3 1 0,-1 0 0 16,1-3-52-16,0 3-12 0,-3-2 0 0,-3 2 0 16,0 0 0-16,0 0 0 0,-3 0 0 0,-4 0 0 31,4 0-101-31,-6 0-23 0,3 0-5 0</inkml:trace>
  <inkml:trace contextRef="#ctx0" brushRef="#br0" timeOffset="74245.179">18350 10126 1824 0,'9'-2'76'15,"0"-1"-60"1,0 3 89-16,3-3 19 0,0 1 3 0,0-1 1 16,0 0 0-16,3 1 0 0,-1-1 0 0,1-2 0 15,3 5-98-15,0-3-19 0,-3-2-11 0,3 2 12 16,0 1-12-16,-4-4 0 0,7 4-12 0,-6-4 12 15,3 1-110-15,0 0-14 0,3-3-4 0</inkml:trace>
  <inkml:trace contextRef="#ctx0" brushRef="#br0" timeOffset="74753.264">20699 9825 1838 0,'0'0'38'0,"0"0"10"16,0 0-39-16,0 0-9 0,0 0 0 0,0 0 0 16,0 0 109-16,0 0 20 0,0 0 4 0,0 0 1 0,0 0-25 0,0 0-5 0,0 0 0 0,0 8-1 15,0-1-33-15,0 1-6 16,-3 3-2-16,0 0 0 0,0 2-24 16,0 3-5-16,0 0-1 0,-3-1 0 15,3-1-20-15,0 2-12 0,0-1 12 0,-3 1-12 0,3-2 0 16,3-1 0-16,-3-3-12 0,0 1 3 15,3 0-94-15,0-6-18 0,0 3-4 0,0-3-1 16,-3 0-133-16,3-5-26 0</inkml:trace>
  <inkml:trace contextRef="#ctx0" brushRef="#br0" timeOffset="75395.829">22669 9795 2310 0,'0'0'48'0,"0"0"11"0,0 0-47 0,0 0-12 0,0 0 0 0,0-5 0 15,0 5 104-15,0 0 20 0,0 0 3 0,0 0 1 16,0 0-64-16,0 0-13 0,0 0-3 0,0 0 0 16,6 5-7-16,-6-5-1 0,3 3-1 0,0 8 0 15,0-3-14-15,-3 2-2 0,0 3-1 0,0 1 0 16,0-1-12-16,0 3-2 0,0 0-8 0,-3 0 12 15,3-1-12-15,-3 1 0 0,3-2 0 0,0-1 0 16,0 0-39-16,-3-2-10 0,3-1-3 0,0 1 0 16,3-6-112-16,-3 3-22 0,3-5-5 0</inkml:trace>
  <inkml:trace contextRef="#ctx0" brushRef="#br0" timeOffset="75598.963">22919 9854 2143 0,'0'0'90'16,"0"-6"-72"-16,0 6 98 0,0 0 19 0,-3-5 4 0,3 5 1 16,0 0-43-16,-6 3-8 0,0 2-1 0,0 0-1 15,4 6-44-15,-1 0-9 0,-3 2-2 0,3 0 0 16,0 0-15-16,3 3-3 0,-3 0-1 0,0-3 0 16,3 0-13-16,0 1 0 0,-3 2 0 0,3-6 0 15,3 1-92 1,-3-1-20-16,3 1-5 0</inkml:trace>
  <inkml:trace contextRef="#ctx0" brushRef="#br0" timeOffset="77514.286">20976 9856 1652 0,'0'0'34'0,"0"-5"9"0,0 0-35 0,0-1-8 15,0 1 0-15,0 5 0 0,0-5 140 0,0 5 27 0,0-5 5 0,0-1 0 16,0 6-86-16,0-2-18 0,0 2-3 0,0 0-1 16,0 0 52-16,0 0 9 15,0 0 3-15,0 0 0 16,0 0-103-16,0 0-25 0,0 0 0 0,-3 8 0 0,0 2 54 0,0 1 6 0,-3 2 0 0,3 3 1 16,0 0-38-16,-3 2-8 0,0 3-2 0,0 1 0 15,0-4-13-15,0 3 8 16,0-2-8-16,-3 2 0 0,3-2 0 0,0-4 0 0,0 1 0 0,0 0 0 15,3 0 0-15,-3 0-20 0,3-3 4 0,0 0 0 16,3 1-37 0,0-1-7-16,0-3-2 0</inkml:trace>
  <inkml:trace contextRef="#ctx0" brushRef="#br0" timeOffset="78233.227">23952 9467 1941 0,'0'0'40'0,"0"0"10"0,0 0-40 0,0 0-10 0,0 0 0 0,0 0 0 15,0 0 105-15,0 0 19 0,0 0 4 0,0 0 1 16,0 0-41-16,0 0-8 0,0 0-1 0,-6 6-1 15,3-1-37-15,-3 0-7 0,-3 1-2 0,3-1 0 16,-2 3-16-16,-1 0-3 0,0 0-1 0,0 2 0 16,-3 1-12-16,3-1 0 0,-3 1 0 0,0 0 0 15,0-1 0-15,0 3 0 0,0-2 0 0,-3 2 0 16,4 0 0-16,-4-2 0 0,0 0-12 0,0-1 12 16,3 1-10-16,0-1 10 0,0-2-8 0,0 0 8 15,3 0 0-15,0 0-10 0,3 0 10 0,1 0 0 16,2 0-10-16,0-3 10 0,3-5-8 0,0 6 8 15,3 1-10-15,0-4 10 0,2 2-12 0,1 1 12 16,3-4-8-16,3 4 8 0,0-4 0 0,0 4 0 16,3-4 0-16,0 3 0 0,0-2 0 0,3 2 0 15,-4 1 0-15,1-4 9 0,0 1 1 0,0 2 0 16,0-2 2-16,3 0 0 0,-3-1 0 0,3-2 0 0,-4 3-12 0,4 0 8 16,-3-1-8-16,3-2 8 0,0 3-8 0,-3-1 0 15,0-2 0-15,-3 3 0 0,0-3-15 0,-1 0-5 0,1 0 0 16,-3 0-1-1,-3 0-126-15,3-3-25 0,-3 3-4 0</inkml:trace>
  <inkml:trace contextRef="#ctx0" brushRef="#br0" timeOffset="78535.519">23955 9528 2418 0,'0'-10'68'0,"-3"2"16"15,3 2-67-15,0 1-17 0,0 5 0 0,0 0 0 16,0 0 88-16,0 0 13 0,0 0 3 0,0 0 1 16,0 11-33-16,3-1-6 0,-3 6-2 0,0 0 0 15,3 3-18-15,-3 2-4 0,0 0-1 0,-3 0 0 16,3 0-9-16,-3 0-3 0,3 1 0 0,-3 1 0 16,0 1-9-16,0 3-3 0,-3-1 0 0,3 6 0 15,0 0-7-15,-3-1-2 0,3 1 0 0,0 3 0 16,-2-9-8-16,2 0 0 0,0 1 9 0,0-6-9 15,0-2 15-15,0 2-2 0,3-5 0 0,-3 2 0 16,0-5-13-16,0 1 0 0,3-4 0 0,-3 1 0 16,3-1-48-16,0-2-13 0,0-2-3 0,0-6 0 15,0 0-155-15,0 0-31 0</inkml:trace>
  <inkml:trace contextRef="#ctx0" brushRef="#br0" timeOffset="80791.927">14504 11142 2200 0,'-3'11'46'0,"0"-3"10"0,3 0-45 0,-2 0-11 0,2 2 0 0,-3 1 0 16,3-1 73-16,-3 4 13 0,3-1 2 0,-3 3 1 15,0 0-33-15,-3-3-8 0,3 3 0 0,-3 0-1 16,0 0-23-16,3-1-4 0,-3 1 0 0,0 3-1 15,3-3-19-15,-3 0 8 0,3-1-8 0,0 1 0 16,0 0 0-16,0-3 0 0,0 1 0 0,3-4 0 16,-3 1-104-16,6-3-16 0,-3-3-2 0,0-5-1 15,6 3-97-15,3-3-20 0,-3-3-4 0</inkml:trace>
  <inkml:trace contextRef="#ctx0" brushRef="#br0" timeOffset="80985.884">14600 11378 1551 0,'24'-29'68'0,"-16"21"16"16,1 0-68-16,-3-3-16 0,0 3 0 0,0 0 0 0,-3 0 152 0,0 3 28 0,0-3 4 0,0 0 2 15,-3 3-54-15,0 0-10 0,0 5-2 0,0 0-1 16,0 0-29-16,0 0-6 0,-6 0 0 0,0 2-1 16,0 1-31-16,0 2-5 0,0 1-2 0,0 1 0 15,3 1-28-15,-3 0-5 0,1 3-2 0,-1-3 0 16,3 5-10-16,-3 0 0 0,0 1 0 0,3-1 8 16,-3 3-8-16,3 0 0 0,-3-1 0 0,3 4 0 15,3-3-64 1,-3 2-8-16,3-2-1 0,-3 0-1 0,3 0-111 0,-3 0-23 15</inkml:trace>
  <inkml:trace contextRef="#ctx0" brushRef="#br0" timeOffset="81672.803">15710 11349 2314 0,'-3'-6'48'0,"0"4"11"0,3 2-47 0,0-8-12 0,0 5 0 0,3-2 0 16,0 0 52-16,0-1 9 0,3 1 2 0,0 0 0 16,3-3 1-16,0 0 0 0,0 0 0 0,3 3 0 15,2-3-9-15,1 2-2 0,3 1 0 0,3 0 0 16,3-1-28-16,0 4-5 0,2-3-2 0,4 2 0 15,-3 0-8-15,-3 3-2 0,3 0 0 0,-4 0 0 16,-2 3-8-16,-6 0 8 0,0 2-8 0,0-3 8 16,-6 4-8-16,0-1 0 0,-3 3-12 15,-3-3 12-15,0 1-18 0,-3 2 4 0,-3-1 1 0,0 1 0 16,0 3-50-16,-6-3-9 0,0 3-3 0,-3-1 0 16,0-2 35-16,0 0 6 0,-3 3 2 0,-3-3 0 15,4-1 20-15,-1-1 4 0,0 2 8 0,3-3-13 16,-3 0-1-16,6-2 0 0,0 2 0 0,3-2 0 15,6-3 14-15,0 0 16 0,0 0-3 0,0 0-1 16,0 0-12-16,6 0-16 0,3 2 3 0,0-2 1 16,3 0 39-16,3 0 8 0,0 0 1 0,2 3 1 15,-2-3-17-15,3 3-3 0,-3-3-1 0,0 5 0 16,-3-2-4-16,0 2 0 0,-3 0-1 0,0 1 0 16,-3-1-11-16,-3 3 0 0,3 2 0 0,-3-2 0 15,-3 3 40-15,0 0 5 0,-3 2 2 0,-3 0 0 16,3 0-31-16,-3 0-7 0,-3 1-1 0,0-1 0 15,-3 0-8-15,0 3 8 0,-3-3-8 0,0 0 8 16,0 1-8-16,-3-4 0 0,1 3 0 0,-1-5 0 0,3 3 0 0,-3-3 0 16,3 0 0-16,0-3-11 15,3 0-35-15,0 1-7 0,4-4-2 0,-4 4 0 16,3-6-161-16,3 2-32 0</inkml:trace>
  <inkml:trace contextRef="#ctx0" brushRef="#br0" timeOffset="82620.42">17020 11042 2030 0,'0'0'57'0,"0"0"14"0,0 0-57 0,0 0-14 0,0 0 0 0,0 0 0 15,0 0 81-15,0 0 14 0,-6 0 2 0,0 5 1 16,3 0-54-16,0 3-12 0,0 0-1 0,0 3-1 15,0 2 27-15,0 3 6 0,0 0 1 0,0 2 0 16,3 3-64-16,0 1-24 0,-3-1 0 0,3 3 1 16,0-3 23-16,-3 0 0 0,3-3 0 0,0 1 0 15,-3 0 0-15,3-1 0 0,0-2 0 0,-3 2 0 16,3-4 0-16,-3-1 0 0,3 0 0 0,-3-2 0 16,3-1 0-16,-3-2 0 0,3 0 0 0,0 0 0 15,0-3 0-15,0 1 0 0,0-6 0 0,0 0 0 16,0 0 0-16,0 0 0 0,0 0 0 0,0 0 0 15,0 0 0-15,0 0 0 0,3-3 0 0,3 0 0 16,-3-2 12-16,3 2 9 0,-3-2 3 0,6 0 0 0,-3 0-24 0,0-1 0 16,3-2 0-16,-3 0 0 0,6 3 0 0,-3-3 0 15,2 0 0-15,1 3 0 0,0 0 29 0,0-1 2 16,6 1 0-16,-3 0 0 0,-3 2-11 0,3 1-3 0,0-1 0 0,-1 0 0 16,-2 3-5-16,3-2 0 0,-3 2-1 15,-3 2 0-15,0 1-11 0,3 0 10 0,-3-1-10 16,-3 1 10-16,0 2-10 0,3 3 8 0,-6-3-8 15,0 3 8-15,0 0-8 0,-3 0 12 0,0 0-12 0,-3 3 12 16,0-1-12-16,-3 1 0 0,0-1 0 0,0-2 8 16,-3 3-8-16,-3 0 0 0,0-1 0 15,0-2-11-15,0 3 3 0,-3-1 0 0,0-2 0 0,-2 0 0 16,2 0 0-16,0-3 0 0,0 1 0 0,0-4 0 16,3 4 8-16,0-6 11 0,0 2-3 0,0-2 0 15,4-2-57-15,-1-1-12 16,3-2-3-16,0-1 0 0,0 1-9 0,3-6-3 0,0 3 0 0,3-5 0 15,0 0-160-15,3-3-33 16,3 0-7-16</inkml:trace>
  <inkml:trace contextRef="#ctx0" brushRef="#br0" timeOffset="82858.605">17401 11301 1482 0,'0'0'62'0,"0"0"-50"15,0 0 114-15,0 0 22 0,0 0 5 0,0 0 1 16,0 0-43-16,0 5-9 0,0 1-2 0,0-1 0 15,0 3-6-15,0-3-2 0,3 0 0 0,-3 3 0 16,0 0-73-16,3 0-19 0,0 0 0 0,-3 3 0 16,3-3 26-16,0 2 2 0,-3-2 0 0,3 3 0 15,-3-3-16-15,0 2-2 0,0 1-1 0,0 0 0 16,0-1-9-16,0 3 0 16,0-2 0-16,-3 0 0 15,3-1 0-15,-3 1 0 0,0-1 0 0,0-2 0 16,3 0-32-16,-3 0-6 0,0-3-1 0,0 3 0 15,3-8-171-15,-9 3-34 0</inkml:trace>
  <inkml:trace contextRef="#ctx0" brushRef="#br0" timeOffset="83061.746">17430 11132 2283 0,'-8'-27'48'0,"2"17"10"15,3 2-46-15,0 0-12 0,0-3 0 0,3 3 0 16,-3 0 58-16,3 0 10 0,0 3 1 0,-3 0 1 16,3 0-55-16,0-1-15 0,3 1 0 0,-3 0 0 15,3-1 0-15,3 1 0 0,0 0 0 0,2-3 0 16,1 3-164-16,0-3-37 0</inkml:trace>
  <inkml:trace contextRef="#ctx0" brushRef="#br0" timeOffset="83298.056">17755 10880 2030 0,'0'0'57'0,"-6"6"14"0,3-1-57 0,0 0-14 0,0 1 0 0,0 1 0 15,0 4 54-15,-3 0 8 0,3-1 2 0,0 3 0 16,0 3 0-16,0-2 0 0,0 1 0 0,0 7 0 16,0-1 0-16,0 3 0 0,0 2 0 0,0 3 0 15,0-2 0-15,0 2 0 0,0 0 0 0,3 0 0 16,-3-3-52-16,0 1-12 0,3-3 0 0,-3-1 0 15,1 1 0-15,-1-3 0 0,0 3 0 0,0-3 0 16,0 1 0-16,-3 1 0 0,0-1 0 0,3-1 0 16,-3-3 0-16,3 1 0 0,-3-3 0 15,3 0 0-15,0-3-151 0,-3-3-33 0,3-2-6 16</inkml:trace>
  <inkml:trace contextRef="#ctx0" brushRef="#br0" timeOffset="83493.038">17654 11399 2310 0,'-6'-5'48'0,"0"-3"11"15,3 2-47-15,3 1-12 0,-3 0 0 0,3-3 0 16,3 5 104-16,-3-2 20 0,3 0 3 0,3-1 1 16,0 4-103-16,0-4-25 0,3 4 0 0,0-3 0 15,-1 2 0-15,4-2 0 0,0-1 0 0,0 1 0 0,3 0 0 16,0 2 0-16,0-2 0 0,0-1 0 15,3 1-66-15,2 0-18 0,1-3-4 0</inkml:trace>
  <inkml:trace contextRef="#ctx0" brushRef="#br0" timeOffset="83911.247">18413 11367 2014 0,'0'0'42'0,"0"0"9"15,0 0-41-15,0 0-10 0,0 0 0 0,6 3 0 16,0 2 68-16,0-2 11 0,3-3 2 0,-1 5 1 16,1-2-6-16,6-1 0 0,0 1-1 0,-3 0 0 15,3-1-20-15,0-2-4 0,0 0-1 0,0 0 0 16,-1 0-41-16,4 0-9 0,0 0 0 0,0 0 0 15,0 0 51-15,0 0 10 0,0 0 3 0,2 0 0 0,-2 0-52 16,0-2-12-16,0 2 0 0,0 0 0 16,-3-3-48-16,0 3-13 0,-6 0-3 0,3-3 0 15,-4 3-153-15,-2-2-31 0</inkml:trace>
  <inkml:trace contextRef="#ctx0" brushRef="#br0" timeOffset="84123.362">18556 11521 2030 0,'0'0'57'0,"0"0"14"0,0 0-57 0,3 2-14 0,3 1 0 0,-1 0 0 16,-2-1 54-16,6-2 8 0,-3 0 2 0,0 3 0 16,3-3 0-16,3 0 0 0,0-3 0 0,0 3 0 15,3 0-52-15,3-2-12 0,0-1 0 0,-1 3 0 16,4-3 0-16,0-2 0 0,0 2 0 0,3-2 0 15,0 2-100-15,-1-2-22 0,4 0-5 0</inkml:trace>
  <inkml:trace contextRef="#ctx0" brushRef="#br0" timeOffset="84663.737">20746 11296 1948 0,'0'0'40'0,"0"0"11"16,0 0-41-16,0 0-10 0,0 0 0 0,0 0 0 16,0 0 78-16,0 0 14 0,0 0 2 0,0 0 1 15,0 0 26-15,-3 5 6 0,0 0 1 0,0 3 0 16,0 0-103-16,1 0-25 0,-1 0 0 0,0 0 0 15,0 3 41-15,0-1 3 0,0-2 1 0,0 3 0 16,3-1-21-16,-3 1-4 0,0-3 0 0,3 2-1 16,0 1-118-16,0-3-23 0,0 0-5 0,0 0-1 15,3-3-103-15,3-2-21 0</inkml:trace>
  <inkml:trace contextRef="#ctx0" brushRef="#br0" timeOffset="84858.379">20967 11417 1824 0,'9'-10'38'0,"-9"10"8"0,3-5-37 0,-3 5-9 0,0-6 0 0,0 1 0 15,0 0 104-15,0-3 20 0,0 3 3 0,-3-1 1 16,0 1-52-16,3 5-9 0,-3-3-3 0,3 3 0 16,0 0 0-16,0 0 0 0,0 0 0 0,0 0 0 15,-6 0 0-15,6 0 0 0,-6 3 0 0,3 2 0 16,-3 3-51-16,3-3-13 0,-3 3 0 0,3 0 0 16,-3 3 0-16,3-1 0 0,0 1 0 0,0 2 0 15,0-2 0-15,0 2 0 0,3 0 0 0,-3-2 0 31,3 2-100-31,0 0-22 0,0-2-5 0</inkml:trace>
  <inkml:trace contextRef="#ctx0" brushRef="#br0" timeOffset="85365.567">22770 11267 1812 0,'0'0'76'15,"0"0"-60"1,0 0 82-16,0 0 17 0,0 0 3 0,0 0 1 16,-2 5-14-16,2-2-2 0,-3 2-1 0,0 3 0 15,0-3-30-15,-3 3-7 0,3 0-1 0,-3 0 0 16,3 0-24-16,-3 2-4 0,0 1-2 0,3 0 0 16,-3-1-18-16,0 1-4 0,0 2-1 0,0-2 0 15,0-1-11-15,0 1 0 0,3-1 0 0,-3 1 0 16,3 0-12-16,0-1-7 0,3-2-1 0,-3 0-1 15,3 0-119-15,0-3-23 0,3 1-5 0</inkml:trace>
  <inkml:trace contextRef="#ctx0" brushRef="#br0" timeOffset="85594.634">22973 11354 2124 0,'0'-8'44'0,"0"0"10"0,3 3-43 16,-3 0-11-16,0-3 0 0,0 5 0 0,0-2 91 0,0 5 16 0,0-6 3 0,0 6 1 15,0 0-35-15,0 0-8 0,0 0 0 0,0 0-1 16,0 0-19-16,0 0-4 0,-3 6-1 0,0-1 0 16,0 3-15-16,0 2-4 0,-3 1 0 0,3 0 0 15,0-1-12-15,-3 1-2 0,0-1-1 0,3 1 0 16,-3 0-9-16,0-1 8 0,3 3-8 0,-6-2 8 16,6 0-8-16,-3-1-12 0,3 3 2 0,0-2 1 31,-2 2-113-31,2-5-22 0,3 3-5 0</inkml:trace>
  <inkml:trace contextRef="#ctx0" brushRef="#br0" timeOffset="87221.539">24044 11163 2124 0,'0'0'44'0,"0"0"10"0,0 0-43 0,0 0-11 0,0 0 0 0,0 0 0 16,0 0 76-16,0 0 14 0,-5 3 2 0,-1 0 1 16,-3-1-31-16,-3 1-6 0,3 0-2 0,-6-1 0 15,3 6-19-15,-3-2-4 0,-3 2-1 0,3 5 0 16,1-3-30-16,-4 1 0 0,3 2 0 0,0 3 0 16,0-3 0-16,0 3 0 0,0 0 0 0,-3 3 0 15,3-4 0-15,4 1 0 0,-4 0 0 0,3 0 0 16,3 0 0-16,0 0 0 0,3 0 0 0,3 0 0 15,0-1-45-15,6 1-15 0,0 0-4 0,3-3 0 16,3 1 0-16,3-4 0 0,3 1 0 0,-3-3 0 16,2-3 52-16,1 0 12 0,0-2 0 0,0 0 0 15,3-6-9-15,0 0 1 0,0-2 0 0,0 0 0 16,-1-1 8-16,1-2 0 0,-3 1 10 0,3-1-10 16,-6-3 8-16,-3 3-8 0,0-2 0 0,-6-1 9 15,-3 3 44-15,0-3 9 0,-6-2 2 0,-3 3 0 16,0-4-52-16,-6 4-12 0,-3-3 0 0,0-1 0 0,0-2 0 0,1 1 0 15,-1-1 0-15,-6-3 0 0,3 3 54 0,-3-2 8 0,0-1 2 16,1 1 0-16,-1-3-52 0,0 2-12 0,3-5 0 16,0 3 0-16,3 0 0 0,1 0 0 0,5 2 0 15,0 1 0-15,6-1 54 0,3 3 8 0,0 3 2 0,3 0 0 16,6 0-52-16,0 2-12 16,3 0 0-16,3 3 0 0,3 1 0 0,2 1 0 0,4 1 0 0,-3 2 0 15,3-2 0-15,0 5 0 16,0 0 0-16,-1 0 0 0,-2 3 0 0,0-1 0 0,0 4 0 0,0-1 0 15,3 3 0-15,-3 2 0 0,-1-2 0 0,-2 6 0 16,3 1 18-16,-6 1 1 0,3 6 0 0,-3-1 0 16,-3 0-11-16,0 3-8 0,0-3 12 0,-3 3-12 15,-3-3 8-15,0 0-8 0,-3-3 0 0,0 1 0 16,-3-3 0-16,0-3 0 0,0 0-13 0,-3 1 5 16,0-4-19-16,-3 1-3 0,0-1-1 15,0 1 0-15,0-3-68 0,-3-3-13 0,3 3-4 0</inkml:trace>
  <inkml:trace contextRef="#ctx0" brushRef="#br0" timeOffset="88029.416">14594 12629 1824 0,'0'0'38'0,"0"0"8"0,-6 3-37 0,3 2-9 0,3-5 0 0,-3 8 0 15,0 0 53-15,0 0 9 0,0 3 2 0,3 2 0 16,-3 0 0-16,3 3 0 0,-3 0 0 0,3 5 0 15,0 0-64-15,0-2-21 0,0 2 0 0,3 0 0 16,-3-2 21-16,0-1 0 0,3-2 0 0,-3 0 8 16,-3 0-128-16,0-6-25 0</inkml:trace>
  <inkml:trace contextRef="#ctx0" brushRef="#br0" timeOffset="88270.164">14799 12820 2310 0,'-3'-5'48'0,"-3"-3"11"0,3 2-47 0,0 1-12 0,0-3 0 0,0 5 0 16,0-2 104-16,0 3 20 0,3 2 3 0,0 0 1 15,-9 0-52-15,3 2-9 0,1 1-3 0,-1 5 0 16,3 0-51-16,-3 2-13 0,0 4 0 0,3 1 0 16,-3-1 0-16,3 1 0 0,-3 1 0 0,3 0 0 15,0 0 0-15,0-3 0 0,0 3 0 0,0-3 0 16,0 3 0-16,0-2 0 0,0-1 0 0,0 0 0 15,0 0 0-15,3 0 0 0,0 1 0 0,-3-1 0 16,3 0-151-16,0-2-33 16,3 2-6-16</inkml:trace>
  <inkml:trace contextRef="#ctx0" brushRef="#br0" timeOffset="88853.359">15856 12735 2066 0,'0'0'43'0,"0"0"10"0,0 0-42 0,0 0-11 0,0 0 0 0,-6 5 0 16,6-5 53-16,-6 3 9 0,0 0 2 0,0 2 0 15,3 0 0-15,-6 1 0 0,3-1 0 0,0 3 0 16,0-3-52-16,0 3-12 0,0 0 0 0,-3 0 0 16,3 3 0-16,1-3 0 0,-1 2 0 0,-3 1 0 15,0-1 22-15,3 1 2 0,-3-1 0 0,0 1 0 16,3 0-24-16,-3-3 0 0,6 2 0 0,-3 1 0 15,3-3 0-15,0-3 0 0,0 3 0 0,3 0 0 16,3-6 0-16,-3 6 0 0,6-5 0 0,0 2-8 16,-3-2 8-16,3 2-10 0,3-2 10 0,0 2-10 15,0-2 10-15,0-3 0 0,3 0-9 0,-1 0 9 16,4 0 0-16,3-3 0 0,0 1 0 0,3-1 0 16,0-2 0-16,3-1 0 0,-1 1 0 0,1 0 0 15,3-1 0-15,-3-1 8 0,0 1-8 0,-4-2 0 16,1 0 0-16,-3 0 0 0,-3 0-14 0</inkml:trace>
  <inkml:trace contextRef="#ctx0" brushRef="#br0" timeOffset="89151.05">15898 12637 2067 0,'0'0'87'16,"0"0"-70"-16,0 0 38 0,0 0 7 0,0 0 2 0,0 0 0 16,0 0 0-16,0 0 0 0,0 8 0 0,2 0 0 15,-2 0 0-15,3 5 0 0,0 1 0 0,0 4 0 16,0 3 0-16,3 0 0 0,-3 6 0 0,3-1 0 16,0 1-52-16,-3-1-12 0,0 1 0 0,0-3 0 15,0-1 0-15,0 1 0 0,0 0 0 0,0 0 0 16,0 0 0-16,0 2 0 0,0-2 0 0,-3 5 0 15,3-5 0-15,0 2 0 0,-3 1 0 0,3-1 0 16,0-5-48-16,-3-2-13 0,3-1-3 0,0-2 0 16,-3-3-58-16,3 1-12 0,0-4-2 0</inkml:trace>
  <inkml:trace contextRef="#ctx0" brushRef="#br0" timeOffset="89934.242">17052 12801 1910 0,'-9'-8'40'0,"9"8"9"0,0 0-39 0,0 0-10 0,0 0 0 0,0 0 0 16,0 0 66-16,0 0 11 0,0 0 3 0,0 0 0 15,0 0-44-15,0 0-9 0,-2 6-2 0,-1 2 0 16,3 2 24-16,-3 3 5 0,3 3 1 0,0 0 0 15,0 3-37-15,3-1-7 0,-3 3-2 0,0-2 0 16,3 2-9-16,-3-2 0 0,2-1 0 0,-2 3 0 0,3-2 0 0,0-1 0 16,-3 1 0-16,3-3 0 0,0 0 0 15,-3 0 0-15,3-3 0 0,-3 0 0 0,3-2 0 0,-3-1 0 16,3-5 0-16,-3 1 0 0,0-6 0 0,0 0 0 0,0 0 0 16,0 0 0-1,0 0 0-15,3 0 0 0,3-3 0 0,0-2 0 0,0-1 0 0,0 1 0 16,0-5 0-16,3 2 0 0,-3 0 29 15,3 0 4-15,-3-3 1 0,6 3 0 0,-3-2-5 0,6 2-1 16,-4 0 0-16,4 0 0 0,0 0-1 0,-3 3-1 16,3-3 0-16,0 2 0 0,-3 1-8 0,3 0-2 0,-3 2 0 15,0 1 0-15,-4-1 7 0,4 3 1 0,-6 0 0 0,3 3 0 16,-6-1-24-16,3 1 0 0,-3 2 0 0,0 3 0 16,0 0 0-16,-3 0 0 0,3 3 0 0,-3-1 0 15,-3 1 0-15,-3 2 0 0,3 0 0 0,-3-2 0 16,-3 2 0-16,-3 0-12 0,0 0 2 0,-2 3 0 15,-1-2-9-15,0-4-1 0,-3 3-1 0,0-2 0 16,0 0 1-16,0-4 0 0,3 1 0 0,1-2 0 16,-1-1-16-16,3-2-4 0,3-1 0 0,-3-2 0 15,3 0-100-15,3-2-21 0,3-4-4 0,0-2-1 16,3-2-122-16</inkml:trace>
  <inkml:trace contextRef="#ctx0" brushRef="#br0" timeOffset="90142.25">17472 12950 1824 0,'6'-3'38'0,"-3"3"8"0,-3 0-37 0,0 0-9 0,0 0 0 16,0 0 0-16,0 0 104 0,0 0 20 0,0 0 3 0,3 8 1 15,0-3 0-15,0 0 0 0,-3 3 0 0,0 0 0 16,3 0-103-16,-3 0-25 0,0 0 0 0,0 0 0 31,0 3 56-31,0-1 7 0,3 1 1 0,-3-1 0 0,0 4-52 0,0-4-12 0,3 3 0 0,-3 1 0 16,0-1-9-16,0 3-5 0,0 0-1 0,-3-3 0 15,3 3 24-15,-3-3 5 0,3 0 1 0,-3 0 0 16,0-2-63 0,3 0-13-16,-3-3-3 0</inkml:trace>
  <inkml:trace contextRef="#ctx0" brushRef="#br0" timeOffset="90337.149">17579 12870 2310 0,'-18'-16'48'0,"12"11"11"16,3-3-47-16,-2 0-12 0,2-2 0 0,-3 2 0 15,3-3 53-15,0 3 9 0,3-3 2 0,-3 4 0 16,0-4 0-16,3 3 0 0,3 0 0 0,-3 0 0 16,6-2-76-16,0 2-14 0,0-3-3 0,5 0-1 15,-2 4-161-15,6-4-32 0,0 0-6 0</inkml:trace>
  <inkml:trace contextRef="#ctx0" brushRef="#br0" timeOffset="90564.093">17820 12587 2191 0,'0'0'45'0,"0"0"12"0,-3 3-45 16,3-3-12-16,-6 5 0 0,3 3 0 0,1-3 60 0,-1 3 11 0,0 0 1 0,0 0 1 16,0 3-15-16,0 2-3 0,0 3-1 0,0 2 0 15,0 3-18-15,0 3-3 0,3 0-1 0,-3 2 0 16,0 1 2-16,3-1 0 0,-3 1 0 0,3-1 0 15,-3 1-20-15,0-3-4 0,3-1-1 0,-3 4 0 16,0-3-9-16,3-1 0 0,-3 4 0 16,0-3 8-16,3 0-8 0,-3-3 0 0,0 3 0 15,0-3 0-15,0 0-23 16,0-3-6-16,3-2-2 0,-3-2 0 16,3-4-140-16,0 1-28 0,-3-6-5 0</inkml:trace>
  <inkml:trace contextRef="#ctx0" brushRef="#br0" timeOffset="90760.697">17767 13114 2310 0,'-3'-6'48'0,"0"-2"11"16,0 3-47-16,3-6-12 0,0 4 0 0,0 1 0 16,0-2 80-16,3 3 15 0,-3-3 2 0,3 3 1 15,0-1-56-15,3-1-11 0,0 1-3 0,0 1 0 16,3 0-20-16,0-3-8 0,-1 2 0 0,4 1 0 15,0 0 0-15,0 0 0 0,3-3 0 0,3 2 0 16,0 1-141-16,0 0-35 0,2-3-6 0</inkml:trace>
  <inkml:trace contextRef="#ctx0" brushRef="#br0" timeOffset="91152.035">18603 12973 2303 0,'0'0'65'0,"0"0"15"0,0 0-64 0,6 3-16 0,0 0 0 0,3-1 0 16,0-2 47-16,3 3 6 0,3-3 2 0,0 0 0 16,3 0 7-16,2 0 2 0,4 0 0 0,0 3 0 15,0-3-27-15,3 0-5 0,-1 0 0 0,-2 0-1 16,0 0-15-16,-3 0-2 0,-3 0-1 0,0 0 0 15,-4 0 6-15,1 2 1 0,-3-4 0 0,-3 4 0 16,3 1-68-16,-3-3-12 0,-3 2-4 0,0 4 0 16,-3-4-106-16,0 4-22 0,0-4-4 0</inkml:trace>
  <inkml:trace contextRef="#ctx0" brushRef="#br0" timeOffset="91343.161">18740 13185 2017 0,'0'0'42'0,"0"0"10"0,0 0-42 16,0 0-10-16,0 0 0 0,0 0 0 0,0 0 85 0,6 0 15 0,3 0 4 0,0 0 0 16,3-3-28-16,0 1-6 0,3-1-1 0,3 0 0 15,-4 1-29-15,4-1-5 0,0 0-2 0,0 1 0 16,0-1-19-16,0-2-4 0,-3 2-1 0,2 1 0 16,-2-4-9-16,0 1-14 0,3-3 3 0,3 0 1 31,0 0-160-31,0 0-32 0,5 0-6 0</inkml:trace>
  <inkml:trace contextRef="#ctx0" brushRef="#br0" timeOffset="91794.198">20889 12740 1948 0,'0'0'40'0,"0"0"11"0,0 0-41 0,0 0-10 0,0 0 0 0,6 3 0 16,0 0 100-16,-3-1 17 0,3 1 4 0,-3 2 1 15,0 3-24-15,0 0-5 0,0 0-1 0,-3 5 0 16,3-2-25-16,-3 2-6 0,0 3-1 0,0 0 0 15,-3 0-24-15,3 0-6 0,-3 0-1 0,0-3 0 16,0 0-17-16,0-2-3 0,0 2-1 0,0-3 0 16,0-2-19-16,0 0-4 0,3 0-1 0,-3-2 0 15,3-1-125-15,0-5-26 0,0 0-5 0</inkml:trace>
  <inkml:trace contextRef="#ctx0" brushRef="#br0" timeOffset="92010.063">21098 12865 2269 0,'3'-5'64'0,"-3"-1"15"0,0 1-63 16,0 0-16-16,0-1 0 0,-3 1 0 0,3 2 105 0,0 3 19 16,-3-5 3-16,-3 0 1 0,6 5-65 15,0 0-13-15,0 0-2 0,-6 0-1 0,3 3-24 0,-3-1-5 0,0 3-1 0,3 3 0 16,-3 0-17 0,3 0 0-16,0 3 0 0,0-1 0 15,0 4 55-15,3-4 7 0,0 1 2 0,-3-1 0 0,3 4-52 0,0-6-12 0,0 2 0 0,3 1 0 31,-3-3-100-31,3 2-22 0,0-2-5 0,3 0-1 16,-3-3-102-16,3-2-21 0</inkml:trace>
  <inkml:trace contextRef="#ctx0" brushRef="#br0" timeOffset="92617.451">22699 12703 1333 0,'0'0'56'0,"0"0"-44"16,0 0 93-16,0 0 19 0,0 0 4 0,0 0 1 15,0 0-1-15,3 6 0 0,-3-1 0 0,0 0 0 16,3 1-51-16,-3 2-10 0,3-1-3 0,-3 1 0 16,0 3 0-16,0 2-1 0,0 0 0 0,0 1 0 15,0 2-50-15,0-1-13 0,0 1 0 0,0-2 0 16,0 1 0-16,-3-1 0 0,3-1 0 0,-3 0 0 16,3 0 56-16,-3-2 7 0,3 0 1 0,0 2 0 15,-3-5-103-15,3 2-20 0,0-2-4 0,0 0-1 16,0 0 0-16,0-3 0 0,0-5 0 0,0 0 0 15,0 0-153-15,0 0-31 0</inkml:trace>
  <inkml:trace contextRef="#ctx0" brushRef="#br0" timeOffset="92856.807">22991 12844 2066 0,'3'-8'43'0,"-3"2"10"0,0-1-42 16,3 1-11-16,-3 1 0 0,0 0 0 0,0-1 104 0,0 6 20 0,0 0 3 0,0 0 1 15,0 0-52-15,0 0-9 0,0 0-3 0,0 0 0 16,0 0 0-16,0 0 0 0,-3 6 0 0,-3 2 0 16,3 2-51-16,0-2-13 0,0 5 0 0,0-2 0 15,0 2 0-15,-3-2 0 16,3 2 0-16,0-2 0 0,0 2 0 0,-3-3 0 0,0 1 0 0,0 0 0 16,3 2 0-16,0-5 0 0,-3 2 0 0,3 1 0 31,0-3-48-31,0 2-13 0,0-2-3 0,0 0 0 0,3-2-102 15,0 1-21-15,-3-1-4 0</inkml:trace>
  <inkml:trace contextRef="#ctx0" brushRef="#br0" timeOffset="94332.518">23780 12579 1824 0,'0'0'38'0,"0"0"8"15,0 0-37-15,0 0-9 0,0 0 0 0,0 0 0 16,0 0 96-16,0 0 18 0,0 0 3 0,0 0 1 16,0 0-30-16,0 0-7 0,0 0-1 0,0 8 0 15,-3-3-24-15,3 1-6 0,0-1-1 0,0 3 0 16,0 0-10-16,0 2-3 0,-3-2 0 0,3 6 0 15,0 1-12-15,-3 1-4 0,3 0 0 0,-3 5 0 16,3 0-10-16,0-2-2 0,-3 5-8 0,3 0 12 16,-3-6-12-16,3 3 0 0,0 0 8 0,-3 1-8 0,3-6 0 0,0-1 0 15,0-1 8-15,0-1-8 0,0 0 0 0,0 0 0 16,0-2 0-16,-3-1 0 16,6 1-51-16,-3-3-3 0,0 0-1 0,3-3 0 15,-3-5-69-15,0 0-13 0,3 3-3 0</inkml:trace>
  <inkml:trace contextRef="#ctx0" brushRef="#br0" timeOffset="94829.569">24095 12587 2258 0,'3'-8'64'0,"0"0"14"15,0 0-62-15,0 3-16 0,0-3 0 0,0 5 0 16,-3 3 60-16,0 0 8 0,0-5 3 0,0 5 0 15,0 0-13-15,0 0-2 0,0 0-1 0,0 0 0 16,0 0-11-16,0 8-1 0,-3-3-1 0,0 6 0 16,0-3-20-16,-3 5-4 0,3 0-1 0,-6 3 0 15,0 0-9-15,0 0-8 0,0 5 12 0,-3 0-12 16,4 3 9-16,-4 0-9 0,0 2 0 0,3 3 9 16,-3-5-9-16,6 3 0 0,-3-4 0 0,3 1 0 15,0-3 0-15,3 1 0 0,0-4 0 0,3 1 0 16,0-1 0-16,0-2 0 0,3 0 0 0,3-3 0 15,0 0 0-15,3 1-19 0,0-4 3 0,3 1 1 16,3-3-8-16,0 0-1 0,2-3-1 0,1-2 0 0,3-1 9 0,0-2 1 16,3-2 1-16,-3-1 0 0,-1 0 14 15,-2-2-9-15,0 0 9 0,0-3-8 0,-3 0 8 16,0 0-12-16,-3 0 12 0,3 0-12 0,-4 0 12 16,-2-2 0-16,0 2 0 0,0 0 0 0,-3 0 48 15,0-3 12-15,-3 1 3 0,0 2 0 16,0 0-19-16,-3-3-3 0,0 3-1 0,0-2 0 15,-3 2-3-15,-3-3-1 0,0 3 0 0,0-2 0 0,-3-1-8 0,0 3-3 16,0-3 0-16,-2 3 0 0,-1 3-9 0,0 0-1 0,0 2-1 16,-3 1 0-16,0 2-14 0,-3 0 9 0,-3 2-9 0,1 4 8 15,-4 1-8-15,0 1 0 0,0 0 0 0,-3 3 0 16,1 0-18-16,2-1-2 0,0 1-1 0,0-1 0 16,6 1-75-16,0-1-16 0,1 4-2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3:04:13.58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7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2-21T23:05:01.793"/>
    </inkml:context>
  </inkml:definitions>
  <inkml:trace contextRef="#ctx0" brushRef="#br0">15844 1942 1579 0,'0'0'32'0,"0"0"10"0,0 0-34 0,3 0-8 0,3-5 0 0,0 5 0 16,0-5 94-16,3 2 17 0,0-2 3 0,0 2 1 15,5 3-31-15,1-5-5 0,3 2-2 0,0-2 0 16,6 2-10-16,0 3-3 0,-1-5 0 0,7 5 0 16,0 0-51-16,3-5-13 0,-1 5 0 0,4 0 0 15,6 0 30-15,6 0 3 0,2 0 1 0,10 0 0 16,-7 5-3-16,7-5-1 0,-1 0 0 0,10 5 0 15,-4-5-6-15,4 0-2 0,2 3 0 0,7 2 0 16,-10-5-35-16,6 0-7 0,1 0-2 0,2 0 0 16,-8 0 22-16,-4 3 0 0,1-3 0 0,-4 0 0 15,-5 0 25-15,-4 0 10 0,1 0 1 0,-4 0 1 16,-5 0-8-16,0 0-1 0,-4-3-1 0,1 3 0 16,-6-5-27-16,0 2 0 0,-4 3 0 0,1-5 0 15,-6 0 0-15,-3 2-11 0,-1-2 1 0,-2 2 0 16,-3-5 10-16,0 3 0 0,-6-1 8 0,3 4-8 15,-3-6 0-15,0 0-16 0,0 3 2 0,-4 2 1 16,1-8-101-16,0 9-20 0,0-6-4 0</inkml:trace>
  <inkml:trace contextRef="#ctx0" brushRef="#br0" timeOffset="7837.248">22994 667 1919 0,'0'0'80'0,"0"0"-64"16,0-8 95-16,3 0 18 0,-3 3 4 0,3-3 1 15,0 5-44-15,0-8-9 0,3 4-1 0,-3-1-1 16,3 0-24-16,2 0-5 0,1 0-1 0,3 0 0 16,0 0-14-16,0-3-3 0,3 3-1 0,0 6 0 15,3-6-23-15,0 2-8 0,2-1 0 0,1 1 0 16,-3 4 27-16,3 2-1 0,0 0 0 0,-3 0 0 15,0 0-15-15,-1 0-3 0,-2 0-8 0,0 2 12 16,0 4-36-16,-3-1-7 0,0-3-1 0,-3 4-1 16,-3 2 33-16,0 0 0 0,-3 0 0 0,0 0 0 15,-3 5 28-15,-3-3 12 0,0 4 2 0,-6-1 1 0,0 3-18 16,0-3-3-16,-6 3-1 0,0 5 0 16,-3-5-43-16,0 0-9 0,-2 0-1 0,-1 2-1 15,0-2 1-15,0 0 1 0,3-3 0 0,-3 3 0 16,4 0 43-16,-1 2 8 0,3-2 1 0,0 0 1 0,3-3-35 15,0 3-7-15,6 0-2 0,0-3 0 0,3 1 30 0,0-4 7 16,3 3 1-16,0-5 0 0,6 6-26 0,0-7-5 0,0 1-1 16,3 0 0-16,3 0 16 0,0-2 0 0,6-4 0 15,-3 4 0-15,5-6 0 0,1 0 0 0,0-6 0 0,3 6 0 16,0-2 0-16,2-4 0 0,-2 4 0 0,3-4 0 16,-3-2-13-16,0 3 0 0,0-3 0 15,2 0 0 1,1 0-145-16,3 0-29 0,-3-5-5 0</inkml:trace>
  <inkml:trace contextRef="#ctx0" brushRef="#br0" timeOffset="8382.722">23970 505 2067 0,'0'0'87'15,"0"0"-70"1,0 0 38-16,-3 6 7 0,3 2 2 0,0 5 0 16,-3-5 51-16,3 8 10 0,0 0 3 0,0-1 0 15,0 4-103-15,0-3-25 0,0 5 0 0,0-3 0 16,-3 4 0-16,3-1 0 0,0 0 0 0,0 0 0 16,-3-2 0-16,3 2 0 0,-3 0 0 0,0 0 0 15,0 0 0-15,0-2 0 0,0 2 0 0,0 0 0 16,0 0 0-16,0 3 0 0,0-3 0 0,-3-5 0 15,3 0 0-15,0-3 0 0,0 1 0 0,1-4 0 0,-1-2 41 16,0-3 3-16,0 3 1 0,3-8 0 0,0 0-21 16,0 0-5-16,-3-2-1 0,3-9 0 0,0 1-1 0,0-4 0 15,0-2 0-15,3-5 0 0,0-3-5 16,3 3-2-16,2-8 0 0,-2 0 0 16,3 5-29-16,3-5-5 0,0-5-2 0,0 2 0 0,6-2 26 0,-3-3 0 15,3-1 0-15,0-1 0 0,2 4 21 0,1 4 10 0,-3-4 1 16,3 4 1-16,-3 9-1 0,0-1-1 0,-4 1 0 0,4 6 0 15,-6 3-31-15,0 5 0 0,0 0 0 0,-3 0 0 16,0 8-11-16,0 0-8 0,-3 0-1 0,3 8-1 16,-3 0 21-16,0 0 0 0,-3 5 10 0,3 3-10 15,0 0 8-15,-4 5-8 0,1 3 0 0,3 3 0 16,-3 2 0-16,0 0 0 0,0-3 0 0,0 3 0 16,0-2 8-16,0-3-8 0,0 0 0 0,-3 2 0 15,3-5 13-15,-3-5-1 0,0 5 0 0,0-2 0 16,-3-1-60-16,0-2-13 0,0 0-3 15,0 0 0-15,0 2 52 0,-3-2 12 0,0-5 0 0,0 2 0 16,4 0-164-16,-7 1-31 16,3-7-5-16</inkml:trace>
  <inkml:trace contextRef="#ctx0" brushRef="#br0" timeOffset="8606.828">23997 683 2214 0,'0'0'46'0,"0"0"11"0,0 0-45 15,0 0-12-15,0 0 0 0,0 0 0 0,0 0 73 0,6 0 13 0,0 0 2 0,0 0 1 16,3 0-20-16,3-3-4 0,-1 3-1 0,4 0 0 16,-3-5-24-16,6 5-6 0,-3-3-1 0,3-2 0 15,0 5-25-15,0-6-8 0,2 4 0 0,1-3 0 31,3 2-143-31,0-2-32 0</inkml:trace>
  <inkml:trace contextRef="#ctx0" brushRef="#br0" timeOffset="26318.454">22663 4215 1170 0,'0'0'49'16,"0"0"-39"0,0 0 97-16,0 0 19 0,0 0 4 0,0 0 1 15,0 0-32-15,0 0-7 0,0 0 0 0,0 0-1 16,0 0-22-16,0 0-4 0,0 0-1 0,0 0 0 16,0 0-11-16,0 0-2 0,0 0-1 0,0 0 0 15,0 0-16-15,0 0-3 0,0 0-1 0,0 0 0 0,0 0-9 0,0 0-1 0,0 0-1 0,0 0 0 16,0 5 1-16,-3 1 0 0,3 2 0 15,0-3 0-15,0 3-2 0,0-3 0 0,0 0 0 0,0 3 0 16,0 3-5-16,0-3-1 0,0 0 0 0,0 5 0 16,0-5-4-16,3 3 0 0,-3-1-8 15,0 1 12-15,3-1-12 0,-3 4 8 0,0-4-8 0,3 3 0 16,-3-2 0-16,3 2 0 0,0-5 0 0,-3 3 0 16,3-1 0-1,-3 1 0-15,0-1 0 0,3 6 0 0,-3-8 0 0,0 3 0 16,3-1 0-16,-3 6 0 0,0-8 8 0,0 5-8 0,0 1 0 0,0-4 0 15,-3 1 0-15,3 2 8 0,0-2-8 0,0-1 0 16,-3 3 0-16,3-7 8 0,0 7-8 0,-3-2 0 16,3-6 0-16,0 3 8 0,-3 0-8 0,3-3 0 15,0 6 8-15,-3-9-8 0,3 1 11 0,0 5-11 16,0-8 17-16,-3 3-3 0,3-3-1 0,0 0 0 16,-3 5-1-16,3-5 0 0,0 0 0 0,0 0 0 15,-3 5 0-15,3-5-1 0,0 0 0 0,-6 3 0 16,6-3-3-16,0 0 0 0,-6 2 0 0,0-2 0 15,6 0 1-15,-5 0 0 0,5 0 0 0,-6 0 0 16,0-2-9-16,0 2 12 0,0 0-12 0,0 0 12 16,-3 0-12-16,3 0 10 0,-3 0-10 0,0 0 10 15,0 0-10-15,0 0 0 0,-3 0 9 0,0 2-9 16,0-2 0-16,1 0 8 0,-1 6-8 0,-3-6 0 0,3 0 0 16,-3 2 9-16,0-2-9 0,0 3 0 15,0-3 9-15,0 3-9 0,1-1 0 0,-4 1 9 0,3 0-9 16,-3-1 8-16,0 1-8 0,3 0 8 15,-3 2-8-15,0-3 10 0,4 4-10 0,-4-6 10 16,3 2-10-16,-3 4 0 0,0-4 0 0,-3 4 8 0,0-1-8 0,1-2 0 16,-1 2 9-16,-6 0-9 0,6-2 0 15,-3 2 0-15,1-2 0 0,-1 2 8 0,0-2-8 0,3 2 0 16,0-2 0-16,-3 2 8 0,4-2-8 0,-1 2 9 0,0-3-9 0,0 4 10 16,-3-4-1-16,-3 1 0 0,1 0 0 15,-4-1 0-15,0-2 1 0,0 3 0 0,1 0 0 0,-4 2 0 16,0-5-10-16,3 5 8 0,1-2-8 0,-4 2 8 15,0-2-8-15,-3-1 10 0,1-2-10 0,-4 3 10 16,0-3-10-16,1 5 8 0,-4-2-8 0,0 0 8 16,4 2-8-16,-1-2 10 0,0-1-10 0,-2 1 10 15,2 0-10-15,-6-1 0 0,1 1 9 0,-4-1-9 16,6 1 0-16,1 5 8 0,-1-5-8 0,0-1 0 16,-2 4 0-16,-1-6 8 0,-3 2-8 0,1 1 0 15,-1 2 0-15,3 1 0 0,1-1 0 0,-4 0 8 16,3 0-8-16,1-2 0 0,-4 0 0 0,1-1 0 15,-1 1 0-15,0 2 0 0,1 1 0 0,-4-1 0 16,3 0 0-16,1-2 0 0,-1-1 0 0,-5 4 8 16,5-4-8-16,0 4 0 0,-2 2 0 0,-4-3 0 15,7 0 0-15,-1-2 0 0,0 0 0 0,-2 2 0 16,2-3 0-16,-3 4 0 0,1-1 0 0,-1 0 0 16,1-2 0-16,2 2 0 0,0-2 0 0,-2 0 0 15,2 2 0-15,-2-3 0 0,-1 4 0 0,-3-4 0 0,4 6 0 16,2-8 0-16,1 3 0 0,-1 2 0 0,-3-2 0 0,4 0 0 15,-4-1 0-15,0 1 0 0,4 0 0 0,-1 2 0 16,4-5 0-16,-7 2 0 0,6 1 0 0,-5 2 0 0,2-5 0 16,-5 3 0-16,8-3 0 0,3 3 0 0,-2-1 0 15,-1 1 0-15,0 0 0 0,-2-3 0 0,-4 2 0 0,3 1 0 16,4 0 0-16,2-3 0 0,0 2 0 16,-2 1 0-16,2 0 0 15,-6-1 0-15,1 3 0 0,-1-5 0 0,1 3 0 0,5 0 0 0,0 2 0 16,-2-2 0-16,2-1 0 0,-3 1 0 0,1 0 0 0,-4-1 0 15,3 1 0-15,1 2 0 0,2-2 0 0,-6-1 0 16,7 1 0-16,-4 0 0 0,3-1 0 0,-2 1 0 16,-1 0 0-16,-3-1 0 0,4 1 0 0,-7 0 0 15,7-1 0-15,-1 4 0 0,3-4 0 0,-2 1 0 16,-1 0 0-16,0-1 0 0,-2-2 0 0,-1 3 0 16,3-1 0-16,4 1 0 0,-1 0 0 0,-3-1 0 15,4 1 0-15,-7 0 0 0,3-3 0 0,-5 2 0 16,5 4 0-16,4-4 0 0,-1 4 0 0,0-4 0 15,1 4 0-15,-1-4 0 0,0 1 0 0,-2-3 0 16,2 2 0-16,-3 1 0 0,4 2 0 0,-1-2 0 16,0 0 0-16,6-1 0 0,1 1 0 0,-1 0 0 15,0-1 0-15,-2 1 0 0,-1-3 0 0,0 3 0 16,1-1 18-16,2 1-1 0,0 2 0 0,0 0 0 16,4-2-27-16,-1 2-6 0,0-2 0 0,0 0-1 15,4-1 17-15,-7 1 0 0,3 2 0 0,0-2 0 16,1 0 0-16,-1 2 0 0,0 0 0 0,3 0 0 15,1-2 0-15,2 2 0 0,3 1 0 0,-3-1 0 0,0 3 0 16,-2-5 0-16,-1 2 0 0,0 0 0 16,-3 0 0-16,4 1 0 0,-4-1 0 0,0 0 0 15,6 3 0-15,1-2 0 0,2-1 0 0,-3 3 0 0,3 0 0 0,0-3 0 16,1 0 0-16,-1 3 0 0,-3 0 0 0,3-3 0 0,-3 3 0 16,-2-2 0-16,2 2 0 0,0-3 0 0,0 0 0 15,-3 3 0-15,7-5 0 0,2 2 0 0,-3 0 0 0,3 1 0 16,0-1 0-16,1 0 0 0,2 1 0 0,-3-1 0 15,0 0 0-15,-3 0-8 0,0 1 8 0,1-4 0 16,-1 4 12-16,-3-1 5 0,3 0 2 0,0 0 0 16,3 1-31-16,1-1-7 0,-1 0-1 0,3 1 0 15,0-1 20-15,0 0 0 0,3 1 0 0,0 1 0 16,1-1 0-16,-1-4 0 0,0 6 0 0,0-2 0 16,0-1 12-16,0-2 7 0,0 2 1 0,-3 0 0 15,1 0-20-15,2 1 0 0,-3 2 0 16,0-3 0-16,0 3-13 0,0 0-7 0,0 0 0 0,1 0-1 15,-1 2 21-15,3-2 0 0,0 3 0 0,0-1 0 16,3 1 0-16,-3 0 0 0,3-1 0 0,3 1 0 16,-3 2 12-16,4-5 8 0,-1 3 0 0,0-1 1 15,0 3-35-15,3-5-7 0,-3 3-2 0,3-1 0 16,0 1 23-16,0-3 0 0,0 3 0 0,0-1 0 16,0-2 14-16,0 0 7 0,0 3 2 0,-3-1 0 15,3-2-23-15,-3 0 0 0,3 3 0 0,-2-3 0 16,-1 2 0-16,3-2 0 0,-3 0 0 0,0 3 0 0,3-3 0 15,-3-1 0-15,3 4 0 0,0 0 0 0,0-1-11 16,0 3-6-16,0 1-2 0,0-1 0 0,0 3 31 0,0-3 5 16,0 3 2-16,3 0 0 0,-3 0-34 0,3 0-6 15,0-1-2-15,0 1 0 0,1-2 23 0,-1-1 0 0,0 0 10 16,3 0-10-16,-3-2 0 0,3-1 0 16,0 1 0-16,0-3 0 0,0 0 18 15,0 2 0-15,0-2 0 0,0 0 0 0,0 0-18 16,0 0-11-16,3 0 2 0,-6-3 0 0,3 3 9 0,0 0 12 0,0-2-2 15,0 2-1-15,0-3-9 0,0 3 0 0,0 0 0 0,-3 0 0 16,3 2 0-16,-3-2 0 0,0 0 0 0,3 3 0 16,-3-1 0-16,0 1 0 0,3-1 0 0,-3 4 0 15,0-1 0-15,3 0 0 0,-3 0 0 0,0 1 0 16,3-1 0-16,0 0 0 0,-3 0 0 0,3 0 0 16,0 1 0-16,0-1 0 0,0-2 0 0,0 2 0 15,0-3 0-15,0 1 0 0,0-3 0 0,0 2 0 16,0-2 0-16,0 3 0 0,0-3 0 0,0 0 0 15,0 0 0-15,0 0 0 0,0 0 0 0,0 0 0 16,0 0 0-16,3-1 0 0,-3-1 0 0,0 2 0 16,0 0 0-16,3-3 0 0,-3 3 0 0,0 0 0 15,3 2 0-15,-3-2 0 0,3 3 0 0,-3-3 0 16,0 2 0-16,0 1 0 0,3 0 0 0,-3 2 0 16,0 0 0-16,0-2 0 0,3 2 0 0,-3 0 0 15,0 0 0-15,0-2 0 0,0 2 0 0,0 0 0 16,0-2 0-16,0 2 0 0,3-2 0 0,-3-1 0 15,0 1 0-15,0 0 0 0,0-4 0 0,0 4 0 16,0-3 8-16,0 0 0 0,0 3 0 0,0-4 0 16,-3 1-8-16,3 0 0 0,0 0 0 0,0 0 0 15,0 0 0-15,0 0 0 0,0 0 0 0,0 0 0 0,-3-3 0 0,3 3-9 16,0 0 0-16,0 0 0 0,-3 0 18 0,3 0 4 0,0 0 1 16,0 0 0-1,-3 0-14-15,3 0 9 0,0 0-9 0,-3 0 8 0,3 2-8 0,0-2 8 0,-3 3-8 0,3-3 8 16,0 0-8-16,0-1 0 0,0 1 0 0,0 0 8 15,-3 0-8-15,3 0 0 0,0 0 9 16,0-3-9-16,0 3 0 0,0 0 8 0,0-2-8 0,0-1 0 16,-3 3 0-16,3-3 8 0,0 0-8 0,0 1 0 15,0-6 0-15,0 5 0 0,0 0 0 0,0-5 8 16,0 6-8-16,0-6 0 0,0 0 0 0,0 0 0 31,0 0-62-31,0 0-7 0,0 0-2 0</inkml:trace>
  <inkml:trace contextRef="#ctx0" brushRef="#br0" timeOffset="28512.307">18749 4160 1421 0,'0'0'60'0,"0"0"-48"16,-3 5 117-16,0 3 24 0,-3-6 5 0,3 4 1 16,0-1-63-16,0 3-13 0,0 0-3 0,0 0 0 15,0 0-34-15,0 0-7 0,3 5-2 0,-3-5 0 16,3 2-17-16,-3 1-4 0,3 0-1 0,3-1 0 16,-3 1-6-16,0 2-1 0,0-8 0 0,0 6 0 15,0-3 0-15,0 0 0 0,0 0 0 0,0 0 0 16,0 0 1-16,-3 2 0 0,3-7 0 0,-3 5 0 15,3-3 7-15,-3 0 0 0,0 3 1 0,0 0 0 16,-2-5 8-16,2-1 2 0,0 4 0 0,-3-4 0 16,0 4 1-16,0-4 0 0,0 6 0 0,-3-5 0 15,3 2-6-15,0-5-1 0,0 3 0 0,-3-3 0 16,0 3-6-16,3-1-2 0,-3 1 0 0,0-1 0 16,0-2-2-16,0 0-1 0,1 3 0 0,-4-3 0 15,0 0-10-15,0 0 12 0,-3-3-12 0,0 3 12 16,-3 0-3-16,-3 0 0 0,3 0 0 0,-5 0 0 15,-1 0-1-15,-3 3 0 0,-6-3 0 0,4 3 0 16,2-1 3-16,-3-2 0 0,3 8 0 0,-3-8 0 16,-5 0-1-16,-4 0 0 0,-3 0 0 0,-8 0 0 15,-1 0 3-15,-5 3 1 0,-1 2 0 0,-8-2 0 16,-1 0-14-16,1 2 11 0,-7 0-11 0,-5 0 10 0,2 3-10 0,1-5 0 16,-3 2-10-16,-10 1 10 15,7-1 10-15,-4 3 8 0,1 2 2 0,-15-4 0 0,12 2-32 0,-1 2-7 0,-5-2-1 16,-9 3 0-16,12 2 20 0,-4-2 0 15,1 2 0-15,-9 0 0 0,8-2 0 0,1 2 0 0,-3-3 0 16,-9 4 0-16,11-4 0 0,-2 1 0 0,3 5 0 16,-12-6 0-16,12-2 0 0,-1 3 0 0,1-1 0 0,-9 1 0 15,14-3 0-15,-2 2 0 0,3 1 0 0,-12 0 0 16,14 2 0-16,-2-8 0 0,3 3 0 0,-13 3 0 16,10-3 18-16,0 0 7 0,-4 2 2 15,-5-2 0-15,9 0-27 0,-1 0 0 16,1 0 8-16,-9 2-8 0,12 1 0 0,-1-6 0 0,1 3 0 0,-9 6 0 15,14-4-20-15,-2 1-7 16,2-1-1-16,-5 6 0 0,9-5 28 0,-1 2 0 0,4 3 0 0,-10-3 0 16,7 0 18-16,3-2 9 0,-7 2 1 0,-2 0 1 15,8-2-29-15,4 0 0 0,-1-1 0 0,-2 1 0 16,9-3 0-16,-1 0 0 0,6 0 0 0,-2-1 0 16,2 1 0-16,-2 0 0 0,2-2 0 0,-2 2 0 15,5-3 0-15,7 0 0 0,2 3 0 0,-3-3 0 16,4 1 0-16,-4-4 0 0,0 4 0 0,-2-4 0 15,8 1-20-15,0 2-6 0,4-2-2 0,-4 2 0 16,3-2 47-16,1 2 9 0,2-2 1 0,-6-1 1 16,1 4-48-16,-1-4-10 0,0 4-1 0,1-1-1 0,2 0 48 15,3-2 10-15,0 5 1 0,-2-3 1 0,-1 0-30 16,-3 1 0-16,1-1 0 0,-4 0 0 0,3 3 0 0,1 3 0 16,5-1 0-16,-6 1 0 15,7-1 0-15,-1-2 0 0,-3 3 0 0,3 0 0 16,-2-1 0-16,-1 3 0 0,-3-2 0 0,1 2 0 15,5-2 0-15,3-1 0 0,1 4 0 0,-1-4 0 0,0-2 0 16,3 5 0-16,1-5 0 0,-4 3 0 0,3 2 0 0,-3-8 0 0,1 3 0 16,-1 3 0-16,0-3 0 0,6 0 0 0,0-3 0 15,4 3 0-15,-1 0 0 0,6 0 0 0,-3-3 0 0,3 3 0 16,0-3 0-16,1 3 0 0,-4-2 0 0,3-1 0 16,0 0 0-16,0 1 0 0,0-1 0 0,0 0 0 15,1 0 0-15,-1 3 0 0,0-5 0 0,0 2 0 16,3 3 0-16,0-2 0 0,0 1 0 0,0 4 0 15,1-3 0-15,2 3 0 0,-3-1 0 0,3 1 0 16,0-1 0-16,0 1 0 0,0 2-8 0,3-2 8 16,0 2 0-16,0-2 0 0,0 2 0 0,1 0 0 15,2-2 0-15,-3 2 0 0,3-3 0 0,-3 4 0 16,3-1-24-16,-3-3 0 0,0 4-1 0,-3-1 0 16,3-3 25-16,0 1 0 0,3 2 0 0,-3-2 0 15,0-1 0-15,0 1 0 0,3 2 0 0,-2-5 0 16,2 3 0-16,0-1 0 0,0-2 0 0,0 3 0 15,0-1 0-15,0 1 0 0,0 0 0 0,3-1 0 16,-3 3 0-16,0 1 0 0,0 2 0 0,3-3 0 16,-3 3 17-16,3 0 9 0,-3-1 2 0,0 4 0 15,3-3-28-15,0-3 8 0,-3 3-8 0,3-3 0 0,0 3 0 16,0-5 8-16,0 5-8 0,-3-6 0 16,3 1 0-16,1-1 0 0,-1 1 8 0,0-1-8 15,0-2 27-15,0 3 3 0,3 0 1 0,-6-1 0 0,3-2-31 0,0 0 0 0,0 0 0 0,0 0 0 16,-3 2 0-16,3-2 0 0,0 3 0 0,0-3 0 15,0 5 0-15,0-2 0 0,0-1 0 0,0 1 0 16,0 2 0-16,3 0 0 0,-3 1 0 0,0 1 0 16,3-1 0-16,-3-1 0 0,3 0 0 0,0 3 0 15,-3 0 0-15,3-3 0 0,0 0 0 0,-3 1 0 16,3-4 0-16,-3 3 0 0,3-2 0 16,-3 0 0-16,3-1 0 0,-3 1-13 15,3-3 1-15,0 2 0 0,-3 1 12 0,3-3 16 16,-3 0-3-16,3 0-1 0,-3 0-12 0,0 0-12 0,3-1 3 0,-3-1 0 15,0 2 9-15,3-3 0 0,-3 3 8 0,3-3-8 16,-3 3 8-16,0-3-8 0,3 3 10 0,-3 0-10 16,3 0 0-16,-3 0 0 0,3 0 0 0,-3 3 0 15,0-3 11-15,3 2-11 0,0 1 12 0,-3-1-12 16,3 1 0-16,0 0 0 0,0 2 0 0,0-3-12 16,3 4 12-16,-3-1 0 0,0-3 0 0,0 4 0 15,0-4 0-15,0 1 0 0,0-1 0 0,0 1 0 16,0 0 0-16,0-1 10 0,0 1-2 0,0-1 0 15,0-2-8-15,0 3-11 0,3-3 3 0,-3 2 0 16,3-2 8-16,-3 0 0 0,0 0 0 0,0 3 0 16,0-3 0-16,0 0 0 0,0 0 0 0,0 2 0 0,0-2 8 0,0 0 4 15,0 3 1-15,0-1 0 0,0-2-13 16,-3 5-18-16,3-2 4 0,0 2 1 0,-3 0 13 0,3 1 0 16,0 2 0-16,-3-1 0 0,3 1 0 15,0 3 0-15,0-3 0 0,-2 0 0 16,2-3 0-16,0 3 0 0,0-3 0 0,0-3 0 15,0 4 48-15,0-4 13 0,0 1 3 0,2-3 0 16,-2 0-103-16,3 0-20 0,-3-3-4 0,6 0-1 16,0-2-51-16,0-3-10 0,3-3-3 0</inkml:trace>
  <inkml:trace contextRef="#ctx0" brushRef="#br0" timeOffset="29682.227">13739 6874 1579 0,'0'0'32'0,"0"0"10"0,0 0-34 0,-5-2-8 0,5 2 0 0,-6-3 0 16,6 3 104-16,-6-3 20 0,6 3 3 0,-9 0 1 15,3 0-52-15,0 0-9 0,6 0-3 0,-9 0 0 16,3 3 0-16,-3 0 0 0,0-1 0 0,3 4 0 15,-3-1 0-15,0-2 0 0,3 2 0 0,-3 3 0 16,3-3-51-16,-3 3-13 0,3-3 0 0,-2 6 0 16,-1-3 0-16,3 2 0 0,0 1 0 0,0 2 0 15,0 3 54-15,3 0 8 0,-3 0 2 0,3 2 0 16,3 1-52-16,-3-3-12 0,6 2 0 0,-3 1 0 16,3-6 0-16,3 3 0 0,-3-3 0 0,3 0 0 15,3-2 0-15,-3-3 0 0,6 2 0 0,-4-2 0 16,4 0 0-16,0-2 0 0,0-1 0 0,0 0 0 15,0-2 0-15,0-3 0 0,0 0 0 0,0 3 0 16,0-6 0-16,0 0 0 0,-1 1 0 0,4-4 0 16,-3 1 0-16,3 0 0 0,0-1 0 0,0-2 0 15,0-2 0-15,-3-1 0 0,3 1 0 0,-4-4 0 16,1 1 54-16,0-3 8 0,-3 1 2 0,0-4 0 0,0 0-52 16,-3 1-12-16,0-1 0 0,-3 1 0 15,-3 2 54-15,3 3 8 0,-6-3 2 0,0 3 0 0,0 2-52 16,-6 1-12-16,3 2 0 0,-3 0 0 0,-3 0 0 15,3 0 0-15,-3 0 0 0,-2 3 0 0,2 2 54 16,-3-2 8-16,-3-1 2 0,3 4 0 16,3 2-78-16,-3-3-15 0,3 3-3 0,-3 0-1 0,4 0 21 0,-1 0 12 15,-3 0-12-15,3 0 12 0,-3 0-27 0,0 3 2 16,0-3 0-16,-3 2 0 16,3-2-185-16,-5 3-37 0</inkml:trace>
  <inkml:trace contextRef="#ctx0" brushRef="#br0" timeOffset="32908.449">10501 10010 1474 0,'0'0'62'0,"-6"-3"-50"15,0 1 100-15,6 2 19 0,-3-3 4 0,3 3 1 16,-6-5-42-16,6 5-8 0,-3-6-2 0,3 6 0 16,-3-2 31-16,3 2 5 0,-3-6 2 0,3 6 0 15,0-5-42-15,0 5-8 0,0-5-1 0,0 5-1 16,0-6-19-16,3 4-4 0,3-3-1 0,-3-1 0 0,3 1-11 15,0 0-3-15,0-1 0 0,0 1 0 0,3 0-9 16,0-1-3-16,0 4 0 0,0-3 0 16,2-1-9-16,1 1-3 0,0 0 0 0,0-1 0 15,3 4-8-15,0-4 0 0,0 4 0 0,-3 2 8 16,3 0-8-16,-3 0 0 0,2 0 0 0,-5 2 0 0,3 4 0 0,-6-1 0 16,3 3 0-16,-6 0 0 0,0 2 0 0,0 4 0 15,-3-1 0-15,-3 0-11 0,0 0-10 0,-3 3-3 0,-3 0 0 16,0 0 0-1,-3 0-4-15,1 0-2 0,-4 0 0 0,0 0 0 0,0-1 5 16,-3 1 1-16,3 0 0 0,0 0 0 0,0 0 8 0,0 0 1 0,4 0 1 0,-4-3 0 16,3 3 14-16,3-3-9 0,0 3 9 15,0-3-8-15,3-2 8 0,0-1 0 0,3 1 0 0,0-1 0 16,0-2 0-16,3-2 0 0,3-1 0 0,0 0-8 16,0 1 8-16,3-4 0 15,-3 1 0-15,6-1 0 0,-3-2 0 0,3 0 11 16,3 0-3-16,0 0 0 0,0 0 1 0,2 0 0 0,1-2 0 0,0-1 0 15,0 1-9-15,0-1 0 0,3 0 9 0,0 1-9 16,0-1 0-16,-1 0 0 0,1-2 0 0,0 2 0 16,0-2 0-16,0 0-13 0,0 0 1 0,0-3 1 15,-1 2-143-15,-2-2-29 0,3 0-5 16</inkml:trace>
  <inkml:trace contextRef="#ctx0" brushRef="#br0" timeOffset="33453.461">11096 9967 2501 0,'-3'-5'71'0,"0"0"15"0,0 2-69 0,3 3-17 0,-3-2 0 0,3 2 0 15,0 0 85-15,0 0 14 0,0 0 2 0,0 0 1 16,0 0-59-16,-3 5-12 0,3 3-3 0,-3 2 0 31,3 1-28-31,0 2 0 0,0 0 0 0,0 1 0 0,3 2 39 0,-3-1 1 0,0 1 1 0,0 3 0 16,0-3-30-16,0 5-11 0,0 0 0 0,-3 3 9 15,0 0-9-15,3 2 0 0,-3 3 0 16,0 3 0-16,0-3 0 0,-2 0 0 0,2 0 0 16,0-2-11-1,-3-3-23-15,3-6-5 0,-3 1-1 0,0-3 0 0,3-3 40 0,0 0 0 0,0-2 0 16,0-4 0-16,0-1 0 0,3-6 0 0,0 0 0 0,0 0 0 16,0 0 0-16,0-6 0 0,0-1 0 0,0-4 0 15,0-2 0-15,3-6 0 16,0-2 0-16,3-5 0 0,-3-4-14 0,3-4 5 0,0 0 1 0,3-3 0 15,-1 2 8-15,1 1 9 0,0-1-1 0,3-2-8 16,-3 3 23-16,0-3-3 0,3-3 0 0,0 1 0 16,-3 2 5-16,3 2 1 0,0 1 0 0,0-1 0 15,-1 9 1-15,-2 2 0 0,3 6 0 0,-3-1 0 16,0 6-5-16,0 2-1 0,-3 3 0 0,3 3 0 16,-3 2-8-16,-3 3-1 0,3 0-1 0,0 3 0 15,-3 2-3-15,3 3-8 0,0 3 12 0,-3 2-4 16,0 0-8-16,3 6 10 0,-3 2-10 0,0 3 10 15,0 0-10-15,0 5 0 0,0 0 0 0,-3 3 8 16,2-3-8-16,1 0 0 0,-3 3 0 0,3-3 0 16,-3 0 0-16,0-3-9 0,0 3 9 0,0 0-13 15,0-2-4-15,0 2-1 0,-3 0 0 0,3 0 0 16,-3-2-14-16,3-4-4 0,-2-1 0 0,2 1 0 16,-3-7-18-16,0 0-4 0,3 0-1 0,-3-5 0 15,0-1-73-15,3-2-14 0,-3-3-3 0</inkml:trace>
  <inkml:trace contextRef="#ctx0" brushRef="#br0" timeOffset="33673.44">11078 10110 2063 0,'-9'-2'87'0,"1"2"-70"15,2-3 90-15,6 3 17 0,0 0 4 0,0 0 1 16,0 0-16-16,0 0-3 0,0 0-1 0,0 0 0 15,0 0-55-15,8 3-11 0,1-3-3 0,3 2 0 16,0 1-5-16,3-3-2 0,0 0 0 0,3 3 0 16,0-3-18-16,0 0-4 0,2 0-1 0,-2-3 0 15,0 3 2-15,3-3 1 0,-3 1 0 0,0-1 0 16,3 0-73-16,-1 1-16 0,1-4-2 0</inkml:trace>
  <inkml:trace contextRef="#ctx0" brushRef="#br0" timeOffset="38329.857">22672 4697 1337 0,'0'0'28'0,"0"0"6"0,0 0-34 0,-6 0 0 0,6 0 0 0,-6 0 0 16,0 2 109-16,0 1 15 0,0 0 4 0,4 2 0 15,-4 0-50-15,3-2-10 0,0 5-1 0,0 0-1 16,0-6-54-16,0 6-12 0,3-2 0 0,0-1 0 16,0 3 0-16,0 0 0 0,0-6 0 0,3 4 0 15,0-1 0-15,-3 0 0 0,3-2 0 0,0 0 0 16,3 2 28-16,-3-5 9 0,2 0 2 0,1 2 0 15,-3-2-11-15,3-2-3 0,0 2 0 0,-3 0 0 16,3-5 31-16,-3 2 7 0,3 0 1 0,-3-2 0 16,0 2 0-16,0-2 0 0,-3 2 0 0,3 1 0 15,-3 2-52-15,-3-8-12 0,3 3 0 0,-6-1 0 16,3 4 54-16,0-1 8 0,-3 0 2 0,3 1 0 0,-3-1-64 0,0 3 0 0,0 3-12 16,0-1 2-16,0-2 10 0,-2 3 14 0,2 2-3 15,0-2-1-15,0 5-10 0,3-6 0 0,-3 4 0 0,0-4 0 16,3 4 0-16,0-1 0 0,0 3 0 0,0 0 0 15,3-6 0-15,0 6-14 0,0 0 3 0,3-2 1 16,0-1 10-16,0 3 0 0,0-8 0 0,0 3-8 16,3-1 16-16,0 1 3 0,0-3 1 0,0 2 0 15,3-2-12-15,-1-2 0 0,1 2 0 0,0-3 0 16,0 1 0-16,0-1 0 0,-3-2 0 0,3-1 0 16,-3 4 0-16,3-4 0 15,-3 1 0-15,0 2 0 0,-3-2 0 0,-3 0 0 0,0 0 0 0,0 5 0 16,0-6 39-16,-3 1 5 0,0 0 2 0,-3-1 0 15,0 4-27-15,-3-4-6 0,3 4-1 0,-3-6 0 16,0 5-4-16,0 1-8 0,0-1 11 0,0 0-11 16,1 1 0-16,-1-1 0 0,3 3 0 0,-3-3 0 15,3 3 0-15,6 0 0 0,-9 0 0 0,9 0 0 16,0 0 0-16,0 0-14 0,0 0 2 0,0 0 1 16,0 0-84-16,0 0-17 0,0 0-3 0,0 0-1 15,-3 6-94-15,3-6-19 0</inkml:trace>
  <inkml:trace contextRef="#ctx0" brushRef="#br0" timeOffset="39370.835">22708 4763 2026 0,'0'0'57'0,"0"0"14"0,0 0-57 0,0 0-14 0,0 0 0 0,0 0 0 16,0 0 55-16,0 0 8 0,0 0 1 0,0 0 1 15,-6 8-1-15,6-8 0 0,-3 2 0 0,0 4 0 16,0-1-13-16,3 0-3 0,-3 6-1 0,3-6 0 16,-3 3-24-16,3 0-5 0,0 0-1 0,0 3 0 15,-3-1-17-15,3 1 0 0,0 2 0 0,0-2 0 16,0 2 0-16,0 0 0 0,0 3 0 0,0 0 0 16,0 2 0-16,-3 1 0 0,3-1 0 0,0 3 0 15,0 1 55-15,0-1 7 0,0 0 2 0,0 0 0 16,0 0-64-16,-3-2-15 0,3-1-1 0,0 1-1 15,-3-1 27-15,3 1 6 0,0-3 0 0,-3 8 1 16,3-6-17-16,0 1 0 0,-3 2 0 0,3 3 0 16,0-1 0-16,-3 1 0 0,3 3 0 0,0-1 0 15,3-2 0-15,-3 0 0 0,0 0 0 0,0-1 0 16,0-1 0-16,0-4 0 0,3 1 10 0,-3-1-10 16,0 1 0-16,0-1 0 0,0 1 0 0,0-1 0 15,0 3 0-15,0 1 0 0,0 1 0 0,0 4 0 16,0-3 0-16,0 2 0 0,0 3 0 0,0-2 0 15,0-1 20-15,0-2 9 0,0 0 2 0,-3-3 0 16,3 3 1-16,-3-3 1 0,3 0 0 0,-3 0 0 16,0 0-33-16,-3 3-19 0,3-3 3 0,0 6 0 15,-3-3 25-15,4 2 6 0,-4 1 1 0,0 2 0 16,3-5-16-16,0-1-8 0,-3 1 8 0,3 0-13 0,0-5 13 16,0 2 10-16,-3 0-2 0,0 0 0 0,3-5-8 15,0 2 10-15,0-2-10 0,0 0 10 0,0 3-10 0,0-3 12 16,3 2-12-16,-3-2 12 0,3 2-12 0,-3-2 12 0,3 0-12 0,0 3 12 15,0-6-12-15,0 3 10 0,0 0-10 0,0 0 10 16,0-6-10-16,3 3 10 0,-3 1-10 0,3-4 10 16,-3-2-10-16,0 3 0 0,3-1 0 0,-3-2 8 15,0 0-8-15,3 0 0 0,-3-3 0 0,0 3 8 16,0 0-8-16,3-2 0 0,-3 2 0 0,0-1 8 16,0 1-8-16,0-2 0 15,0 2 0-15,0-3 8 0,3 3-8 0,-3-3 0 0,0 0 9 0,0 1-9 16,0 2 0-16,0-3 8 0,0 0-8 0,0 1 0 15,3-1 0-15,-3 3 0 0,0-3 0 0,0 0 8 16,0 3-8-16,0-2 0 0,0 2 0 0,0-1 0 16,0-1 0-16,0 2 0 0,0 0 0 0,0 0 0 15,0 0 0-15,0-1 0 0,0 4 0 0,0-3 0 16,3 0 0-16,-3 0 0 0,0 0 0 0,0 0 0 16,3 0 0-16,-3 2 0 0,3-2 0 0,-3 0 0 15,0 0 0-15,0 0 0 0,3 0 0 0,-3 0 0 16,0 0 0-16,3-3 0 0,-3 3 0 0,0 0 0 15,3-3 0-15,-3 3 0 0,0-2 0 0,3-1 0 16,-3 3 0-16,0-3 0 0,3 0 0 0,-3 3 0 16,0-2 0-16,0-1 0 0,3 0 0 0,-3 0 8 15,0 1-8-15,0-1 0 0,0 0 0 0,0 1 0 0,0 2 0 16,0-3 0-16,3 0 0 0,-3 3 0 16,0-3 0-16,0 1 0 0,0 2 0 0,0-3 8 0,0 0-8 15,0 0 0-15,0 3 0 0,0-2 0 16,0-1 0-16,0 3 0 0,0-3 0 0,-3 3 8 0,3-3-8 0,0 3 0 0,0 0 0 15,0 3 8-15,-3-3-8 0,3 0 0 0,0 2 0 0,0-2 8 16,0 0-8-16,0 3 0 16,0-1 0-16,0-2 0 0,-3 3 0 0,3-3 0 0,0 2 0 0,0-2 8 15,-3 0-8-15,3 3 0 0,0-3 0 0,0-3 0 16,0 3 0-16,0-3 0 0,0 1 0 0,0 2 8 16,0-8-8-16,0 5 0 0,0-5 0 0,0 0 0 15,0 0 0-15,0 0 0 0,0 0 0 0,0 0 0 16,0 0-33-16,0 0-2 15,0 0 0-15,0 0 0 0,3-5-108 0,0-3-21 0,0 0-5 0</inkml:trace>
  <inkml:trace contextRef="#ctx0" brushRef="#br0" timeOffset="40517.175">18687 4361 1579 0,'0'0'32'0,"0"0"10"16,0 0-34-16,0 0-8 0,0 0 0 0,0 0 0 0,0 0 104 0,0 0 20 0,0 5 3 0,0 3 1 15,0-8-68-15,0 5-14 0,0 3-2 0,0-5-1 16,3 2-23-16,0 0-5 0,0 1-1 0,-1-1 0 15,1 0-14-15,0-5 11 0,3 3-11 0,0-1 10 16,-3-2 11-16,3 0 3 0,0 0 0 0,0 3 0 16,3-6 13-16,-3 3 3 0,0-2 1 0,0-1 0 15,0-2 10-15,0 2 1 0,0-2 1 0,0 2 0 16,0-2-1-16,-3 2 0 0,0-2 0 0,-3 5 0 16,0-5-2-16,0 2-1 0,0-5 0 0,0 8 0 15,-6-5-10-15,3 0-3 0,-6 2 0 0,3-2 0 16,0 2-12-16,-3 3-2 0,0 0-1 0,0 0 0 15,0 0-11-15,0 0-2 0,0 0-8 0,0 0 12 16,0 0-12-16,1 3 0 0,2-1 8 0,-3 4-8 16,3-4-19-16,0 4-6 0,3-1-2 0,-3 0 0 15,6 3 27-15,-3-3 0 0,3 1 0 0,-3 2 0 16,3 2 0-16,3-7 0 0,-3 5 0 0,3 0 0 16,0-3 0-16,0 0 0 0,3-2 0 0,0 2 0 15,0-5 0-15,0 0 0 0,3 3 0 0,-4-3 0 16,4 0 0-16,0 0 0 0,0 0 0 0,0-3-8 15,0 3 8-15,0-5 0 0,0 2 0 0,0 3 0 16,-3-8 0-16,3 6 0 0,-3-4 10 0,0 1-10 16,0 0 20-16,-3 2-1 0,0-5-1 0,0 6 0 15,-3 2 3-15,0-6 1 0,0 6 0 0,0 0 0 0,-3-5-6 16,3 5 0-16,-6-5-1 0,0 5 0 16,-3-3-15-16,0 3 11 0,0 3-11 0,0-3 10 0,0 2-10 0,-3 1 0 15,3 0 0-15,0 2 0 0,0-2 0 0,3 2 0 0,0 0 0 0,1-2 0 16,5-3 0-16,-3 2 0 0,3-2 0 0,0 0 0 15,0 8 0-15,0-2 0 0,3-4 0 0,2 6 0 16,1-8-8-16,0 3-1 0,3 2 0 0,0-5 0 16,0 0 9-16,3 0-12 0,0 3 12 0,-3-3-12 15,3 0 12-15,0 0 0 0,0-3 0 0,-3 3 0 16,-3 0 0 0,2-5 0-16,-2 2 0 0,-3 3 0 0,0-5 8 0,0 2 8 0,-3-2 0 0,3 0 1 15,-3-1-17-15,-3 1 0 0,3-3 0 0,-3 0 0 16,0 0 0-16,0 3 0 0,0-3 0 0,0 0 0 15,0 0-48-15,-2 0-12 16,2-2-4-16,0 2 0 0,-3 0-102 0,3 3-21 0,0-3-4 0,0 5-1 16,3 3 0-16,0 0 0 0</inkml:trace>
  <inkml:trace contextRef="#ctx0" brushRef="#br0" timeOffset="41451.863">18806 4416 1824 0,'0'0'76'16,"0"0"-60"0,0 3 89-16,0-3 19 0,0 5 3 0,0 0 1 15,0 3 0-15,0 0 0 0,0-8 0 0,0 3 0 16,0 5-103-16,3-3-25 0,-3 0 0 0,0 1 0 16,3 4 56-16,-3-7 7 0,0 5 1 0,3 0 0 15,0 0-52-15,-3 2-12 0,3 1 0 0,0 0 0 16,-3 4 0-16,2-1 0 0,-2-1 0 0,3 5 0 0,-3 4 0 0,0-7 0 15,0 7 0-15,0-4 0 0,0 1 0 0,0-1 0 16,0 3 0-16,0-5 0 0,0 3 0 0,0-1 0 16,3 1 0-16,-6-1 0 0,3 1 0 0,-3 2 0 0,3 0 0 15,-2 3 0-15,-1 5 30 0,3 0 3 0,0 6 1 0,-3-1 0 16,0-2-4-16,3-3-1 0,-3 0 0 0,0 0 0 16,3-2-16-16,-3-4-3 0,0 4-1 15,0-1 0-15,0 1-9 0,0 2 0 0,-3 0 0 0,3 3 0 16,-3-1 0-16,3 1 8 15,-3-3-8-15,3 3 8 0,0-3-8 0,0-2 8 0,3-4-8 0,-3 1 8 16,3-3 0-16,-3 3 0 0,3-3 0 0,0 3 0 16,0 3-8-16,3-1 8 0,-3 3-8 0,0 0 8 15,3 0-8-15,0-2 0 0,0 2 0 0,0 0 8 16,0-5-8-16,0-3 0 0,0 0 0 0,0 0 0 16,0 1 0-16,0-4 0 0,0 1 8 0,0 2-8 15,0-3 0-15,0 6 0 0,0-3 0 0,-3 3 8 16,3 0-8-16,0 2 0 0,0 1 0 0,0-3 8 15,0-1-8-15,0 1 0 0,0 0 9 0,-1-3-9 16,1-2 0-16,0-1 8 0,0-2-8 0,0 3 0 16,0-3 0-16,3 2 9 0,-3-2-9 0,0 0 0 15,0 2 10-15,0 1-10 0,0-3 8 0,0 5-8 16,-3-3 0-16,3 4 8 0,0-1-8 0,0 0 0 16,-3-3 0-16,3 1 8 0,0 0-8 0,-3-1 0 0,3-2 0 15,-3 0 8-15,0-3-8 0,3 0 0 0,-3 1 0 16,0-1 0-16,0-3 8 0,0 4-8 15,0-1 0-15,0-3 0 0,0-2 0 0,0 3 8 0,-3-1-8 0,3 1 0 16,0-3 0-16,-3 3 0 0,3-3 0 16,0-1 0-16,0 4 8 0,-3 0-8 0,3-3 0 0,0 2 0 15,0 1 0-15,-3-1 0 0,3 1 0 0,0-3 0 16,-3 2 8-16,3 1-8 0,0 0 0 0,0-1 0 16,0 1 0-16,0-3 0 0,-3 2 0 0,3 1 0 15,0-3 0-15,0 2 0 0,0 1 0 0,0-3 0 0,0 0 0 16,0 0 0-16,0 0 0 0,0 0 0 0,0 0 0 0,0 0 0 15,0-1 0-15,0 1 0 0,0-2 8 0,-3 2-8 16,3-3 0-16,0 3 0 0,0 0 0 0,-3-3 0 16,0 3 0-16,3-3 0 0,-3 1 0 0,0 2 0 15,0-1 0-15,3-1 0 0,0 2 0 0,-3-3 0 16,3 3 0-16,-3-3 0 0,3 3 0 0,-3-3 0 16,3 1 0-16,-3-1 0 0,3 3 8 0,0-3-8 15,-3 3 0-15,3 0 0 0,0-3 0 0,-3 3 0 16,3-2 0-16,0 2 0 0,0-3 0 0,-3 0 0 15,3 3 0-15,-3-3 0 0,3 1 0 0,0 2 0 16,-2-3 0-16,2 0 0 0,0 1 0 0,0-1 0 16,0 0 0-16,-3 0 0 0,3-5 0 0,0 6 0 15,0-1 0-15,-3 0 0 0,3-5 8 0,0 6-8 16,0-6 0-16,-3 5 0 0,3-5 0 0,0 5 0 16,0-5 0-16,0 0 0 0,0 0-12 0,0 0 12 15,0 0-44-15,0 0-2 0,0 0 0 0</inkml:trace>
  <inkml:trace contextRef="#ctx0" brushRef="#br0" timeOffset="42635.011">17633 6829 1306 0,'-15'0'27'0,"9"0"7"0,6 0-34 0,-6 0 0 0,0-2 0 0,0 2 0 16,0 0 133-16,0-3 20 0,0 3 4 0,-3-3 1 16,3 3-40-16,0 0-8 0,1-2-2 0,-1 2 0 15,-3 0-36-15,3 0-8 0,0 2-2 0,-3-2 0 0,0 0 2 0,3 3 0 16,0 0 0-16,-3-3 0 15,0 2 0-15,0 4 0 0,3-4 0 0,-3 1 0 0,3 2-52 16,-3 0-12-16,3 3 0 0,1 0 0 16,-4 0 0-16,3 3 0 0,0-3 0 0,0 2 0 15,0 4 0-15,0-4 0 0,3 3 0 0,-3 1 0 0,3-1 15 0,0 0 0 16,0 0 0-16,0 1 0 0,3 1-15 0,0-1 0 16,0-1 0-16,0 3 0 0,0 0-9 15,3-3-5-15,0 0-1 0,0 0 0 0,0-2 23 0,0 2 4 16,0-2 0-16,3-1 1 0,-3 1-13 0,3-3 0 0,-3 0 8 0,3 0-8 15,3-3 0-15,-3 3 0 0,2-3 0 0,1 1 0 16,0-4-9-16,0 4-5 0,3-6-1 0,0 2 0 16,0-2 15-16,0 0 0 0,3 0 0 0,0 0 0 15,-3 0 0-15,2-2 0 0,1-1 0 0,0 0 0 16,3-2 48-16,-3 2 13 0,0-2 3 16,-3 0 0-16,3-1-52 0,-3 1-12 0,-1-3 0 0,-2 3 0 15,0-3 0-15,0 0 0 0,0-3 0 0,-3 3 0 16,0-2 20-16,0-1 0 0,-3 1 1 0,3-3 0 15,-3-1 4-15,0 1 1 0,0 0 0 0,0 0 0 16,-3-3-6-16,3 5-2 0,-3-2 0 0,3 0 0 16,-3-1-4-16,0 4-1 0,0-3 0 0,0 5 0 15,0-3-3-15,0 3-1 0,0 0 0 0,-3 0 0 16,0 3-1-16,3-3 0 0,-3 0 0 0,-3 3 0 16,3-3-8-16,0 3 8 0,-3-1-8 0,0 1 8 15,-3 0-8-15,3 2 0 0,-3-2 0 0,0 2 8 16,0 0-8-16,-3 1 0 0,1-1 0 0,-1 1 0 0,-3 2 26 15,0-3 0-15,0 0 0 0,0 3 0 16,-3 0-66-16,3 0-14 0,-2 0-2 0,-1 0-1 16,0 3-114-16,0 0-22 0,0-3-5 0</inkml:trace>
  <inkml:trace contextRef="#ctx0" brushRef="#br0" timeOffset="47247.826">20327 9719 2066 0,'0'0'43'0,"0"0"10"0,0 0-42 0,0 0-11 0,0 0 0 0,0 0 0 15,0 0 53-15,0 0 9 0,0 0 2 0,-6 5 0 16,3 0 0 0,-3 6 0-16,0 2 0 0,0 3 0 0,0 5 0 0,0 3 0 15,-3 5 0-15,3 0 0 0,-3 3-52 0,3 0-12 0,0-1 0 0,0 4 0 32,0-3-21-32,0-3-7 0,0 0-2 0,-2 0 0 0,2-3 48 0,0 1 10 15,-3-1 1-15,0-2 1 0,3 0-30 0,-3-3 0 0,0-2 0 16,0-1 0-16,0-5 0 0,0-2 0 0,0 0 0 0,3-6 0 15,0-3 0-15,6-2 0 0,-6-2 0 0,3-6 0 16,0-3-16-16,3-2-8 0,0-3-3 16,3-5 0-16,3 0 27 0,0-3-8 0,3 0 8 0,3-2 0 15,-3-1 0-15,3 1 0 0,0-3 0 0,3-3 0 16,0-2 16-16,0-3 1 0,2-3 1 0,1-2 0 16,6 5-7-16,-3 2-2 0,3 1 0 0,0-1 0 15,2 6 32-15,-2 5 7 0,3 1 0 0,-6 1 1 16,0 4-17-16,-1 5-3 0,-2-1-1 0,-3 6 0 15,0 1-1-15,-3 4-1 0,0 0 0 0,-3 6 0 16,0 0-4-16,0 4-1 0,0 1 0 0,-3 6 0 16,-1-1-13-16,-2 3-8 0,3 0 8 0,-3 5-8 15,0-3 0-15,-3 6 0 0,3 3 0 0,-3 2 0 16,0 2 0-16,-3 1 0 0,3 5 0 0,-3 0 0 16,3-2 16-16,-3-1-2 0,0-2 0 0,0 2 0 0,-2-2-14 15,2 2 0-15,-3 1-12 0,3-1 12 16,-3-2-32-16,0 2 0 0,0-2 0 0,-3 2 0 15,3-7-28-15,0-1-4 0,0-4-2 0,3-1 0 16,-3-3-101-16,-3-2-20 0,3-3-4 0</inkml:trace>
  <inkml:trace contextRef="#ctx0" brushRef="#br0" timeOffset="47504.569">20324 9981 2001 0,'-33'-8'41'0,"21"8"11"0,0 0-41 0,3-3-11 0,3 3 0 0,-3 0 0 15,9 0 111-15,0 0 20 0,0 0 4 0,0 0 1 16,0 0-44-16,0 0-8 0,0 0-1 0,0 0-1 16,9 3-26-16,0-3-4 0,6 2-2 0,0-2 0 15,6 0-11-15,0 0-3 0,2-2 0 0,7-1 0 16,-3 0-26-16,3-2-10 0,0 0 0 0,2 0 9 15,-2-3-17-15,0 2-4 0,3-2-1 0,-1-2 0 16,1 2-211-16,6-3-43 0</inkml:trace>
  <inkml:trace contextRef="#ctx1" brushRef="#br0">19395 17678 0,'0'0'16,"-39"-69"0,57 8-1</inkml:trace>
  <inkml:trace contextRef="#ctx0" brushRef="#br0" timeOffset="49076.756">16076 14773 1941 0,'6'-6'82'0,"0"4"-66"16,0-1 82-16,3-2 16 0,0-1 3 0,0-1 1 16,3 1-38-16,3-2-7 0,-4 3-1 0,4-3-1 15,0 0-28-15,3 0-6 0,3 0-1 0,0 0 0 16,3 3-20-16,-4 0-5 0,4-1-1 0,0 1 0 15,0 2-10-15,0 3 0 0,-4-2 0 0,-2 2 0 0,0 0 8 0,-3 0-8 16,0 2 0-16,-3 1 8 16,-3 2-8-16,-3-2 0 0,0 5 9 0,-3 0-9 0,0 3 0 0,-6-1 8 0,3 1-8 15,-6 5 0-15,0-3 0 16,-3 3 0-16,-3 2-10 0,0 1 10 0,0-3-8 0,0-1 8 16,-3 4 0-16,3-3 0 0,-2 0 0 15,2-3 0-15,0-2 0 0,0-1 0 0,3 1 0 0,3-3 0 16,0-3 0-16,3 3 0 0,3-8 0 0,0 0-8 0,0 0 8 15,3 3 0-15,3 2 0 0,3-5 0 0,3 2 0 16,-3-2 0-16,3-2 0 0,0 2 0 0,2-3 0 0,1 3 0 16,0-2-12-16,0 2 2 0,0-3 0 0,-3 3 0 15,0 0 10-15,0 0 16 0,0 3-4 0,-4-1-1 16,1 3-11-16,-3-2 0 0,0 2 0 0,0 1 8 16,-3 2-8-16,0-3 8 0,-3 3-8 0,0 2 8 15,0 1-8-15,-3 2 12 0,-3-2-12 0,3 5 12 16,-6-3-28-16,0 3-6 0,-2 2-1 0,-1 1 0 15,-3 2 43-15,0-2 8 0,-3 2 1 0,-3 0 1 16,3 0-22-16,-2-2-8 0,-1 2 0 0,0 0 9 16,0-5-9-16,0 0 8 0,0-3-8 0,0 0 8 15,4-2 2-15,-1-1 0 0,0-2 0 0,3-2 0 16,0 1-10-16,6-1 0 0,-3-4 0 0,3 4-11 16,-3-4-5-16,4-2 0 0,-1 0-1 0,3-2 0 15,0-1-110-15,0 0-21 16,3-2-5-16</inkml:trace>
  <inkml:trace contextRef="#ctx0" brushRef="#br0" timeOffset="49738.492">16811 14960 2325 0,'0'0'66'0,"0"0"14"0,-6-2-64 0,6 2-16 0,0 0 0 0,-3-3 0 15,3 3 65-15,0 0 10 0,0 0 1 0,0 0 1 16,0 0-22-16,0 0-5 0,-6 5-1 0,3 1 0 15,0 2-23-15,1 0-5 0,-1 0-1 0,0 2 0 16,3 6-12-16,-3 0-8 0,0 0 8 0,0 5-8 16,3 3 0-16,-3 5 0 0,0 0 0 0,0 0 0 15,3 0-9-15,-3-2-3 0,0-1-1 0,-3 1 0 16,3-6-8-16,0-3-2 0,-3 1 0 0,3-3 0 16,0 0 23-16,-3-6-9 0,3 1 9 0,-3-1 0 15,3-4 0-15,0-1 0 0,3-5 0 0,0 0 0 16,0 0 0-16,0 0 0 0,0 0 0 0,-6-5 0 15,3-6 0-15,0-2 0 0,3 0 0 0,0-9 0 16,0-1 0-16,3-7 0 0,0-4 0 0,0-3 0 16,3 0-9-16,3 3-5 0,0-3-1 0,0-3 0 0,3 5 31 0,0-2 7 15,3 0 1-15,-1 0 0 0,1-2 6 0,0 2 2 16,0-6 0-16,0 4 0 0,0 7-3 16,0 3 0-16,-3 2 0 0,3 3 0 0,-4 6-14 0,-2 2-3 15,3 3-1-15,-3 2 0 0,0 3-2 16,0 3 0-16,0 0 0 0,0 2 0 15,0 3-28-15,-3 0-5 0,0 3-2 0,3 2 0 0,-3 0 72 0,0 3 14 0,0 3 4 16,2 2 0-16,-2 3-64 0,0 2-28 0,0 1 3 0,0 7 0 16,0 1 25-16,-3 5 0 0,0-1 0 15,0 4 0-15,0-3 0 0,0-3-10 0,-3-3 10 0,0 1-10 16,0-1-20-16,-3 0-4 16,3 1-1-16,-3 2 0 0,0-3 35 0,-3 4 0 0,3 1 0 0,-3-2 0 15,3 1-27-15,-3-7 2 0,0 1 0 0,3 0 0 16,-3-5-11-16,1-4-3 0,2 1 0 0,-3-3 0 15,0 1-44-15,3-6-9 0,0 0-1 0</inkml:trace>
  <inkml:trace contextRef="#ctx0" brushRef="#br0" timeOffset="49993.977">16761 14992 2187 0,'-6'3'62'0,"6"-3"14"0,0 0-61 15,0 0-15-15,0 0 0 0,0 0 0 0,0 0 66 0,0 0 10 0,0 0 3 0,6 5 0 32,0-2-25-32,3-1-5 0,3 1-1 0,-1 0 0 0,4-1-8 0,3 1-3 0,3-3 0 0,-3 0 0 15,3 0-17-15,0 0-4 0,-4-3-1 0,4 1 0 16,0-1-6-16,0-2-1 0,3 2 0 0,2-2 0 31,-2-3-84-31,3 0-16 0,0 0-4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9-30T17:01:47.56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144 31 6104 0 0,'0'0'133'0'0,"-3"-4"238"0"0,-3-5 853 0 0,-2-1-66 0 0,7 9-892 0 0,1 1-2 0 0,0 0-7 0 0,-3-6 79 0 0,1 6 2324 0 0,-1 6-2632 0 0,1 1 0 0 0,0-1 0 0 0,0 1 0 0 0,0 0 0 0 0,1 0 0 0 0,0 0 0 0 0,0 0 0 0 0,1 0 0 0 0,0 0 0 0 0,0 0 0 0 0,1 4-28 0 0,0 9 111 0 0,3 35-95 0 0,-8 90 592 0 0,4 13-816 0 0,0 130-56 0 0,-5-234 264 0 0,1-1 0 0 0,-5 61 0 0 0,9 140 416 0 0,4-186-602 0 0,-4 282-52 0 0,5-285 238 0 0,-1-16 0 0 0,1-5 0 0 0,-1-1 0 0 0,0 14 0 0 0,1 46 0 0 0,-5-5-12 0 0,0-4-48 0 0,-13-121-186 0 0,4-44 428 0 0,4 23-172 0 0,1-16 44 0 0,-1-39-54 0 0,1 28 0 0 0,-1-37 260 0 0,10-101 773 0 0,-6 79-766 0 0,2 41-65 0 0,-6-16-31 0 0,5-52-32 0 0,-4 86-139 0 0,-6-15 37 0 0,1 51 670 0 0,-9-28-260 0 0,-10-24-167 0 0,24 68-252 0 0,2-1-1 0 0,1 1 0 0 0,1-1 0 0 0,0 1 0 0 0,2-2-27 0 0,27-98 0 0 0,-11 68 0 0 0,-4 19 0 0 0,4-31-400 0 0,-5 39-2553 0 0,-8 21 1579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9-30T17:01:48.49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 0 4864 0 0,'0'0'101'0'0,"0"0"73"0"0,0 0 217 0 0,0 0 97 0 0,0 0 22 0 0,0 0-68 0 0,0 0-220 0 0,0 0 164 0 0,0 0 102 0 0,0 2 22 0 0,4 56 98 0 0,6 24-608 0 0,2 147 0 0 0,-7-154 0 0 0,9 75 0 0 0,-6-76 0 0 0,-3 151 0 0 0,-14-126 0 0 0,0 25 0 0 0,5-55 0 0 0,0 25 0 0 0,0-58 0 0 0,-1 3 0 0 0,1-12 0 0 0,-10 33 0 0 0,5 3 0 0 0,6 40-168 0 0,-2-60 81 0 0,1 12 68 0 0,4 96 1293 0 0,4-124-1274 0 0,-4-20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3:06:27.89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10739 9272 1862 0,'0'0'39'0,"0"-6"8"0,0 4-38 0,0-4-9 0,0 6 0 0,-3-5 0 16,3 5 106-16,0-5 19 0,0 5 4 0,0 0 1 15,-3-3-38-15,0-2-7 0,3 5-1 0,-6-3-1 16,6 3-27-16,-9 0-6 0,3 0-1 0,0 0 0 16,-3 5-17-16,0-2-4 0,1 2-1 0,-4 3 0 15,0 0-13-15,-3 0-2 0,0 5-1 0,-3 1 0 16,0-1-1-16,3 5 0 0,-3 1 0 0,-2-1 0 15,-1 6-10-15,0 0 0 0,-3 3 0 0,0-1 0 16,-2 3 0-16,-1-2 0 0,0-1 0 0,0 1 0 16,0-6-36-16,7 0-10 0,-4-3-2 0,3-2 0 15,3-3 26-15,3 1 5 0,0-1 1 0,3-2 0 16,0-4-90-16,4 1-18 0,-1 0-3 0</inkml:trace>
  <inkml:trace contextRef="#ctx0" brushRef="#br0" timeOffset="285.625">10215 9322 1751 0,'-6'-5'74'0,"0"-1"-59"16,6 6 105-16,0 0 22 0,0 0 4 0,0 0 1 15,0 0-59-15,0 0-11 0,0 0-2 0,0 0-1 16,3 6-16-16,3-1-3 0,0 3-1 0,0 0 0 15,3 0-43-15,0 2-11 0,0 1 0 0,3-1 0 16,0 4 33-16,3 2 5 0,-4 2 1 0,4 1 0 16,0-1-25-16,0 3-5 0,3 3-1 0,-3 0 0 15,0-3-8-15,3 0 8 0,-4 0-8 0,1 1 8 16,-3-4 4-16,3 1 1 0,-3-1 0 0,0-2 0 16,0-3-13-16,3 3 0 0,-3-3 0 0,3 1 0 15,-4-1 0-15,4-3 0 0,-3 1 0 0,3 0 0 16,0-4-32-16,-3-1-10 0,3-1-2 0</inkml:trace>
  <inkml:trace contextRef="#ctx0" brushRef="#br0" timeOffset="566.985">10953 9571 2066 0,'0'0'43'0,"-3"5"10"0,0 0-42 15,0 0-11-15,3 1 0 0,0 2 0 0,-3 0 95 0,3 0 17 0,0-1 3 16,0 1 1-16,0 3-44 0,0-3-8 0,3 0-1 0,-3 2-1 16,0 1-23-16,3-3-5 0,-3 3-1 0,0-1 0 15,3 3-13-15,-3-2-2 0,3 0-1 0,-3-1 0 16,3 3-5-16,0 1 0 0,-3-4-1 0,3 3 0 16,-3 1 5-16,0-1 0 0,3 0 1 0,-3 0 0 15,0-2-29-15,0 2-5 0,0-2-2 0,0-1 0 16,0-2-21-16,0 3-4 15,0-6 0-15,0 0-1 0,0 1-169 0,0-6-34 0</inkml:trace>
  <inkml:trace contextRef="#ctx0" brushRef="#br0" timeOffset="752.215">10989 9351 2553 0,'0'0'53'0,"-6"-3"12"0,6 3-52 16,-6 0-13-16,6 0 0 0,0 0 0 15,-6 3 54-15,6-3 8 0,0 0 2 0,-9 0 0 16,9 0-20-16,0 0-4 0,0 0-1 0,0 0 0 16,0 0-63-16,0 0-12 0,0 0-2 0</inkml:trace>
  <inkml:trace contextRef="#ctx0" brushRef="#br0" timeOffset="2034.699">20166 9110 2030 0,'0'0'57'0,"0"0"14"0,0 0-57 0,0 0-14 0,0 0 0 0,0 0 0 15,0 0 54 1,0 0 8-16,0 0 2 0,3 8 0 0,3-3 0 0,-3 3 0 0,3 0 0 0,0 3 0 15,0-1 0-15,0 4 0 0,3-4 0 0,0 6 0 16,-1-3-52 0,4 3-12-16,0-3 0 0,3 3 0 0,0 0 0 0,3 0 0 0,0-3 0 0,0 6 0 15,2-6 0-15,4 3 0 0,-3-3 0 0,3 0 0 16,-3 1 0-16,0-1 0 0,2-3 0 16,-2 4 0-1,0-6-19-15,-3 0-6 0,0-3-2 0,0 0 0 16,0-5-177-16,-4 0-35 0</inkml:trace>
  <inkml:trace contextRef="#ctx0" brushRef="#br0" timeOffset="2275.96">20862 9174 1824 0,'0'0'76'15,"0"0"-60"1,0 0 38-16,0 0 8 0,0 0 2 0,-5 5 0 15,2-2 51-15,-3 2 10 0,3-2 3 0,-3 4 0 16,3-4-52-16,-3 5-9 0,3-3-3 0,-3 3 0 16,-3 0-51-16,3 0-13 0,-3 3 0 0,-3-1 0 15,3 1 0-15,-3 2 0 0,0-2 0 0,-3 2 0 16,4 0 0-16,-4-2 0 0,0-1 0 0,-3 4 0 16,6-4-48-16,-3 3-13 0,3-2-3 0,0 0 0 15,-3-1-102-15,4-5-21 0</inkml:trace>
  <inkml:trace contextRef="#ctx0" brushRef="#br0" timeOffset="2551.475">20609 9433 1759 0,'0'0'74'0,"0"5"-59"16,-3 1 98-16,1-1 20 0,-1 3 4 0,0 0 1 15,0 0-54-15,0 0-10 0,0 2-2 0,0 1-1 16,0 2-6-16,3 0-1 0,-3 0 0 0,0 3 0 15,0 0 0-15,3-3 0 0,0 3 0 0,-3 0 0 16,3 0-53-16,0 0-11 0,3 2 0 0,-3 1 0 16,0-3 0-16,3 2 0 0,0-2 0 0,-3 3 0 15,3-3 0-15,0 2 0 0,-3 1 0 0,3-1 0 16,0 1 0-16,0-1 0 0,0 1 0 0,0-3 0 16,0 0 0-16,-1-1 0 0,1-1 0 0,0-1 0 15,0-3 0-15,0-2 0 0,0 0 0 0,0-2 0 16,3-1-163-16,0-2-37 0,0-3-7 0</inkml:trace>
  <inkml:trace contextRef="#ctx0" brushRef="#br0" timeOffset="2823.963">20910 9721 2314 0,'0'0'65'0,"0"0"15"0,0 0-64 15,0 0-16-15,0 0 0 0,-6 8 0 0,3-5 73 0,3 2 11 0,0-5 3 16,-3 8 0-16,0 0-47 0,3-3-8 0,0 3-3 0,0 0 0 16,0-2 7-1,0 2 0-15,-3-1 1 0,3 1 0 0,0 3-23 0,0 0-5 0,0-1-1 0,0 1 0 16,0 2-8-16,0-2 0 16,0 2 9-16,0 0-9 0,0 0 0 0,0 0 0 0,0 1 0 0,0-1 8 15,0 0-8-15,0-2 0 0,0 2 0 0,0-2 0 16,0-3-19-16,0-1-1 0,0 1-1 0,0 0 0 31,0-2-19-31,-3-1-4 0,3-5-1 0,0 0 0 0,0 0-103 0,0 0-21 16,0 0-4-16</inkml:trace>
  <inkml:trace contextRef="#ctx0" brushRef="#br0" timeOffset="3037.293">20990 9515 2336 0,'0'0'48'0,"0"0"12"16,0 0-48-16,0 0-12 0,0 0 0 0,0 0 0 16,0-5 74-16,0 5 12 0,-2-6 2 0,2 1 1 15,0 5-45-15,2-5-10 0,-2 2-2 0,0-5 0 16,0 3-147-16,-2-3-29 0</inkml:trace>
  <inkml:trace contextRef="#ctx0" brushRef="#br0" timeOffset="4271.592">20708 13460 1963 0,'-6'0'40'0,"-3"0"12"0,0 0-42 0,3 0-10 0,0 0 0 0,-3 0 0 16,0 3 75-16,3-3 13 0,-3 2 2 0,0 1 1 16,0 2-73-16,0 1-18 0,1-4 0 0,-4 6 0 15,0-2 41-15,0 2 5 0,0-1 1 0,-3 4 0 16,0 0-27-16,0 2-6 0,0-3-1 0,0 6 0 15,4-2-13-15,-1-1 8 0,0 3-8 0,3 0 0 16,3-1 0-16,0 1 0 0,0-2 0 0,6 1 0 16,3-1 0-16,0 2 0 0,6-3 0 0,0 0 0 15,3 0 0-15,6 0-8 0,-1 1 8 0,1-1 0 16,0 0-9-16,0-2 9 0,0-1 0 0,3 1-9 16,-3-3 9-16,-1 0 0 0,1-3 0 0,-3 3 0 15,3-3 0-15,-3-2 0 0,0 2 0 0,-3 0 0 16,-3-2 0-16,0 2 0 0,-4 1 0 0,-5-1 0 15,0-5 0-15,0 5 9 0,-2 3-9 0,-4 0 10 16,-3 0-10-16,-3 0 0 0,-3 0 9 0,0 0-9 16,0 0 0-16,-3 2 0 0,0-2 0 0,-2 0 8 15,-1 0-8-15,-3 0 0 0,-3 0 0 0,0 0 0 0,-2 0 0 16,2-3 0-16,0 3 0 0,0-2 0 16,0-4-16-16,7 3 3 0,2-5 0 0,0 3 0 15,6-3-44-15,0 0-9 0,3-3-2 0</inkml:trace>
  <inkml:trace contextRef="#ctx0" brushRef="#br0" timeOffset="4570.853">20955 13831 1976 0,'-9'8'41'0,"9"-8"9"16,0 0-40-16,0 0-10 0,0 0 0 0,-6 5 0 15,6-5 86-15,0 5 15 0,0-5 3 0,0 5 1 16,0 1-46-16,0-1-10 0,0-5-1 0,0 8-1 16,3 0-3-16,0 0-1 0,0 2 0 0,0-2 0 15,0 3-18-15,0 0-3 0,0-1-1 0,0 3 0 16,0 1-21-16,0-1 0 0,0 0 0 0,0 3 0 16,0-3 0-16,0 3-8 0,-3 0 0 0,3-3 0 15,-3 0 8-15,0 1-13 0,0-4 5 0,0 3 8 16,0-2-47-16,0-3-1 0,0 0-1 0,0 0 0 15,-3 0-7-15,3-3 0 0,-3 0-1 0,0 1 0 16,0-1-225-16</inkml:trace>
  <inkml:trace contextRef="#ctx0" brushRef="#br0" timeOffset="4744.688">20982 13648 1998 0,'0'-5'84'0,"-3"-3"-67"16,3 3 60-16,-3-1 12 0,3 1 3 0,0 5 0 15,0-5-50-15,0 5-10 0,0-6-1 0,3 4-1 16,-3 2-30-16,0-6 0 0,3 1 0 0</inkml:trace>
  <inkml:trace contextRef="#ctx0" brushRef="#br0" timeOffset="6671.514">24536 11304 1824 0,'0'0'38'0,"0"0"8"0,-3-6-37 0,3 4-9 0,0 2 0 0,-3-6 0 31,-3 1 53-31,3 0 9 0,-3 2 2 0,0-2 0 0,-3 2 0 0,-3 1 0 0,0-1 0 0,0 0 0 16,-3 3 0-16,-3 0 0 0,1 3 0 0,-4 0 0 15,0 2-52-15,0 0-12 0,0 3 0 0,0 3 0 16,1 2 22-16,-1-2 2 0,3 4 0 0,-6 1 0 16,3 0-39-16,-3 3-7 0,1-1-2 0,2 6 0 15,0 0 24-15,0 2 0 0,3 3 0 0,3 1 0 16,6-1 0-16,3-3 0 0,3 1 0 0,1-1 0 16,7-5 0-16,1 0 0 0,3 1 0 0,3-7 0 15,6 1 0-15,-3 0 10 0,6 0-1 0,-3-3 0 16,3-2-9-16,-4-3 0 0,4 0 0 0,-3-6 0 15,3 4-13-15,0-6 5 0,0 0 8 0,2-3-13 16,1 0 13-16,0 1 0 0,0-1 0 0,3-2 0 16,-7 2-51-16,4-2-10 0,-3 2-3 0,0-2 0 15,0 0 52-15,-6-3 12 0,3 2 0 0,-7-2 0 16,4 1 0-16,-6 1 0 0,0-2 0 0,-3 0 0 16,0 3 48-16,-3 0 13 0,3-1 3 0,-3 4 0 15,-3 2-52-15,0-5-12 0,0 5 0 0,0 0 0 16,0 0 54-16,0 0 8 0,0 0 2 0,0 0 0 15,0 0-52-15,0 0-12 0,0 0 0 0,0 0 0 16,0 0 54-16,3 5 8 0,-3 3 2 0,0 0 0 0,0 0-52 0,0 0-12 16,0 0 0-16,0 2 0 0,0 1 0 0,3-1 0 15,-3 1 0-15,0-1 0 0,0 1 0 0,0 0 0 16,0 2 0-16,0 0 0 0,0-2 0 0,3-1 0 16,-3 1 0-16,0-1 0 0,0 1 0 0,0 0 0 15,0-1 0-15,0-2 0 0,0-3-48 0,3 1-13 16,-3-6-3-16,0 0 0 0,0 0-102 0,0 0-21 0,0 0-4 15</inkml:trace>
  <inkml:trace contextRef="#ctx0" brushRef="#br0" timeOffset="6838.75">24720 11478 2066 0,'-15'-13'43'16,"9"8"10"-16,3 2-42 0,3 3-11 0,-3-5 0 0,0 2 0 15,3 3 53-15,0-5 9 0,0 5 2 0,-3-5 0 16,3 5 0-16,0 0 0 0,3-3 0 0,-3 3 0 16,0-5-52-16,3 2-12 0,3-2 0 0</inkml:trace>
  <inkml:trace contextRef="#ctx0" brushRef="#br0" timeOffset="7979.386">6691 11386 1820 0,'-9'0'76'16,"-3"-3"-60"0,3 0 90-16,-6 1 18 0,3 2 4 0,-6-3 1 15,4 3-33-15,-1 3-8 0,-3-3 0 0,0 5-1 16,0-2-37-16,-3 5-7 0,0 0-2 0,1 2 0 16,-4 6-30-16,-3 0-11 0,-3 2 0 0,0 6 9 15,1 3 1-15,-4 4 0 0,3 4 0 0,0-1 0 0,4 1-18 16,5-4-4-16,0 1-1 0,6 3 0 0,0 2 13 15,6 0 0-15,0 0 0 0,3 5 0 16,3-8 0-16,3 1 0 0,3-1 0 0,3-2 0 0,0-6 0 16,3-2 0-16,3-5 0 0,0-1 0 0,3-4 0 0,3-1 0 15,0-3 0-15,2 1 0 0,4-3 0 0,0-5-17 16,6-1 1-16,-6-2 1 16,2 0-29-16,-2-5-7 0,0 0-1 0,0-6 0 0,-3 3 34 0,0-3 6 15,2-2 2-15,1-3 0 0,0 3-2 0,0-3 0 16,-3-2 0-16,2-1 0 0,-2 1 12 0,-3-1 0 0,-3 3 0 15,0-2-8-15,-3 5 32 0,-3-1 8 0,0 4 0 0,-3-1 1 16,0 3 19-16,-3 3 3 0,0 0 1 16,-3 5 0-16,0 0 4 0,0 0 2 0,0 0 0 0,0 0 0 15,0 0-20-15,0 0-4 0,0 0-1 0,-6 8 0 16,0 2-7-16,3 3-2 0,0 1 0 16,0-1 0-16,0 3-28 0,3 2-10 0,0 1 0 0,0-1 0 15,3-2 10-15,-3 0 0 0,3 0 0 0,0 0 0 16,0-3 0-16,0 0 0 0,3-2 0 0,-3 2 0 15,0 0-8-15,-3-2 0 0,3 2 0 0,-1-2 0 16,1 2-10-16,-3-2-2 0,3-1 0 0,-3 1 0 16,0-1-14-16,3 1-3 0,-3-1-1 0,3-2 0 15,-3 0-114-15,0-2-22 0,0-1-5 0</inkml:trace>
  <inkml:trace contextRef="#ctx0" brushRef="#br0" timeOffset="8175.333">6810 11748 2310 0,'-6'-2'97'15,"0"-1"-77"-15,0 0 86 16,0 1 18-16,3 2 3 0,3 0 1 0,0 0-57 0,0 0-11 0,0 0-3 0,0 0 0 16,0 0-40-16,0 0-8 0,0 0-1 0,0 0-8 15,0 0 0-15,0 0 0 0,0 0 0 0,0 0 0 31,0 0-59-31,3 0-18 0,3-3-4 0</inkml:trace>
  <inkml:trace contextRef="#ctx0" brushRef="#br0" timeOffset="8477.954">6899 12161 2067 0,'0'0'87'15,"0"0"-70"1,0 0 89-16,0 0 18 0,0 0 3 0,6-3 1 16,-3 1-52-16,3 2-9 0,3-3-3 0,-3 0 0 0,6 3-51 0,-3-2-13 15,0-1 0-15,3 0 0 0,3 3 10 0,-4-2-1 16,4-1 0-16,0 1 0 15,3-1-9-15,-3 0-12 0,3 1 2 0,0-1 1 16,-3 0 9-16,2 1 16 0,-2-1-4 0,3 0-1 16,-3-2-11-16,-3 2-16 0,3 1 4 0,-3-1 1 15,0-2-77-15,-3 0-15 0,0 2-3 0</inkml:trace>
  <inkml:trace contextRef="#ctx0" brushRef="#br0" timeOffset="8788.523">7161 11896 2306 0,'-6'-2'65'0,"0"-1"15"0,0-2-64 0,3 2-16 0,3 3 0 0,-6-2 0 16,6 2 89-16,0 0 15 0,-3-3 2 0,3 3 1 15,0 0-29-15,0 0-6 0,0 0 0 0,-6 0-1 16,6 0-25-16,-6 5-5 0,4 3-1 0,-1 0 0 15,0 0-17-15,3 5-4 0,-3 3-1 0,3 0 0 16,-3 2-10-16,3 1-8 0,0 2 12 0,0 0-12 16,0-2 8-16,0-1-8 0,0 1 0 0,3-1 0 15,-3-2 0-15,0 0 0 0,3 0 0 0,-3 0 0 16,0-3 0-16,3 3 0 0,-3 0 0 0,3 0 0 16,-3 0-24-16,2 0 2 0,-2 2 0 0,3 1 0 15,-3-4-23-15,0-1-5 0,3 2-1 0,-3-3 0 16,3-5-101-16,-3 2-20 0,3-2-4 0</inkml:trace>
  <inkml:trace contextRef="#ctx0" brushRef="#br0" timeOffset="9069.458">7465 11820 2488 0,'0'0'52'0,"0"0"12"0,0 0-52 15,0 0-12-15,0 0 0 0,0 0 0 0,0 0 94 0,0 0 16 0,0 0 3 0,0 0 1 16,3 5-46-16,-3 3-10 0,0 0-2 0,0 2 0 16,0 4-25-16,0 2-6 0,0 2-1 0,0 1 0 15,-3 2-8-15,3 3-1 0,-3-1-1 0,3 1 0 16,-3 0-6-16,0-3-8 0,3 0 11 0,-3 1-11 16,0-4 9-16,3 1-9 0,0-1 0 0,-3 1 9 15,3-4-9-15,-3 4 0 0,3-3 0 0,0 2 8 16,0 4-8-16,0-4 0 0,0 1 0 0,0 2 0 15,0-5 0-15,0-3-14 0,0 3 3 0,0-6 1 16,3 1-203-16,0-3-41 0</inkml:trace>
  <inkml:trace contextRef="#ctx0" brushRef="#br0" timeOffset="23198.69">18725 3644 1683 0,'0'0'71'0,"0"0"-57"15,0 0 109-15,0 0 21 0,0 0 5 0,0 0 1 16,0 0-56-16,0 5-11 0,-3 5-3 0,0 1 0 16,0 5-64-16,-3 0-16 0,3 5 0 0,-3 3 0 15,1 2 52-15,-1 1 9 0,0 4 3 0,0 1 0 16,0-3-52-16,0 0-12 0,0-2 0 0,0-1 0 15,0 1 0-15,-3-3 0 0,3-3 0 0,0 3 0 16,0-6 0-16,0 3 0 0,3-2 0 0,-3-6 0 16,3 0 0-16,0-2 0 0,0-3 0 0,3-3 0 15,0-5 0-15,0 0 0 0,0 0-12 0,0-5 12 16,3-3-11-16,3-5 11 0,0-1-10 0,0-4 10 16,0-1 0-16,3-2 0 0,0-3-8 0,0 1 8 0,0-4 0 15,0-2 16-15,0-3-3 0,3-2-1 0,-1-1-12 0,4-2 0 16,-3 0 0-16,3 0 0 0,0 3 0 15,0 2 0-15,3 3 0 0,-3 0 0 0,0 2 0 0,-1 4 0 0,1 1 0 16,0 1 0-16,-3 5 54 0,0 1 8 0,0 7 2 16,0-6 0-16,-3 6-52 0,-3 6-12 0,0-1 0 15,0 6 0-15,0-1 0 0,0 6 0 0,-4 0 0 16,4 3 0-16,-3 5 54 16,0 0 8-16,3 5 2 0,-3-5 0 0,0 5-52 0,0 0-12 15,0 3 0-15,0-3 0 0,0 5 0 0,-3 4 0 0,3-1 0 16,0 0 0-16,-3 0-10 0,3 0-5 0,-3 0-1 0,0 3 0 15,0-6-20 1,-3-2-5-16,3 0-1 0,-3 0 0 0,0 0-176 0,0-6-35 0,-3 1-7 16</inkml:trace>
  <inkml:trace contextRef="#ctx0" brushRef="#br0" timeOffset="23410.564">18815 3839 2218 0,'-9'-5'46'0,"0"0"11"16,3 2-45-16,-3-5-12 0,3 8 0 0,3-5 0 16,3 5 72-16,0 0 13 0,0 0 3 0,0 0 0 15,0 0-20-15,0 0-3 0,3 0-1 0,3-3 0 16,3 3-51-16,0 0-13 0,0 3 0 0,3-3 0 0,2 0 54 0,-2 5 8 16,3-5 2-16,3 3 0 0,0-3-52 0,0 5-12 0,0-5 0 0,2 3 0 31,1-3-90-31,0 2-21 0,6 1-4 0</inkml:trace>
  <inkml:trace contextRef="#ctx0" brushRef="#br0" timeOffset="23790.138">19574 3905 1720 0,'0'0'36'0,"0"0"8"0,0 0-35 0,0 0-9 0,0 0 0 0,3 0 0 15,3 0 94-15,2-2 17 0,1 2 3 0,3-3 1 16,3 1-39-16,0-1-7 0,3 0-1 0,0 3-1 15,0-8-23-15,2 8-4 0,-2-5 0 0,6 2-1 16,-3 1-12-16,0-4-3 0,3 4 0 0,-1-1 0 16,4 3-12-16,-3 0-2 0,3-5-1 0,0 2 0 15,-4 3-9-15,4 0 0 0,-3 0 9 0,0 0-9 16,-3 0 0-16,0 0 8 0,-1 0-8 0,1 0 0 16,-6 0 24-16,0 3 0 0,0-3 0 0,-3 0 0 15,0 0-87-15,-3 0-17 0,-3 0-3 0,2 0-1 16,-5-3-121-16,-3 3-25 0,6 0-5 0</inkml:trace>
  <inkml:trace contextRef="#ctx0" brushRef="#br0" timeOffset="24054.504">20089 3739 1580 0,'-15'-11'67'0,"0"6"-54"16,3-3 107-16,0 0 20 0,3 0 5 0,0 0 1 16,3 6-29-16,0-1-5 0,0-2-2 0,6 5 0 15,0 0-37-15,0 0-7 0,0 0-2 0,0 0 0 16,0 0-51-16,6 0-13 0,3 0 0 0,0 0 0 15,0 5 54-15,3-2 8 0,0 4 2 0,3-1 0 16,-3 2-28-16,0 0-4 0,2 0-2 0,-2 2 0 16,3 1-14-16,-3-3-2 0,-3 2-1 0,3 1 0 15,-3 2-5-15,0-2-8 0,3 2 11 0,-6 0-11 16,0 0 19-16,0 3-3 0,0-8-1 0,-4 5 0 16,1-2-15-16,-3 0 0 0,0-1 0 0,0 3 0 15,-3-5 0-15,-2-2 0 0,2 2 0 0,-3 2 0 16,0-5-22-16,-3 3-7 0,3-2-2 0,-3-1 0 15,0-2-103-15,0 5-21 0,0-8-4 0</inkml:trace>
  <inkml:trace contextRef="#ctx0" brushRef="#br0" timeOffset="24776.905">20895 3622 1606 0,'0'0'33'0,"0"0"9"16,0 8-34-16,-3 3-8 0,0-3 0 0,0-3 0 16,0 6 69-16,-3 2 12 0,3-2 3 0,-3 7 0 15,0-2-47-15,-2 0-9 0,2 5-1 0,-3 3-1 16,3 2-14-16,-3-5-4 0,0 6 0 0,0-1 0 16,0-2 16-16,3-3 2 0,-3-2 1 0,3 2 0 15,0-2-41-15,0-9-8 0,3 1-2 0,0-1 0 0,-3-2 48 0,3 0 10 16,0-5 2-16,3-3 0 0,0 0-24 0,0 0-4 15,0 0 0-15,0-5-8 0,3-9 20 0,-3 1-4 0,3-3 0 16,3-5 0-16,0-5-8 0,3-1-8 0,0-2 9 16,3-3-9-16,0 3 0 0,0-5 0 0,0 2 0 15,3-2 0-15,-3 2 57 0,2 0 6 16,4-2 1-16,-3-1 0 0,3 4-52 0,-3-1-12 16,0-3 0-16,-3 4 0 0,3 4 42 15,-4 3 6-15,1 3 0 0,-3 3 1 0,0 4-27 0,0 6-6 16,-3 1 0-16,0 1-1 0,-3 6 39 0,3 3 8 0,-3 2 2 15,0 3 0-15,0 5-52 0,0 9-12 0,-3-7 0 0,3 9 0 16,0 0 0-16,-3 0 0 0,3 0 0 0,0 5 0 16,0-5 0-16,0-1 0 0,0 4 0 0,-3-1 0 15,3 3 0-15,-3 1 0 0,0 4 0 0,3-2 0 16,-3 2 0-16,0-5 0 0,0 3 0 0,-3 2 0 16,3-7-48-16,-3-3-13 0,0 2-3 0,-3-5 0 15,0 0-157-15,0 1-32 0,0-7-7 16</inkml:trace>
  <inkml:trace contextRef="#ctx0" brushRef="#br0" timeOffset="24975.712">20833 3879 1983 0,'-6'-5'41'0,"3"-1"10"0,0 1-41 15,3 5-10-15,0-5 0 0,0 5 0 0,0-3 76 16,3-5 14-16,0 3 2 0,0 2 1 0,3-2-38 0,0 2-8 0,3-2-2 0,0 5 0 15,-1-5-21-15,1 2-4 0,3 3 0 0,0-5-1 16,0 2-19 0,0 3 0-16,3-8 8 0,0 8-8 15,0-2-126-15,3 2-29 0,-4-3-5 0</inkml:trace>
  <inkml:trace contextRef="#ctx0" brushRef="#br0" timeOffset="25408">21196 3868 2062 0,'0'0'43'0,"-3"-5"10"0,3 0-42 0,3 2-11 0,0-5 0 0,0 3 0 16,3 0 105-16,0-1 19 0,0 1 4 0,6 5 1 15,-3-8-52-15,2 8-10 0,1-5-3 0,3 2 0 16,-3 3 0-16,3 0 0 0,0 0 0 0,0 0 0 16,-3 0-51-16,0 0-13 0,-1 3 0 0,1 2 0 15,0-5 0-15,-3 8 0 0,0-5 0 0,0 2 0 16,-3 0 0-16,0 3 0 0,-3 0 0 0,0 0 0 15,0 0 0-15,-3 0 0 0,-3 5 0 0,3-7 0 16,-3 4-48-16,-3 3-13 0,0-5-3 0,0 0 0 16,-3 3 35-16,3-1 6 0,-3-2 2 0,0 0 0 15,0 0-18-15,1 0-3 0,-1 0-1 0,3-3 0 16,0 1 51-16,0-4 11 0,6-2 1 0,0 0 1 16,0 0-21-16,0 0 0 0,0 0 0 0,0 0 0 15,6-2 0-15,0 2 0 0,0 0 0 0,3-3 0 16,-1 3-15-16,1-3-4 0,3 1-1 0,-3 2 0 15,0-3 20-15,3 3 0 0,0 3 0 0,-3-3 0 0,0 2 48 16,0 1 12-16,-3 0 4 0,3-1 0 0,-6 4-52 0,3 2-12 16,-6-6 0-16,3 4 0 0,-3-1 0 0,-3 3 0 15,0 0 0-15,0 2 0 0,-6-2 0 0,3 3 0 16,-3 5 0-16,-3-6 0 0,3 1 0 16,-3 5-12-16,0-3 3 0,0 3 0 15,0-3-20-15,0 0-4 0,-2-2-1 0,2-1 0 16,0 1-92-16,-3-3-18 0,3 0-4 0</inkml:trace>
  <inkml:trace contextRef="#ctx0" brushRef="#br0" timeOffset="25903.784">22032 3710 1824 0,'0'0'76'16,"0"0"-60"-1,0 0 140-15,0 0 29 0,0 0 6 0,-6 5 1 16,0-2-103-16,-3 2-20 0,4 0-4 0,-7 6-1 16,3 2 0-16,0 0 0 0,-3 3 0 0,0 0 0 15,0 5-51-15,3-5-13 0,-3 5 0 0,0-5 0 16,3 5 0-16,0-8-16 0,0 6 3 0,1-3 1 16,-1-3 12-16,3 0 16 0,0 1-3 0,0-4-1 15,0 1-36-15,0-6-8 0,3 3-2 0,-3-5 0 16,6-3 19-16,0 0 4 0,0 0 1 0,0 0 0 15,-3-8-2-15,0 0-1 0,3-3 0 0,0-2 0 16,0-3 5-16,3-2 8 0,0-4-13 0,0-1 5 16,3-1 8-16,0-3 0 0,0-2 0 0,3-5 0 0,3 5 0 15,0 0 0-15,2-1 0 0,1-1 0 0,3 2 0 0,3-3 0 16,0-3 0-16,0 4 0 16,-1 2 0-16,1-3 0 0,3 3 0 0,-3 8 0 0,-3-1 49 0,0 7 12 0,-3 1 3 0,-4 6 0 15,1 0-52-15,0 8-12 0,-3 0 0 0,0 0 0 16,-3 3 0-16,-3 8 0 0,3-1 0 0,-3 3 0 15,0 6 54-15,0 0 8 0,0 2 2 0,0 0 0 16,0 3-52-16,-3-1-12 0,3 4 0 0,-3-1 0 16,3 1 0-16,-3-6 0 0,0 5 0 0,0 1 0 15,0 2 0-15,-3 0 0 0,3 3 0 0,-3 0 0 16,0-6-48 0,0 3-13-16,0-5-3 0,0 0 0 0,-3 2-51 15,0-7-10-15,0-1-3 0,-3-2 0 0,0-3-102 0,0-2-21 16</inkml:trace>
  <inkml:trace contextRef="#ctx0" brushRef="#br0" timeOffset="26415.35">21979 3850 1824 0,'-6'-11'38'0,"0"3"8"16,0-2-37-16,3 2-9 0,3 0 0 0,-3 3 0 15,3-3 53-15,3 5 9 0,-3-2 2 0,3 2 0 16,3-2 0-16,0 2 0 0,0 1 0 0,0 2 0 0,3-3 0 0,0 3 0 0,2 0 0 15,4 3 0 1,-3-3-52-16,3 2-12 0,3 1 0 0,-3 2 0 0,3-2 0 0,0 2 0 0,-1 0 0 16,4 1 0-16,0-1 0 0,-3 0 0 0,0 3 0 15,3-8 0 1,-3 8-48-16,2-8-13 0,1 3-3 0,-3-3 0 0,0 0 50 0,-3 0 14 16,-3 0 0-16,0-3 0 0,-3 3 0 0,-1-8 0 15,-2 8 0-15,0-8 0 0,-3 3 44 16,0 0 3-16,0-3 1 0,-3 5 0 0,3-5 3 15,0-2 1-15,0 2 0 0,0 2 0 0,0 1-5 0,3-3-1 0,-3 0 0 0,6 0 0 16,-3 3-14-16,3 0-4 0,3 2 0 0,-3 3 0 16,3-5-9-16,0 2-3 0,-1 3 0 0,-2 0 0 15,3 0 1-15,-3 0 0 0,3 0 0 0,-3 3 0 16,-3 2-1-16,3-2 0 0,-3 2 0 0,0 0 0 16,-3 3-8-16,0 3-8 0,0-3 12 0,-3 2-12 15,0 6 8-15,0-3-8 0,-3 3 0 0,-3 3 0 16,0-1 0-16,0-2 0 0,-3 5 0 0,3-5 0 15,-6 5-26-15,3-7-12 0,-3 4-2 0,0-2-1 16,4-3 33-16,-1 0 8 0,0-2 0 0,0 0 0 16,3-3 14-16,0 0 5 0,3-3 1 0,0 0 0 15,3-5-9-15,3 3-2 0,0-1 0 0,3 1 0 16,3-3 0-16,0 0 0 0,3 0 0 0,-1 0 0 16,1-3-9-16,3 1 12 0,0-1-12 0,0 0 12 15,0-2-12-15,0 3 0 0,0-4 0 0,0 4 0 16,2-9-18-16,-2 3-9 0,3 0-1 0</inkml:trace>
  <inkml:trace contextRef="#ctx0" brushRef="#br0" timeOffset="27073.327">23282 3567 1824 0,'-11'2'38'0,"11"-2"8"0,-3 8-37 0,-3 0-9 0,3 3 0 0,0-1 0 16,0 4 48-16,-3-4 7 0,3 4 1 0,-3 1 1 16,0 4-1-16,3-1 0 0,-3 4 0 0,0 4 0 15,0-5-32-15,0 6-8 0,0-1 0 0,0 3-1 16,0-8-15-16,0 3 0 0,0-3 0 0,-3-2 0 15,3 2 54-15,0-5 8 0,1-3 2 0,-1 0 0 16,0-2-52-16,3 0-12 0,-3-3 0 0,0 0 0 16,3-6 32-16,3-2 4 0,0 0 1 0,0 0 0 0,0 0-8 15,0-8-1-15,0 0-1 0,3-2 0 0,0-4-27 0,3-1 0 0,0-4 0 16,0-2 0-16,3-3 35 0,-1 0 1 0,4-5 1 16,0-3 0-16,3 3-8 0,0 3-1 15,3 2-1-15,0-5 0 0,0 0-27 0,2 5 0 16,1-2 0-16,0-1 0 0,-3 3 0 15,0 6 0-15,0-9 0 0,0 9 0 0,-4-1 0 0,1 3 0 16,0 3 0-16,0 3 0 0,-3 2 0 0,3 0 0 0,-3 2 0 16,0 6 0-16,0 0 0 0,-3 6 0 0,2 2 0 0,-2 0 0 15,0 2 36-15,0 9 3 0,-3-9 0 0,0 9 0 16,0-1-31-16,-3 1-8 0,0-1 0 0,0 3 0 16,-3-2 21-16,0 5 3 0,0-3 1 0,-3 5 0 15,0 1-33-15,0 2-8 0,-3 0 0 0,0 0-1 16,0-2-24-16,-3-1-5 15,3-2-1-15,-6 0 0 0,3-3-65 0,-2 0-12 0,2-5-4 0,-3 3 0 16,0-9-85-16,-3 1-18 0</inkml:trace>
  <inkml:trace contextRef="#ctx0" brushRef="#br0" timeOffset="27523.866">23187 3810 2066 0,'-6'-8'43'0,"0"6"10"16,3-1-42-16,3 3-11 0,0 0 0 0,0 0 0 16,0 0 89-16,0 0 16 0,3-3 3 0,6 3 1 0,0 3-34 15,0-3-7-15,6 3-2 0,-3-3 0 16,6 2-39-16,0 1-8 0,-1 2-2 0,1-5 0 0,0 3 38 0,3 2 7 16,0-5 2-16,0 3 0 0,0-3-52 0,-1 0-12 0,4 5 0 0,0-5 0 31,0 0-48-31,0 0-13 0,2 0-3 0,1 0 0 15,-3 0-51-15,-3 0-10 0,3-5-3 0,-4 5 0 16,-2-3 0-16,-3 3 0 0,0-5 0 0,-3 2 0 16,0-2 52-16,-3 0 9 0,-3 2 3 0,0-2 0 0,-3 2 102 0,0-2 21 0,-3 2 4 0,0 3 1 15,-3-8 37-15,3 8 8 0,-3-5 2 0,3 5 0 16,0 0-24-16,0 0-5 0,0 0-1 0,0 0 0 16,0 0-13-16,-6 0-4 0,6 0 0 15,-6 3 0-15,3 2 0 0,-3 3 0 0,3-3 0 0,3 6 0 16,-3-1-51-16,3 1-13 0,-3 5 0 0,3-3 0 15,0 3 0-15,-3 2 0 0,3-2 0 0,-3 5 0 16,3-7 54-16,-3 4 8 0,0-2 2 0,-3 3 0 16,3-4-52-16,0-1-12 0,0 2 0 0,0-3 0 15,0 3 0-15,0-6 0 0,0 1 0 0,0 5 0 16,0-8 0-16,0 2 0 0,0 3 0 0,0-2 0 16,0-3-48-16,0 0-13 0,3 0-3 0,0 0 0 15,0-8-119-15,0 0-24 0,0 0-5 0</inkml:trace>
  <inkml:trace contextRef="#ctx0" brushRef="#br0" timeOffset="28034.312">24167 3696 1964 0,'0'0'83'0,"-3"6"-67"15,0 2 74-15,-3 0 14 0,3 0 4 0,0 5 0 16,-3 0-24-16,3 0-4 0,0 3 0 0,0 0-1 16,-3 5-39-16,3-5-7 0,-3 5-1 0,3-2-1 15,-3-1-12-15,3-2-3 0,0 0 0 0,-3 0 0 16,3-3-16-16,-3 3 0 0,3-5 0 16,-3 4 0-16,0-7 0 0,0 3 0 0,3-6 0 0,-3 3 0 15,3-2 9-15,3-6-9 0,0 0 0 0,0 0 9 16,0 0-9-16,0 0 0 0,-6-8 0 0,6 0 0 15,0 0 0-15,0-3-12 0,3 1 2 0,0-9 1 16,0 3 9-16,3-5 0 0,0 0 0 0,0-6 0 16,3 1 0-16,0-1 0 0,-3-4 0 0,6 2 0 15,-3 2 0-15,3-2 9 0,3 0-1 0,-3-3-8 16,2 6 17-16,1-3-3 0,-3-1-1 0,3 7 0 16,-3-4 4-16,0 3 1 0,-3 6 0 0,3-1 0 15,-3 6 3-15,-3 3 1 0,3 2 0 0,0 0 0 16,-4 5 1-16,-2 0 0 0,3 6 0 0,-3 0 0 15,3 5-9-15,-3 2-2 0,0 3 0 0,0 3 0 16,0 0-12-16,0 3 11 0,0-3-11 0,0 5 10 16,0-3-10-16,-3 3 0 0,0-2 9 0,3 2-9 15,-3 3 0-15,3-3 0 0,-3 3 0 0,0 0 0 16,0 2 0-16,0 1 0 0,0 2 0 0,-3-3 8 16,3 3-8-16,-3-8-15 0,0 3 4 0,0-3 1 15,0-2-28-15,0-1-6 0,-3-2 0 0,0 0-1 16,0-3-91-16,0-2-17 0,0 0-4 0</inkml:trace>
  <inkml:trace contextRef="#ctx0" brushRef="#br0" timeOffset="28280.296">24146 3837 1983 0,'-6'-6'41'0,"0"4"10"0,3-1-41 0,-3-2-10 0,3 2 0 0,3 3 0 15,0 0 92-15,0 0 16 0,0 0 3 0,0 0 1 16,0 0-46-16,6-5-9 0,-3 2-1 0,6 3-1 16,-3 0-7-16,3 0 0 0,3 0-1 0,-4 0 0 15,7-5-38-15,-3 5-9 0,0-3 0 0,3 3 0 16,3-2 13-16,0-1 1 0,3 0 0 0,-1 1 0 16,1 2-24-16,3-3-5 0,0 3-1 0,3-5 0 15,-4 5-197-15,1-3-40 0</inkml:trace>
  <inkml:trace contextRef="#ctx0" brushRef="#br0" timeOffset="28693.922">24652 3826 1541 0,'-6'0'44'0,"0"3"9"0,0-1-42 0,0 4-11 0,0-6 0 0,0 2 0 16,-3 6 96-16,3-5 18 0,0 2 3 0,0-2 1 15,0 5-29-15,-3-3-5 0,3 3-2 0,-3 0 0 16,3 0-30-16,1 0-5 0,2 2-2 0,-3 1 0 16,0-3-15-16,3 3-3 0,-3-1-1 0,3 3 0 15,0-2-8-15,0 0-2 0,3-1 0 0,-3 1 0 16,3-3-16-16,3 2 10 0,-3-2-10 0,3 0 8 15,3-3-8-15,-3 3 0 0,3-2 0 0,3 2 8 16,-3-8-8-16,2 2 8 0,4 1-8 0,-3-3 8 16,3 0 8-16,-3 0 2 0,3-3 0 0,0 1 0 15,0-4 2-15,0 4 1 0,0-6 0 0,0 2 0 16,-1 1 5-16,1-3 1 0,0 6 0 0,-3-6 0 16,0-3 9-16,0 0 3 0,-3 3 0 0,0-5 0 15,0 3-2-15,-3-1 0 0,0-2 0 0,0-3 0 16,-3 5-17-16,0-7-3 0,-3 2-1 0,3 0 0 15,-6 0-16-15,0 3 8 0,0 0-8 0,-6 2 0 16,0-5-56-16,-3 8-19 0,0 3-3 0</inkml:trace>
  <inkml:trace contextRef="#ctx0" brushRef="#br0" timeOffset="43406.255">20017 15373 2219 0,'-6'3'93'0,"0"0"-74"16,0-1 4-16,0 1 1 0,3-1 0 0,-3 4 0 15,0 2 32-15,3 0 8 0,-2 0 0 0,-1 5 1 16,0 0-39-16,0 6-8 0,0-1-2 0,0 6 0 16,0 5-26-16,0 3-6 0,0 2 0 0,0 6-1 15,0-6 32-15,0-2 6 0,0 2 2 0,0-4 0 16,0-1-37-16,0-3-7 0,0-2-2 0,0 0 0 16,0 0 23-16,0-6 0 0,3 1 0 0,-3-1 0 15,1-5 14-15,2 1 7 0,0-7 2 0,0-1 0 16,3-6-37-16,0 0-7 0,0 0-2 0,0-8 0 15,3-5 23-15,-3-3 0 0,3-5 0 0,0-3 0 16,2 0 0-16,1-5 0 0,3 0 0 0,0-8 0 16,3-6 0-16,3-2 0 0,0-8 0 0,3-2 0 15,3 5 0-15,2 2 0 0,1-2 0 0,0-1 0 16,0 6 25-16,0-5 10 0,-3 3 1 0,2 2 1 16,-5 8-9-16,0 7-3 0,-3 4 0 0,0 5 0 15,-3 5-2-15,0 5-1 0,0 1 0 0,-4 4 0 16,1 4-2-16,0 2-1 0,-3 0 0 0,0 5 0 15,0 3-3-15,0 5 0 0,-3 0 0 0,0 6 0 16,0 7-7-16,0 6-1 0,0 3-8 0,0 2 12 16,-3-3-12-16,0 3 0 0,3-3 8 0,-6 1-8 15,3-1 0-15,0 3 0 0,-3 0 0 0,0 3 0 16,0 0 0-16,0-1 0 0,0 4 0 0,0 2 0 16,-3-8-48-16,3-3-13 0,0-2-3 0,-3-3 0 15,0 3 0-15,0-6 0 0,3 3 0 0,-6-5 0 16,4 0-102-16,-1-3-21 0,0 0-4 0</inkml:trace>
  <inkml:trace contextRef="#ctx0" brushRef="#br0" timeOffset="43634.299">19916 15476 2291 0,'-3'3'96'0,"3"-3"-76"15,0 0 28-15,0 0 5 0,0 0 2 0,3 8 0 16,0-5-32-16,3 2-7 0,3 0 0 0,3 1-1 16,0-4 4-16,2 3 1 0,4-2 0 0,0 2 0 15,3-2-20-15,0 0 8 0,3 2-8 0,-1-5 0 16,-2 3 0-16,0-3 0 0,3-3 0 0,0 3 0 16,0-3-139-16,-1 1-31 0,4-1-6 15</inkml:trace>
  <inkml:trace contextRef="#ctx0" brushRef="#br0" timeOffset="43967.026">20595 15717 1552 0,'0'0'44'0,"0"0"10"0,6-5-43 0,-1 2-11 0,1 1 0 0,0-1 0 16,3 3 87-16,0-3 15 0,3 3 3 0,0-2 1 16,3 2-38-16,3-3-8 0,0 3-2 0,3 0 0 15,-1 0-34-15,4-3-6 0,3 3-2 0,-3-2 0 16,3 2-16-16,-4 0 10 0,4-3-10 0,-3 3 8 15,-3-3 0-15,0 3 0 0,-3 0 0 0,2 0 0 16,-2 0-57-16,3-2-12 16,-3 2-3-16,3-3 0 0,-3 1 22 0,2-1 4 0,-5-5 1 15</inkml:trace>
  <inkml:trace contextRef="#ctx0" brushRef="#br0" timeOffset="44254.168">21205 15487 1728 0,'-39'-16'80'15,"27"11"-71"-15,0 2-9 0,0-2 0 0,0 2 0 16,4 1 124-16,-4 2 22 0,3-3 5 0,0 3 1 0,3 0-70 0,-3 0-14 0,3 3-2 0,6-3-1 31,0 0-1-31,0 0 0 0,0 0 0 0,0 0 0 16,-3 5-51-16,3-5-13 0,0 5 0 0,3 1 0 16,0-1 54-16,3 3 8 0,0 0 2 0,3 0 0 0,0 0-52 0,0 2-12 0,3 3 0 0,-1 1 0 15,1-1 0-15,0 3-12 16,0 0 3-16,0 2 0 0,-6 1 9 0,3-1 0 0,-3 1 8 15,0-1-8-15,-3 1 9 0,0-3-9 0,-3-1 12 0,0 1-12 16,-3-2 0-16,-3 1 0 0,0-1 0 0,-3-4 0 16,0 3-20-16,0-2-2 0,-3 0 0 0,0-1 0 31,0 1-19-31,1-1-4 0,2-2-1 0,-3 0 0 16,3 0-112-16,0-2-22 0,3-1-5 0</inkml:trace>
  <inkml:trace contextRef="#ctx0" brushRef="#br0" timeOffset="45243.32">22044 15458 1492 0,'0'0'31'0,"-6"0"8"0,6 0-31 0,-3 0-8 0,3 0 0 0,-6-3 0 15,6 3 91-15,-6 0 17 0,6 0 3 0,-6-2 1 16,0 2-17-16,1 0-3 0,2 2-1 0,-3-2 0 15,0 3-15-15,3 0-4 0,-3-1 0 0,0 1 0 16,0 2-19-16,0-2-4 0,0 2-1 0,-3 3 0 16,3-3-17-16,0 3-4 15,0 0-1-15,0 3 0 0,0-1-26 0,0 4 0 0,3-1-9 16,-3 5 9-16,3 1 0 16,3-1 0-16,-3 6 0 0,3-3 0 0,0 1 0 0,3-1 0 0,0-3 0 0,3 1 0 15,0-3 0-15,3-3 0 0,3 0 0 0,0-2 0 16,6-1 0-16,-3-4 9 0,6 1 1 0,-4-4 0 15,4 0-10-15,0-1 0 0,0-2-12 0,0-2 12 16,-3-1-10-16,-1-2 10 0,1 0 0 0,0-1-9 16,0-2 9-16,-3 0 0 0,0 0 0 0,0-2 0 15,0-1 0-15,-4 1 0 0,4-1 0 0,-3-2 0 16,-3 0 0-16,0-1 0 0,0-1 0 0,-3-1 0 16,-3 0 0-16,0 0 0 0,0 0 0 0,-3 3 0 15,-3-3 46-15,0 3 14 0,0-1 4 0,-3 4 0 16,0-3-52-16,0 2-12 0,-3 0 0 0,0 4 0 15,0-1 0-15,0 0 0 0,0 0 0 0,1 0 0 16,-4 3 13-16,3-1 0 0,0 4 0 0,0-1 0 16,-3 0-13-16,3 1 9 0,-3 2-9 0,-3 0 8 15,3 0-8-15,-6 0-16 0,4 2 4 0,-4 1 1 16,3 0-89-16,-3 2-17 0,3-2-4 0</inkml:trace>
  <inkml:trace contextRef="#ctx0" brushRef="#br0" timeOffset="45958.488">22860 15413 2006 0,'-3'3'42'0,"-3"-1"9"0,6-2-41 16,-6 3-10-16,0 0 0 0,0-1 0 0,0 1 70 0,0-1 12 0,-3 4 2 0,0-4 1 15,0 4-25-15,3 2-6 0,-3-3-1 0,0 3 0 16,1 2-17-16,-1 1-3 0,0 0-1 0,0 4 0 16,3 4-16-16,-3 0-4 0,3 2-1 0,0 3 0 31,0-1 13-31,3 1 2 0,3 3 1 0,-3-4 0 0,3 1-27 16,3-3 0-16,0-2 0 0,0-3 0 15,3 0-46-15,3-3-14 0,0-3-4 0,0 1 0 0,3-3 64 0,0-3 0 0,5 1 9 16,1-1 0-16,0-5-9 0,3 0-14 0,3-3 3 0,-3 1 1 15,-1-4 10-15,1-2-12 0,0 0 12 0,-3-2-12 16,0-1 12-16,-3-2 0 0,0 0-9 0,0-3 9 16,-1 0 0-16,-2-2 0 0,0-4 0 0,0 1 8 15,-3-3-8-15,-3 3 12 0,0-3-12 0,0 3 12 16,0 0 41-16,-3 3 9 0,-3-1 2 0,0 3 0 16,0 0 0-16,-6 3 0 0,0 0 0 0,0 0 0 15,0 2-52-15,-3 0-12 0,0 3 0 0,0 1 0 16,0-1 0-16,0 2 0 0,-3-2 0 0,1 6 0 15,2-4 9-15,-3 4-1 0,0 2 0 0,-3-3 0 16,3 3-19-16,-3 3-4 0,-3-3-1 0,3 2 0 16,3 4-84-16,-2-4-16 0,2 4-4 0</inkml:trace>
  <inkml:trace contextRef="#ctx0" brushRef="#br0" timeOffset="46491.88">23428 15535 2024 0,'0'0'42'0,"-6"2"10"0,0-2-41 16,0 3-11-16,6-3 0 0,-5 0 0 0,5 0 82 0,-9 3 14 0,3 2 4 0,0-2 0 15,0 2-44-15,0 0-9 0,-3-2-2 0,3 5 0 16,0 0-17-16,-3 2-4 0,3 1-1 0,-3 2 0 16,3-2-9-16,3 4-2 0,-3 1 0 0,3 0 0 15,-3 0-12-15,3 0 8 0,3 0-8 0,-3 0 0 16,6-3 0-16,-3 0 0 0,3-2 0 0,3-1 0 16,0 1-8-16,0 0-5 0,3-4-1 0,0 1 0 15,3-5-12-15,-3 2-2 0,3-2-1 16,-3 0 0-16,3-3 29 0,0-3 15 0,-1 0-2 0,4 1 0 15,-3-1-13-15,3-2-18 0,-3-1 4 0,3-1 1 16,0 1 13-16,0-2 0 0,0-2 0 0,-4-1 0 16,4 1 8-16,0-1 5 0,-3 0 1 0,0-2 0 15,-6 0 15-15,3-3 3 0,-3 3 1 0,-3-3 0 16,0 0 15-16,-3 0 2 0,0 0 1 0,-3-2 0 16,-3 2-7-16,0 0-2 0,-3 0 0 0,-3 3 0 15,0 0-18-15,0 2-4 0,-3 1-1 0,1 2 0 16,-1 0 11-16,0 0 2 0,-3 2 1 0,3 1 0 15,-3 0-42-15,3 2-9 0,0 1-2 0,-2-1 0 0,-1 3 2 16,-3 0 0-16,0 0 0 0,0 3 0 16,0-3-36-16,3 5-7 0,1-2-2 0,-1 2 0 15,6 3-174-15,-3-3-35 0</inkml:trace>
  <inkml:trace contextRef="#ctx0" brushRef="#br0" timeOffset="46925.201">23940 15341 1337 0,'-3'-5'56'15,"3"5"-44"1,-3-5 92-16,0 0 20 0,3 5 3 0,0 0 1 16,0-6-17-16,0 6-3 0,0 0-1 0,0 0 0 15,0 0-18-15,0 0-3 0,0 0-1 0,0 0 0 16,0 0-9-16,0 8-3 0,0-2 0 0,0 1 0 15,0 4-17-15,0 0-4 0,0-1-1 0,0 3 0 16,-3 1-10-16,3 2-1 0,0-1-1 0,0 4 0 16,-3 2-14-16,0 3-2 0,0 2-1 0,0 4 0 15,1-1-3-15,-1 5-1 0,0 3 0 0,3-5 0 16,0-3-8-16,-3-3-2 0,3-2 0 0,0-3 0 0,0-2-21 0,0-1-5 0,0-2-1 16,0-2 0-16,0-4 32 0,0 3 7 15,0-5 0-15,0 3 1 0,3-3-21 0,-3 0-8 0,0-3 0 16,3 0 0-1,-3-5-71-15,3 3-13 0,-3-3-4 0</inkml:trace>
  <inkml:trace contextRef="#ctx0" brushRef="#br0" timeOffset="60078.718">15784 4477 1267 0,'0'0'28'0,"0"0"5"0,0 0 2 0,0 0 1 0,0 0-36 16,0 0 0-16,0 0 0 0,0 0 0 15,-3-5 109-15,3 5 15 0,-3-3 4 0,3 3 0 0,0 0-52 0,-3-5-9 16,3 5-3-16,0 0 0 0,0 0 52 16,0 0 9-16,0 0 3 0,0 0 0 15,0 0-103-15,0 0-25 0,0 0 0 0,0 0 0 0,-5 8 31 0,2 2 1 16,0-2 0-16,0 5 0 0,0 3 0 0,0-2 0 16,-3 4 0-16,0 3 0 0,0 3-32 15,-3 3 0-15,0-6 0 0,0 5 0 0,0 1 0 0,-3-9 0 16,3 3 0-16,0 1 0 0,-3-4 0 0,3-2 0 15,1 2 0-15,-1-4 0 0,3-1 0 0,0-3 0 16,-3-2 0-16,3 0 0 0,3-2 0 0,-3-1 0 16,3-5 0-16,0-5 0 0,0 2 0 0,3-5 0 0,0 0 0 15,0-5 0-15,3 0 0 0,0-6 0 16,3 1 0-16,0-6 0 0,6-3 0 0,-3-2 0 16,3 0 0-16,-1-5 0 0,4 5 0 0,0-3 0 0,0 5 0 0,0-7 0 15,3 2 0-15,-6-2 0 0,3 5 0 0,-3-3 0 16,2 6 0-16,-2-1 0 0,0 1 0 0,0 4 0 15,0 4 0-15,-3-1 0 0,0 4 0 0,0 4 0 16,-3 3 0-16,0 3 0 0,0 2 0 0,-6 3 0 16,0 0 57-16,0 0 6 0,12 11 1 0,-6 2 0 15,2 3-64-15,-2 5-18 0,3-3-1 0,-3 4 0 16,0-4 19-16,0 3 0 0,0 3 0 0,0-3 0 16,-3 0 0-16,3 3 0 0,-3-3 0 0,0 3 0 15,0 0 0-15,-3 3 0 0,0-1 0 0,0 3 0 16,0 0 16-16,-3-2 1 0,0-1 0 0,0-2 0 15,0-3-44 1,-3 0-9-16,3-2-1 0,-3-3-1 0,0-3-70 0,0 0-13 0,3 0-3 16,-3-5-614-16,0 3-122 0</inkml:trace>
  <inkml:trace contextRef="#ctx0" brushRef="#br0" timeOffset="60291.738">15808 4623 1724 0,'-3'-6'38'0,"-3"4"8"0,0-4 2 0,3 4 0 0,3 2-39 0,0 0-9 0,-3-6 0 0,3 6 0 16,0 0 105-16,0 0 19 0,0-5 4 0,0 5 1 16,6-3-103-16,-3 3-26 0,6-5 0 0,-3 3 0 15,3-1 56-15,0 0 7 0,3 3 1 0,0-2 0 16,0 2 0-16,3 0 0 0,-3-3 0 0,5 3 0 16,-2 0-39-16,3 0-7 0,0 0-2 0,3 0 0 15,0 0-24-15,0 0-6 0,2 0-1 0,1 3-778 16,0-3-156-16</inkml:trace>
  <inkml:trace contextRef="#ctx0" brushRef="#br0" timeOffset="60618.226">16493 4612 2066 0,'-6'3'43'0,"6"-3"10"16,0 0-42-16,0 0-11 0,0 0 0 0,0 0 0 16,0 0 104-16,0 0 20 0,0 0 3 0,0 0 1 15,0 0-52-15,0 0-9 0,0 0-3 0,6 0 0 16,0 0-51-16,3 0-13 0,0 0 0 0,-3 0 0 0,3 0 0 0,2-3 0 16,-2 3 0-16,3-3 0 15,3 1 54-15,0-1 8 0,0 3 2 0,3-3 0 16,0 1-52-16,2 2-12 0,1-3 0 0,0 3 0 15,0 0 0-15,3-3 0 0,-3 3 0 0,2 0 0 0,-2 0 0 0,-3 0 0 16,3 0 0-16,-3 0 0 16,0-5 0-16,-3 5 0 0,-1-2 0 0,1-1 0 15,-3 0-43-15,3 1-11 0,-3-1-2 0,-3-2-1 16,3 2-86-16,-3-2-17 0,0 2-3 0</inkml:trace>
  <inkml:trace contextRef="#ctx0" brushRef="#br0" timeOffset="60945.956">16996 4408 1728 0,'-27'-18'36'0,"15"10"8"0,3 5-35 0,0-5-9 0,-3 6 0 0,3-4 0 15,-2 4 124-15,2-1 24 0,3 0 4 0,-3 3 0 16,3 0-19-16,0 0-4 0,6 0-1 0,0 0 0 16,0 0-102-16,0 0-26 0,0 0 0 0,3 8 0 15,0-2 56-15,0 4 7 0,6-2 1 0,-3-3 0 16,3 3-52-16,0 0-12 0,2 0 0 0,-2 0 0 15,0-3 0-15,3 3 0 0,-3 0 0 0,0 0 0 16,0-2 54-16,0 1 8 0,3-1 2 0,-6 4 0 16,3-2-52-16,0-2-12 0,-3 4 0 0,3 3 0 15,-4-5 0-15,-2 3 0 0,0-1 0 0,0 4 0 16,0-1 0-16,-3 0 0 0,0 0 0 0,-3 1 0 16,0 1 0-16,-3-1 0 0,3 2 0 0,-5-6 0 0,2 1 0 0,0 5 11 15,-3-8-11-15,0 2 10 0,3-2-10 0,-3 3 0 16,0-6 0-16,0 0 0 0,0 1 0 0,0-1-14 15,3 3 2-15,-3-6 0 16,3 4-39-16,-3-6-7 0,3 0-2 0,6 0-819 16,0 0-164-16</inkml:trace>
  <inkml:trace contextRef="#ctx0" brushRef="#br0" timeOffset="63962.367">17767 4541 1958 0,'0'0'43'0,"0"0"9"0,-6-3 1 0,0 3 3 0,0-3-45 0,0 3-11 0,-3-2 0 0,0 2 0 16,3 0 104-16,-3 2 20 0,0-2 3 0,-3 3 1 15,3 0-52-15,1-1-9 0,-1 3-3 0,0 3 0 16,0-5-51-16,-3 5-13 0,3 0 0 0,0 3 0 16,0-1 0-16,3 3 0 0,-3 3 0 0,3 0 0 15,3 3 0-15,0-6 0 16,0 5 0-16,3 1 0 0,3-1 0 0,0 1 0 0,3-3 0 16,0-3 0-16,3 3 24 0,3-3 1 0,0 0 1 0,3-2 0 31,3 0-42-31,0-4-8 0,-1 1-1 0,4-5-1 0,0 2 26 0,0-5 0 0,0 0 0 15,0-2 0-15,-1-4 20 0,1 1 8 0,0-3 3 0,0 3 0 16,-3-6-9-16,0 3-2 0,-1 0 0 0,-2-2 0 16,0-1-5-16,-6 1-2 0,0-4 0 0,0 1 0 15,-6 0 46-15,0-3 9 0,0 0 1 0,-6-2 1 16,0-1-39-16,0 1-8 0,-6-1-2 0,3 1 0 16,-3-1-11-16,-3 3-2 0,3 0-8 0,-5 3 12 0,2 0-12 15,-3 2 0-15,3 3 8 0,-3-2-8 0,0 4 0 16,3 4 0-16,-3-3 0 0,0 5 0 0,0-3 0 15,1 3 0-15,-1 0-12 0,-3 3 12 16,3-1-32-16,-3 3 0 0,3 1 0 0,0-1 0 16,0 3-90-16,4 0-18 0,-1 3-3 0,0-1-689 15,6 3-139-15</inkml:trace>
  <inkml:trace contextRef="#ctx0" brushRef="#br0" timeOffset="66525.452">18451 4530 2066 0,'-6'0'43'0,"-2"-3"10"0,2 3-42 0,0 0-11 0,3 0 0 0,-3 3 0 16,0-3 104-16,-3 3 20 0,3-1 3 0,0 4 1 15,-3-1-103-15,3 5-25 0,0-4 0 0,-3 2 0 16,3 5 56-16,-3-3 7 0,3 4 1 0,0 2 0 15,0-1-52-15,0 1-12 0,1 3 0 0,2-1 0 16,0-2 0-16,0 3 0 0,3-3 0 0,0 5 0 16,3-8 0-16,0 3 0 0,0-3 0 0,2 3 0 15,1-5 0-15,3-1 0 0,0 1 0 0,3-1 0 0,0 1 0 16,3-8 0-16,0 2 0 0,3 0 0 0,0-5 0 16,-1 3 0-16,4-6 0 0,0 3 0 0,-3-5 54 15,0 0 8-15,0-3 2 0,0-3 0 0,-1 3-52 16,-2-5-12-16,3 2 0 0,-6-2 0 0,3 0 54 0,-3 0 8 15,-3-1 2-15,0 4 0 0,0-9-37 0,-3 9-7 16,-3-9-2-16,0 1 0 0,-3 2-1 0,-3-3 0 0,0 1 0 16,-3-1 0-16,-3 3 10 0,3 0 1 0,-3 3 1 15,-3 3 0-15,0-1-29 0,0 3 0 0,0 3 0 0,0 0 0 32,-3 5-45-32,-2-3-15 0,-1 3-4 0,-3 3 0 0,3-1 52 0,-3 1 12 0,0 2 0 0,0 3 0 15,4-3-156-15,2 3-29 0,0 0-6 16</inkml:trace>
  <inkml:trace contextRef="#ctx0" brushRef="#br0" timeOffset="67142.7">19079 4564 2066 0,'-5'3'43'0,"-1"0"10"0,0-3-42 0,0 5-11 0,0-2 0 0,-3-1 0 16,3 4 106-16,0 1 19 0,0-1 4 0,-3 2 1 15,3 0-66-15,0 2-14 0,0 1-2 0,0 2-1 16,3 0-28-16,-3 3-6 0,0-3-1 0,3 3 0 15,-3 0-12-15,3 0 9 0,-3 0-9 0,3 0 8 16,3-3-8-16,-2 3 0 0,4 0 0 0,-2-3 0 16,3 0 0-16,3 0 0 0,0-2 0 0,0 0 0 15,3-3 0-15,0-3 0 0,3 0 0 0,0-2 0 16,3-3 0-16,0 0 0 0,3-3 0 0,-1 0 8 16,4-2 2-16,0 0 0 0,0 0 0 0,3-3 0 15,-6-3 33-15,2 0 6 0,-2 1 2 0,-3-6 0 16,0 5-41-16,-3 1-10 0,-3-6 0 0,0 3 0 15,-3-3 53-15,-3 0 9 0,-3 0 2 0,0-2 0 16,-3-1-52-16,-3 1-12 0,0-1 0 0,-3 0 0 16,-3 4 0-16,-3-1 0 0,0 0 0 0,-3 3 0 0,1 2 0 15,-1 3 0-15,-3 0 0 0,0 3 0 16,3 2 0-16,-3 3-8 0,4 3 8 0,-1 0-13 16,0-1-35-16,3 3-8 0,0 3 0 0,0-2-1 15,3 2-112-15,3 2-23 0,-3 3-4 0</inkml:trace>
  <inkml:trace contextRef="#ctx0" brushRef="#br0" timeOffset="67749.246">19925 4490 2146 0,'0'0'60'0,"0"0"15"16,0 0-60-16,0 0-15 0,0 0 0 0,0 0 0 15,0 0 80-15,0 0 14 0,-3 8 2 0,0 0 1 16,3 5-77-16,-3 1-20 0,0-1 0 0,-3 5 0 16,3 1 0-16,0 2 0 0,-3 5 0 0,3-7 0 15,0 5 0-15,-3 0 0 0,3-8 0 0,0 5 0 16,0-3 0-16,0 1 0 0,0-6 0 0,0 3 0 16,0-3 17-16,0-2 0 0,0 2 0 0,0-8 0 0,0 3-17 0,3-8 8 15,0 0-8-15,0 0 0 0,0 0 13 0,0 0-4 0,0 0-1 0,0-5 0 16,0-3 3-16,3-5 0 0,-3-1 0 0,3 4 0 15,3-9-3-15,-3 1-8 0,3-3 12 0,0-3-4 16,3 3 8-16,-3-8 2 0,3-1 0 16,3 1 0-16,-3 3-18 0,3-1 0 0,0-2 0 0,3 3 0 15,-4 2 55-15,4 3 7 0,0 0 2 0,-3 2 0 16,0 1-47 0,-3 2-9-16,3 3-8 0,-3 2 12 0,0 3-12 0,0 3 0 0,-3 2-12 0,0 3 12 15,-6 0 0-15,6 3 0 0,-1 2 0 0,-2 6 0 16,3 2 0-16,-3 0 0 0,0 6 0 0,3-1 0 15,-3 3 0-15,0 0 0 0,3 3 0 0,-3 5 0 16,0-2 0-16,3 2 0 0,-3 3 0 0,0-1 0 16,0-1 15-16,0-1 10 0,-3-3 3 0,0 3 0 15,0-5-56-15,0 0-10 0,-3-6-2 16,0 4-1-16,-3-4-8 0,0-2-2 0,0-3 0 0</inkml:trace>
  <inkml:trace contextRef="#ctx0" brushRef="#br0" timeOffset="68376.969">19910 4670 1824 0,'-6'-2'76'16,"-3"-1"-60"-16,6 0 84 0,3 3 16 0,0 0 4 0,0 0 1 16,0 0-48-16,0 0-9 0,0 0-3 0,6-2 0 15,0 2-23-15,6 0-5 0,-3-6-1 0,6 6 0 31,-3 0-43-31,6 0-9 0,-1 0-1 0,-2 0-1 0,3 6 22 16,3-6 0-16,-3 0 0 0,3 2 0 16,-4 1-158-16,1 2-27 0,0-2-6 0,0 2-1 15,-3 0 103-15,0 1 20 0,-3 2 4 0,-3-6 1 16,0 1-1-16,-3 2 0 0,0-2 0 0,-1 0 0 0,-2-1 53 16,-3-2 12-16,0 0 0 0,0 0 0 0,0 0 139 0,0 0 28 0,0 0 5 0,0 0 2 15,0 0-48-15,6 0-10 0,-3-5-1 0,3 2-1 16,0-2-29-16,0 2-5 0,0 1-2 0,3-6 0 15,0 2 3-15,3-2 1 0,0 3 0 0,0-3 0 16,3 0-66-16,0 3-16 0,2-3 0 0,1 3 0 16,0-1 55-16,-3 1 7 0,3 3 2 0,0 2 0 15,-3-6-39-15,-1 4-7 0,1 2-2 0,-3 2 0 16,0 4-8-16,0-6-8 0,0 2 12 0,-3 3-12 16,-3 1 0-16,3 2 0 0,-3 0 0 0,-3 2 0 15,0-2 0-15,0 3 0 0,-3-1 0 0,0 1 0 16,-3 0-8-16,0-1-6 0,0 3-1 0,-3-2 0 15,0-3-5-15,-3 2-2 0,3 1 0 0,-3-3 0 16,0 0 7-16,0 0 2 0,0 0 0 0,3 0 0 16,0-3-18-16,0 0-3 0,6-5-1 15,0 0 0-15,0 0 35 0,0 0 0 0,0 0 0 0,6 6 0 16,0-1 14-16,6-5 10 0,0 3 1 0,0-3 1 16,3 0-26-16,0 0 0 0,-3 0 0 0,3-3 0 0,-1 3 0 15,1 0 0-15,-3 0 0 0,3 3 0 0,-3-3-18 0,0 2-6 16,0-2 0-16,0 5-1 0,-3-2 64 0,-3 0 13 15,0-1 2-15,-3 4 1 0,-3-6-32 0,0 5-7 0,-3 3 0 16,0-3-1-16,-3 3-7 0,-3-3 0 0,-3 3-8 0,0 3 12 16,0-6-12-16,0 3-18 0,-3 0 4 0,0 0 1 15,0 0 13-15,-2 0 0 0,-1 0 0 16,0 0 0 0,0 0-54-16,0-3-8 0,0 3-2 0</inkml:trace>
  <inkml:trace contextRef="#ctx0" brushRef="#br0" timeOffset="69050.743">21193 4567 1758 0,'0'0'36'0,"0"0"10"0,6 0-37 16,0-3-9-16,0 3 0 0,0 3 0 0,0 0 97 0,0-1 18 0,-3 1 3 15,0 5 1-15,3 2-47 0,-4 1-10 0,1 0-2 0,3 4 0 16,-3 4-27-16,-3-3-5 0,3 5-2 0,-3-2 0 16,0-1-18-16,-3 3-8 0,0-2 8 0,0-1-8 15,0 1 0-15,-2-6 0 0,-1 3 0 0,0 0 0 16,-3-3 0-16,0 3 0 0,3-8 0 0,-3 2 0 15,3-2 0-15,-3 3 0 0,3-8 0 0,0 2 0 16,3-2 0-16,3-3 0 0,0 0 0 0,0 0 0 16,-6-6 0-16,3 1 0 0,3-3 0 0,0-3 0 15,3 1 56-15,0-3 7 0,0-3 1 16,3 0 0-16,0-3-52 0,3 1-12 0,0-3 0 0,3-3 0 16,0 3 0-16,3-11 0 0,-1 3 0 0,4-3 0 15,0 3 0-15,0 3 0 0,0-4 0 0,3 4 0 16,-6-3 54-16,2 5 8 0,-5 0 2 0,3 0 0 15,-3 6-52-15,0 2-12 0,0 3 0 0,-3 2 0 16,-3 1 54-16,3 4 8 0,-3 1 2 0,0 5 0 16,-3 0-52-16,-3 0-12 0,6 3 0 0,-3 5 0 15,-3 0 0-15,3 5 0 0,-3 0 0 0,3 3 0 16,-3 2 0-16,0 1 0 0,0-1 0 0,0 6 0 16,-3-3 0-16,3 6 0 0,0 2 0 0,0 3 0 15,-3-1 0-15,3-1 0 0,0-7 0 0,-3 7 0 16,0-4-100-16,3-2-22 0,-3 0-5 0,0-3-1 15,0-3-48-15,-3 1-11 0,3-3-1 0</inkml:trace>
  <inkml:trace contextRef="#ctx0" brushRef="#br0" timeOffset="69561.072">21282 4723 1789 0,'-15'-13'37'0,"12"8"9"0,0-1-37 0,0 4-9 0,3-6 0 0,0 8 0 15,0-3 60-15,3-2 11 0,0-1 1 0,3 4 1 16,0-1-7-16,3-2-2 0,3 5 0 0,0-3 0 16,0 3 0-16,3 0 0 0,3 0 0 0,-3 3 0 15,-1 0-56-15,4-1-8 0,0 3 0 0,0 1-12 16,0-1 12-16,3 0 0 0,-3 1 12 0,-1-4-12 16,4 4 0-16,-3-1 0 0,0-2 0 0,0-1 0 15,-3 1 0-15,0-1 0 0,-4-2 0 0,-2 3 0 16,0-3 0-16,0 0 0 0,-3-3 0 0,-3 3 0 15,-3 0 0-15,0 0 0 0,3-5 0 0,-3 5 0 16,3-5 49-16,-3 2 3 0,0-2 1 0,3 0 0 16,-3-1-33-16,3 1-8 0,-3 0 0 0,3-1-1 15,0 1 42-15,0-3 9 0,3 6 2 0,0-9 0 16,0 6-52-16,0-3-12 0,3 2 0 0,0 1 0 16,0 3 0-16,0 2-16 0,-1-8 3 0,1 8 1 15,0 0 12-15,-3 0 0 0,0 0 0 0,0 8 0 16,-3-8 8-16,3 7-8 0,-3-1 0 0,-3 2 0 15,3 8 0-15,-3-8 0 0,-3 5 0 0,0 3 0 16,0-3 0-16,-3 0 0 0,0 0 0 0,0 3 0 16,-3 3 0-16,0-6 0 0,-2 3 0 0,2 0 0 0,0-3-14 0,0 0 0 15,0 0 0-15,0-2 0 16,3 0-21-16,3-1-4 0,0-2-1 0,3 3 0 0,0-3 40 0,3-3 0 0,3 0 0 16,0 0 0-16,3-2 0 0,3 0 13 15,0 2 0-15,0-5 0 0,2 0-13 0,-2-5 0 0,3 2 0 16,0 3 0-16,0-5 0 0,0 0 0 0,0-3-8 0,3 5 8 15,-4-10-85-15,4 5-14 16,0 0-2-16</inkml:trace>
  <inkml:trace contextRef="#ctx0" brushRef="#br0" timeOffset="70042.666">22348 4535 1824 0,'-21'-5'38'0,"15"2"8"16,0 3-37-16,6 0-9 0,-6 0 0 0,6 0 0 16,-6 6 104-16,3-1 20 0,0-2 3 0,0 7 1 15,0-2-52-15,3 5-9 0,0 1-3 0,0 1 0 16,0 1 0-16,0 0 0 0,0 3 0 0,0-1 0 16,-3 1-51-16,3-1-13 0,0 1 0 0,0-1 0 0,-3 1 0 15,3-6 0-15,-3 3 0 0,0 0 0 0,0-3 0 0,0 3 0 0,0-6 0 16,0 1 0-16,0 0 0 15,0-3 0-15,1-3 0 0,-4 0 0 0,6-5 0 0,-3 5 0 16,3-5 0-16,0 0 0 0,0 0 0 0,0 0 0 16,-3-5 0-16,0-3 0 0,0 3 0 0,3-6 0 15,0-2 0-15,0 0 0 0,0 0 0 0,3-3 0 16,0 0 0-16,0-3 0 0,0-2 0 16,0-3 0-16,2-2 0 0,1-1 0 15,0 1 54-15,6 0 8 0,0-4 2 0,0-1 0 0,3 2-52 16,0 5-12-16,3 0 0 0,0 3 0 0,-1 2 24 0,1 3 1 0,0 3 1 15,0-3 0-15,-3 8-5 0,0 3-1 0,-3 0 0 0,3 2 0 16,-3 3-7-16,-1 0-1 0,-2 8-1 0,0-5 0 16,0 5-11-16,-3 2 8 0,0 3-8 0,0 1 8 15,0 4-8-15,-3-5 0 0,3 3 0 0,-3 3 0 16,0 2 0-16,0 0 0 0,0 0 8 0,0 3-8 16,-3 0 0-16,0 0-12 0,3 0 2 0,-3-1 1 15,0-1-36-15,0-1-7 16,0 0-2-16,-3 3 0 0,3-6-110 0,-3 1-23 0,0-1-4 0</inkml:trace>
  <inkml:trace contextRef="#ctx0" brushRef="#br0" timeOffset="70476.649">22354 4734 2269 0,'-3'-8'64'0,"0"0"15"0,3 3-63 16,3-1-16-16,0 1 0 0,0 2 0 16,3 1 71-16,3-4 11 0,3 1 2 0,2 2 1 0,-2 1-28 0,6-1-5 15,0-2-2-15,0 2 0 0,3 1-34 0,0-1-6 0,-1 0-2 0,1 1 0 32,0-4-27-32,-3 4-5 0,3-1-2 0,-3 3 0 15,2-3-154-15,-2 1-30 0,3-1-6 0,-3 0-2 16,0 1 50-16,0-1 9 0,-3 0 3 0,-3 3 0 15,-4-5 47-15,1 3 9 0,-3-4 3 0,-3 4 0 0,-3 2 238 0,0 0 48 0,0 0 10 16,0-3 1-16,0 3-20 0,0 0-5 0,-3-5-1 0,3 5 0 16,-3-3-66-16,3 3-12 0,0 0-4 0,0 0 0 15,0 0-28-15,0 0-7 0,0 0-1 0,0 0 0 16,-3 5-16-16,0 1-4 0,3 2-1 0,3 2 0 16,-3 1-3-16,3-1-1 0,0 4 0 0,-3-1 0 15,3 3-6-15,-3-3-1 0,3 3 0 0,-3 0 0 16,0-3-6-16,0 3-2 0,-3-3 0 0,3 3 0 15,-3-6-8-15,0 4-8 0,3-1 9 0,-3 0-9 16,0 0 0-16,0-2 8 0,3 0-8 0,-3-1 0 16,0 1-12-16,1-1-4 0,2-2-2 0,-3 3 0 15,3-3-94-15,-3 0-18 0,3-3-4 0</inkml:trace>
  <inkml:trace contextRef="#ctx0" brushRef="#br0" timeOffset="71139.292">23190 4519 2074 0,'0'0'88'15,"0"0"-71"1,0 0 30-16,0 8 5 0,0-2 2 0,3 4 0 15,-3 3 6-15,0-2 2 0,3 2 0 0,-3 6 0 16,0-1-30-16,0 1-5 0,0 5-2 0,-3-3 0 16,3 0-9-16,-3 0-3 0,0-2 0 0,0 2 0 15,0-5 19-15,0 0 3 0,0 2 1 0,0-2 0 16,-3-3-36-16,3 0 0 0,0-2 0 0,-3 0 0 16,4-3 0-16,-1-1 0 0,-3-1 0 0,3-1 0 15,3-5 0-15,0 0 0 0,0 0 0 0,0 0 0 16,0 0 0-16,-3-3 0 0,0-5 0 0,3 1 0 15,0-1 0-15,0-6 0 0,3 1 0 0,0 0 0 16,0-3 0-16,0-3 0 0,3 4 0 0,-4-7 0 16,4-4 58-16,0 2 5 0,3-5 1 0,-3-3 0 15,3 3-56-15,3 0-8 0,0 3 0 0,0-3-10 0,3 7 22 16,0-4 4-16,0 5 0 0,-1 2 1 16,1 1-1-16,-3 4 0 0,0-1 0 0,0 4 0 0,3 3-2 0,-6 0-1 0,3 3 0 15,-3 2 0-15,-3 3-5 0,0 3 0 0,0 2-8 0,0-2 12 16,-1 5-12-16,-2 2 0 0,0 6 8 0,3-5-8 15,-3 2 0-15,0 3 0 0,0 0 0 0,0 2 0 16,-3 3 0-16,3 1 0 0,-3 4 0 0,3-2 0 16,-3 2 0-16,0 1 0 0,0 2 0 15,3-3 0-15,-3-2 0 0,0 0-15 0,0 0 3 0,0-3 1 16,-3-3-22 0,0 1-5-16,0 0-1 0,0-4 0 15,0 4-71-15,-3-8-14 0,3-1-4 0</inkml:trace>
  <inkml:trace contextRef="#ctx0" brushRef="#br0" timeOffset="71695.075">23149 4752 1824 0,'0'0'76'15,"0"0"-60"1,0 0 72-16,0 0 16 0,0 0 2 0,3 0 1 15,5-2-18-15,1-1-3 0,0 0-1 0,6 3 0 16,0 0-25-16,0-2-6 0,6 2-1 0,-3-3 0 16,2 3-28-16,4 0-5 0,-3-3-2 0,3 3 0 0,0 0-18 0,-3-2 0 15,-1 2 8-15,4 0-8 16,-3 0-32-16,3 0-11 0,-3 0-1 0,0 0-1 16,-1 0-157-16,1-6-31 0,-3 6-7 0,0 0 0 15,-3 0 0-15,0-2 1 0,-3 2 0 0,-3 0 0 0,-1 0 187 16,-2 0 38-16,-6 0 14 0,0 0-11 0,0 0 133 15,0 0 26-15,0 0 6 0,0 0 1 0,0 0-16 0,0 0-3 0,-6 2-1 16,6-2 0-16,-5 0-34 0,-4 6-6 0,3-6-2 16,6 0 0-16,-6 2-23 0,3 4-5 0,3-6-1 0,-6 5 0 15,3 0-32-15,3 6-6 0,-3-9-2 0,3 6 0 16,-3 0-13-16,3 0-3 0,0 3-8 0,0-3 12 16,0 0-1-16,0 2-1 0,3 1 0 0,0-6 0 15,0 6-10-15,0-3 0 0,0 5 9 0,3-8-9 16,0 3 0-16,0 0 0 0,2 0 0 0,1 0 0 15,0-5 0-15,3 2 0 0,-3-2 0 0,3-1 0 16,-3 1 0-16,3-1 9 0,0-2-9 0,-3 0 0 16,3 0 17-16,-3-2-3 0,3-1-1 0,-4 1 0 15,1-1 19-15,0 0 4 0,-3-2 1 0,0 5 0 16,0-8 6-16,0 3 1 0,0-1 0 0,-3 1 0 16,0 3 0-16,0-6 1 0,0 5 0 0,-3-8 0 15,0 6-14-15,0-3-3 0,0 0-1 0,-3-2 0 16,0 2-15-16,0-3-4 0,0 3 0 0,0 3 0 15,-3-8-8-15,-3 5 0 0,3 0 0 0,-6 0 0 16,0 3-73-16,-2-1-14 0,-4 1-2 0</inkml:trace>
  <inkml:trace contextRef="#ctx0" brushRef="#br0" timeOffset="94804.133">15317 5583 1579 0,'-9'3'32'0,"3"-3"10"0,0 0-34 0,6 0-8 0,0 0 0 0,0 0 0 16,0 0 104-16,-3-3 20 0,3 3 3 0,0-5 1 16,0-3-52-16,3 3-9 0,0-1-3 0,0-2 0 15,3 0 0-15,0 3 0 0,0-3 0 0,3 3 0 16,-3-3 0-16,3 3 0 0,0-3 0 0,0-3 0 15,0 6-51-15,0-3-13 0,2 0 0 0,-2 0 0 16,3 3 0-16,0-1 0 0,0 1 0 0,0 2 0 16,0 1 0-16,-3-1 0 0,0 1 0 0,0 2 0 15,-3 2 29-15,0-2 3 0,0 5 1 0,-3-2 0 16,0 5-23-16,-3-3-10 0,0 6 8 0,-3 0-8 16,0-1 0-16,-3 3 0 0,-3 3 0 0,0-3 0 15,0 3-24 1,-3-2-11-16,0 1-1 0,-3 1-1 0,3 0 37 0,-3 0 0 0,0 0 0 0,4 0 0 15,-4 0 0-15,3-3 0 0,0 0 0 0,3 0 0 16,0-2-59-16,0 0-4 0,3-4-1 0,0 4 0 16,3-3 52-16,3 0 12 0,0 0 0 0,3-3 0 15,0 0 0-15,3 1 0 0,0-4 0 0,3 1 0 16,3 0 0-16,-3-3 0 0,6-3 0 0,-3 3 0 16,5-5 0-16,1 2 0 0,3-2 0 0,0 0 0 15,0-3 16-15,3 2 7 0,-1 1 1 0,1 0 0 0,-3-1-16 16,3 1-8-16,-3 0 8 0,0 0-8 15,-1 2-18-15,-2-2-8 0,0-1-2 0</inkml:trace>
  <inkml:trace contextRef="#ctx0" brushRef="#br0" timeOffset="95322.681">15871 5356 1824 0,'0'0'38'0,"0"0"8"16,0 0-37-16,0 0-9 0,0 0 0 0,0 7 0 15,3-1 104-15,-3 2 20 0,3 0 3 0,0 5 1 16,-3-3-52-16,3 6-9 0,0 0-3 0,-3 5 0 16,3-2-51-16,-3-1-13 0,0 4 0 0,0-1 0 15,0 0 0-15,-3 0 0 0,0-2 0 0,0 2 0 16,0-3 0-16,-3 1 0 0,0-3 0 0,0 2 0 15,0-2 0-15,0 0 0 0,0-3 0 0,0 3 0 16,0-3 0-16,-3-2 0 0,6-1 0 0,-3-2 0 16,3-2 0-16,-3-1 0 0,6-5 0 0,0 0 0 15,0 0 54-15,-3-5 8 0,0-1 2 0,0-2 0 16,3-2-52-16,3-1-12 0,-3-2 0 0,3-5 0 16,3 2 0-16,-3-3 0 0,3-2 0 0,0-3 0 0,3 0 0 15,0-2 0-15,0-1 0 0,3-2 0 0,-3-2 0 16,6-1 0-16,-3-3 0 0,2 4 0 0,-2 7 29 0,0-5 3 15,3 8 1-15,-3 2 0 0,0 3-9 0,0 0-1 16,-3 6-1-16,0 2 0 0,0 0 0 0,-3 3 0 16,0 2 0-16,-1 0 0 0,1 3-5 0,-6 0-1 15,6 3 0-15,0 2 0 0,0 3-8 16,-3 3-8-16,0-1 9 0,3 4-9 0,-3 1 8 0,0 4-8 0,0 2 0 0,0 0 0 16,0 3 8-16,0 0-8 0,0 0 0 0,-3 2 0 15,3-2-24-15,-3 0-12 16,3 0-1-16,-3-1-1 0,0-1 38 0,-3-4 0 0,0 1 0 0,0 2 0 15,0-5-44-15,0 0 0 0,0-1-1 16,-3 1 0-16,3-2-131 0,-3-1-27 0,3 0-5 16</inkml:trace>
  <inkml:trace contextRef="#ctx0" brushRef="#br0" timeOffset="95523.725">15877 5596 2030 0,'-12'-2'57'0,"3"-4"14"16,3 4-57-16,0-4-14 0,6 6 0 0,0 0 0 16,0 0 54-16,0 0 8 0,0 0 2 0,6-2 0 0,0 2 0 0,3-3 0 0,3 3 0 0,0 0 0 31,-1 0 0-31,7-5 0 0,0 5 0 0,0-3 0 0,0 1-52 16,3 2-12-16,-3-3 0 0,2 0 0 15,4 1-48-15,-3 2-13 0,0-3-3 0</inkml:trace>
  <inkml:trace contextRef="#ctx0" brushRef="#br0" timeOffset="95881.544">16570 5575 1337 0,'0'0'56'0,"0"0"-44"16,0 0 144-16,0 0 28 0,0 0 7 0,0 0 1 15,0 0-109-15,0 0-22 0,0 0-4 0,0 0-1 16,0 0-8-16,0 0-3 0,0 0 0 0,0 0 0 16,3 3-7-16,3-1-2 0,3-2 0 0,0 3 0 15,0 0-4-15,3-3 0 0,0 0-1 0,3 0 0 16,2 0-7-16,1 0-2 0,3 0 0 0,0 0 0 15,0-3-6-15,0 3 0 0,3-3-1 0,-1 3 0 16,-2 0-15-16,0 0 8 0,3-2-8 0,-3 2 0 16,-1 0 0-16,-2-3 8 0,0 3-8 0,0 0 0 15,-3 0-11-15,3 0-5 0,-3-5 0 0,0 5-1 16,-4-3 17-16,1 3 0 0,0 0 0 0,0-2 0 16,-3 2-164-16,-3 0-30 0,3-3-6 0</inkml:trace>
  <inkml:trace contextRef="#ctx0" brushRef="#br0" timeOffset="96195.098">16984 5438 1580 0,'-6'-11'67'16,"0"3"-54"-16,3 3 99 0,0-3 20 0,0 2 4 0,0-1 1 16,3 1-29-16,0 6-7 0,0-5-1 0,0 5 0 15,0-3-28-15,0 3-5 0,6-2-2 0,-3-1 0 16,3 0-13-16,-3 3-4 0,3 0 0 0,3 0 0 15,-3 3-9-15,0 0-3 0,3-1 0 0,0 4 0 16,0-1-8-16,0 3-1 0,2 0-1 0,1 2 0 16,-3-2-11-16,0 6-3 0,3-4 0 0,-3 6 0 15,0-3 0-15,-3 0 0 0,0 1 0 0,0-4 0 16,0 3-1-16,-3-2-1 0,0 0 0 0,0-1 0 16,-3 1-10-16,0-3 12 0,-3 2-12 0,0-2 12 15,0 0-12-15,-3 0 12 0,0 0-12 0,0 0 12 16,-3 0-12-16,0 0 0 0,0-3 0 0,0 3 8 15,0-3-26-15,0 1-6 0,0-1 0 0,0 0-1 16,1 1-84-16,2-1-17 0,-3 0-3 0</inkml:trace>
  <inkml:trace contextRef="#ctx0" brushRef="#br0" timeOffset="98296.597">22580 5348 1246 0,'0'0'35'0,"0"0"9"0,0 0-36 0,0 0-8 0,0 0 0 0,0 0 0 31,0 0 97-31,0 0 18 0,0 0 3 0,0 0 1 0,0 0-14 0,0 0-2 0,0 0-1 16,0 0 0-16,0 0-18 0,0 0-3 0,0 0-1 0,0 0 0 15,0 0-26-15,0 0-6 0,0 0 0 16,0 0-1-16,0 0-19 0,-6 5-3 0,0 0-1 0,0 3 0 15,0 5-9-15,0-2-3 0,0 5 0 0,-3 2 0 16,3 1-12-16,-3 2 8 0,4 0-8 0,-4 3 0 16,0-3 0-16,0 0 8 0,0 3-8 0,0-5 0 15,0-1 0-15,0-2 0 0,0 0 8 0,0-3-8 16,3 0 0-16,-3 1 0 0,3-6 0 0,0 2 0 16,0-2 8-16,0 0-8 0,0-3 0 0,1 1 9 15,5-6-1-15,0 0 0 0,0 0 0 0,0 0 0 16,0 0-8-16,0 0 0 0,0-6 0 0,0-2 0 15,3 0 0-15,-1-2 0 0,4-1 0 0,3-5 0 16,-3 0 0-16,3 1 0 0,0-7 0 0,0 1 0 16,3 0 0-16,-3-8 0 0,3 3 0 0,0-4 0 15,3 4 0-15,-3 0 0 0,2-4 0 0,1 4 0 16,-3 2 0-16,0 3 0 0,0-3 0 0,0 6 0 16,0-1 0-16,0 1 0 0,-3 2 0 0,-3 2 0 15,3 1 0-15,-3 3 0 0,-1 2 0 0,-2 2 0 16,3-1 53-16,-3 4 9 0,-3 3 2 0,0 0 0 15,0 0-52-15,6 3-12 0,-3 4 0 0,0-1 0 16,0 2 0-16,0 2 0 0,0 3 0 0,-3 1 0 0,3 2 0 0,-3-1 0 16,0 7 0-16,3-6 0 0,-3 5 0 0,0 3-12 15,0 2 3-15,0 0 0 0,0 1 9 16,0-1 12-16,0 3-2 0,-3-2-1 0,3-3-9 0,-3 0-12 16,0-1 2-16,0-1 1 0,0-4-7 0,-3 1-2 0,3-4 0 0,-3 1 0 31,3-2-32-31,-3 1-6 0,3-1-2 0,-2-4 0 0,-1 1-168 15,3-1-34-15,0-2-6 0</inkml:trace>
  <inkml:trace contextRef="#ctx0" brushRef="#br0" timeOffset="98810.242">22520 5575 1337 0,'-8'-5'56'0,"-1"2"-44"16,3 1 92-16,0 2 20 0,6 0 3 0,-6-3 1 15,6 3-9-15,0 0-2 0,0 0 0 0,0 0 0 16,0 0-33-16,0 0-8 0,6-3 0 0,0 3-1 16,3 0-60-16,2 0-15 0,1 0 0 0,3 0 0 15,0 0 0-15,0 3 0 0,3-3 0 0,0 0 0 16,0 0 0-16,-1 0 0 0,4 0 0 0,0 0 0 16,0 0 54-16,0 0 8 0,0 0 2 0,-1 0 0 15,-2 0-80-15,0 0-16 0,0 0-4 16,-3 0 0-16,-3 0 58 0,0-3 11 0,-6 3 3 0,0 0 0 15,-6 0-36-15,0 0 0 0,0 0 0 0,0 0 0 0,0 0 0 16,-3 6 0-16,-3-1 0 0,0 0 0 0,-3 0 0 0,3 1 0 16,-3 2 0-16,0-3 0 0,0 3 0 0,0 0 0 15,0 0 0-15,0 0 0 0,3 0 0 16,0 0 0-16,0-1 0 0,3 4 0 16,1-3 0-16,2 0 0 0,0 0 0 0,2 0 0 0,1-3 0 15,3 3 0-15,0 0 0 0,3-3 0 0,3 1 0 0,0-1 0 16,0-2 0-16,3-1 0 0,-3 1 0 0,3-3 0 0,0 0 0 15,-4 0 0-15,4-3 0 0,0 1 0 0,0-1 0 0,-3-2 0 16,0-1 0-16,0 1 0 0,-3-3 0 0,0 3 0 16,0-3 50-16,-3-3 3 0,0 3 1 0,-3-2 0 15,2-1-35-15,-5-2-7 0,3 0-2 0,-3-1 0 16,-3 1-10-16,1 3 0 0,-4-6 0 0,0 3 0 16,0 2 0-16,-3 0 0 0,0-2 0 0,0 5 0 15,-3 0 0-15,-3 0 0 0,0 0 0 0,-3 3 0 16,-3 2-49-16,4 1-12 15,-7 2-3-15,0 2 0 0,0 1-125 0,0 2-26 16</inkml:trace>
  <inkml:trace contextRef="#ctx0" brushRef="#br0" timeOffset="99574.613">21473 5398 2030 0,'0'0'57'0,"0"-8"14"0,0 8-57 0,0 0-14 0,0 0 0 0,0 0 0 16,0 0 54-16,0 0 8 0,0 0 2 0,0 0 0 16,0 0 0-16,0 0 0 0,0 8 0 0,0 2 0 15,-3 4-52-15,3 2-12 0,-3-1 0 0,-3 4 0 16,3-1 0-16,0 4 0 0,-3-4 0 0,3 1 0 15,-3-1 0-15,0 1 0 0,0-3 0 0,0-1 0 16,3 1 0-16,-3-2 0 0,0-4 0 0,0 1 0 16,3-3 0-16,-3-3 0 0,0 0 0 0,3-2 0 0,3-3 12 0,0 0 0 15,0 0 0-15,0 0 0 16,0 0-12-16,-3-5-16 0,3-1 3 0,0-2 1 16,3-2 12-16,0-3 13 0,0-3-2 0,3 0-1 15,0-3-10-15,0 1 0 0,0-3 0 0,3-1 8 0,3-1-8 0,0-4-17 16,0 1 4-16,0 2 1 0,0-5 60 0,3 5 13 15,-1-2 3-15,4 4 0 0,-3 1-52 0,0 3-12 0,0-1 0 0,-3 3 0 16,3 3 0-16,-3 5 0 0,-3-3 0 0,-1 6 0 16,1 0 0-16,0 2 0 0,-3 1 0 0,-3 2 0 15,3 5 54-15,0 0 8 0,-3 3 2 0,3 0 0 16,-3 3-52-16,3 2-12 0,-3 0 0 0,0 0 0 16,0 6 0-16,-3-1 0 0,3 1 0 0,-3 2 0 15,3 3 0-15,-3 0 0 0,0 2 0 0,-3-2 0 16,3 2 0-16,0-2 0 0,-3 0 0 0,0-3 0 15,0 0-48-15,0 1-13 16,0-7-3-16,-3 4 0 0,0-3-103 0,0-6-21 16,0 4-4-16</inkml:trace>
  <inkml:trace contextRef="#ctx0" brushRef="#br0" timeOffset="100026.932">21419 5541 1792 0,'0'0'51'0,"0"0"10"0,0 0-49 16,0 0-12-16,0 0 0 0,0 0 0 15,0 0 92-15,0 0 15 0,6 0 3 0,0 0 1 0,6 0-44 0,0 0-9 0,0 2-2 0,0-2 0 16,6 3-24-16,-4-3-6 0,7 3-1 0,0-3 0 16,0 2-25-16,0-2 8 0,0 0-8 0,2 3 0 15,1 0 0-15,0-3 0 0,0 0 0 0,-3 2 0 31,-1-2-52-31,-2 0-10 0,0-2-2 0,-3 2 0 0,0 0 52 0,-3-3 12 0,-3 0 0 0,3 1 0 16,-3-1 0-16,-3 0 8 0,0 1 0 16,-3-4-8-16,0 4 0 0,-3-1 0 0,0 3-10 15,2-5 10-15,-2 0 44 16,0-1 16-16,0 1 3 0,0 2 1 0,0 3-24 0,0-5-5 0,0 5-1 0,0 0 0 16,0 0 0-16,0 0 0 0,0 0 0 0,0 0 0 15,0 0 1-15,0 0 0 0,0 0 0 0,0 0 0 16,0 0-15-16,0 8-4 0,0 3 0 0,3-4 0 15,-3 4-3-15,0 0-1 0,0-1 0 0,0 6 0 16,0-5 0-16,0 2 0 0,-3 0 0 0,3 0 0 16,0 1-4-16,-2-1-8 0,2-3 11 0,-3 4-11 15,3-1 9-15,-3-3-9 0,0 6 0 0,3-5 9 16,-3 0-26-16,0 2-6 0,3 0-1 0,-6-2 0 16,6-3 24-16,-3 2 13 0,0 1-1 0,3-3-1 15,-3-3-123-15,3 0-25 0,0 3-5 0</inkml:trace>
  <inkml:trace contextRef="#ctx0" brushRef="#br0" timeOffset="101627.593">20306 5377 1580 0,'0'0'67'0,"0"0"-54"16,0 0 92-16,0 0 19 0,3-3 3 0,-3 3 1 15,0 0-52-15,0 0-9 0,0 0-3 0,0 0 0 16,0 8 0-16,0 8 0 0,0-8 0 0,-3 8 0 16,0 2-51-16,0 1-13 0,0 5 0 0,-3-3 0 15,0 0 0-15,3 0 0 0,-3 0 0 0,0 0 0 16,0-5 0-16,3 3 0 0,-3-3 0 0,0-1 0 15,0-1 0-15,3-1 0 0,-3-2 0 0,0-1 0 16,1-2 0-16,2 0 0 0,0 0 0 0,-3 0 0 16,6-8 0-16,-3 3 0 0,3-3 0 0,0 0 0 15,0 0 0-15,0 0 0 0,0 0 0 0,-6-6 0 16,6-2 0-16,-3 0 0 0,3-2 0 0,3-1 0 16,-3-2 0-16,6 0 0 0,-3-3 0 0,3-3 0 0,0 1 0 0,-1-1 0 0,4 1 0 15,0-6 0-15,0 0 0 16,3 0 0-16,0-2 0 0,0-1 0 0,3 1 54 0,0 2 8 0,0 0 2 15,0 3 0-15,-4 5-64 0,4 0-10 16,0 3-3-16,-3 0-1 0,3 8 34 16,-3-6 8-16,-3 3 0 0,3 3 1 0,-3 2 16 0,-3 3 3 15,3 0 1-15,-1 0 0 0,-2 5-39 0,0 1-10 16,0-1 0-16,0 6 0 0,-3-1 0 16,3 1 0-16,0 5 0 0,-3 2 0 0,0 1 0 0,3 2-12 0,-3 0 2 15,0 6 1-15,0-6 9 0,-3 3 12 0,3-1-2 0,-3 1-1 16,3-3-9-16,-3 3 0 0,0-5 0 0,0-1 0 15,-3 1-49-15,0-3-12 0,0-1-3 0,0-1 0 16,-3-1 0-16,3-5 0 0,-3 2 0 0,0-2 0 16,0-2-53-16,3-4-11 0,-3 4-3 0,0-6 0 15,6 0 23-15,-6 0 5 0,3 0 1 16,-5-3 0-16,2-2 59 0,0-1 12 0,0 1 3 0,0 0 0 16,-3-3 56-16,3 0 11 0,-3 0 2 0,3-3 1 15,-3 1 24-15,0 2 5 0,0-5 1 0,0 2 0 16,0 0 8-16,3 4 3 0,-3-1 0 0,3 0 0 15,0 0-55-15,4 0-12 0,-4 0-1 0,3 3-1 16,3-1 29-16,0 6 5 0,0 0 2 0,0 0 0 16,3-2-40-16,3-1-10 0,-1 3 0 0,4 0 0 15,0 0 0-15,3 3 0 0,0-1 0 0,0 4 0 16,3-4 0-16,-3 6 0 0,3-5 0 0,0 5 0 16,2-6 0-16,-2 4 0 0,0-1 0 0,0 0 0 15,0 1 0-15,-3-4 0 0,3 1 0 0,-6-1 0 16,3 1 0-16,0-3 0 0,-4 3 0 0,-2-3 0 0,3 0 0 15,-3 0 0-15,-3-3 0 0,3 0 0 0,-3 1 9 0,3-1-9 0,-3 1 10 16,0-4-10-16,0 4 0 0,0-4 0 0,0 1-8 0,0 0 8 16,3-1 0-16,-3 1 0 0,3-3 0 0,0 3 0 15,0-3 44-15,0 3 16 0,3-3 4 0,-3 0 0 16,3 0-52-16,-1 3-12 0,1-3 0 16,0 2 0-16,0 4 0 0,0-4-10 0,0 1 2 15,-3 2 0-15,3 3 16 0,0-2 3 0,-3 4 1 0,3-2 0 16,-3 3 0-16,0 2 0 0,0 3 0 15,-3-2 0-15,0 2-4 0,0 2 0 0,-3 1 0 0,0 2 0 16,0-2-8-16,-3 2 0 0,3 0 0 0,-6 0 8 16,3 0-8-16,-3 1 0 0,-3-1 9 0,0 0-9 15,0 0-19-15,0 3-8 0,-3-3-1 16,0 3-1-16,0-2 29 0,0-1 0 0,3 3 0 0,-2-3 0 16,2-2 0-16,0 2 0 0,0-3 0 0,3 1 0 15,0-3 0-15,3 0 0 0,0-3 0 0,3-5 0 16,3 5 45-16,0-2 15 0,3 0 4 0,0-1 0 15,3-2-64-15,3 0 0 0,0-2-9 0,2-1 0 16,1 0 9-16,0-2 12 0,3 2-2 0,0-2-1 16,-3 2-9-16,3 1 8 0,-3-3-8 0,2 2 8 15,-2 0-8-15,-3 1 0 0,3-1 0 0,0 0 0 16,-3 1-20-16,0-1-7 0,0 3-1 0,0-3 0 16,-3 1-112-16,-1-1-22 0,4 3-5 0</inkml:trace>
  <inkml:trace contextRef="#ctx0" brushRef="#br0" timeOffset="102427.884">19202 5422 2012 0,'0'0'57'0,"0"0"12"0,0 0-55 0,-6-3-14 0,6 3 0 0,0 0 0 16,0 0 88-16,-6 0 14 0,6 0 3 0,-6 5 1 15,0 6-58-15,0-3-11 0,3 2-2 0,-3 6-1 16,0 0-18-16,0 0-4 0,0 3-1 0,0-1 0 16,0-2-23-16,0 5-5 0,0-8-1 0,-3 3 0 15,3-3 18-15,0 3 0 0,0-2 0 0,0-1 0 16,0-3 0-16,3 1 0 0,-2-3 0 0,-1 0 0 15,3-3 0-15,0 0 0 0,0-2 0 0,3-3 0 16,0 0 0-16,0 0 0 0,0 0 0 0,0 0 0 16,0 0 48-16,0 0 12 0,-6-5 4 0,6-3 0 15,-3-3-103-15,6 1-20 16,-3-4-4-16,3 4-1 0,0-6 52 0,3 0 12 0,0 0 0 0,0-2 0 16,2-1 0-16,1-5 0 0,0 3 0 0,6-5 0 15,-3 2 48-15,3-3 13 0,0 1 3 0,0 5 0 16,0-6-52-16,0 6-12 0,2 3 0 0,-2 2 0 15,-3 0 0-15,3 5 0 0,-3 1 0 0,-3-1 0 16,3 3 54-16,-3 6 8 0,-3-6 2 0,3 5 0 16,0 6-52-16,-4-1-12 0,1 4 0 0,-3-1 0 15,3 5 0-15,-3 1 0 0,0 2 0 0,0 1 0 16,0 4 0-16,-3 1 0 0,3 2 0 0,0 3 0 16,-3-1 0-16,3 1 0 0,-3 3 0 0,0-1 0 0,0 1 0 15,0-4 0-15,0 1 0 0,0 0 0 16,0-3-51-16,0-2-9 0,-3-1-3 0,3-2 0 15,-3 0-103-15,0-5-21 0,0 2-4 0</inkml:trace>
  <inkml:trace contextRef="#ctx0" brushRef="#br0" timeOffset="103077.323">19160 5596 1580 0,'-6'-2'67'0,"0"-4"-54"16,3 1 71-16,0 0 13 0,0 2 3 0,3 3 1 15,0 0-28-15,0-8-5 0,0 8-2 0,3-2 0 16,3-4-33-16,0 4-6 0,0-1-2 0,3 0 0 16,3 3 11-16,-3-2 3 0,6 2 0 0,-4 0 0 15,4 0-11-15,-3 0-3 0,3 0 0 0,-3 0 0 16,3 0-71-16,0 0-14 0,3 0-4 0,-3 2 0 16,2-2 36-16,-2 0 8 0,0 3 0 0,-3 0 1 15,3-3-21-15,-3 0-5 0,0 2-1 16,-3-2 0-16,-3 0 27 0,3 0 6 0,-3 0 1 0,-1 0 0 15,-5 0 12-15,3 0 16 0,-3 0-3 0,3-2-1 16,3-1 36-16,-3 0 6 0,0 1 2 0,0-4 0 16,0 4-38-16,0-4-7 0,3 1-2 0,-3 0 0 15,3-3 44-15,3 0 9 0,0 0 2 0,3-3 0 16,-3 4-2-16,3-1 0 0,3-3 0 0,-3 3 0 16,-1 0-48-16,4 3-14 0,-3 0 0 0,0 2 8 15,0-5 35-15,0 5 7 0,-3 1 2 0,0-1 0 16,0 3-33-16,0 3-7 0,-3-3 0 0,0 2-1 0,0 4-11 15,-4 2 0-15,1-3 9 0,0 3-9 0,-3 2 0 16,0 1 0-16,0 0 0 0,-3-1-8 16,-2 3-23-16,-1 1-4 0,0-1-1 0,-3 0 0 15,3 0-6-15,-3 3-2 0,0-5 0 0,0-1 0 0,0 1 18 0,0-1 3 16,0-2 1-16,0 0 0 0,3 0 22 16,0-2 0-16,0-1 0 0,3 0 0 0,3-5-9 0,0 0 9 0,0 0 0 15,0 0 0-15,0 0 0 0,3 0-8 0,3 0 8 0,3 3 0 16,0-6 0-16,3 0 11 0,0 3-2 0,0-2 0 15,3-1 4-15,0 1 1 0,0 2 0 0,-4-3 0 16,4 3 6-16,0 0 2 0,-3 3 0 0,0-3 0 16,0 2 9-16,-3 1 1 0,0-1 1 0,0 4 0 15,-3-4-1-15,0 4 0 0,0-4 0 0,-3 6 0 16,0-2-6-16,0 2-2 0,-3-1 0 0,-3 1 0 16,0 3-7-16,0-3-1 0,-3 3-1 0,0 2 0 15,0-3-7-15,-3 1 0 0,-3 2-8 0,3 0 12 16,-3-2-12-16,-3 2 0 0,3-2 0 0,-3 2 0 15,-2 0-18-15,2 0-10 0,0 1-1 0,0-4-1 16,0 4-79-16,0-4-16 0,0-2-3 0</inkml:trace>
  <inkml:trace contextRef="#ctx0" brushRef="#br0" timeOffset="103850.722">23479 5363 1683 0,'0'0'71'0,"0"0"-57"31,0 0 128-31,0 0 26 0,0 0 4 0,0 0 2 0,0 0-54 0,0 0-10 15,0 0-2-15,0 0-1 16,0 0-42-16,0 0-8 0,0 0-1 0,-6 6-1 0,-3-1-34 0,3 3-6 0,-3 0-2 16,0 2 0-16,3 4-13 0,-3-1 8 0,0 3-8 0,0 0 0 15,1 2 0-15,2-2 8 0,0 3-8 0,0-1 0 16,0 1 0-16,3-3 0 16,3-1 0-16,-3 4 0 0,3-3 0 0,3-3 0 15,3 0-8-15,0 0 8 0,0 1 0 0,0-6 0 16,3 0 0-16,-1 0 0 0,1-3 0 0,3 0 0 15,-3 0 0-15,6-2 0 0,-3 2 0 0,3-5 0 16,0-5 0-16,0 2 0 0,0 3 10 0,2-2-10 16,1-4 10-16,0 4-10 0,-3-3 16 0,0 2-2 0,0-2-1 15,0-1 0-15,-3-2 10 0,-1 3 1 0,-2-3 1 0,0 0 0 16,0 0 1-16,-3-2 0 0,3-1 0 0,-3-2 0 16,-3 0 30-16,3-1 7 0,-3-1 1 0,-3 1 0 15,3-2-64-15,-3-2-12 0,-3 2-2 0,0-2-1 16,0-1 23-16,-3 3 5 0,0 3 1 0,0-6 0 15,-6 3-14-15,0 3 8 0,0 3-8 0,-5-1 0 16,2 3 0-16,-3 0 8 0,-3 0-8 0,3 3 0 16,-3 2-8-16,0 1-5 0,1 2-1 0,-1 0 0 15,0 2-82-15,3 1-17 0,-3 2-3 0</inkml:trace>
  <inkml:trace contextRef="#ctx0" brushRef="#br0" timeOffset="107903.165">18002 5390 1788 0,'0'0'51'0,"-6"-3"10"0,6 3-49 0,-6-5-12 0,0 2 0 0,0 3 0 15,-3-2 87-15,3 2 14 0,0 0 3 0,-3 0 1 16,0 2-36-16,1 1-7 0,2 0-2 0,-3 2 0 16,3 3-25-16,-3-3-6 0,0 0-1 0,0 6 0 15,0 0-28-15,3 2 0 0,-3 0 0 0,0 3 0 16,3-3 0-16,0 6 0 0,-3-3 0 0,3-1 0 16,0 1 0-16,0 0 0 0,1 0 0 0,2-3 0 15,0 3 0-15,0-3 0 0,0 1 0 0,3-4 0 16,0 3 57-16,3-5 6 0,-3 3 1 0,6-3 0 15,-3 0-52-15,2 0-12 0,4 2 0 0,0-4 0 16,3-1 0-16,0 0 0 0,3-2 0 0,0 0 0 16,3-1-19-16,0 1-6 0,-1-6-2 0,7 3 0 15,-3-2 27-15,0-1 16 0,0 3-3 0,3-5 0 16,-4-1 8-16,-2 1 2 0,3 2 0 0,-3-7 0 16,-3 4-23-16,0-1-10 0,-3-4 1 0,0 3 0 15,-1-3 58-15,-2-2 12 0,-3 0 3 0,0 0 0 16,0 0-52-16,-3-3-12 0,0 2 0 0,-3-4 0 15,0 2 34-15,-3-3 4 0,0 1 1 0,0-1 0 0,-3 1-23 16,-3 2-4-16,3 0 0 0,-2 3-1 16,-1 2 2-16,0-2 1 0,0 8 0 0,-6-6 0 0,3 3-14 0,-3 0 0 15,3 3 0-15,-3 2 0 0,0-2 0 0,-2 5-16 0,2-2 3 16,-3 2 1 0,3 2-9-16,0-2-2 0,3 5 0 0,-3-2 0 15,6 2-33-15,-3 1-6 0,3 2-2 0,1 5 0 0,2-8-125 16,0 8-26-16,3-2-5 0</inkml:trace>
  <inkml:trace contextRef="#ctx0" brushRef="#br0" timeOffset="108433.888">18538 5385 1799 0,'-9'0'51'0,"3"2"11"16,-3-2-50-16,0 0-12 0,3 3 0 0,-3-3 0 16,0 3 87-16,3 2 14 0,-3-3 3 0,0 1 1 15,0 2-37-15,4 3-8 0,-4-2-2 0,3 7 0 0,0-8-17 0,0 8-3 0,0-2-1 0,0 0 0 16,3 2-13-16,0 0-2 0,0 0-1 0,0 0 0 15,3 1-7-15,0-4-2 0,-3 4 0 0,6-1 0 16,0-3-4-16,0-2-8 0,0 3 11 0,3-1-11 16,0-2 8-16,3 0-8 0,-3 3 0 0,3-3 0 15,-1-3 0-15,4 0 8 0,-3 1-8 0,3-1 0 16,0-2 9 0,0-1-9-16,0-2 0 0,0 3 9 0,0-6 7 0,0 1 0 15,0 2 1-15,-1-6 0 0,4 4 12 0,-3-4 3 16,0 1 0-16,0 0 0 0,0 0 5 0,-3-1 2 0,0-2 0 15,0 3 0-15,0-3 4 0,-3 0 1 0,3 0 0 0,-3-2 0 16,-1 2-8-16,-2-3 0 0,0-2-1 0,0 2 0 16,-3-5-2-16,0 3 0 0,-3-5 0 0,0 2 0 15,0-3-21-15,-2 3-4 0,-1 1 0 0,0-1-8 16,-3 2 0-16,0 4 0 0,0-6 0 0,0 5 0 16,-3 1 0-16,3 2 0 0,0 0 8 0,-3 0-8 15,3 3 0-15,0-1 0 0,-3 1 0 0,4 2 0 16,-1 1-18-16,-3-1-4 0,0 3-1 0,0 0 0 15,-3 3-84-15,3-1-17 0,-3 1-3 16</inkml:trace>
  <inkml:trace contextRef="#ctx0" brushRef="#br0" timeOffset="113818.851">15466 6120 1579 0,'6'-8'32'0,"-6"8"10"15,3-5-34-15,0 2-8 0,0-2 0 0,0 2 0 16,3-2 133-16,-3 2 25 0,0-2 5 0,0 3 1 0,3-4-65 0,-3 4-13 0,0-1-2 0,-3 3-1 16,5-5-22-16,-2 2-4 15,0-2-1-15,-3 5 0 16,0 0-31-16,0 0-6 0,0 0-2 0,0 0 0 0,0 0 38 0,0 0 7 15,0 0 2-15,0 0 0 0,0 0-52 0,0 0-12 0,0 0 0 0,0 0 0 16,-6 2 0-16,-2-2 0 16,-1 3 0-16,-3 2 0 0,0 1 0 0,0-1 0 0,-3 0 0 15,0 3 0-15,0 0 0 16,0 3 0-16,-2-3 0 0,2 2 0 0,-3 1 0 0,0-3 0 16,0 2 0-16,0 3 0 0,3-2 0 0,0 0 0 0,1-3 0 15,2 5 0-15,0-3 0 0,3-2 0 0,0 0 0 0,3 3 0 16,0-3 0-16,3 0 0 0,3 0 0 0,0-3 0 15,0 3-14-15,3-3-6 0,3 0 0 0,0 1-1 16,0-4 13-16,3 4 8 0,0-4-10 0,0 1 10 16,3 0 15-16,-4-1 9 0,7 1 1 0,-3-3 1 15,3 3-26-15,-3-3 0 0,0 0 0 0,0 2 0 16,3-2 0-16,-3-2 0 0,3 2 0 0,-1 0 0 16,1-3 0-16,3 3 0 0,-3-3 0 0,3 3 0 15,-3-2-16 1,3-1-9-16,-3 3-2 0,-1-3 0 0,1 1 27 0,-3 2 0 0,0-3 0 0,0 3 0 15,-3-3-35-15,0 1-1 16,0 2-1-16,0-3 0 0,0 3-189 0,-3-3-38 0</inkml:trace>
  <inkml:trace contextRef="#ctx0" brushRef="#br0" timeOffset="114122.406">15528 6104 2030 0,'0'0'57'0,"-6"0"14"0,6 0-57 0,-6-2-14 0,6 2 0 0,0 0 0 16,-5 0 110-16,5 0 19 0,0 0 4 0,0 0 1 15,0 0-58-15,0 0-11 0,0 0-2 0,0 0-1 16,-3 2-21-16,3-2-4 0,-3 8-1 0,0-2 0 16,3 1-11-16,-3 1-2 0,3 3-1 0,0 0 0 15,0 2-8-15,3 0-2 0,-3 3 0 0,3 2 0 16,-3-2-12-16,0 5 8 0,3 1-8 0,-3-1 0 15,3 0 8-15,-3-2-8 0,3-1 0 16,-3-2 0-16,2 2 0 0,-2-2-18 0,3-2 2 0,-3 1 1 16,0-1 15-16,3-4 0 0,-3 3 0 0,0-2 0 31,3 0-54-31,-3-1-8 0,0-2-2 0,0 0 0 0,0 0-120 0,3-3-25 0,0 3-5 16</inkml:trace>
  <inkml:trace contextRef="#ctx0" brushRef="#br0" timeOffset="114647.1">15841 6186 2066 0,'0'-5'43'0,"0"0"10"16,0 5-42-16,0 0-11 0,0 0 0 0,0 0 0 15,0 0 104-15,0 0 18 0,0 0 4 0,0 0 1 0,0 0-50 0,0 8-9 16,3 0-3-16,-3 2 0 0,0 3-52 0,3 3-13 0,-3 0 0 0,0 3 0 15,0-1 0-15,0 1 0 0,0-1 0 0,0 1 0 16,0-1 0-16,-3 1 0 16,3-3 0-16,-3 0 0 0,3-1 0 15,-3-1 0-15,3-1 0 0,-3 3 0 16,0-6 0-16,3 1-15 0,-3-3 3 0,-3 0 1 0,6-3 11 0,0-5 16 0,0 0-4 0,0 0-1 16,0 0-11-16,0 0 0 0,0 0 0 0,0 0 0 15,-6-5-12-15,3 0-5 0,3-6-1 0,-3 0 0 16,3-2 18-16,3-3 0 0,-3-2 0 0,3-3 0 15,0-3 11-15,0-3 5 0,3-2 2 0,-3 0 0 16,3 0-18-16,3 0 0 0,-3 0 0 0,3 0 0 16,3 2 0-16,-3 3 0 0,3 1 0 0,-1-1 0 15,1 5 55-15,0 1 7 0,3-1 2 0,-3 6 0 16,0 0-52-16,-3 2-12 0,3 1 0 0,-3 4 0 16,0 1 0-16,0 2 0 0,-1 3 0 0,-2 0 0 15,3 6 54-15,-3-1 8 0,0 3 2 0,0 2 0 16,-3 1-64-16,3 0-8 0,0 2-4 0,-3 0-1 15,3 3 13-15,-3-3 0 0,0 3 0 0,0 3 0 16,0-4 8-16,0 7-8 0,-3-4 0 0,3 3 0 16,-3 3 8-16,0 0-8 0,0 0 0 0,0 2 0 15,0-2 0-15,-3 0-17 0,3-3 3 0,-3 0 1 16,0-2-20-16,0-1-4 0,-3-2-1 0,0 3 0 16,0-6-27-16,0 0-6 0,0-2-1 0,0 2 0 15,0-5-167-15,3-3-33 0</inkml:trace>
  <inkml:trace contextRef="#ctx0" brushRef="#br0" timeOffset="114858.431">15900 6316 2310 0,'-8'-3'48'0,"-1"1"11"0,3 2-47 0,6 0-12 0,0 0 0 0,0 0 0 15,0 0 104-15,0 0 20 0,0 0 3 0,0 0 1 16,3-3-103-16,3 0-25 0,0 3 0 0,2 0 0 15,1-2 56-15,3 2 7 0,3-3 1 0,-3 3 0 16,3-3-55-16,0 1-9 0,0-1 0 0,0-2 0 16,0 2-9-16,2-2 9 0,1 2 0 0,0-2 0 15,-3 0-160 1,3-1-24-16,0 1-6 0</inkml:trace>
  <inkml:trace contextRef="#ctx0" brushRef="#br0" timeOffset="115452.256">16591 6186 1428 0,'0'0'60'0,"0"0"-48"16,0 0 104-16,-3 0 21 0,3 0 4 0,0 0 1 15,-6-2-40-15,6 2-8 0,0 0-2 0,0 0 0 16,0 0-33-16,0 0-7 0,0 0-2 0,0 0 0 15,0 0-17-15,0 0-3 0,3-3-1 0,3 0 0 16,0 3-6-16,0-2-2 0,3 2 0 0,0 0 0 16,6-3-5-16,-3 3 0 0,5-3-1 0,1 3 0 15,3 0 0-15,3 0 0 0,0 0 0 0,0 0 0 16,2 0-4-16,-2 0-1 0,0 0 0 0,0 0 0 16,0-2-10-16,-4 2 0 0,-2-3 0 0,3 1 8 15,-3-1-8-15,0 0 10 0,0 1-10 0,-3-4 10 16,0 4-25-16,-4 2-5 0,1-3 0 0,0 0-1 15,-6 1-35-15,0 2-6 0,0 0-2 0,-6 0 0 16,0 0-16-16,0 0-4 0,0 0-1 0,0 0 0 16,0 0-159-16,0 0-32 0</inkml:trace>
  <inkml:trace contextRef="#ctx0" brushRef="#br0" timeOffset="115804.126">16999 6001 1485 0,'-15'-13'31'0,"9"10"7"0,3-2-30 0,-3 2-8 0,3 1 0 0,3 2 0 16,-3-3 124-16,3 3 23 0,0 0 5 0,0 0 0 16,0 0-51-16,0 0-10 0,0 0-3 0,0 0 0 15,0 0-26-15,0 0-6 0,0 0 0 0,0 0-1 16,0 0-11-16,3 5-3 0,3 1 0 0,0 2 0 16,0-3-5-16,3 3 0 0,-3-3-1 0,3 3 0 15,-3 0-9-15,3 0-2 0,0 0 0 0,0 0 0 16,2-3-8-16,-2 3-3 0,0 0 0 0,0 0 0 15,0 0-4-15,3 0-1 0,-3 0 0 0,-3 0 0 16,0 0-8-16,0 2 8 0,0-2-8 0,-3 3 8 16,-3-1 0-16,3 1-8 0,-6 2 12 0,3-2-4 15,-3 2-8-15,-3-3 12 0,0 4-12 0,0-4 12 16,0 3-30-16,-3 1-6 0,0-4 0 0,-3 1-1 16,3-1 25-16,0-2 0 0,0 3 0 0,0-3 0 15,1 0 17-15,-1 0 9 0,0-3 2 0,0 3 0 16,3-5-58-16,0 2-11 0,-3 0-3 0,3 1 0 15,3-4-114-15,-3 1-23 0,6-3-5 0</inkml:trace>
  <inkml:trace contextRef="#ctx0" brushRef="#br0" timeOffset="118023.687">22684 6120 2019 0,'-3'-2'57'0,"-3"-1"13"16,3 0-56-16,0 1-14 0,0-1 0 0,-3 0 0 15,3 1 108-15,0-1 18 0,0 0 4 0,-3 3 1 16,6 0-46-16,-3-2-9 0,-2-1-1 0,-1 3-1 15,6 0-32-15,-6 0-6 0,0 0-2 0,0 3 0 16,0-1-13-16,-3 1-2 0,0-3-1 0,0 5 0 16,3 1-3-16,-3-4-1 0,0 4 0 0,0 1 0 15,0-1-4-15,0 2-1 0,3 0 0 0,-2 2 0 16,2 1-9-16,0 2 0 0,0 0 0 0,3 1 8 16,-3-1-8-16,6 3 0 0,0-1 0 0,0 1 0 0,3 0 0 15,0 0 0-15,0 0 0 0,3-3 0 0,0 0 0 16,0-2 0-16,2 0 0 0,1-1 0 0,0 1-8 0,3-6 8 15,0 3 0-15,0-3 0 0,0-2 0 0,3 0-9 0,-3-1 9 16,3 1 0-16,-1-3 0 0,4 0-8 16,-3-3 8-16,3 1 0 0,3-1 0 0,-3 0 0 0,0-2 0 15,-1 0 0-15,1-1 0 0,0-1 0 0,0-1 0 0,-3 0 0 16,0-3 17-16,-3 0 1 16,0 1 0-16,-3-3 0 0,0-1 9 0,-1-1 1 0,-2 1 1 15,3-2 0-15,-6 3-3 16,3-3-1-16,-3 0 0 0,0 3 0 0,0 0-6 0,-3 2-2 0,0-2 0 0,-3 3 0 15,0-1-7-15,0 0-2 0,-3 3 0 0,0-5 0 16,0 5-8-16,-3-2 10 0,4-1-10 0,-7 3 10 16,3 0-10-16,-3-2 0 0,0 2 0 0,0 0 8 15,0 3-8-15,-3-3 0 0,0 2 0 0,0 1 0 16,1 0-8-16,-1 2-4 0,0 0-1 0,0 1 0 16,0-1-22-16,0 6-4 0,3-3-1 0,0 2 0 15,3 1-90-15,-3 2-18 0,4 3-4 0</inkml:trace>
  <inkml:trace contextRef="#ctx0" brushRef="#br0" timeOffset="118697.713">23455 6099 1516 0,'-6'0'64'0,"6"0"-52"16,-6 0 121-16,0 0 24 0,6 0 5 0,-3 0 1 15,3 0-47-15,0 0-10 0,-6 0-2 0,6 0 0 16,-6 0-40-16,3 3-9 0,3-3-2 0,-6 2 0 16,0 1-23-16,1 2-5 0,2-2-1 0,-3 2 0 15,3 0-8-15,-3 1-3 0,0 2 0 0,0-3 0 16,0 3-1-16,3-3-1 0,0 3 0 0,-3 3 0 15,3-3-11-15,3 2 0 0,-3 1 0 0,3-1 0 16,0-2 0-16,0 6 8 0,3-6-8 0,0 5 8 16,3-5-8-16,0 2 8 0,0-2-8 0,0 0 8 15,3 0-8-15,0-3 0 0,0 3-10 0,-1-2 10 16,4-4 0-16,0 1 0 0,3-3 0 0,0 0 0 16,0-3 14-16,0 1-4 0,3-1-1 0,0 0 0 15,-1-2 7-15,1 0 0 0,0-3 1 0,0 3 0 0,-3-3 10 16,3 0 1-16,-3 0 1 0,-4 0 0 0,1-3 3 0,0 3 0 0,0-2 0 15,-3 2 0-15,0-3-6 0,0 1-1 0,-3-1 0 16,0 0 0-16,0 3-5 0,0-2 0 0,-3-1-1 16,0 3 0-16,0-2-6 0,0 2-1 0,0 0 0 0,-3 3 0 15,0-3-1-15,-3 0-1 0,0 2 0 0,0-1 0 16,0-1-2-16,-3 2-8 16,0-2 12-16,0 3-4 0,-3-3-8 0,-3 3 8 0,0 0-8 0,0-1 8 15,-3 1-8 1,0 0 0-16,-2-1 0 0,-1 4 0 0,0-1-9 0,0 0-4 0,0 1-1 15,0-1 0-15,0 3-22 16,1 0-4-16,-1 0 0 0,0 3-1 0,3-1-83 16,0 1-16-16,0 2-3 0</inkml:trace>
  <inkml:trace contextRef="#ctx0" brushRef="#br0" timeOffset="119588.952">21586 6051 1530 0,'0'0'32'0,"0"0"8"16,-6-2-32-16,0 2-8 0,6 0 0 0,-6 0 0 15,6 0 113-15,-6 2 22 0,6-2 4 0,-6 3 1 16,0 0-51-16,0 2-9 0,0 0-3 0,0 1 0 16,0 2-40-16,0-1-8 0,0 4-1 0,-3 0-1 15,3-1-14-15,-2 3-2 0,2 3-1 0,-3 0 0 16,3 0-10-16,0 0 0 0,0 0 9 0,-3 2-9 0,3-2 0 0,0-3 8 15,0 3-8-15,0-2 0 0,3-4 0 0,-3 1 0 16,3-3 0-16,0 0 0 0,0 0 0 0,3-8 0 16,0 0 0-16,0 0-8 0,0 0 8 0,0 0 0 0,0 0 8 0,-3-8-8 15,3 0 0-15,0-6 0 0,0 4 0 16,3-6 8-16,0 0-8 16,0 0 0-16,3-2 0 0,0-1 0 0,0 3 0 0,3-2 0 0,-3 2 0 15,3-3 8 1,3 3-8-16,-3 1 11 0,3-1-11 0,2 0 12 0,-2 0-2 0,3 0 0 15,0 0 0-15,-3 3 0 0,3-3 6 0,0 3 0 0,0 2 1 16,-3 1 0-16,2 2 13 0,-2 0 2 0,0 3 1 0,0 2 0 16,-3 0-5-16,3 3 0 0,-3 3-1 0,-3 0 0 15,3 2-7-15,-3 3 0 0,0 2-1 0,0 1 0 16,0 0-7-16,-3 4 0 0,3-1-1 0,-3 2 0 16,3-1-11-16,-4-1 0 0,1 2 9 0,-3-1-9 15,3 1 0-15,-3 0 9 0,0 3-9 0,0-3 0 16,0 2 0-16,0 1 0 0,-3-1 0 0,0 1 0 15,1-1-23-15,-1 1-5 0,-3-3 0 0,3-3-1 16,0 0-40-16,-3 0-8 0,0-2-2 0,3-3 0 16,-3 0-142-16,0-3-29 0,3-2-6 0</inkml:trace>
  <inkml:trace contextRef="#ctx0" brushRef="#br0" timeOffset="119798.198">21473 6192 1482 0,'0'0'62'0,"0"0"-50"16,0 0 89-16,0 0 18 0,0 0 3 0,0 0 1 16,0 0-34-16,0 0-6 0,6-3-2 0,0 3 0 15,3 0-8-15,2 0-1 16,1 3-1-16,0-3 0 0,3 0-17 0,3 2-3 16,-3-2-1-16,3 3 0 0,-3 0-26 0,2-3-4 0,1 2-2 0,0 1 0 15,-3-3-18-15,3 3 0 0,0-3 8 0,0 0-8 31,-3 2-44-31,2-2-12 0,-2-2-2 0</inkml:trace>
  <inkml:trace contextRef="#ctx0" brushRef="#br0" timeOffset="120536.932">21928 6215 1782 0,'0'0'37'15,"0"0"8"-15,0 0-36 0,0 0-9 0,0 0 0 0,0 0 0 16,0 0 109-16,0 0 20 0,0 0 4 0,0 0 1 15,-6 0-55-15,3 0-11 0,-3 3-3 0,0 2 0 16,3 1-30-16,-3 2-7 0,0 0 0 0,3-1-1 16,-3 7-12-16,3-4-3 0,1 4 0 0,-1-1 0 15,0-3-12-15,3 4 8 0,0-4-8 0,0 3 0 16,0-2 0-16,0-3 0 0,0 3 0 0,3-4 0 16,0-1 0-16,-1 2 0 0,4-3 0 0,0 0 0 15,0-2 8-15,0 0-8 0,0-3 0 0,0 2 0 16,3-2 23-16,0-2-2 0,0 2 0 0,3-3 0 15,-3 0 19-15,3-2 3 0,-3 0 1 0,0-1 0 16,0 1 0-16,-1-5 0 0,1 2 0 0,0-3 0 0,-3 0-4 16,0-2 0-16,-3 3 0 0,0-4 0 0,0 1-15 15,0 0-3-15,-3-3-1 0,0 3 0 16,0 0-13-16,-3-3-8 0,0 2 8 0,-3 1-8 16,0 3 0-16,0-1 0 0,-3 0 0 0,0 4 0 15,1-1-35-15,-4 2-5 0,-3 4 0 0,0-4-1 16,0 6-107-16,-3 0-22 0,-3 3-4 0</inkml:trace>
  <inkml:trace contextRef="#ctx0" brushRef="#br0" timeOffset="121611.95">20601 6030 2048 0,'0'0'43'0,"0"0"9"0,0 0-42 16,0 0-10-16,0 0 0 0,0 0 0 0,0 0 89 0,-3 3 16 0,-3 0 3 0,3 2 1 16,-3 0-67-16,3 3-14 0,0 3-2 0,0-1-1 15,-3 1-17-15,3-1-8 0,-3 4 0 0,0 1 8 16,0-1-8-16,0 2 0 0,-3-1 0 0,3 1 8 15,0 0-8-15,0 3 0 0,0-3 0 16,0-3 0-16,3 3 0 0,0-3 8 0,-3-2-8 0,3-4 0 16,0 1 0-16,0 0 0 0,3-8 8 0,0 0-8 15,0 0 0-15,0 0 8 0,0 0-8 0,0 0 8 16,3-8 4-16,-3 0 0 0,3-2 0 0,0-3 0 16,3-1 4-16,-3-1 0 0,3-1 1 0,3 0 0 15,-3 0-1-15,3 3 0 0,0-3 0 0,0 0 0 16,0 3-1-16,0-3-1 0,0 3 0 0,0-3 0 15,3 0 0-15,-3 0 0 0,-1 0 0 0,4 3 0 16,-3-3 0-16,0 5 0 0,3-2 0 0,-3 3 0 16,0 2 2-16,0 2 1 0,0-2 0 0,0 6 0 15,0-1-1-15,0 3 0 0,0 0 0 0,-3 5 0 16,2 1-4-16,-2 2-2 0,0 2 0 0,3 1 0 16,-3-1-10-16,0 1 8 0,0 2-8 0,-3 0 8 15,3 1-8-15,-3-1 0 0,0 0 9 0,0 0-9 16,3 3-12-16,-3 0-8 0,0 0 0 0,-3 0-1 15,3 0-39-15,-3 0-7 0,0 0-1 0,0-1-1 16,-3-1-31-16,3-4-7 0,-3 1-1 0,-3-1 0 16,0 1-15-16,3-6-3 0,-3 1-1 0,0-1 0 15,0-3 15-15,0-2 4 0,0-2 0 0,-3-1 0 16,0-2 56-16,0 0 11 0,1-3 2 0,-4 2 1 0,3-2 38 0,-3 0 0 16,0-2 0-16,0 2 0 0,0-3 44 0,0 3 16 15,0 1 3-15,3-1 1 0,-3 0 32 0,4 0 6 0,-1 0 2 16,0 2 0-16,3-1-32 0,0 1-7 0,3 4-1 0,3 2 0 15,-3-6-15-15,3 6-3 0,0 0-1 0,0-2 0 16,3-1-17-16,0 0-4 0,3 1-1 0,0 2 0 16,3 0-1-16,0-3 0 0,2 6 0 0,1-3 0 15,0-3-6-15,6 3 0 0,0 0-1 0,3 0 0 16,0 0-7-16,-1 0-8 0,4 0 11 16,0 3-11-16,0-3 8 0,-3 0-8 0,0 0 0 0,-1 0 0 15,-2 0 0-15,-3 0 0 0,3 0 8 0,-6 0-8 16,0-3 0-16,-3 3 0 0,-3-3 8 0,0 3-8 15,0 0 32-15,-6 0 4 0,0 0 0 0,0 0 0 16,0 0-36-16,0 0 0 0,0 0 0 0,0 0 0 16,0 0 58-16,0 0 5 0,0 0 1 0,0 0 0 15,0 0-52-15,0 0-12 0,0 0 0 0,0 0 0 16,0 0 0-16,0 0 0 0,0 0 0 0,0 6 0 16,0-1 22-16,0 3 2 0,0 0 0 0,0 0 0 15,0 2-11-15,-3 1-1 0,3 0-1 0,0 2 0 16,0-3-2-16,-3 4 0 0,3-1 0 0,0 0 0 15,-3 0-9-15,3 1 0 0,0-1 0 0,-3 0 8 16,3-2 0-16,-3 2-8 0,3-3 12 0,-3 1-4 16,0-3-19-16,3 3-4 0,-3-4-1 0,0 1 0 15,3-2-16-15,-3 2-4 0,3-3-1 0,0-5 0 16,0 0-175-16,0 0-36 0,0 0-6 0</inkml:trace>
  <inkml:trace contextRef="#ctx0" brushRef="#br0" timeOffset="122921.775">19407 6049 1728 0,'0'0'36'0,"0"0"8"0,0 0-35 0,0 0-9 0,0 0 0 0,0 0 0 15,-6 2 100-15,6-2 17 0,-3 6 4 0,0-1 1 16,0 3-47-16,0-3-10 0,0 3-1 0,0 0-1 15,0 0-28-15,3 3-6 0,-3-1-1 0,0 3 0 16,0 1-12-16,0-1-2 0,-3 3-1 0,3 0 0 16,-3-3-13-16,3 3 11 0,-3 0-11 0,0-1 10 15,3-1-10-15,-2-1 0 0,2 0 9 0,-3-2-9 16,3-1 0-16,-3 1 9 0,3-3-9 16,-3-3 0-16,3 0 9 0,3-5-9 15,0 0 0-15,0 0 9 0,0 0-9 0,0 0 12 0,-3-5-12 0,0-3 12 16,0-2-12-16,3-4 10 0,3 1-10 0,-3 0 10 15,3-3-2-15,0-2-8 0,0 2 12 0,3 0-4 16,0-3 1-16,3 3 0 0,-3 1 0 0,2-1 0 16,1-3 0-16,0 3 0 0,0-2 0 0,0-1 0 15,0 3-9-15,0-2 12 0,0-1-12 0,0 1 12 16,3 2-3-16,0 0 0 0,0 3 0 0,0 0 0 16,-1 2 10-16,-2 3 1 0,0 0 1 0,3 3 0 15,-3 5-1-15,-3 2 0 0,3 1 0 0,-3 5 0 16,0 0-6-16,0 3-2 0,0-1 0 0,0 3 0 15,-3 1-12-15,3 1 9 0,-3 1-9 0,0-2 8 16,0 1-8-16,0-1 0 0,0-1 0 0,0 0 0 16,0 3 0-16,-3-3-17 0,3 3 2 0,-3 0 1 15,0 0-26-15,0 0-6 0,0 0-1 0,0 0 0 16,-3-3-16-16,0 0-3 0,0 0-1 0,0-2 0 16,0-3-9-16,-3 0-1 0,0-3-1 0,0-2 0 15,0-1 19-15,0-2 4 0,0-2 1 0,-3-1 0 16,0 0-110-16,3-2-23 0,-3 0-4 0,0-3-1 0,0 0 154 0,-3 3 38 15,3-3 0-15,-2 0 0 0,-1 0 0 0,3 0 0 16,-3-3 0-16,3 3 0 0,0 3 0 0,0-3 0 0,3 3 0 16,0-3 0-16,0 3 44 0,3-1 16 0,0 1 3 0,0 0 1 15,3 5 0-15,0-6 0 0,0 4 0 0,3-1 0 16,0 0-32-16,3-2-5 0,0 5-2 0,0-3 0 16,3 3 11-16,0 0 3 0,0 0 0 0,0 0 0 15,3 0-8-15,0 3-2 0,0 0 0 0,-1-1 0 16,4 1-17-16,-3 0-4 0,3-1-8 0,-3 1 12 15,0 0-12-15,0-1 9 0,0 4-9 0,0-4 8 16,-3-2-8-16,-1 3 10 0,1 0-10 0,-3-3 10 16,0 0-2-16,-6 0-8 0,6 0 12 0,-6 0-4 15,6 0 4-15,-6 0 0 0,3-6 0 0,0 4 0 16,-3 2 41-16,3-3 9 0,0 0 2 0,0 1 0 16,0-4-52-16,0 4-12 0,0-1 0 0,0 0 0 15,3-2 54-15,0 2 8 0,0-2 2 0,0 3 0 16,3-1-52-16,0 0-12 0,0 1 0 0,0-1 0 15,-1 0 0-15,1 3 0 0,0-2 0 0,0-1 0 16,0 3 0-16,-3 0 0 0,3 0 0 0,-3 3 0 16,0-1 0-16,-3 4 0 0,3-4 0 0,-3 4 0 15,-3 1 54-15,3-1 8 0,-3 2 2 0,0 2 0 16,-3 1-52-16,0 2-12 0,0 0 0 0,-3 1 0 16,0 1 0-16,0-1 0 0,0 2 0 0,0 2 0 0,-3-2 0 0,3-3 0 15,0 0 0-15,-3 3 0 0,3-5 0 0,0-1 0 16,4 4 0-16,-4-6 0 0,6 0 0 0,-3 0 0 0,6-3 0 15,-3 3 0-15,3-6 0 0,2 4 0 0,1-4 0 16,0 1 0-16,0 0-12 0,3-3-6 0,0-3-1 16,0 3 0-16,3 0 19 0,-3-3 8 0,3 1-8 0,0-1 12 15,3 0-12-15,-3 1 0 0,2-1 8 0,1 0-8 16,-3-2 11-16,6 3-1 16,-3-1 0-16,0 0 0 0,3-2-10 0,-3 2-11 0,0 1 3 15,-1-1 0-15,-2 0-12 0,0 1-1 0,0-1-1 0,0 0 0 16,-3 1-112-1,0-1-22-15,0 0-5 0</inkml:trace>
  <inkml:trace contextRef="#ctx0" brushRef="#br0" timeOffset="124149.965">18633 5993 1804 0,'0'0'37'0,"0"0"10"0,0 0-38 0,0 0-9 0,0 0 0 0,0 0 0 15,0 0 100-15,0 0 19 0,0 0 3 0,0 0 1 16,0 0-61-16,0 0-12 0,0 5-2 0,0 3-1 15,0 0-30-15,0 0-5 0,0 0-2 0,0 5 0 16,0-5-10-16,0 0 0 0,0 3 0 0,0 0 8 16,0-4-8-16,0 1 0 0,0 3 9 0,0 0-9 15,0-4 0-15,0 4 0 0,0 0 0 0,0-1 0 16,0-2 0-16,0 3 8 0,0-1-8 0,0-2 0 16,0 0 0-16,0 3 0 0,0-3 0 0,0 0 8 15,0-3 0-15,0 0 1 0,0 1 0 0,0-6 0 16,0 5-9-16,0-5 0 0,0 0 0 0,0 5 0 15,0-5 0-15,0 0 0 0,0 0 0 0,0 0 0 16,0 0 0-16,0 0 0 0,0 0 0 0,0 0 0 16,0 0 0-16,0 0 0 0,0 0 0 0,0 0 0 15,0 0 0-15,0 0 0 0,0 0 0 0,0 0 0 16,0 0 0-16,0 0 0 0,0 0 0 0,0 0 0 16,0 0 0-16,0 0 0 0,0 0 0 0,0 0 0 15,0 0 0-15,0 0 0 0,0 0 0 0,-6-3 0 16,3-2 0-16,3 5 0 0,-6-5 0 0,3 0 0 15,0-1 53-15,0 1 9 0,0-3 2 0,0 0 0 0,3 0-52 16,-3-2-12-16,3 2 0 0,0-6 0 16,0 4 0-16,0-1 0 0,0 1 0 0,3-4 0 15,0 1 30-15,0 0 3 0,3 2 1 0,-3-4 0 0,3 1-22 0,3-2-12 0,-3 3 12 16,3-3-12-16,0 0 8 0,3 3-8 0,0-3 0 16,0 0 0-16,-1 3 0 0,1 3 0 0,0-4 0 15,0 4 0-15,-3 2 0 0,3 0 0 0,0 3 0 16,-3-1 0-16,0 4 0 0,0 2 0 0,0 0 8 0,-3 5-8 15,3-2 0-15,-4 7 0 0,1-2 0 0,-3 5 0 16,3 1 10-16,-3-1-10 0,0 5 8 0,-3-2-8 16,0 0 8-16,0 3-8 0,0-3 0 0,-3 2 8 15,3-2-8-15,-3-3 8 0,0 3-8 0,-3-3 8 16,3 3-8-16,0 0-9 0,-2 0 9 0,2 2-13 16,0-2-28-16,-3 0-6 0,3 0-1 0,-3 0 0 15,3-3-4-15,-3 0-2 0,3 1 0 0</inkml:trace>
  <inkml:trace contextRef="#ctx0" brushRef="#br0" timeOffset="124843.406">18615 6192 1773 0,'-9'-11'36'0,"9"11"11"0,-3-3-38 16,3-2-9-16,0 0 0 0,0 2 0 0,3-2 64 0,0 0 10 0,0-1 2 0,3 4 1 15,0-4-10-15,3 4-3 0,0-1 0 0,0 0 0 16,0-2 0-16,3 5 0 0,0-3 0 16,2 3 0-16,-2-2-45 0,3 2-10 0,-3 0-1 0,3 0-8 15,0 2 0-15,0-2 0 0,0 3 0 0,-3 2 0 32,0-2-57-32,-1 0-9 0,1 2-2 0,-3-2 0 15,-3-1 20-15,3 4 3 0,-3-4 1 0,0 1 0 16,0 0 12-16,-6-3 2 0,0 0 1 0,0 0 0 0,0 0 29 0,0 0 0 0,0 0 13 0,0 0-4 15,0 0 27-15,3-6 6 0,-3 6 1 0,3-2 0 16,0-4 6-16,0 4 2 0,-3-4 0 0,3 4 0 16,0-4-6-16,3 1-1 0,-3 2 0 0,3-2 0 15,-3 0-7-15,3 0-1 0,0-1-1 0,3 1 0 16,-3 2-2-16,-1-2 0 0,4 2 0 0,-3-2 0 16,0 3-7-16,3-4-2 0,-3 4 0 0,0-4 0 15,3 6-1-15,-3-2-1 0,3 2 0 0,-3 0 0 16,0 0-9-16,0 0-1 0,0 0-1 0,-3 2 0 15,-3-2-11-15,6 3 0 0,-3 0 0 0,-3-3 0 16,3 5 0-16,-3-5 0 0,0 5 0 0,0 3-11 16,0 0 11-16,0-3 0 0,-3 3 0 0,0 0-8 15,0 0-45-15,-3-3-9 0,3 3-2 0,0 0 0 16,-3-2 37-16,3 2 7 0,-3-6 2 0,0 3 0 16,6-5 18-16,-3 6 0 0,3-6-8 0,0 0 8 15,0 0 0-15,-3 5 0 0,3-5 0 0,0 0 0 16,0 0 0-16,0 0 0 0,0 0 0 0,0 0 0 0,0 0 0 15,6 0 0-15,-3-3 0 0,3 3 0 16,0-2 0-16,3 2 11 0,-3 0-2 0,3 0 0 16,-3-3 2-16,3 3 0 0,-3 0 0 0,-1 3 0 0,1-3-11 0,0 2 0 15,0-2 0-15,-6 0 0 0,3 6 0 0,0-1 0 16,0 0 0-16,-3 6 0 0,0-3 53 0,-3 0 9 0,0 2 2 16,-3 1 0-1,0-1-52-15,0 4-12 0,-2-4 0 0,-1 4 0 0,0-4 0 0,-3 1 0 0,3 2-9 0,-3-2 9 16,0-1-9-16,0 1 9 0,0-1-8 0,0 1 8 15,0-3-20-15,-2 0 2 0,-1 0 0 0,0 0 0 16,0 0-24-16,0-1-5 0,-3-1-1 16,3-1 0-16,-3-2-174 0,1-1-35 0</inkml:trace>
  <inkml:trace contextRef="#ctx0" brushRef="#br0" timeOffset="125472.754">18097 6030 2030 0,'-6'-2'57'0,"-3"-1"14"0,3 0-57 0,0-2-14 0,0 2 0 0,1 1 0 16,-1-1 120-16,-3 3 20 0,3-3 5 0,-6 3 1 15,3-2-74-15,0 2-16 0,0 0-2 0,-3 2-1 16,0-2-24-16,3 3-5 0,-3 0 0 0,0 2-1 15,1 0-8-15,-1 3-2 0,3-2 0 0,-3 4 0 16,3-2 7-16,-3 0 0 0,3 3 1 0,0-1 0 16,0 1-21-16,3 2 0 0,-3-2 0 0,3 2 0 15,3 3 0-15,0-3 0 0,0 3 0 0,3 0 0 16,0 0 0-16,3-1 0 0,0 4 0 0,3-3 0 16,3 0 0-16,0 0 0 0,0-3 0 0,0 0 0 15,6 0 0-15,0-2 0 0,0-3 0 0,3 0 0 16,-1-3 0-16,1-2-10 0,0-1 1 0,3 1 0 15,-3-3 9-15,0-3 9 0,2 1-1 0,-2-4-8 16,0 4 18-16,0-6-3 0,-3 0-1 0,0 0 0 16,0-3 30-16,-3 1 7 0,0-4 1 0,-1 4 0 15,1-6-42-15,0 3-10 0,0-3 0 0,-3 0 0 16,0 0 0-16,0 0 0 0,-3 0 0 0,0 1 0 16,-3 1 53-16,0 4 9 0,-3-4 2 0,0 1 0 15,0 3-52-15,-3-1-12 0,-3 1 0 0,0-1 0 16,0 0 0-16,-3 3 0 0,3-2 0 0,-3-1 0 15,0 3 0-15,-3 0 0 0,3 0 0 0,-3 3 0 0,4-3 0 16,-4 3 0-16,3 2 0 0,-6 1 0 0,3-1 0 16,-3 3 0-16,3 0 0 0,-3 0 0 15,-3 5-100-15,4-2-22 0,-4 2-5 0</inkml:trace>
  <inkml:trace contextRef="#ctx0" brushRef="#br0" timeOffset="141685.03">14228 6279 1579 0,'-3'-19'32'0,"0"14"10"0,3 0-34 0,-3-3-8 0,3 3 0 0,-3-1 0 16,3-2 123-16,-3 3 22 0,3 0 5 0,0 5 1 15,-3-5-54-15,3 5-10 0,0-6-3 0,0 6 0 16,0 0 1-16,0 0 0 0,0 0 0 0,-6 0 0 16,0 0-68-16,0 0-17 0,0 3 0 0,0 2 0 15,0 0 0-15,3 3 0 0,-3 0 0 0,0 3 0 16,0-1 21-16,3 4 1 0,-3 2 0 0,0-3 0 15,3 3-35-15,0 0-7 0,0-1-2 0,0 1 0 16,3 0 22-16,0 0 0 0,3 0 0 0,0 0 0 16,0-3 9-16,3 0 7 0,0-2 0 0,0 2 1 15,3-5-27-15,0 0-6 0,3 0 0 0,0-3-1 16,3-2 17-16,0 0 0 0,3-1 0 0,-1-2 0 16,4 0 12-16,-3 0 5 0,3-2 2 0,0-1 0 15,0 0-31-15,-1-2-5 0,-2 0-2 0,3-1 0 16,-3-2 19-16,-3 0 0 0,0 1 0 0,0-4 0 0,-6 3 48 15,-1-3 12-15,1 1 4 0,-3 2 0 0,-3-5-52 0,0 2-12 16,0-2 0-16,-3 0 0 0,-3-1 54 0,0 1 8 16,0 0 2-16,-3 0 0 0,0-1-52 0,-2 4-12 15,2-3 0-15,-3-1 0 0,-3 4 0 0,0-3 0 16,0 2 0-16,0 0 0 0,0 4 0 0,-3-1 0 16,3 0 0-16,-3 2 0 0,4 4 0 0,-4-1 0 15,-3 0 0-15,0 1 0 0,3 2 0 0,0 2 0 16,0 1 0-16,0 0 0 0,1 2-48 15,-1 0-13-15,3 1-3 0,-3-1 0 16,3 3-190-16,-3-3-38 0</inkml:trace>
  <inkml:trace contextRef="#ctx0" brushRef="#br0" timeOffset="142437.005">13266 6104 1758 0,'-6'0'50'0,"0"-2"10"0,3-1-48 0,3 3-12 0,-6-3 0 0,0 3 0 15,0 0 112-15,-2 0 20 0,2 0 4 0,0 0 1 16,0 0-58-16,0 0-12 0,0 3-3 0,0 0 0 16,-3-1-30-16,0 4-6 0,3-4-2 0,-3 1 0 15,0 2-2-15,3 0 0 0,-3 1 0 0,0-1 0 16,0 6-7-16,0-3-1 0,1 5-1 0,-1 0 0 15,0 0-15-15,0 6 0 0,3-3 0 0,0 2 0 16,0-2 0-16,3 3 0 0,0-4 0 0,0 4 0 16,0-6 0-16,3 3 0 0,3-3 0 0,0 1 0 15,0-1 0-15,3 0 0 0,0-2 0 0,0-1 0 16,3 1 11-16,3-6 2 0,-1 3 1 0,1-5 0 16,3 2-14-16,0-2 11 0,3-1-11 0,0 1 10 15,0-3 3-15,0-3 1 0,2 3 0 0,1-5 0 16,-3 0 14-16,0-1 2 0,0-2 1 0,-3 0 0 0,0 1-31 15,0-1 0-15,-1-3 0 0,1 3 0 0,0-2 39 16,-3-4 1-16,0 1 1 0,-3 0 0 0,0-3-16 0,-3 0-3 16,0-2-1-16,0 2 0 0,-3-3-21 0,-3 1 8 0,-3 2-8 15,0-3 0-15,-3 3 0 0,0 0 0 0,-3 3 0 16,0 0 0-16,0 2 32 0,-3-2 3 0,0 5 0 16,0-2 0-16,-3 2-35 0,4 0 0 0,-4 3 0 15,0-3 0-15,-3 2 0 0,0 4 0 0,-3-1-12 16,3 3 3-1,-3 0-15-15,1 0-2 0,2 0-1 0,-3 5 0 16,3-2-132-16,3 2-26 0,-3 1-6 0</inkml:trace>
  <inkml:trace contextRef="#ctx0" brushRef="#br0" timeOffset="143575.507">11790 6051 1862 0,'0'0'39'0,"0"0"8"0,0 0-38 0,0 0-9 0,0 0 0 0,0 0 0 16,3 3 76-16,3 2 14 0,0-2 2 0,-3 5 1 16,0 0-54-16,0 2-11 0,0 1-3 0,-3 8 0 15,0-4-25-15,0 7 0 0,0 1 0 0,-3 4 0 16,0-1 36-16,0 1 3 0,0-3 0 0,0-1 0 15,0 1-11-15,0-3-3 0,0-2 0 0,-3-1 0 16,3-2-25-16,0-2 0 0,0-1 0 0,-3 0 0 16,3-5 0-16,0 0 0 0,0-3 0 0,0 0 0 15,3-5 0-15,0 0 0 0,0 0 0 0,0 0 0 16,0 0 0-16,-3-5-19 0,3-5 3 0,-3-1 1 16,3-2 15-16,3 0 0 0,-3-3 0 0,3-3 0 15,0 1 9-15,3-6 5 0,-3 0 1 0,3-5 0 16,0 2-15-16,3-2 0 0,0 0 0 0,3 0 0 15,-3 3 54-15,-1-3 8 0,4 2 2 0,0-2 0 0,0 3-52 16,0-1-12-16,0 3 0 0,0 0 0 0,0 3 0 16,0 0 0-16,0 5 0 0,0 0 0 15,-4 6 0-15,1 2 0 0,0 0 0 0,0 8 0 16,-3 3 54-16,0 2 8 0,0 3 2 0,0 5 0 0,0 3-52 16,0 5-12-16,-3 0 0 0,3 3 0 0,-3 0 0 0,0 2 0 15,0-2 0-15,0 5 0 0,-3 0 0 0,3 0 0 16,-3 1 0-16,0 1 0 15,0 1-48-15,0 0-13 0,0 0-3 0,-3-3 0 16,0 0 12-16,0-5 3 0,0 2 0 0,-3-5 0 16,3 0-147-16,-3-2-28 0,-3-3-7 0</inkml:trace>
  <inkml:trace contextRef="#ctx0" brushRef="#br0" timeOffset="144055.684">11772 6266 1580 0,'-6'-8'67'16,"3"2"-54"0,0-1 41-16,0 1 8 0,3 4 2 0,0-4 0 15,3 1 28-15,3 0 5 0,0-1 2 0,3 4 0 16,3-3-56-16,3-1-11 0,0 4-3 0,2-1 0 16,4 0 28-16,3 1 6 0,0-1 1 0,3 0 0 15,-1 3-52-15,-2-2-12 0,3 2 0 0,0 0 0 16,-3-3 0-16,-1 0-8 0,-2 3 8 0,3-2-13 15,-6-1 13-15,0 0 0 0,-3 3 9 0,0-2-9 16,-4 2 8-16,-2 2-8 0,0-2 0 0,-3 6 0 16,0-1 0-16,-3 0 0 0,-3 3 0 0,0 0 0 0,-3 3 0 15,0-1 0-15,0 4 0 0,0 1 0 0,-3-1 0 0,3-1 0 16,-3 3 0-16,3-3 0 0,3 0 0 16,-3 1 0-16,3-1 0 0,0 0 0 0,0 0 0 0,3-2 0 15,0-1 0-15,0-2 0 0,3 0 0 0,0-2 0 0,0-1 0 16,3 0 0-16,-3-2 0 0,3-3 0 0,0 2 0 0,0-2 0 15,0-2 34-15,0-1 1 0,0 0 0 16,0 1 0-16,0-3 13 0,0-3 4 16,-1 2 0-16,-2-2 0 0,0-2-6 0,0 2-1 0,0-3 0 15,-3-2 0-15,0 0-10 0,0 0-3 0,0-1 0 16,-3-2 0-16,-3 1-15 0,3-4-3 0,-3 1-1 16,-3 2 0-16,0 0-13 0,-3 0 0 15,0 3 8-15,-2-1-8 0,-1 1-38 16,0 3-10-16,-3 2-3 0,0 2 0 0,-3 1-10 0,0 2-3 0,-3 3 0 15,1 0 0-15,-1 3-113 0,0 2-23 0,-3 3-5 0</inkml:trace>
  <inkml:trace contextRef="#ctx0" brushRef="#br0" timeOffset="144701.793">10560 5991 1579 0,'0'0'32'0,"0"0"10"0,0 0-34 0,-3 7-8 0,3 1 0 0,0 3 0 15,0 0 53-15,3 2 9 0,-3 0 2 0,0 0 0 16,3 1-22-16,-3 1-4 0,0-1-1 0,0-1 0 15,0 3-21-15,0-3-4 0,0 3 0 0,0 0-1 16,0-3 4-16,-3 0 1 0,0-2 0 0,0 2 0 16,1-2 23-16,-1-4 5 0,0 1 0 0,-3 0 1 15,3-2-4-15,3-6-1 0,-6 2 0 0,6-2 0 16,-6 0-4-16,0-2-2 0,3-4 0 0,-3-2 0 16,3-2-20-16,0-1-4 0,0-5-1 0,0 3 0 15,3-3 42-15,0 0 8 0,0 1 1 0,0-7 1 16,0 4-23-16,3-6-5 0,0 0-1 0,-3 0 0 15,6-5-9-15,-3 3-3 0,3-6 0 0,0 3 0 16,0-3-4-16,3 3-2 0,0-3 0 0,2 3 0 16,-2 3-14-16,3 5 0 0,0-1 0 0,0 7 0 0,0 1 0 15,0 4 0-15,0 2 0 0,0 3 0 0,0 2 0 16,0 3 0-16,-1 0 0 0,1 5 0 0,-3 6 20 16,3 2-3-16,0 0 0 0,-3 8 0 15,3 1-27-15,-3 4-6 0,0 3 0 0,0 3-1 0,-3-3 17 0,3 3 0 16,-3-3 0-16,0 0 0 0,-4 0-17 0,4-2 0 15,-3-1 0-15,0 0 0 16,-3 1-50-16,0-3-9 0,0-3-3 0,0 3 0 0,-3-6-97 16,-3 1-20-16,3-3-4 0</inkml:trace>
  <inkml:trace contextRef="#ctx0" brushRef="#br0" timeOffset="145091.427">10623 6170 1568 0,'-21'-21'32'0,"12"13"9"15,3 0-33-15,0 0-8 0,3 3 0 0,-3-3 0 16,6 3 92-16,-3 0 17 0,3-1 3 0,3 1 1 16,-3 2-40-16,6 1-8 0,-3-1-1 0,3 1-1 15,3-4-35-15,0 6-8 0,3-2 0 0,0-1-1 16,6 0 25-16,-3 3 4 0,3-2 2 0,-1-1 0 16,4 0-32-16,0 3-6 0,3-5-2 0,-3 2 0 15,0 1-10-15,-1-1 8 0,-2-2-8 0,3 2 8 16,-6-2-8-16,0 2 0 0,-3-2 0 0,0 2 0 15,-3 1 0-15,-3-1 0 0,2 0 0 0,-5 1 0 16,3-1 28-16,-6 3 3 0,0 0 1 0,0 0 0 16,0 0 24-16,0 0 6 0,0 0 1 0,0 0 0 15,0 0-19-15,0 0-4 0,0 0-1 0,0 0 0 0,0 8-11 16,0 0-3-16,0 0 0 0,0 0 0 16,0 2-9-16,0-2-1 0,3 0-1 0,-3 0 0 15,0 3-6-15,3-1 0 0,-3-2-8 0,0 6 12 16,3-4-4-16,-3 1-8 0,0-1 11 0,0 4-11 0,3-4 8 0,-3 1-8 15,0 2 0-15,0-2 0 0,3 2 0 0,-3-3 0 16,3 1 0-16,-3-1 0 16,0-2-51-16,3 0-4 0,-3 0-1 0,0-2 0 15,3 2-114-15,-3-3-23 0,3-3-5 0</inkml:trace>
  <inkml:trace contextRef="#ctx0" brushRef="#br0" timeOffset="146433.509">9358 6168 1789 0,'0'0'76'0,"0"0"-61"16,0 0 97-16,0 0 20 0,0 0 4 0,0 0 1 15,0 0-58-15,0 0-12 0,0 8-3 0,0 2 0 16,-3 4-51-16,3 1-13 0,0 1 0 0,-3 3 0 16,3-1 54-16,-3 1 8 0,3-1 2 0,-3 4 0 15,0-7-77-15,3 1-15 0,-3 0-4 0,3-3 0 16,-3 1 32-16,3-1 0 0,-3-3 0 0,0 1 0 15,0-3 24-15,0-3 5 0,0 1 1 0,3-6 0 16,0 0-30-16,0 0 0 0,0 0 0 0,0 0 0 16,-6-6 0-16,0-2-15 0,3 0 2 0,0-2 0 15,0-3 21-15,3-3 4 0,0 0 0 0,0-5 1 16,0 0-13-16,3-1 0 0,0-4 0 0,0-1 0 16,0 1 54-16,3 0 8 0,0-4 2 0,0 1 0 15,3 0-52-15,0 3-12 0,0-3 0 0,0 0 0 16,3-1 0-16,-3 1 0 0,3 0 0 0,-4 3 0 15,4 2 0-15,-3 5 0 0,0 1 0 0,3 5 0 0,-3 5 0 0,-3 0 0 16,3 5 0-16,-3 0 0 0,0 6 54 0,-3 5 8 0,3 3 2 16,0 2 0-16,-3 5-52 0,3 4-12 0,-3 1 0 0,0 1 0 15,3 3-17-15,-3-4-7 0,0 4 0 0,0-1-1 16,2 1 12-16,-2-1 2 0,0 3 1 0,0 3 0 31,0-5-29-31,0 2-5 0,0 0-2 0,0-3 0 0,-3-2-52 16,0-3-10-16,0 0-3 0,0-2 0 0,-3-3 13 0,-3-3 2 0,3 0 1 15,-3-2 0-15,1-3-29 0,-1-3-7 16,0 0-1-16,-3-2 0 0,3 0 32 16,-3-3 5-16,0-3 2 0,3 0 0 0,-3 1 74 0,0-6 19 0,0 3 0 0,0-3 0 15,3 0 48-15,-3 0 12 0,0-3 4 0,3 1 0 16,-3-4 36-16,4-2 8 0,2 3 2 0,-3 0 0 16,3-3-39-16,0 3-8 0,0-3-2 0,3 3 0 15,0 0-22-15,3 2-5 0,0 0-1 0,0 1 0 16,3-1 15-16,0 3 4 0,-1 0 0 0,4 3 0 15,0 0-42-15,0-1-10 0,3 4 0 0,0-1 0 16,0 3 9-16,3 0 0 0,-3 3 0 0,0-1 0 16,3 4-9-16,-1-4 12 0,-2 4-12 0,3 2 12 15,-3-3-12-15,0 0 0 0,0 1 0 0,-3-1 8 16,0 0-8-16,-3 0 0 0,3 1 0 0,-3-4 0 0,-3 4 8 16,3-4-8-16,-3 1 0 0,-3-3 8 0,3 3-8 15,-3-3 0-15,0 0 9 0,5 0-9 0,-5 0 8 16,0 0-8-16,3 0 10 0,0 0-10 0,3-6 34 15,-3 4 1-15,0-4 0 0,6 1 0 0,-6 0 1 0,3-3 0 16,3 0 0-16,-3 0 0 0,3 3-8 0,-3-3 0 16,3 0-1-16,0 2 0 0,-3 1-6 0,3 0-1 15,0 0 0-15,-3 2 0 0,3 0-31 0,-4 3-6 0,1 0-2 0,0 6 0 16,0-4 43-16,-3 4 9 16,3 1 2-16,-6 1 0 0,3 3-5 15,-6 2-1-15,3 3 0 0,-3 0 0 0,-3 2-41 0,3 4-9 0,-3-4-2 0,0 1 0 16,-2-1 23-16,2-2 0 0,0 3 0 0,0-3 0 15,0-3 0-15,3 3 0 0,-3-3-9 0,3 0 9 16,3-2 0-16,-3-1 0 0,3 1 0 0,3-3 0 16,0 0-10-16,0-3 10 0,3 0-8 0,0-2 8 15,0-3 0-15,6 0-10 0,-1 0 10 0,1-3 0 16,3 1 0-16,3-1 0 0,0-2 0 0,0-1 0 16,3 1-8-16,-1-3 8 0,1 3 0 0,3-3 0 15,0 0-12-15,0-3 12 0,0 1-12 0,-1 2 12 16,-2-3-39-16,6 1-1 0,-3-1 0 15,0 1 0-15,-4-4-118 0,4-2-24 0,0 1-5 0</inkml:trace>
  <inkml:trace contextRef="#ctx0" brushRef="#br0" timeOffset="147087.349">8203 5983 1824 0,'0'0'76'16,"0"0"-60"0,0 0 38-16,-3 8 8 0,3-1 2 0,-3 1 0 15,3 6 0-15,0-1 0 0,0 3 0 0,0 2 0 16,3 1-52-16,-3 2-12 0,0 0 0 0,0 6 0 15,0-4 32-15,-3 4 3 0,3-1 1 0,-3 1 0 16,0-3-27-16,-3-1-9 0,3-1 0 0,-3-4 9 16,0-2-9-16,0 0 12 0,0-3-12 0,-3-2 12 15,3-1 4-15,-2-2 2 0,2 0 0 0,-3-3 0 16,3-2-18-16,0-3 0 0,6 0 0 0,-6-3 0 16,-3-2 51-16,6-3 3 0,-3-2 1 0,3-1 0 15,0-7-37-15,0-1-7 0,3-2-2 0,0-6 0 16,0 1-9-16,3-1 0 0,0-4 0 0,0-1 0 0,0 0 53 0,3 0 9 15,0 1 2-15,0-4 0 0,3 4-52 0,0-7-12 16,0 1 0-16,-1 0 0 0,4 6 0 16,-3-1 0-16,3 3 0 0,0 0 0 0,-3 8 54 15,0 5 8-15,3 2 2 0,-3 6 0 0,0 1-52 0,-3 4-12 16,0 0 0-16,3 6 0 0,-3 5 8 0,2 5-8 16,-2 3 11-16,3 5-11 15,0 3 8-15,-3 5-8 0,3 0 0 0,0 3 0 0,-3 0 0 0,3-3 0 0,0 0-12 0,-3 3 3 16,3-3 9-16,0 2 0 0,-3-1 0 0,3 1 0 15,-3-2-25 1,-1 1-3-16,1 1-1 0,0-2 0 0,-3-5-39 0,0 0-7 0,0-3-1 16,-3-2-1-16,0-3-98 0,0-1-19 0,0-1-4 15</inkml:trace>
  <inkml:trace contextRef="#ctx0" brushRef="#br0" timeOffset="147769.791">8146 6226 1668 0,'3'-8'47'0,"0"3"11"16,3-3-46-16,-3 0-12 0,3 3 0 0,0-3 0 16,3 0 80-16,0 0 13 0,0 0 3 0,3 0 1 0,0 0-30 15,0 3-7-15,0-6 0 0,3 6-1 16,-1-3-15-16,1 3-2 0,0-3-1 0,3 2 0 15,0-2-3-15,0 3-1 0,-3-3 0 0,2 0 0 16,-2 3-7-16,0-3-2 0,0 0 0 0,-3 3 0 0,3 0-3 0,-3 2-1 0,-3-2 0 16,3 2 0-16,-3 0-16 0,0 3-8 0,-4 0 0 15,4 0 8-15,0 0-8 0,-3 0 0 0,0 3 0 16,0 2 0-16,-3 1 0 0,3-4 0 0,-3 3 0 0,0 3 0 16,-3-2 0-16,3-1 0 0,-3 3 0 0,0-3 0 15,0 1 53-15,0 1 9 0,0-7 2 0,-3 6 0 16,0-1-64-16,0 3-28 0,0-3 3 15,0 1 0-15,3-6 40 0,-3 5 8 0,3-5 1 0,-3 5 1 16,3-5-25-16,0 0 0 0,0 0 0 0,0 0 0 16,0 0-16-16,0 0-9 15,0 0-2-15,3 0 0 0,6 0 27 0,-3-3 0 0,3 3 0 0,0-5 0 16,0 3 16-16,0-4 9 0,3 4 2 0,0-1 0 16,0-2-27-16,-1 2 0 0,1 0 0 0,-3-2 0 15,3 5 0-15,-3-3-14 0,-3 3 2 0,3 0 0 16,-3 3 12-16,0-3 0 0,0 3 12 0,-3 2-12 15,-3-5 8-15,6 3-8 0,-3 2 0 0,0 0 0 16,-3 1 8-16,0-1-8 0,0 3 0 0,0 0 0 16,-3 0 8-16,0 0-8 0,0 0 0 0,-3-1 0 15,3 1 0-15,0 3-11 0,0 0 2 0,0-1 0 16,3-2-7-16,-3 0-2 0,3 0 0 0,0 0 0 16,0 0 4-16,0-3 1 0,3 0 0 0,0-2 0 15,3 0 5-15,0-1 8 0,3-2-13 0,-3 0 5 16,0 0 8-16,3 0 0 0,0-2 0 0,-1-1-8 0,1 0 8 15,0 3 0-15,0 0 0 0,-3-2 0 0,3 2-13 0,-3 0-1 16,0 0 0-16,0 2 0 0,0-2 41 0,-3 3 8 16,0 0 1-16,0-1 1 0,0 4-20 0,-3-1-4 0,0 3-1 15,-3 0 0-15,0 2-4 0,-3 4-8 16,3-4 11-16,-9 1-11 0,3 2 0 16,-3-2 0-16,0 2-12 0,-3 0 3 15,1 0-97-15,-4-2-19 0,0 2-4 0</inkml:trace>
  <inkml:trace contextRef="#ctx0" brushRef="#br0" timeOffset="148475.844">7081 6030 2225 0,'-6'-8'46'0,"0"0"12"0,0 3-46 0,0-3-12 0,0 5 0 0,-3-2 0 16,0 3 122-16,0-1 22 0,0 3 5 0,0 0 1 15,-3 0-93-15,1 3-18 0,-1-1-4 0,0 3-1 16,0 3-3-16,0 3-1 0,0 2 0 0,3 0 0 16,-3 3-30-16,3 0 0 0,0 3 0 0,0 2 0 15,0 0 0-15,4 3-8 0,2 0-1 0,0 0 0 16,3 2 9-16,0-2 12 0,3-3-2 0,0 3-1 15,2-6-9-15,4 1 0 0,0-3 0 0,3-3 0 16,3 0 0-16,0-2 0 0,6-3 0 0,-3-3 0 16,3-2 0-16,2-1 0 0,1 1 0 0,0-8 0 15,3 2 0-15,-3-5 0 0,2-3-10 0,-2-2 10 16,0 0 8-16,-6 0 8 0,3-3 2 0,-3-3 0 16,-7 1 26-16,1-3 6 0,0-1 1 0,-6 1 0 15,0 3-41-15,-3-3-10 0,0 2 0 0,-3-2 0 0,-3 2 41 16,0 1 7-16,-3-1 0 0,-3 1 1 0,-6-1-32 0,1 3-6 0,-7 1-2 15,0 1 0-15,-6 4-9 0,-3 2 0 16,1 3 0-16,-7 2 0 16,3 3-42-16,0 5-14 0,1 3-2 0,-7 3-1 15,3 2-55-15,-3 5-11 0,-2 1-3 0</inkml:trace>
  <inkml:trace contextRef="#ctx0" brushRef="#br0" timeOffset="149662.11">11450 9661 1337 0,'0'0'56'15,"0"0"-44"1,0 0 144-16,0 0 28 0,0 0 7 0,0 0 1 15,0 0-74-15,0 0-14 0,0 0-4 0,0 0 0 0,0 0-28 0,0 0-5 0,0 0-2 0,0 0 0 16,6 0-30 0,0 0-7-16,3 0 0 0,0 0-1 0,3-3 25 0,0 3 6 15,0-3 1-15,3 3 0 0,-3-2-38 16,3-1-7-16,-1 0-2 0,4-2 0 16,-3 2-12-16,3-2-8 0,0 0 8 0,-3 2-13 15,0-2 13-15,0 2 0 0,-3-2 12 0,2 2-12 16,-2 1-97-16,-3-1-27 0,3 3-4 0</inkml:trace>
  <inkml:trace contextRef="#ctx0" brushRef="#br0" timeOffset="149900.123">11462 9901 2066 0,'9'-5'43'0,"-6"2"10"15,3 1-42-15,3-4-11 0,0 4 0 0,0-3 0 16,3-1 104-16,0 1 20 0,0 0 3 0,3-1 1 16,-3-2-52-16,2 3-9 0,1 0-3 0,0 0 0 15,0-3 0-15,3 2 0 0,-3-2 0 0,3 0 0 16,-3 3-51-16,2-3-13 0,-2-2 0 0,3 2 0 16,3-3-48-16,0 1-13 0,0-1-3 0,2 0 0 15,1-2-102-15,0 3-21 0,0-4-4 0</inkml:trace>
  <inkml:trace contextRef="#ctx0" brushRef="#br0" timeOffset="150315.926">12251 9388 2269 0,'6'-5'64'0,"0"2"15"0,0-2-63 0,-3 2-16 0,3 0 0 0,-3 1 0 15,3-3 54-15,-3 5 8 0,0-3 2 0,-3 3 0 16,6 0 0-16,-6 0 0 0,3-3 0 0,-3 3 0 15,0 0 0-15,0 0 0 0,0 0 0 0,0 0 0 16,0 0-52-16,0 0-12 0,0 0 0 0,0 0 0 16,0 0 0-16,0 0 0 0,-3 6 0 0,-6 1 0 15,3 1 31-15,-3 0 3 0,-3 3 1 0,0 0 0 16,0-1-35-16,-3 3 0 0,3 1 0 0,-2 4 0 16,-1-5 0-16,0 3 0 0,0 3 0 0,3-3 0 15,-3-3 0-15,3 0-9 0,-3 0 9 0,6 1 0 16,-2-4-28-16,2 1-1 15,0-1 0-15,3-2 0 0,0-3 29 0,3 3 0 0,3-2 0 0,0-1 0 16,3-2 0-16,0 2 0 0,3-2 0 0,0-1 0 16,0 1 9-16,3 0 8 0,-1-3 2 0,4 2 0 15,-3-2-31-15,3-2-5 0,0 2-2 0,0 0 0 16,0-3 28-16,3 3 6 0,-3 0 1 0,3-3 0 16,-1 3-26-16,4 0-5 0,-3-2-1 0,0 2 0 15,-3-3 16-15,3 3 0 0,0 0 0 0,0 0 0 16,-3-3 0-16,2 1 0 0,-2-1 0 0,-3 3 0 15,3-3-54-15,-3 3-8 0,0-2-2 0,-3-1 0 16,0 3-102-16,0-3-21 0</inkml:trace>
  <inkml:trace contextRef="#ctx0" brushRef="#br0" timeOffset="150618.262">12254 9452 2067 0,'-3'-8'87'0,"0"5"-70"16,0-2 140-16,3 5 28 0,0 0 6 0,0 0 1 16,0 0-103-16,0 0-20 0,0 0-4 0,0 0-1 15,0 0-20-15,0 0-5 0,0 0-1 0,0 0 0 16,3 8-7-16,-3 2-2 0,0 1 0 0,3 5 0 16,0-3-29-16,-3 5 0 0,3 1 0 15,0-1 0-15,-3 1 0 0,3-1 0 0,0 1 0 0,-3-3 0 16,3 2 28-16,0 1 8 0,0-3 3 0,0 0 0 15,0 0-30-15,0 2-9 0,0-2 0 0,0 2 0 16,0-2 0-16,0 3 0 0,0-1 0 0,0 1 0 16,0-3-12-16,0 0-5 0,0 0-2 0,0-1 0 15,0-1-41-15,0-1-8 16,0-3-1-16,0-2-1 0,3-2-171 0,-1-1-35 0</inkml:trace>
  <inkml:trace contextRef="#ctx0" brushRef="#br0" timeOffset="151165.721">12668 9526 2332 0,'0'0'48'0,"0"0"12"0,0 0-48 0,0 0-12 0,0 0 0 0,0 5 0 16,0 3 100-16,3 0 18 0,-3 5 3 0,0-2 1 15,0 2-46-15,0 0-10 0,0 0-2 0,-3 3 0 16,3-3-51-16,0 1-13 0,-3 1 0 0,0-1 0 15,3 2 0-15,-3-1 0 0,0-1 0 0,0 2 0 16,0-1 0-16,0 1 0 0,0 0 0 0,0 0 0 16,0 0 0-16,0 0 0 0,-3 0 0 0,3 0 0 15,0-3 12-15,0 0 0 0,-3-2 0 0,3 2 0 16,0-5-12-16,0 0-16 0,0-3 3 0,3-5 1 16,0 0 12-16,0 0 0 0,0 0 0 0,0 0 0 15,-3-8 0-15,0-3 0 0,3 1 0 0,0-6 0 16,0 0 30-16,3-2 9 0,0-4 1 15,0 1 1-15,0-3-14 0,3 3-3 0,0-2-1 0,0-4 0 16,3-2-23-16,-3 2 0 0,3-2 0 0,3-2 0 16,-3-1 0-16,3-3 0 0,0 1 0 0,0 2 0 15,-1 3 44-15,1 3 4 0,0 5 0 0,0 2 1 16,3 1-31-16,-3 4-6 0,-3 1-2 0,3 2 0 16,-3 4-10-16,3 1 8 0,-3 1-8 0,0 2 8 15,-1 1-8-15,1 4 0 0,0 1 0 0,-3 2 0 16,0 3 0-16,3 3 8 0,-3-1-8 0,0 6 0 15,0 0 0-15,-3 3 8 0,0 2-8 0,0 3 0 16,0-1 0-16,0 4 0 0,0 2 8 0,-3 0-8 16,3-5 0-16,-3 2 0 0,0 1 0 0,-3-1 0 15,3-2-16-15,-3 0-1 0,0-3-1 0,3 6 0 16,-3-6-11-16,0 3-3 0,0-3 0 0,0 0 0 16,0 0-16-16,0-2-3 0,0-1-1 0,0 1 0 15,0-4-17-15,0-1-4 0,0-1-1 0,0-2 0 16,3-4-97-16,-3 1-19 0,3-2-4 0</inkml:trace>
  <inkml:trace contextRef="#ctx0" brushRef="#br0" timeOffset="151401.456">12698 9671 2258 0,'-15'-3'64'0,"0"-2"14"0,3 0-62 0,0 2-16 0,3 1 0 0,0 2 0 15,0-3 108-15,9 3 18 0,0 0 4 0,0 0 1 16,0 0-54-16,0 0-10 0,0 0-3 0,6 3 0 16,3-3-51-16,0 2-13 0,6-2 0 0,3 0 0 15,0 0 54-15,3 0 8 0,5 0 2 0,-2 0 0 16,3-2-47-16,-3-1-9 0,3 0-8 0,-1-2 12 16,-2 2-12-16,3-2 0 0,-3 2 0 0,3-2 0 15,-1 0-103-15,1-3-25 0,0 0-6 0</inkml:trace>
  <inkml:trace contextRef="#ctx0" brushRef="#br0" timeOffset="153065.988">21255 9637 1546 0,'0'0'65'0,"0"0"-52"15,0 0 121-15,0 0 24 0,0 0 5 0,0 0 1 16,0 0-46-16,0 0-9 0,0 0-1 0,0 0-1 15,0 0-35-15,3 2-6 0,3-2-2 0,0 3 0 16,0-3-12-16,3 0-2 0,0 0-1 0,0 0 0 16,3 0-9-16,0 0-3 0,3 0 0 0,0 0 0 15,-1 0-15-15,1 3-3 0,-3-3-1 0,3 0 0 16,0 0-10-16,3 0-8 0,0 0 12 0,0 0-12 16,-1 0 8-16,1 0-8 0,0 0 0 0,0 0 0 15,0 0 0-15,-3 0 0 0,-3 0 0 0,3 2 0 16,-4-2-26-16,-2 3-6 0,0-3 0 0,0 3-1 15,-6-1-29-15,-3-2-6 0,0 0 0 0,0 0-1 16,0 0-76-16,0 6-15 0,-6-1-4 0</inkml:trace>
  <inkml:trace contextRef="#ctx0" brushRef="#br0" timeOffset="153307.05">21315 9788 1804 0,'0'0'37'0,"0"0"10"0,0 0-38 0,0 0-9 0,0 0 0 0,0 0 0 16,0 0 126-16,0 0 23 0,0 0 5 0,0 0 1 16,0 0-41-16,6 0-8 0,0 0-2 0,3 0 0 15,0-3-20-15,0 3-5 0,3-3-1 0,-4 3 0 16,4 0-26-16,0 0-4 0,0 0-2 0,0 0 0 16,0 0-21-16,0 0-4 0,3 0-1 0,-3 0 0 15,0 0-20-15,2 0 8 0,-2 0-8 0,3 0 0 16,-3 0-10-16,6 0-6 0,-3 0-2 0,-3 3 0 15,3-3-114-15,0 3-24 0,-1-3-4 16</inkml:trace>
  <inkml:trace contextRef="#ctx0" brushRef="#br1" timeOffset="160405.209">22006 9541 1683 0,'0'0'48'0,"-3"-5"10"0,0 3-46 0,0-4-12 0,0 1 0 0,3 0 0 16,-3-3 98-16,3 2 18 0,0-2 3 0,0 1 1 15,3-1-24-15,0 0-4 0,0 0 0 0,3 0-1 16,-1 0-26-16,1 0-5 0,3 0 0 0,3 0-1 15,-3 0-35-15,6 3-8 0,0-3 0 0,-3 3-1 16,3 2 39-16,0-2 8 0,2 2 2 0,-2-2 0 16,0 2-52-16,0 0-12 0,-3 3 0 0,0-2 0 15,0 2 0-15,0 0 0 0,-3 0 0 0,0 0 0 16,0 2 0-16,-4 4 0 0,4-1 0 0,-6 3 0 16,0 3-11-16,0 2-5 0,-3 3 0 0,-3 0-1 15,0 2-24-15,0 1-5 0,-3 2-1 0,-2 0 0 16,-1-3 38-16,0 4 9 0,0-4 0 0,-3 3 0 15,3-2-16-15,-3-3 0 0,0 0-1 0,-3-1 0 16,3-1 17-16,0-1-10 0,3-3 10 0,1 1-8 16,2 0 8-16,3-1 0 0,0-2 0 0,3-3-8 15,0 3 8-15,3-2 0 0,3-4-9 0,0 4 9 0,2-4 0 16,1 1-9-16,6 0 9 0,-3-3 0 0,3 0 0 0,3-3 0 16,-3 0 0-16,3-2 0 15,2 0 0-15,1-1 0 0,0-2-12 0,3 1 12 16,0-1-161-16,0-3-26 0</inkml:trace>
  <inkml:trace contextRef="#ctx0" brushRef="#br1" timeOffset="160918.401">22634 9369 1698 0,'0'0'72'0,"0"0"-58"15,3-2 66-15,-3 2 14 0,3-5 2 0,-3 5 1 16,0 0-28-16,0 0-5 0,2 2-2 0,4 1 0 15,-3 2-18-15,3 0-4 0,0 6-1 0,-3 0 0 16,0 4-10-16,0 1-1 0,0 3-1 0,0 5 0 16,0-1-27-16,-3 1 0 0,0 3 0 0,0-1 0 15,0-2 0-15,0 0 0 0,-3 2 0 0,0-2 0 16,0-3 56-16,0 0 7 0,0 1 1 0,-3-1 0 16,3-3-52-16,-3-2-12 0,3 3 0 0,-3-6 0 15,1-2-25-15,2-1-8 0,0 1-2 0,-3-6 0 16,6-5 23-16,0 0 12 0,0 0-12 0,0 0 12 15,-3-5-18-15,3-6 3 0,0-2 1 0,0 0 0 16,3-3 14-16,0-3-11 0,3 1 11 0,0-3-10 16,-1-1 10-16,4-1-8 0,0-4 8 0,0-2-8 0,3 0 57 15,0-5 12-15,3-1 3 0,3-2 0 0,-3 3-52 0,3 2-12 16,-1-2 0-16,4 4 0 16,-3 1 54-16,0 3 8 0,0-1 2 0,-3 4 0 0,0 1-52 15,-1 4-12-15,-2-1 0 0,0 6 0 16,0 3 0-16,-3 2 0 0,-3 2 0 0,0 4 0 0,0 4 0 15,0 1 0-15,0 2 0 0,0 3 0 0,-3 5 0 16,3 3 0-16,-3 0 0 0,0 3 0 0,0-1 0 0,0 3 0 0,0 3 0 0,0 3 0 16,-3-4 34-16,3 7 4 0,-3-1 1 0,0 2 0 15,0 1-39-15,0 0 0 0,0-3 0 0,0 3 0 16,-3 0-15-16,3-3-1 0,-3 0 0 0,0-3 0 31,0 1-21-31,-3-3-5 0,3-1-1 0,-6-2 0 0,3 1-27 0,-3-4-6 16,0 3 0-16,-3-5-1 0,6 0-152 0,-3-3-31 0</inkml:trace>
  <inkml:trace contextRef="#ctx0" brushRef="#br1" timeOffset="161132.825">22610 9581 2283 0,'-6'-2'48'0,"-3"-1"10"15,9 3-46-15,0 0-12 0,0 0 0 0,3-5 0 16,0-1 41-16,0 1 7 0,3 0 0 0,0 2 1 0,3-2 3 0,3 2 1 0,2 0 0 0,1-2 0 16,3 3-16-16,3-4-3 0,3 1-1 15,0 0 0 1,2-3-33-16,1 2 0 0,3-2 0 0,0 1 0 16,-3-1-96-16,2-3-25 0,1 3-6 0</inkml:trace>
  <inkml:trace contextRef="#ctx0" brushRef="#br1" timeOffset="163154.809">24464 6353 1313 0,'0'0'27'0,"0"0"8"0,0 0-35 0,0 0 0 0,0 0 0 0,0 0 0 16,0 0 100-16,0 0 14 0,0 0 2 0,0 0 1 16,0 0-24-16,0 0-5 0,-6-3 0 0,6 3-1 15,-9 0-31-15,3 0-7 0,0 0-1 0,0 0 0 16,0 3-13-16,1 0-3 0,-1-1-1 0,0 1 0 16,0 2-12-16,0 1-3 0,0 2 0 0,0 2 0 15,0 1-16-15,0-1 8 0,0 3-8 0,0 1 0 16,0-1 0-16,3 0 0 0,0 0 0 0,0 1 0 15,3-1 0-15,0-3 0 0,3 1 0 0,0 2 0 16,3-5 0-16,0 3 0 0,3-3 0 0,0 0 0 16,0 0 0-16,3-3 0 0,3 3 0 0,-4-6 0 15,4 1 0-15,0 0 0 0,0-1 0 0,3 1 0 16,-3-3 18-16,3-3 0 0,-3 1 0 0,-1-1 0 16,1 0 14-16,-3-2 2 0,0 0 1 0,3-3 0 15,-3 3 4-15,-3-1 1 0,0-2 0 0,-3 0 0 16,0 1 0-16,0-1 1 0,0 0 0 0,-3 0 0 15,0-3-8-15,0 1-1 0,0-4-1 0,-3 1 0 0,-3 0-11 0,3 0-3 16,-3-1 0-16,-3 1 0 0,0 0-9 0,-3-3-8 16,3 3 9-16,-6 0-9 0,3-1 9 0,-6 4-9 0,0-3 8 15,0 2-8-15,-3 0 0 0,1 3 0 0,-1-2 0 0,0 2-11 32,-3 3-13-32,3-1-2 0,-3 1-1 0,3 2 0 15,-2 1-26-15,2 2-6 0,0 0-1 0,0 2 0 0,0 1-116 16,3 0-23-16,0 2-5 0</inkml:trace>
  <inkml:trace contextRef="#ctx0" brushRef="#br1" timeOffset="164201.003">23274 6459 1579 0,'0'0'32'0,"0"-5"10"0,3-3-34 0,-1 2-8 0,1 1 0 0,-3 0 0 15,3-1 104-15,-3 6 20 0,3-5 3 0,-3 5 1 16,3-2-52-16,-3 2-9 0,0 0-3 0,0 0 0 16,0 0 5-16,0 0 1 0,0 0 0 15,0 0 0 1,0 5-42-16,0 3-8 0,0 0-1 0,-3 5-1 0,0-2 18 0,-3 2 3 0,4 3 1 0,-7 0 0 16,3-1-32-1,0 1-8-15,-3 3 0 0,3-1 0 16,-3 1-50-16,0-1-11 0,0 1-3 0,3-3 0 0,-3 0 46 0,3-1 9 0,0-1 9 15,0 2-13-15,0-6-8 0,3-2-2 0,-3 0 0 0,0-3 0 16,3 1-9 0,3-6-1-16,0 0-1 0,0 0 0 0,0 0 34 0,0 0 0 0,0 0 0 0,0 0 0 15,0-11 0-15,3 0 0 0,0-2 0 0,0 0 0 16,3-3 10-16,3-2 9 0,-3-1 1 0,3 1 1 16,0-1-2-16,3-2-1 0,0 2 0 15,3 1 0-15,-3-1 6 0,3-2 2 0,-4 3 0 0,4-4 0 16,0 4-3-16,0-3-1 0,0 2 0 0,0 1 0 15,-3-1 15-15,0 6 3 0,0-3 1 0,0 6 0 16,-7-1-33-16,4 6-8 0,-3-3 0 0,0 5 0 16,-3 0 0-16,3 3 0 0,-3 0 0 0,3 6 0 15,-3-4 0-15,0 4 0 0,0 2 0 0,-3 2 0 16,3 1 0-16,0-1 0 0,0 4 0 0,-3-1 0 16,3 3 0-16,0 0 0 0,-3-1 0 0,3 1 0 15,-3 0 0-15,0 0 0 0,3 0 0 0,-3-3 0 16,0 3 0-16,0-3 0 0,0 0 0 0,0 3 0 15,-3-5-49-15,3 2-12 0,0 0-3 0,-3-2 0 16,0 0-153-16,3-1-31 0,-3-5-7 0</inkml:trace>
  <inkml:trace contextRef="#ctx0" brushRef="#br1" timeOffset="164752.942">23327 6559 1516 0,'-12'-8'32'0,"0"1"6"0,0 1-30 0,3-2-8 0,1 3 0 0,-1 0 0 15,0 2 76-15,3 0 13 0,3 1 3 0,3 2 1 16,0 0-29-16,0 0-7 0,0 0-1 0,0 0 0 16,0 0-24-16,0 0-6 0,6 0-1 0,3 0 0 15,0 2 8-15,5 1 2 0,1 0 0 0,0-3 0 16,3 2-5-16,3-2-1 0,0 0 0 0,3 0 0 16,-4 0-17-16,4 0-4 0,3-2-8 0,0 2 12 15,-3 0-12-15,2-3 0 0,1 3 0 0,0-3 0 16,-3 3 8-16,-3-2-8 0,2 2 0 0,-2 0 9 15,-3 0-9-15,-3 0 0 0,0-3 0 0,-3 3 8 16,-3 0 4-16,0 0 0 0,-3 0 0 0,-3 0 0 16,-3 0-2-16,0 0 0 0,0 0 0 0,0 0 0 15,0 0 44-15,0 0 9 0,0 0 1 0,0 0 1 16,0 0-37-16,0 0-8 0,0 0-2 0,0 0 0 16,0 0-18-16,-6 3 10 0,6-3-10 0,-6 5 8 15,0 3-8-15,0-3 0 0,3 1 0 0,-3 2 0 16,0-3 0-16,3 3 0 0,0 2 0 0,0-2 0 0,0 0-8 15,0 3 8-15,3-1 0 0,0 1 0 16,0 0 0-16,0-1-9 0,3-2 9 0,0 0 0 16,0 0-8-16,3 0 8 0,0 0 0 0,0-3 0 0,3 0 0 15,0-2-8-15,-3-3 8 0,3 3 0 0,-1-3 0 16,-2 0 0-16,3-3 0 0,0 3 0 0,-3-5 0 0,3 2 8 16,-3-2-8-16,3 0 9 15,-3-3 5-15,0 0 1 0,3 0 0 0,-3-3 0 0,0 3 12 0,0-2 2 0,-3-1 1 16,3-2 0-16,-3 2-30 0,-3-2 0 0,3 0 0 0,-3 2 0 15,-3-2 37-15,3 2 2 0,-3 1 0 0,0-1 0 16,0-2-30-16,-3 5-9 0,0-3 0 0,0 1 0 16,-3 2 0-16,3 3 0 0,-3-1 0 0,-3 1-9 15,3 5-25-15,-6-3-5 16,3 3-1-16,-2 3 0 0,-1 0-112 0,-3-1-24 0,-3 1-4 16</inkml:trace>
  <inkml:trace contextRef="#ctx0" brushRef="#br1" timeOffset="165757.503">22327 6501 1427 0,'0'0'29'0,"0"0"9"0,0 0-30 0,0 0-8 0,0 0 0 0,0 0 0 16,0 0 108-16,0 0 20 0,0 0 4 0,0 0 0 15,0 0-38-15,0 0-8 0,0 0-2 0,0 0 0 16,3 3-33-16,3 2-7 0,-3 0-2 0,0 1 0 15,0 4-4-15,-3 1-1 0,3-1 0 0,-3 4 0 16,3-1-37-16,-3 3-16 0,0-3 0 0,0 6 1 16,-3-4 15-16,3 1 0 0,-3 0 0 0,3-3 0 15,0 3 16-15,-3-2-3 0,0-4-1 0,3 3 0 16,-3-5-12-16,0 3-12 0,0-3 3 0,0 0 0 16,0 0 9-16,0-3 12 0,0 0-2 0,3-5-1 15,-3 6-9-15,3-6 0 0,0 0-12 0,0 0 12 16,0 0 0-16,0 0 0 0,0 0 0 0,0 0 0 15,-3-6 0-15,0 1 8 0,3-3-8 0,3 0 0 16,-3-2 20-16,3-4-2 0,0 1 0 0,3-3 0 16,-3-2 6-16,3-1 0 0,3 1 1 0,-3-4 0 15,3 4 0-15,0-3 0 0,3 2 0 0,-1 1 0 16,-2-1-2-16,3 3-1 0,-3-2 0 0,3 2 0 16,0 3-6-16,-3-1-2 0,0 1 0 0,0 3 0 15,0 2-14-15,0 0 11 0,3 2-11 0,-6 1 10 16,3 3-10-16,-4 2 0 0,4 2 0 0,-3 3 0 15,0 1 0-15,-3 4 0 0,3 1 0 0,-3 2 0 16,0-2 0-16,0 5 0 0,0-3 0 0,-3 3 0 16,0-3 0-16,3 3-11 0,-3 2 11 0,0-2-12 15,0 0-18-15,-3 0-4 0,0 3-1 0,0-4 0 16,0 1-30-16,-3 0-7 0,3-3 0 0,-3 3-1 16,3-5-139-16,-3-1-28 0,0 1-6 0</inkml:trace>
  <inkml:trace contextRef="#ctx0" brushRef="#br1" timeOffset="166265.047">22387 6694 1579 0,'-9'-10'32'0,"3"-1"10"0,0 3-34 0,3 0-8 0,0 0 0 0,0 0 0 16,0 3 104-16,3 0 18 0,0 5 4 0,3-3 1 16,0-2-71-16,3 5-13 0,0-3-3 0,0 3-1 15,3 0-9-15,2 0-2 0,1 0 0 0,0 3 0 16,3 0-8-16,0-1-3 0,0 4 0 0,3-4 0 15,0 1-9-15,-4-1-8 0,4 1 9 0,0 0-9 16,0-3 8-16,-3 2-8 0,3-2 0 0,-6-2 9 16,3 2-29-16,-4-3-5 0,4 0-2 0,-3 3 0 15,0-2 27-15,-3-1 0 0,0 1 0 0,0-1 0 16,0 0 0-16,-3 3 0 0,-3-2 0 0,3-1 0 16,-6 3 46-16,0 0 14 0,0 0 4 0,0-3 0 15,0 3 0-15,3-5 0 0,-3 5 0 0,0-5 0 16,0 5-52-16,0-6-12 0,0 1 0 0,0 5 0 15,0-3 0-15,0 3 0 0,0-5 0 0,0 0 0 16,0 5 54-16,0-5 8 0,0 2 2 0,0 3 0 0,0-5-52 16,0 5-12-16,0 0 0 0,0 0 0 0,0 0 0 15,0 0 0-15,0 0 0 0,0 0 0 0,0 0 0 0,0 0 0 0,0 0 0 16,0 0 0-16,0 0 30 0,0 0 3 0,0 0 1 16,0 0 0-1,0 0-26-15,-3 8-8 0,3 0 0 0,-3 2 0 0,3-2 0 16,-3 5 8-16,0 1-8 0,3-1 0 0,-3 3 0 0,0-1 0 0,3 1 0 15,-3 0 0-15,3 0 0 0,-3 0 0 0,0-3 0 16,3 3 0-16,-3-3 28 0,0 1-2 0,0-1 0 0,3-3 0 16,-3 4-41-16,0-4-8 0,3 1-1 0,-3-3-1 31,0 2-11-31,3-2-3 0,-3-2 0 0,0 1 0 0,3-1 39 0,-3 2 0 0,3-3 0 0,0-5 0 31,0 3-110-31,0-3-14 0,0 0-4 0</inkml:trace>
  <inkml:trace contextRef="#ctx0" brushRef="#br1" timeOffset="167568.279">21249 6551 1780 0,'0'0'50'0,"0"0"12"15,0 0-50-15,0 0-12 0,3 3 0 0,-3-3 0 16,6 5 88-16,-3 1 16 0,0-1 2 0,0 6 1 16,-3-1-49-16,3 1-10 0,-3 2-1 0,-3 3-1 15,3 0-29-15,-3 2-5 0,0-2-2 0,0 3 0 16,-3-1-2-16,3-2-8 0,-3 0 12 0,1 0-4 16,-1-3-8-16,0 0 0 0,0 1 0 0,0-4 0 15,0 1 8-15,0-1-8 0,3-2 8 0,-3 0-8 16,3 0 8-16,-3-3-8 0,3 1 0 0,3-6 8 15,0 0 0-15,0 0 0 0,0 0 0 0,0 0 0 16,0 0 6-16,0 0 1 0,0 0 0 0,0-6 0 16,-3-2-3-16,3 0 0 0,3 1 0 0,-3-7 0 15,3 4 8-15,3-3 2 0,-3-3 0 0,3 0 0 0,0-3-2 0,0-2-1 16,0 0 0-16,3-3 0 0,0 3 1 16,-1-3 1-16,4 0 0 0,-3 3 0 0,0 0-1 0,3 2 0 15,-3 1 0-15,3 2 0 16,-3 3-7-16,0 0-1 0,3 2-1 0,-6 0 0 0,3 3-3 15,-3 3-8-15,0 0 12 0,0 5-4 0,-1 0-8 16,-2 0 0-16,0 5 0 0,0 0 8 0,0 3-8 0,0 0 0 0,0 3 0 16,0 2 0-16,-3-2 0 0,0 2 0 0,3 0 0 15,-3 3 0-15,0 0-24 0,3 0 0 0,-3 0 0 0,0 2 0 16,0-2-25 0,0 0-6-16,0-3-1 0,0 3 0 15,0-3-9-15,-3 1-3 0,3-1 0 0,-3-3 0 0,0 1 28 0,0-3 4 16,-3 0 2-16,3 0 0 0,0-3-24 0,-3 0-5 0,1 1-1 15,5-6 0-15,-6 2 52 0,6-2 12 0,-6 0 0 0,0 0 0 16,0 0 0-16,3-2 0 0,-3-1 0 0,0 0 0 16,0 1 0-16,0-4 0 0,3-2 0 0,-3 3 0 15,0-3 49-15,3 0 13 0,-3 0 2 0,3 0 1 16,-3 0-21-16,3 1-4 0,0-1 0 0,3-3-1 16,-3 3-11-16,3 3-3 0,-3-1 0 0,3 1 0 15,0 0-9-15,0 5-3 0,3-5 0 0,-3 5 0 16,3-3-13-16,3 0 0 0,0 3 0 0,0-2 0 15,3 2 0-15,0 0 0 0,0 2 0 0,3-2 0 16,0 0 0-16,3 3 0 0,-4-3 0 0,1 3 0 16,3-3-13-16,-3 2 1 0,3-2 0 0,0 3 0 15,0-3 12-15,0 3 0 0,0-1 0 0,-1-2 0 16,1 3 0-16,-3-1 0 0,0 1 0 0,0-3 0 0,-3 3 0 16,-3-3 0-16,3 2 0 0,-3-2 0 15,-3 0 0-15,-3 0 0 0,6 0 0 0,-6 0 0 0,6-2 48 0,-3-1 13 0,0 0 3 16,-3 3 0-16,6-5-52 0,-3 3-12 0,0-4 0 15,3 1 0-15,-3 0 0 0,-1-1 0 16,4 1 0-16,0 2 0 0,-3-2 54 0,3 3 8 0,0-4 2 16,0 4 0-16,0-1-52 0,0 3-12 0,3-3 0 15,-3 3 0-15,0 0 0 0,3 0 0 0,-3 3 0 0,0 0 0 16,0-1 0-16,-3 4 0 0,0-1 0 0,0 3 0 16,-3 2 0-16,0-2 0 15,0 5 0-15,-3 1 0 0,-3 2 0 0,0-1 0 0,-3 1 0 0,0 0 0 16,0 3 0-16,-3-3-12 0,-3 2 3 0,3-2 0 15,-3 0 9-15,4 0 12 0,-1 0-2 0,-3 0-1 16,6-3-9-16,-3-3 0 0,3 4 0 0,3-4 0 16,0 1 0-16,0-3 0 0,3 0 0 0,0 0 0 15,6-1 0-15,0-1 0 0,3-1 0 0,0 0 0 16,3-2 0-16,3 0 0 0,3-3 0 0,0 2 0 16,2-2-11-16,1 0-4 0,3 0-1 0,0-2 0 15,0 2 26-15,0-3 5 0,0-2 1 0,2 2 0 16,-2-2-16-16,-3-1-18 0,3 4 4 0,0-3 1 15,0-1 21-15,-4 1 4 0,1 0 0 0,0 2 1 16,0-2-164-16,-6 2-33 0,3 0-6 0</inkml:trace>
  <inkml:trace contextRef="#ctx0" brushRef="#br1" timeOffset="168281.416">20115 6753 2024 0,'-12'-11'42'0,"12"11"10"15,-3-3-41-15,-2-2-11 0,2 2 0 0,3 3 0 16,0 0 77-16,0 0 14 0,0 0 2 0,0 0 1 16,0 0-51-16,-3 3-11 0,-3 2-1 0,3 1-1 15,0 4-30-15,0 1 0 0,0 2 0 0,-3 0 0 16,3 6 0-16,-3-3 0 0,3 2 0 0,-3 1 0 0,3-3 0 16,-3-1 0-16,0-1 0 0,3 2 0 15,-3-3-9-15,0 0-2 0,3-2 0 0,-3 2 0 0,0-5 11 0,0 2 0 0,0-2 0 16,0-2-8-16,0-1 8 0,3-2 0 15,3-3 0-15,0 0 0 0,0 0 16 0,-3-3-2 0,1-2 0 0,-1-1 0 16,3-2 11-16,0-2 3 0,3-1 0 0,-1 1 0 16,4-4 5-16,0-1 2 0,0 1 0 15,0-2 0-15,3 1 1 0,0-4 1 0,0 0 0 0,3-2 0 16,0-2-4-16,0-1-1 16,0-3 0-16,3 3 0 0,-4-2-5 15,4-1-2-15,0 1 0 0,-3 2 0 0,0 3-7 0,0 3-2 0,-3 2 0 0,0 0 0 16,0 5-5-16,-3 3-2 0,3 3 0 0,-3 0 0 15,0 2-9-15,-3 3 0 0,2 3 0 0,-2 2 0 16,3 3 24-16,-3 0-1 0,0 5 0 0,0 3 0 16,0 0-23-16,-3 2 0 0,3 4 0 0,-3-1 0 15,3 0-47-15,-3 0-13 0,0-2-4 16,3 2 0-16,-3-3 52 0,0 3 12 0,3-5 0 0,-3 3 0 16,0-1-105-16,-3-2-19 0,3-3-3 0,-3 3-1 15,0-2-51-15,0-4-10 0,0 1-3 0</inkml:trace>
  <inkml:trace contextRef="#ctx0" brushRef="#br1" timeOffset="168922.636">20095 6888 1579 0,'-24'-14'32'0,"15"12"10"0,0-4-34 16,3 4-8-16,3-4 0 0,-3 4 0 0,6 2 81 0,-3-3 15 0,3 3 2 0,0 0 1 15,3-5-56-15,0 2-11 0,0 1-3 0,6-4 0 16,0 6 28-16,3-2 6 0,0-1 1 0,-1 0 0 15,4 3-52-15,0-2-12 0,0-1 0 0,3 0 0 16,0 3 0-16,0-2 0 0,-3-1 0 0,2 0 0 16,1 3 0-16,0-2 0 0,0-1 0 0,0 1 0 15,0-1 0-15,-3 0 0 0,0 3 0 16,-1-2 0-16,1 2 0 0,-3-3 0 0,0 0 0 0,-3 3 0 16,0-2 0-16,0 2 0 0,-3-3 0 0,0 0 0 15,-3 1 16-15,-3 2 1 0,6 0 0 0,-6 0 0 16,3-6 23-16,-3 6 4 0,3-2 0 0,3-4 1 15,-3 4 1-15,0-3 0 0,3-1 0 0,-3 4 0 16,0-4-6-16,2 4 0 0,1-4-1 0,-3 1 0 16,3 2-12-16,3-2-3 0,-3 2 0 0,0-2 0 15,3 3-5-15,-3-1-2 0,3 0 0 0,-3 1 0 16,0-1-5-16,0 0 0 0,0 3-1 0,-3 0 0 16,-3 0-11-16,6 6 8 0,-6-6-8 0,3 2 8 15,-3 6-8-15,3-3 0 0,-3 3 0 0,0 3 0 16,-3-3-10-16,0 3-1 0,0-4 0 0,0 4 0 15,-3 0-9-15,0-1-3 0,0-2 0 0,0 3 0 16,0-3 7-16,0 2 2 0,0-2 0 0,0 0 0 16,0 0 14-16,3-3-12 0,0 3 12 0,0-2-12 15,3-6 12-15,0 0 0 0,0 0-10 0,0 0 10 16,0 0-18-16,3 5 1 0,3-2 0 0,0-3 0 16,0 2 17-16,3-2 0 0,0-2 0 0,0 2 0 15,0-3 0-15,0 3 0 0,0-3 0 0,0 1 0 0,0-1 21 0,-1 0 8 16,1 3 2-16,0-2 0 0,-3 2-14 0,3-3-2 15,-3 3-1-15,0 3 0 0,0-3 3 0,-3 2 1 16,0 4 0-16,0-1 0 0,-3 0-2 0,0 0-1 16,0 3 0-16,-6 3 0 0,3-3-15 15,-3 3 11-15,-3-1-11 0,0 1 10 0,0 2-23 0,-3 3-5 0,1-3-1 16,-4 3 0-16,-3 0 19 0,3 0 0 0,-3-3 0 0,-3 3 0 31,0-3-30-31,1 3-2 0,2-3-1 0,-3 0 0 16,0-2-27-16,0-1-4 0,3 1-2 0,-3-3 0 15,1 0-175-15,2 0-35 0</inkml:trace>
  <inkml:trace contextRef="#ctx0" brushRef="#br1" timeOffset="169949.277">18803 6647 1652 0,'0'0'34'0,"0"0"9"0,0 0-35 0,-6-3-8 0,3 0 0 0,-6 3 0 16,3 0 96-16,0 0 18 0,-3 3 3 0,0 0 1 15,0 2-53-15,0 0-10 0,0 1-3 0,-3 2 0 16,0-1-39-16,4 4-13 0,-7 2 8 0,6 1-8 16,-3 1 55-16,3 1 7 0,0 3 2 0,0-1 0 15,3 1-52-15,3-1-12 0,-3 4 0 0,3-4 0 16,3-2 0-16,3 2 0 0,0-2 0 0,0-2 0 16,6-1 0-16,-3 0 0 0,6-5 0 0,0 3 0 15,0-4 0-15,6-1 0 0,-4-1 0 0,4-2 0 16,0-1-13-16,0-2-6 0,3-2-1 0,0-1 0 15,-3-2 32-15,2-1 5 0,1 1 2 0,-3-3 0 16,0-2 21-16,0 2 4 0,-3-5 0 0,0 2 1 16,-4 0-20-16,-2-2-4 0,0 0-1 0,-3-3 0 15,0 0 36-15,-3 0 6 0,0 0 2 0,0 1 0 16,-6-4 0-16,3 0 0 0,-6-2 0 0,3 3 0 16,-6-3-52-16,3 2-12 0,-3-2 0 0,-2 2 0 15,-4 4 0-15,0-1 0 0,0 2 0 0,-3 1 0 16,0 3 0-16,3 2 0 0,-3 0 0 0,-2 2 0 15,2 4-48-15,0 2-13 0,-3 2-3 0,3 1 0 16,-3 2-153-16,0 1-31 0</inkml:trace>
  <inkml:trace contextRef="#ctx0" brushRef="#br1" timeOffset="170690.792">17472 6594 1824 0,'-6'0'38'0,"0"-3"8"0,0 3-37 0,0 0-9 0,0 0 0 0,0 0 0 15,0 3 104-15,3-3 20 0,-2 2 3 0,-1 1 1 16,0 2-52-16,3-2-9 0,-3 5-3 0,3 0 0 16,-3 0-39-16,3 2-8 0,0 4-1 0,0-1-1 15,0 0-24-15,0 3-5 0,0 3-1 0,3-4 0 16,-3 1 15-16,3 3 0 0,0-3 0 0,0 2 0 16,3-2 48-16,-3 0 13 0,3 0 3 0,3-3 0 15,0-2-103-15,0-1-20 0,3 1-4 0,0-3-1 16,0-3 103-16,2 0 20 0,1-2 4 0,0 2 1 15,3-2-52-15,0-3-12 0,0-3 0 0,0 1 0 16,3-1 0-16,-3 0 0 0,2-5 0 0,1 3 0 16,-3 0 54-16,0-3 8 0,0-3 2 0,-3 3 0 15,0-2-52-15,0-1-12 0,-3-2 0 0,-4 2 0 16,1-2 44-16,-3 0 5 0,0-3 2 0,-6 0 0 16,0 0-21-16,-3-2-4 0,1-1-1 0,-4-2 0 15,-3 5-13-15,-3-2-4 0,0 2 0 0,-3 0 0 16,0 5-8-16,0-2 0 0,0 5 0 0,-2 3 0 15,-1 0-12-15,0 5-7 0,3 2-1 0,-3 6-1 16,0 0-148-16,-2 0-30 0</inkml:trace>
  <inkml:trace contextRef="#ctx0" brushRef="#br1" timeOffset="173470.236">15502 15119 2030 0,'0'0'57'0,"-6"0"14"0,0 0-57 0,3-2-14 0,-3 2 0 0,0-3 0 15,0 3 83-15,0 0 13 0,0-3 4 0,0 3 0 16,-3 3-58-16,3 0-11 0,-3 2-3 0,3 0 0 15,-3 3 29-15,0 3 6 0,0-1 1 0,-2 6 0 16,5 3-52-16,-3 2-12 0,0 0 0 0,-3 5 0 16,6-2 0-16,-3 3 0 0,0-1 0 0,3 3 0 15,-3 0 0-15,3 3 0 0,3 3 0 0,-3 2 0 16,6 0 0-16,0 0-8 0,0 0-1 0,6 0 0 16,-3-5-5-16,3-3-1 0,3-3 0 0,3-2 0 15,-3-3-21-15,3-2-4 16,3-4 0-16,0 1-1 0,-1-2 25 0,7-6 4 0,0-3 2 0,0-3 0 15,3-2-6-15,-3-2-2 0,5-1 0 0,-2-5 0 16,0 0 18-16,-3-5 0 0,3 2-8 0,-1-4 8 16,-5 1 12-16,0-4 7 0,0 2 1 0,-6 0 0 15,3-2 43-15,-6-1 9 0,0 1 1 0,0-1 1 16,-6 0-59-16,0 1-15 0,-3-3 0 0,-3 5 0 16,0-3 54-16,0 4 8 0,-3-1 2 0,-3 2 0 15,-3 4-21-15,-3-3-4 0,0 5-1 0,-3 0 0 0,0 0-22 0,-2 5-5 16,-4 1-1-16,0-1 0 0,0 3 5 0,0 3 1 15,0 2 0-15,-2 3 0 0,2 2-28 0,3 1-6 0,0 2-1 16,-3 3 0 0,10 0-21-16,-4 2-4 0,6 4 0 0,0-4-1 15,3 1-15-15,0-1-4 0,3-2 0 0</inkml:trace>
  <inkml:trace contextRef="#ctx0" brushRef="#br1" timeOffset="174054.765">16058 15297 2672 0,'-6'2'76'0,"0"1"16"15,0-1-73-15,0 1-19 0,0 0 0 0,3 2 0 16,-2 0 20-16,2 1 0 0,-3 2 0 0,3-1 0 15,-3 7 15-15,3-4 3 0,0 4 1 0,-3 4 0 16,3 1-31-16,0-1-8 0,0 6 0 0,3 0 0 16,-3 2 0-16,3 1 0 0,0 4 0 0,0-1-8 15,0-4-7-15,0 0-1 0,3 1 0 0,-3-3 0 16,3-6-2-16,-3 1-1 0,0-6 0 0,3 3 0 16,-3-6 6-16,0 1 1 0,0-3 0 0,0 3 0 15,0-9 1-15,0-2 1 0,0 0 0 0,0 0 0 0,0 0-12 16,0 0-2-16,0-8-1 0,3-2 0 0,-3-4 13 0,0-4 2 15,3-1 1-15,-3-7 0 0,3-1 9 16,0-4 11-16,0-4-3 0,0 1 0 0,0 0 13 16,3-1 3-16,-3 1 0 0,3-3 0 0,-1 2-1 0,1-2 0 15,3 0 0-15,0-2 0 0,-3 4 11 0,3-2 2 16,0 0 1-16,0 5 0 0,0 3-8 0,0 3-1 0,0-1-1 0,0 9 0 16,-3-1-27-1,3 6 0-15,-3 2 0 0,3 1 0 0,-4 5 0 0,4-1 0 0,-3 1 0 0,0 5 0 16,0 0 0-16,0 3 0 0,0-1 0 0,0 6 0 15,0 0 0-15,3 3 0 0,-3 2 0 0,0 3 0 16,0 2 0-16,0 6 0 0,0 0 0 0,3 2 0 16,-3 6 0-16,-3 0 0 0,3 2 0 0,0 1 0 15,-3-4 0-15,2-1 0 0,1-1 0 0,-3 0 0 16,0 3 0-16,3-3 0 0,-3 5 0 0,0-2 0 16,0 2-43-16,0 1-13 15,0-1-4-15,-3-2 0 0,3-6 2 16,-3 1 0-16,0-6 0 0,0 0 0 0,0-5-22 15,0 0-5-15,0-3-1 0,-3 0 0 0,3-2-112 0,-3-3-22 0</inkml:trace>
  <inkml:trace contextRef="#ctx0" brushRef="#br1" timeOffset="174302.82">16023 15400 1990 0,'-9'2'41'0,"0"-2"11"0,3 0-42 0,6 0-10 0,0 0 0 0,0 0 0 16,0 0 73-16,0 0 13 0,0 0 2 0,0 0 1 15,0 0-29-15,0 0-7 0,6 0-1 0,3 0 0 16,2 0-4-16,4-2 0 0,0 2-1 0,3-3 0 16,0 0-15-16,3 1-4 15,3-1 0-15,-1-2 0 0,4 2-28 0,3-2 0 0,3 0 0 0,2-1 0 31,4-4-86-31,0-1-10 0,3-5-3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21T23:10:21.91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13126 3239 1178 0,'0'0'24'0,"0"0"6"0,0 0-30 0,0 0 0 0,0 0 0 0,0 0 0 15,0 0 88-15,0 0 12 0,0 0 3 0,0 0 0 16,0 0-13-16,0 0-2 0,0 0-1 0,0 0 0 16,0 0-40-16,-3 5-8 0,-3 0-2 0,3 3 0 15,0 0-17-15,0 3-3 0,0-1-1 0,0 6 0 16,-2 5-6-16,2-2-2 0,0 7 0 0,-3 3 0 16,3 1-8-16,0-4 0 15,0 3 0-15,0 3 0 0,0 0 0 0,0-3 0 0,0 0 0 0,3 0 0 16,-3 3-9-16,3 2-7 0,0 1-2 0,3-1 0 15,-3-2 30-15,3-1 7 0,-3 1 1 0,3-3 0 16,0 0-20-16,-3-7 0 0,3 1 0 0,-3-1 0 16,0-4 0-16,3 3 10 0,0-5-10 0,-3 3 8 15,3-4-8-15,0 1 0 0,-3-2 0 0,3-1 0 16,0 3-17-16,0-6-6 0,-1 1-1 0,1-1 0 16,0 1 41-16,0-3 8 0,0 0 2 0,3 0 0 15,-3 0-19-15,3-6-8 0,0 1 8 0,0 0-8 16,0-1 11-16,3-2-3 0,-3 3-8 0,3-3 12 15,3-3-12-15,-3 3 11 0,3-2-11 0,3-1 10 16,-4 0-10-16,4 1 12 0,3-4-12 0,0 4 12 16,3-6-12-16,-3 0 0 0,3 3 0 0,-1-3 0 0,4 0 16 15,6 0-3-15,0 0 0 0,3 0 0 0,-1 3-13 16,1-1 0-16,3 4 0 0,-1-6 0 16,1 3 0-16,-3-1 0 0,3 4 0 0,-1-4 0 0,4 4 0 0,3-6 0 15,-1 2 0-15,4 4 0 0,-3-4 12 0,2 4-4 0,-2-1-8 16,6 1 12-16,-4 2-12 0,4-8-8 0,-3 8 8 15,5-8-13-15,-5 5 13 0,2 0 12 0,1-2-3 0,3 2 0 16,-7 1-9-16,4-1-12 0,0 1 2 0,-1 2 1 16,1-6 9-16,-1 4 12 0,1-4-2 0,0 4-1 15,-4-1-9-15,1 0-12 0,-3 1 2 0,5-1 1 16,-5-2 9-16,3 2 0 0,-4 0 0 0,4 3 0 16,-3-5 0-16,-4 5 12 0,4-2-2 15,0 2-1-15,-4 0-9 0,1 0-12 0,3 0 2 0,2-6 1 16,-5 6 9-16,-3-2 0 0,3 2 0 0,-1 0 0 15,1-3 0-15,-3 3 0 0,-1-3 0 0,1 1 0 16,0-1 0-16,0 3 0 0,-1-3 10 0,4 3-10 16,-3-5 0-16,-1 5-15 0,-2-3 2 0,3 3 0 15,0-5 0-15,-4 2 0 0,1 1 0 0,3 2 0 16,-4 0 13-16,-2-3 0 0,3 1 0 0,0 2 0 16,-3-3 0-16,-4 3 0 0,4 0 0 0,0-3 0 15,-3 3-9-15,-1 0 9 0,1 0-8 0,-3 0 8 16,0 0-12-16,0 0 2 0,-1 0 1 0,4 0 0 15,-6 0 9-15,3 3 0 0,-3-3 0 0,0 0-8 16,-1 0 8-16,-2 0 0 0,3 0 0 0,-3 3 0 16,-3-3 0-16,3 0 0 0,0 2 0 0,-1 1 0 0,-2-1 0 0,0 1 0 15,0-3 0-15,-3 5 0 0,3-5 0 0,-3 3 0 16,0-3 0-16,0 5 0 0,-1-5 0 16,1 0 0-16,-3 0 0 0,0 0 0 15,0 0 0-15,0 0 0 0,0 0 0 0,0 0 0 0,0 0 0 0,-3 0 0 16,3-5 0-16,-3 2 0 0,0 3 0 0,0-5 8 0,-3 0-8 15,3 0 11-15,0-1 8 0,-4-2 1 0,4 0 1 16,-3-2 0-16,3-3 3 0,-3-1 1 16,0-4 0-16,3-1 0 0,0 1-3 0,-3-1-1 0,3-7 0 15,0 5 0-15,-3-3-2 0,3 3-1 0,0-1 0 16,-3-1 0-16,3-1 1 0,0-5 0 0,0 2 0 0,-3-4 0 16,3 1 8-16,0-1 1 0,-3 2 1 0,3-6 0 15,-3 3 1-15,0 3 0 0,0 0 0 0,-3 5 0 16,3-2-5-16,-3-1-1 0,0 6 0 0,-3-5 0 15,0 5-12-15,0 2-2 0,3-2-1 0,-6 0 0 16,3 5-9-16,0-5 12 0,0 5-12 0,0 0 12 16,0 3-12-16,-3-3 8 0,0 0-8 0,0 3 8 15,0 5-8-15,0-8 0 0,0 5 0 0,-3 1 0 16,3 2 0-16,-6-3 0 0,0 3 8 0,0 0-8 16,-2 6 0-16,-1-9 0 0,0 9 0 0,-6-4 0 15,0 4 0-15,0-4 0 0,-5 4 0 0,2 2 0 16,-6-6 0-16,3 4 0 0,-3 2-9 0,-2-6 9 15,-4 4 0-15,0-1-12 0,-2 0 12 0,-7 3-10 16,0-5-2-16,-5 3-1 0,-1 2 0 0,-6 0 0 16,1-6 0-16,-1 4 0 0,-2 2 0 0,-7 0 0 15,4-6 2-15,-1 4 1 0,-5 2 0 0,-1-6 0 0,4 6 10 16,-4 0-8-16,4 0 8 0,-6 6-8 16,5-6 8-16,1 8 0 0,-1-8 0 0,-5 8 0 0,11-6 0 15,-2 3-12-15,-1-2 12 0,1 0-12 0,5 5 12 0,3 0 8 16,1 0-8-16,2 0 11 0,4-3-11 0,2 3-12 0,3-8 2 15,-2 8 1-15,5-8 9 0,0 8 0 0,4-8-9 0,-4 5 9 16,6-2 0-16,-3-1 0 0,7 4 0 0,-7-6 0 16,3 5 0-16,-3-5 0 0,4 0-9 0,-7 0 9 15,3 2 0-15,1 4 0 0,-4-6 0 0,3 2 0 16,0 4 0-16,4-6 17 0,-1 2-1 0,-3 1-1 16,3-3-27-16,1 3-4 0,-4-1-2 15,-3 1 0-15,7 0 18 0,-1-3 0 0,0 5 0 0,0-5 0 16,7 0 11-16,-1 3 5 0,0-3 2 0,3 0 0 15,0 5-18-15,4-5 0 0,-1 0 0 0,0 0 0 16,0 0 0-16,0 2 0 0,0-2 0 0,3 0 0 16,-2 6 0-16,2-6 0 0,3 0 0 0,-3 0 0 15,3 0 0-15,0 2 0 0,0-2 0 0,0 3 0 16,4 0 0-16,-1 2 0 0,0-5 0 0,0 0 0 16,0 3-13-16,3 2-7 0,0-5 0 0,-3 0-1 15,3 3 21-15,-3 2 0 0,3-5 0 0,1 0 0 16,-4 2 12-16,3 4 8 0,-3-6 0 0,0 2 1 15,0 1-21-15,-3 5 0 0,0-8 0 0,-3 8 0 16,0-8 0-16,4 8 0 0,-4-5 0 0,-3-1 0 16,6 3 0-16,-3-2 0 0,3 5 0 0,0-8 0 0,0 3 0 15,4 2 0-15,-1-5 0 0,3 3 0 0,0 2 0 0,3-5 0 16,0 0 0-16,6 0 0 16,0 0-28-16,0 0-11 0,0 0-1 0,0 0-1 15,6 5-89-15,0 1-18 0,3-1-3 0</inkml:trace>
  <inkml:trace contextRef="#ctx0" brushRef="#br0" timeOffset="8043.087">10066 9007 2030 0,'0'0'57'0,"-6"3"14"15,-3-1-57-15,3 1-14 0,-2 2 0 0,-4 1 0 16,0-1 54-16,0 3 8 0,0-3 2 0,-6 6 0 16,3 2 0-16,-3 0 0 0,-3 3 0 0,1 2 0 15,-4 1-52-15,3 0-12 0,0 2 0 0,0 2 0 16,1-1 0-16,-1-1 0 0,3 0 0 0,-3 3 0 16,0-3 30-16,0 0 3 0,0-2 1 0,-2 4 0 15,-1-1-26-15,0-1-8 0,-3 3 0 0,0-1 0 16,4-1 0-16,-1-1 0 0,0 0 0 0,3 0 0 15,0-2-24-15,3-3 0 0,1-3 1 0,2 0 0 16,0-2-40-16,3-1-8 0,3-5-1 0</inkml:trace>
  <inkml:trace contextRef="#ctx0" brushRef="#br0" timeOffset="8365.376">9349 9237 1922 0,'0'0'54'0,"0"0"13"0,0 0-54 0,0 0-13 0,0 0 0 0,0 0 0 16,0 0 77-16,0 0 13 0,0 0 2 0,0 0 1 15,0 0-43-15,0 0-9 0,6 0-1 0,-3 0-1 16,3 0-11-16,3 3-3 0,-3 2 0 0,3 0 0 16,0 1 11-16,0 2 3 0,2 0 0 0,-2 0 0 15,3-1-27-15,0 4-12 0,0 0 10 0,3 2-10 16,0 0 11-16,0 0-11 0,0 1 12 0,2 1-12 15,-2 4 9-15,3-1-9 0,-3 1 0 0,3 2 9 16,-6 0 2-16,3 0 0 0,-3 1 0 0,3-1 0 16,-4 0-11-16,1-2 0 0,0-1 0 0,0-2 0 15,0-3 0-15,0 0-12 0,-3-2 2 0,3-3 1 16,0 0-31-16,-3-3-7 0,3 0-1 16,-1-2 0-16,4-3-219 0,0 0-44 0</inkml:trace>
  <inkml:trace contextRef="#ctx0" brushRef="#br0" timeOffset="8586.732">10099 9491 1420 0,'9'-24'29'0,"-9"16"8"0,6 3-29 0,-6-3-8 0,3 3 0 0,-3 5 0 16,0 0 86-16,0 0 16 0,0 0 3 0,0 0 1 15,0 0 14-15,0 0 2 0,0 0 1 0,0 0 0 16,0 0-43-16,-3 8-9 0,3-3-2 0,-3 6 0 16,0-3-55-16,0 2-14 15,3 1 0-15,-3 2 0 0,3 0 19 0,-3 1 1 0,3 1 0 0,0 1 0 16,0 0-10-16,0 0-2 0,0-3 0 0,0 6 0 31,0-6-28-31,0 3-7 0,0 0-1 0,-3-3 0 0,3 3 47 0,-3 0 9 0,3 0 1 16,-3 0 1-16,0-3-54 15,3 3-10-15,-3-6-2 0,0 3-1 0,0 1-103 0,0-4-20 16,0 1-4-16</inkml:trace>
  <inkml:trace contextRef="#ctx0" brushRef="#br0" timeOffset="8798.46">10144 9221 2066 0,'-3'-2'43'0,"3"2"10"16,-3-6-42-16,3 6-11 0,0 0 0 0,0 0 0 0,0 0 53 0,0 0 9 15,0 0 2-15,0 0 0 16,0 0-52-16,0 0-12 0,-3-5 0 0,3 5 0 15,0 0 0-15,0 0 0 0,0 0 0 0,0 0 0 16,0 0-48-16,0 0-13 0,0 0-3 0</inkml:trace>
  <inkml:trace contextRef="#ctx0" brushRef="#br0" timeOffset="9188.008">10537 9499 1606 0,'0'0'33'0,"0"0"9"16,3 0-34-16,3 0-8 0,0-3 0 0,-1 3 0 16,1-2 48-16,3-1 7 0,0 1 1 0,0-1 1 15,3 0 15-15,0-2 2 0,0 2 1 0,0-2 0 16,6 2-39-16,-3-2-8 0,2 0-2 0,1 2 0 15,-3-2-17-15,3 2-9 0,3-2 10 0,-3 2-10 0,-3 1 0 0,0-1 0 16,-4 3 0-16,1-3 0 16,0 1-28-16,-3 2-11 0,0 0-2 0</inkml:trace>
  <inkml:trace contextRef="#ctx0" brushRef="#br0" timeOffset="9415.265">10572 9653 1824 0,'0'0'38'0,"0"0"8"0,0 0-37 0,0 0-9 0,6 2 0 0,0-2 0 16,3 0 82-16,0 0 14 0,0-2 4 0,3 2 0 16,0 0-22-16,3-3-4 0,0 3-1 0,2-3 0 15,1 1-43-15,-3-1-9 0,3 3-1 0,3-3-1 16,-6 1-3-16,3 2-1 0,-3-3 0 0,2 0 0 15,-2 1-24-15,0-4-5 0,0 4-1 0</inkml:trace>
  <inkml:trace contextRef="#ctx0" brushRef="#br0" timeOffset="10447.827">19865 8949 1337 0,'0'0'56'0,"0"0"-44"31,0 0 92-31,0 0 20 0,0 0 3 0,0 0 1 0,0 0-8 0,0 0 0 0,-6 0-1 0,-3 5 0 16,3 0-88-16,-2 1-18 0,2 2-3 0,-3 0-1 15,0 2 44-15,0 3 9 0,0-2 2 0,-3 5 0 32,-3 2-52-32,0-2-12 0,-3 5 0 0,0 1 0 15,-2-1 0-15,2 0-8 0,-3 3 8 0,-3-3-13 16,3 0 13-16,0-2 0 0,1-1 0 0,2 1 0 0,0-4 8 0,3 1-8 15,0 0 0-15,0 0 0 0,3-3 8 0,3 1-8 16,-2-1 0-16,2-3 0 0,3 1 0 0,0-3 0 0,0 0 0 0,0 0 0 31,3-3-53-31,0 0-18 0,3-5-3 0</inkml:trace>
  <inkml:trace contextRef="#ctx0" brushRef="#br0" timeOffset="10961.149">19371 8970 1720 0,'-6'-3'36'0,"0"3"8"0,0-2-35 16,6 2-9-16,-3-3 0 0,3 3 0 0,-6-3 72 0,6 3 13 0,0 0 3 0,-6 0 0 15,6 0-21-15,0 0-4 0,0 0-1 0,0 0 0 16,0 0-46-16,0 0-8 0,0 0-8 0,-3 6 9 16,1-1 43-16,2-5 8 0,-3 8 1 0,3 0 1 15,3 2-48-15,-3 1-14 0,2 0 0 0,4-1 8 16,-3 3 12-16,0 3 2 0,3-3 1 16,0 3 0-16,-3 0 14 0,3 3 3 15,0-3 1-15,0 2 0 0,0-2-33 0,0 0-8 0,0 0 0 0,3 0 0 16,-3-3 0-16,3 0 0 0,-3-2 0 0,3 2 0 15,0-2 0-15,0 2 0 0,-3-5 0 0,2 2 0 16,1-2-27-16,0 0-7 16,0-3-2-16,-3 3 0 0,0-2-12 0,0-1-4 0,0 0 0 0,0 1 0 15,3-4-149-15,-3 1-31 0</inkml:trace>
  <inkml:trace contextRef="#ctx0" brushRef="#br0" timeOffset="11472.867">19461 9362 1579 0,'0'0'32'0,"0"0"10"0,0 0-34 0,0 0-8 0,0 0 0 0,0 0 0 15,0 7 89-15,0-1 16 0,0-1 3 0,0 3 1 16,0 3-26-16,0-1-6 0,2 1-1 0,-2 5 0 16,0 0-4-16,-2 2 0 0,2 1-1 0,-3 2 0 15,3 0-57-15,-3 0-14 0,3 3 0 0,-3 0 0 16,0-3 0-16,3 0 0 0,-3 0 0 0,0 0 0 15,3 1 54-15,-3-4 8 0,0 3 2 0,3 0 0 16,-3 1-52-16,3-1-12 0,0 3 0 0,-3-3 0 16,3 3-11-16,0-6-5 0,0 1 0 0,0 2-1 15,0-5 17-15,0-1 0 0,0-1-8 0,0-4 8 16,3 1-98-16,-3-3-16 0,3-3-3 0</inkml:trace>
  <inkml:trace contextRef="#ctx0" brushRef="#br0" timeOffset="11753.043">19773 9634 1824 0,'0'0'38'0,"0"0"8"0,0 0-37 0,0 0-9 0,0 0 0 0,0 8 0 16,0-3 53-16,-3 3 9 0,3-2 2 0,0 1 0 15,0 1 0-15,0 3 0 0,0-3 0 0,0 3 0 16,0-1-52-16,0-2-12 0,0 3 0 0,0-1 0 16,0 1 54-16,-3-1 8 0,3 1 2 0,0 0 0 15,0-4-52-15,-3 7-12 0,3-4 0 0,-3 1 0 16,3-1 0-16,-3 4 0 0,0-4 0 0,-3 4 0 16,3-1 0-16,0-5 0 0,-3 2 0 0,3 1 0 15,-3-3-100-15,0-3-22 0,0 0-5 0</inkml:trace>
  <inkml:trace contextRef="#ctx0" brushRef="#br0" timeOffset="11937.885">19844 9401 2030 0,'3'-5'57'0,"-3"0"14"16,0 5-57-16,3-6-14 0,-3 6 0 0,0 0 0 0,0 0 54 0,0 0 8 15,0 0 2-15,0 0 0 0,0 0-9 0,0 0-2 0,0-5 0 0,0 5 0 32,0 0-85-32,0 0-16 0,0 0-4 0</inkml:trace>
  <inkml:trace contextRef="#ctx0" brushRef="#br0" timeOffset="13218.46">24193 11097 2030 0,'-3'-5'57'0,"0"-3"14"0,0 3-57 0,0 0-14 0,0-3 0 0,0 2 0 16,-2 4 54-16,-1-4 8 0,0 4 2 0,-3-1 0 16,0 0 0-16,-3 3 0 0,0-2 0 0,-3 4 0 15,0-2-52-15,-3 6-12 0,0-1 0 0,1 3 0 16,-4 5 0-16,3 3 0 0,-3 3 0 0,0 4 0 15,3-1 0-15,3 4-12 0,1 0 3 0,-1 1 0 16,3-1-1-16,3 1 0 0,0-1 0 0,3 1 0 16,0-3-28-16,3 2-6 0,0-2 0 0,3 2-1 15,3-5-15-15,0 3-4 0,3-3 0 0,3 1 0 16,0-4 0-16,3 3 0 0,3-5 0 0,0 0 0 16,2-3 44-16,4-2 9 0,3-6 2 0,0 3 0 15,0-5-7-15,-1-1-2 0,4-2 0 0,-3 0 0 16,-3-2 34-16,0-1 6 0,-3 0 2 0,-1-2 0 15,1 3 34-15,-6-4 7 0,0 1 2 0,-3 0 0 16,0-3-3-16,-3 0 0 0,0 2 0 0,-3-1 0 16,0-4 0-16,0 3 0 0,-3-3 0 0,0 3 0 15,0 1 11-15,0-4 1 0,-3 3 1 0,0 3 0 16,0-1-36-16,0 1-7 0,-3-3-2 0,3 6 0 16,3 2-8-16,0 0-3 0,0 0 0 0,-6 2 0 0,6-2-6 15,-6 3-2-15,3 2 0 0,-3 3 0 0,3 0-13 0,3 5 0 16,-3-2 0-16,0 2 0 0,3 3 0 0,0 0 0 0,0 2 0 15,0-2 0-15,0 0 0 0,0 3-8 0,0-6 8 0,0 3 0 16,0-3-20-16,0 3 4 0,0-6 0 0,0 4 0 16,0-4-23-16,0 1-4 0,0-3-1 15,0 0 0-15,-3 0-82 0,3-3-17 0,0-5-3 0</inkml:trace>
  <inkml:trace contextRef="#ctx0" brushRef="#br0" timeOffset="13377.15">24259 11275 2002 0,'0'0'84'16,"0"0"-67"0,0 0-7-16,0 0-2 0,0 0 0 0,0 0 0 15,0 0-8-15,0 0 0 0,6 0 0 0</inkml:trace>
  <inkml:trace contextRef="#ctx0" brushRef="#br0" timeOffset="14638.322">6497 11298 1824 0,'-9'-2'38'0,"1"2"8"0,-1-3-37 0,-3 0-9 0,3 1 0 0,-3 2 0 16,0 2 60-16,0 1 9 0,-6 0 3 0,3-1 0 15,-3 4-28-15,-2 2-6 0,2-3-1 0,-3 6 0 16,0-1-12-16,3 1-2 0,-3 5-1 0,4-1 0 16,2 4-22-16,0 2 9 0,0 3-9 0,3 2 0 15,3 1 0-15,0 5 0 0,6 2 0 0,0 0 0 16,0-4-12-16,3-1 12 0,3 0-13 0,3-5 5 15,3-1-41-15,0-1-8 0,3-1-2 0,6-3 0 16,-3 1 47-16,5-6 12 0,1 0 0 0,3 0 0 16,3-2-68-16,-3-6-12 0,-1-2-3 0,4 0 0 15,-6-1 52-15,0-4 11 0,0-1 1 0,-3 0 1 16,0-2-7-16,-4 0-2 0,1-3 0 16,3 0 0-16,-6 3 76 0,0-3 15 0,0 2 4 0,-3 1 0 15,-3 0-7-15,0 2-1 0,0-2 0 0,0 2 0 16,-6 3 19-16,0 0 3 0,0 0 1 0,0 0 0 0,0 0-10 15,0 0-1-15,0 0-1 0,0 0 0 16,0 0-23-16,0 0-5 0,0 0-1 0,-6 0 0 0,0 3-16 16,3-1-3-16,-3 4-1 0,3 2 0 15,0 0-14-15,0 2-8 0,0 3 8 0,0 1-8 0,0 2 0 0,3 2 0 16,-3 1 0-16,3-1 8 0,-3 1-8 0,3-1-12 0,0-2 4 16,3 0 0-1,-3 0-27-15,0-3-5 0,3-2 0 0,0-1-1 16,-3-2-170-16,0 0-33 0</inkml:trace>
  <inkml:trace contextRef="#ctx0" brushRef="#br0" timeOffset="14816.221">6741 11555 2269 0,'-8'-18'64'0,"-4"-1"15"0,3 3-63 0,0 0-16 0,0 3 0 0,0 0 0 16,0 2 49-16,3 3 7 0,-3-2 2 0,3 4 0 15,3 1-36-15,-3 0-7 0,3 2-2 0,3 3 0 16,0 0-13-16,0 0-8 0,0 0 8 0,0 0-13 16,0 0-41-16,0 0-8 0,0 0-2 0</inkml:trace>
  <inkml:trace contextRef="#ctx0" brushRef="#br0" timeOffset="15236.428">6789 11928 1668 0,'0'0'47'0,"0"0"11"15,0 0-46-15,6 3-12 0,0-3 0 0,0 2 0 16,0 1 80-16,0-3 13 0,0 3 3 0,3-1 1 15,-3 1-63-15,3-3-13 0,0 0-2 0,-1 3-1 16,1-3-4-16,0 0-1 0,3 0 0 0,-3 0 0 16,3 0 16-16,0-3 3 0,3 3 1 0,-3-3 0 15,3 1-47-15,0-1-10 0,-1 0-1 0,1 1-1 16,0-3 26-16,3-1 0 0,-3 1 0 0,0 0 0 16,-3 2-36-16,0-2-4 0,0-3-2 0</inkml:trace>
  <inkml:trace contextRef="#ctx0" brushRef="#br0" timeOffset="15537.273">6944 11769 2012 0,'0'0'57'0,"0"0"12"0,0 0-55 15,0 0-14-15,0 0 0 0,-6 0 0 0,6 0 62 0,0 0 10 0,0 0 1 0,-6 6 1 16,6-6-18-16,-3 5-3 0,3 0-1 0,-3 3 0 16,3-2-36-16,0 1-7 0,0 4-1 0,3 0-8 15,0-1 0-15,-3 1 0 0,6 2 0 0,-3 3 0 16,0 0 0-16,0 0 0 0,3 2 0 0,-3 1 0 16,0-1 0-16,3 1 0 0,-3-1 0 0,3-2 0 15,-3 0 23-15,3-3-3 0,-3 3 0 0,2-3 0 16,-2-2-54-1,0-3-11-15,3 2-3 0,-3-2 0 0,0 0-156 0,3-5-31 0</inkml:trace>
  <inkml:trace contextRef="#ctx0" brushRef="#br0" timeOffset="15809.263">7304 11714 2269 0,'0'0'64'0,"0"0"15"0,-3-5-63 16,3 5-16-16,0 0 0 0,0 0 0 0,0 0 105 0,0 0 19 0,-6 0 3 0,6 0 1 16,0 0-68-16,-6 5-12 0,0 3-4 0,0 0 0 15,3 2-20-15,0 4-4 0,0-1 0 0,0 0-1 16,0 3-9-16,0 0-2 0,3 0 0 0,-3 5 0 16,0-3-8-1,3 6 8-15,-3-3-8 0,3 3 8 0,0 0-8 0,0-3 8 0,0 0-8 0,0 0 8 16,3-2-8-16,-3-1 0 0,3-2 0 15,0 0 0-15,-3 0 0 16,3 0 0-16,-3-3 0 0,0 3 0 0,3-3-17 0,0-2-6 16,0 2-1-16</inkml:trace>
  <inkml:trace contextRef="#ctx0" brushRef="#br0" timeOffset="16754.072">20752 13442 2267 0,'0'0'47'0,"0"0"12"16,0-6-47-16,0-2-12 0,3 3 0 0,-3 0 0 0,0-3 40 0,-3 3 7 0,3-3 1 0,-6 2 0 15,3 1-17-15,-6 0-3 0,1 0-1 0,-1 2 0 16,-3 0-5-16,-3 3-1 0,-3-2 0 0,0 4 0 15,0 1 18-15,0 2 3 0,1 3 1 0,-7 0 0 16,3 5-35-16,-6-2-8 0,0 2 0 16,1 3 0-16,2 2 0 0,3-2 0 15,3 6 0-15,0-1 0 16,9 0-27-16,3 3-7 0,3-3-2 0,6 3 0 0,6-6 24 0,3 1 4 0,3 2 8 16,3-5-13-16,3-3 13 0,0 0-9 0,5-2 9 15,-2-1-8-15,0 1 8 0,0-3 0 0,0 2 0 0,-1-2-8 16,1-2 8-16,0 2 0 0,0-3 0 0,0 0 0 15,-4 1 0-15,-2-1-10 0,0 0 10 0,-3 0-10 16,0 1-1-16,-9 2 0 0,3-3 0 0,-9 3 0 16,0 0 11-16,-6 0 0 0,-3 0 0 0,-3 2 0 15,0 1 8-15,-6 2-8 0,0 0 10 0,-2 3-10 16,-1-3 0-16,0 3 8 0,0-2-8 0,0 1 0 16,0-1 0-16,1-1-8 0,-4 0 8 0,3-2-13 15,-3-3-105-15,0 0-21 0,-2-1-4 0</inkml:trace>
  <inkml:trace contextRef="#ctx0" brushRef="#br0" timeOffset="17007.826">20979 13730 1792 0,'6'3'51'0,"-3"2"10"0,-1 0-49 16,1 1-12-16,0-1 0 0,0 3 0 0,0 0 93 15,-3 0 16-15,3 0 3 0,-3 0 1 0,3 2-37 0,-3 1-7 0,0-1-1 0,0 1-1 16,0 2-22-16,0-2-4 0,0 2-1 0,0 0 0 16,-3 3-20-16,3-3-5 0,0 3-1 0,0 3 0 15,0-3-14-15,0-1 0 0,0 1 0 0,0 0 0 16,0 0 0-16,0-3 0 0,3 1 0 0,-3-1 0 16,0-3-24-16,3 4 0 0,-3-6-1 0,3 2 0 15,-3-5-86-15,3 1-17 16,0-1-3-16</inkml:trace>
  <inkml:trace contextRef="#ctx0" brushRef="#br0" timeOffset="17192.585">21104 13436 2470 0,'-9'-2'52'0,"3"-1"10"15,0 0-50-15,6 3-12 0,-6-5 0 0,6 5 0 16,0 0 20-16,0 0 2 0,-3-2 0 0,3 2 0 16,0 0-22-16,0-6 0 0,0 1 0 0</inkml:trace>
  <inkml:trace contextRef="#ctx0" brushRef="#br0" timeOffset="110461.618">24277 5840 1337 0,'0'0'28'0,"0"0"6"16,0 0-34-16,0 0 0 0,0 0 0 0,0 0 0 15,0 0 68-15,0 0 8 0,0 0 0 0,0 0 1 16,0 0-1-16,0 0 0 0,0 0 0 0,0 10 0 0,0 1-29 0,0-1-7 0,3 4 0 0,-3 2-1 16,0-1-17-16,0 1-3 15,-3 3-1-15,3-1 0 0,0 1-29 16,-3-1-5-16,3 1-2 0,-3-1 0 15,3-2 18-15,-3 0 0 0,3-3 0 0,-3 1 0 16,3-4 0-16,0-2 0 0,-3 0 0 0,3-3 0 0,0-5 0 0,0 0 0 0,0 0 0 0,0 0 0 16,0 0 0-16,0-8 0 0,0-2 0 0,3-1 0 15,0-5 0-15,0 1 0 0,3-7 0 0,-3 1 0 16,3-3 48-16,3-5 12 0,-1 3 4 0,1-6 0 16,0 3-24-16,0-3-5 0,3 0-1 0,0 1 0 15,0-1 4-15,3 3 1 0,0 0 0 0,0 0 0 16,-1 0-9-16,1-1-2 0,3 1 0 0,-3 0 0 15,-3 3 4-15,0 2 1 0,0 0 0 0,-3 6 0 16,0 2-4-16,0 3-1 0,-3 2 0 16,3 3 0-16,-7 3-14 0,4 2-3 0,0 0-1 0,0 6 0 15,0 0-2-15,0 5 0 0,0 0 0 0,0 5 0 16,-3 3 0-16,0 2-8 0,3 1 12 0,-3 5-4 16,0-3-8-16,0 3 0 0,-3 2 0 0,3 0 0 15,-3 4 0-15,0-4 8 0,0 3-8 0,-3 3 0 16,0 0 0-16,-3 2 0 0,3 0 0 0,-3 1 0 15,0-3-31-15,-3-1 2 0,3 1 0 0,-3-3 0 16,3-5-14-16,-3 0-2 0,1-3-1 0,-1 0 0 16,0-5-29-16,0 3-5 0,0-6-2 0,0 0 0 15,0-2-158-15,3-3-32 0</inkml:trace>
  <inkml:trace contextRef="#ctx0" brushRef="#br0" timeOffset="110936.334">24381 5901 1337 0,'-9'-6'56'0,"0"1"-44"16,3 0 92-16,0-1 20 0,0 4 3 0,0-1 1 15,6 3-40-15,0 0-7 0,0 0-1 0,0 0-1 16,0 0-30-16,6-5-5 0,3 2-2 0,0 1 0 16,3-1-6-16,6 0-2 0,0 3 0 0,-1-2 0 15,4-1-11-15,3 3-3 0,0-3 0 0,0 3 0 16,0-2-12-16,-1 2-8 0,-2 0 10 0,0 0-10 15,0 0 8-15,-3-3-8 0,0 3 0 0,-1 0 9 16,-2 0-9-16,0 0 0 0,0 0 0 0,-3 0 0 16,-3 3 0-16,0-3 0 0,-3 2 9 0,0 1-9 15,-6-3 10-15,0 0-2 0,0 0-8 0,0 5 12 16,-3 3 8-16,0 0 2 0,-3 0 0 0,0 0 0 16,0 0-4-16,0 0-1 0,0 2 0 0,0-2 0 15,0 3-17-15,3-3 10 0,0 2-10 0,0-2 8 16,0 3-8-16,3-3 0 0,3 0 0 0,0-3 0 15,0 3-8-15,3-3 8 0,3 1 0 0,-3-4 0 16,3 1 0-16,3 2 0 0,-3-5-9 0,3 3 9 16,0-3 0-16,2-3 0 0,1 3 0 0,-3-2 0 15,0-4 20-15,0 1 2 0,3 0 0 0,-6-3 0 16,3 0 16-16,-3 3 3 0,0-3 1 0,-3 0 0 16,0-3-6-16,0 3 0 0,-1-2-1 0,-2-1 0 0,-3 0-11 15,3 1-1-15,-3-1-1 0,-3-2 0 16,0 0-12-16,0 2-2 0,-2-2-8 0,-4 2 12 15,0 1-12-15,-3 2 0 0,0 0 0 0,-6 0 0 16,3 3-38-16,-6 2-7 0,0-2-2 0,-2 5 0 16,-1-3-136-16,-3 6-27 0</inkml:trace>
  <inkml:trace contextRef="#ctx0" brushRef="#br0" timeOffset="111701.792">23434 5652 1580 0,'0'0'67'0,"0"0"-54"16,0 0 59-16,0 0 12 0,0 0 3 0,-3 5 0 16,3 3 14-16,0 0 3 0,-3 0 1 0,3 3 0 15,-3 2-84-15,0 0-21 0,3 3 0 0,-3 2 0 16,0 1 0-16,0 2 0 0,0 0 0 0,0 3 0 15,1-3 0-15,-1 0 0 0,0 1 0 0,0-1 0 16,0-3 0-16,0-2 0 0,0 0 0 0,0-3 0 16,0 0 0-16,0-2 0 0,0 0 0 0,-3-3 0 15,3 0 0-15,3-6 0 0,0-2 0 0,0 0 0 16,0 0 56-16,0 0 6 16,0 0 2-16,0-5 0 0,3-3-52 0,-3-3-12 0,6-2 0 0,-3 0 0 15,3-6 54-15,0-2 8 0,0-3 2 0,0 1 0 16,2-4-52-16,1 1-12 0,0-3 0 0,0 2 0 15,3-2 54-15,0 3 8 0,0-4 2 0,0 4 0 16,3-1-52-16,-3 4-12 0,3-4 0 0,-1 1 0 16,4 5 18-16,-6-1 1 0,3 1 0 0,-3 5 0 15,0 3-7-15,-3 3 0 0,0-1-1 0,-3 8 0 16,3 1-2-16,-3 4 0 0,-3 1 0 0,3 5 0 16,-4 3-9-16,1 4 10 0,0 1-10 0,-3 3 10 0,3-1-10 0,-3 6 0 15,0-5 0-15,3 2 0 0,-3 3 0 0,0-1 0 16,3 1 0-16,-3 5 0 0,0-5-15 0,3 5-5 0,-3 0 0 15,0 3-1 1,0-5-53-16,0-1-10 0,0 1-3 0,0-1 0 16,0-5 19-16,-3 0 3 0,0-2 1 0,3-3 0 0,-3-3-154 15,0-2-30-15</inkml:trace>
  <inkml:trace contextRef="#ctx0" brushRef="#br0" timeOffset="112122.51">23449 5898 1824 0,'-9'-8'38'0,"3"0"8"0,3 3-37 0,-3-1-9 0,6 1 0 0,0 5 0 15,-3-5 91-15,3 5 16 0,3-3 3 0,0-2 1 16,3 0-75-16,0 2-16 0,6 0-2 0,-3 1-1 16,6-1 38-16,0 3 7 0,0-3 2 0,3 1 0 15,2 2-64-15,4-3-18 0,-3 0-1 0,3 3 0 16,0-2 19-16,-1-1 0 0,1 3 0 0,-3-5 0 15,0 5 0-15,-3-5 0 0,0 2 8 0,-3 0-8 16,-4 1 15-16,1-1 0 0,-3-2 0 0,-3 2 0 16,-3 0-15-16,3 1 0 0,-3-1 0 0,-3 3 0 15,0 0 54-15,0 0 8 0,0 0 2 0,0 0 0 16,0 0 0-16,0 0 0 0,0 0 0 0,0 0 0 16,0 0-52-16,0 0-12 0,0 0 0 0,0 0 0 0,0 0 0 0,0 0 0 15,0 0 0-15,0 0 0 0,-3 5 0 0,0 3 0 0,3 0 0 16,0 0 0-16,0 3 54 0,0-1 8 15,3 1 2-15,-3 2 0 16,3 3-52-16,-3-3-12 0,0 3 0 0,3 0 0 0,-3 0 0 16,3 0 0-16,-3 0 0 0,0-3 0 15,0 3-13-15,0-3-6 0,0 3-1 0,0-3 0 0,-3-2 20 16,3 2-8-16,0-2 8 0,-3-1 0 16,3-2-40-16,0 0 0 0,-3 0-1 0,3 0 0 0,0-3-135 15,0 0-26-15,0-5-6 0</inkml:trace>
  <inkml:trace contextRef="#ctx0" brushRef="#br0" timeOffset="112805.279">22145 5911 2067 0,'0'0'87'0,"0"0"-70"16,0 0 38-16,6 5 7 0,-3-2 2 0,0 5 0 16,0-3-52-16,0 6-12 0,-3-1 0 0,3 4 0 15,-3-1 54-15,3 3 8 0,-3 2 2 0,0-2 0 16,0 3-52-16,0-1-12 0,-3 1 0 0,3-1 0 15,-3-2 0-15,0 0 0 0,3 0 0 0,-3-3 0 16,0 0 0-16,3-2 0 0,-3 0 0 0,0-3 0 16,0-1 0-16,3-7 0 0,0 0 0 0,0 0 0 15,0 0 0-15,-6-2 0 0,3-3 0 0,-2-1 0 16,2-2 0-16,0-2 0 0,3-4 0 0,0-1 0 16,0-1 40-16,3-3 4 0,0-2 2 0,0 3 0 15,-1-6-22-15,4 3-5 0,-3-6-1 0,3 1 0 16,3-1 37-16,-3-2 7 0,6-3 2 0,-3 1 0 15,0-1-52-15,3 3-12 0,0 0 0 0,-3 2 0 16,3 1 0-16,0 4 0 0,-4-1 0 0,4 4 0 16,-3 3 54-16,0 0 8 0,-3 6 2 0,3 2 0 15,-3 3-51-15,-3-1-13 0,3 1 0 0,0 2 0 16,-6 3 9-16,3 6-9 0,3-1 10 0,0 6-10 16,-3-1 0-16,0 3 0 0,3 1-8 0,-3 7 8 0,0 0 0 15,0 0 0-15,0 6 0 0,0 2 0 0,0 0 0 0,0 5-8 16,0 1 8-16,-3-1 0 15,0-2-54-15,3-1-7 0,-3-4-2 0,0 2 0 0,-3-5 51 16,0 0 12-16,0-1 0 0,0-1 0 16,-3-4-105-16,-3 1-19 0,3-1-3 0</inkml:trace>
  <inkml:trace contextRef="#ctx0" brushRef="#br0" timeOffset="113354.29">22205 6020 1436 0,'-3'-8'60'0,"0"-3"-48"16,0 3 82-16,3 3 16 0,-3-3 3 0,3 3 1 16,0-1-30-16,0 6-7 0,3-5-1 0,0 2 0 15,0 1-28-15,3-1-7 0,0 0-1 0,0 3 0 16,0 0-32-16,0 3-8 0,3-3 0 0,0 5 0 16,0 1 31-16,2-1 4 0,1 3 1 0,0-3 0 15,3 3-28-15,-3 0-8 0,3 0 0 0,-3 0 0 16,0 0 0-16,0 3 0 0,0-6 8 0,-1 3-8 15,-2-3 24-15,0 0 0 0,-3 1 1 0,0-1 0 16,0-2-41-16,-6-3-9 0,6 2-2 0,-6-2 0 16,0 0 27-16,0 0 0 0,0 0 0 0,0 0 11 15,3-2-11-15,0-4 10 0,0 1-10 0,0 2 10 16,3-2 7-16,-3 0 2 0,0-1 0 0,3-1 0 0,0 1 23 16,0-2 5-16,3 3 1 0,0-3 0 0,0 0-8 15,0 0-2-15,-1 0 0 0,4 0 0 0,0 0-10 16,-3 0-3-16,3 3 0 0,-3 0 0 0,3 2-6 0,-6 1-2 15,3-1 0-15,-3 3 0 0,0 0-17 0,0 3 0 0,-3-1 0 16,3 1 0-16,-3 2 0 0,-3 3 16 0,3 0-3 0,-3 3-1 16,0-1-12-16,0 3 8 0,0 1-8 0,-3 2 0 15,-3-1 0-15,3 1-15 0,-3 0 2 0,0 0 0 32,0 3-10-32,0-4-1 0,0 4-1 0,-3-1 0 0,3-2 9 0,0 3 1 0,0-3 1 15,0 0 0-15,3-1 14 0,3-4-9 0,0 0 9 16,3-1-8-16,0-2 8 0,3-3 0 0,0 1 0 0,0-1 0 15,3-5 0-15,3 0 0 0,0-3 0 0,0 1 0 16,2-4-23-16,1 1 1 0,3-3 0 0,-3 3 0 16,6-6 22-16,-3 3 0 0,0-2 0 0,3 2 0 15,-4-3 0-15,4 3 0 0,0-2 0 0,0-1 0 32,-3 3-130-32,-3 0-22 0,0-2-4 0</inkml:trace>
  <inkml:trace contextRef="#ctx0" brushRef="#br0" timeOffset="113996.487">20934 5935 2066 0,'0'0'43'0,"0"0"10"0,0 0-42 0,0 0-11 0,0 0 0 0,0 0 0 16,-3 5 36-16,0 1 6 0,0 1 1 0,0 4 0 16,3 0-4-16,0 2-1 0,0 3 0 0,-3 2 0 15,3-2-25-15,0 3-5 0,0-1 0 0,-3 1-8 16,3-1-12-16,0 1-10 0,-3-1-2 0,3 1 0 16,-3-3 24-16,3 0 0 0,0-1 0 0,-3-1 0 15,0-1 21-15,0-3 9 0,3-2 2 0,-3-2 0 16,3-6-12-16,0 0-3 0,0 0 0 0,0 0 0 15,-6-3-1-15,0-5-1 0,3 0 0 0,-3-5 0 16,6 0 21-16,-3-3 4 0,3-3 0 0,3 1 1 16,-3-3-12-16,3-1-2 0,0 1-1 0,0 0 0 15,3-3 9-15,0-2 1 0,0-1 1 0,3-2 0 16,-3-2 3-16,3-1 1 0,3-3 0 0,-3 1 0 16,0 5-11-16,3 0-2 0,0 0-1 0,-4 5 0 15,4 0-7-15,-3 6-2 0,0 2 0 0,0 2 0 0,-3 4-18 16,0 2 0-16,0 3 8 0,0 5-8 0,0 0 18 15,0 5 0-15,0 0 0 0,-3 6 0 0,3-1-29 0,-3 4-5 16,0 1-2-16,3 7 0 0,-3 1 18 0,0 7 0 16,3 1 0-16,-3 1 0 0,0 0 0 0,3 2 0 0,-1-2 0 15,-2 0 0-15,3-3 0 0,-3 0 0 16,0-3 0-16,0 4 0 16,0-7-55-16,-3 4-7 0,0-1-2 0,0-2 0 15,0-3-109-15,-3 0-23 0,3-2-4 0</inkml:trace>
  <inkml:trace contextRef="#ctx0" brushRef="#br0" timeOffset="114627.618">21005 6075 1824 0,'-15'-13'38'0,"10"10"8"0,-1-2-37 0,3 2-9 0,0-2 0 0,0 2 0 15,3 3 82-15,0-5 14 0,0 5 4 0,0-5 0 16,3 2-39-16,0-2-7 0,3 2-2 0,2-2 0 15,-2 2-23-15,3 1-5 0,3-1 0 0,-3 0-1 16,3-2-11-16,0 2-1 0,0 3-1 0,3-2 0 16,0-1-2-16,0 3-8 0,2 0 12 0,-2 0-4 15,0 3-8-15,0-1 0 0,0-2 0 0,0 3 0 32,-3 0-49-32,0-1-12 0,0 1-3 0,-4 0 0 0,1-1 32 0,0 1 7 0,-3-3 1 0,0 0 0 15,-6 0 24-15,3 3 0 0,-3-3 0 0,0 0 0 16,0 0 12-16,0 0 7 0,6-3 1 0,0 3 1 15,0-3 37-15,0 1 7 0,0-1 2 0,3 0 0 16,-3-2-3-16,6 0 0 0,-3-3 0 0,0 3 0 0,3-3-51 16,-4 2-13-16,1-2 0 0,0 0 0 15,0 3 54-15,0 0 8 0,0-3 2 0,-3 5 0 0,3-2-22 0,0 0-4 16,0 2-1-16,-3 0 0 16,0 1-15-16,3 2-3 0,-3 0-1 0,0 0 0 0,-3 2-8 0,3 4-2 0,-3-4 0 0,0 6 0 15,-1-2-8-15,-2-1 0 0,0 3 0 16,-2 2 0-16,-1-2-10 0,0 3-7 0,0-3-2 0,-3 2 0 15,3-2-21-15,-3 3-4 16,0-3 0-16,0 3-1 0,3-4-15 0,-3 4-4 16,0-3 0-16,0 3 0 0,0-3 36 0,3-3 6 0,-3 0 2 0,6-5 0 15,0 0-20-15,0 0-3 0,0 0-1 16,0 0 0-16,0 0 36 0,0 0 8 0,0 0 0 16,6 5 0-16,0-5 0 0,3 0 0 0,0 0 0 0,0-2 0 15,0-1 49-15,3 0 12 0,-3 3 3 0,2-2 0 16,-2-1-52-16,0 3-12 0,0 0 0 0,0 0 0 15,0 3 0-15,-3-1 0 0,0 1 0 0,-3 2 0 16,0 1 54-16,0 2 8 0,-3-3 2 0,0 0 0 16,-3 3-52-16,0 3-12 0,0-3 0 0,-3 2 0 15,0 1 0-15,-6 2 0 0,3-2 0 0,-3 2 0 16,3-3 0-16,-2 4 0 0,-1-4 0 0,-3 3 0 16,3 1-48-16,0-4-13 0,-3 1-3 0,0-3 0 15,0 2-153-15,0-2-31 0</inkml:trace>
  <inkml:trace contextRef="#ctx0" brushRef="#br0" timeOffset="115231.796">19603 6001 1963 0,'-3'-3'40'0,"3"3"12"15,-6-2-42-15,3-1-10 0,3 3 0 0,-5-2 0 16,-1 2 102-16,0 0 18 0,0 2 4 0,0 1 1 16,0-1-25-16,-3 4-4 0,3-1-2 0,0 0 0 15,0 6-75-15,0 0-19 0,0-1 0 0,0 3 0 16,0 1 0-16,3-4 0 0,-3 3 0 0,3 3 0 15,3-3 0-15,0 1 0 0,3 2 0 0,0-3 0 16,3 3 0-16,3-6 0 0,0 4 0 0,6-4 0 16,-3 1 0-16,6-6 0 0,0 0 0 0,-1 1 0 15,4-4 0-15,3-2 0 0,-3-2 0 0,3-4 0 0,-3 1 21 0,-4-3 1 16,4-3 0-16,0 1 0 16,-6-1-4-16,3 1-1 0,-3-4 0 0,-3 4 0 0,2-1 7 0,-2 1 0 0,-3-1 1 15,-3 1 0-15,0-1 31 0,0 0 7 0,-6 1 1 16,0-1 0-16,0-2-52 0,-3 2-12 0,-3-2 0 0,0 0 0 15,0 2 18-15,-3-2 1 0,-3 3 0 0,1-4 0 16,2 4-19-16,-3-1 0 0,0 3 8 16,0 0-8-16,-3 0 0 0,-3 3 0 0,0 0-11 0,0 2 11 31,-2 0-45-31,-1 1-3 0,0 2 0 0,0 2 0 16,-3 1-162-16,3 0-33 0</inkml:trace>
  <inkml:trace contextRef="#ctx0" brushRef="#br0" timeOffset="115820.855">18472 5922 2030 0,'0'0'57'0,"-6"-3"14"0,0 3-57 0,0-3-14 0,-3 3 0 0,4 3 0 16,-4-3 54-16,0 3 8 0,0 2 2 0,-3 0 0 16,3-2 0-16,0 2 0 0,-3 3 0 0,3-3 0 15,0 3 0-15,0-2 0 0,0 2 0 0,3 0 0 16,0 2-52-16,0-2-12 0,1 0 0 0,2 3 0 16,0-1 0-16,0 1 0 0,3-1 0 0,0 1 0 15,3 0 0-15,0-1 0 0,3-2 0 0,-1 0 0 16,4 0 0-16,3-3 0 0,0 1 0 0,0-1 0 15,3-3 0-15,0 1 0 0,3-3 0 0,0 0 0 16,-1-3 0-16,4 1 0 0,0-1 0 0,-3-2 0 16,0 0 0-16,-3-6 0 0,0 3 0 0,-1 0 0 15,-2-2 38-15,0-1 5 0,-3 3 1 0,0-3 0 16,0 1-20-16,-6-1-3 0,3 1-1 0,-3-1 0 16,-3 1 16-16,0-4 2 0,-3 4 1 0,-3-4 0 15,3 1-11-15,-6 0-3 0,3 0 0 0,-3 0 0 16,-3-1-25-16,0 4 0 0,-2-3 0 0,-1 2 0 15,0 3 0-15,-3-3-11 0,0 3 1 0,-3 3 0 16,0 0-35-16,1 2-7 0,-4 1-2 0,0 2 0 16,-3 2-162-16,0 1-32 0</inkml:trace>
  <inkml:trace contextRef="#ctx0" brushRef="#br0" timeOffset="116396.009">17133 5940 1579 0,'-12'-13'32'0,"6"8"10"15,0 2-34-15,0 0-8 0,0 1 0 0,0-1 0 16,-3 3 142-16,3 0 26 0,0 0 6 0,-3 3 1 15,0-1-83-15,3 1-16 0,1 2-3 0,-4 1-1 0,3 2-20 16,0 0-4-16,0-1 0 0,0 4-1 0,0 0-17 16,0-1-3-16,3 3-1 0,-3 3 0 0,0 0-26 15,3 0 0-15,3 0 0 0,-3 3 0 0,3-4 0 0,0 1 0 16,3 0 0-16,-3-3 0 16,6 3 0-16,-3-3 0 0,6 1 0 0,-3-4 0 0,3 1 0 15,3-1 0-15,0-2 0 0,-1-2 0 0,4-4 0 16,0 1 0-16,3-3 0 0,0-3 0 0,0 1 0 0,3-4 0 15,-3-2 0-15,2 1 0 0,1-4 0 0,0 0 0 16,0 1 0-16,-3-3 0 0,0-1 35 0,-4 4 1 16,4-4 1-16,-6-1 0 0,0 1-2 0,-3-1-1 0,-3-1 0 0,0 0 0 15,-3 0 9-15,-3 0 1 0,0 3 1 0,0-3 0 16,-6 0-14-16,0 0-3 0,0 0-1 0,-3-2 0 16,-6 5-15-16,0-1-4 0,-2 4 0 0,-4-1 0 15,-3 6-8-15,0 0 0 0,-3 2 0 0,-2 3 0 16,-1 3-124-16,0 4-20 0,-3 1-4 0</inkml:trace>
  <inkml:trace contextRef="#ctx0" brushRef="#br0" timeOffset="118616.732">20184 9594 1691 0,'0'0'71'16,"0"0"-57"0,0 0 102-16,3-5 20 0,0 2 4 0,0 1 0 0,0-1-43 15,0-2-9-15,0 2-1 0,3 3-1 0,0-2-18 0,0-1-3 0,2 3-1 0,-2 0 0 16,6-3 0-1,-3 3 0-15,6 0 0 0,0-2 0 0,0 2-51 0,3-3-13 0,0 3 0 16,-1-3 0-16,1 1 0 0,3-1 0 0,-3 3 0 0,3-3 0 16,-3 3 0-16,0-2 0 0,2 2 0 0,-5 0 0 31,0 0-48-31,-3 0-13 0,0 0-3 0,-3 0 0 0,0 0 0 16,-3 2 0-16,0 1 0 0,0 0 0 15,-6-3-153-15,0 5-31 0</inkml:trace>
  <inkml:trace contextRef="#ctx0" brushRef="#br0" timeOffset="118843.721">20217 9756 1516 0,'0'0'64'16,"0"0"-52"-1,0 0 107-15,3-3 21 0,2 3 4 0,-2-2 0 16,3-1-12-16,0 0-4 0,0 3 0 0,3 0 0 15,0-2-51-15,3-1-10 0,0 0-3 0,0 3 0 16,0-2-48-16,3-1-16 0,0 0 10 0,-1 1-10 16,4-1 11-16,0 0-3 0,0-2-8 0,3 2 12 15,-3 1-12-15,0-3 0 0,2-1 0 0,1 1 0 16,-3 0-113-16,0-1-19 0,-3-2-4 0</inkml:trace>
  <inkml:trace contextRef="#ctx0" brushRef="#br0" timeOffset="119372.938">20868 9444 1824 0,'0'0'38'0,"0"0"8"0,0-6-37 16,0 6-9-16,0 0 0 0,3-5 0 0,-3 5 104 0,0 0 20 0,0 0 3 0,0 0 1 16,0 0 0-16,0 0 0 15,3 3 0-15,3 2 0 0,-3 3-103 0,0 0-25 0,-3 5 0 0,3 0 0 16,-3 3 16-16,3 0-1 0,-3 3-1 0,0-1 0 15,0 1-22-15,0-1-5 0,0 1-1 0,-3-1 0 16,3-2 14-16,0-3 0 0,0 3 0 0,-3-3 0 16,3 1 0-16,0-1 0 0,0 0 0 0,-3 0 0 15,3-5 0-15,-3 0 0 0,3 0 0 0,0-8 0 16,0 0 8-16,0 0 5 0,0 0 1 0,0 0 0 16,0 0-14-16,0 0 0 0,0 0 0 0,-3-8 0 15,3 0-11-15,3-2-1 0,-3-4-1 0,3 1 0 16,0-3 21-16,3-2 4 0,-3-1 0 0,3-5 1 15,0-2-13-15,3 0-18 0,-3-4 4 0,3 1 1 16,-3 0 31-16,3 0 6 0,0 3 2 0,0-3 0 16,0 2 10-16,0 1 1 0,-1 2 1 0,-2 0 0 15,3 3-30-15,0 2-8 0,0 1 0 0,-3 2 0 16,3 3 14-16,0 2 2 0,-3 0 0 0,3 6 0 16,-3 0-7-16,0 2-1 0,3 1 0 0,-3 2 0 15,0 5-8-15,0 0 10 0,0 3-10 0,0 3 10 16,-1-1-10-16,-2 4 8 0,3-1-8 0,-6-3 8 15,3 6-8-15,-3 0 0 0,3 0 0 0,-3 2 0 0,-3 1 0 0,3 2 0 16,-3 3 8-16,0 0-8 0,-3 5 0 0,4-3 0 16,-4 6 0-16,3-3 0 15,-3-2-31-15,0-1-1 0,3-2-1 0,-3 0 0 0,0-3 33 0,0-3 0 16,3 1 0-16,-3 2 0 16,0-5-68-16,0 0-6 0,3-3-2 0,-3 3 0 15,3-5-84-15,-3-1-16 0,3 1-4 0</inkml:trace>
  <inkml:trace contextRef="#ctx0" brushRef="#br0" timeOffset="119596.57">20961 9504 2269 0,'-3'-5'64'0,"3"5"15"0,0 0-63 0,0 0-16 0,0-5 0 0,0 5 0 15,0 0 54-15,3-3 8 0,0 1 2 0,3-1 0 16,0 3 0-16,0 0 0 0,2-3 0 0,1 3 0 16,0-2-52-16,3-1-12 0,0 3 0 0,0-3 0 15,3 1 54-15,0-1 8 0,3-2 2 0,0-1 0 16,2 1-256-16,4-5-52 0</inkml:trace>
  <inkml:trace contextRef="#ctx0" brushRef="#br0" timeOffset="127298.245">11956 5797 2006 0,'-5'-13'42'0,"5"13"9"0,0-5-41 0,0 5-10 0,0-5 0 0,0 5 0 16,0 0 85-16,0 0 15 0,0 0 4 15,0 0 0-15,0 0-44 16,0 0-8-16,0 8-1 0,0 2-1 16,-3 1-31-16,3 7-7 0,0 1 0 0,-3 5-1 0,0-3-26 0,3 3-5 0,-3-1 0 0,0-2-1 15,0 3 68-15,0-3 13 0,0-2 4 0,0 2 0 31,-3-5-80-31,3 0-16 0,-3-3-4 0,0 0 0 0,0-2 58 0,3-3 11 0,-3 0 3 0,0 0 0 16,3-3-36-16,-3-2 0 0,6-3 0 0,-6 0 0 16,0-6 0-16,3 1 0 0,-3 0 0 0,3-6 0 15,3 1 0-15,-3-6 0 0,3 0 0 0,3-3 0 16,-3-4 0-16,3-1 0 0,3-3 0 0,0-4 0 16,0-1 0-16,3-3 0 0,0 1 0 0,3-3 0 15,0 3 45-15,0 2 3 0,3 0 0 0,-3 0 0 16,-1 1-26-16,4-1-5 0,-3 3-1 0,0-3 0 15,-3 5 39-15,3 1 7 0,-3 2 2 0,-3 6 0 16,3 2-52-16,-3 3-12 0,-3 2 0 0,3 6 0 16,-3 2 0-16,-3 3 0 0,6 5 0 0,-3 3 0 15,0 6 0-15,0 1 0 0,-1 4 0 0,4 2 0 16,-3 3 0-16,0 0 0 0,3 2 0 0,-3 3 0 16,3-2 0-16,-3 2 0 0,3 0 0 0,0 0 0 15,0 3 0-15,0 2 0 0,-3 1 0 0,3-1 0 16,-3-2 0-16,0 0 0 0,3-3 0 0,-3 0 0 15,0-3-69-15,-3-5-17 0,0 1-3 0,0-1-1 16,0-5-76-16,0-1-15 0,-3-1-3 0</inkml:trace>
  <inkml:trace contextRef="#ctx0" brushRef="#br0" timeOffset="127792.338">11956 5916 1766 0,'-26'-15'36'0,"17"9"10"0,0 4-37 0,3-4-9 0,0 4 0 0,0-1 0 16,6 3 100-16,0 0 17 0,0 0 4 0,0 0 1 16,0 0-55-16,3-5-11 0,3-1-3 0,0 4 0 15,3-3-11-15,3 2-2 0,3 0-1 0,-1-2 0 16,1 2-14-16,3 1-2 0,3-1-1 0,0-2 0 16,-3 2-14-16,3-2-8 0,-1 2 10 0,-2-2-10 15,6 2 0-15,-3-2 8 0,0 0-8 0,0 2 0 16,-1-2-25-16,-2 2-8 0,0 0-2 15,0 1 0-15,-3-1 45 0,-3 3 9 0,-3 0 1 0,0 0 1 16,-3 0-21-16,-6 0 8 0,3 3-8 0,-3-3 0 16,3 5 8-16,-3 3-8 0,-3 0 10 0,0 0-10 15,0 0 13-15,0 0-3 0,-3 2-1 0,3 1 0 16,-3-1 0-16,3 1 0 0,-3 2 0 0,3-2 0 16,0-1-9-16,3 1 0 0,-3 0 0 0,6-1 0 15,-3-2 19-15,3 3-2 0,3-3 0 0,0 0 0 16,0-3-17-16,3 0 0 0,0 0 0 0,2-2 0 15,-2 0-12-15,3-1-7 0,0-2-1 0,3 0 0 16,-3-2 32-16,0-1 7 0,0 0 1 0,0-2 0 16,0 0-28-16,-3 2-6 0,-1-5-1 0,1 3 0 15,-3 0 24-15,0-1 5 0,0-2 1 0,0 3 0 16,-6-3 39-16,3 0 8 0,-3-2 2 0,0 2 0 16,0-3-19-16,-3 3-3 0,0-2-1 0,0-1 0 0,-3 1-20 0,0-4-4 15,0 4-1-15,-3-1 0 0,-2-2-16 0,2 2 10 0,-3 1-10 16,0 2 8-16,0 0-8 0,-3 0-17 0,3 3 4 15,-3-1 1 1,0 4-86-16,-2-1-17 0,-1 3-3 0</inkml:trace>
  <inkml:trace contextRef="#ctx0" brushRef="#br0" timeOffset="128472.572">10828 5694 1606 0,'-6'5'33'0,"0"6"9"0,0 0-34 15,4-1-8-15,-4 3 0 0,0 6 0 0,3 0 64 0,-3 2 10 0,3 2 2 0,0 1 1 16,-3 0-48-16,3-3-9 0,0 3-3 0,0-3 0 16,0 0-17-16,0-2 8 0,0-1-8 0,-3-2 0 15,3-2 26-15,-3-4-2 0,3 1 0 0,-3-1 0 16,3-4 13 0,-3 2 3-16,3-6 0 0,-3 4 0 0,6-6 12 0,-6 0 4 0,3-3 0 0,-3 0 0 15,3-5-19-15,-3 0-3 0,3 0-1 0,0-5 0 16,0 0-15-16,3-3-3 0,0 0-1 0,0-2 0 15,0-6 2-15,3 0 0 0,0-2 0 0,0-4 0 16,3 4 4-16,0-3 2 0,3 2 0 0,0-2 0 16,0 0 4-16,0 3 1 0,3-3 0 0,0 0 0 15,0 2-4-15,0 1-1 0,0-1 0 0,-1 1 0 16,-2 5-4-16,3-1-1 0,-3 7 0 0,0 1 0 16,0 4-4-16,0 2-1 0,-3 2 0 0,-3 4 0 15,3 4-12-15,-3 4 8 0,3 2-8 0,-3 2 0 16,0 6 8-16,3 3-8 0,-3-1 0 0,3 6 0 15,-3 0 8-15,3 0-8 0,-3 2 0 0,3 3 9 16,-3-2-9-16,2 2 0 0,-2 0 0 0,3 3-11 16,-3-1-17-16,0 1-4 0,3 0-1 0,-3 2 0 15,0-7-55-15,0-1-12 0,-3-2-1 0,0-3-1 16,-3-2-126-16,0-3-24 0</inkml:trace>
  <inkml:trace contextRef="#ctx0" brushRef="#br0" timeOffset="128875.361">10781 5832 1637 0,'-3'-8'69'16,"3"3"-55"-16,0-3 75 0,0 5 15 0,3-2 4 0,0-1 0 16,3 4-40-16,0-1-8 0,0-2-2 0,2 2 0 15,4 1-38-15,0 2-7 0,0-3-1 0,3 0-1 16,0 1 42-16,0-1 9 0,0 0 2 0,3-2 0 15,-1 2-64-15,4-2-15 0,0 0-1 0,0-1-1 16,0 1 27-16,3 0 6 0,-4 0 0 0,1 2 1 16,-3 0-65-16,-3 1-12 0,0-1-4 15,-3 0 0-15,0 3 64 0,-3-5 26 0,-3 5-2 0,-6 0 0 16,0 0-10-16,0 0-2 0,0 0-1 0,0 0 0 16,0 0 26-16,0 0 6 0,0 0 1 0,0 0 0 15,0 0 4-15,0 0 0 0,0 0 1 0,-3 5 0 16,0 1-7-16,3-1-2 0,-3 3 0 0,3-3 0 15,0 3-14-15,0 3-3 0,0-3-1 0,0 2 0 16,0 3-7-16,3 1-2 0,-3 2 0 0,0-1 0 16,0 4-5-16,0-3-8 0,0 2 11 0,0 1-11 15,-3-3 9-15,3 2-9 0,0-2 0 0,-3 0 9 0,3 0-9 16,-3-3 0-16,0 3 0 0,0-3 0 16,3-2-36-16,-3 2 0 0,0-2 0 0,0-1 0 15,0-2-118-15,0 0-23 0,0 0-5 0</inkml:trace>
  <inkml:trace contextRef="#ctx0" brushRef="#br0" timeOffset="129602.966">9328 5819 1579 0,'0'0'32'0,"0"7"10"0,0 1-34 16,0 3-8-16,0 0 0 0,3 2 0 0,0 3 66 0,-3 0 11 0,3 2 3 0,0 3 0 15,3-2-30-15,-3 2-6 0,0-3 0 0,3 1-1 16,-3 0-25-16,0-4-5 0,3-1-1 0,-3-1 0 16,0-3-12-16,-3 1 9 0,3 0-9 0,-3-1 8 15,0-5-8-15,-3 3-16 0,3-2 4 0,0-6 1 16,0 0 50-16,0 0 9 0,0 0 3 0,0 0 0 16,-6 0-31-16,0-6-5 0,0 1-2 0,3-3 0 15,-3-2 25-15,3-4 5 0,0 1 1 0,0-3 0 16,0 0-25-16,3-5-5 0,-3 0-1 15,0 0 0-15,3-3-5 0,0-2 0 0,-3-1-8 0,3-2 12 16,3 0 20-16,-3 0 4 0,3 2 1 0,3-4 0 16,-3 2-9-16,0 2-3 0,3 1 0 0,0-1 0 15,0 3 0-15,0 3 0 0,3 3 0 0,-3 2 0 16,0 0-7-16,0 5-2 0,3 1 0 0,-4 4 0 16,1 1-6-16,0 5-2 0,-3 3 0 0,6 2 0 15,-3 0-8-15,3 6 10 0,-3 2-10 0,3 3 10 16,0 0-10-16,0 0 8 0,0 2-8 0,0 3 8 15,0 1-8-15,3-1 0 0,-3 3 0 0,-1-1 8 16,1 4-8-16,0-1 0 0,0 1 0 0,0-1 0 16,0 1-25-16,-3-6-1 0,0 3 0 0,-3-3 0 15,3-3-47-15,-3-4-10 0,-3-1-1 0,0 0-1 16,0-5-113-16,-3 0-22 0,0 0-5 16</inkml:trace>
  <inkml:trace contextRef="#ctx0" brushRef="#br0" timeOffset="130103.626">9441 5922 1545 0,'-21'-27'32'0,"12"17"8"0,4-1-32 0,-1 1-8 0,0-1 0 16,0 0 0-16,3 1 91 0,3 2 16 0,-3 0 3 0,3 0 1 15,0 0-40-15,0 3-8 0,3-3-2 0,0 3 0 16,3-1-25-16,0 4-6 0,0-4-1 0,2 4 0 16,1-1 3-16,3 0 0 0,0 1 0 0,3 2 0 15,0 0-16-15,3 2-2 0,-3 1-1 0,3 0 0 16,-4 2-13-16,1-2 0 0,3 2 8 0,-3 0-8 15,0 0 0-15,-3-2 0 0,3 2 8 0,-6-2-8 16,0 0 0-16,-3 2 11 0,2-5-11 0,-5 3 10 16,3-3-10-16,-3 0 0 0,3 0 9 0,-6 0-9 15,3 0 8-15,3-3-8 0,-3 3 10 0,0-5-10 16,0 2 0-16,0-2 8 0,3 2-8 0,0-2 0 16,-3-3 0-16,3 3 0 0,3-6 0 0,-3 3 0 15,3 0 39-15,0 3 1 0,0-3 1 0,0 0 0 16,0 3-14-16,-1-1-3 0,1-2-1 0,0 3 0 15,-3 2-23-15,3-2 0 0,-3 3 0 0,3-1 0 16,-3 3 28-16,-6 0 2 0,6 3 0 0,-6-3 0 16,3 5-18-16,0 3-3 0,0 2-1 0,-3-2 0 15,0 3 0-15,-3 5-8 0,0 0 12 0,-3 2-4 16,0 1 2-16,0 4 0 0,0-1 0 0,-3 4 0 16,0-2-1-16,3-3 0 0,-3 0 0 0,3 0 0 15,1-2-9-15,-1-1 0 0,0-2 0 0,3-2 0 0,0 1-13 0,3-4-5 16,0 0-1-16,0-3 0 0,3 0 31 0,0-3 5 15,3-3 2-15,0 1 0 0,5 0-31 0,-2-3-5 16,3-3-2-16,3 0 0 0,0 1 31 0,0-3 5 0,3-1 2 16,0 1 0-16,-1-3-32 0,-2 0-7 0,3 0 0 0,0 0-1 15,-3-2 21-15,0 2-9 0,3 0 9 0,-3-3 0 32,-3 3-46-32,-4 0-2 0,4-2-1 0</inkml:trace>
  <inkml:trace contextRef="#ctx0" brushRef="#br0" timeOffset="130854.347">7986 5792 1811 0,'3'-5'37'0,"-3"5"11"0,3-3-39 0,0 1-9 0,0-1 0 0,-3 3 0 16,3-3 79-16,-3 3 13 0,6-2 4 0,-4 4 0 15,1 1-38-15,3 2-7 0,-3 3-2 0,3 3 0 16,0-1-25-16,0 6-6 0,0 0-1 0,-3 0 0 15,3 2-9-15,0 1-8 0,0-3 9 0,-3 2-9 16,0 1 0-16,0-3 8 0,0 0-8 0,0-1 0 16,0-1 24-16,-3-1 3 0,0-2 0 0,0 2 0 15,0-5-35-15,-3 0-8 0,3 0 0 0,-3-3-1 16,3-5 17-16,0 0 12 0,0 0-1 16,0 0-1-16,-9 0-2 0,3-3-8 0,0 1 12 0,0-6-4 15,3 0 22-15,-3-3 4 0,0 1 1 0,3-4 0 16,-3-2-14-16,3-2-2 0,0 2-1 0,0-5 0 15,3 0 3-15,-3-3 1 0,3 0 0 0,3 0 0 16,-3-2 6-16,3-3 0 0,3 2 1 0,-3 1 0 16,3-3-5-16,0 2 0 0,3 1-1 0,-3 2 0 15,0 0-23-15,0 3 0 0,0 2 0 0,0 1 8 16,0 5-8-16,0-1 0 0,0 4 0 0,0 2 0 16,0 3 0-16,-3-1 0 0,3 6 0 0,-6 0 0 15,6 6 0-15,3-1 0 0,-4 5 0 0,4 4 0 0,-3-1 0 16,3 3 0-16,3 0 0 0,-3 5 0 0,0-3 0 15,3 6 0-15,0-3 0 0,-3 6 0 16,3 2 32-16,0 0 6 0,-3 3 1 0,2 2 0 0,-2-2-39 16,-3 0-21-16,3-1 2 0,-3 1 1 15,-3-3-24-15,0-5-5 0,3 3-1 0,-6-4 0 16,0-1-42-16,0-4-9 0,0 1-1 0</inkml:trace>
  <inkml:trace contextRef="#ctx0" brushRef="#br0" timeOffset="131514.394">8135 5956 1824 0,'-6'-8'38'0,"-3"-2"8"0,3 2-37 0,3 0-9 0,0 0 0 0,0 0 0 16,0 0 91-16,6 0 16 0,-3 0 3 0,3 0 1 15,3-2-75-15,-3 2-16 0,3-3-2 0,3 3-1 16,-1-3 29-16,1 1 6 0,3 2 0 0,0-3 1 15,3 3-34-15,-3 1-7 0,3-1-2 0,-3 0 0 16,3 5-10-16,-3-5 0 0,2 5 0 0,-2 1 0 16,3 2-53-16,-3 0-16 0,3 0-3 0,-3 0-1 15,0 2-29-15,-3 1-6 0,3-3 0 0,-3 3-1 16,-3 2 43-16,0-2 9 0,-1-1 1 0,-2 1 1 16,0 0 43-16,-3-3 12 0,3 5 0 0,-3-5 0 15,0 0 15-15,0 0 10 0,0 0 3 0,0 0 0 16,0 0 35-16,0 0 7 0,0 0 2 0,3 0 0 15,3 0 0-15,-3-3 0 0,0 1 0 0,3-1 0 0,0-2-12 16,0-3-1-16,0 2-1 0,0-2 0 0,0 3 12 16,3-3 2-16,-3-2 1 0,3 4 0 0,0-2-58 0,-3 0-15 15,3 1 0-15,0 1 0 0,-1 1 54 0,1-3 8 16,-3 3 2-16,3 2 0 0,-3 0-52 0,0 1-12 16,0-1 0-16,0 3 0 0,0 3 0 0,0-3 0 15,0 2 0-15,-3 1 0 0,-3-3 0 16,6 5 0-16,-3 3 0 0,-3 0 0 0,3 0 0 0,-3 0 0 15,0 5 0-15,-3-7 0 0,0 4-48 16,0 1-13-16,0 2-3 0,-3-2 0 0,0 2 52 0,3 0 12 0,-3 0 0 16,0 1 0-16,3-4-54 15,0 1-8-15,-3 2-2 0,3-2 0 0,3-4 52 0,-3-1 12 0,3 2 0 0,0-3 0 16,0-5 0-16,0 0 0 0,3 5 0 0,-3-5 0 16,6-2 0-16,0-1 0 0,0 0 0 0,3 1 0 15,0-4 0-15,0 1 0 0,0 0 0 0,0 0 0 16,3-1 13-16,0 4 6 0,0-4 1 0,-4 4 0 15,1 2-5-15,0 0-1 0,0 0 0 0,0 2 0 16,-3 4 4-16,0-1 1 0,0 0 0 0,0 3 0 16,-3 3 2-16,0-1 1 0,0 4 0 0,-3-1 0 15,0 0-8-15,0 0-2 0,0 0 0 0,-3 1 0 16,0-1-12-16,-3 0 9 0,3 3-9 0,-6-3 8 16,3 0-8-16,-3 1 0 0,0-4 0 0,-3 4 8 15,0-1-29-15,1-3-7 0,-1 4 0 0,0-1-1 16,-3 0-27-16,3 0-4 0,0 0-2 0</inkml:trace>
  <inkml:trace contextRef="#ctx0" brushRef="#br0" timeOffset="132181.554">6997 5604 2032 0,'-8'0'42'0,"-1"6"10"0,0-4-41 16,0 1-11-16,0 2 0 0,0 0 0 16,3 3 60-16,-3 3 11 0,0-1 1 0,3 4 1 0,0-1-8 0,-3 0-1 0,3 0-1 0,0 6 0 15,0-1-50-15,0 4-13 0,3-1 0 0,-3 3 0 16,6-1 0-16,0 1 0 0,0 3 0 16,3-6 0-16,0 0 0 0,0 0 0 0,3-5 0 0,0 3 0 15,0-4 21-15,6-4-1 0,0 2 0 0,0-2 0 16,3-1 20-16,0-2 3 0,3-5 1 0,-1 2 0 15,4-5-54-15,0 0-10 16,0-2-3-16,3-1 0 0,-3-5 32 0,-1 0 7 0,1 0 0 0,0-5 1 16,0 2 0-1,-6-2 0-15,3-3 0 0,-6 0 0 0,0 1 16 0,-4-1 3 0,4-3 1 0,-6 1 0 16,-3 2 11-16,0-3 1 0,0-2 1 0,-3 3 0 16,-3-1-6-16,0 1 0 0,0 2-1 0,-6-3 0 15,0 3-19-15,-2 0-4 0,-4 3-1 0,-3 0 0 16,0 0-9-16,0 2-2 0,-3 0 0 0,-3 4 0 15,1 4-8-15,-4-2-14 0,0 5 3 0,-3 0 1 16,1 5-106-16,2 3-22 0,0 0-4 0</inkml:trace>
  <inkml:trace contextRef="#ctx0" brushRef="#br0" timeOffset="137505.431">11284 9258 1579 0,'9'-8'32'0,"-6"6"10"0,3-4-34 0,-3 4-8 0,0-3 0 0,3 2 0 15,-3 0 104-15,-1 1 20 0,4-4 3 0,-6 6 1 16,3-2-16-16,-3 2-4 0,3-3 0 0,-3 3 0 16,0 0-70-16,0 0-14 0,0 0-4 0,0 0 0 15,0 0 10-15,0 0 2 0,0 0 0 0,0 0 0 16,0 0 0-16,0 0 0 0,0 0 0 0,0 5 0 16,-3 3-32-16,0 0 0 0,0-3 0 0,-2 3 0 15,-1 3 0-15,0-3 0 0,0 3 0 0,-3-1 0 16,-3 1 15-16,0-3-3 0,0 2-1 0,0-2 0 15,-3 3-11-15,0-3 0 0,3 0 0 0,-2 0 8 16,-1-1-8-16,3 1 0 0,-3 0 0 0,3 3 0 0,0-3-12 16,3 0 12-16,0 2-12 0,0 1 12 0,0 0-10 0,6-1 10 0,-3-2 0 15,3 0-9-15,0 0 9 0,3 0 0 16,0 0 0-16,3 0 0 0,0-3 0 16,0 3 0-16,3-3 0 0,0 3-8 0,0-5 0 0,3 2 0 0,0 0 0 15,3 1 0-15,-3-4 8 0,3 4 0 0,0-4 0 16,3 4-8-16,0-4 8 0,-4 1 0 0,4 0 10 15,-3-1-10-15,0 1 11 0,3 0-11 0,-3-1 12 16,0 1-12-16,0-3 0 0,0 2 0 0,0 1 0 0,2 0 0 16,-2-3 0-16,0 0 0 15,3 2 0-15,-3-2 0 0,3 0 0 0,-3 3 0 0,0-6 0 0,0 3 0 16,2-2 10-16,-2 2-10 0,0-3 8 16,-3 0-8-16,3 1 0 0,-3-1-19 0,-3 1 3 0,3-4 1 15,-3 4-81-15,-3-4-17 0,3 1-3 16</inkml:trace>
  <inkml:trace contextRef="#ctx0" brushRef="#br0" timeOffset="137787.319">11367 9274 1765 0,'-6'-2'50'0,"0"-1"11"15,6 3-49-15,-9-3-12 0,9 3 0 0,-6 0 0 16,6 0 96-16,0 0 16 0,0 0 3 0,-6 6 1 0,3-4-27 0,0 4-5 0,0-1 0 15,0 3-1-15,3 0-15 0,0 0-4 0,0 2 0 0,0 1 0 16,3-1-48 0,-3 4-16-16,0-1 10 0,3 0-10 0,-3 3 27 15,0 0 0-15,3 5 0 0,-3 0 0 0,0 0 5 16,3 3 0-16,-3 3 1 0,3 2 0 16,-3-5-33-16,3-1-17 0,0 1 1 0,0-3 1 0,-3 0 15 0,3 1 0 15,-3-4 12-15,3 1-12 0,-3-1 0 16,3-2-9-16,-3-3-1 0,3 3 0 15,0-3-28-15,-3 1-6 0,3-4 0 0,0 1-1 16,0-3-118-16,0-3-23 0,0 0-5 0</inkml:trace>
  <inkml:trace contextRef="#ctx0" brushRef="#br0" timeOffset="138356.723">11700 9377 1579 0,'3'-8'32'0,"-3"3"10"16,3 3-34-16,-3 2-8 0,0 0 0 0,0 0 0 16,0 0 104-16,0 0 20 0,0 0 3 0,0 0 1 15,3 5-10-15,0 3-2 0,-3 0 0 0,0 5 0 16,0-2-32-16,0 4-6 0,0 4-2 0,0-1 0 16,-3 1-76-16,3 2-12 0,0 0-4 0,0 3 0 15,0-3 26-15,0-2 6 0,0 2 0 0,0-3 1 16,0 1-17-16,0-3-14 0,0 2 2 0,0-2 1 15,-3-2 11-15,3-1 0 0,0-3 0 0,0 4 0 16,-3-6 0-16,3-1 0 0,0 1 0 0,-3 0 0 0,3-8 0 16,0 0-12-16,0 0 12 0,0 0-12 0,0 0 0 0,0 0 0 15,0 0 0-15,3-8 0 16,-3 0-18-16,0 1-4 0,3-7-1 0,0 1 0 16,-3-3 35-16,3-2 0 0,0-4 0 0,-3 1 0 0,3-5 44 0,0-3 16 15,0-3 4-15,3 0 0 0,-3 0-64 0,3 1-15 16,0 2-1-16,3-3-1 0,-3 5 27 0,3-2 6 15,-3 3 0-15,3 2 1 0,0 0 8 0,0 3 2 16,3 0 0-16,-3 2 0 0,-1 3-5 0,1 1-1 0,0 4 0 16,0 0 0-16,0 6-4 0,3 3-1 0,0 2 0 15,-3 5 0-15,3 0-16 0,-3 6 0 0,3-1 0 16,-3 3 0-16,0 3 0 0,-1-2 0 0,1 1 0 0,-3 1 0 16,0 0 0-16,0 0 0 0,-3 0 0 0,0 2 0 15,0-2 0-15,0 3 0 0,-3-1 0 0,3 4 0 16,-3 1 26-16,-3 1 2 0,3 0 0 0,-3 2 0 15,0 1-28-15,0-3 0 0,0 0 0 0,-3-1 0 16,0-1-17-16,3-4-3 0,-3 1 0 0,0-4 0 16,0 1-20-16,1-2-5 0,-1-1-1 15,-3-3 0-15,3 1-34 0,0 0-6 0,0-3-2 0,0-1 0 16,0-1-78-16,0-1-16 0,3-2-3 16</inkml:trace>
  <inkml:trace contextRef="#ctx0" brushRef="#br0" timeOffset="138555.44">11775 9563 1242 0,'-9'-14'52'16,"3"1"-41"-16,0 3 113 0,0-1 24 0,3 0 4 0,0 3 0 31,0 3-19-31,3-3-4 0,3 3-1 0,-3 0 0 16,6-1-66-16,-3 4-14 0,6-4-2 0,-3 4-1 0,6-1 31 0,0-2 5 0,0 5 2 0,6-3 0 15,-1 3-67-15,1 0-16 16,0 0 0-16,3 0 0 0,0 0 0 0,0 0 0 0,-1 0 0 0,1 0 0 15,-3 0 55-15,0 0 7 0,3 0 2 0,-6 0 0 16,3-2-103 0,-4-1-20-16,1-2-4 0</inkml:trace>
  <inkml:trace contextRef="#ctx0" brushRef="#br0" timeOffset="151826.158">13385 5607 2066 0,'-3'-13'43'0,"3"13"10"0,0-6-42 0,0 1-11 0,-3 0 0 0,3 2 0 16,0 3 104-16,0-8 20 0,-3 3 3 0,3 5 1 15,0 0-22-15,0 0-4 0,0 0-1 0,0 0 0 16,0 0-59-16,0 0-12 0,0 0-2 0,0 0-1 16,0 5 6-16,-3 3 2 0,3 0 0 0,0 3 0 15,0-1-5-15,0 3-1 0,0 1 0 0,0 2 0 16,0-1-29-16,0 4-18 0,0-1 2 0,0 4 1 16,0 1 24-16,-3 7 5 0,3-1 1 0,0 5 0 15,0-5-15-15,0 0-18 0,0-2 4 0,0-1 1 16,0-2 13-16,-3 0 0 0,3-6 0 0,0 4 0 15,0-7 0-15,-3-1 0 0,3 2 0 0,0-3 0 16,0-3 0-16,-3 4 0 0,3-7 0 0,0 4 0 16,0-6-32-16,0 3-1 0,3-5 0 0,-3-3 0 15,3 3-141-15,3-3-28 0,3-3-6 0</inkml:trace>
  <inkml:trace contextRef="#ctx0" brushRef="#br0" timeOffset="152359.978">14198 5678 1824 0,'-3'-26'38'0,"3"18"8"16,-3-3-37-16,3 1-9 0,0-1 0 0,0 3 0 16,0 0 104-16,0 0 20 0,0 0 3 0,-3 3 1 15,3 0 0-15,0 5 0 0,0 0 0 0,0 0 0 16,0 0-52-16,0 0-9 0,0 0-3 0,0 0 0 0,0 0-51 16,0 5-13-16,0 3 0 0,0 0 0 15,0 3 54-15,3 2 8 0,-3 0 2 0,3 3 0 0,-3 0-52 0,0 0-12 0,3 0 0 16,-3 7 0-16,0-1 0 0,0 7 0 15,0 2 0-15,0 4 0 0,0-3 0 0,0-1 0 0,0 1 0 16,0-3 0-16,0 0 15 0,0-5 0 0,0-3 0 16,3 0 0-16,-3-2-15 0,0-1 0 0,0-2 0 15,0 0 0-15,0 0 0 0,0-3-13 16,0 3 2-16,0-3 1 16,0 1-98-16,3-4-20 0,-3 3-4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07T16:48:34.5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14567 3318 1026 0,'0'-8'43'15,"0"3"-35"1,0-3 55-16,3 0 10 0,-3 5 3 0,0-7 0 16,3 4 16-16,-3 1 4 0,0 0 1 0,3 2 0 0,-3 3-16 0,0-8-3 15,0 8-1-15,0 0 0 16,0 0-26-16,0 0-6 0,0 0-1 0,0 0 0 15,0 0-23-15,0 0-5 0,0 0 0 0,0 3-1 0,0 5-15 0,3 2 0 0,0 6 0 16,-3 3 0-16,3 7 0 0,-3 3 0 0,3 3-8 16,0 5 8-1,-3 0 0-15,3 0 0 0,0 0 0 0,0 6 0 0,-3-6 0 0,3 0-12 16,0 2 12-16,0 1-10 16,-3-5-13-16,0 4-2 0,3-7-1 0,-3 2 0 0,0-5 26 0,-3 1 0 0,3-4 0 0,-3 1 0 15,3-9 0-15,-3 3 0 0,0-5 0 0,0 3 0 16,0-6-12-16,3 3 2 0,-3 0 1 0,3-6 0 31,0 3 9-31,0-2 0 0,0-3 0 0,0 3 0 0,3-4 0 16,0 1 0-16,0-2 0 0,0-1-8 0,3-2 8 0,3 2 0 0,-1-2 0 0,1 2 0 15,3-5 0-15,3 0 0 0,0-5 0 0,3 2 0 16,0 3 0-16,3-3 0 0,2 1 0 0,1-1 0 16,0 0 0-16,0 1 0 0,3-1 0 15,2 3 0-15,1-3 0 0,3 1 0 0,6 2 0 16,-1-6 0-16,4 6 0 0,3 0 0 15,-1 0 0-15,10 0-8 0,-6 0 8 16,2 0 0-16,1 0 0 0,8 0 0 0,-5 6 0 0,5-6-13 16,1 2 5-16,5 4 8 0,-5-1-15 0,5 0 5 0,-2-2 1 15,5 5 0-15,-8-6-7 0,2 4 0 16,1-1-1-16,-1 3 0 0,-2-3-1 0,2 6 0 16,1-8 0-16,0 2 0 0,-7 0 7 0,-2 0 2 15,-1-2 0-15,1 0 0 0,-7-1 9 0,1-2 0 0,0 3 0 16,2-3 0-16,-8 0 0 0,0 0 0 0,-4-3 0 15,4 1 0-15,-6-1 0 0,2 0 0 0,1 1 0 0,0-1 0 0,-6 0 0 16,-1 1 0-16,-2-3 0 0,3 2 0 0,-9-2 0 16,2-1 8-16,-5 1-8 0,0 0 11 0,-3-1-11 0,0-2 0 0,0 1 9 15,-3-1-9 1,-1 0 0-16,-2 0 0 0,-3 0 0 0,3-3 0 16,-6 3 55-16,0 0 6 0,0-2 2 0,-3-1 0 15,0 1-50-15,0 2-13 0,-3-8 0 0,3 5 0 16,-3 1 49-16,0-6 5 0,0 3 1 0,0-6 0 0,0 0-35 15,0-2-8-15,0-3 0 0,-3-2-1 0,3-3-11 0,0-3 0 16,-3-2 0-16,3-1 0 0,0 4 47 0,-3 2 13 16,0 2 4-16,3-2 0 0,-3 0-52 0,3-3-12 15,-3 3 0-15,3-3 0 0,0-2 0 0,0-1 0 0,0 1 0 0,3-3 0 16,0 3 0-16,0 4 0 0,0 1 0 0,0 3 0 16,0 2 54-16,0 3 8 0,0 0 2 0,-3 2 0 15,3-2-52-15,-3 5-12 0,0-5 0 16,0 3 0-16,0-1 0 0,-3 0 0 0,0 1 0 0,0-1 0 15,-3 4 0-15,-3-4 0 0,3 6 0 16,-3-6 0-16,0 9 0 0,-3-4 0 0,0 1 0 16,1 5 0-16,-4-2 0 0,0 2 0 0,0-3 0 0,-3 3 0 15,0 0 0 1,-3 0 0-16,-3 0 0 0,-5 3 0 0,-1 2 0 0,-3-2 0 0,-3 3 0 16,-5-4 0-16,2 6 0 0,0 0 0 0,-2 0 0 0,-7 6 0 15,3-6 0-15,-8 0 0 0,2 0 0 0,-8 0 0 16,5 0 0-16,-2 2-12 0,-1-2 3 0,-8 5 0 15,5-2 9-15,-2 2 12 0,-1 1-2 0,-5 2-1 16,2-8-30-16,4 2-7 0,-1 4 0 0,-2-6-1 16,5 8-5-16,4-6-1 15,-1 3 0-15,-6 1 0 0,10 2 44 0,-1-6 9 0,4 4 2 16,-4-1 0-16,12 3-20 0,1 2 0 0,2-2 0 0,3 3 0 16,1 0 0-16,5-3-9 0,0 5 9 0,-3-8 0 0,4 6 0 0,-1-3 0 15,-3-1 0-15,3 1 0 0,4 3-17 0,2-3 1 16,-3-5 1-16,3 5 0 0,0-1 15 15,3-1 0-15,1 2 0 0,-4-3 0 16,3 3 0-16,-3-5 0 0,3 5 0 0,-2-3 0 0,-1 0 0 16,0-2 0-16,0 2 0 0,0-2 0 0,-3 2 11 15,4-2 5-15,-4-1 0 0,3 6 1 16,0-5-27-16,3 2-6 0,4-2 0 0,-4 2-1 0,6-2 17 0,-3-1 0 0,3 1 0 0,0 0 0 16,3-1 48-1,0 1 12-15,0 2 4 0,4-5 0 0,-1 0-52 0,0 3-12 0,3-3 0 0,0 5 0 16,6-5-48-16,0 0-13 0,0 0-3 15,0 0 0-15,0 0-51 0,3 3-10 0,0 2-3 0</inkml:trace>
  <inkml:trace contextRef="#ctx0" brushRef="#br0" timeOffset="32462.109">19455 3239 1398 0,'0'0'59'0,"0"0"-47"16,0 0 56-16,0 0 12 0,0 0 3 0,0 0 0 16,0 0-3-16,0 0-1 0,0 0 0 0,-6 5 0 15,3 3-52-15,0 5-11 0,-3-5-1 0,3 8-1 16,0 0-4-16,-3 2-1 0,3 4 0 0,-3 1 0 15,3-1-9 1,-3-4 12-16,3 3-12 0,0-2 12 0,-3-1-12 0,3-2 0 0,0 3 9 0,-3-6-9 16,3 3 8-16,0-6-8 0,0 1 8 0,0-3-8 15,0 2 8-15,0-2-8 16,0-2 8-16,0-1-8 0,3-5 8 0,0 0-8 0,0 0 10 0,-6 3-10 16,6-3 15-16,-6-3-3 0,0 0-1 0,3 1 0 15,-2-6-3-15,2 0 0 0,3-3 0 0,-3 1 0 16,3-6 7-16,3-5 1 0,0 5 0 0,-1-11 0 15,4 3 6-15,0-2 2 0,3 0 0 0,0-4 0 16,0 4 3-16,0-1 1 0,3 6 0 0,0-5 0 16,0 5-9-16,3 2-2 0,-3-2 0 0,-3 5 0 15,2 0 0-15,1 6 0 0,0-1 0 0,0 3 0 16,-3 3 0-16,0 0 0 0,0 5 0 0,0-3 0 0,-3 6-7 16,0-1-2-16,3 1 0 0,-3 2 0 0,0 3-8 0,0 0 0 15,0 3 0-15,-1 2 0 16,1 0 8-16,3 0-8 0,-3 3 0 0,0-3 8 0,0 3-8 15,-3 3 0-15,3-1 0 0,-3 3 8 16,3 3-8-16,-3 0 0 0,-3 0 0 0,3 2 0 16,-3-4 0-16,0-1 0 0,0 3 0 15,0-3 0-15,-3-5 0 0,0 5-9 0,-3-5 9 0,3-3 0 0,-3 3-24 16,0-8 3-16,0 2 0 0,0 1 0 16,0-3-18-16,0-6-3 0,-2 4-1 0,2-1 0 0,0 0-106 0,0-2-22 0,0 0-4 15</inkml:trace>
  <inkml:trace contextRef="#ctx0" brushRef="#br0" timeOffset="32669.22">19419 3345 1568 0,'0'0'32'0,"0"0"9"0,0 0-33 0,0 0-8 0,0 0 0 0,0 0 0 0,0 0 91 0,0 0 16 0,0 0 3 0,3-3 1 16,3-2-31-16,0 2-7 0,3 0-1 0,0 3 0 15,0-5-38-15,2 5-8 0,1-3-2 0,0 3 0 16,3 0-24-16,3 0 8 0,0-5-8 0,0 5 0 16,3 5-24-16,-1-5-9 0,4 0-3 0</inkml:trace>
  <inkml:trace contextRef="#ctx0" brushRef="#br0" timeOffset="33257.37">20050 3390 1530 0,'0'0'32'0,"0"0"8"0,0 0-32 0,0 0-8 0,0 0 0 0,0 0 0 16,0 0 89-16,0 0 17 0,0-11 3 0,3 6 1 0,3 2-38 0,0 0-8 0,0 3-2 0,3-5 0 31,0 2-25-31,2 3-5 0,1-5 0 0,0 5-1 15,3-3-2-15,-3 3 0 0,6-5 0 0,-3 3 0 0,3-1-9 0,0 3-1 0,2-3-1 0,1 1 0 32,3 2-10-32,0 0-8 0,3 0 9 0,-4 0-9 0,1 2 0 0,0 1 0 15,0-3 0-15,0 3 0 0,-3-1 8 16,-1 3-8-16,-2-5 0 0,0 0 0 0,-3 0 0 16,-3 0 0-16,3 0 0 0,-6 0 0 15,3 0 16-15,-6 0-4 0,2 0 0 0,-2-5 0 0,-3 3-12 16,3 2 0-16,-6 0 0 0,0 0 0 0,0 0 0 0,0-6 0 15,-3 1 0-15,0 2 0 0,0-5 0 0,-3 0 0 0,1 3 0 0,-1-3 0 16,-6 3 0-16,0-3 0 0,0 0 0 16,0-3 0-16,0 6 0 0,-3-3 0 0,0 0 0 0,3 0 0 15,0 3 0-15,1-3 0 0,-1 3 8 0,3 2-8 16,0-5 16-16,0 3 0 0,3 0 0 0,0 2 0 16,6 3 2-16,0 0 1 0,0 0 0 0,0 0 0 0,0 0-7 0,0 0-2 15,0 0 0-15,0 0 0 16,3 0-10-16,3-3 10 0,0 6-10 0,3 0 10 15,0-3 0-15,-3 2 0 0,3 6 0 0,0-8 0 16,-1 8-2-16,-2-5 0 0,3 2 0 16,0 0 0-16,0 1 0 0,-3-1-8 0,3 3 12 15,-3-3-4-15,-3 3-8 0,3-3 8 0,0 6-8 0,-3-3 8 16,0 0-8-16,-3 0 12 0,3 0-12 0,-3 2 12 16,0-2-12-16,-3-2 12 0,3 2-12 0,-3-1 12 15,0 1-12-15,-3 0 10 0,3-5-10 0,-3 2 10 16,3 1-35-1,-3 2-7-15,0-6-2 0,0 3 0 0,0-5-24 0,0 3-5 0,6-3-1 16</inkml:trace>
  <inkml:trace contextRef="#ctx0" brushRef="#br0" timeOffset="33998.59">21068 3196 1269 0,'0'0'53'0,"0"0"-42"32,0 6 31-32,0 4 6 0,0-2 2 0,0 0 0 0,-3 0-1 0,0 5 0 15,0 3 0-15,-3-5 0 0,3 7-31 0,-3-5-6 0,3 6-2 0,-3 0 0 16,3-1-10-16,-3 1 12 0,3-4-12 0,0 1 12 16,-3 0-4-16,3-3 0 0,0-2 0 0,0 0 0 15,0-1 22-15,0-2 4 16,0-3 1-16,0 3 0 0,3-8 13 0,0 0 2 0,0 0 1 0,0 0 0 15,-5 0-10-15,5 0-1 0,-6-2-1 0,3 2 0 16,0-8-17-16,0 0-3 0,3 3-1 0,-3-9 0 16,6 4 3-16,-3-3 1 0,3-1 0 0,3-2 0 15,0 1-2-15,-1-4 0 0,4 0 0 0,0 1 0 16,3-3 7-16,0 2 1 0,3-2 0 0,3 0 0 0,0-3 0 16,0 3 0-16,2-3 0 0,1 3 0 15,-3 0-2-15,0 0 0 0,0 2 0 0,0 6 0 16,-3-3-10-16,-1 3-3 0,-2 5 0 0,-3 3 0 15,0 2-1-15,0 6 0 0,-3 2 0 0,0 3 0 16,-3 0-12-16,0 5 0 0,0 5 0 0,-3 1 0 16,3 0 0-16,-3 2 0 0,0 5 0 0,-3-7 0 15,3 7 0-15,-3-5 0 0,3 6 0 0,-3-1 0 0,3 3 0 0,-3 0 0 16,3 1 0-16,-3-4 0 0,3 0-12 16,0-2 0-16,-3 3 1 0,3-9 0 0,-3 1 11 0,0-1 0 15,0 1 0-15,0-9 0 16,0 4-39-16,0-1-5 0,0-5-2 15,0-6 0-15,3-2-34 0,0 0-8 0,-3 6 0 0</inkml:trace>
  <inkml:trace contextRef="#ctx0" brushRef="#br0" timeOffset="34653.759">21095 3342 1549 0,'-12'-5'44'0,"0"-1"9"0,3 6-42 0,0-8-11 0,0 8 0 16,3-5 0-16,6 5 72 15,0 0 12-15,0 0 2 0,0 0 1 0,0 0-20 0,0 0-4 0,3-5-1 0,0-1 0 16,3 4-24-16,0-1-5 0,3 3-1 0,0-5 0 16,3 5-20-16,3-3-4 0,0 3 0 0,-1 0-8 15,4 0 0-15,0 0 0 0,0 0 0 0,3 0 0 16,0 3-33-16,-1 2-4 0,4-5-1 0,-3 5 0 16,-3-2-17-16,3 0-3 0,-3-1-1 0,-3 1 0 15,-1 2 28-15,1-5 6 0,-3 0 1 0,0 0 0 16,0 3 16-16,-3-3 8 0,-3 0-8 0,0 5 8 0,0-5 0 15,-6 0 0-15,0 0 0 0,0 0 0 16,0 0 55-16,0 0 9 0,0 0 3 0,0 0 0 16,0 0-16-16,0 0-3 0,3-5-1 0,0 2 0 15,3 3 7-15,-3-5 2 0,0 0 0 0,3-1 0 0,0 1-8 0,3 0-2 0,-1 2 0 0,1-5 0 16,3 3-2 0,0 0-1-16,3-1 0 0,-3 1 0 15,0 5-35-15,3-5-8 0,-3 2 0 0,0 3 0 16,-1 0 0-16,-2 0 0 0,0 0 0 0,0 0 0 0,-3 0 0 0,-3 3 0 15,0 2 0-15,-3 0 0 16,0 1 0-16,-3-1 0 0,0 3 0 0,-3 0 0 16,-3 0 0-16,0 2 0 0,-2 1 0 0,2-3 0 0,-3 3 0 0,0 4 0 15,0-7 0-15,0 3 0 0,0 0 0 0,0-1 0 0,0 1 0 16,3-1 0-16,0 4-12 0,0-7-4 0,4-1 0 16,2-1-1-16,0 6 27 0,3-9 6 15,3 4 0-15,0-1 1 0,-1-3-65 16,7 1-12-16,0 0-4 0,0-1 0 0,0-2 52 0,6 0 12 0,0 6 0 15,0-12 0-15,0 6 48 16,0-2 13-16,-1 2 3 0,1-3 0 16,0 3-52-16,-3 0-12 0,0 0 0 15,0 0 0-15,-3 0 0 0,0 0 0 0,0 3 0 0,-3-1 0 16,0 4 0-16,-3-6 0 0,0 8 0 0,-3-8 0 0,0 2 0 0,-3 6 0 16,0 0 0-16,-3 3 0 0,0-3 0 0,-3 0 0 0,0-3 0 15,-3 3 0-15,0 2 0 0,0-2 0 0,0 0 0 0,-3 0 0 16,1-2 0-16,-1 1 0 0,0-1 0 0,0-1 0 15,0 0-107-15,3 1-24 0,-3-4-5 0</inkml:trace>
  <inkml:trace contextRef="#ctx0" brushRef="#br0" timeOffset="35182.159">22211 3249 1811 0,'-6'-13'37'0,"6"13"11"15,0 0-39-15,-6-5-9 0,6 5 0 0,0 0 0 0,0 0 73 0,-3 0 13 0,3 0 2 0,-6 0 1 32,0 2-34-32,3 4-7 0,-3-1-2 0,0 3 0 0,3 5-29 0,0-2-5 0,-3 2-2 0,0 0 0 15,3 3-10-15,0 0 0 0,-3 5 9 16,3-2-9-16,1-1 8 0,-4 1-8 0,3 5 8 0,-3-9-8 15,3 1 0-15,-3 0 9 0,0-3-9 0,3 1 0 16,-6-4 11-16,3 1-11 0,0-3 10 0,0-6-10 16,-3 4 0-16,3-6 0 0,0 2 0 15,0-2 0-15,3 0-22 0,-3-2-4 16,3 2-1-16,0-8 0 16,0 0 16-16,3-3 11 0,-3 1-13 0,6-6 5 15,-3 0-2-15,6-3 0 0,-3-2 0 16,6 0 0-16,0 2 10 0,3-7 0 0,0 7 0 15,3-7 8-15,3 2 4 0,-3 3 2 0,2 0 0 0,1 0 0 16,0 2-14-16,0 1 0 0,-3-1 0 0,0 3 0 16,0 3 54-16,0 0 8 0,-4 2 2 0,1 6 0 0,0 0-52 15,-3 5-12-15,0-3 0 0,-3 6 0 0,0 2 54 0,0 3 8 16,-3 5 2-16,3-5 0 0,-6 5-52 0,3 3-12 0,-3-5 0 16,0 7 0-16,0-2 0 0,0 5 0 0,0-2 0 15,-3 2 0-15,0 3 0 0,3 2 0 0,-3 3 0 16,0 0 0-16,0-5 0 0,0 0 0 0,0 3 0 15,0-4 0-15,0-4 0 0,-3-1 0 0,3 1 0 0,0-3 0 0,-3-6 0 0,3 4 0 16,0-1 0-16,-3-5 0 16,0-3-64-16,3 0-15 0,0-2-3 0,3-3-1 0,0 0-6 0,0 0-2 0,0 0 0 15,-9-3 0 1,4-2-152-16,-4 0-30 0</inkml:trace>
  <inkml:trace contextRef="#ctx0" brushRef="#br0" timeOffset="35663.1">22086 3334 1337 0,'0'0'56'0,"0"0"-44"16,0 0 41-16,0 0 9 0,0 0 2 16,0 0 0-16,6 0 0 0,3 0 0 0,3 0 0 0,0 3 0 15,-1-1 0-15,4 1 0 16,-3-3 0-16,6 3 0 0,-3-1 0 0,0-2 0 0,0 5 0 0,3-5 0 16,-1 0-52-16,1 3-12 0,3-3 0 0,-3 5 0 15,3-5-8-15,-3 3-5 0,3 2-1 0,-4-5 0 16,-2 3 14-16,0 0 0 0,0 2 0 0,-3-2 0 15,-3-1 0-15,0 4 0 16,-3-6 8-16,0 0-8 0,-3 2 0 0,-3-2 8 0,0 0-8 0,0 0 0 16,0 0 18-16,0 0-3 0,0 0-1 15,0 0 0-15,0 0 4 0,0 0 1 0,0 0 0 0,0 0 0 16,-3-2-7-16,-3 2 0 16,6 0-1-16,-3-8 0 0,3 8 1 0,0-6 1 0,0 1 0 0,3 2 0 0,0-2-1 0,3 2 0 15,0-2 0-15,3 2 0 0,-3-2-3 0,3 3-1 16,-1-1 0-16,1 3 0 0,0 0-8 0,0 0 12 15,0 0-12-15,0 0 12 16,0 3-12-16,-3-3 10 0,0 7-10 16,0-7 10-16,0 8-10 0,-3 0 0 0,0-5 0 15,0 8 0-15,-3-1 0 0,0 3 0 0,0-5 0 16,-3 6 0-16,3 1 0 0,-3-4 0 0,0 8 0 0,-3-6 0 0,0 3 0 16,0-3 0-16,0 3 0 0,0 0 0 15,0-3 0-15,0 3 0 0,3-6-10 16,-3 1 10-16,3-1-11 0,3-2 11 0,0 0-12 0,0 0 12 15,3-2-10-15,0 2 10 0,0-3-8 0,3-3 8 0,0 1 0 0,0 0 0 0,3-1 0 0,0-2 0 16,3-2 0-16,-3-1 0 0,3 0 0 0,3 1-8 16,-1-3-31-16,4 2-5 0,3-8-2 0</inkml:trace>
  <inkml:trace contextRef="#ctx0" brushRef="#br0" timeOffset="36173.09">23122 3257 1578 0,'0'0'44'0,"-3"0"12"0,3 0-45 0,0 0-11 0,0 0 0 0,0 0 0 16,-6 3 96-16,3 2 18 0,0 0 3 0,0 3 1 0,0 0-49 0,0 3-9 0,3-1-3 0,-3 1 0 31,0 5-30-31,3-3-7 0,-3 3 0 0,0 3-1 16,3-1-11-16,0 3-8 0,-3 0 12 0,3 1-12 0,0-7 8 0,-3 1-8 15,0 3 0-15,0-3 0 0,3 0 11 0,-3-6-11 0,0 1 10 16,-3-1-10 0,3-2 12-16,0 0-4 0,0-2-8 0,0-1 12 15,0 3-12-15,3-8 11 0,-6 0-11 0,6 0 10 16,0 0-10-16,0 0 12 0,0 0-12 0,0 0 12 0,-3-8-12 0,0 0 0 0,3-3 0 16,0 1 8-16,0-9-8 0,3 3-11 0,0-2 3 15,3-1 0-15,0-5 8 0,3-2 0 0,3 0 0 0,3-4-8 16,0 1 8-16,0 3 0 15,6-1 0-15,-1 1 0 0,-2 2 0 0,3 3 0 16,-3 0 0-16,3 2 11 0,-3 6 8 0,-3-3 1 0,-1 3 1 16,1 5 0-16,-3 0 3 0,-3-2 0 0,3 4 0 15,-3 6 0-15,0 0-8 0,-3 0-2 16,0 6 0-16,0 4 0 0,-3-2-5 0,0 0-1 0,0 5 0 0,0 3 0 16,0-3-8-16,0 6 0 0,0-3 0 0,0 2 8 15,0 3-8-15,-3 3 0 0,0-3 0 0,3-2 0 16,-3 7 0-16,0-4 8 0,0-1-8 0,0 3 8 15,-3-6-16-15,3 3-4 0,-3-2-1 0,3-3 0 16,-3-3-16-16,0 3-3 0,-3-6-1 16,3 1 0-16,0-1-30 0,-3-2-5 0,0-2-2 0,3-1 0 15,-3-2-90-15,0-1-17 0,6-2-4 0</inkml:trace>
  <inkml:trace contextRef="#ctx0" brushRef="#br0" timeOffset="36577.1">23125 3397 1313 0,'-6'-7'27'0,"0"-4"8"0,3 6-35 0,0-1 0 0,0 1 0 0,3 5 0 0,0-3 76 0,3-2 9 0,3 2 2 0,0 3 0 0,6-5-9 0,-3 3-2 0,3 2 0 0,2 0 0 31,1 2-24-31,0 3-4 0,3-5-2 0,0 3 0 0,3 2-26 0,-3-2-6 0,2 2-1 0,1 1 0 31,-3-4-13-31,3 1 8 0,0 0-8 0,0-1 0 16,-4-2 8-16,1 0-8 0,3 0 0 0,-6-2 0 0,0 2 0 0,0-3 0 0,-3 3 0 15,0-3 0-15,-3 3 8 0,-1-2-8 0,-2 2 0 0,-3-3 0 16,-3 3 19-16,0 0-3 0,6 0 0 0,-6 0 0 16,0 0 15-16,0 0 2 0,0 0 1 0,3 0 0 15,-3 0-6-15,0 0-2 0,6 3 0 0,-3-1 0 16,0 4-1-16,0 2 0 0,0-6 0 0,0 3 0 16,0 3-4-16,0 0-1 0,-3 6 0 0,3-6 0 15,-3 2-5-15,0 3-2 0,0 1 0 0,0-4 0 16,0 3-5-16,0 1-8 0,0-4 11 0,0 3-11 15,0 1 8-15,-3-4-8 0,3 1 0 0,0 5 0 16,0-11 0-16,-3 6 0 0,3-4 0 0,-3 1 0 16,3 0-9-16,0-2-6 0,0-1-1 0,0-5 0 15,-3 8-25-15,3-8-6 0,0 0-1 0,0 0 0 16,6 0-101-16,-3 3-21 16,3-3-4-16</inkml:trace>
  <inkml:trace contextRef="#ctx0" brushRef="#br0" timeOffset="37501.74">23902 3297 1554 0,'12'-11'32'0,"-4"-2"8"0,4 5-32 0,-3 0-8 0,0 0 0 0,-3 3 0 16,0 2 88-16,0 1 16 0,-3 2 3 0,-3 0 1 0,0 0-31 0,3 5-5 16,-3 3-2-16,-3 0 0 15,0 2-22-15,0 6-5 0,-3 0-1 0,0 0 0 0,3 3-21 0,-3 4-4 0,3-4-1 16,-3 7 0-16,3-2-6 0,0 0-2 0,0 0 0 0,3 0 0 31,0-3-8-31,-3 3 0 0,3-11 0 0,0 3 8 0,-3-3-8 0,3-2 0 0,-3-4 9 0,0 1-9 16,1 0 10-1,-1-2-2-15,0-4-8 0,3-2 12 0,0 0-2 0,0 0-1 0,0 0 0 0,0 0 0 32,0 0 3-32,0 0 0 0,-3-2 0 0,0-6 0 0,0 0-12 0,3-5 8 15,3-1-8-15,0-2 8 0,0-2-8 0,3-3 0 16,-1-6 0-16,4-2 0 0,3 0 0 0,3-5 0 0,0-1 0 15,3 1-11-15,3 2 11 0,0 3 0 0,-1 5-9 16,1-5 9-16,3 3 0 0,-6 2 0 16,3-5-9-16,-3 5 9 0,0 3 0 0,-4 0 0 0,-2 5 0 0,0 0 0 15,0 8 19-15,-3 0-3 16,-3 0 0-16,3 5 0 0,-6 3-4 16,-3 0-2-16,6 6 0 0,-3 2 0 0,-3 5-2 0,3-3 0 0,-3 9 0 0,0-6 0 15,0 6 5-15,0 2 1 0,-3 0 0 0,0 0 0 16,3 0-14-16,-3 3 0 15,3-3 0-15,-3 6 0 0,0-1 12 0,3 3-4 0,0 0-8 0,-3-2 12 16,0 2-12-16,3-2 0 0,-3-4 0 0,0 1 0 16,0-3 0-16,0 0 0 0,0 1 0 0,-3-9 0 15,3 3 0-15,-3-6-10 16,0 4 0-16,3-7 0 0,-3 1-21 0,0-2-4 0,0-1-1 0,3-2 0 16,3-3-35-16,0 0-7 0,0 0-2 0,0 0 0 15,-6-3-31-15,4 0-6 0,-4-2-2 0,3 0 0 0,-3-3-28 16,0-3-5-16,-3 1-2 0,3-6 0 15,-3 0 3-15,-3 3 1 0,0-6 0 0,-3 1 0 16,0 2 90-16,0-3 17 0,1 3 4 0,-1 1 1 16,0-1 182-16,0 2 37 0,0 1 7 0,3 0 2 0,0 5-68 0,3-3-14 15,-3 3-2-15,6 1-1 0,3-1-8 0,0 5-1 16,3 0-1-16,3-2 0 0,3 2-33 16,0-2-6-16,6 2-2 0,0 3 0 15,6-2-18-15,0 2-4 0,6 0-1 0,-4 2 0 16,4 1-10-16,3 2-1 0,0-2-1 0,0 2 0 0,-1-5-8 0,1 3-2 15,3-3 0-15,-3 3 0 0,0-3 2 16,-1 2 0-16,-2-2 0 0,0 3 0 0,-3-3 5 0,-3 3 2 16,0-1 0-16,-7 3 0 0,1-5 0 0,-3 3 0 0,-3-3 0 15,0 5 0-15,-6-5-2 0,0 0-1 0,0 3 0 0,0 5 0 0,0 0-3 16,-3 3-1-16,3-4 0 0,-3 1 0 16,0 3-11-16,0 2 0 0,0 0 0 15,3 1 0-15,0-4 0 0,0 3 0 0,0 1 0 0,3-4 0 16,0 4 0-16,0-1 0 0,3-5 0 15,-3 2 0-15,3 1 0 0,0-3 0 0,3 0 0 0,-3-6 0 16,3 4 9-16,-3-4-9 0,3 1 10 0,0-3-10 0,-3 0 11 0,0 0-11 0,3 0 12 16,-3 0-12-1,2-5 18-15,1-1-3 0,-3 4-1 0,3-6 0 16,-3-3 4-16,0 3 1 0,0-2 0 0,-3 2 0 0,3-8-3 0,-3 3 0 16,0-3 0-16,0 3 0 0,-3-6-7 15,0 3-1-15,0-2-8 0,-3 4 12 16,0-1-12-16,-3-1 0 15,3 2 0-15,-6 6 0 0,0-5-22 0,0 5-7 0,-3 0-2 0</inkml:trace>
  <inkml:trace contextRef="#ctx0" brushRef="#br0" timeOffset="180490.22">24074 7419 1403 0,'0'0'40'0,"0"0"8"0,0 6-38 0,-3-1-10 0,0 3 0 0,3 0 0 15,-3 0 60 1,0 2 11-16,3 4 1 0,-3 1 1 0,0-1-34 0,0 2-7 0,0 2-2 0,0 1 0 16,3-4-20-16,-3 4-10 0,1-3 10 0,-1 2-10 15,3-4 0-15,-3 2 0 0,0-3 0 0,0-3 0 16,3 1 8-16,-3-3-8 0,3 0 0 0,0 0 0 16,-3 0 14-1,3-3-3-15,0 0-1 0,0-5 0 0,0 0 18 0,0 0 3 0,0 0 1 0,0 0 0 16,0 0 10-16,0 0 2 0,0 0 1 0,0 0 0 15,3-8 2-15,0 0 0 0,3 0 0 0,-3-2 0 16,2-3-16-16,1-3-3 0,0 0-1 0,0-3 0 16,0-4-3-16,0-1-1 0,3 0 0 0,0-5 0 15,0 0 2-15,0 2 1 0,3-2 0 0,-3 3 0 16,0-1 0-16,3 3 0 0,-3 3 0 0,0 0 0 16,-1 5 18-16,1-2 3 0,0 4 1 0,-3 1 0 15,0 0-21-15,-3 5-4 0,3 0-1 16,-3 3 0-16,0 0-14 0,-3 5-8 15,0 0 8-15,0 0-8 0,6 5 0 0,-3 3 0 16,0 2 0-16,0 1 0 0,0-1 0 0,0 4 0 0,-3 2 0 16,3-1-8-16,-3 4 8 0,0 2 0 0,3 0 0 0,-3 6 0 0,0-1-11 15,0 1 11-15,0 2-13 0,0-3 5 16,0-2-17-16,0 0-3 0,0 0-1 16,-3 0 0-16,0-6-15 0,3 1-4 0,-3-4 0 0,-3 1 0 15,3 0-12-15,0-5-2 0,0 2-1 0,-3 0 0 16,3-5-89-16,0 0-19 0,0 0-3 0</inkml:trace>
  <inkml:trace contextRef="#ctx0" brushRef="#br0" timeOffset="180946.6">24119 7565 1448 0,'-9'-3'41'0,"-3"-2"9"0,3 2-40 0,0-2-10 0,0 2 0 0,3 1 0 16,6 2 70-16,0 0 12 0,-3-6 2 0,3 6 1 15,3-5-24-15,0 3-5 0,0-4 0 0,3 4-1 16,3-1-14-16,3 0-2 0,-3 1-1 0,3-1 0 16,3 0-16-16,-3 3-3 0,3 0-1 0,-1 0 0 15,1 0-18-15,0 0 0 0,-3 0 8 0,0 0-8 16,0 3 0-16,0-3 0 0,0 3 0 0,-3-1 0 16,0 1 0-16,-3 0 0 0,2-1 0 0,-2 4 0 15,-3-1 10-15,0-3-10 0,0 6 8 0,-3-2-8 16,-3 2 9-16,3 0-9 0,-3-1 10 0,0 4-10 15,-3-3 9-15,4 3-9 0,-4-3 8 16,3 2-8-16,0-2 0 0,0 0 0 0,0 3 8 0,3-3-8 16,0-3 0-16,0 3 0 15,0 0 0-15,3-3 0 0,0-2 0 0,0 2 0 0,3 0 0 0,2-5 0 0,-2 3 0 16,3-3 0-16,0 0 0 0,0-3 8 16,0 3 6-16,0-2 1 0,3-1 0 0,-3-2 0 15,0 2 16-15,3-2 3 0,-3 2 1 0,0-5 0 16,0 3 5-16,-4-3 2 0,1 0 0 0,0 3 0 15,0-6 0-15,-3 3 0 0,-3-2 0 0,3-1 0 16,-3 0-18-16,-3 1-4 0,3-3-1 0,-3-1 0 0,0 4-19 0,-3-3 10 16,3 2-10-16,-3-2 8 15,1 5-8-15,-1-3 0 0,-3 1 0 0,0 4-11 0,0 1-30 16,0 2-7-16,-3 1 0 0,0-1-1 16,-6 6-147-16,0 2-28 0</inkml:trace>
  <inkml:trace contextRef="#ctx0" brushRef="#br0" timeOffset="182315.6">23041 7321 1545 0,'0'0'32'16,"0"0"8"-16,0 0-32 0,0 0-8 0,0 0 0 0,0 0 0 0,0 0 60 0,0 0 11 0,-6 3 1 0,3 5 1 15,0 0-21-15,0 3-5 0,3-3-1 0,-2 5 0 31,-1 3-25-31,3-3-5 0,-3 5 0 0,3-2-1 0,-3 3-15 0,3-1 0 16,0 1 8-16,-3-1-8 0,3-2 0 0,0 0 8 0,0-3-8 0,0 1 0 31,0-1 0-31,0-3 0 0,0 1 0 0,0-3 0 16,0 0 0-16,-3-3 0 0,3-5 0 0,0 0 0 0,0 0 0 0,0 0 0 0,0 0 0 16,0 0 0-16,0 0 51 0,0 0 10 0,0-8 3 15,-3 0 0-15,0-2-52 0,3-1-12 0,0-2 0 0,3-3 0 16,-3 3 0-16,3-3 0 0,0-3 0 15,0 1 0-15,0-1 0 0,3-2 0 0,-1 0 0 16,1 0 0-16,0 2 36 0,3-2 5 0,0 5 1 16,0-2 0-16,0 2-23 0,0 0-5 0,0 3-1 0,0-1 0 15,0 4-4-15,0-1-1 16,0 3 0-16,0 3 0 0,0 0-8 0,-1 2 0 0,-2 1 9 0,3 4-9 16,-3-2 0-16,3 5 0 0,-3-2 0 0,0 2 0 15,3 3 0-15,-3 0 0 0,0 0 0 0,0 3-8 16,-3-1 8-16,6 4-10 0,-3-4 10 0,-3 3-10 15,3 1-8-15,-3-1-2 0,0 0 0 0,0 3 0 16,-3 0-16-16,3 0-3 0,-6-3-1 16,3 3 0-16,0-3-2 0,0 0-1 0,-3-2 0 15,3 2 0-15,-3-2-1 16,0-3-1-16,-3 0 0 0,3 0 0 0,-3-3 6 16,0 0 2-16,0-2 0 0,-3-1 0 0,3-2-16 0,0 0-3 0,-3 0-1 0,0-2 0 15,0-1 23 1,0-2 5-16,0 0 1 0,1-3 0 0,-4 2 39 15,3-2 8-15,-3 0 1 16,3 0 1-16,0 1-21 0,3-1 0 0,0-3 0 0,0 3 0 16,3 0 53-16,0 0 7 0,0 0 0 0,3 0 1 0,3 0-21 15,-3 3-5-15,6 0-1 0,0-3 0 0,0 3-12 0,3-1-2 0,3 1-1 0,0 0 0 16,0 2-10-16,2 0-1 0,4 1-8 0,-3-1 12 16,3 3-12-16,-3-3 0 0,3 3 8 0,0 0-8 0,-3 0 0 0,-1 0 0 0,1 0 8 15,0 0-8-15,-3 0 0 16,-3 0 0-16,3 0 0 0,-3 0 0 0,-3 0 0 15,0 0 8-15,0 0-8 0,-6 0 0 0,0 0 31 0,0 0 0 0,0 0 0 0,0 0 0 16,0 0 1-16,0 0 1 0,0 0 0 16,0 0 0-16,0 0 3 0,0 0 1 0,0 0 0 0,0 0 0 15,0 0-15-15,0 0-3 0,0 0-1 0,0 0 0 16,-3 6-2-16,3-1 0 0,-3 0 0 0,3 3 0 16,0 0 1-16,0 0 0 0,0 0 0 0,0 0 0 15,0 3-1-15,0-1 0 0,0 3 0 0,0 1 0 16,0-1-8-16,0 3-8 0,0 0 12 0,0 0-12 15,0-1 8 1,-3-1-8-16,3 1 0 0,-3 1 0 0,3-2 17 0,-3-1 0 16,0 3 0-16,0-3 0 0,3-2-65 0,-3-1-12 15,3 1-4-15,-3-1 0 0,3 1 0 0,0-3 0 16,0-3 0-16</inkml:trace>
  <inkml:trace contextRef="#ctx0" brushRef="#br0" timeOffset="183221.77">21779 7345 1789 0,'0'0'37'0,"0"0"9"0,0 0-37 0,0 0-9 0,0 0 0 0,0 0 0 16,0 0 76-16,0 0 14 0,0 0 2 0,0 0 1 31,-3 3-41-31,-3 2-9 0,3 1-2 0,0 1 0 0,0 4-27 16,3 0-6-16,-3 2 0 0,3 0-8 15,-3 3 8-15,3 2-8 0,0-2 0 0,-3 6 0 0,3-7 0 0,0 4 0 0,0-1 0 0,0 1 0 31,-2-3 0-31,2 0 0 0,0-3 8 0,0 0-8 0,0 0 0 0,0 1 0 0,0-4 8 0,0 1-8 16,-3-3 0-16,3-3 0 0,0 3 0 0,0-5 0 16,0-3 0-16,0 0-9 0,0 0-1 0,0 0 0 15,0 0 10-15,0 0 0 16,-6-3 0-16,3-2 0 0,-3-3 0 0,3-3 0 0,0 1 0 0,3-4 0 16,-3-2 0-16,3 1 0 0,-3-4 0 0,3-2 0 15,0 0 34-15,3 0 9 0,0-3 1 16,0 0 1-16,0 3-21 0,3 0-5 0,0-1-1 0,-3 4 0 15,5-1-4-15,-5 4-1 0,3-1 0 0,0 2 0 16,-3 4 3-16,3-3 1 0,-3 2 0 0,0 3 0 16,3-3-5-16,-3 4 0 0,0 1-1 0,3 1 0 15,-3 0-11-15,0 2 0 0,3 0 0 0,-3 1 0 0,3 2 0 0,0 2 0 16,-3 1 0-16,3 0 0 0,0 2 0 0,-3 3 0 16,3 0 0-16,0 0 0 15,0 2-12-15,0 1 12 16,-3 0-10-16,2-1 10 0,-2 3-20 15,3 3 3-15,-3-3 0 0,0 3 0 0,0 0-12 16,0 3-3-16,0-3 0 0,0 2 0 0,0 1-12 0,0-3-4 0,0-1 0 0,0 1 0 16,0-2-12-16,0-1-2 0,-3-3-1 0,3 1 0 15,-3-3-1-15,3 0 0 0,-3 0 0 16,0-3 0-16,-3 0-102 0,-3 1-21 16</inkml:trace>
  <inkml:trace contextRef="#ctx0" brushRef="#br0" timeOffset="183713.69">21797 7493 1083 0,'0'-2'45'0,"0"-3"-36"16,0-1 98-16,0 1 19 0,0 0 4 0,3-1 1 15,0 1-54 1,0 2-10-16,0-2-3 0,0 2 0 0,0-2-51 0,3 3-13 0,0-1 0 0,0 0 0 16,0 1 0-16,0-1 0 0,3 0 0 0,-3 3 0 15,3 0 54-15,2 0 8 0,-2 0 2 0,0 3 0 16,3 0-76-16,-3-3-16 0,3 2-2 0,-3 1-1 15,0 0-1-15,0 2-1 0,0-3 0 0,0 4 0 16,-3-4 53-16,0 4 10 0,0-4 2 0,-6-2 1 16,0 0-25-16,0 0-8 0,3 3 0 0,-3-3 0 15,0 0 10-15,0 0-10 0,0 0 8 0,0 0-8 16,0 0 0-16,6-3 0 0,-3 1 0 0,-1-4 0 16,1 4 16-16,3-6-1 0,-3 3-1 0,3-1 0 15,0-2-2-15,0 3-1 0,0 0 0 16,3-1 0-16,-3 4 42 0,3-3 9 0,0-1 2 0,-3 4 0 0,0 2-52 0,3-3-12 15,-3 3 0-15,0 0 0 16,0 0 0-16,-6 0 0 0,3 3 0 0,3 2 0 16,-3-2 0-16,-3 4 0 0,3-1 0 15,-3 2 0-15,0 0 0 0,-3 0 0 0,0 2 0 0,-3 1 0 16,3-1 0-16,-3 4 0 0,0-1 0 0,0-3 0 0,0 4 0 0,0-1 0 0,0 0 0 0,-3-2 0 31,0 2 0-31,3-3 0 0,0 1 0 0,3 0 0 0,0-1 0 16,0 1 0-16,3-3 0 0,-3 0 0 0,6 0 0 0,-3-3 0 0,3 0 0 15,3 0 0-15,0-2 0 0,3 0 0 0,3-1 0 16,-3-2 0-16,3 0 0 16,3 0 0-16,-3-2 0 0,2 2 0 15,1-3 0-15,0-2 0 0,0 2 0 0,0-2 0 0,-3 0 0 16,3 2 0-16,0-2 0 0,-3 2 0 0,2-2-48 16,1-1-13-16,0 1-3 0,3 0 0 0,-3 2-102 0,3 1-21 15</inkml:trace>
  <inkml:trace contextRef="#ctx0" brushRef="#br0" timeOffset="184507.15">20362 7306 1659 0,'0'0'34'0,"0"0"10"0,0 0-36 0,0 0-8 0,0 0 0 0,0 0 0 16,0 0 72-16,0 0 12 0,0 0 2 0,0 5 1 15,3 3-31-15,-3 0-5 0,3 0-2 0,-3 2 0 16,0 4-28-16,3 1-5 0,-3 1-2 0,0 3 0 16,3-1-14-16,-3 1 0 0,0-1 8 0,0 4-8 15,0-4 0-15,0 1 0 0,0-4 8 0,-3 4-8 16,3-6 0-16,-3-2 0 0,3 2 8 0,-3-2-8 0,0-3 0 0,3-3 8 0,-3 3-8 0,0-3 0 15,3-5 12 1,0 0-4-16,0 0-8 0,0 0 12 0,-3-3-12 0,-2 1 11 0,2-4-11 16,-3 1 10-1,3-5-10-15,0-1 0 0,3-2 0 0,-3 0 0 0,3-6 0 0,3 1 0 0,-3-6 0 16,3 3 0 0,0-3 50-16,3 0 8 0,2 0 2 0,1 0 0 0,0 0-32 0,3 3-5 15,-3 0-2-15,3 3 0 0,0-1 0 0,0 3 0 16,-3-2 0-16,3 4 0 0,-3 1 10 0,-3 0 1 0,3 5 1 0,-3 0 0 31,2 3-19-31,-5 2-4 0,3 3-1 0,-3 0 0 0,3 3-9 0,-3 2 12 16,0 3-12-16,3 5 12 0,-3 1-12 0,0-1 0 0,3 3 0 0,-3-1 0 15,0 4 0-15,0 0 0 0,3-4 0 0,-3 7 0 16,0-1 0 0,0 3 0-16,0-1-10 0,0 1 10 0,0-3-22 0,0 3 2 0,-3-3 0 0,3-2 0 15,-3-1-33-15,0-2-7 0,3 0 0 0,-3 0-1 16,0-5-3-16,0-1 0 0,0-2 0 0,0 0 0 15,-3-3-141-15,3-5-29 0</inkml:trace>
  <inkml:trace contextRef="#ctx0" brushRef="#br0" timeOffset="185133.94">20425 7446 1094 0,'-3'-8'46'0,"0"3"-37"0,0-1 55 16,3 1 10-16,0 5 2 0,0-5 1 15,3 2 4-15,0-2 1 0,0 2 0 0,3-2 0 0,0 2-1 0,0 1 0 0,3-1 0 0,0 0 0 32,0 3-37-32,0-2-8 0,2 2-2 0,1 0 0 0,0-3-15 0,0 0-3 0,0 1-1 15,0 2 0 1,0-3-4-16,0 0-1 0,0 1 0 0,0-1 0 16,-1 0 9-16,1-2 1 0,-3 3 1 0,3-1 0 15,0 0-21-15,-3 1 0 0,3-4 0 0,-3 6 0 0,0-2 36 16,0 2 2-16,0-3 1 0,-3 3 0 0,3-3-12 0,-3 3-3 0,-4 0 0 0,4 0 0 15,-6 0-6-15,3 3-2 0,-3-3 0 0,0 0 0 32,3 3-8-32,-3-3-8 0,3 5 12 0,-3-5-12 15,0 5-10-15,0 1-9 0,-3 1-1 0,0-1-1 0,0 2 68 16,-3 0 13-16,4-3 4 0,-4 3 0 16,0 0-103-16,0 0-20 0,0 0-4 0,3-3-1 0,-3 3 52 15,3 0 12-15,-3-3 0 0,3 3 0 0,0-3 0 0,0 1 0 0,0 2 0 16,3-8 0-16,-3 5-15 0,3-5 0 0,0 0 0 0,3 5 0 15,-3-5 2-15,3 3 0 0,3-1 0 0,0-2 0 16,3-2 13-16,-3 2 0 0,3-3 0 0,0 1 0 16,-1-4-32-16,1 4-3 0,3-4-1 15,-3 4 0-15,3-4 80 0,-3 4 16 16,0-4 4-16,0 4 0 0,0-1-52 0,-3 0-12 16,0 3 0-16,0 0 0 0,-6 0 0 0,0 0-8 0,0 0 8 0,0 0-13 15,0 0 13-15,0 0 0 0,0 6 0 0,0 2 0 16,-3 0 0-16,0 0 0 0,0 0 0 0,0-1-9 0,-3 4 9 15,3-3 12-15,-3 3-2 0,0-1-1 16,0 1-9-16,0-3 0 0,0 2 0 0,3-2 0 16,-3 3-13-16,3-3-5 0,3 0-1 0,-3 0 0 15,3 0 19-15,-3-3 0 0,3 0 0 0,0 3 0 16,3-5 16-16,-3 2 1 0,3 0 0 0,-3-5 0 0,3 6-17 0,0-4 0 0,0 4 0 16,-3-4 0-1,0-2-48-15,3 5-12 0,-3-5-4 0,0 0 0 16,0 0-51-16,0 0-10 15,0 0-3-15</inkml:trace>
  <inkml:trace contextRef="#ctx0" brushRef="#br0" timeOffset="185933.6">19261 7276 1538 0,'0'0'32'0,"0"0"8"15,0 0-32-15,0 0-8 0,0 0 0 0,0 0 0 16,0-2 114-16,0 2 22 0,0 0 4 0,-6-5 0 16,6 5-44-16,-6 0-10 0,0-3-2 0,0 6 0 15,0-3-32-15,-3 5-8 0,0-3 0 0,1 6-1 16,-1-2-23-16,-3 2-5 0,3 2-1 0,0-2 0 15,0 3-14-15,0-1 11 0,3 4-11 0,3-4 10 16,-3 3-10-16,6 1 0 0,-3-1 0 0,6 0 0 16,0-2 0-16,0 2 0 0,3-3 0 0,3 4 0 15,0-4 0-15,3-2 0 0,3 0 0 0,0 0 0 16,-1-5 0-16,1-1 0 0,3 1 0 0,0-6 0 0,-3 1 0 16,3-4 0-16,-3 1 9 0,0-3-9 0,-1 0 12 0,-2-2-3 15,-3 2 0-15,0-5 0 16,-3 2 19-16,0 0 3 0,0 1 1 0,-3-3 0 0,0 2 25 0,-3 0 6 0,0 1 1 0,-3-1 0 15,0 1-52-15,-3-1-12 0,0 3 0 0,0-2 0 16,-6 2 0-16,0-3 0 0,0 3 0 0,-5 0 0 31,-1 0-48-31,0 0-13 0,-3 3-3 0,0 0 0 0,-3 2-47 16,1 0-9-16,-1 3-3 0</inkml:trace>
  <inkml:trace contextRef="#ctx0" brushRef="#br0" timeOffset="186525.63">18187 7316 1530 0,'0'0'32'0,"0"0"8"0,0 0-32 16,0 0-8-16,-3-2 0 0,3 2 0 0,0 0 96 16,0 0 19-16,0 0 3 0,0 0 1 0,-6 2-40 0,0 1-8 0,3-1-2 0,0 6 0 15,-3-2-36 1,3 4-7-16,0-2-2 0,0 5 0 0,3-2-9 0,-3 2-3 0,3 1 0 0,0-1 0 16,0 0-12-16,3 3 11 0,0 0-11 15,0-3 10-15,0 0-10 0,3-2 0 0,0-1 0 0,0 1 8 16,3-3-8-16,-1 0 10 15,1-3-10-15,0 0 10 0,3-2 6 0,-3 0 2 16,3-3 0-16,3 0 0 0,-3-3 5 0,3-2 1 0,0-1 0 0,-3 1 0 16,2-3 3-16,-5 0 1 0,3-2 0 15,-3-1 0-15,0 1 6 0,-3-4 2 0,0 1 0 16,-3 0 0-16,-3 0-6 0,0-3-1 16,0 0 0-16,-3 3 0 0,0-3-16 0,-3 3-3 0,-3-1-1 0,0 4 0 15,0-1-9-15,0 1 0 0,-3-1 0 16,1 3 0-16,-1 0-43 0,-3 0-1 15,0 3 0-15,0 0 0 0,0 2-67 16,0 0-13-16,3 3-4 0</inkml:trace>
  <inkml:trace contextRef="#ctx0" brushRef="#br0" timeOffset="187072.449">17014 7292 1706 0,'0'0'36'0,"0"0"7"15,-6-2-35-15,6 2-8 0,-6 2 0 0,0-2 0 16,-3 3 26-16,3-3 3 0,0 5 1 0,-3 1 0 16,3-1 0-16,-3 0 0 0,0 3 0 0,0 0 0 15,3 3-18-15,-3-1-3 0,1 3-1 0,2 1 0 16,0-1 4-16,0 3 1 0,3 0 0 0,-3 0 0 15,3-1 6-15,3 1 1 0,-3 3 0 0,3-3 0 16,3 0-7-16,-3-3-1 0,6 0 0 0,-3-2 0 16,3 2-2-16,-3-5-1 0,6 0 0 0,-3-3 0 15,-1-2 16-15,4 2 3 0,0-5 1 0,0 0 0 0,0 0 7 16,0-5 0-16,0-1 1 0,0 1 0 16,3-3-3-16,-3-2-1 0,3-1 0 0,-3 0 0 15,0-2 27-15,0-3 4 0,-1 0 2 0,-2 1 0 0,0-4-53 0,-3 3-13 16,3-2 0-16,-6 2 0 0,0 0 0 15,-3 3 0-15,0-3 0 0,-3 5 0 16,0 1 54-16,-3-1 8 0,1 3 2 0,-1 0 0 0,-3 3-103 16,0 2-20-16,0 1-4 0,-3-1-1 15,0 3 31-15,0 0 5 0,-3 3 2 0,1-1 0 16,-1 3-183-16,3-2-37 0</inkml:trace>
  <inkml:trace contextRef="#ctx0" brushRef="#br0" timeOffset="195392.879">11483 7409 1545 0,'0'0'32'0,"0"0"8"0,0 0-32 0,0 0-8 0,-3-3 0 0,3 3 0 16,0 0 91-16,0 0 16 0,0 0 3 0,0 0 1 15,-6 5-40-15,3 3-8 0,-3 3-2 0,3 0 0 16,-3 4-28 0,3 1-5-16,0 5-2 0,-3-2 0 0,4 0-18 0,2-1-8 0,-3 1 0 0,0-1 8 15,0 1-8-15,0-4 0 0,0 1 0 0,0-2 0 16,0-1 0-16,3-3 0 0,-3 1 0 0,0 0 0 15,3-3 31-15,-3-1 4 0,0 1 1 0,3-2 0 16,-3-1-16 0,3 0-4-16,0-5 0 0,0 0 0 0,0 0-3 0,0 0-1 0,0 0 0 0,0 0 0 15,0 0-12-15,-6-8 0 0,3 0 0 0,3 0 0 16,-3-2 31-16,3-3 3 0,3-3 1 0,-3-3 0 16,6 1-26-16,-3-6-9 0,3 0 0 0,3-5 9 15,0 0 14-15,3-3 2 0,-1 0 1 0,1 1 0 16,0 2-26-16,3 5 0 0,-3 3 0 0,0 2 0 15,0 3 16-15,0 0-1 16,0 3-1-16,-3 2 0 0,0 3-22 0,-1 3-5 0,1 0-1 16,0 2 0-16,-3 1 62 0,0 2 13 0,3 2 3 15,-3 4 0-15,0-1-52 0,0 3-12 0,0 2 0 0,0 1 0 16,0 2 0-16,0 0 0 0,0 3 0 0,-3 3 0 16,3-1 0-16,0 6 0 0,-3 0 0 15,3 0 0-15,-3 2-26 0,0-2-8 0,2 3-2 16,-5-4 0-16,3-2-7 0,-3 1-1 0,0-1-1 0,0 0 0 15,0-5-2-15,-3 0 0 0,1-3 0 0,-1-2 0 16,0-1-179-16,0-2-36 0,0 0-7 0</inkml:trace>
  <inkml:trace contextRef="#ctx0" brushRef="#br0" timeOffset="195860.81">11534 7597 1552 0,'-12'-8'44'0,"0"5"10"0,0-2-43 0,3-1-11 0,-3 1 0 0,6 3 0 15,0-4 104-15,0 4 20 0,3-4 3 0,3 6 1 16,0 0-68-16,0-2-14 0,0-4-2 0,6 4-1 31,0-4-18-31,0 4-3 0,6-3-1 0,0-1 0 0,3 4-21 0,0-4 0 0,3 4 0 0,0-4 0 16,2 4 0-16,1-1 0 0,0 0 0 0,-3 1 0 16,3-1 0-16,-3 0 0 0,-1 3 0 0,1-2 0 15,-3-1 0-15,0 1 0 0,0 2 0 0,-3-3 0 16,0 3 0-16,-3 3 0 0,-3-3 0 0,0 2 0 15,0 1 0-15,-6-3 0 0,0 8 0 16,0 0 0-16,-3 0 56 0,0 0 6 0,-3 0 2 0,0 2 0 16,0-2-52-16,3 3-12 0,-3-1 0 0,3 1 0 15,0-3 0-15,3 2 0 16,-3-2 0-16,3 0 0 0,3 0-9 0,-3-3-5 0,3 1-1 0,3-1 0 16,-3 0 24-16,3-2 5 0,3 0 1 15,0-1 0-15,0 1-15 0,-1-3 0 0,1-3 0 0,3 3 0 16,-3-2 0-16,0-1 0 0,0-2 0 0,-3 2 0 15,3 0 0-15,-3-2 0 0,0 2 0 0,-3-2 0 16,3 0 54-16,-6 0 8 0,3-3 2 16,-3 2 0-16,-3 1 0 0,3-3 0 0,-6-3 0 0,3 1 0 15,-3 2-52-15,0-3-12 0,0 1 0 16,-3 2 0-16,0-3 0 0,0 1 0 0,0 2 0 0,0 0 0 0,0 0-17 16,-2 0-7-16,-1 0 0 0,0 5-1 15,0 1-11-15,0-4-3 0,3 6 0 0,-6 0 0 16,3 0-213-16,-6 3-42 0</inkml:trace>
  <inkml:trace contextRef="#ctx0" brushRef="#br0" timeOffset="196669.19">10313 7287 1579 0,'0'0'32'0,"0"0"10"0,0 0-34 0,0 0-8 0,3-3 0 0,-3 3 0 16,0 0 91-16,0 0 16 15,0 0 3-15,0 0 1 0,0 0-24 0,0 0-5 0,3 6-1 0,0-1 0 16,-3 3-65-16,0 0-16 0,0 2 0 0,-3-2 0 16,3 6 0-16,0 2 0 0,-3-3 0 0,3 5 0 15,-3 1 0-15,3-1 0 0,0 3 0 0,-3 1 0 16,3-1 0-16,0-3 0 0,0 1 0 0,0-1 0 15,0-2 0-15,0-3 0 0,0 3 0 0,0-2 0 16,-3-4 0-16,3 1 0 0,-3-3 0 0,0 0 0 16,1-3 0-16,-1 3-19 0,-3-3 4 0,3-2 1 15,3-3 22-15,0 0 5 0,-6 0 1 0,3-3 0 16,-3-2-14-16,3-3-15 0,0 0 3 0,0-5 1 16,3 0 11-16,0-3 16 0,-3-6-4 0,3 1-1 0,3-2-11 15,0-1 0-15,3-5 0 0,0-1 0 16,0 7 0-16,3-4 0 0,-3 3 0 0,2 1 0 15,1 1 53-15,3 1 9 0,-3 3 2 0,0-1 0 0,0 3-52 0,-3 3-12 16,3 0 0-16,-3 2 0 16,0 1 54-16,-3 2 8 0,3 2 2 0,0 1 0 15,-3 3-52-15,-3 2-12 0,3 2 0 0,3 1 0 16,-3 2 0-16,0 3 0 0,3 3 0 0,-3-1 0 0,-1 3 0 16,4 3 0-16,-3-2 0 0,0 1 0 15,0 1 0-15,3 3 0 0,-3-3 0 0,0 2 0 0,0 3 0 16,0 1 0-16,0-1 0 0,0 3 0 15,0-3-35-15,-3 0-9 0,3-3-3 0,-3 6 0 16,0-5-15-16,-3-3-3 0,3-1-1 0,-3 4 0 16,3-6-32-16,-3-2-6 0,0 2-2 0</inkml:trace>
  <inkml:trace contextRef="#ctx0" brushRef="#br0" timeOffset="197077.01">10316 7501 1337 0,'-6'-10'56'0,"3"2"-44"16,-3 0 92-16,4 3 20 0,2-3 3 0,-3 0 1 16,6 2-52-16,-1 1-9 0,1-3-3 0,3 3 0 15,0 0 0-15,3-1 0 0,0 1 0 0,3 0 0 16,0 2-52-16,3-2-12 0,0 2 0 16,3-2 0-16,-3 2 0 0,2 1 0 0,1-4 0 15,-3 4 0-15,3-4 0 0,-3 1 0 0,3 2 0 0,0-2 0 16,-6 3 9-16,2-4-1 0,-2 4-8 0,0-1 12 15,-3 0-12-15,0 1-8 0,-3-1 8 16,0 0-13-16,-3 3 13 0,-3 0 0 16,0 0 0-16,0 0 0 0,0 0 0 0,0 0 0 15,0 0 0-15,0 0 0 0,0 0 48 0,0 0 13 0,0 0 3 0,0 0 0 0,-3 3-52 0,3-3-12 16,0 0 0-16,-6 5 0 16,3 1 54-16,0-1 8 0,0 0 2 0,3 3 0 15,-3 0-52-15,3 0-12 0,0 0 0 0,0 3 0 16,0-1 0-16,3 1 0 0,-3 2 0 0,0 0 0 15,0 0 0-15,0 1 0 0,0 1 0 16,0-1 0-16,-3-1 0 0,3 0 0 16,0 0 0-16,-3-2 0 0,0 0 0 0,3 2 0 0,-3-5 0 15,0 2 0-15,0 1-48 0,3-3-13 0,-3 0-3 0,3 0 0 16,0-3-102-16,-3 3-21 0,3-3-4 0</inkml:trace>
  <inkml:trace contextRef="#ctx0" brushRef="#br0" timeOffset="198452.78">9004 7168 1538 0,'-15'5'32'0,"9"-5"8"0,6 0-32 0,-9 3-8 0,3 0 0 0,6-3 0 15,-3 5 61-15,-3-2 11 0,6-3 3 0,-3 5 0 16,0 0 14-16,3 0 3 0,-3 1 1 0,3-1 0 16,3 3-46-16,-3 0-10 0,3 0-1 0,0 2-1 15,0 1-35-15,0 0 0 0,0-4 0 0,3 4 0 16,-3 2 0-16,0-2 0 0,0-1 0 0,0 6 0 16,0-2 0-16,0-4 0 0,0 6 0 0,-3-3 0 15,3 1 0-15,-3 1 0 0,0-1 0 0,0-1 0 16,0 0 0-16,-3 0 0 0,3 1 0 15,-3-4 0-15,0 1 0 16,0-3 0-16,0 2 0 0,0-2 0 0,0-3 0 0,0 1 0 0,3-6 0 0,0 0 0 16,0 0 0-16,0 0 0 0,0 0 0 0,-6-3 0 15,0 0 0-15,3-4 0 0,0-1 0 0,0-6 0 16,0 1 36-16,3-3 0 0,0-2 0 0,0-1 0 0,0 1-7 0,3-3-1 16,0-1 0-16,0 1 0 0,3-3-28 0,-3 3 0 0,3 0 0 15,0-3 0 1,0 0 57-16,0-2 6 0,0-1 1 0,0 1 0 15,0 0-52-15,-3 2-12 0,3 0 0 0,-3 3 0 0,0 2 24 0,-1 3 3 16,1 3 0-16,-3 3 0 16,3-1-11-16,0 3-3 0,-3 3 0 0,3 2 0 0,-3 3-13 0,0 0 8 0,0 0-8 0,6 5 0 15,-3 1 0-15,3 4 0 0,0 1 0 16,0 2 0-16,0 3 0 0,0 5 0 16,3 0 0-16,-3 0-10 0,0 1 10 0,3-1 0 15,-3 0 0-15,0 0 0 0,0 0 0 0,0-2 0 0,0-1 0 16,0 1 0-16,-3-1-35 0,0-2-1 15,0 0-1-15,-1 3 0 0,1-3 37 0,0-3 0 16,-3 3 0-16,-3-3 0 0,3 0-59 16,-3 0-4-16,1 1-1 0,-1-4 0 0,0-2 0 15,0 0 0-15,0-3 0 0,-3 1 0 0,6-6-51 0,0 0-10 0,0 0-3 0,-6 0 0 16,6 0 0-16,-3-3 0 16,-3-2 0-16,0-3 0 0,3 0 52 0,-3 0 9 0,-3-3 3 0,3 1 0 15,0-1 51-15,-3 1 13 0,0-1 0 0,0 0 0 16,0 1 48-16,0-1 13 0,0 1 3 0,1 2 0 15,-1 0-1-15,3 0 0 0,0 0 0 0,-3 3 0 16,6-3 1-16,-3 2 1 0,3 1 0 0,3 0 0 0,0 5-1 0,0-6 0 16,0 6 0-16,3-5 0 15,3 2-51-15,0-2-13 0,0 3 0 0,3-4 0 16,0 4 54-16,2-1 8 0,1 0 2 0,0 1 0 16,0 2-52-16,3 0-12 0,0 0 0 0,0 0 0 0,-3 2 0 15,3 1 0-15,-3 0 0 0,-1 2 0 0,-2-2 0 16,0 2 0-16,0-3 0 0,0 4 0 0,-3-4 0 0,0 4 0 0,0-4 0 0,-3 1 0 15,-3-3 0 1,0 0 0-16,0 0 0 0,0 0 0 0,0 0 0 0,0 0 0 16,0 0 0-16,0 0 0 0,0 0 0 0,0 0 0 0,0 0 0 0,6 0 0 15,-3-3 54-15,3 1 8 0,0-1 2 0,0 0 0 16,-3-2-52-16,3-3-12 16,0 3 0-16,0-3 0 0,0 3 0 0,0-3 0 0,-1 2 0 15,1-1 0-15,0 1 0 0,0 1 0 16,0 2 0-16,0 1 0 0,-3-1 0 0,3 0 0 0,-3 3 0 15,-3 0 0-15,6 0 0 0,-6 0 0 0,3 3 0 0,0 2 0 16,0 1 0-16,-3 2 0 16,0-3 0-16,0 3 0 0,-3 0 0 0,3 2 0 0,-3-2 0 15,-3 3 0-15,3-1 0 0,0-2 0 0,-3 6 0 0,3-4 0 16,-3 1-48-16,0-1-13 0,0 1-3 0,0-1 0 16,3 4 52-16,-2-4 12 0,2-2 0 0,0 3 0 15,0-1 0-15,3-2 0 0,-3 0 0 0,3 0 0 16,3-3 0-16,0 1 0 0,0-6 0 0,2 2 0 15,1-2 0-15,0 0 0 0,3-2 0 16,0-1 0-16,0 0 0 0,3-2 0 16,0-3 0-16,0 0 0 0,0 3 0 0,3-3 0 0,0 0 0 15,-1 0 0-15,-2 3 0 0,3-3 0 0,0 3 0 0,-3-3 0 16,0 2 0-16,0 1 0 0,0 0 0 0,0 0 0 16,-3-1-208-16,2 1-38 0</inkml:trace>
  <inkml:trace contextRef="#ctx0" brushRef="#br0" timeOffset="203159.33">7679 7404 1792 0,'3'-6'51'0,"-3"6"10"0,0 0-49 0,0-2-12 0,0 2 0 0,0 0 0 31,0 0 54-31,0 0 8 0,0 0 2 0,0 0 0 0,3 5 0 0,-3 3 0 0,0 0 0 0,0 2 0 16,3 4-52-16,-3-1-12 0,0 0 0 0,3 3 0 15,-3 0 0-15,0 0 0 0,3 0 0 0,-3 2 0 16,0-2 0-16,0 0 0 0,3-3 0 0,-3 0 0 15,0-2 0-15,0 2 0 0,3-2 0 0,-3-1 0 16,0-2 0-16,-3 0 0 0,3 0 0 0,0-5 0 16,0-3 0-16,0 0 0 0,0 0 0 0,0 0 0 15,0 0 0-15,0 0 0 0,0 0 0 0,-3-8 0 16,0 0 54-16,0-3 8 0,3-2 2 0,-3 0 0 16,3-3-52-16,0 0-12 0,-3-5 0 0,6 0 0 15,0 0 0-15,0-3 0 0,0-3 0 0,3 1 0 16,0 2 0-16,0 3 0 0,0-6 0 0,0 6 0 15,0 3 54-15,3 2 8 0,-3 0 2 0,0 3 0 0,-1 2-52 16,-2 0-12-16,3 4 0 0,0 1 0 16,-3 1 0-16,-3 5 0 0,0 0 0 0,0 0 0 0,6 3 0 15,3 2 0-15,-3 0 0 0,-3 3 0 16,3 0 0-16,-3 3 0 0,0-1 0 0,3 3 0 16,-3 3 0-16,0 0 0 0,3 0 0 0,-3 5 0 15,0 0 0-15,0 1 0 0,3 1 0 0,-3 4 0 0,0-6 0 0,0 0 0 16,-3-2 0-16,0 2 0 15,3-5-50-15,-3 0-13 0,0-3-2 0,0 0-1 16,0-2-29-16,-3-1-5 0,3-2-2 0,0 0 0 16,0 0-91-16,0-5-19 0,0-3-3 0</inkml:trace>
  <inkml:trace contextRef="#ctx0" brushRef="#br0" timeOffset="203783.979">7771 7594 1094 0,'0'0'46'16,"-6"-3"-37"-1,6 3 44-15,-3-5 9 0,3 5 2 0,0 0 0 16,0 0 0-16,-3-5 0 0,3 5 0 0,0 0 0 16,0-6-52-16,0 6-12 0,0-2 0 0,0 2 0 15,3-5 0-15,-3 5 0 0,3-3 0 0,3-2 0 16,-3 5 0-16,0-3 0 0,3 0 0 0,0 3 0 16,-3-2 0-16,3 2 0 0,0-3 0 0,-3 3 0 15,3-3 0-15,0 1 0 0,0-1 0 0,0 0 0 16,-3 1 54-16,6-1 8 0,-3-2 2 0,0 2 0 15,3-2 0-15,-3 0 0 0,3-1 0 0,-4 1 0 16,4 0-28-16,-3-3-6 0,3 3-1 0,-3-3 0 0,0 0 17 16,3 2 3-16,-3-2 1 0,0 3 0 15,3 0-6-15,-3-3 0 0,0 3-1 0,3-1 0 16,-3 4-11-16,0-4-1 0,-3 4-1 0,3-4 0 0,0 6-11 0,-3-2-3 0,3-1 0 16,-6 3 0-16,0 0-16 0,0 0 8 0,0 0-8 0,0 0 0 15,2 3 8 1,-2-3-8-16,0 0 0 0,0 8 0 15,-2 0 0-15,2-3 0 0,-3 3 0 0,0 0 0 16,-3 0 0-16,3 0 0 0,-3-3-11 0,0 3 11 16,3 0-16-16,-3 0 3 0,0 0 1 0,3 0 0 15,-3 0 0-15,3 0 1 0,0-3 0 16,-3 3 0-16,3-3-1 0,0 3-1 16,0-5 0-16,3-3 0 0,0 0 13 0,-3 5-12 0,3-5 12 0,0 0-12 0,0 0 12 0,0 0 0 15,0 0 0-15,6 3-9 0,-3-1 9 0,3-2 0 0,-3-2 0 0,3 2 0 16,0-3 0-16,0 0 0 0,3 1 10 0,-3-1-10 15,3 0 14-15,3 1-3 0,-4-4-1 16,-2 4 0 0,3 2 3-16,-3-3 1 0,-3 1 0 0,3 2 0 0,-6 0-14 15,3 5 11-15,0-3-11 0,0 1 10 0,0 2-10 0,0 1 12 16,-3 2-12-16,0-3 12 0,0 3-12 0,0 0 12 0,-3 0-12 16,3 0 12-16,-3 0-12 0,-3 2 0 0,3-2 0 0,0 0 0 15,-3 3 0-15,0-3 0 0,3 0-9 0,-3-1 9 16,0 1-23-16,1 0 3 0,-1-2 0 0,-3-1 0 15,3 3-19-15,-3-3-3 0,3-2-1 16,0 5 0-16,-3-6-110 0,0 4-23 0,3-4-4 16</inkml:trace>
  <inkml:trace contextRef="#ctx0" brushRef="#br0" timeOffset="204886.01">6685 7324 1421 0,'-6'0'60'0,"-3"-3"-48"31,0 3 112-31,0-2 22 0,0 2 5 0,-3 0 1 0,0 2-64 0,1 1-12 16,-1 0-2-16,0 2-1 15,3 0-33-15,-3 3-6 0,0 0-2 0,0 5 0 0,3 1-44 0,-3 2-8 0,3 2-3 0,0 3 0 32,0 0 23-32,3 1 0 0,1-1 0 0,-1 0 0 0,3 0 0 15,3-2 0-15,-3-1 0 0,3 1 0 16,3-3 0-16,0-3 0 0,3 3 0 0,-1-3 0 0,4-5 0 0,0 0 0 0,3 0 0 16,-3-3 0-16,3 0 0 0,3-2 0 0,-3-3 0 0,3 0 0 31,3 0 19-31,-4-3 8 0,7-2 1 0,-3 0 1 0,-3-3 5 0,3 0 1 0,0-3 0 0,-3-2 0 15,0 0-35-15,-1 0 0 0,-2-1 0 0,-3-2 0 16,0 1 58-16,0-4 5 0,-3 1 1 0,-3-1 0 16,0 0-52-16,0-2-12 0,-3 3 0 15,-3-3 0-15,0 2 0 0,-3 1 0 0,-3 2 0 0,0-3 0 16,-3 6 0-16,0 2 0 0,1 1 0 0,-4 2 0 16,0 3 0-16,0-1 0 0,-3 4 0 0,3 2 0 15,-3 0-115-15,3 2-25 0,1 4-6 0</inkml:trace>
  <inkml:trace contextRef="#ctx0" brushRef="#br0" timeOffset="206277.979">10846 8973 2030 0,'3'-3'57'0,"0"-2"14"0,0 2-57 0,0 0-14 0,-3 3 0 0,0 0 0 31,0 0 54-31,0 0 8 0,0 0 2 0,0 0 0 0,0 0-52 0,0 0-12 0,0 0 0 0,-9 6 0 16,3-1 32-16,-6 3 4 0,3 0 1 0,-5 2 0 31,-1-2-37-31,0 3 0 0,-3 2 0 0,0 0 0 16,-3 1 0-16,3 1 0 0,-3 1 0 0,1 3 8 0,2-6-8 0,-3 3 0 16,3 0 0-16,3-3 0 0,0 0 20 0,3 1 7 0,1-4 1 15,-1 1 0 1,3-1-44-16,3-2-8 0,0 0-1 0,0 3-1 15,3-3 26-15,3 0 0 0,0 0 0 0,0 0-8 0,0-3 8 0,3 3 0 0,0-6 0 0,0 4 0 16,3-1 0-16,3-2 11 0,0 2-3 0,0-5 0 16,2 3 9-16,4-3 2 15,0 0 0-15,3 0 0 0,0 0-19 16,3-3 10-16,0 3-10 0,-1-3 8 0,1 1-8 0,0-1 0 0,3-2 0 0,-3 2-11 16,-3-2 11-16,2-1 0 15,-2 1 0-15,-3-3 0 16,0 0-60-16,-3 3-11 0,-3-3-1 0,0 0-1 15,-3 0-139-15,0 0-28 0,-3 0-6 0,0 0-1 0,-3 0 134 0,3 0 26 0,-3-2 6 0,-3 2 1 16,0-3 26-16,0 3 6 0,0-2 0 0,0-1 1 16,0 3 88-16,-3-2 18 0,0-1 3 0,0 1 1 15,0-1 31-15,0 0 6 16,0 1 2-16,0-1 0 0,0 3-10 0,0 0-1 0,3 0-1 0,-3 1 0 16,6 1 7-16,-3 1 2 0,3 2 0 0,0 3 0 15,0 0-33-15,0 0-6 0,0 0-2 0,0 0 0 0,0 0-19 16,0 0-4-16,0 0-1 0,0 8 0 15,0 0-10-15,3 3-3 0,-3-1 0 0,3 6 0 16,0 0-3-16,-3 3-1 0,3-1 0 0,-3 6 0 16,3-3-6-16,-3 3-2 0,0 0 0 0,0 0 0 15,0-1-9-15,0-1 0 16,0-1 0-16,0 0 0 0,0 0 0 0,0 0 0 16,0 3 0-16,0-5 0 0,0 2 0 15,-3 0-11-15,3 0 1 0,0 0 0 0,-3-2-30 16,3-1-5-16,0-2-2 0,0 0 0 0,0-3-128 15,3-2-25-15,-3-3-6 16</inkml:trace>
  <inkml:trace contextRef="#ctx0" brushRef="#br0" timeOffset="206836.1">11293 9110 1689 0,'-3'5'47'16,"0"3"-38"-16,0 0 70 0,0 0 13 0,0 6 4 0,-3-1 0 15,0 3-38-15,3-1-7 16,-3 4-2-16,0 2 0 16,0-2-30-16,0-1-7 0,0 1 0 0,0-1-1 15,0-2-11-15,0 0 0 0,0 0 0 0,0 0 0 0,0 0 0 0,0-3 0 0,1 3 0 0,-1-3 0 32,0 0 0-32,0 0-14 0,0 1 2 0,-3-4 0 0,3-2 4 0,3 0 8 0,-3 0-13 0,3-3 5 31,3-5 8-31,0 0 0 0,0 0 0 0,0 0-8 15,-3-5-7-15,3-3-1 0,0-2 0 0,3-4 0 16,0-2 16-16,3 1 0 0,0-1 0 0,3-5-9 0,3 2 9 16,0-2 16-16,2 0-4 0,-2-3-1 15,3-5 15-15,-3 0 3 0,0-3 1 0,3 0 0 0,-3 0 13 0,0 3 2 0,0 3 1 16,-3-1 0-16,2 6 38 0,-2 3 8 0,0 2 2 0,-3 0 0 16,3 5-75-16,-3 3-19 0,0-2 0 0,0 7 0 15,0-2 41-15,0 5 5 0,0 0 1 0,0 3 0 16,-3 2-24-16,3 0-5 0,0 3-1 0,0 3 0 15,0 2-17-15,0 5 0 0,0 1-8 0,0 2 8 16,-3 3 0-16,2 0 0 16,1 2 0-16,-3 1 0 0,0-4 0 15,0-1 0-15,0 1 0 0,-3-1 0 0,0-1-53 16,0-3-5-16,0-2-1 0,-3 3 0 0,0-1 26 16,0 1 5-16,-3-3 0 0,3 2 1 0,-2-2-161 0,-1 0-33 0,0 0-7 15</inkml:trace>
  <inkml:trace contextRef="#ctx0" brushRef="#br0" timeOffset="207023.54">11263 9351 1941 0,'-24'-3'40'0,"15"3"10"0,3 0-40 0,6 0-10 0,0 0 0 0,0 0 0 16,0 0 99-16,0 0 17 0,0 0 4 0,0 0 1 31,6 3-34-31,3-3-7 0,3 0-2 0,0 0 0 0,3-3-26 0,3 3-6 0,-3-2-1 0,2-1 0 15,7 0 0-15,0 1 0 0,3-4 0 0,6 4 0 32,-1-4-78-32,4 4-16 0,3-3-3 0</inkml:trace>
  <inkml:trace contextRef="#ctx0" brushRef="#br0" timeOffset="207969.27">21187 8941 1465 0,'0'0'30'0,"0"0"9"16,0 0-31-16,0 0-8 0,0 0 0 0,0 0 0 16,-3 5 18-16,3 3 2 0,0-3 1 0,-3 6 0 0,0 0 20 15,3 2 4-15,-3 3 1 0,0 2 0 16,0 3-9-16,0 0-1 0,0 6-1 0,0-3 0 15,0 0-15-15,0-1-2 0,3 1-1 0,-3-3 0 16,0 1-9-16,0-4-8 0,0 1 12 0,0-6-12 16,0 3 12-16,0-6-12 0,0-2 12 0,0 3-12 15,-3-6 24-15,3-2-1 0,1-1-1 0,2-2 0 16,0 0-14-16,0 0-8 0,0 0 10 0,0 0-10 16,0 0 57-16,0 0 6 0,-3-2 1 0,0-6 0 0,3-3-52 0,0 1-12 15,3-6 0-15,0 0 0 0,2-3 0 16,1 1 0-16,0-3 0 0,3-6 0 15,3 1 0-15,0-3 0 0,3-3-9 0,0 0 9 0,0 6 16 0,3 2 8 0,-1 0 3 16,1 0 0 0,0 6 13-16,0-1 4 0,0 1 0 0,0-1 0 15,0 6 6-15,-3-3 2 0,-4 3 0 16,4 0 0-16,-3 2-19 0,3 6-3 0,-3-3-1 16,0 5 0-16,0 3-13 0,-3 0-4 0,3 0 0 15,-6 5 0-15,3 1-4 0,-4 4 0 0,1 1-8 0,0-1 12 16,0 4-4-16,-3-1-8 0,0 0 11 0,0 3-11 0,0 3 9 0,0-1-9 0,-3 3 0 15,0 0 9-15,0 3-9 16,0 3 0-16,-3-1 0 0,0 3 0 0,0 0 18 0,0-2-2 0,-3-1 0 0,0-2 0 16,0-3-16-1,1 0 0-15,-1-2 0 0,0-1 0 0,0-2-48 16,-3-2-12-16,3-1-4 0,0-3 0 0,-3 4 0 0,3-6 0 16,0 2 0-16,-3-2 0 0,3 0-51 15,0-3-10-15,0-2-3 0</inkml:trace>
  <inkml:trace contextRef="#ctx0" brushRef="#br0" timeOffset="208233.78">21163 9168 1792 0,'-9'-2'51'0,"3"-1"10"15,6 3-49-15,0 0-12 0,0 0 0 0,0 0 0 0,0 0 105 0,3-3 19 0,3-2 3 0,0 3 1 31,3-1-29-31,3 0-6 0,3 3-1 0,0-2 0 16,3 2-28-16,-1 0-5 0,4-3-2 0,-3 3 0 0,3-3-33 0,0 3-6 0,0 0-2 16,-1 0 0-16,1 0-42 15,3-2-9-15,-3 2-1 0,3-3-1 16,0 0 37-16,-1 3 0 0,4-2 0 0,0 2 0 16,-3 0-252-16,3 0-42 0</inkml:trace>
  <inkml:trace contextRef="#ctx0" brushRef="#br0" timeOffset="-197335.96">13037 6467 1997 0,'-3'-13'41'0,"3"13"11"0,-3-6-41 0,3 1-11 0,0 5 0 0,3-5 0 15,-3 5 89-15,0-3 16 0,0 3 3 0,0 0 1 16,3-5-32-16,-3 5-6 0,6-3-2 0,-6 3 0 15,0 0-32-15,6 0-6 0,-6 0-2 0,3 3 0 16,3 2-8-16,-3-2-1 0,3 2-1 0,-3 0 0 16,0 3-5-16,0 0-1 0,-3 0 0 0,0 3 0 15,3-1-13-15,-3 1 0 0,0-1 8 0,-3 1-8 16,3 2 0-16,-3 3 0 0,0-3 8 0,3 6-8 16,-3-1 0-16,0-2 0 0,3 5 0 0,-3-2 0 15,0-1 0-15,3-2 0 0,0 3 0 0,-3-3 0 16,3 0 0-16,0-6-16 0,0 3 1 0,3-2 1 15,-3 0-23-15,3-3-5 0,-3-3-1 0,3 0 0 16,3 0-133-16,0-2-28 0</inkml:trace>
  <inkml:trace contextRef="#ctx0" brushRef="#br0" timeOffset="-196818.62">14171 6409 1824 0,'-3'-3'76'16,"0"-2"-60"-1,3 5 107-15,-3-3 21 0,0-2 5 0,3 5 1 16,0-3-56-16,0 3-11 0,0-5-3 0,0 5 0 16,0 0-32-16,0 0-6 0,0 0-2 0,0 0 0 15,0 0-11-15,0 0-2 0,0 0-1 0,0 0 0 16,3 8-6-16,0 0-2 0,3 0 0 0,-3 2 0 16,0 1-10-16,-3-1-8 0,3 1 12 0,0 2-12 15,-3 0 0-15,0 1 0 0,3-1 0 0,-3 0 0 0,0 3 0 0,3 2 0 16,-3 1 0-16,3 2 0 0,-3 0 0 0,0 1 0 15,3-1 0-15,-3 2 0 16,0-4 0-16,3 2 0 0,-3-2 0 0,0-1 0 16,0 1 0-16,0-3 0 0,0 0 0 0,0-3 0 15,0 0-44-15,0 0-16 0,0-2-4 0</inkml:trace>
  <inkml:trace contextRef="#ctx0" brushRef="#br0" timeOffset="-193179.37">11677 9399 1275 0,'0'0'26'0,"0"0"8"0,3-3-34 0,3 3 0 0,3-3 0 0,-4 1 0 16,4-1 96-16,-3 3 12 0,3-3 2 0,0 1 1 31,0-1-27-31,3 0-6 0,0 1-1 0,3 2 0 0,0-3-17 0,3 0-3 0,-1 1-1 0,1 2 0 16,3-3-12-16,0 3-4 0,3-2 0 0,0 2 0 15,-1 0-16-15,1 0-3 0,0 0-1 0,0 0 0 16,0 0-12-16,-3-3-8 0,-1 3 8 0,1-3-8 16,0 3 0-16,-3-2 0 0,3 2 0 0,-6-3 0 31,2 3-16-31,-5 0-8 0,3-3-2 0,-3 3 0 0,-3-2-95 0,-3 2-19 0,0 0-4 0</inkml:trace>
  <inkml:trace contextRef="#ctx0" brushRef="#br0" timeOffset="-192903.37">12058 9200 1371 0,'-6'-8'58'15,"3"0"-46"-15,-3 0 107 16,3 3 21-16,0-3 5 0,3 3 1 16,-3 0-34-16,3 5-6 0,0 0-2 0,0 0 0 15,0 0-37-15,0 0-8 0,0 0-2 0,0 0 0 0,0 0-23 16,6 2-5-16,-3 3-1 0,0 3 0 15,0 0-8-15,-3 3-3 0,0-1 0 0,3 4 0 0,-3 2-9 0,0-1-8 0,3 1 12 0,-3 3-12 16,3-1 8-16,-3 1-8 0,0-1 0 0,3 4 0 16,-3-4 8-16,0 6-8 0,0-3 0 0,0 3 0 15,3 0 0-15,-3 2 0 16,0-2 0-16,3 0 0 16,-3 0-39-16,0-3-8 0,3 0-1 0,-3 0-1 15,0-2-79-15,0-1-16 0,0-2-4 0</inkml:trace>
  <inkml:trace contextRef="#ctx0" brushRef="#br0" timeOffset="-191813.241">12593 9250 1580 0,'-3'-8'67'0,"1"1"-54"15,2-1 101-15,0 0 20 0,0 0 4 0,0-3 1 16,-3 3-69-16,6 0-14 0,-3-2-2 0,2 2-1 16,1 2-11-16,-3-1-2 0,3-1-1 0,0 2 0 15,0 1-31-15,3 0-8 0,-3 2 0 0,0-2 0 16,3 2 0-16,-3 0 0 0,0-2 0 0,0 3 0 16,3-1 0-16,0 0 0 0,-3 3 0 0,3-5 0 15,0 5 0-15,-3-3 0 16,0 1 0-16,-3 2 0 0,6 0 21 0,-6 0 3 0,3-3 1 0,-3 3 0 15,0 0-25-15,0 0 0 0,0 0 0 0,0 0 0 16,0 0 0-16,0 0 0 0,0 0 0 0,0 0 0 16,0 0 0-16,0 0 0 0,0 0 0 0,0 0 0 15,0 0 0-15,-3 5 0 0,3-5 0 0,0 0 0 16,-6 3 0-16,6-3 0 0,0 0 0 0,-6 5 0 16,6-5 0-16,-3 6 0 0,3-6 0 0,-6 7 0 0,6-7 0 0,-3 3 0 0,3-3 0 0,-3 5 0 15,-3 1 0-15,6-6 0 0,-3 5 0 0,3-5 0 16,-3 3 0-16,3-3 0 0,0 0 0 0,0 0 0 15,-6 5 0-15,6-5 0 0,0 0 0 0,0 0 0 32,0 0 0-32,0 0 0 0,0 0 0 0,0 0 0 15,0 0 0-15,0 0 0 0,0 0 0 0,0 0 0 0,0 0 0 0,3-3 0 0,0-2 0 0,0 0 0 16,3-1 56-16,0 1 7 0,3 0 1 0,0 0 0 16,0-1-52-16,3 1-12 0,3 2 0 0,-3-2 0 15,2 2 0-15,4-2-12 16,0 5 3-16,0-3 0 0,0 3 9 15,0 0 0-15,0 3 8 0,-1-3-8 0,1 5 8 16,-3-2-8-16,0 0 10 0,-3-1-10 16,-3 6 0-16,0-2 0 15,0 1 0-15,-3 1 0 0,-3 3 0 0,0 2 0 0,-3 0 0 16,0 1 0-16,-3-1 0 0,-3 0 0 0,0 3 0 16,-3-3 0-16,-3 0-45 0,0 1-15 0,-3-1-4 15,0 0 0-15,0-2 52 0,1-3 12 16,-4 0 0-16,3 0 0 0,3-3 0 0,-3 0 0 15,3 0 0-15,3 1 0 0,-3-4 0 0,6 4 0 16,0-4 0-16,6-2 0 0,0 0 0 0,0 0 16 0,0 0-3 0,6 3-1 16,3-3-12-16,3 0 11 0,0 0-11 0,0 0 10 0,3 0-10 0,0 0 12 15,3-3-12-15,-1 1 12 0,-2 2-1 0,0-3 0 16,0 0 0-16,0 1 0 0,0-1-1 0,-3 0 0 16,0 3 0-16,0 0 0 0,-4 0 2 0,1 0 0 0,-3 3 0 15,0 0 0-15,0-1-1 16,-6 4 0-16,0-1 0 0,0 3 0 0,-6 0 0 0,0 2 0 0,0 4 0 0,-3-1 0 15,-2 0-11-15,2 3 12 0,-3 0-12 0,-3 0 12 16,0 0-12-16,0 2 0 0,-3-2 9 0,-3 0-9 16,4 0-14-16,-4 0-7 0,3 0-2 0,-3-3 0 15,3 3 35-15,0-6 6 0,3 1 2 0,1-3 0 16,-1 0-32-16,3 0-7 0,0-3-1 0</inkml:trace>
  <inkml:trace contextRef="#ctx0" brushRef="#br0" timeOffset="-188461.34">14987 14945 1698 0,'0'0'48'0,"0"0"11"16,-6-3-47-16,6 3-12 0,0 0 0 0,-6 0 0 16,0 0 63-16,0 0 10 0,6 0 3 0,-9 3 0 15,0 2-29-15,0-2-6 0,0 2-1 0,-3 3 0 16,-3 0-2-16,0 2-1 0,-2 4 0 0,-4-1 0 16,0-3-37-16,0 4 0 0,-3-1 0 0,0 0 0 0,4 3 0 15,-4-3 0-15,3 3 10 0,-3 0-10 16,6 0 0-16,0 2 0 0,1-2 0 0,2 0 0 15,0 0 0-15,6-3 0 0,0 0 0 0,0 1 0 0,3-6 0 0,0 2 8 16,6-2-8-16,-3 0 9 0,3-3-9 0,0 3 0 16,0-2 0-16,3-4 0 0,3 3-10 0,0-2 10 0,0 0 0 0,0-1-9 15,6 1 9 1,-3 0 0-16,3-3 0 0,3 0-8 0,-1 0 8 16,4 0 0-16,3 0 0 0,0-3 0 0,0 0 0 0,3 3 0 0,-1-5 0 0,1 2 8 15,0 1-8-15,0-3 0 0,-3-1 0 0,3 4 8 31,-4-4-8-31,-2 1 0 0,0 0 0 0,0-1 0 0,-3 4 0 16,0-4 0-16,0 4 0 0,-1-1 0 0,-2 1-16 0,-3-4 1 16,0 4 1-16,0-1 0 15,-3 0-33-15,0 1-6 16,-3-1-2-16,-3 3 0 0,0 0-44 0,0 0-9 0,0-3-1 0,-3-2-1 0,0 2 19 16,0-2 4-16,-3 0 1 0,0 0 0 0,0-1 25 15,-3 1 5-15,3-3 0 0,-3 3 1 0,1-3 95 0,-1 0 20 0,3 0 3 0,-3 0 1 16,3 0 0-16,-3 0 0 0,3 0 0 0,0 0 0 15,0 0 50-15,0 3 10 0,0-3 3 0,3 0 0 16,-3 3-50-16,3 0-9 0,3-1-3 0,-3 1 0 16,3 5-2-16,0-3-1 0,0 3 0 0,0 0 0 15,0 0-48-15,0 0-14 0,0 0 0 0,0 0 8 16,0 0 32-16,0 0 8 0,0 0 0 0,3 8 1 16,-3 0-27-16,3 3-6 0,0-1 0 0,-3 4-1 15,3 1-15-15,0 7 0 0,0-1 0 0,3 3 0 16,-3-1 0-16,0 4 0 0,3-1 0 0,-3 1 0 0,0-3 0 15,3-1 8-15,-3 1-8 0,0 3 0 16,0-6-20-16,0 0-11 0,0-2-1 16,0 2-1-16,0-3-52 0,0 1-11 0,0-3-1 15</inkml:trace>
  <inkml:trace contextRef="#ctx0" brushRef="#br0" timeOffset="-187963.83">15454 15037 2267 0,'-3'-5'47'0,"3"5"12"0,0 0-47 0,-3-3-12 0,3 3 0 0,0 0 0 16,0 0 62-16,-6 0 10 0,0 3 3 0,0 2 0 16,3 3-9-16,-3 0-2 0,0 3 0 15,0 2 0-15,0 5-51 16,0 1-13-16,0 5 0 0,1 2 0 15,-1 1-21-15,3-1-7 0,-3 3-2 0,3 0 0 0,-3-2 16 0,3-3 3 0,0-1 1 0,0 1 0 16,0-5-8-16,0-1-2 0,0 3 0 0,3-5 0 16,-3-2 0-1,0-1-1-15,0-3 0 0,3 1 0 0,-3-6 5 16,3-5 0-16,0 0 1 0,0 0 0 0,0 0-5 0,0 0-2 0,0 0 0 0,0-5 0 16,3-6 10-16,-3-2 1 0,3-3 1 0,0-2 0 15,3-3 10-15,-3-3 0 0,3 0 0 0,0-5 0 16,0-3 49-16,0 0 12 0,3-5 3 0,-1 3 0 15,1 2-52-15,0 0-12 0,3 3 0 0,-3 3 0 16,3 2 52-16,0 3 7 0,-3 2 1 0,3 1 1 16,-3 5-29-16,0 2-5 15,3 0-2-15,-3 1 0 0,-1 5-8 0,1-1-1 16,-3 1-1-16,3 5 0 0,-3 0-7 0,0 3 0 16,0 2-8-16,0 3 12 0,0 0 7 15,-3 2 1-15,3 4 0 0,-3 1 0 0,3 4-29 0,-3 2-6 0,0 0-1 16,0 6 0-16,0 2 16 0,-3 5-11 0,3 1 11 0,-3 2-10 15,0-3-10-15,0-2-3 0,0 0 0 0,0-1 0 0,-3-2-26 16,3 1-6-16,-3-1-1 0,-3 0 0 0,3-5-28 16,0 2-7-16,-3-2-1 0</inkml:trace>
  <inkml:trace contextRef="#ctx0" brushRef="#br0" timeOffset="-187757.54">15353 15394 2025 0,'0'0'85'16,"0"0"-68"-1,0 0 23-15,0 0 5 0,0 0 1 0,0-5 0 16,3 0-19-16,3 2-4 0,-3 1-1 0,3-1 0 16,0 0-12-16,3 3-2 0,2-2-8 0,1 2 12 15,3-3-12-15,3 0 0 0,0 1 0 0,3-4 0 16,6-2 0-16,-1 0 0 0,7 1 0 0</inkml:trace>
  <inkml:trace contextRef="#ctx0" brushRef="#br0" timeOffset="-187396.73">15805 15299 1792 0,'6'-2'51'0,"3"-4"10"0,3 4-49 16,0-4-12-16,0 1 0 0,3 0 0 0,3-1 72 0,-1-2 11 0,1 3 2 0,3-3 1 31,0 0-38-31,0 3-7 0,3-3-1 0,-4 3-1 0,1-1-21 0,0 1-4 0,-3 0-1 0,3 0 0 16,-3-1-13 0,0 1 9-16,-1-3-9 0,1 3 8 0,0 0-17 0,0-3-4 0,3 2-1 0,-3 1 0 15,0 0-46-15,-1-1-8 0,-2 1-3 0</inkml:trace>
  <inkml:trace contextRef="#ctx0" brushRef="#br0" timeOffset="-187094.28">16115 15069 2303 0,'-12'-5'65'0,"3"2"15"0,3-2-64 16,3 2-16-16,0-2 0 0,3 5 0 15,0 0 52-15,0 0 8 0,0 0 2 0,0 0 0 0,0 0-18 16,0 0-4-16,0 0-1 0,0 0 0 0,0 0-10 0,0 0-1 16,0 0-1-16,3 5 0 0,0 3-11 15,0 0-3-15,0 0 0 0,0 5 0 0,0 0-13 16,0 3 11-16,0 0-11 0,0 3 10 0,0 2-10 0,-3 0 0 0,3 3 0 16,0 0 8-16,0-3-8 0,-3 0 0 15,3 0 0-15,0-2 0 0,-3-1-37 16,3-2 0-16,0 0 0 0,0 0 0 15,-3 0-39-15,3-3-7 0,0 3-1 16</inkml:trace>
  <inkml:trace contextRef="#ctx0" brushRef="#br0" timeOffset="-186591.54">16579 15064 2062 0,'-12'-8'43'0,"12"8"10"0,-6-3-42 16,3-2-11-16,0 0 0 0,-3-1 0 0,3 1 69 0,0 2 12 0,0-5 3 0,3 3 0 31,-3 0-24-31,3 5-4 0,0-3 0 0,0 3-1 16,3-5-13-16,-3 0-2 0,3 2-1 0,0-2 0 15,3 2-19-15,-3 0-4 0,3 1-1 0,0-1 0 0,0 3 0 0,3 0 0 0,-3 0 0 0,3 3 0 31,0-3-24-31,3 5-5 0,-3-2-1 0,0 2 0 0,0 0 15 0,0 3 0 0,-1 0 0 16,-2 0 0-16,0 3 0 16,0-3 0-16,-3 2 0 0,-3 1 0 15,0-1-54-15,-3 1-8 0,0-1-2 0,0 1 0 16,-3 0 52-16,0-1 12 0,1 3 0 0,-4-2 0 16,3 0-54-16,0-1-8 0,3 1-2 0,-3-3 0 0,0 0 40 0,3 0 7 15,0-3 1-15,3-5 1 0,0 0 4 0,0 0 1 16,0 0 0-16,0 0 0 0,0 0 10 0,3 2 0 0,3 1 8 0,0-6-8 15,3 3 35 1,0-5 2-16,0 0 1 0,2 0 0 0,4-1 2 16,0 1 1-16,0 2 0 0,0-2 0 0,-3 2-14 0,3 3-3 0,0-2-1 0,-3-1 0 31,-4 6-7-31,4-1-2 0,-6 1 0 0,0 2 0 0,0 1-1 0,-6 2 0 0,0 0 0 0,0 2 0 16,-6 3-3-16,0 1-1 0,-3 1 0 0,-2-1 0 15,-4 2-9-15,-3-1 0 0,0-1 0 0,-3 2-11 16,3-1-30-16,-3-1-7 15,1-4 0-15,-1 3-1 0,0 1 19 0,6-4 4 0,-3 4 1 16,0-7 0-16,0 4-101 0,1-3-20 16,2 0-4-16</inkml:trace>
  <inkml:trace contextRef="#ctx0" brushRef="#br0" timeOffset="-186121.65">17103 15320 1337 0,'0'0'28'0,"0"0"6"0,0 0-34 0,0-5 0 0,0 0 0 0,3-1 0 16,0 1 102-16,0 0 14 0,3 0 2 0,3-1 1 16,0 4-37-16,3-4-7 0,3 1-2 0,-1 0 0 15,4-1-7-15,3 1-2 0,3 0 0 0,-3 0 0 16,0-3-16-16,-1 2-3 0,4-2-1 0,-3 0 0 15,3 3-20-15,-3-3-4 0,6 0 0 0,-4 0-1 16,4 0-19-16,-3 3 0 16,6 0 0-16,-6 0 0 15,2-1 0-15,-2 4 0 0,-3-1 0 16,3-2 0-16,-6 2 0 0,-3 0 0 16,-1 3 0-16,-2-2 0 15,-3-1-96-15,0 0-25 0,-3-2-6 16,-3 3-1-16,-3-1-77 0,-3-2-16 0</inkml:trace>
  <inkml:trace contextRef="#ctx0" brushRef="#br0" timeOffset="-185854.05">17451 15072 1824 0,'-3'-6'38'0,"0"1"8"0,0 0-37 0,3 2-9 0,0-2 0 0,0 0 0 16,0-1 104-16,3 1 20 0,-3 2 3 0,0 3 1 15,0-5-52-15,0 5-9 0,0-5-3 0,0 5 0 16,0 0 0-16,0 0 0 0,0 0 0 0,0 0 0 15,0 0-7-15,0 0-1 16,0 0-1-16,0 0 0 0,0 0-37 0,0 0-7 0,-3 5-2 16,3 3 0-16,-3 0-9 0,0 2 0 0,3 1 0 0,-3 2 0 15,0 0 0-15,0 6 0 0,3 0 0 0,-2-1 0 16,-1 3 0-16,3 3 0 0,0-3 0 0,-3 3 0 16,3-3 0-16,0 0 0 0,-3-2 0 0,3-1 0 15,0-2 0-15,0-3 0 0,3-2 0 16,-3-3 0-16,3 0-49 15,-3 0-12-15,3-3-3 0,-1 0 0 0,1-2-108 0,-3-3-21 16,6 3-5-16</inkml:trace>
  <inkml:trace contextRef="#ctx0" brushRef="#br0" timeOffset="-185217.79">17907 14982 2048 0,'0'0'43'0,"0"0"9"0,0 0-42 0,0 0-10 0,0 0 0 0,0 0 0 16,0 0 61-16,0 0 11 16,0 5 1-16,-3 3 1 0,3 0-26 0,0 2-4 0,-3 1-2 0,3 2 0 15,-3-2-27-15,0 5-6 0,3-3-1 0,-3 5 0 31,0 1 1-31,0-1 0 0,0 1 0 0,0 2 0 0,0 0-9 0,3 3-12 0,-3-3 2 0,0 0 1 32,3-2-37-32,-3 0-7 0,3-4-2 0,-3-1 0 0,0-1 44 15,3-3 11-15,-3 1 0 0,0 0 0 0,0-6 0 0,0 3-10 16,0-3 10-16,0 0-10 0,3-5 10 0,0 0 0 0,0 0 10 0,0 0-10 16,0 0 0-16,0 0-8 0,0 0-1 0,-3-8 0 15,0 1 9-15,3-7 11 0,0 1-3 0,3-5 0 16,0-4-8-16,3-1 0 0,0-7 0 15,0 1 0-15,3 0 0 0,0 0 0 0,3 0 0 0,3 0 0 16,-3 2 56-16,3 1 7 0,2 2 1 0,-2-2 0 16,3 2 0-16,-3 0 0 0,3 3 0 0,-3 0 0 15,0 0-52-15,2 5-12 0,-2 0 0 0,0 3 0 0,-3-1 0 16,0 6 0-16,0 1 0 0,-3 4 0 0,0 0 0 0,0 3 0 16,0 3 0-16,-3 0 0 15,0 4 0-15,0 1 0 0,-1 6 0 16,-2-1 0-16,3 3 0 0,-3 0 0 0,0-1 0 0,0 4 0 0,0 0 0 0,0 2 0 0,-3-3 0 0,3 1 0 31,-3 2 0-31,0 0 0 0,0-2 0 16,0 2 0-16,-3 3 0 0,3-3 0 15,0 3 0-15,0-1 0 0,-3-1-48 0,3 1-13 0,0-1-3 0,-3-4 0 0,3 1 36 16,-3-4 6-16,3-1 2 0,-3 2 0 16,3-6-33-16,0 1-7 15,-3-3 0-15,3-3-1 0,-3 0-34 0,3 1-6 16,0-6-2-16</inkml:trace>
  <inkml:trace contextRef="#ctx0" brushRef="#br0" timeOffset="-185057.38">17978 15085 1910 0,'-12'-3'40'0,"3"1"9"15,0-1-39-15,0 3-10 0,4-3 0 0,5 3 0 16,0 0 72-16,0 0 13 0,0 0 3 0,0 0 0 15,0 0-21-15,0 0-4 0,0 0-1 0,5-2 0 16,4 2-15-16,0-3-3 0,3 3-1 0,3-3 0 16,0 3-15-16,3-2-2 0,3-1-1 0,0 0 0 0,-1-2-15 15,4 2-10-15,-3-2 12 0,3 0-12 0,3-3 0 0,-4 0-16 16,7 0 2-16</inkml:trace>
  <inkml:trace contextRef="#ctx0" brushRef="#br0" timeOffset="-184295.33">19026 15183 1824 0,'-6'2'38'0,"6"-2"8"0,0 0-37 0,0 0-9 0,0 0 0 0,0 0 0 16,0 0 84-16,3 6 16 0,0-1 2 0,3-2 1 15,6-1-11-15,0-2-3 0,3 3 0 0,2-3 0 16,4-3-53-16,0 3-10 0,3-2-2 0,3-1-1 15,-1-2-4-15,1 2-1 0,3-2 0 16,0-1 0-16,-3 1-10 0,-1-3-8 0,-2 0 9 0,3 3-9 16,-3-3 0-16,3 0 0 0,-1 3 0 0,1-3 0 15,-3 5 0-15,3-2-16 0,-3 2 1 0,-1 1 1 32,-5-1-26-32,0 3-4 0,-3 0-2 0,-3 0 0 0,-3 3-94 0,-3-1-20 0,-6-2-3 0</inkml:trace>
  <inkml:trace contextRef="#ctx0" brushRef="#br0" timeOffset="-184064.41">19050 15466 2066 0,'-6'3'43'0,"6"-3"10"15,0 0-42-15,0 0-11 0,0 0 0 0,0 0 0 0,6 0 53 0,0-3 9 0,6-2 2 0,-1 2 0 16,4-2-12-16,6-3-1 0,0 2-1 0,3-2 0 15,3 1-28-15,2-1-6 0,1 0 0 0,3-3-1 16,-3 0-15-16,-1 4 0 0,-2-7 0 0,6 4 0 16,0-4-9-16,5-1-8 0,1-4-2 0,3 1 0 31,-6-1-178-31,2-2-36 0</inkml:trace>
  <inkml:trace contextRef="#ctx0" brushRef="#br0" timeOffset="-183368.94">20392 14947 2030 0,'-6'0'57'0,"0"0"14"16,0 0-57-16,0 0-14 0,0 0 0 0,0 3 0 15,-2 0 54-15,-1-1 8 0,0 1 2 0,-3 2 0 16,-3-2-52-16,0 5-12 0,0 0 0 0,-3 0 0 16,0 5 0-16,1-3 0 0,2 6 0 0,-3-2 0 15,0-1 0-15,0 3 0 0,3-3 0 0,0 0 0 16,3 0 16-16,0 1 1 0,7-1 0 0,-1 0 0 16,3 0-27-16,6 0-6 0,0-2 0 0,3 0-1 0,2-3 17 0,4-1 0 0,3 1 0 15,0 0 0 1,0-2 0-16,3-1 0 0,0 0 0 0,0 1 0 0,-1-4 0 15,4 3 0-15,0-2 0 0,0 2 0 16,0 1 0-16,0-1 0 0,-4 0 0 0,1 1 0 16,-3-1 0-16,0 0 0 0,-3 0 0 0,-3 1 0 0,-3 2 0 15,-3-3 0-15,0 0 0 0,-3 3 0 0,-3 0 0 0,-3 0 0 0,-3 0 0 0,-3 0 0 32,0 3 0-32,-3-4 0 0,0 4 0 0,-5 0 0 0,2-3 0 0,-3 2 0 15,0 1 0-15,0-1 0 0,0 1 0 0,1 0 0 0,2-4 0 0,-6 4 0 31,3-3 0-31,0-3-8 0,-3 1 8 0</inkml:trace>
  <inkml:trace contextRef="#ctx0" brushRef="#br0" timeOffset="-183159.14">20282 15103 2066 0,'15'-13'43'0,"0"0"10"0,-3 2-42 0,3 1-11 0,-1 2 0 0,-2 0 0 15,3 0 44-15,-3 3 8 0,0-1 0 0,0 1 1 16,0 0-33-16,0 2-8 0,0 0 0 0,0 1-1 16,0 2 42-16,2-3 9 0,1 3 2 0,0-2 0 15,0 2-52-15,0-3-12 0,0 3 0 0,3 0 0 16,3-3-48-16,-4 3-13 0,7-2-3 0</inkml:trace>
  <inkml:trace contextRef="#ctx0" brushRef="#br0" timeOffset="-182529.16">20952 14984 2066 0,'-6'0'43'0,"6"0"10"0,0 0-42 0,0 0-11 0,0 0 0 0,0 0 0 0,0 0 0 0,0 0 0 0,0 0 0 0,-3 6 0 15,0 2 0-15,0 2 0 0,0-2 0 0,-3 5 0 16,3-2 0-16,0 2 0 16,0 0 0-16,-3 3 0 0,0 3 53 0,0-1 9 0,3 3 2 0,-3 3 0 15,0-3-52-15,-3 3-12 0,3 3 0 0,0-4 0 31,-2 1 0-31,2-3 0 0,0 1 0 0,-3-4 0 0,3-2 0 0,0 0 0 0,-3 0-9 0,3 0 9 16,0-6 0-16,-3 1 0 0,3-1 0 0,0-2 0 16,3 0 0-16,-3-2 0 0,0-1 0 0,3 0 0 15,-3-2-8-15,6-3-3 0,0 0 0 0,0 0 0 16,0 0-3-16,-3-5-1 0,3-1 0 0,-3 1 0 16,3-6 15-16,3 1 0 0,-3-1 0 0,3-5-9 15,0 0 22-15,3-5 5 0,0 0 1 0,3-5 0 0,0-3 13 16,3-1 4-16,-3-4 0 0,3 2 0 15,3 1 4-15,-3 1 0 0,-1 4 1 16,4 2 0-16,0 3-6 0,-3 0-2 0,6 2 0 0,-6 3 0 0,0 3-2 0,-3 0-1 16,3 2 0-16,-3 3 0 15,0 3-30-15,-1 0 0 0,-2 0 0 0,3 2 0 16,0 3 0-16,0 3 0 0,-3-1 0 16,0 3 0-16,3 1 0 0,-3-1 0 15,0 3 0-15,0 3 0 0,0-1 0 0,0 3 0 0,0 3 0 0,-3-2 0 0,0 1 0 16,0 1 0-16,0 3 0 0,0 2 0 0,-3 0 0 0,0 3 0 0,0 2 0 0,0 1 0 15,-3-3 0-15,0-1 0 0,0 1 0 0,0 0 0 16,0-3 0-16,0-2 0 0,0-3 0 16,0 0 0-16,-3-3-96 0,0 3-26 15,3-3-5-15,-6-3-1 16,0 1-102-16,0-3-21 0</inkml:trace>
  <inkml:trace contextRef="#ctx0" brushRef="#br0" timeOffset="-182364.711">20818 15297 2033 0,'-6'-6'85'0,"3"1"-68"0,0 2 62 0,3 3 12 0,0 0 2 16,0-5 1-16,3 0-48 0,0 2-10 0,3 0-1 0,0 1-1 16,3-1-20-16,3 3-4 0,0-3-1 0,-1 1 0 15,4-1-9-15,0 1 0 0,6-4 0 0,-3 1 0 16,0 0 0-16,3-3 0 0,-1 0 0 0</inkml:trace>
  <inkml:trace contextRef="#ctx0" brushRef="#br0" timeOffset="-182017.89">21419 15275 1545 0,'0'0'32'0,"0"0"8"0,0 0-32 16,0-5-8-16,3 2 0 0,3-2 0 0,-3 2 60 0,6 1 11 0,-3-1 1 0,0 1 1 15,3 2-7-15,3-3-2 0,0 0 0 0,0 1 0 16,2-1-1-16,1 0-1 0,6-2 0 0,0 2 0 16,0-2-48-16,0 2-14 0,2-2 0 0,1 2 8 31,0-2-8-31,-3 3 0 0,3-4 0 0,-3 1 0 0,-4 2 0 0,1-2 0 0,-3 2 0 0,0-2 0 16,-3 2 0-16,0 1-13 15,0-1 3-15,0 1 1 0,-3-4-139 0,-3 4-28 0,-3-1-6 0</inkml:trace>
  <inkml:trace contextRef="#ctx0" brushRef="#br0" timeOffset="-181720.01">21601 15069 1824 0,'-6'-3'76'0,"6"3"-60"15,0 0 89-15,-3-2 19 0,3 2 3 0,0 0 1 16,0 0-52-16,0 0-9 0,0 0-3 0,0 0 0 15,0 0 0-15,0 0 0 0,0 0 0 0,0 0 0 16,-3 5-51-16,0 3-13 0,3-3 0 0,-3 6 0 31,3 2 0-31,0 0 0 0,0 3 0 0,0 3 0 0,3 2 0 0,-3 0 0 0,0 3 0 0,3 0 0 16,-3-3 0-16,3 3 0 0,0-6 0 0,-3 1 0 31,3-4 0-31,0 1 0 0,0-2 0 0,0 1 0 0,3-4-48 16,-3 0-13-16,0-1-3 0,2 1 0 0,-2-6-51 15,3 0-10-15,0 1-3 0</inkml:trace>
  <inkml:trace contextRef="#ctx0" brushRef="#br0" timeOffset="-181142.92">22145 15024 2310 0,'-9'-3'48'0,"4"1"11"16,-1-1-47-16,6 3-12 0,0 0 0 0,0 0 0 16,-3-3 0-16,3 3 0 0,0 0 0 0,0 0 0 0,0-5 53 0,0 5 9 0,3-5 2 0,0 2 0 15,3 1 0-15,2-1 0 0,1-2 0 0,0 2 0 16,3 3-49-16,0-3-15 0,0 1 8 0,0-1-8 15,3 3 19-15,0-3 0 0,3 3 0 0,-1 0 0 32,1 0-33-32,3 3-6 0,0-3-2 0,0 3 0 15,0-1 42 1,-1 4 9-16,1-4 2 0,-3 4 0 0,0-1-23 0,-3 0-8 0,-3 3 0 0,0 0 0 16,-3 0 0-16,-3 0 0 0,0 0-8 0,-3 0 8 15,-3 2-30-15,-3-2 1 0,0 3 0 0,-3-3 0 0,0 2-15 0,-6-2-4 0,-3 0 0 16,3 3 0-16,-3-1-4 0,-3-2-2 0,3 3 0 15,-3 0 0 1,4-4 22-16,-1 1 4 0,3 0 0 0,0 0 1 0,3-2 11 0,3-1 1 16,0-3 1-16,6-2 0 0,0 0 14 0,0 0 0 0,0 0 0 0,0 0-9 15,6 0 9-15,3 0 14 0,0 0-3 0,3-2-1 16,0-1 5-16,0 1 1 16,5 2 0-16,-2-3 0 0,0 3 10 0,3 0 2 15,-3 0 1-15,0 0 0 0,0 3-2 0,-3-1-1 0,0 1 0 0,-1-1 0 16,-2 4 2-16,-3-1 0 0,0 3 0 0,-3 0 0 15,0 3-4-15,-6-4 0 0,3 4 0 16,-9 2 0-16,0 1-4 0,-3-4-2 0,1 3 0 0,-10 3 0 16,3-5-10-16,-3 2-8 0,-3-2 12 0,0 2-12 15,1-3 0-15,-1 4-9 0,-3-1-1 16,3 0 0-16,0 0 10 0,4 1 0 0,-1-4 0 16,0 1 0-16,0-1 0 0,0 1 0 0,0-3 0 0,1 2 0 15,5-4-156-15,0-1-28 0</inkml:trace>
  <inkml:trace contextRef="#ctx0" brushRef="#br0" timeOffset="-175060.64">16767 7763 1150 0,'-6'0'24'0,"0"0"6"0,6 0-30 0,0 0 0 0,0 0 0 0,0 0 0 15,0 0 72-15,0 0 9 0,0 0 2 0,0 0 0 16,0 0-26 0,6 3-5-16,0-3 0 0,3 3-1 0,3-1 1 0,2-2 1 0,-2 0 0 0,6 3 0 15,-3-3-15-15,3 0-3 0,3 0-1 0,-3 0 0 16,2-3-18-16,-2 1-4 0,3-1-1 0,-3-2 0 15,3 2-11-15,-3-2 8 0,0-1-8 0,-1 4 8 16,1-3-8-16,-3 2 0 0,-3 0 0 0,0 1 8 16,-3-1-8-16,-6 0-11 0,-3 3 3 0,0 0 0 15,0 0-36-15,0 0-8 0,-9 0 0 0,0 3-1 16,-6-3-9-16,0 3-2 0,0-1 0 0,-3 1 0 16,4 0 52-16,-4-1 12 0,3 3 0 0,-3 1 0 15,0-4 0-15,3 1 0 0,0 2 9 0,1-2-9 16,2 0 0-16,0-1 0 0,3-2 0 0,0 3-10 15,0 0 58-15,9-3 12 0,0 0 3 0,0 0 0 0,0 0-22 0,0 0-4 16,0 0-1-16,0 0 0 16,6 2-5-16,3 1-2 0,3 2 0 0,0-5 0 15,0 3-18-15,2-3-11 0,1 0 12 0,3-3-12 16,0 3-79-16,6-5-22 0,0 2-5 0</inkml:trace>
  <inkml:trace contextRef="#ctx0" brushRef="#br0" timeOffset="-174648.58">17966 7763 1606 0,'0'0'33'0,"0"0"9"15,0 0-34-15,0 0-8 0,0 0 0 0,0 0 0 16,0-2 66-16,0 2 11 0,6-3 3 0,0-2 0 16,0 5-25-16,3-3-5 0,-3 3-1 0,6-3 0 15,-3 3-22-15,3 0-5 0,3 0-1 0,-1 0 0 16,1 0-13-16,0 0-8 0,3-2 8 0,0 2-8 16,0 0 0-16,0-3 0 0,0 1 0 0,-1-1-8 15,1 3-68-15,3-3-14 0,3-2-2 0</inkml:trace>
  <inkml:trace contextRef="#ctx0" brushRef="#br0" timeOffset="-174265.92">19133 7740 1094 0,'0'0'23'0,"0"0"5"16,0 0-28-16,0 0 0 0,0 0 0 0,0 0 0 15,0 0 56-15,0 0 7 0,0 0 1 0,0 0 0 16,0 0 0-16,0 0 0 0,0 0 0 0,0 0 0 15,0 0 0-15,0 0 0 0,0 0 0 0,0 0 0 16,0 0-8-16,0 0 0 0,3-3-1 0,3 0 0 16,3 1-37-16,0-1-7 0,3 3-2 0,0-3 0 15,3 3 31-15,-1 0 5 0,4 0 2 0,0 0 0 16,0 3-31-16,0-3-7 0,3 0-1 0,0 3 0 0,-4-3 1 16,1-3 0-16,3 3 0 0,-3 0 0 15,3 0-9-15,3-3 0 0,-4 3 0 16,1 0 0-16,0 0-49 0,0 0-12 0,0 0-3 0</inkml:trace>
  <inkml:trace contextRef="#ctx0" brushRef="#br0" timeOffset="-173407.22">6369 7951 938 0,'0'0'40'0,"0"0"-32"31,0 0 66-31,-6-2 14 0,6 2 2 0,0 0 1 16,0 0-11-16,0 0-3 0,-3 0 0 0,3 0 0 0,0 0-18 0,0 0-4 15,0 0-1-15,0 0 0 16,0 0-5-16,0 0-1 0,0 0 0 0,0 0 0 15,0 0-2-15,6 2-1 0,0 1 0 0,3 2 0 0,0-5-5 0,3 3 0 0,0-1-1 0,0-2 0 16,3 0-15-16,0 0-2 0,3 0-1 0,-1 0 0 16,1-2-10-16,6-1-3 0,0 1 0 0,3-1 0 15,-1 0-8-15,1 1 8 0,3-4-8 0,-3 4 8 32,3-4-27-32,-4 4-5 0,1-4-2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CD4045B-8F41-6B4E-97BD-FF08E793C3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0351C3-1740-AA4D-BDDF-BF0F4C69FD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474A07D-2658-461F-8F83-4F740994F2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0787F0E-99E1-EC46-8903-479D5ABA0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261E7AE-94F1-554C-9081-C782E41C57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74AB494-A933-744C-97AB-D567B6DD3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F969DB7-CD90-4014-9B8D-CC33BD96DE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225FB7-6986-41E4-8F43-F86C2C274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0D8ACF-9AF7-4BE6-B2E3-865733B3F7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1803AE-9905-4AF8-9DA3-73789375B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AFD67-0D38-4EFF-B956-560E674B21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95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14623E-7E5C-4AFD-BE24-3DB80703DA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93BFD6-7F93-4733-A226-6C0EC46E7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D5D424-E135-44CC-BA4E-A2DB770BDC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619F1-5350-4307-9409-443BD10676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16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9446CB-484F-4252-BB19-9C497B0F54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A8F4DA-9E72-49E7-9FF9-D36FD65AE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A08CB3-EAD0-4E99-8B98-C89B6DB01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3D098-D75C-4EE5-8B40-FC63AFD0D6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78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54467-B79B-4B77-A3B1-44DDDE77C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F25E2-A807-49CB-BC93-3D806EA7E0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32679-2C29-4D7B-881E-4BB2B5FA51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1FBC1-3F18-4B9F-83D9-3A5A4B6E25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85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D9B991-D00B-4804-89EB-33BB202D7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015FF5-E07E-4C7A-8238-1AF9E0FFD5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F5F623-7278-4A70-8A13-35C022DCE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CFC92-1B0B-4860-87FB-21B0774F2E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79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380999"/>
          </a:xfrm>
        </p:spPr>
        <p:txBody>
          <a:bodyPr/>
          <a:lstStyle>
            <a:lvl1pPr>
              <a:defRPr sz="34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E1E440-A8C8-43AB-B8E7-F86B3E9B4B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2FBE08-5985-4EC5-801D-BD8B156BAC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CED17A-0888-409A-80D0-BD3B63CD52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966BF-D65F-4E28-A407-653B2DF03F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617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1F0ED2C-B519-4F57-8672-730E3329D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C221C3B-499D-4477-B03B-03A7E0244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D4F977-FA0E-4B3A-B94F-0279441CC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2C1FB-A275-4CBE-B85C-63204551E7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59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62850-C9F3-4ECE-848C-FF22D5C8A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12A31E-209B-42A9-826C-D78F92405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1507E-9AE1-4B0E-B93B-7C085C5296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2F104-DF84-4AEF-9187-41AF5BE74E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8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2DB48-69AE-4AF3-868F-545FF5AF8F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3E5B6-43C3-4346-B165-FDD6F1E37E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27224-906E-4B0A-BE25-6FED1CA2EB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FDD3B-1453-418D-980A-9289DD4C51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5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F8C36-2FA4-465E-B8F9-3C035D091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95604D-DBCA-4814-BBC5-446C778B81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58D9F7-727C-4D99-89FD-0C87515CC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0AC39-4B88-4002-B23C-3DAA2B76F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343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28600"/>
            <a:ext cx="21717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3627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694072-58C3-4095-B658-E2EC7AE66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93BA2E-5916-442F-A773-1816573953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B41EDC-CE19-4648-891A-4EFB1DCC0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CB7B8-7C25-401E-AFCE-7AE2AED9C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82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ADB1AC-32D3-49A7-A1DC-4BB1BCC56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868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CC26A9E-31B8-4391-AE6F-822CE2529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686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3DE5A9-11D5-4AEB-B896-6DAD1B6EEE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62297E-DDFC-4E4B-B572-4234ABFF44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3246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CD9B8A-A795-4DB1-8964-96651783B9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E3611C3-C128-4ADE-9736-85CD38B106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5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uf@iastate.ed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customXml" Target="../ink/ink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customXml" Target="../ink/ink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customXml" Target="../ink/ink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customXml" Target="../ink/ink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customXml" Target="../ink/ink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customXml" Target="../ink/ink22.xml"/><Relationship Id="rId4" Type="http://schemas.openxmlformats.org/officeDocument/2006/relationships/image" Target="../media/image68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691B0-CEC6-481E-939D-D8810FDC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95ADE-74FF-47AD-9C8F-165D1AECFFA2}"/>
              </a:ext>
            </a:extLst>
          </p:cNvPr>
          <p:cNvSpPr/>
          <p:nvPr/>
        </p:nvSpPr>
        <p:spPr>
          <a:xfrm>
            <a:off x="0" y="2209800"/>
            <a:ext cx="9144000" cy="345488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CEACF-131C-41A4-94AE-DC03953FB264}"/>
              </a:ext>
            </a:extLst>
          </p:cNvPr>
          <p:cNvSpPr/>
          <p:nvPr/>
        </p:nvSpPr>
        <p:spPr>
          <a:xfrm>
            <a:off x="8756650" y="2218752"/>
            <a:ext cx="387350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A6099-E7BC-4E0E-A993-A4A0E232DA82}"/>
              </a:ext>
            </a:extLst>
          </p:cNvPr>
          <p:cNvSpPr/>
          <p:nvPr/>
        </p:nvSpPr>
        <p:spPr>
          <a:xfrm>
            <a:off x="0" y="2218752"/>
            <a:ext cx="192024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7D032-226B-4118-91E6-7691DCD6E9C0}"/>
              </a:ext>
            </a:extLst>
          </p:cNvPr>
          <p:cNvSpPr/>
          <p:nvPr/>
        </p:nvSpPr>
        <p:spPr>
          <a:xfrm>
            <a:off x="188735" y="2218752"/>
            <a:ext cx="192024" cy="3445934"/>
          </a:xfrm>
          <a:prstGeom prst="rect">
            <a:avLst/>
          </a:prstGeom>
          <a:solidFill>
            <a:srgbClr val="FFC00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103DEAD-D09C-405E-8E54-66750C179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3575"/>
            <a:ext cx="9144000" cy="1470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ＭＳ Ｐゴシック" charset="0"/>
                <a:cs typeface="+mj-cs"/>
              </a:rPr>
              <a:t>CPR E 281: Digital Logic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0D3868F-B461-4FA8-9F34-9EACAEC215A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0"/>
            <a:ext cx="9144000" cy="2209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Md Maruf Ahamed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Office: 307 Durham Center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Phone: (515) 294-6323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Email: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maruf@iastate.edu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361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80F84150-23C2-2B4E-9AF3-3C96FE96E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FF0000"/>
                </a:solidFill>
                <a:ea typeface="+mj-ea"/>
                <a:cs typeface="+mj-cs"/>
              </a:rPr>
              <a:t>Administrative Stuff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D583FDE5-0A59-BD41-A182-AC71C16B0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609600"/>
            <a:ext cx="8991600" cy="5791200"/>
          </a:xfrm>
        </p:spPr>
        <p:txBody>
          <a:bodyPr/>
          <a:lstStyle/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Homework: </a:t>
            </a:r>
            <a:r>
              <a:rPr lang="en-US" sz="3000" dirty="0"/>
              <a:t>HW #04 due on Sunday @ 11:59 PM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Quiz: </a:t>
            </a:r>
            <a:r>
              <a:rPr lang="en-US" sz="3000" dirty="0"/>
              <a:t>Quiz #4 due on Friday @ 4:25 PM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Recitation: </a:t>
            </a:r>
            <a:r>
              <a:rPr lang="en-US" sz="3000" dirty="0"/>
              <a:t>Recitation #04 this week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Lab: </a:t>
            </a:r>
            <a:r>
              <a:rPr lang="en-US" sz="3000" dirty="0"/>
              <a:t>Lab # 05 this week</a:t>
            </a:r>
          </a:p>
          <a:p>
            <a:pPr marL="731520" lvl="3" indent="-18288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2400" dirty="0"/>
              <a:t>Submit pre-lab prior to the lab otherwise you will lose 20% points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rgbClr val="0066FF"/>
                </a:solidFill>
              </a:rPr>
              <a:t>Lecture-14 Readings: </a:t>
            </a:r>
            <a:r>
              <a:rPr lang="en-US" sz="3000" dirty="0"/>
              <a:t>Section 3.3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480B98-CB43-4109-9B52-91BC90F2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7619F1-5350-4307-9409-443BD106766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28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C2C7-9EDE-4430-A34B-E779489E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+mj-ea"/>
                <a:cs typeface="+mj-cs"/>
              </a:rPr>
              <a:t>13–Addition of Unsigned Numbers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9B821-ABB0-4BC8-AF04-34B658E1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AE38B-8B29-4CFD-8DC4-49E537DD3855}"/>
              </a:ext>
            </a:extLst>
          </p:cNvPr>
          <p:cNvSpPr txBox="1">
            <a:spLocks noChangeArrowheads="1"/>
          </p:cNvSpPr>
          <p:nvPr/>
        </p:nvSpPr>
        <p:spPr>
          <a:xfrm>
            <a:off x="666750" y="735329"/>
            <a:ext cx="7810500" cy="558927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Unsigned vs Signed numbers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Half-Adder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Full-Adder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n-bit ripple-carry adder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Design examples</a:t>
            </a:r>
          </a:p>
        </p:txBody>
      </p:sp>
    </p:spTree>
    <p:extLst>
      <p:ext uri="{BB962C8B-B14F-4D97-AF65-F5344CB8AC3E}">
        <p14:creationId xmlns:p14="http://schemas.microsoft.com/office/powerpoint/2010/main" val="608326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D89788-216D-40EE-B10F-782440FFB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3820606-6DFF-4D68-9D54-98625F01E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599"/>
            <a:ext cx="9144000" cy="571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Addition of Unsigned Numbers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3.1, 3.2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8F81CAB-938F-4B71-A308-03B065A2BAFD}"/>
                  </a:ext>
                </a:extLst>
              </p14:cNvPr>
              <p14:cNvContentPartPr/>
              <p14:nvPr/>
            </p14:nvContentPartPr>
            <p14:xfrm>
              <a:off x="6954480" y="508680"/>
              <a:ext cx="709560" cy="897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8F81CAB-938F-4B71-A308-03B065A2BA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45120" y="499320"/>
                <a:ext cx="728280" cy="91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8369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>
            <a:extLst>
              <a:ext uri="{FF2B5EF4-FFF2-40B4-BE49-F238E27FC236}">
                <a16:creationId xmlns:a16="http://schemas.microsoft.com/office/drawing/2014/main" id="{8ABBB56F-9572-4F30-A65D-2E55E7B23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Number Systems</a:t>
            </a:r>
          </a:p>
        </p:txBody>
      </p:sp>
      <p:pic>
        <p:nvPicPr>
          <p:cNvPr id="10242" name="Picture 3">
            <a:extLst>
              <a:ext uri="{FF2B5EF4-FFF2-40B4-BE49-F238E27FC236}">
                <a16:creationId xmlns:a16="http://schemas.microsoft.com/office/drawing/2014/main" id="{95664306-45AA-4CB1-A8E0-86D53AB8C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" y="3009900"/>
            <a:ext cx="7213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4">
            <a:extLst>
              <a:ext uri="{FF2B5EF4-FFF2-40B4-BE49-F238E27FC236}">
                <a16:creationId xmlns:a16="http://schemas.microsoft.com/office/drawing/2014/main" id="{B71D6853-2E9D-47FD-99D4-CA2A72FEB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124200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244" name="Straight Arrow Connector 3">
            <a:extLst>
              <a:ext uri="{FF2B5EF4-FFF2-40B4-BE49-F238E27FC236}">
                <a16:creationId xmlns:a16="http://schemas.microsoft.com/office/drawing/2014/main" id="{5F2B2E83-2C19-4C69-910C-18EFB5754D1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524000" y="3657600"/>
            <a:ext cx="457200" cy="19050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5" name="TextBox 4">
            <a:extLst>
              <a:ext uri="{FF2B5EF4-FFF2-40B4-BE49-F238E27FC236}">
                <a16:creationId xmlns:a16="http://schemas.microsoft.com/office/drawing/2014/main" id="{E01A7285-0B49-4394-95A3-0EB708A62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638800"/>
            <a:ext cx="23479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n-th digit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(most significant)</a:t>
            </a:r>
          </a:p>
        </p:txBody>
      </p:sp>
      <p:cxnSp>
        <p:nvCxnSpPr>
          <p:cNvPr id="10246" name="Straight Arrow Connector 7">
            <a:extLst>
              <a:ext uri="{FF2B5EF4-FFF2-40B4-BE49-F238E27FC236}">
                <a16:creationId xmlns:a16="http://schemas.microsoft.com/office/drawing/2014/main" id="{7B447662-C443-46D5-AE59-40A5C9C0289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696200" y="3581400"/>
            <a:ext cx="304800" cy="19050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7" name="TextBox 9">
            <a:extLst>
              <a:ext uri="{FF2B5EF4-FFF2-40B4-BE49-F238E27FC236}">
                <a16:creationId xmlns:a16="http://schemas.microsoft.com/office/drawing/2014/main" id="{935B762E-3BAA-46B7-AD0F-B6683D12E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013" y="5638800"/>
            <a:ext cx="23129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0-th digit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(least significant)</a:t>
            </a:r>
          </a:p>
        </p:txBody>
      </p:sp>
      <p:cxnSp>
        <p:nvCxnSpPr>
          <p:cNvPr id="10248" name="Straight Arrow Connector 10">
            <a:extLst>
              <a:ext uri="{FF2B5EF4-FFF2-40B4-BE49-F238E27FC236}">
                <a16:creationId xmlns:a16="http://schemas.microsoft.com/office/drawing/2014/main" id="{A68F131A-8830-421F-B798-70E34601EDC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00200" y="2209800"/>
            <a:ext cx="762000" cy="9906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9" name="TextBox 15">
            <a:extLst>
              <a:ext uri="{FF2B5EF4-FFF2-40B4-BE49-F238E27FC236}">
                <a16:creationId xmlns:a16="http://schemas.microsoft.com/office/drawing/2014/main" id="{336128AC-1C1C-4CED-92E8-255D02DB1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752600"/>
            <a:ext cx="731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base</a:t>
            </a:r>
          </a:p>
        </p:txBody>
      </p:sp>
      <p:cxnSp>
        <p:nvCxnSpPr>
          <p:cNvPr id="10250" name="Straight Arrow Connector 16">
            <a:extLst>
              <a:ext uri="{FF2B5EF4-FFF2-40B4-BE49-F238E27FC236}">
                <a16:creationId xmlns:a16="http://schemas.microsoft.com/office/drawing/2014/main" id="{43CD14C7-DE53-482D-ACF1-F48889805C6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743200" y="2209800"/>
            <a:ext cx="685800" cy="9906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1" name="TextBox 19">
            <a:extLst>
              <a:ext uri="{FF2B5EF4-FFF2-40B4-BE49-F238E27FC236}">
                <a16:creationId xmlns:a16="http://schemas.microsoft.com/office/drawing/2014/main" id="{FCBB5827-4546-4A6F-B0B3-9F05D1D38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752600"/>
            <a:ext cx="954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power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1E6BB244-065E-449D-8C5B-3898F865E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Base 7</a:t>
            </a:r>
          </a:p>
        </p:txBody>
      </p:sp>
      <p:pic>
        <p:nvPicPr>
          <p:cNvPr id="18434" name="Picture 3">
            <a:extLst>
              <a:ext uri="{FF2B5EF4-FFF2-40B4-BE49-F238E27FC236}">
                <a16:creationId xmlns:a16="http://schemas.microsoft.com/office/drawing/2014/main" id="{D612FC37-1B06-4EA5-9EE0-2C65D2FF5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995288"/>
            <a:ext cx="606710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 descr="Screen shot 2013-08-28 at 2.35.41 PM.png">
            <a:extLst>
              <a:ext uri="{FF2B5EF4-FFF2-40B4-BE49-F238E27FC236}">
                <a16:creationId xmlns:a16="http://schemas.microsoft.com/office/drawing/2014/main" id="{3DD036FF-ED8D-4F00-A7B3-A7229ED85F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3438377"/>
            <a:ext cx="8686799" cy="54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6622657C-9EBF-4E39-95F9-D771E102E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63" y="2478881"/>
            <a:ext cx="868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Base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EA2F2D3A-000B-274E-A016-AAA8F9431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Another Way to Look at This</a:t>
            </a:r>
          </a:p>
        </p:txBody>
      </p:sp>
      <p:grpSp>
        <p:nvGrpSpPr>
          <p:cNvPr id="20482" name="Group 3">
            <a:extLst>
              <a:ext uri="{FF2B5EF4-FFF2-40B4-BE49-F238E27FC236}">
                <a16:creationId xmlns:a16="http://schemas.microsoft.com/office/drawing/2014/main" id="{2C0D3FEB-E60A-4B9A-8C31-33E39F45794B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505200"/>
            <a:ext cx="2057400" cy="685800"/>
            <a:chOff x="1676400" y="3429000"/>
            <a:chExt cx="2057400" cy="685800"/>
          </a:xfrm>
        </p:grpSpPr>
        <p:sp>
          <p:nvSpPr>
            <p:cNvPr id="20494" name="Rectangle 1">
              <a:extLst>
                <a:ext uri="{FF2B5EF4-FFF2-40B4-BE49-F238E27FC236}">
                  <a16:creationId xmlns:a16="http://schemas.microsoft.com/office/drawing/2014/main" id="{70954E07-679B-4C45-A1D2-FAD48719A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5</a:t>
              </a:r>
            </a:p>
          </p:txBody>
        </p:sp>
        <p:sp>
          <p:nvSpPr>
            <p:cNvPr id="20495" name="Rectangle 5">
              <a:extLst>
                <a:ext uri="{FF2B5EF4-FFF2-40B4-BE49-F238E27FC236}">
                  <a16:creationId xmlns:a16="http://schemas.microsoft.com/office/drawing/2014/main" id="{1C3DAD75-D51E-4906-8992-6DB0CE8A2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20496" name="Rectangle 6">
              <a:extLst>
                <a:ext uri="{FF2B5EF4-FFF2-40B4-BE49-F238E27FC236}">
                  <a16:creationId xmlns:a16="http://schemas.microsoft.com/office/drawing/2014/main" id="{8FFD58E8-C8B4-4626-8BB2-685D0522E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4</a:t>
              </a:r>
            </a:p>
          </p:txBody>
        </p:sp>
      </p:grpSp>
      <p:sp>
        <p:nvSpPr>
          <p:cNvPr id="20483" name="TextBox 2">
            <a:extLst>
              <a:ext uri="{FF2B5EF4-FFF2-40B4-BE49-F238E27FC236}">
                <a16:creationId xmlns:a16="http://schemas.microsoft.com/office/drawing/2014/main" id="{9B84136D-C846-484C-BD5A-9D876FDD5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8" y="29718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7</a:t>
            </a:r>
            <a:r>
              <a:rPr kumimoji="0" lang="en-US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20484" name="TextBox 7">
            <a:extLst>
              <a:ext uri="{FF2B5EF4-FFF2-40B4-BE49-F238E27FC236}">
                <a16:creationId xmlns:a16="http://schemas.microsoft.com/office/drawing/2014/main" id="{90C0AD0B-5132-484E-A71A-A6EC7E161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475" y="29718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7</a:t>
            </a:r>
            <a:r>
              <a:rPr kumimoji="0" lang="en-US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20485" name="TextBox 8">
            <a:extLst>
              <a:ext uri="{FF2B5EF4-FFF2-40B4-BE49-F238E27FC236}">
                <a16:creationId xmlns:a16="http://schemas.microsoft.com/office/drawing/2014/main" id="{AA30206F-B066-4DDC-98BB-D11B9AFE2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3275" y="29718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7</a:t>
            </a:r>
            <a:r>
              <a:rPr kumimoji="0" lang="en-US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grpSp>
        <p:nvGrpSpPr>
          <p:cNvPr id="20486" name="Group 3">
            <a:extLst>
              <a:ext uri="{FF2B5EF4-FFF2-40B4-BE49-F238E27FC236}">
                <a16:creationId xmlns:a16="http://schemas.microsoft.com/office/drawing/2014/main" id="{0C73B823-9EDB-4DB7-A687-2376A484BC45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505200"/>
            <a:ext cx="2057400" cy="685800"/>
            <a:chOff x="1676400" y="3429000"/>
            <a:chExt cx="2057400" cy="685800"/>
          </a:xfrm>
        </p:grpSpPr>
        <p:sp>
          <p:nvSpPr>
            <p:cNvPr id="20491" name="Rectangle 1">
              <a:extLst>
                <a:ext uri="{FF2B5EF4-FFF2-40B4-BE49-F238E27FC236}">
                  <a16:creationId xmlns:a16="http://schemas.microsoft.com/office/drawing/2014/main" id="{667C8896-0992-4631-800E-2C020C60F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20492" name="Rectangle 5">
              <a:extLst>
                <a:ext uri="{FF2B5EF4-FFF2-40B4-BE49-F238E27FC236}">
                  <a16:creationId xmlns:a16="http://schemas.microsoft.com/office/drawing/2014/main" id="{E0E38845-5511-404F-B67B-BA7142FB2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6</a:t>
              </a:r>
            </a:p>
          </p:txBody>
        </p:sp>
        <p:sp>
          <p:nvSpPr>
            <p:cNvPr id="20493" name="Rectangle 6">
              <a:extLst>
                <a:ext uri="{FF2B5EF4-FFF2-40B4-BE49-F238E27FC236}">
                  <a16:creationId xmlns:a16="http://schemas.microsoft.com/office/drawing/2014/main" id="{44CD2B8A-2E0F-4A02-9230-4DD348576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3</a:t>
              </a:r>
            </a:p>
          </p:txBody>
        </p:sp>
      </p:grpSp>
      <p:sp>
        <p:nvSpPr>
          <p:cNvPr id="20487" name="TextBox 2">
            <a:extLst>
              <a:ext uri="{FF2B5EF4-FFF2-40B4-BE49-F238E27FC236}">
                <a16:creationId xmlns:a16="http://schemas.microsoft.com/office/drawing/2014/main" id="{FA822D09-135C-4FA7-BA6B-C03590F19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971800"/>
            <a:ext cx="595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  <a:r>
              <a:rPr kumimoji="0" lang="en-US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20488" name="TextBox 7">
            <a:extLst>
              <a:ext uri="{FF2B5EF4-FFF2-40B4-BE49-F238E27FC236}">
                <a16:creationId xmlns:a16="http://schemas.microsoft.com/office/drawing/2014/main" id="{A291E355-3F9A-4E36-954C-147C66318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2971800"/>
            <a:ext cx="595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  <a:r>
              <a:rPr kumimoji="0" lang="en-US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20489" name="TextBox 8">
            <a:extLst>
              <a:ext uri="{FF2B5EF4-FFF2-40B4-BE49-F238E27FC236}">
                <a16:creationId xmlns:a16="http://schemas.microsoft.com/office/drawing/2014/main" id="{F5D2E72D-7AC0-4574-A033-B9EB1B046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6288" y="2971800"/>
            <a:ext cx="595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  <a:r>
              <a:rPr kumimoji="0" lang="en-US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grpSp>
        <p:nvGrpSpPr>
          <p:cNvPr id="18" name="Group 3">
            <a:extLst>
              <a:ext uri="{FF2B5EF4-FFF2-40B4-BE49-F238E27FC236}">
                <a16:creationId xmlns:a16="http://schemas.microsoft.com/office/drawing/2014/main" id="{FD7DA7A2-2E66-423D-8C08-A4AB189054FC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3513406"/>
            <a:ext cx="2057400" cy="685800"/>
            <a:chOff x="1676400" y="3429000"/>
            <a:chExt cx="2057400" cy="685800"/>
          </a:xfrm>
        </p:grpSpPr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5A10F81D-42B7-4AAD-8B42-06262802D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A2105529-43BD-4F74-906D-1B150CB4B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D3F9A3D9-A226-49D4-A153-BD2267A44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</p:grpSp>
      <p:sp>
        <p:nvSpPr>
          <p:cNvPr id="22" name="TextBox 2">
            <a:extLst>
              <a:ext uri="{FF2B5EF4-FFF2-40B4-BE49-F238E27FC236}">
                <a16:creationId xmlns:a16="http://schemas.microsoft.com/office/drawing/2014/main" id="{C1B34C68-192B-4752-86A5-484A44921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980006"/>
            <a:ext cx="4411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8643E474-8471-4C61-AD70-C6162C0A8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1288" y="2980006"/>
            <a:ext cx="4411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DBAB5A1E-59BD-4B7E-81ED-3C6229FF5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7088" y="2980006"/>
            <a:ext cx="4411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cxnSp>
        <p:nvCxnSpPr>
          <p:cNvPr id="26" name="Straight Arrow Connector 9">
            <a:extLst>
              <a:ext uri="{FF2B5EF4-FFF2-40B4-BE49-F238E27FC236}">
                <a16:creationId xmlns:a16="http://schemas.microsoft.com/office/drawing/2014/main" id="{BF3563A2-9A7E-4B0D-B0D6-70DFD23A0179}"/>
              </a:ext>
            </a:extLst>
          </p:cNvPr>
          <p:cNvCxnSpPr>
            <a:cxnSpLocks noChangeShapeType="1"/>
            <a:stCxn id="28" idx="0"/>
          </p:cNvCxnSpPr>
          <p:nvPr/>
        </p:nvCxnSpPr>
        <p:spPr bwMode="auto">
          <a:xfrm flipH="1" flipV="1">
            <a:off x="6743700" y="4343400"/>
            <a:ext cx="577056" cy="71928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Arrow Connector 11">
            <a:extLst>
              <a:ext uri="{FF2B5EF4-FFF2-40B4-BE49-F238E27FC236}">
                <a16:creationId xmlns:a16="http://schemas.microsoft.com/office/drawing/2014/main" id="{43F8C74A-D22D-4CB1-AAA6-021433F776ED}"/>
              </a:ext>
            </a:extLst>
          </p:cNvPr>
          <p:cNvCxnSpPr>
            <a:cxnSpLocks noChangeShapeType="1"/>
            <a:stCxn id="29" idx="2"/>
            <a:endCxn id="24" idx="0"/>
          </p:cNvCxnSpPr>
          <p:nvPr/>
        </p:nvCxnSpPr>
        <p:spPr bwMode="auto">
          <a:xfrm flipH="1">
            <a:off x="7397661" y="2376008"/>
            <a:ext cx="1066095" cy="60399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15">
            <a:extLst>
              <a:ext uri="{FF2B5EF4-FFF2-40B4-BE49-F238E27FC236}">
                <a16:creationId xmlns:a16="http://schemas.microsoft.com/office/drawing/2014/main" id="{9B40027F-34D5-44D6-A734-141CE5E0F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112" y="5062680"/>
            <a:ext cx="903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boxes</a:t>
            </a: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304106BB-B2F3-46C6-86B5-9CBE1BB7F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2112" y="1914045"/>
            <a:ext cx="903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labels</a:t>
            </a:r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C0F6EDBA-5F8A-447F-A88E-AD0CBA0CD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" y="2376008"/>
            <a:ext cx="10310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Base 7</a:t>
            </a: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9071F09B-B70C-475C-9236-0F3D29112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8581" y="2362200"/>
            <a:ext cx="11849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Base 10</a:t>
            </a: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47946E2F-27CD-4B5F-BD64-F85924A32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5581" y="2362200"/>
            <a:ext cx="10310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Base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>
            <a:extLst>
              <a:ext uri="{FF2B5EF4-FFF2-40B4-BE49-F238E27FC236}">
                <a16:creationId xmlns:a16="http://schemas.microsoft.com/office/drawing/2014/main" id="{D1AD6821-E3C0-4E72-AFB1-C24CB66D5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81000"/>
            <a:ext cx="4030663" cy="95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9699" name="Rectangle 5">
            <a:extLst>
              <a:ext uri="{FF2B5EF4-FFF2-40B4-BE49-F238E27FC236}">
                <a16:creationId xmlns:a16="http://schemas.microsoft.com/office/drawing/2014/main" id="{4863EEDA-D904-4129-AD5A-2761F8762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98463"/>
            <a:ext cx="9525" cy="4540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9707" name="Rectangle 13">
            <a:extLst>
              <a:ext uri="{FF2B5EF4-FFF2-40B4-BE49-F238E27FC236}">
                <a16:creationId xmlns:a16="http://schemas.microsoft.com/office/drawing/2014/main" id="{B4741F06-C609-4BE4-BC56-594B6F56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225" y="398463"/>
            <a:ext cx="9525" cy="4540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9714" name="Rectangle 20">
            <a:extLst>
              <a:ext uri="{FF2B5EF4-FFF2-40B4-BE49-F238E27FC236}">
                <a16:creationId xmlns:a16="http://schemas.microsoft.com/office/drawing/2014/main" id="{94105273-D99A-402E-A24C-1426C8ABD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398463"/>
            <a:ext cx="9525" cy="4540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9720" name="Rectangle 26">
            <a:extLst>
              <a:ext uri="{FF2B5EF4-FFF2-40B4-BE49-F238E27FC236}">
                <a16:creationId xmlns:a16="http://schemas.microsoft.com/office/drawing/2014/main" id="{C3DFBDC2-AE47-451D-A8B5-79EA269E4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888" y="398463"/>
            <a:ext cx="11112" cy="4540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9732" name="Rectangle 38">
            <a:extLst>
              <a:ext uri="{FF2B5EF4-FFF2-40B4-BE49-F238E27FC236}">
                <a16:creationId xmlns:a16="http://schemas.microsoft.com/office/drawing/2014/main" id="{43535642-A46B-44F5-A631-53890377B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0" y="398463"/>
            <a:ext cx="11113" cy="4540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69BF6C-611E-4419-8771-0D727F86C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86624"/>
            <a:ext cx="5915930" cy="6725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4B5745AB-9CF1-4008-A7C7-50636A2BF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pPr eaLnBrk="1" hangingPunct="1"/>
            <a:r>
              <a:rPr lang="en-CA" altLang="en-US">
                <a:solidFill>
                  <a:schemeClr val="tx2"/>
                </a:solidFill>
                <a:latin typeface="Calibri" panose="020F0502020204030204" pitchFamily="34" charset="0"/>
              </a:rPr>
              <a:t>Binary numbers</a:t>
            </a:r>
          </a:p>
        </p:txBody>
      </p:sp>
      <p:sp>
        <p:nvSpPr>
          <p:cNvPr id="28674" name="Content Placeholder 3">
            <a:extLst>
              <a:ext uri="{FF2B5EF4-FFF2-40B4-BE49-F238E27FC236}">
                <a16:creationId xmlns:a16="http://schemas.microsoft.com/office/drawing/2014/main" id="{FA10FEF9-8439-4587-A2D9-BBE651C59F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685800"/>
            <a:ext cx="8610600" cy="2667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Unsigned numbers</a:t>
            </a:r>
          </a:p>
          <a:p>
            <a:pPr eaLnBrk="1" hangingPunct="1"/>
            <a:r>
              <a:rPr lang="en-US" altLang="en-US" sz="2800" dirty="0">
                <a:latin typeface="Calibri" panose="020F0502020204030204" pitchFamily="34" charset="0"/>
              </a:rPr>
              <a:t>all bits represent the magnitude of a positive integer</a:t>
            </a:r>
          </a:p>
          <a:p>
            <a:pPr eaLnBrk="1" hangingPunct="1"/>
            <a:endParaRPr lang="en-US" altLang="en-US" sz="2800" dirty="0">
              <a:latin typeface="Calibri" panose="020F050202020403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en-US" dirty="0">
                <a:solidFill>
                  <a:srgbClr val="0070C0"/>
                </a:solidFill>
                <a:latin typeface="Calibri" panose="020F0502020204030204" pitchFamily="34" charset="0"/>
              </a:rPr>
              <a:t>Signed numbers</a:t>
            </a:r>
          </a:p>
          <a:p>
            <a:pPr eaLnBrk="1" hangingPunct="1"/>
            <a:r>
              <a:rPr lang="en-US" altLang="en-US" sz="2800" dirty="0">
                <a:latin typeface="Calibri" panose="020F0502020204030204" pitchFamily="34" charset="0"/>
              </a:rPr>
              <a:t>left-most bit represents the sign of a number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C663BEE-FE3E-42B5-A0ED-0DE27FAA1CCB}"/>
                  </a:ext>
                </a:extLst>
              </p14:cNvPr>
              <p14:cNvContentPartPr/>
              <p14:nvPr/>
            </p14:nvContentPartPr>
            <p14:xfrm>
              <a:off x="3674160" y="191520"/>
              <a:ext cx="5474160" cy="6080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C663BEE-FE3E-42B5-A0ED-0DE27FAA1C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64800" y="182160"/>
                <a:ext cx="5492880" cy="609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1" descr="Screen shot 2013-10-02 at 3.19.40 PM.png">
            <a:extLst>
              <a:ext uri="{FF2B5EF4-FFF2-40B4-BE49-F238E27FC236}">
                <a16:creationId xmlns:a16="http://schemas.microsoft.com/office/drawing/2014/main" id="{DCF09CB3-C1C0-4A98-B16F-028F7AED6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323535"/>
            <a:ext cx="6815138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2" name="TextBox 125">
            <a:extLst>
              <a:ext uri="{FF2B5EF4-FFF2-40B4-BE49-F238E27FC236}">
                <a16:creationId xmlns:a16="http://schemas.microsoft.com/office/drawing/2014/main" id="{222FFAE4-872B-49AC-BC14-315B9BBFC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3.1a from the textbook ]</a:t>
            </a:r>
          </a:p>
        </p:txBody>
      </p:sp>
      <p:sp>
        <p:nvSpPr>
          <p:cNvPr id="30723" name="Title 1">
            <a:extLst>
              <a:ext uri="{FF2B5EF4-FFF2-40B4-BE49-F238E27FC236}">
                <a16:creationId xmlns:a16="http://schemas.microsoft.com/office/drawing/2014/main" id="{8DF356D7-ED7C-4C8B-87FF-CFB242980DF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Adding two bits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D0B5F-3EF6-4DE0-BCFC-8BA33062DC45}"/>
              </a:ext>
            </a:extLst>
          </p:cNvPr>
          <p:cNvSpPr/>
          <p:nvPr/>
        </p:nvSpPr>
        <p:spPr>
          <a:xfrm>
            <a:off x="152400" y="735735"/>
            <a:ext cx="38571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There are four possible cases: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1" descr="Screen shot 2013-10-02 at 3.19.40 PM.png">
            <a:extLst>
              <a:ext uri="{FF2B5EF4-FFF2-40B4-BE49-F238E27FC236}">
                <a16:creationId xmlns:a16="http://schemas.microsoft.com/office/drawing/2014/main" id="{DCF09CB3-C1C0-4A98-B16F-028F7AED6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5" y="1323535"/>
            <a:ext cx="5740715" cy="1797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itle 1">
            <a:extLst>
              <a:ext uri="{FF2B5EF4-FFF2-40B4-BE49-F238E27FC236}">
                <a16:creationId xmlns:a16="http://schemas.microsoft.com/office/drawing/2014/main" id="{8DF356D7-ED7C-4C8B-87FF-CFB242980DF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Adding two bits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D0B5F-3EF6-4DE0-BCFC-8BA33062DC45}"/>
              </a:ext>
            </a:extLst>
          </p:cNvPr>
          <p:cNvSpPr/>
          <p:nvPr/>
        </p:nvSpPr>
        <p:spPr>
          <a:xfrm>
            <a:off x="152400" y="735735"/>
            <a:ext cx="38571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There are four possible cases:</a:t>
            </a:r>
          </a:p>
        </p:txBody>
      </p:sp>
      <p:grpSp>
        <p:nvGrpSpPr>
          <p:cNvPr id="9" name="Group 1">
            <a:extLst>
              <a:ext uri="{FF2B5EF4-FFF2-40B4-BE49-F238E27FC236}">
                <a16:creationId xmlns:a16="http://schemas.microsoft.com/office/drawing/2014/main" id="{7FE0B570-561A-4169-B850-2D5E35BED579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952875"/>
            <a:ext cx="3581400" cy="2752725"/>
            <a:chOff x="2209800" y="1743075"/>
            <a:chExt cx="5181600" cy="3971925"/>
          </a:xfrm>
        </p:grpSpPr>
        <p:pic>
          <p:nvPicPr>
            <p:cNvPr id="10" name="Picture 1" descr="Screen shot 2013-10-02 at 3.19.54 PM.png">
              <a:extLst>
                <a:ext uri="{FF2B5EF4-FFF2-40B4-BE49-F238E27FC236}">
                  <a16:creationId xmlns:a16="http://schemas.microsoft.com/office/drawing/2014/main" id="{73B400B8-71B6-48A7-AF3E-0DF9FE318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1743075"/>
              <a:ext cx="5181600" cy="3971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32F1B0E0-6EB2-4A17-B6BE-236D15347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2493484"/>
              <a:ext cx="32412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</a:t>
              </a:r>
              <a:endPara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6914DCA-2015-4D4F-B919-DEE5E3096C63}"/>
              </a:ext>
            </a:extLst>
          </p:cNvPr>
          <p:cNvSpPr/>
          <p:nvPr/>
        </p:nvSpPr>
        <p:spPr>
          <a:xfrm>
            <a:off x="1478619" y="3415949"/>
            <a:ext cx="15299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Truth table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54DA7D-1103-45C7-9E06-03EC60371E1A}"/>
                  </a:ext>
                </a:extLst>
              </p14:cNvPr>
              <p14:cNvContentPartPr/>
              <p14:nvPr/>
            </p14:nvContentPartPr>
            <p14:xfrm>
              <a:off x="5151960" y="2399400"/>
              <a:ext cx="460080" cy="276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54DA7D-1103-45C7-9E06-03EC60371E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42600" y="2390040"/>
                <a:ext cx="478800" cy="29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9419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1" descr="Screen shot 2013-10-02 at 3.19.40 PM.png">
            <a:extLst>
              <a:ext uri="{FF2B5EF4-FFF2-40B4-BE49-F238E27FC236}">
                <a16:creationId xmlns:a16="http://schemas.microsoft.com/office/drawing/2014/main" id="{DCF09CB3-C1C0-4A98-B16F-028F7AED6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5" y="1323535"/>
            <a:ext cx="5740715" cy="1797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itle 1">
            <a:extLst>
              <a:ext uri="{FF2B5EF4-FFF2-40B4-BE49-F238E27FC236}">
                <a16:creationId xmlns:a16="http://schemas.microsoft.com/office/drawing/2014/main" id="{8DF356D7-ED7C-4C8B-87FF-CFB242980DF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Adding two bits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D0B5F-3EF6-4DE0-BCFC-8BA33062DC45}"/>
              </a:ext>
            </a:extLst>
          </p:cNvPr>
          <p:cNvSpPr/>
          <p:nvPr/>
        </p:nvSpPr>
        <p:spPr>
          <a:xfrm>
            <a:off x="152400" y="735735"/>
            <a:ext cx="38571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There are four possible cases:</a:t>
            </a:r>
          </a:p>
        </p:txBody>
      </p:sp>
      <p:grpSp>
        <p:nvGrpSpPr>
          <p:cNvPr id="9" name="Group 1">
            <a:extLst>
              <a:ext uri="{FF2B5EF4-FFF2-40B4-BE49-F238E27FC236}">
                <a16:creationId xmlns:a16="http://schemas.microsoft.com/office/drawing/2014/main" id="{7FE0B570-561A-4169-B850-2D5E35BED579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952875"/>
            <a:ext cx="3581400" cy="2752725"/>
            <a:chOff x="2209800" y="1743075"/>
            <a:chExt cx="5181600" cy="3971925"/>
          </a:xfrm>
        </p:grpSpPr>
        <p:pic>
          <p:nvPicPr>
            <p:cNvPr id="10" name="Picture 1" descr="Screen shot 2013-10-02 at 3.19.54 PM.png">
              <a:extLst>
                <a:ext uri="{FF2B5EF4-FFF2-40B4-BE49-F238E27FC236}">
                  <a16:creationId xmlns:a16="http://schemas.microsoft.com/office/drawing/2014/main" id="{73B400B8-71B6-48A7-AF3E-0DF9FE318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1743075"/>
              <a:ext cx="5181600" cy="3971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32F1B0E0-6EB2-4A17-B6BE-236D15347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2493484"/>
              <a:ext cx="32412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</a:t>
              </a:r>
              <a:endPara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6914DCA-2015-4D4F-B919-DEE5E3096C63}"/>
              </a:ext>
            </a:extLst>
          </p:cNvPr>
          <p:cNvSpPr/>
          <p:nvPr/>
        </p:nvSpPr>
        <p:spPr>
          <a:xfrm>
            <a:off x="1478619" y="3415949"/>
            <a:ext cx="15299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Truth table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65233F9-3050-4FE7-AD1A-B554094715B9}"/>
              </a:ext>
            </a:extLst>
          </p:cNvPr>
          <p:cNvSpPr/>
          <p:nvPr/>
        </p:nvSpPr>
        <p:spPr>
          <a:xfrm>
            <a:off x="3733800" y="5105400"/>
            <a:ext cx="11430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2" name="Picture 4" descr="Screen shot 2013-10-02 at 3.28.38 PM.png">
            <a:extLst>
              <a:ext uri="{FF2B5EF4-FFF2-40B4-BE49-F238E27FC236}">
                <a16:creationId xmlns:a16="http://schemas.microsoft.com/office/drawing/2014/main" id="{C0977C84-A3A2-4C8A-84C1-59FDB8A5FD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669" y="4061390"/>
            <a:ext cx="3828793" cy="2491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7C25872-A103-4F8E-87EA-B26EAEA2B27D}"/>
              </a:ext>
            </a:extLst>
          </p:cNvPr>
          <p:cNvSpPr/>
          <p:nvPr/>
        </p:nvSpPr>
        <p:spPr>
          <a:xfrm>
            <a:off x="6135412" y="3491210"/>
            <a:ext cx="176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Logic circuit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DA9337C-FB4E-4E52-AD87-7254FEEE8934}"/>
                  </a:ext>
                </a:extLst>
              </p14:cNvPr>
              <p14:cNvContentPartPr/>
              <p14:nvPr/>
            </p14:nvContentPartPr>
            <p14:xfrm>
              <a:off x="6023160" y="1045800"/>
              <a:ext cx="2863440" cy="1290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DA9337C-FB4E-4E52-AD87-7254FEEE893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13800" y="1036440"/>
                <a:ext cx="2882160" cy="130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2525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1" descr="Screen shot 2013-10-02 at 3.20.11 PM.png">
            <a:extLst>
              <a:ext uri="{FF2B5EF4-FFF2-40B4-BE49-F238E27FC236}">
                <a16:creationId xmlns:a16="http://schemas.microsoft.com/office/drawing/2014/main" id="{335FB651-8160-4AA8-9293-AEC3626C8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86000"/>
            <a:ext cx="8077200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4" name="TextBox 125">
            <a:extLst>
              <a:ext uri="{FF2B5EF4-FFF2-40B4-BE49-F238E27FC236}">
                <a16:creationId xmlns:a16="http://schemas.microsoft.com/office/drawing/2014/main" id="{0FA5DB2C-A755-4BE9-B389-9BA0F54AA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477000"/>
            <a:ext cx="2692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3.1c-d from the textbook ]</a:t>
            </a:r>
          </a:p>
        </p:txBody>
      </p:sp>
      <p:sp>
        <p:nvSpPr>
          <p:cNvPr id="33795" name="Title 1">
            <a:extLst>
              <a:ext uri="{FF2B5EF4-FFF2-40B4-BE49-F238E27FC236}">
                <a16:creationId xmlns:a16="http://schemas.microsoft.com/office/drawing/2014/main" id="{0758119C-166C-4B2C-9390-9E26CC03B009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The Half-Adder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FC0A8E-9B58-4340-B7B0-7B8C3EDE400C}"/>
              </a:ext>
            </a:extLst>
          </p:cNvPr>
          <p:cNvSpPr/>
          <p:nvPr/>
        </p:nvSpPr>
        <p:spPr>
          <a:xfrm>
            <a:off x="1676400" y="1175970"/>
            <a:ext cx="5791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This circuit, which implements the addition of only two bits, is called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half-adder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2">
            <a:extLst>
              <a:ext uri="{FF2B5EF4-FFF2-40B4-BE49-F238E27FC236}">
                <a16:creationId xmlns:a16="http://schemas.microsoft.com/office/drawing/2014/main" id="{028753C1-F043-4893-A77C-BBBB4EB7C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2" y="1828800"/>
            <a:ext cx="901940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8" name="TextBox 3">
            <a:extLst>
              <a:ext uri="{FF2B5EF4-FFF2-40B4-BE49-F238E27FC236}">
                <a16:creationId xmlns:a16="http://schemas.microsoft.com/office/drawing/2014/main" id="{B4622A3C-E40B-45F8-A6CC-A2EA23A9D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6025" y="4719638"/>
            <a:ext cx="2085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Bit position 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i</a:t>
            </a:r>
          </a:p>
        </p:txBody>
      </p:sp>
      <p:sp>
        <p:nvSpPr>
          <p:cNvPr id="34819" name="Title 1">
            <a:extLst>
              <a:ext uri="{FF2B5EF4-FFF2-40B4-BE49-F238E27FC236}">
                <a16:creationId xmlns:a16="http://schemas.microsoft.com/office/drawing/2014/main" id="{2FECCC3B-DFA8-47A4-A4B8-E2200C2598B7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Addition of multibit numbers</a:t>
            </a:r>
          </a:p>
        </p:txBody>
      </p:sp>
      <p:sp>
        <p:nvSpPr>
          <p:cNvPr id="34820" name="TextBox 125">
            <a:extLst>
              <a:ext uri="{FF2B5EF4-FFF2-40B4-BE49-F238E27FC236}">
                <a16:creationId xmlns:a16="http://schemas.microsoft.com/office/drawing/2014/main" id="{68B927FE-3573-468C-9BAE-6221DA15D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477000"/>
            <a:ext cx="2463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3.2 from the textbook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E84AD40C-C9ED-464B-88F3-72C839E52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dirty="0"/>
              <a:t>Analogy with addition in base 10</a:t>
            </a:r>
          </a:p>
        </p:txBody>
      </p:sp>
      <p:grpSp>
        <p:nvGrpSpPr>
          <p:cNvPr id="35842" name="Group 6">
            <a:extLst>
              <a:ext uri="{FF2B5EF4-FFF2-40B4-BE49-F238E27FC236}">
                <a16:creationId xmlns:a16="http://schemas.microsoft.com/office/drawing/2014/main" id="{F573ABFE-9C57-41EB-A7F6-90C596687CCD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928813"/>
            <a:ext cx="5029200" cy="3252787"/>
            <a:chOff x="2286000" y="1929428"/>
            <a:chExt cx="5029200" cy="3252172"/>
          </a:xfrm>
        </p:grpSpPr>
        <p:sp>
          <p:nvSpPr>
            <p:cNvPr id="35843" name="TextBox 3">
              <a:extLst>
                <a:ext uri="{FF2B5EF4-FFF2-40B4-BE49-F238E27FC236}">
                  <a16:creationId xmlns:a16="http://schemas.microsoft.com/office/drawing/2014/main" id="{48E5793D-D706-4F9F-B341-6006A2230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8133" y="1929428"/>
              <a:ext cx="3602776" cy="3252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c</a:t>
              </a:r>
              <a:r>
                <a:rPr kumimoji="0" lang="en-US" altLang="en-US" sz="4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3</a:t>
              </a:r>
              <a:r>
                <a:rPr kumimoji="0" lang="en-US" altLang="en-US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c</a:t>
              </a:r>
              <a:r>
                <a:rPr kumimoji="0" lang="en-US" altLang="en-US" sz="4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c</a:t>
              </a:r>
              <a:r>
                <a:rPr kumimoji="0" lang="en-US" altLang="en-US" sz="4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c</a:t>
              </a:r>
              <a:r>
                <a:rPr kumimoji="0" lang="en-US" altLang="en-US" sz="4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0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4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4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4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0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y</a:t>
              </a:r>
              <a:r>
                <a:rPr kumimoji="0" lang="en-US" altLang="en-US" sz="4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y</a:t>
              </a:r>
              <a:r>
                <a:rPr kumimoji="0" lang="en-US" altLang="en-US" sz="4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y</a:t>
              </a:r>
              <a:r>
                <a:rPr kumimoji="0" lang="en-US" altLang="en-US" sz="4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0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s</a:t>
              </a:r>
              <a:r>
                <a:rPr kumimoji="0" lang="en-US" altLang="en-US" sz="4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s</a:t>
              </a:r>
              <a:r>
                <a:rPr kumimoji="0" lang="en-US" altLang="en-US" sz="4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s</a:t>
              </a:r>
              <a:r>
                <a:rPr kumimoji="0" lang="en-US" altLang="en-US" sz="4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4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endParaRPr>
            </a:p>
          </p:txBody>
        </p:sp>
        <p:cxnSp>
          <p:nvCxnSpPr>
            <p:cNvPr id="35844" name="Straight Connector 5">
              <a:extLst>
                <a:ext uri="{FF2B5EF4-FFF2-40B4-BE49-F238E27FC236}">
                  <a16:creationId xmlns:a16="http://schemas.microsoft.com/office/drawing/2014/main" id="{BF4CD221-42B2-4849-97CC-6283E9CB47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41600" y="4149920"/>
              <a:ext cx="381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45" name="TextBox 7">
              <a:extLst>
                <a:ext uri="{FF2B5EF4-FFF2-40B4-BE49-F238E27FC236}">
                  <a16:creationId xmlns:a16="http://schemas.microsoft.com/office/drawing/2014/main" id="{18F65C58-106A-429E-A316-1424A8B62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2819400"/>
              <a:ext cx="918309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6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  <p:sp>
          <p:nvSpPr>
            <p:cNvPr id="35846" name="Rectangle 3">
              <a:extLst>
                <a:ext uri="{FF2B5EF4-FFF2-40B4-BE49-F238E27FC236}">
                  <a16:creationId xmlns:a16="http://schemas.microsoft.com/office/drawing/2014/main" id="{812E5991-AA04-49A6-8019-C81CEE2F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1981200"/>
              <a:ext cx="4648200" cy="838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extBox 3">
            <a:extLst>
              <a:ext uri="{FF2B5EF4-FFF2-40B4-BE49-F238E27FC236}">
                <a16:creationId xmlns:a16="http://schemas.microsoft.com/office/drawing/2014/main" id="{1905142C-A0BB-482D-9ACD-59B194CF4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981200"/>
            <a:ext cx="38100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4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" pitchFamily="49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8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5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5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6</a:t>
            </a:r>
          </a:p>
        </p:txBody>
      </p:sp>
      <p:sp>
        <p:nvSpPr>
          <p:cNvPr id="36866" name="Title 1">
            <a:extLst>
              <a:ext uri="{FF2B5EF4-FFF2-40B4-BE49-F238E27FC236}">
                <a16:creationId xmlns:a16="http://schemas.microsoft.com/office/drawing/2014/main" id="{BF610953-C5D3-41C1-8183-47A292198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dirty="0"/>
              <a:t>Analogy with addition in base 10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556D3E43-9096-40D7-AAF8-1DEC0192E1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19200"/>
            <a:ext cx="7924800" cy="2057400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</p:txBody>
      </p:sp>
      <p:cxnSp>
        <p:nvCxnSpPr>
          <p:cNvPr id="36868" name="Straight Connector 5">
            <a:extLst>
              <a:ext uri="{FF2B5EF4-FFF2-40B4-BE49-F238E27FC236}">
                <a16:creationId xmlns:a16="http://schemas.microsoft.com/office/drawing/2014/main" id="{D3CB106D-6D6F-4EA3-9253-9E83DB52BDE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41600" y="4149725"/>
            <a:ext cx="3810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69" name="TextBox 7">
            <a:extLst>
              <a:ext uri="{FF2B5EF4-FFF2-40B4-BE49-F238E27FC236}">
                <a16:creationId xmlns:a16="http://schemas.microsoft.com/office/drawing/2014/main" id="{7F2E3FCE-82E1-434C-B303-ECFCB96AD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819400"/>
            <a:ext cx="9175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6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+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Box 3">
            <a:extLst>
              <a:ext uri="{FF2B5EF4-FFF2-40B4-BE49-F238E27FC236}">
                <a16:creationId xmlns:a16="http://schemas.microsoft.com/office/drawing/2014/main" id="{EC5074DD-1456-4C4D-BE96-D6B021DE0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981200"/>
            <a:ext cx="38100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0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8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5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5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rPr>
              <a:t>6</a:t>
            </a:r>
          </a:p>
        </p:txBody>
      </p:sp>
      <p:sp>
        <p:nvSpPr>
          <p:cNvPr id="37890" name="Title 1">
            <a:extLst>
              <a:ext uri="{FF2B5EF4-FFF2-40B4-BE49-F238E27FC236}">
                <a16:creationId xmlns:a16="http://schemas.microsoft.com/office/drawing/2014/main" id="{CF2F4EBC-506B-47C4-8CAC-82C6CC121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dirty="0"/>
              <a:t>Analogy with addition in base 10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89D01EA0-10DE-4F87-BA9B-2B07E34201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19200"/>
            <a:ext cx="7924800" cy="2057400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</p:txBody>
      </p:sp>
      <p:cxnSp>
        <p:nvCxnSpPr>
          <p:cNvPr id="37892" name="Straight Connector 5">
            <a:extLst>
              <a:ext uri="{FF2B5EF4-FFF2-40B4-BE49-F238E27FC236}">
                <a16:creationId xmlns:a16="http://schemas.microsoft.com/office/drawing/2014/main" id="{3E36B313-E78F-42D0-A046-8E300717C5C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41600" y="4149725"/>
            <a:ext cx="3810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3" name="TextBox 7">
            <a:extLst>
              <a:ext uri="{FF2B5EF4-FFF2-40B4-BE49-F238E27FC236}">
                <a16:creationId xmlns:a16="http://schemas.microsoft.com/office/drawing/2014/main" id="{1729B2C3-4612-4D77-AE67-B4229D0F6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819400"/>
            <a:ext cx="9175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6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37894" name="Rectangle 3">
            <a:extLst>
              <a:ext uri="{FF2B5EF4-FFF2-40B4-BE49-F238E27FC236}">
                <a16:creationId xmlns:a16="http://schemas.microsoft.com/office/drawing/2014/main" id="{B2FDBCEE-564C-46AC-B511-FE958AEDF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81200"/>
            <a:ext cx="6019800" cy="762000"/>
          </a:xfrm>
          <a:prstGeom prst="rect">
            <a:avLst/>
          </a:prstGeom>
          <a:solidFill>
            <a:srgbClr val="0080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5" name="TextBox 4">
            <a:extLst>
              <a:ext uri="{FF2B5EF4-FFF2-40B4-BE49-F238E27FC236}">
                <a16:creationId xmlns:a16="http://schemas.microsoft.com/office/drawing/2014/main" id="{5C0C31E6-2FE3-4DB1-B162-92D96D8B2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128838"/>
            <a:ext cx="815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carry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05C59B6-D341-428B-BD5E-01951308FCE1}"/>
                  </a:ext>
                </a:extLst>
              </p14:cNvPr>
              <p14:cNvContentPartPr/>
              <p14:nvPr/>
            </p14:nvContentPartPr>
            <p14:xfrm>
              <a:off x="3437280" y="1645920"/>
              <a:ext cx="2768400" cy="632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05C59B6-D341-428B-BD5E-01951308FC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27920" y="1636560"/>
                <a:ext cx="2787120" cy="65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C4CF6AEF-E4FD-40C0-822A-E2BD13CE1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Analogy with addition in base 10</a:t>
            </a:r>
          </a:p>
        </p:txBody>
      </p:sp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C3C4F52F-0775-426D-B212-7D68B924E9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19200"/>
            <a:ext cx="7924800" cy="2057400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1E9CD2-BCD7-4EB2-9CEE-11A02EFBE9D0}"/>
              </a:ext>
            </a:extLst>
          </p:cNvPr>
          <p:cNvGrpSpPr/>
          <p:nvPr/>
        </p:nvGrpSpPr>
        <p:grpSpPr>
          <a:xfrm>
            <a:off x="2286000" y="1928813"/>
            <a:ext cx="4194175" cy="3252787"/>
            <a:chOff x="2286000" y="1928813"/>
            <a:chExt cx="4194175" cy="3252787"/>
          </a:xfrm>
        </p:grpSpPr>
        <p:sp>
          <p:nvSpPr>
            <p:cNvPr id="38915" name="TextBox 3">
              <a:extLst>
                <a:ext uri="{FF2B5EF4-FFF2-40B4-BE49-F238E27FC236}">
                  <a16:creationId xmlns:a16="http://schemas.microsoft.com/office/drawing/2014/main" id="{954F4EF7-E150-4780-9408-51C937EAD7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8138" y="1928813"/>
              <a:ext cx="3602037" cy="3252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c</a:t>
              </a:r>
              <a:r>
                <a:rPr kumimoji="0" lang="en-US" altLang="en-US" sz="4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3</a:t>
              </a:r>
              <a:r>
                <a:rPr kumimoji="0" lang="en-US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c</a:t>
              </a:r>
              <a:r>
                <a:rPr kumimoji="0" lang="en-US" altLang="en-US" sz="4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c</a:t>
              </a:r>
              <a:r>
                <a:rPr kumimoji="0" lang="en-US" altLang="en-US" sz="4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c</a:t>
              </a:r>
              <a:r>
                <a:rPr kumimoji="0" lang="en-US" altLang="en-US" sz="4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0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4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4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4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0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y</a:t>
              </a:r>
              <a:r>
                <a:rPr kumimoji="0" lang="en-US" altLang="en-US" sz="4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y</a:t>
              </a:r>
              <a:r>
                <a:rPr kumimoji="0" lang="en-US" altLang="en-US" sz="4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y</a:t>
              </a:r>
              <a:r>
                <a:rPr kumimoji="0" lang="en-US" altLang="en-US" sz="4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0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s</a:t>
              </a:r>
              <a:r>
                <a:rPr kumimoji="0" lang="en-US" altLang="en-US" sz="4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s</a:t>
              </a:r>
              <a:r>
                <a:rPr kumimoji="0" lang="en-US" altLang="en-US" sz="4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 s</a:t>
              </a:r>
              <a:r>
                <a:rPr kumimoji="0" lang="en-US" altLang="en-US" sz="4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49" charset="0"/>
                  <a:ea typeface="MS PGothic" panose="020B0600070205080204" pitchFamily="34" charset="-128"/>
                  <a:cs typeface="+mn-cs"/>
                </a:rPr>
                <a:t>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4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MS PGothic" panose="020B0600070205080204" pitchFamily="34" charset="-128"/>
                <a:cs typeface="+mn-cs"/>
              </a:endParaRPr>
            </a:p>
          </p:txBody>
        </p:sp>
        <p:cxnSp>
          <p:nvCxnSpPr>
            <p:cNvPr id="38916" name="Straight Connector 5">
              <a:extLst>
                <a:ext uri="{FF2B5EF4-FFF2-40B4-BE49-F238E27FC236}">
                  <a16:creationId xmlns:a16="http://schemas.microsoft.com/office/drawing/2014/main" id="{5C591656-5DF5-4F93-8128-EDE0E6EADD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41600" y="4149725"/>
              <a:ext cx="381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917" name="TextBox 7">
              <a:extLst>
                <a:ext uri="{FF2B5EF4-FFF2-40B4-BE49-F238E27FC236}">
                  <a16:creationId xmlns:a16="http://schemas.microsoft.com/office/drawing/2014/main" id="{3C2455DE-83ED-461E-A5E8-09E32FEE13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2819400"/>
              <a:ext cx="917575" cy="1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6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3762A99-AD08-46D5-BE79-5EA5DDAD4BBA}"/>
                  </a:ext>
                </a:extLst>
              </p14:cNvPr>
              <p14:cNvContentPartPr/>
              <p14:nvPr/>
            </p14:nvContentPartPr>
            <p14:xfrm>
              <a:off x="3247920" y="2215800"/>
              <a:ext cx="4318560" cy="3479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3762A99-AD08-46D5-BE79-5EA5DDAD4B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38560" y="2206440"/>
                <a:ext cx="4337280" cy="349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2" descr="Screen shot 2013-10-02 at 3.31.34 PM.png">
            <a:extLst>
              <a:ext uri="{FF2B5EF4-FFF2-40B4-BE49-F238E27FC236}">
                <a16:creationId xmlns:a16="http://schemas.microsoft.com/office/drawing/2014/main" id="{230385BF-E5EE-41C6-8069-D9DBAB133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245745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8" name="Title 1">
            <a:extLst>
              <a:ext uri="{FF2B5EF4-FFF2-40B4-BE49-F238E27FC236}">
                <a16:creationId xmlns:a16="http://schemas.microsoft.com/office/drawing/2014/main" id="{06C9FA29-A006-4275-A836-B7D2AA08174C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Problem Statement and Truth Table</a:t>
            </a:r>
          </a:p>
        </p:txBody>
      </p:sp>
      <p:sp>
        <p:nvSpPr>
          <p:cNvPr id="39939" name="TextBox 125">
            <a:extLst>
              <a:ext uri="{FF2B5EF4-FFF2-40B4-BE49-F238E27FC236}">
                <a16:creationId xmlns:a16="http://schemas.microsoft.com/office/drawing/2014/main" id="{48E6FDF3-C9CD-45E0-96BD-1C55F75CE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3.3a from the textbook ]</a:t>
            </a:r>
          </a:p>
        </p:txBody>
      </p:sp>
      <p:sp>
        <p:nvSpPr>
          <p:cNvPr id="39940" name="TextBox 125">
            <a:extLst>
              <a:ext uri="{FF2B5EF4-FFF2-40B4-BE49-F238E27FC236}">
                <a16:creationId xmlns:a16="http://schemas.microsoft.com/office/drawing/2014/main" id="{730DF68F-04D1-4B58-B634-049A3AE60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3.2b from the textbook ]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8D1DB95-8FDB-4502-85FA-69AAC5D80E34}"/>
              </a:ext>
            </a:extLst>
          </p:cNvPr>
          <p:cNvGrpSpPr/>
          <p:nvPr/>
        </p:nvGrpSpPr>
        <p:grpSpPr>
          <a:xfrm>
            <a:off x="4267200" y="1219200"/>
            <a:ext cx="4419600" cy="4648200"/>
            <a:chOff x="4267200" y="990600"/>
            <a:chExt cx="4144963" cy="4191000"/>
          </a:xfrm>
        </p:grpSpPr>
        <p:grpSp>
          <p:nvGrpSpPr>
            <p:cNvPr id="39941" name="Group 7">
              <a:extLst>
                <a:ext uri="{FF2B5EF4-FFF2-40B4-BE49-F238E27FC236}">
                  <a16:creationId xmlns:a16="http://schemas.microsoft.com/office/drawing/2014/main" id="{3FEB7A6F-0E02-4664-AD3D-6E242ED0C5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67200" y="990600"/>
              <a:ext cx="4144963" cy="4191000"/>
              <a:chOff x="4267200" y="1600200"/>
              <a:chExt cx="4145280" cy="4191000"/>
            </a:xfrm>
          </p:grpSpPr>
          <p:pic>
            <p:nvPicPr>
              <p:cNvPr id="39942" name="Picture 1" descr="Screen shot 2013-10-02 at 3.26.06 PM.png">
                <a:extLst>
                  <a:ext uri="{FF2B5EF4-FFF2-40B4-BE49-F238E27FC236}">
                    <a16:creationId xmlns:a16="http://schemas.microsoft.com/office/drawing/2014/main" id="{8819690F-710B-4F1C-8DD8-9320CC4A70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67200" y="1600200"/>
                <a:ext cx="4145280" cy="419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9943" name="Picture 6" descr="Screen shot 2013-10-02 at 3.42.40 PM.png">
                <a:extLst>
                  <a:ext uri="{FF2B5EF4-FFF2-40B4-BE49-F238E27FC236}">
                    <a16:creationId xmlns:a16="http://schemas.microsoft.com/office/drawing/2014/main" id="{2425164C-447C-4225-87FF-BDB66D36FD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85792" y="1607038"/>
                <a:ext cx="677008" cy="5836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922461-1406-4CD8-B1D3-B1FCB346A607}"/>
                </a:ext>
              </a:extLst>
            </p:cNvPr>
            <p:cNvSpPr/>
            <p:nvPr/>
          </p:nvSpPr>
          <p:spPr>
            <a:xfrm>
              <a:off x="6485622" y="1752600"/>
              <a:ext cx="524778" cy="312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E84C926-3C23-4113-84A1-048A9DDF49DE}"/>
                </a:ext>
              </a:extLst>
            </p:cNvPr>
            <p:cNvSpPr/>
            <p:nvPr/>
          </p:nvSpPr>
          <p:spPr>
            <a:xfrm>
              <a:off x="7701196" y="1804750"/>
              <a:ext cx="524778" cy="312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0F37B32-9C28-467B-AE06-05FBFE657326}"/>
                  </a:ext>
                </a:extLst>
              </p14:cNvPr>
              <p14:cNvContentPartPr/>
              <p14:nvPr/>
            </p14:nvContentPartPr>
            <p14:xfrm>
              <a:off x="4526280" y="684000"/>
              <a:ext cx="4506120" cy="4972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0F37B32-9C28-467B-AE06-05FBFE6573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16920" y="674640"/>
                <a:ext cx="4524840" cy="499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2" descr="Screen shot 2013-10-02 at 3.31.34 PM.png">
            <a:extLst>
              <a:ext uri="{FF2B5EF4-FFF2-40B4-BE49-F238E27FC236}">
                <a16:creationId xmlns:a16="http://schemas.microsoft.com/office/drawing/2014/main" id="{230385BF-E5EE-41C6-8069-D9DBAB133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245745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8" name="Title 1">
            <a:extLst>
              <a:ext uri="{FF2B5EF4-FFF2-40B4-BE49-F238E27FC236}">
                <a16:creationId xmlns:a16="http://schemas.microsoft.com/office/drawing/2014/main" id="{06C9FA29-A006-4275-A836-B7D2AA08174C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Problem Statement and Truth Table</a:t>
            </a:r>
          </a:p>
        </p:txBody>
      </p:sp>
      <p:sp>
        <p:nvSpPr>
          <p:cNvPr id="39939" name="TextBox 125">
            <a:extLst>
              <a:ext uri="{FF2B5EF4-FFF2-40B4-BE49-F238E27FC236}">
                <a16:creationId xmlns:a16="http://schemas.microsoft.com/office/drawing/2014/main" id="{48E6FDF3-C9CD-45E0-96BD-1C55F75CE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3.3a from the textbook ]</a:t>
            </a:r>
          </a:p>
        </p:txBody>
      </p:sp>
      <p:sp>
        <p:nvSpPr>
          <p:cNvPr id="39940" name="TextBox 125">
            <a:extLst>
              <a:ext uri="{FF2B5EF4-FFF2-40B4-BE49-F238E27FC236}">
                <a16:creationId xmlns:a16="http://schemas.microsoft.com/office/drawing/2014/main" id="{730DF68F-04D1-4B58-B634-049A3AE60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3.2b from the textbook ]</a:t>
            </a:r>
          </a:p>
        </p:txBody>
      </p:sp>
      <p:grpSp>
        <p:nvGrpSpPr>
          <p:cNvPr id="39941" name="Group 7">
            <a:extLst>
              <a:ext uri="{FF2B5EF4-FFF2-40B4-BE49-F238E27FC236}">
                <a16:creationId xmlns:a16="http://schemas.microsoft.com/office/drawing/2014/main" id="{3FEB7A6F-0E02-4664-AD3D-6E242ED0C55C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990600"/>
            <a:ext cx="4144963" cy="4191000"/>
            <a:chOff x="4267200" y="1600200"/>
            <a:chExt cx="4145280" cy="4191000"/>
          </a:xfrm>
        </p:grpSpPr>
        <p:pic>
          <p:nvPicPr>
            <p:cNvPr id="39942" name="Picture 1" descr="Screen shot 2013-10-02 at 3.26.06 PM.png">
              <a:extLst>
                <a:ext uri="{FF2B5EF4-FFF2-40B4-BE49-F238E27FC236}">
                  <a16:creationId xmlns:a16="http://schemas.microsoft.com/office/drawing/2014/main" id="{8819690F-710B-4F1C-8DD8-9320CC4A7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7200" y="1600200"/>
              <a:ext cx="4145280" cy="419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43" name="Picture 6" descr="Screen shot 2013-10-02 at 3.42.40 PM.png">
              <a:extLst>
                <a:ext uri="{FF2B5EF4-FFF2-40B4-BE49-F238E27FC236}">
                  <a16:creationId xmlns:a16="http://schemas.microsoft.com/office/drawing/2014/main" id="{2425164C-447C-4225-87FF-BDB66D36F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5792" y="1607038"/>
              <a:ext cx="677008" cy="583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01263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709AEC3E-A874-4A56-B15F-A6F6F3E9968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Let’s fill-in the two K-maps</a:t>
            </a:r>
          </a:p>
        </p:txBody>
      </p:sp>
      <p:sp>
        <p:nvSpPr>
          <p:cNvPr id="40962" name="TextBox 125">
            <a:extLst>
              <a:ext uri="{FF2B5EF4-FFF2-40B4-BE49-F238E27FC236}">
                <a16:creationId xmlns:a16="http://schemas.microsoft.com/office/drawing/2014/main" id="{365F5E8E-93B3-4A94-9B1D-45F3BDC23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477000"/>
            <a:ext cx="2692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3.3a-b from the textbook ]</a:t>
            </a:r>
          </a:p>
        </p:txBody>
      </p:sp>
      <p:grpSp>
        <p:nvGrpSpPr>
          <p:cNvPr id="40963" name="Group 19">
            <a:extLst>
              <a:ext uri="{FF2B5EF4-FFF2-40B4-BE49-F238E27FC236}">
                <a16:creationId xmlns:a16="http://schemas.microsoft.com/office/drawing/2014/main" id="{EF8F931E-64F6-4ADC-BC69-A443AABE5597}"/>
              </a:ext>
            </a:extLst>
          </p:cNvPr>
          <p:cNvGrpSpPr>
            <a:grpSpLocks/>
          </p:cNvGrpSpPr>
          <p:nvPr/>
        </p:nvGrpSpPr>
        <p:grpSpPr bwMode="auto">
          <a:xfrm>
            <a:off x="5484813" y="762000"/>
            <a:ext cx="3201987" cy="5105400"/>
            <a:chOff x="5485010" y="1143000"/>
            <a:chExt cx="3201790" cy="5105400"/>
          </a:xfrm>
        </p:grpSpPr>
        <p:pic>
          <p:nvPicPr>
            <p:cNvPr id="40967" name="Picture 6" descr="Screen shot 2013-10-02 at 3.26.39 PM.png">
              <a:extLst>
                <a:ext uri="{FF2B5EF4-FFF2-40B4-BE49-F238E27FC236}">
                  <a16:creationId xmlns:a16="http://schemas.microsoft.com/office/drawing/2014/main" id="{D82979D4-1896-4605-9124-9431BC828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5010" y="1143000"/>
              <a:ext cx="3201790" cy="510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68" name="TextBox 3">
              <a:extLst>
                <a:ext uri="{FF2B5EF4-FFF2-40B4-BE49-F238E27FC236}">
                  <a16:creationId xmlns:a16="http://schemas.microsoft.com/office/drawing/2014/main" id="{22058BC9-F566-484B-8812-AE486A2B5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4200" y="1905000"/>
              <a:ext cx="457199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969" name="TextBox 3">
              <a:extLst>
                <a:ext uri="{FF2B5EF4-FFF2-40B4-BE49-F238E27FC236}">
                  <a16:creationId xmlns:a16="http://schemas.microsoft.com/office/drawing/2014/main" id="{1587DC98-AA82-4E83-9E34-24A304A777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0306" y="2480384"/>
              <a:ext cx="457199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970" name="TextBox 3">
              <a:extLst>
                <a:ext uri="{FF2B5EF4-FFF2-40B4-BE49-F238E27FC236}">
                  <a16:creationId xmlns:a16="http://schemas.microsoft.com/office/drawing/2014/main" id="{B99C0DFF-724F-44C3-B7A5-157D4A43A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1" y="2480384"/>
              <a:ext cx="457199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971" name="TextBox 3">
              <a:extLst>
                <a:ext uri="{FF2B5EF4-FFF2-40B4-BE49-F238E27FC236}">
                  <a16:creationId xmlns:a16="http://schemas.microsoft.com/office/drawing/2014/main" id="{7887992A-1284-4BE5-8B89-9848BCE5C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1421" y="1925992"/>
              <a:ext cx="457199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972" name="TextBox 3">
              <a:extLst>
                <a:ext uri="{FF2B5EF4-FFF2-40B4-BE49-F238E27FC236}">
                  <a16:creationId xmlns:a16="http://schemas.microsoft.com/office/drawing/2014/main" id="{C23B6EE3-59E4-4BA7-841A-A5B5106DE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2950" y="5147384"/>
              <a:ext cx="457199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973" name="TextBox 3">
              <a:extLst>
                <a:ext uri="{FF2B5EF4-FFF2-40B4-BE49-F238E27FC236}">
                  <a16:creationId xmlns:a16="http://schemas.microsoft.com/office/drawing/2014/main" id="{7D08069F-9CEB-4639-A89D-32FB479F92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1066" y="4583328"/>
              <a:ext cx="457199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974" name="TextBox 3">
              <a:extLst>
                <a:ext uri="{FF2B5EF4-FFF2-40B4-BE49-F238E27FC236}">
                  <a16:creationId xmlns:a16="http://schemas.microsoft.com/office/drawing/2014/main" id="{6B9E8F8A-DBC9-4B05-9C4E-0D9947CBE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8191" y="5171104"/>
              <a:ext cx="457199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975" name="TextBox 3">
              <a:extLst>
                <a:ext uri="{FF2B5EF4-FFF2-40B4-BE49-F238E27FC236}">
                  <a16:creationId xmlns:a16="http://schemas.microsoft.com/office/drawing/2014/main" id="{5C3A58ED-8883-42D2-A243-5C02D8C977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3200400"/>
              <a:ext cx="12192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976" name="TextBox 3">
              <a:extLst>
                <a:ext uri="{FF2B5EF4-FFF2-40B4-BE49-F238E27FC236}">
                  <a16:creationId xmlns:a16="http://schemas.microsoft.com/office/drawing/2014/main" id="{EDF452F2-AA21-4B74-A950-F2278BE77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5791200"/>
              <a:ext cx="18288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977" name="TextBox 3">
              <a:extLst>
                <a:ext uri="{FF2B5EF4-FFF2-40B4-BE49-F238E27FC236}">
                  <a16:creationId xmlns:a16="http://schemas.microsoft.com/office/drawing/2014/main" id="{48828D0D-B253-4EDD-9F06-6A39AB55C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5171104"/>
              <a:ext cx="457199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40964" name="Group 21">
            <a:extLst>
              <a:ext uri="{FF2B5EF4-FFF2-40B4-BE49-F238E27FC236}">
                <a16:creationId xmlns:a16="http://schemas.microsoft.com/office/drawing/2014/main" id="{615943F0-7130-490C-8C7F-98A214B8FAD9}"/>
              </a:ext>
            </a:extLst>
          </p:cNvPr>
          <p:cNvGrpSpPr>
            <a:grpSpLocks/>
          </p:cNvGrpSpPr>
          <p:nvPr/>
        </p:nvGrpSpPr>
        <p:grpSpPr bwMode="auto">
          <a:xfrm>
            <a:off x="350838" y="685800"/>
            <a:ext cx="4221162" cy="3973728"/>
            <a:chOff x="350520" y="1600200"/>
            <a:chExt cx="4145280" cy="4191000"/>
          </a:xfrm>
        </p:grpSpPr>
        <p:pic>
          <p:nvPicPr>
            <p:cNvPr id="40965" name="Picture 1" descr="Screen shot 2013-10-02 at 3.26.06 PM.png">
              <a:extLst>
                <a:ext uri="{FF2B5EF4-FFF2-40B4-BE49-F238E27FC236}">
                  <a16:creationId xmlns:a16="http://schemas.microsoft.com/office/drawing/2014/main" id="{866A00FE-71E4-4D5A-894A-FE1C62AF8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0" y="1600200"/>
              <a:ext cx="4145280" cy="419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966" name="Picture 20" descr="Screen shot 2013-10-02 at 3.42.40 PM.png">
              <a:extLst>
                <a:ext uri="{FF2B5EF4-FFF2-40B4-BE49-F238E27FC236}">
                  <a16:creationId xmlns:a16="http://schemas.microsoft.com/office/drawing/2014/main" id="{2C4A4C26-86A3-4135-BEC2-A4609A823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800" y="1607038"/>
              <a:ext cx="677008" cy="583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933BA08-E3E1-45E5-9D64-F545A54A9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164" y="4430928"/>
            <a:ext cx="3439246" cy="23540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F6F0B27-2104-4AFC-A585-064FA490E7C4}"/>
                  </a:ext>
                </a:extLst>
              </p14:cNvPr>
              <p14:cNvContentPartPr/>
              <p14:nvPr/>
            </p14:nvContentPartPr>
            <p14:xfrm>
              <a:off x="2558880" y="604080"/>
              <a:ext cx="5882040" cy="4550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F6F0B27-2104-4AFC-A585-064FA490E7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49520" y="594720"/>
                <a:ext cx="5900760" cy="456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CD828232-1A99-4AB8-BFD3-BA8FCDBAE2F0}"/>
              </a:ext>
            </a:extLst>
          </p:cNvPr>
          <p:cNvSpPr txBox="1">
            <a:spLocks/>
          </p:cNvSpPr>
          <p:nvPr/>
        </p:nvSpPr>
        <p:spPr bwMode="auto">
          <a:xfrm>
            <a:off x="0" y="-762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Let’s fill-in the two K-maps</a:t>
            </a:r>
          </a:p>
        </p:txBody>
      </p:sp>
      <p:sp>
        <p:nvSpPr>
          <p:cNvPr id="41986" name="TextBox 125">
            <a:extLst>
              <a:ext uri="{FF2B5EF4-FFF2-40B4-BE49-F238E27FC236}">
                <a16:creationId xmlns:a16="http://schemas.microsoft.com/office/drawing/2014/main" id="{2B00B1E1-D30C-4139-B65C-394ADB864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477000"/>
            <a:ext cx="2692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3.3a-b from the textbook ]</a:t>
            </a:r>
          </a:p>
        </p:txBody>
      </p:sp>
      <p:pic>
        <p:nvPicPr>
          <p:cNvPr id="41987" name="Picture 6" descr="Screen shot 2013-10-02 at 3.26.39 PM.png">
            <a:extLst>
              <a:ext uri="{FF2B5EF4-FFF2-40B4-BE49-F238E27FC236}">
                <a16:creationId xmlns:a16="http://schemas.microsoft.com/office/drawing/2014/main" id="{4A6024CB-FA8D-44CE-866C-00F5275CF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613" y="1143000"/>
            <a:ext cx="3201987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988" name="Group 5">
            <a:extLst>
              <a:ext uri="{FF2B5EF4-FFF2-40B4-BE49-F238E27FC236}">
                <a16:creationId xmlns:a16="http://schemas.microsoft.com/office/drawing/2014/main" id="{D799D2D4-96E2-477A-BB8B-F8A2C6F40C95}"/>
              </a:ext>
            </a:extLst>
          </p:cNvPr>
          <p:cNvGrpSpPr>
            <a:grpSpLocks/>
          </p:cNvGrpSpPr>
          <p:nvPr/>
        </p:nvGrpSpPr>
        <p:grpSpPr bwMode="auto">
          <a:xfrm>
            <a:off x="350838" y="1600200"/>
            <a:ext cx="4144962" cy="4191000"/>
            <a:chOff x="350520" y="1600200"/>
            <a:chExt cx="4145280" cy="4191000"/>
          </a:xfrm>
        </p:grpSpPr>
        <p:pic>
          <p:nvPicPr>
            <p:cNvPr id="41989" name="Picture 1" descr="Screen shot 2013-10-02 at 3.26.06 PM.png">
              <a:extLst>
                <a:ext uri="{FF2B5EF4-FFF2-40B4-BE49-F238E27FC236}">
                  <a16:creationId xmlns:a16="http://schemas.microsoft.com/office/drawing/2014/main" id="{1212E023-C9A6-4128-9FA4-675A99B18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0" y="1600200"/>
              <a:ext cx="4145280" cy="419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990" name="Picture 2" descr="Screen shot 2013-10-02 at 3.42.40 PM.png">
              <a:extLst>
                <a:ext uri="{FF2B5EF4-FFF2-40B4-BE49-F238E27FC236}">
                  <a16:creationId xmlns:a16="http://schemas.microsoft.com/office/drawing/2014/main" id="{B1B0360C-704C-4485-9970-271E536CF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800" y="1607038"/>
              <a:ext cx="677008" cy="583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1BD8772-63CE-46EA-B973-B1965C208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558250"/>
            <a:ext cx="6048375" cy="6667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A932CE-DADA-4F23-A495-06DD9B2C6218}"/>
                  </a:ext>
                </a:extLst>
              </p14:cNvPr>
              <p14:cNvContentPartPr/>
              <p14:nvPr/>
            </p14:nvContentPartPr>
            <p14:xfrm>
              <a:off x="5605200" y="1950840"/>
              <a:ext cx="2093040" cy="3715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A932CE-DADA-4F23-A495-06DD9B2C62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95840" y="1941480"/>
                <a:ext cx="2111760" cy="373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1652C3D4-E4C3-46EA-AAAB-565756D9583B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The circuit for the two expressions</a:t>
            </a:r>
          </a:p>
        </p:txBody>
      </p:sp>
      <p:sp>
        <p:nvSpPr>
          <p:cNvPr id="43010" name="TextBox 125">
            <a:extLst>
              <a:ext uri="{FF2B5EF4-FFF2-40B4-BE49-F238E27FC236}">
                <a16:creationId xmlns:a16="http://schemas.microsoft.com/office/drawing/2014/main" id="{9B3FE4C7-D81A-4FF6-9202-0B03AAA60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3.3c from the textbook ]</a:t>
            </a:r>
          </a:p>
        </p:txBody>
      </p:sp>
      <p:grpSp>
        <p:nvGrpSpPr>
          <p:cNvPr id="43011" name="Group 8">
            <a:extLst>
              <a:ext uri="{FF2B5EF4-FFF2-40B4-BE49-F238E27FC236}">
                <a16:creationId xmlns:a16="http://schemas.microsoft.com/office/drawing/2014/main" id="{60352B22-9AEC-44DB-BCE3-14CD4E11272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600200"/>
            <a:ext cx="8483600" cy="4578350"/>
            <a:chOff x="533400" y="1600200"/>
            <a:chExt cx="8482860" cy="4577762"/>
          </a:xfrm>
        </p:grpSpPr>
        <p:pic>
          <p:nvPicPr>
            <p:cNvPr id="43012" name="Picture 2" descr="Screen shot 2013-10-02 at 3.27.17 PM.png">
              <a:extLst>
                <a:ext uri="{FF2B5EF4-FFF2-40B4-BE49-F238E27FC236}">
                  <a16:creationId xmlns:a16="http://schemas.microsoft.com/office/drawing/2014/main" id="{DF7B9AB7-2B61-4B4B-85BF-941E6AFDA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1600200"/>
              <a:ext cx="6172200" cy="4577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13" name="Picture 5" descr="Screen shot 2013-10-02 at 3.41.08 PM.png">
              <a:extLst>
                <a:ext uri="{FF2B5EF4-FFF2-40B4-BE49-F238E27FC236}">
                  <a16:creationId xmlns:a16="http://schemas.microsoft.com/office/drawing/2014/main" id="{8A67276E-39DC-4937-8ECC-0F34E996B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2200" y="2133601"/>
              <a:ext cx="2438400" cy="498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14" name="Picture 7" descr="Screen shot 2013-10-02 at 3.41.14 PM.png">
              <a:extLst>
                <a:ext uri="{FF2B5EF4-FFF2-40B4-BE49-F238E27FC236}">
                  <a16:creationId xmlns:a16="http://schemas.microsoft.com/office/drawing/2014/main" id="{383A8BA4-0206-4429-993C-9A9512224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0660" y="4468916"/>
              <a:ext cx="2895600" cy="506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0869AFF3-E8A1-4B95-9B86-D5ED2E2D4C6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This is called the Full-Adder</a:t>
            </a:r>
          </a:p>
        </p:txBody>
      </p:sp>
      <p:sp>
        <p:nvSpPr>
          <p:cNvPr id="44034" name="TextBox 125">
            <a:extLst>
              <a:ext uri="{FF2B5EF4-FFF2-40B4-BE49-F238E27FC236}">
                <a16:creationId xmlns:a16="http://schemas.microsoft.com/office/drawing/2014/main" id="{B33E6443-D865-4FB6-AD28-44143D31B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3.3c from the textbook ]</a:t>
            </a:r>
          </a:p>
        </p:txBody>
      </p:sp>
      <p:grpSp>
        <p:nvGrpSpPr>
          <p:cNvPr id="44035" name="Group 8">
            <a:extLst>
              <a:ext uri="{FF2B5EF4-FFF2-40B4-BE49-F238E27FC236}">
                <a16:creationId xmlns:a16="http://schemas.microsoft.com/office/drawing/2014/main" id="{D048D3EA-055F-4889-822C-59CE90D8D03A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600200"/>
            <a:ext cx="8483600" cy="4578350"/>
            <a:chOff x="533400" y="1600200"/>
            <a:chExt cx="8482860" cy="4577762"/>
          </a:xfrm>
        </p:grpSpPr>
        <p:pic>
          <p:nvPicPr>
            <p:cNvPr id="44036" name="Picture 2" descr="Screen shot 2013-10-02 at 3.27.17 PM.png">
              <a:extLst>
                <a:ext uri="{FF2B5EF4-FFF2-40B4-BE49-F238E27FC236}">
                  <a16:creationId xmlns:a16="http://schemas.microsoft.com/office/drawing/2014/main" id="{44C00535-A2B9-4260-84F7-18016F9E8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1600200"/>
              <a:ext cx="6172200" cy="4577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037" name="Picture 5" descr="Screen shot 2013-10-02 at 3.41.08 PM.png">
              <a:extLst>
                <a:ext uri="{FF2B5EF4-FFF2-40B4-BE49-F238E27FC236}">
                  <a16:creationId xmlns:a16="http://schemas.microsoft.com/office/drawing/2014/main" id="{87A17C97-5B07-4F27-99F3-B6B49B0CD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2200" y="2133601"/>
              <a:ext cx="2438400" cy="498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038" name="Picture 7" descr="Screen shot 2013-10-02 at 3.41.14 PM.png">
              <a:extLst>
                <a:ext uri="{FF2B5EF4-FFF2-40B4-BE49-F238E27FC236}">
                  <a16:creationId xmlns:a16="http://schemas.microsoft.com/office/drawing/2014/main" id="{4EF15952-CCD0-4AC0-A160-4A0A027AD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0660" y="4468916"/>
              <a:ext cx="2895600" cy="506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9A80AF83-D4E2-4C5C-9210-89EC5E2CA5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XOR Magic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05FFBB-1178-439D-9343-906F5FF47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635" y="990599"/>
            <a:ext cx="7155965" cy="78884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9A80AF83-D4E2-4C5C-9210-89EC5E2CA5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XOR Magic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25B088-8150-44D4-8687-57B1D0F2E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18" y="1752601"/>
            <a:ext cx="7460609" cy="2438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05FFBB-1178-439D-9343-906F5FF47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35" y="609600"/>
            <a:ext cx="7155965" cy="7888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348446-2CB2-4664-A991-E179EADA6444}"/>
                  </a:ext>
                </a:extLst>
              </p14:cNvPr>
              <p14:cNvContentPartPr/>
              <p14:nvPr/>
            </p14:nvContentPartPr>
            <p14:xfrm>
              <a:off x="2386080" y="1933560"/>
              <a:ext cx="6735240" cy="3945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348446-2CB2-4664-A991-E179EADA64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76720" y="1924200"/>
                <a:ext cx="6753960" cy="396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01245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9EA2DE66-4445-44D2-AEDB-CF3F32559D9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XOR Magic</a:t>
            </a:r>
          </a:p>
        </p:txBody>
      </p:sp>
      <p:pic>
        <p:nvPicPr>
          <p:cNvPr id="47106" name="Picture 2" descr="Screen shot 2013-10-02 at 3.52.41 PM.png">
            <a:extLst>
              <a:ext uri="{FF2B5EF4-FFF2-40B4-BE49-F238E27FC236}">
                <a16:creationId xmlns:a16="http://schemas.microsoft.com/office/drawing/2014/main" id="{93649712-906B-40FB-8635-E729496BA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81400"/>
            <a:ext cx="7585075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7" name="Picture 3" descr="Screen shot 2013-10-02 at 3.55.35 PM.png">
            <a:extLst>
              <a:ext uri="{FF2B5EF4-FFF2-40B4-BE49-F238E27FC236}">
                <a16:creationId xmlns:a16="http://schemas.microsoft.com/office/drawing/2014/main" id="{12419562-14F2-4D26-B933-18B755EF8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71600"/>
            <a:ext cx="81422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Oval 1">
            <a:extLst>
              <a:ext uri="{FF2B5EF4-FFF2-40B4-BE49-F238E27FC236}">
                <a16:creationId xmlns:a16="http://schemas.microsoft.com/office/drawing/2014/main" id="{0C465EA1-B860-4820-BDB3-9820C5205A04}"/>
              </a:ext>
            </a:extLst>
          </p:cNvPr>
          <p:cNvSpPr>
            <a:spLocks noChangeArrowheads="1"/>
          </p:cNvSpPr>
          <p:nvPr/>
        </p:nvSpPr>
        <p:spPr bwMode="auto">
          <a:xfrm rot="-1365698">
            <a:off x="4699000" y="3522663"/>
            <a:ext cx="3302000" cy="1397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09" name="TextBox 2">
            <a:extLst>
              <a:ext uri="{FF2B5EF4-FFF2-40B4-BE49-F238E27FC236}">
                <a16:creationId xmlns:a16="http://schemas.microsoft.com/office/drawing/2014/main" id="{92FD6123-B015-4971-9E91-E3E0AC482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590800"/>
            <a:ext cx="2654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Can you prove this?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154132C7-8D3A-4CA7-B421-240B41FBDB7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XOR Magic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(s</a:t>
            </a:r>
            <a:r>
              <a:rPr kumimoji="0" lang="en-US" altLang="en-US" sz="32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i</a:t>
            </a: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can be implemented in two different ways)</a:t>
            </a:r>
          </a:p>
        </p:txBody>
      </p:sp>
      <p:grpSp>
        <p:nvGrpSpPr>
          <p:cNvPr id="48132" name="Group 7">
            <a:extLst>
              <a:ext uri="{FF2B5EF4-FFF2-40B4-BE49-F238E27FC236}">
                <a16:creationId xmlns:a16="http://schemas.microsoft.com/office/drawing/2014/main" id="{78FC8633-4E9C-46B6-B77A-49908B2151A6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343400"/>
            <a:ext cx="7153275" cy="1524000"/>
            <a:chOff x="1143000" y="4876800"/>
            <a:chExt cx="7153230" cy="1524000"/>
          </a:xfrm>
        </p:grpSpPr>
        <p:pic>
          <p:nvPicPr>
            <p:cNvPr id="48133" name="Picture 5" descr="Screen shot 2013-10-02 at 3.59.04 PM.png">
              <a:extLst>
                <a:ext uri="{FF2B5EF4-FFF2-40B4-BE49-F238E27FC236}">
                  <a16:creationId xmlns:a16="http://schemas.microsoft.com/office/drawing/2014/main" id="{ED492B3B-2DBF-4BFB-BF5D-45A81D229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4876800"/>
              <a:ext cx="7153230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4" name="TextBox 3">
              <a:extLst>
                <a:ext uri="{FF2B5EF4-FFF2-40B4-BE49-F238E27FC236}">
                  <a16:creationId xmlns:a16="http://schemas.microsoft.com/office/drawing/2014/main" id="{305E867C-41DC-4FCE-B36E-434E3D5AF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5943600"/>
              <a:ext cx="16002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AD6FBA3-FF4D-40DE-A79A-7F1718263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314507"/>
            <a:ext cx="4480266" cy="10476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04CAA1-A632-47A3-B450-4BD6D33AD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012" y="2261153"/>
            <a:ext cx="1865134" cy="1676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CF8FB1-EFD4-440D-BBBC-C042F5BDB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7630" y="2332383"/>
            <a:ext cx="571500" cy="1857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F6C0F2-9A59-4AE3-8854-4E2F16C6F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928" y="3010107"/>
            <a:ext cx="509417" cy="50192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1" name="Title 1">
            <a:extLst>
              <a:ext uri="{FF2B5EF4-FFF2-40B4-BE49-F238E27FC236}">
                <a16:creationId xmlns:a16="http://schemas.microsoft.com/office/drawing/2014/main" id="{57AD5DE0-26BF-4A27-812C-3FFB8CDA5384}"/>
              </a:ext>
            </a:extLst>
          </p:cNvPr>
          <p:cNvSpPr txBox="1">
            <a:spLocks/>
          </p:cNvSpPr>
          <p:nvPr/>
        </p:nvSpPr>
        <p:spPr bwMode="auto">
          <a:xfrm>
            <a:off x="0" y="20638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 decomposed implementation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of the full-adder circuit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4DDBC082-9775-40E1-B4BB-7FD6A3C18308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600200"/>
            <a:ext cx="8483600" cy="4578350"/>
            <a:chOff x="533400" y="1600200"/>
            <a:chExt cx="8482860" cy="4577762"/>
          </a:xfrm>
        </p:grpSpPr>
        <p:pic>
          <p:nvPicPr>
            <p:cNvPr id="5" name="Picture 2" descr="Screen shot 2013-10-02 at 3.27.17 PM.png">
              <a:extLst>
                <a:ext uri="{FF2B5EF4-FFF2-40B4-BE49-F238E27FC236}">
                  <a16:creationId xmlns:a16="http://schemas.microsoft.com/office/drawing/2014/main" id="{7A0E1E9C-744B-42B2-8FE8-D48AAA019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1600200"/>
              <a:ext cx="6172200" cy="4577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5" descr="Screen shot 2013-10-02 at 3.41.08 PM.png">
              <a:extLst>
                <a:ext uri="{FF2B5EF4-FFF2-40B4-BE49-F238E27FC236}">
                  <a16:creationId xmlns:a16="http://schemas.microsoft.com/office/drawing/2014/main" id="{36815975-CA79-47B6-A90A-6FC1C8A3F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2200" y="2133601"/>
              <a:ext cx="2438400" cy="498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7" descr="Screen shot 2013-10-02 at 3.41.14 PM.png">
              <a:extLst>
                <a:ext uri="{FF2B5EF4-FFF2-40B4-BE49-F238E27FC236}">
                  <a16:creationId xmlns:a16="http://schemas.microsoft.com/office/drawing/2014/main" id="{56E59505-6B61-4005-83AC-48F92E48E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0660" y="4468916"/>
              <a:ext cx="2895600" cy="506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813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1" name="Title 1">
            <a:extLst>
              <a:ext uri="{FF2B5EF4-FFF2-40B4-BE49-F238E27FC236}">
                <a16:creationId xmlns:a16="http://schemas.microsoft.com/office/drawing/2014/main" id="{57AD5DE0-26BF-4A27-812C-3FFB8CDA5384}"/>
              </a:ext>
            </a:extLst>
          </p:cNvPr>
          <p:cNvSpPr txBox="1">
            <a:spLocks/>
          </p:cNvSpPr>
          <p:nvPr/>
        </p:nvSpPr>
        <p:spPr bwMode="auto">
          <a:xfrm>
            <a:off x="0" y="20638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 decomposed implementation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of the full-adder circuit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01FE9D5-1BAD-40AB-8BD6-3CB3AF31ADE9}"/>
                  </a:ext>
                </a:extLst>
              </p14:cNvPr>
              <p14:cNvContentPartPr/>
              <p14:nvPr/>
            </p14:nvContentPartPr>
            <p14:xfrm>
              <a:off x="3662280" y="874440"/>
              <a:ext cx="5484960" cy="303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01FE9D5-1BAD-40AB-8BD6-3CB3AF31AD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52920" y="865080"/>
                <a:ext cx="5503680" cy="305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7017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9" name="Rectangle 23">
            <a:extLst>
              <a:ext uri="{FF2B5EF4-FFF2-40B4-BE49-F238E27FC236}">
                <a16:creationId xmlns:a16="http://schemas.microsoft.com/office/drawing/2014/main" id="{77B7C1D7-07C7-4D04-A4D8-D74E17603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513" y="2354263"/>
            <a:ext cx="906462" cy="590550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0" name="Freeform 24">
            <a:extLst>
              <a:ext uri="{FF2B5EF4-FFF2-40B4-BE49-F238E27FC236}">
                <a16:creationId xmlns:a16="http://schemas.microsoft.com/office/drawing/2014/main" id="{1775EB4E-E8D3-4AAC-8B5D-D11C007F8F91}"/>
              </a:ext>
            </a:extLst>
          </p:cNvPr>
          <p:cNvSpPr>
            <a:spLocks/>
          </p:cNvSpPr>
          <p:nvPr/>
        </p:nvSpPr>
        <p:spPr bwMode="auto">
          <a:xfrm>
            <a:off x="2174875" y="2481263"/>
            <a:ext cx="125413" cy="42862"/>
          </a:xfrm>
          <a:custGeom>
            <a:avLst/>
            <a:gdLst>
              <a:gd name="T0" fmla="*/ 0 w 160"/>
              <a:gd name="T1" fmla="*/ 2147483646 h 54"/>
              <a:gd name="T2" fmla="*/ 2147483646 w 160"/>
              <a:gd name="T3" fmla="*/ 2147483646 h 54"/>
              <a:gd name="T4" fmla="*/ 0 w 160"/>
              <a:gd name="T5" fmla="*/ 0 h 54"/>
              <a:gd name="T6" fmla="*/ 0 w 160"/>
              <a:gd name="T7" fmla="*/ 2147483646 h 54"/>
              <a:gd name="T8" fmla="*/ 0 w 160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54"/>
              <a:gd name="T17" fmla="*/ 160 w 160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54">
                <a:moveTo>
                  <a:pt x="0" y="54"/>
                </a:moveTo>
                <a:lnTo>
                  <a:pt x="160" y="27"/>
                </a:lnTo>
                <a:lnTo>
                  <a:pt x="0" y="0"/>
                </a:lnTo>
                <a:lnTo>
                  <a:pt x="0" y="27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1" name="Line 25">
            <a:extLst>
              <a:ext uri="{FF2B5EF4-FFF2-40B4-BE49-F238E27FC236}">
                <a16:creationId xmlns:a16="http://schemas.microsoft.com/office/drawing/2014/main" id="{B93B2874-D5CD-4218-B713-21A1CC250B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1963" y="2501900"/>
            <a:ext cx="420687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2" name="Freeform 26">
            <a:extLst>
              <a:ext uri="{FF2B5EF4-FFF2-40B4-BE49-F238E27FC236}">
                <a16:creationId xmlns:a16="http://schemas.microsoft.com/office/drawing/2014/main" id="{D115C258-365A-410A-99D2-C3775A3E9593}"/>
              </a:ext>
            </a:extLst>
          </p:cNvPr>
          <p:cNvSpPr>
            <a:spLocks/>
          </p:cNvSpPr>
          <p:nvPr/>
        </p:nvSpPr>
        <p:spPr bwMode="auto">
          <a:xfrm>
            <a:off x="2174875" y="2776538"/>
            <a:ext cx="125413" cy="42862"/>
          </a:xfrm>
          <a:custGeom>
            <a:avLst/>
            <a:gdLst>
              <a:gd name="T0" fmla="*/ 0 w 160"/>
              <a:gd name="T1" fmla="*/ 2147483646 h 54"/>
              <a:gd name="T2" fmla="*/ 2147483646 w 160"/>
              <a:gd name="T3" fmla="*/ 2147483646 h 54"/>
              <a:gd name="T4" fmla="*/ 0 w 160"/>
              <a:gd name="T5" fmla="*/ 0 h 54"/>
              <a:gd name="T6" fmla="*/ 0 w 160"/>
              <a:gd name="T7" fmla="*/ 2147483646 h 54"/>
              <a:gd name="T8" fmla="*/ 0 w 160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54"/>
              <a:gd name="T17" fmla="*/ 160 w 160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54">
                <a:moveTo>
                  <a:pt x="0" y="54"/>
                </a:moveTo>
                <a:lnTo>
                  <a:pt x="160" y="27"/>
                </a:lnTo>
                <a:lnTo>
                  <a:pt x="0" y="0"/>
                </a:lnTo>
                <a:lnTo>
                  <a:pt x="0" y="27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3" name="Line 27">
            <a:extLst>
              <a:ext uri="{FF2B5EF4-FFF2-40B4-BE49-F238E27FC236}">
                <a16:creationId xmlns:a16="http://schemas.microsoft.com/office/drawing/2014/main" id="{A671A5BC-3FA0-4007-90DF-965FF37100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1963" y="2797175"/>
            <a:ext cx="420687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4" name="Freeform 28">
            <a:extLst>
              <a:ext uri="{FF2B5EF4-FFF2-40B4-BE49-F238E27FC236}">
                <a16:creationId xmlns:a16="http://schemas.microsoft.com/office/drawing/2014/main" id="{CB0D8F3F-2B67-4389-BF0E-B674402B0437}"/>
              </a:ext>
            </a:extLst>
          </p:cNvPr>
          <p:cNvSpPr>
            <a:spLocks/>
          </p:cNvSpPr>
          <p:nvPr/>
        </p:nvSpPr>
        <p:spPr bwMode="auto">
          <a:xfrm>
            <a:off x="3967163" y="2481263"/>
            <a:ext cx="127000" cy="42862"/>
          </a:xfrm>
          <a:custGeom>
            <a:avLst/>
            <a:gdLst>
              <a:gd name="T0" fmla="*/ 0 w 159"/>
              <a:gd name="T1" fmla="*/ 2147483646 h 54"/>
              <a:gd name="T2" fmla="*/ 2147483646 w 159"/>
              <a:gd name="T3" fmla="*/ 2147483646 h 54"/>
              <a:gd name="T4" fmla="*/ 0 w 159"/>
              <a:gd name="T5" fmla="*/ 0 h 54"/>
              <a:gd name="T6" fmla="*/ 0 w 159"/>
              <a:gd name="T7" fmla="*/ 2147483646 h 54"/>
              <a:gd name="T8" fmla="*/ 0 w 159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54"/>
              <a:gd name="T17" fmla="*/ 159 w 159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54">
                <a:moveTo>
                  <a:pt x="0" y="54"/>
                </a:moveTo>
                <a:lnTo>
                  <a:pt x="159" y="27"/>
                </a:lnTo>
                <a:lnTo>
                  <a:pt x="0" y="0"/>
                </a:lnTo>
                <a:lnTo>
                  <a:pt x="0" y="27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5" name="Line 29">
            <a:extLst>
              <a:ext uri="{FF2B5EF4-FFF2-40B4-BE49-F238E27FC236}">
                <a16:creationId xmlns:a16="http://schemas.microsoft.com/office/drawing/2014/main" id="{37F3BCFD-FFFB-4387-8ABB-6B1FAB1544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28975" y="2501900"/>
            <a:ext cx="71755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6" name="Line 30">
            <a:extLst>
              <a:ext uri="{FF2B5EF4-FFF2-40B4-BE49-F238E27FC236}">
                <a16:creationId xmlns:a16="http://schemas.microsoft.com/office/drawing/2014/main" id="{7A35067B-D56D-4019-BF08-6A1C6E3AE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28975" y="2797175"/>
            <a:ext cx="2382838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7" name="Rectangle 31">
            <a:extLst>
              <a:ext uri="{FF2B5EF4-FFF2-40B4-BE49-F238E27FC236}">
                <a16:creationId xmlns:a16="http://schemas.microsoft.com/office/drawing/2014/main" id="{94F0CE99-824B-4672-AF61-7D9548EEA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058988"/>
            <a:ext cx="906463" cy="590550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8" name="Freeform 32">
            <a:extLst>
              <a:ext uri="{FF2B5EF4-FFF2-40B4-BE49-F238E27FC236}">
                <a16:creationId xmlns:a16="http://schemas.microsoft.com/office/drawing/2014/main" id="{188521E9-18E4-4028-9255-E8F718D1032D}"/>
              </a:ext>
            </a:extLst>
          </p:cNvPr>
          <p:cNvSpPr>
            <a:spLocks/>
          </p:cNvSpPr>
          <p:nvPr/>
        </p:nvSpPr>
        <p:spPr bwMode="auto">
          <a:xfrm>
            <a:off x="3967163" y="2185988"/>
            <a:ext cx="127000" cy="42862"/>
          </a:xfrm>
          <a:custGeom>
            <a:avLst/>
            <a:gdLst>
              <a:gd name="T0" fmla="*/ 0 w 159"/>
              <a:gd name="T1" fmla="*/ 2147483646 h 54"/>
              <a:gd name="T2" fmla="*/ 2147483646 w 159"/>
              <a:gd name="T3" fmla="*/ 2147483646 h 54"/>
              <a:gd name="T4" fmla="*/ 0 w 159"/>
              <a:gd name="T5" fmla="*/ 0 h 54"/>
              <a:gd name="T6" fmla="*/ 0 w 159"/>
              <a:gd name="T7" fmla="*/ 2147483646 h 54"/>
              <a:gd name="T8" fmla="*/ 0 w 159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54"/>
              <a:gd name="T17" fmla="*/ 159 w 159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54">
                <a:moveTo>
                  <a:pt x="0" y="54"/>
                </a:moveTo>
                <a:lnTo>
                  <a:pt x="159" y="27"/>
                </a:lnTo>
                <a:lnTo>
                  <a:pt x="0" y="0"/>
                </a:lnTo>
                <a:lnTo>
                  <a:pt x="0" y="27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9" name="Line 33">
            <a:extLst>
              <a:ext uri="{FF2B5EF4-FFF2-40B4-BE49-F238E27FC236}">
                <a16:creationId xmlns:a16="http://schemas.microsoft.com/office/drawing/2014/main" id="{8D699C1C-7E68-4A8D-8DD8-4E26AC1578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1963" y="2206625"/>
            <a:ext cx="2214562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0" name="Line 34">
            <a:extLst>
              <a:ext uri="{FF2B5EF4-FFF2-40B4-BE49-F238E27FC236}">
                <a16:creationId xmlns:a16="http://schemas.microsoft.com/office/drawing/2014/main" id="{AAE55DEA-DBBA-4E58-8BC1-4BA77C6A58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1263" y="2206625"/>
            <a:ext cx="208915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1" name="Line 35">
            <a:extLst>
              <a:ext uri="{FF2B5EF4-FFF2-40B4-BE49-F238E27FC236}">
                <a16:creationId xmlns:a16="http://schemas.microsoft.com/office/drawing/2014/main" id="{88A0D929-55CE-4C35-BEC2-61EF812F4E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1263" y="2501900"/>
            <a:ext cx="59055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2" name="Rectangle 36">
            <a:extLst>
              <a:ext uri="{FF2B5EF4-FFF2-40B4-BE49-F238E27FC236}">
                <a16:creationId xmlns:a16="http://schemas.microsoft.com/office/drawing/2014/main" id="{C2D63A9A-58D5-42A3-99BD-11070267E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2557463"/>
            <a:ext cx="3334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HA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3" name="Line 37">
            <a:extLst>
              <a:ext uri="{FF2B5EF4-FFF2-40B4-BE49-F238E27FC236}">
                <a16:creationId xmlns:a16="http://schemas.microsoft.com/office/drawing/2014/main" id="{56F52211-159E-420F-87E3-7EA6B581F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1813" y="2501900"/>
            <a:ext cx="3175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4" name="Line 38">
            <a:extLst>
              <a:ext uri="{FF2B5EF4-FFF2-40B4-BE49-F238E27FC236}">
                <a16:creationId xmlns:a16="http://schemas.microsoft.com/office/drawing/2014/main" id="{C509C442-DD86-48E1-B3EC-936CE4AD04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1813" y="2797175"/>
            <a:ext cx="3175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5" name="Freeform 40">
            <a:extLst>
              <a:ext uri="{FF2B5EF4-FFF2-40B4-BE49-F238E27FC236}">
                <a16:creationId xmlns:a16="http://schemas.microsoft.com/office/drawing/2014/main" id="{C62DB02A-FF43-4195-9D01-6AAC21A0AB75}"/>
              </a:ext>
            </a:extLst>
          </p:cNvPr>
          <p:cNvSpPr>
            <a:spLocks/>
          </p:cNvSpPr>
          <p:nvPr/>
        </p:nvSpPr>
        <p:spPr bwMode="auto">
          <a:xfrm>
            <a:off x="5891213" y="2400300"/>
            <a:ext cx="631825" cy="250825"/>
          </a:xfrm>
          <a:custGeom>
            <a:avLst/>
            <a:gdLst>
              <a:gd name="T0" fmla="*/ 2147483646 w 794"/>
              <a:gd name="T1" fmla="*/ 0 h 316"/>
              <a:gd name="T2" fmla="*/ 2147483646 w 794"/>
              <a:gd name="T3" fmla="*/ 2147483646 h 316"/>
              <a:gd name="T4" fmla="*/ 2147483646 w 794"/>
              <a:gd name="T5" fmla="*/ 2147483646 h 316"/>
              <a:gd name="T6" fmla="*/ 2147483646 w 794"/>
              <a:gd name="T7" fmla="*/ 2147483646 h 316"/>
              <a:gd name="T8" fmla="*/ 2147483646 w 794"/>
              <a:gd name="T9" fmla="*/ 2147483646 h 316"/>
              <a:gd name="T10" fmla="*/ 2147483646 w 794"/>
              <a:gd name="T11" fmla="*/ 2147483646 h 316"/>
              <a:gd name="T12" fmla="*/ 2147483646 w 794"/>
              <a:gd name="T13" fmla="*/ 2147483646 h 316"/>
              <a:gd name="T14" fmla="*/ 2147483646 w 794"/>
              <a:gd name="T15" fmla="*/ 2147483646 h 316"/>
              <a:gd name="T16" fmla="*/ 2147483646 w 794"/>
              <a:gd name="T17" fmla="*/ 2147483646 h 316"/>
              <a:gd name="T18" fmla="*/ 2147483646 w 794"/>
              <a:gd name="T19" fmla="*/ 2147483646 h 316"/>
              <a:gd name="T20" fmla="*/ 2147483646 w 794"/>
              <a:gd name="T21" fmla="*/ 2147483646 h 316"/>
              <a:gd name="T22" fmla="*/ 2147483646 w 794"/>
              <a:gd name="T23" fmla="*/ 2147483646 h 316"/>
              <a:gd name="T24" fmla="*/ 2147483646 w 794"/>
              <a:gd name="T25" fmla="*/ 2147483646 h 316"/>
              <a:gd name="T26" fmla="*/ 2147483646 w 794"/>
              <a:gd name="T27" fmla="*/ 2147483646 h 316"/>
              <a:gd name="T28" fmla="*/ 2147483646 w 794"/>
              <a:gd name="T29" fmla="*/ 2147483646 h 316"/>
              <a:gd name="T30" fmla="*/ 2147483646 w 794"/>
              <a:gd name="T31" fmla="*/ 2147483646 h 316"/>
              <a:gd name="T32" fmla="*/ 2147483646 w 794"/>
              <a:gd name="T33" fmla="*/ 2147483646 h 316"/>
              <a:gd name="T34" fmla="*/ 2147483646 w 794"/>
              <a:gd name="T35" fmla="*/ 2147483646 h 316"/>
              <a:gd name="T36" fmla="*/ 2147483646 w 794"/>
              <a:gd name="T37" fmla="*/ 2147483646 h 316"/>
              <a:gd name="T38" fmla="*/ 2147483646 w 794"/>
              <a:gd name="T39" fmla="*/ 2147483646 h 316"/>
              <a:gd name="T40" fmla="*/ 2147483646 w 794"/>
              <a:gd name="T41" fmla="*/ 2147483646 h 316"/>
              <a:gd name="T42" fmla="*/ 2147483646 w 794"/>
              <a:gd name="T43" fmla="*/ 2147483646 h 316"/>
              <a:gd name="T44" fmla="*/ 2147483646 w 794"/>
              <a:gd name="T45" fmla="*/ 2147483646 h 316"/>
              <a:gd name="T46" fmla="*/ 2147483646 w 794"/>
              <a:gd name="T47" fmla="*/ 2147483646 h 316"/>
              <a:gd name="T48" fmla="*/ 2147483646 w 794"/>
              <a:gd name="T49" fmla="*/ 2147483646 h 316"/>
              <a:gd name="T50" fmla="*/ 2147483646 w 794"/>
              <a:gd name="T51" fmla="*/ 2147483646 h 316"/>
              <a:gd name="T52" fmla="*/ 2147483646 w 794"/>
              <a:gd name="T53" fmla="*/ 2147483646 h 316"/>
              <a:gd name="T54" fmla="*/ 2147483646 w 794"/>
              <a:gd name="T55" fmla="*/ 2147483646 h 316"/>
              <a:gd name="T56" fmla="*/ 2147483646 w 794"/>
              <a:gd name="T57" fmla="*/ 2147483646 h 316"/>
              <a:gd name="T58" fmla="*/ 2147483646 w 794"/>
              <a:gd name="T59" fmla="*/ 2147483646 h 316"/>
              <a:gd name="T60" fmla="*/ 2147483646 w 794"/>
              <a:gd name="T61" fmla="*/ 2147483646 h 316"/>
              <a:gd name="T62" fmla="*/ 2147483646 w 794"/>
              <a:gd name="T63" fmla="*/ 2147483646 h 316"/>
              <a:gd name="T64" fmla="*/ 2147483646 w 794"/>
              <a:gd name="T65" fmla="*/ 2147483646 h 316"/>
              <a:gd name="T66" fmla="*/ 2147483646 w 794"/>
              <a:gd name="T67" fmla="*/ 2147483646 h 316"/>
              <a:gd name="T68" fmla="*/ 2147483646 w 794"/>
              <a:gd name="T69" fmla="*/ 2147483646 h 316"/>
              <a:gd name="T70" fmla="*/ 2147483646 w 794"/>
              <a:gd name="T71" fmla="*/ 2147483646 h 316"/>
              <a:gd name="T72" fmla="*/ 2147483646 w 794"/>
              <a:gd name="T73" fmla="*/ 2147483646 h 316"/>
              <a:gd name="T74" fmla="*/ 2147483646 w 794"/>
              <a:gd name="T75" fmla="*/ 2147483646 h 316"/>
              <a:gd name="T76" fmla="*/ 2147483646 w 794"/>
              <a:gd name="T77" fmla="*/ 2147483646 h 316"/>
              <a:gd name="T78" fmla="*/ 2147483646 w 794"/>
              <a:gd name="T79" fmla="*/ 2147483646 h 316"/>
              <a:gd name="T80" fmla="*/ 2147483646 w 794"/>
              <a:gd name="T81" fmla="*/ 2147483646 h 316"/>
              <a:gd name="T82" fmla="*/ 2147483646 w 794"/>
              <a:gd name="T83" fmla="*/ 2147483646 h 316"/>
              <a:gd name="T84" fmla="*/ 2147483646 w 794"/>
              <a:gd name="T85" fmla="*/ 2147483646 h 316"/>
              <a:gd name="T86" fmla="*/ 2147483646 w 794"/>
              <a:gd name="T87" fmla="*/ 2147483646 h 316"/>
              <a:gd name="T88" fmla="*/ 2147483646 w 794"/>
              <a:gd name="T89" fmla="*/ 2147483646 h 316"/>
              <a:gd name="T90" fmla="*/ 2147483646 w 794"/>
              <a:gd name="T91" fmla="*/ 2147483646 h 316"/>
              <a:gd name="T92" fmla="*/ 2147483646 w 794"/>
              <a:gd name="T93" fmla="*/ 2147483646 h 316"/>
              <a:gd name="T94" fmla="*/ 2147483646 w 794"/>
              <a:gd name="T95" fmla="*/ 2147483646 h 316"/>
              <a:gd name="T96" fmla="*/ 2147483646 w 794"/>
              <a:gd name="T97" fmla="*/ 2147483646 h 316"/>
              <a:gd name="T98" fmla="*/ 2147483646 w 794"/>
              <a:gd name="T99" fmla="*/ 2147483646 h 316"/>
              <a:gd name="T100" fmla="*/ 2147483646 w 794"/>
              <a:gd name="T101" fmla="*/ 2147483646 h 316"/>
              <a:gd name="T102" fmla="*/ 2147483646 w 794"/>
              <a:gd name="T103" fmla="*/ 2147483646 h 316"/>
              <a:gd name="T104" fmla="*/ 2147483646 w 794"/>
              <a:gd name="T105" fmla="*/ 2147483646 h 316"/>
              <a:gd name="T106" fmla="*/ 2147483646 w 794"/>
              <a:gd name="T107" fmla="*/ 2147483646 h 316"/>
              <a:gd name="T108" fmla="*/ 2147483646 w 794"/>
              <a:gd name="T109" fmla="*/ 2147483646 h 316"/>
              <a:gd name="T110" fmla="*/ 2147483646 w 794"/>
              <a:gd name="T111" fmla="*/ 2147483646 h 316"/>
              <a:gd name="T112" fmla="*/ 2147483646 w 794"/>
              <a:gd name="T113" fmla="*/ 2147483646 h 316"/>
              <a:gd name="T114" fmla="*/ 2147483646 w 794"/>
              <a:gd name="T115" fmla="*/ 2147483646 h 316"/>
              <a:gd name="T116" fmla="*/ 2147483646 w 794"/>
              <a:gd name="T117" fmla="*/ 2147483646 h 316"/>
              <a:gd name="T118" fmla="*/ 2147483646 w 794"/>
              <a:gd name="T119" fmla="*/ 2147483646 h 316"/>
              <a:gd name="T120" fmla="*/ 2147483646 w 794"/>
              <a:gd name="T121" fmla="*/ 2147483646 h 31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794"/>
              <a:gd name="T184" fmla="*/ 0 h 316"/>
              <a:gd name="T185" fmla="*/ 794 w 794"/>
              <a:gd name="T186" fmla="*/ 316 h 31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794" h="316">
                <a:moveTo>
                  <a:pt x="0" y="0"/>
                </a:moveTo>
                <a:lnTo>
                  <a:pt x="30" y="0"/>
                </a:lnTo>
                <a:lnTo>
                  <a:pt x="59" y="0"/>
                </a:lnTo>
                <a:lnTo>
                  <a:pt x="86" y="0"/>
                </a:lnTo>
                <a:lnTo>
                  <a:pt x="110" y="0"/>
                </a:lnTo>
                <a:lnTo>
                  <a:pt x="134" y="0"/>
                </a:lnTo>
                <a:lnTo>
                  <a:pt x="155" y="0"/>
                </a:lnTo>
                <a:lnTo>
                  <a:pt x="175" y="0"/>
                </a:lnTo>
                <a:lnTo>
                  <a:pt x="194" y="0"/>
                </a:lnTo>
                <a:lnTo>
                  <a:pt x="211" y="0"/>
                </a:lnTo>
                <a:lnTo>
                  <a:pt x="227" y="0"/>
                </a:lnTo>
                <a:lnTo>
                  <a:pt x="240" y="0"/>
                </a:lnTo>
                <a:lnTo>
                  <a:pt x="253" y="1"/>
                </a:lnTo>
                <a:lnTo>
                  <a:pt x="265" y="1"/>
                </a:lnTo>
                <a:lnTo>
                  <a:pt x="276" y="1"/>
                </a:lnTo>
                <a:lnTo>
                  <a:pt x="287" y="1"/>
                </a:lnTo>
                <a:lnTo>
                  <a:pt x="296" y="1"/>
                </a:lnTo>
                <a:lnTo>
                  <a:pt x="304" y="1"/>
                </a:lnTo>
                <a:lnTo>
                  <a:pt x="311" y="1"/>
                </a:lnTo>
                <a:lnTo>
                  <a:pt x="317" y="1"/>
                </a:lnTo>
                <a:lnTo>
                  <a:pt x="322" y="1"/>
                </a:lnTo>
                <a:lnTo>
                  <a:pt x="328" y="1"/>
                </a:lnTo>
                <a:lnTo>
                  <a:pt x="332" y="1"/>
                </a:lnTo>
                <a:lnTo>
                  <a:pt x="336" y="1"/>
                </a:lnTo>
                <a:lnTo>
                  <a:pt x="338" y="1"/>
                </a:lnTo>
                <a:lnTo>
                  <a:pt x="342" y="1"/>
                </a:lnTo>
                <a:lnTo>
                  <a:pt x="345" y="1"/>
                </a:lnTo>
                <a:lnTo>
                  <a:pt x="348" y="1"/>
                </a:lnTo>
                <a:lnTo>
                  <a:pt x="349" y="1"/>
                </a:lnTo>
                <a:lnTo>
                  <a:pt x="352" y="1"/>
                </a:lnTo>
                <a:lnTo>
                  <a:pt x="353" y="1"/>
                </a:lnTo>
                <a:lnTo>
                  <a:pt x="356" y="3"/>
                </a:lnTo>
                <a:lnTo>
                  <a:pt x="358" y="3"/>
                </a:lnTo>
                <a:lnTo>
                  <a:pt x="360" y="3"/>
                </a:lnTo>
                <a:lnTo>
                  <a:pt x="362" y="3"/>
                </a:lnTo>
                <a:lnTo>
                  <a:pt x="364" y="3"/>
                </a:lnTo>
                <a:lnTo>
                  <a:pt x="366" y="3"/>
                </a:lnTo>
                <a:lnTo>
                  <a:pt x="368" y="3"/>
                </a:lnTo>
                <a:lnTo>
                  <a:pt x="369" y="3"/>
                </a:lnTo>
                <a:lnTo>
                  <a:pt x="370" y="3"/>
                </a:lnTo>
                <a:lnTo>
                  <a:pt x="372" y="3"/>
                </a:lnTo>
                <a:lnTo>
                  <a:pt x="374" y="4"/>
                </a:lnTo>
                <a:lnTo>
                  <a:pt x="376" y="4"/>
                </a:lnTo>
                <a:lnTo>
                  <a:pt x="377" y="4"/>
                </a:lnTo>
                <a:lnTo>
                  <a:pt x="378" y="4"/>
                </a:lnTo>
                <a:lnTo>
                  <a:pt x="380" y="4"/>
                </a:lnTo>
                <a:lnTo>
                  <a:pt x="381" y="4"/>
                </a:lnTo>
                <a:lnTo>
                  <a:pt x="382" y="4"/>
                </a:lnTo>
                <a:lnTo>
                  <a:pt x="384" y="4"/>
                </a:lnTo>
                <a:lnTo>
                  <a:pt x="385" y="4"/>
                </a:lnTo>
                <a:lnTo>
                  <a:pt x="386" y="5"/>
                </a:lnTo>
                <a:lnTo>
                  <a:pt x="388" y="5"/>
                </a:lnTo>
                <a:lnTo>
                  <a:pt x="389" y="5"/>
                </a:lnTo>
                <a:lnTo>
                  <a:pt x="390" y="5"/>
                </a:lnTo>
                <a:lnTo>
                  <a:pt x="392" y="5"/>
                </a:lnTo>
                <a:lnTo>
                  <a:pt x="393" y="5"/>
                </a:lnTo>
                <a:lnTo>
                  <a:pt x="394" y="5"/>
                </a:lnTo>
                <a:lnTo>
                  <a:pt x="396" y="5"/>
                </a:lnTo>
                <a:lnTo>
                  <a:pt x="398" y="7"/>
                </a:lnTo>
                <a:lnTo>
                  <a:pt x="400" y="7"/>
                </a:lnTo>
                <a:lnTo>
                  <a:pt x="401" y="7"/>
                </a:lnTo>
                <a:lnTo>
                  <a:pt x="404" y="7"/>
                </a:lnTo>
                <a:lnTo>
                  <a:pt x="405" y="7"/>
                </a:lnTo>
                <a:lnTo>
                  <a:pt x="408" y="8"/>
                </a:lnTo>
                <a:lnTo>
                  <a:pt x="410" y="8"/>
                </a:lnTo>
                <a:lnTo>
                  <a:pt x="412" y="8"/>
                </a:lnTo>
                <a:lnTo>
                  <a:pt x="413" y="8"/>
                </a:lnTo>
                <a:lnTo>
                  <a:pt x="415" y="9"/>
                </a:lnTo>
                <a:lnTo>
                  <a:pt x="417" y="9"/>
                </a:lnTo>
                <a:lnTo>
                  <a:pt x="418" y="9"/>
                </a:lnTo>
                <a:lnTo>
                  <a:pt x="419" y="9"/>
                </a:lnTo>
                <a:lnTo>
                  <a:pt x="421" y="9"/>
                </a:lnTo>
                <a:lnTo>
                  <a:pt x="422" y="9"/>
                </a:lnTo>
                <a:lnTo>
                  <a:pt x="423" y="11"/>
                </a:lnTo>
                <a:lnTo>
                  <a:pt x="425" y="11"/>
                </a:lnTo>
                <a:lnTo>
                  <a:pt x="426" y="11"/>
                </a:lnTo>
                <a:lnTo>
                  <a:pt x="427" y="11"/>
                </a:lnTo>
                <a:lnTo>
                  <a:pt x="429" y="11"/>
                </a:lnTo>
                <a:lnTo>
                  <a:pt x="430" y="12"/>
                </a:lnTo>
                <a:lnTo>
                  <a:pt x="431" y="12"/>
                </a:lnTo>
                <a:lnTo>
                  <a:pt x="433" y="12"/>
                </a:lnTo>
                <a:lnTo>
                  <a:pt x="434" y="12"/>
                </a:lnTo>
                <a:lnTo>
                  <a:pt x="435" y="13"/>
                </a:lnTo>
                <a:lnTo>
                  <a:pt x="437" y="13"/>
                </a:lnTo>
                <a:lnTo>
                  <a:pt x="438" y="13"/>
                </a:lnTo>
                <a:lnTo>
                  <a:pt x="439" y="15"/>
                </a:lnTo>
                <a:lnTo>
                  <a:pt x="441" y="15"/>
                </a:lnTo>
                <a:lnTo>
                  <a:pt x="442" y="15"/>
                </a:lnTo>
                <a:lnTo>
                  <a:pt x="445" y="16"/>
                </a:lnTo>
                <a:lnTo>
                  <a:pt x="446" y="16"/>
                </a:lnTo>
                <a:lnTo>
                  <a:pt x="449" y="17"/>
                </a:lnTo>
                <a:lnTo>
                  <a:pt x="450" y="17"/>
                </a:lnTo>
                <a:lnTo>
                  <a:pt x="453" y="19"/>
                </a:lnTo>
                <a:lnTo>
                  <a:pt x="455" y="19"/>
                </a:lnTo>
                <a:lnTo>
                  <a:pt x="458" y="20"/>
                </a:lnTo>
                <a:lnTo>
                  <a:pt x="459" y="20"/>
                </a:lnTo>
                <a:lnTo>
                  <a:pt x="462" y="21"/>
                </a:lnTo>
                <a:lnTo>
                  <a:pt x="465" y="21"/>
                </a:lnTo>
                <a:lnTo>
                  <a:pt x="466" y="23"/>
                </a:lnTo>
                <a:lnTo>
                  <a:pt x="467" y="23"/>
                </a:lnTo>
                <a:lnTo>
                  <a:pt x="470" y="24"/>
                </a:lnTo>
                <a:lnTo>
                  <a:pt x="471" y="24"/>
                </a:lnTo>
                <a:lnTo>
                  <a:pt x="473" y="24"/>
                </a:lnTo>
                <a:lnTo>
                  <a:pt x="474" y="25"/>
                </a:lnTo>
                <a:lnTo>
                  <a:pt x="475" y="25"/>
                </a:lnTo>
                <a:lnTo>
                  <a:pt x="477" y="25"/>
                </a:lnTo>
                <a:lnTo>
                  <a:pt x="478" y="27"/>
                </a:lnTo>
                <a:lnTo>
                  <a:pt x="479" y="27"/>
                </a:lnTo>
                <a:lnTo>
                  <a:pt x="481" y="27"/>
                </a:lnTo>
                <a:lnTo>
                  <a:pt x="482" y="28"/>
                </a:lnTo>
                <a:lnTo>
                  <a:pt x="483" y="28"/>
                </a:lnTo>
                <a:lnTo>
                  <a:pt x="485" y="29"/>
                </a:lnTo>
                <a:lnTo>
                  <a:pt x="486" y="29"/>
                </a:lnTo>
                <a:lnTo>
                  <a:pt x="487" y="31"/>
                </a:lnTo>
                <a:lnTo>
                  <a:pt x="489" y="31"/>
                </a:lnTo>
                <a:lnTo>
                  <a:pt x="490" y="32"/>
                </a:lnTo>
                <a:lnTo>
                  <a:pt x="491" y="32"/>
                </a:lnTo>
                <a:lnTo>
                  <a:pt x="493" y="33"/>
                </a:lnTo>
                <a:lnTo>
                  <a:pt x="494" y="33"/>
                </a:lnTo>
                <a:lnTo>
                  <a:pt x="495" y="35"/>
                </a:lnTo>
                <a:lnTo>
                  <a:pt x="498" y="35"/>
                </a:lnTo>
                <a:lnTo>
                  <a:pt x="499" y="36"/>
                </a:lnTo>
                <a:lnTo>
                  <a:pt x="501" y="37"/>
                </a:lnTo>
                <a:lnTo>
                  <a:pt x="503" y="37"/>
                </a:lnTo>
                <a:lnTo>
                  <a:pt x="505" y="39"/>
                </a:lnTo>
                <a:lnTo>
                  <a:pt x="507" y="40"/>
                </a:lnTo>
                <a:lnTo>
                  <a:pt x="510" y="41"/>
                </a:lnTo>
                <a:lnTo>
                  <a:pt x="511" y="41"/>
                </a:lnTo>
                <a:lnTo>
                  <a:pt x="512" y="43"/>
                </a:lnTo>
                <a:lnTo>
                  <a:pt x="514" y="44"/>
                </a:lnTo>
                <a:lnTo>
                  <a:pt x="516" y="44"/>
                </a:lnTo>
                <a:lnTo>
                  <a:pt x="518" y="45"/>
                </a:lnTo>
                <a:lnTo>
                  <a:pt x="519" y="45"/>
                </a:lnTo>
                <a:lnTo>
                  <a:pt x="520" y="47"/>
                </a:lnTo>
                <a:lnTo>
                  <a:pt x="522" y="47"/>
                </a:lnTo>
                <a:lnTo>
                  <a:pt x="523" y="48"/>
                </a:lnTo>
                <a:lnTo>
                  <a:pt x="524" y="49"/>
                </a:lnTo>
                <a:lnTo>
                  <a:pt x="526" y="49"/>
                </a:lnTo>
                <a:lnTo>
                  <a:pt x="527" y="51"/>
                </a:lnTo>
                <a:lnTo>
                  <a:pt x="528" y="51"/>
                </a:lnTo>
                <a:lnTo>
                  <a:pt x="530" y="52"/>
                </a:lnTo>
                <a:lnTo>
                  <a:pt x="531" y="52"/>
                </a:lnTo>
                <a:lnTo>
                  <a:pt x="532" y="53"/>
                </a:lnTo>
                <a:lnTo>
                  <a:pt x="534" y="53"/>
                </a:lnTo>
                <a:lnTo>
                  <a:pt x="534" y="55"/>
                </a:lnTo>
                <a:lnTo>
                  <a:pt x="535" y="55"/>
                </a:lnTo>
                <a:lnTo>
                  <a:pt x="536" y="56"/>
                </a:lnTo>
                <a:lnTo>
                  <a:pt x="538" y="56"/>
                </a:lnTo>
                <a:lnTo>
                  <a:pt x="539" y="57"/>
                </a:lnTo>
                <a:lnTo>
                  <a:pt x="540" y="57"/>
                </a:lnTo>
                <a:lnTo>
                  <a:pt x="542" y="59"/>
                </a:lnTo>
                <a:lnTo>
                  <a:pt x="543" y="59"/>
                </a:lnTo>
                <a:lnTo>
                  <a:pt x="546" y="60"/>
                </a:lnTo>
                <a:lnTo>
                  <a:pt x="547" y="61"/>
                </a:lnTo>
                <a:lnTo>
                  <a:pt x="548" y="63"/>
                </a:lnTo>
                <a:lnTo>
                  <a:pt x="551" y="63"/>
                </a:lnTo>
                <a:lnTo>
                  <a:pt x="552" y="64"/>
                </a:lnTo>
                <a:lnTo>
                  <a:pt x="554" y="65"/>
                </a:lnTo>
                <a:lnTo>
                  <a:pt x="556" y="66"/>
                </a:lnTo>
                <a:lnTo>
                  <a:pt x="558" y="66"/>
                </a:lnTo>
                <a:lnTo>
                  <a:pt x="559" y="68"/>
                </a:lnTo>
                <a:lnTo>
                  <a:pt x="560" y="68"/>
                </a:lnTo>
                <a:lnTo>
                  <a:pt x="562" y="69"/>
                </a:lnTo>
                <a:lnTo>
                  <a:pt x="563" y="69"/>
                </a:lnTo>
                <a:lnTo>
                  <a:pt x="563" y="70"/>
                </a:lnTo>
                <a:lnTo>
                  <a:pt x="564" y="70"/>
                </a:lnTo>
                <a:lnTo>
                  <a:pt x="566" y="72"/>
                </a:lnTo>
                <a:lnTo>
                  <a:pt x="567" y="72"/>
                </a:lnTo>
                <a:lnTo>
                  <a:pt x="567" y="73"/>
                </a:lnTo>
                <a:lnTo>
                  <a:pt x="568" y="73"/>
                </a:lnTo>
                <a:lnTo>
                  <a:pt x="570" y="73"/>
                </a:lnTo>
                <a:lnTo>
                  <a:pt x="570" y="74"/>
                </a:lnTo>
                <a:lnTo>
                  <a:pt x="571" y="74"/>
                </a:lnTo>
                <a:lnTo>
                  <a:pt x="572" y="76"/>
                </a:lnTo>
                <a:lnTo>
                  <a:pt x="574" y="76"/>
                </a:lnTo>
                <a:lnTo>
                  <a:pt x="575" y="77"/>
                </a:lnTo>
                <a:lnTo>
                  <a:pt x="576" y="78"/>
                </a:lnTo>
                <a:lnTo>
                  <a:pt x="578" y="78"/>
                </a:lnTo>
                <a:lnTo>
                  <a:pt x="579" y="80"/>
                </a:lnTo>
                <a:lnTo>
                  <a:pt x="580" y="80"/>
                </a:lnTo>
                <a:lnTo>
                  <a:pt x="580" y="81"/>
                </a:lnTo>
                <a:lnTo>
                  <a:pt x="582" y="82"/>
                </a:lnTo>
                <a:lnTo>
                  <a:pt x="583" y="82"/>
                </a:lnTo>
                <a:lnTo>
                  <a:pt x="586" y="84"/>
                </a:lnTo>
                <a:lnTo>
                  <a:pt x="587" y="85"/>
                </a:lnTo>
                <a:lnTo>
                  <a:pt x="588" y="85"/>
                </a:lnTo>
                <a:lnTo>
                  <a:pt x="590" y="86"/>
                </a:lnTo>
                <a:lnTo>
                  <a:pt x="591" y="88"/>
                </a:lnTo>
                <a:lnTo>
                  <a:pt x="592" y="88"/>
                </a:lnTo>
                <a:lnTo>
                  <a:pt x="594" y="89"/>
                </a:lnTo>
                <a:lnTo>
                  <a:pt x="595" y="90"/>
                </a:lnTo>
                <a:lnTo>
                  <a:pt x="596" y="90"/>
                </a:lnTo>
                <a:lnTo>
                  <a:pt x="598" y="92"/>
                </a:lnTo>
                <a:lnTo>
                  <a:pt x="599" y="93"/>
                </a:lnTo>
                <a:lnTo>
                  <a:pt x="600" y="93"/>
                </a:lnTo>
                <a:lnTo>
                  <a:pt x="601" y="94"/>
                </a:lnTo>
                <a:lnTo>
                  <a:pt x="603" y="96"/>
                </a:lnTo>
                <a:lnTo>
                  <a:pt x="604" y="96"/>
                </a:lnTo>
                <a:lnTo>
                  <a:pt x="604" y="97"/>
                </a:lnTo>
                <a:lnTo>
                  <a:pt x="605" y="97"/>
                </a:lnTo>
                <a:lnTo>
                  <a:pt x="607" y="98"/>
                </a:lnTo>
                <a:lnTo>
                  <a:pt x="608" y="98"/>
                </a:lnTo>
                <a:lnTo>
                  <a:pt x="608" y="100"/>
                </a:lnTo>
                <a:lnTo>
                  <a:pt x="609" y="100"/>
                </a:lnTo>
                <a:lnTo>
                  <a:pt x="609" y="101"/>
                </a:lnTo>
                <a:lnTo>
                  <a:pt x="611" y="101"/>
                </a:lnTo>
                <a:lnTo>
                  <a:pt x="612" y="102"/>
                </a:lnTo>
                <a:lnTo>
                  <a:pt x="613" y="104"/>
                </a:lnTo>
                <a:lnTo>
                  <a:pt x="615" y="105"/>
                </a:lnTo>
                <a:lnTo>
                  <a:pt x="616" y="105"/>
                </a:lnTo>
                <a:lnTo>
                  <a:pt x="616" y="106"/>
                </a:lnTo>
                <a:lnTo>
                  <a:pt x="617" y="106"/>
                </a:lnTo>
                <a:lnTo>
                  <a:pt x="619" y="108"/>
                </a:lnTo>
                <a:lnTo>
                  <a:pt x="620" y="109"/>
                </a:lnTo>
                <a:lnTo>
                  <a:pt x="621" y="109"/>
                </a:lnTo>
                <a:lnTo>
                  <a:pt x="621" y="110"/>
                </a:lnTo>
                <a:lnTo>
                  <a:pt x="623" y="110"/>
                </a:lnTo>
                <a:lnTo>
                  <a:pt x="624" y="112"/>
                </a:lnTo>
                <a:lnTo>
                  <a:pt x="625" y="112"/>
                </a:lnTo>
                <a:lnTo>
                  <a:pt x="625" y="113"/>
                </a:lnTo>
                <a:lnTo>
                  <a:pt x="627" y="113"/>
                </a:lnTo>
                <a:lnTo>
                  <a:pt x="627" y="114"/>
                </a:lnTo>
                <a:lnTo>
                  <a:pt x="628" y="114"/>
                </a:lnTo>
                <a:lnTo>
                  <a:pt x="629" y="116"/>
                </a:lnTo>
                <a:lnTo>
                  <a:pt x="631" y="117"/>
                </a:lnTo>
                <a:lnTo>
                  <a:pt x="632" y="117"/>
                </a:lnTo>
                <a:lnTo>
                  <a:pt x="632" y="118"/>
                </a:lnTo>
                <a:lnTo>
                  <a:pt x="633" y="118"/>
                </a:lnTo>
                <a:lnTo>
                  <a:pt x="635" y="120"/>
                </a:lnTo>
                <a:lnTo>
                  <a:pt x="636" y="121"/>
                </a:lnTo>
                <a:lnTo>
                  <a:pt x="637" y="121"/>
                </a:lnTo>
                <a:lnTo>
                  <a:pt x="639" y="122"/>
                </a:lnTo>
                <a:lnTo>
                  <a:pt x="640" y="122"/>
                </a:lnTo>
                <a:lnTo>
                  <a:pt x="641" y="124"/>
                </a:lnTo>
                <a:lnTo>
                  <a:pt x="641" y="125"/>
                </a:lnTo>
                <a:lnTo>
                  <a:pt x="643" y="125"/>
                </a:lnTo>
                <a:lnTo>
                  <a:pt x="644" y="126"/>
                </a:lnTo>
                <a:lnTo>
                  <a:pt x="645" y="126"/>
                </a:lnTo>
                <a:lnTo>
                  <a:pt x="645" y="128"/>
                </a:lnTo>
                <a:lnTo>
                  <a:pt x="647" y="128"/>
                </a:lnTo>
                <a:lnTo>
                  <a:pt x="648" y="129"/>
                </a:lnTo>
                <a:lnTo>
                  <a:pt x="649" y="129"/>
                </a:lnTo>
                <a:lnTo>
                  <a:pt x="649" y="130"/>
                </a:lnTo>
                <a:lnTo>
                  <a:pt x="651" y="130"/>
                </a:lnTo>
                <a:lnTo>
                  <a:pt x="651" y="132"/>
                </a:lnTo>
                <a:lnTo>
                  <a:pt x="652" y="132"/>
                </a:lnTo>
                <a:lnTo>
                  <a:pt x="653" y="133"/>
                </a:lnTo>
                <a:lnTo>
                  <a:pt x="655" y="134"/>
                </a:lnTo>
                <a:lnTo>
                  <a:pt x="656" y="136"/>
                </a:lnTo>
                <a:lnTo>
                  <a:pt x="657" y="137"/>
                </a:lnTo>
                <a:lnTo>
                  <a:pt x="659" y="138"/>
                </a:lnTo>
                <a:lnTo>
                  <a:pt x="660" y="140"/>
                </a:lnTo>
                <a:lnTo>
                  <a:pt x="661" y="141"/>
                </a:lnTo>
                <a:lnTo>
                  <a:pt x="663" y="142"/>
                </a:lnTo>
                <a:lnTo>
                  <a:pt x="664" y="144"/>
                </a:lnTo>
                <a:lnTo>
                  <a:pt x="665" y="145"/>
                </a:lnTo>
                <a:lnTo>
                  <a:pt x="667" y="146"/>
                </a:lnTo>
                <a:lnTo>
                  <a:pt x="668" y="148"/>
                </a:lnTo>
                <a:lnTo>
                  <a:pt x="669" y="149"/>
                </a:lnTo>
                <a:lnTo>
                  <a:pt x="671" y="150"/>
                </a:lnTo>
                <a:lnTo>
                  <a:pt x="672" y="152"/>
                </a:lnTo>
                <a:lnTo>
                  <a:pt x="673" y="153"/>
                </a:lnTo>
                <a:lnTo>
                  <a:pt x="673" y="154"/>
                </a:lnTo>
                <a:lnTo>
                  <a:pt x="675" y="154"/>
                </a:lnTo>
                <a:lnTo>
                  <a:pt x="676" y="156"/>
                </a:lnTo>
                <a:lnTo>
                  <a:pt x="676" y="157"/>
                </a:lnTo>
                <a:lnTo>
                  <a:pt x="677" y="157"/>
                </a:lnTo>
                <a:lnTo>
                  <a:pt x="677" y="158"/>
                </a:lnTo>
                <a:lnTo>
                  <a:pt x="679" y="159"/>
                </a:lnTo>
                <a:lnTo>
                  <a:pt x="680" y="159"/>
                </a:lnTo>
                <a:lnTo>
                  <a:pt x="680" y="161"/>
                </a:lnTo>
                <a:lnTo>
                  <a:pt x="681" y="162"/>
                </a:lnTo>
                <a:lnTo>
                  <a:pt x="683" y="163"/>
                </a:lnTo>
                <a:lnTo>
                  <a:pt x="684" y="165"/>
                </a:lnTo>
                <a:lnTo>
                  <a:pt x="684" y="166"/>
                </a:lnTo>
                <a:lnTo>
                  <a:pt x="685" y="166"/>
                </a:lnTo>
                <a:lnTo>
                  <a:pt x="687" y="167"/>
                </a:lnTo>
                <a:lnTo>
                  <a:pt x="687" y="169"/>
                </a:lnTo>
                <a:lnTo>
                  <a:pt x="688" y="170"/>
                </a:lnTo>
                <a:lnTo>
                  <a:pt x="689" y="171"/>
                </a:lnTo>
                <a:lnTo>
                  <a:pt x="691" y="173"/>
                </a:lnTo>
                <a:lnTo>
                  <a:pt x="691" y="174"/>
                </a:lnTo>
                <a:lnTo>
                  <a:pt x="692" y="175"/>
                </a:lnTo>
                <a:lnTo>
                  <a:pt x="693" y="177"/>
                </a:lnTo>
                <a:lnTo>
                  <a:pt x="695" y="178"/>
                </a:lnTo>
                <a:lnTo>
                  <a:pt x="696" y="179"/>
                </a:lnTo>
                <a:lnTo>
                  <a:pt x="697" y="182"/>
                </a:lnTo>
                <a:lnTo>
                  <a:pt x="700" y="183"/>
                </a:lnTo>
                <a:lnTo>
                  <a:pt x="701" y="185"/>
                </a:lnTo>
                <a:lnTo>
                  <a:pt x="702" y="186"/>
                </a:lnTo>
                <a:lnTo>
                  <a:pt x="704" y="189"/>
                </a:lnTo>
                <a:lnTo>
                  <a:pt x="704" y="190"/>
                </a:lnTo>
                <a:lnTo>
                  <a:pt x="705" y="191"/>
                </a:lnTo>
                <a:lnTo>
                  <a:pt x="706" y="193"/>
                </a:lnTo>
                <a:lnTo>
                  <a:pt x="708" y="194"/>
                </a:lnTo>
                <a:lnTo>
                  <a:pt x="709" y="194"/>
                </a:lnTo>
                <a:lnTo>
                  <a:pt x="709" y="195"/>
                </a:lnTo>
                <a:lnTo>
                  <a:pt x="710" y="197"/>
                </a:lnTo>
                <a:lnTo>
                  <a:pt x="712" y="198"/>
                </a:lnTo>
                <a:lnTo>
                  <a:pt x="712" y="199"/>
                </a:lnTo>
                <a:lnTo>
                  <a:pt x="713" y="199"/>
                </a:lnTo>
                <a:lnTo>
                  <a:pt x="713" y="201"/>
                </a:lnTo>
                <a:lnTo>
                  <a:pt x="714" y="202"/>
                </a:lnTo>
                <a:lnTo>
                  <a:pt x="714" y="203"/>
                </a:lnTo>
                <a:lnTo>
                  <a:pt x="716" y="205"/>
                </a:lnTo>
                <a:lnTo>
                  <a:pt x="717" y="205"/>
                </a:lnTo>
                <a:lnTo>
                  <a:pt x="717" y="206"/>
                </a:lnTo>
                <a:lnTo>
                  <a:pt x="718" y="207"/>
                </a:lnTo>
                <a:lnTo>
                  <a:pt x="720" y="209"/>
                </a:lnTo>
                <a:lnTo>
                  <a:pt x="720" y="210"/>
                </a:lnTo>
                <a:lnTo>
                  <a:pt x="721" y="211"/>
                </a:lnTo>
                <a:lnTo>
                  <a:pt x="722" y="213"/>
                </a:lnTo>
                <a:lnTo>
                  <a:pt x="724" y="214"/>
                </a:lnTo>
                <a:lnTo>
                  <a:pt x="724" y="215"/>
                </a:lnTo>
                <a:lnTo>
                  <a:pt x="725" y="217"/>
                </a:lnTo>
                <a:lnTo>
                  <a:pt x="726" y="219"/>
                </a:lnTo>
                <a:lnTo>
                  <a:pt x="728" y="221"/>
                </a:lnTo>
                <a:lnTo>
                  <a:pt x="729" y="223"/>
                </a:lnTo>
                <a:lnTo>
                  <a:pt x="730" y="225"/>
                </a:lnTo>
                <a:lnTo>
                  <a:pt x="733" y="227"/>
                </a:lnTo>
                <a:lnTo>
                  <a:pt x="734" y="229"/>
                </a:lnTo>
                <a:lnTo>
                  <a:pt x="736" y="231"/>
                </a:lnTo>
                <a:lnTo>
                  <a:pt x="737" y="233"/>
                </a:lnTo>
                <a:lnTo>
                  <a:pt x="737" y="234"/>
                </a:lnTo>
                <a:lnTo>
                  <a:pt x="738" y="235"/>
                </a:lnTo>
                <a:lnTo>
                  <a:pt x="740" y="238"/>
                </a:lnTo>
                <a:lnTo>
                  <a:pt x="741" y="239"/>
                </a:lnTo>
                <a:lnTo>
                  <a:pt x="742" y="241"/>
                </a:lnTo>
                <a:lnTo>
                  <a:pt x="742" y="242"/>
                </a:lnTo>
                <a:lnTo>
                  <a:pt x="744" y="242"/>
                </a:lnTo>
                <a:lnTo>
                  <a:pt x="745" y="243"/>
                </a:lnTo>
                <a:lnTo>
                  <a:pt x="745" y="245"/>
                </a:lnTo>
                <a:lnTo>
                  <a:pt x="746" y="246"/>
                </a:lnTo>
                <a:lnTo>
                  <a:pt x="746" y="247"/>
                </a:lnTo>
                <a:lnTo>
                  <a:pt x="748" y="249"/>
                </a:lnTo>
                <a:lnTo>
                  <a:pt x="749" y="250"/>
                </a:lnTo>
                <a:lnTo>
                  <a:pt x="750" y="251"/>
                </a:lnTo>
                <a:lnTo>
                  <a:pt x="750" y="252"/>
                </a:lnTo>
                <a:lnTo>
                  <a:pt x="752" y="254"/>
                </a:lnTo>
                <a:lnTo>
                  <a:pt x="753" y="255"/>
                </a:lnTo>
                <a:lnTo>
                  <a:pt x="754" y="256"/>
                </a:lnTo>
                <a:lnTo>
                  <a:pt x="754" y="258"/>
                </a:lnTo>
                <a:lnTo>
                  <a:pt x="756" y="259"/>
                </a:lnTo>
                <a:lnTo>
                  <a:pt x="757" y="260"/>
                </a:lnTo>
                <a:lnTo>
                  <a:pt x="758" y="263"/>
                </a:lnTo>
                <a:lnTo>
                  <a:pt x="760" y="264"/>
                </a:lnTo>
                <a:lnTo>
                  <a:pt x="761" y="266"/>
                </a:lnTo>
                <a:lnTo>
                  <a:pt x="762" y="268"/>
                </a:lnTo>
                <a:lnTo>
                  <a:pt x="764" y="270"/>
                </a:lnTo>
                <a:lnTo>
                  <a:pt x="765" y="272"/>
                </a:lnTo>
                <a:lnTo>
                  <a:pt x="766" y="274"/>
                </a:lnTo>
                <a:lnTo>
                  <a:pt x="768" y="276"/>
                </a:lnTo>
                <a:lnTo>
                  <a:pt x="769" y="279"/>
                </a:lnTo>
                <a:lnTo>
                  <a:pt x="770" y="280"/>
                </a:lnTo>
                <a:lnTo>
                  <a:pt x="772" y="282"/>
                </a:lnTo>
                <a:lnTo>
                  <a:pt x="773" y="283"/>
                </a:lnTo>
                <a:lnTo>
                  <a:pt x="774" y="286"/>
                </a:lnTo>
                <a:lnTo>
                  <a:pt x="776" y="287"/>
                </a:lnTo>
                <a:lnTo>
                  <a:pt x="776" y="288"/>
                </a:lnTo>
                <a:lnTo>
                  <a:pt x="777" y="290"/>
                </a:lnTo>
                <a:lnTo>
                  <a:pt x="778" y="291"/>
                </a:lnTo>
                <a:lnTo>
                  <a:pt x="780" y="292"/>
                </a:lnTo>
                <a:lnTo>
                  <a:pt x="781" y="294"/>
                </a:lnTo>
                <a:lnTo>
                  <a:pt x="781" y="295"/>
                </a:lnTo>
                <a:lnTo>
                  <a:pt x="782" y="296"/>
                </a:lnTo>
                <a:lnTo>
                  <a:pt x="784" y="298"/>
                </a:lnTo>
                <a:lnTo>
                  <a:pt x="784" y="299"/>
                </a:lnTo>
                <a:lnTo>
                  <a:pt x="785" y="300"/>
                </a:lnTo>
                <a:lnTo>
                  <a:pt x="785" y="302"/>
                </a:lnTo>
                <a:lnTo>
                  <a:pt x="786" y="302"/>
                </a:lnTo>
                <a:lnTo>
                  <a:pt x="786" y="303"/>
                </a:lnTo>
                <a:lnTo>
                  <a:pt x="788" y="304"/>
                </a:lnTo>
                <a:lnTo>
                  <a:pt x="788" y="306"/>
                </a:lnTo>
                <a:lnTo>
                  <a:pt x="789" y="307"/>
                </a:lnTo>
                <a:lnTo>
                  <a:pt x="789" y="308"/>
                </a:lnTo>
                <a:lnTo>
                  <a:pt x="790" y="310"/>
                </a:lnTo>
                <a:lnTo>
                  <a:pt x="791" y="311"/>
                </a:lnTo>
                <a:lnTo>
                  <a:pt x="791" y="312"/>
                </a:lnTo>
                <a:lnTo>
                  <a:pt x="793" y="315"/>
                </a:lnTo>
                <a:lnTo>
                  <a:pt x="794" y="316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6" name="Freeform 41">
            <a:extLst>
              <a:ext uri="{FF2B5EF4-FFF2-40B4-BE49-F238E27FC236}">
                <a16:creationId xmlns:a16="http://schemas.microsoft.com/office/drawing/2014/main" id="{8E04DA44-47DE-4F02-AF6C-AD1B8054C9D7}"/>
              </a:ext>
            </a:extLst>
          </p:cNvPr>
          <p:cNvSpPr>
            <a:spLocks/>
          </p:cNvSpPr>
          <p:nvPr/>
        </p:nvSpPr>
        <p:spPr bwMode="auto">
          <a:xfrm>
            <a:off x="5891213" y="2652713"/>
            <a:ext cx="631825" cy="250825"/>
          </a:xfrm>
          <a:custGeom>
            <a:avLst/>
            <a:gdLst>
              <a:gd name="T0" fmla="*/ 2147483646 w 794"/>
              <a:gd name="T1" fmla="*/ 2147483646 h 316"/>
              <a:gd name="T2" fmla="*/ 2147483646 w 794"/>
              <a:gd name="T3" fmla="*/ 2147483646 h 316"/>
              <a:gd name="T4" fmla="*/ 2147483646 w 794"/>
              <a:gd name="T5" fmla="*/ 2147483646 h 316"/>
              <a:gd name="T6" fmla="*/ 2147483646 w 794"/>
              <a:gd name="T7" fmla="*/ 2147483646 h 316"/>
              <a:gd name="T8" fmla="*/ 2147483646 w 794"/>
              <a:gd name="T9" fmla="*/ 2147483646 h 316"/>
              <a:gd name="T10" fmla="*/ 2147483646 w 794"/>
              <a:gd name="T11" fmla="*/ 2147483646 h 316"/>
              <a:gd name="T12" fmla="*/ 2147483646 w 794"/>
              <a:gd name="T13" fmla="*/ 2147483646 h 316"/>
              <a:gd name="T14" fmla="*/ 2147483646 w 794"/>
              <a:gd name="T15" fmla="*/ 2147483646 h 316"/>
              <a:gd name="T16" fmla="*/ 2147483646 w 794"/>
              <a:gd name="T17" fmla="*/ 2147483646 h 316"/>
              <a:gd name="T18" fmla="*/ 2147483646 w 794"/>
              <a:gd name="T19" fmla="*/ 2147483646 h 316"/>
              <a:gd name="T20" fmla="*/ 2147483646 w 794"/>
              <a:gd name="T21" fmla="*/ 2147483646 h 316"/>
              <a:gd name="T22" fmla="*/ 2147483646 w 794"/>
              <a:gd name="T23" fmla="*/ 2147483646 h 316"/>
              <a:gd name="T24" fmla="*/ 2147483646 w 794"/>
              <a:gd name="T25" fmla="*/ 2147483646 h 316"/>
              <a:gd name="T26" fmla="*/ 2147483646 w 794"/>
              <a:gd name="T27" fmla="*/ 2147483646 h 316"/>
              <a:gd name="T28" fmla="*/ 2147483646 w 794"/>
              <a:gd name="T29" fmla="*/ 2147483646 h 316"/>
              <a:gd name="T30" fmla="*/ 2147483646 w 794"/>
              <a:gd name="T31" fmla="*/ 2147483646 h 316"/>
              <a:gd name="T32" fmla="*/ 2147483646 w 794"/>
              <a:gd name="T33" fmla="*/ 2147483646 h 316"/>
              <a:gd name="T34" fmla="*/ 2147483646 w 794"/>
              <a:gd name="T35" fmla="*/ 2147483646 h 316"/>
              <a:gd name="T36" fmla="*/ 2147483646 w 794"/>
              <a:gd name="T37" fmla="*/ 2147483646 h 316"/>
              <a:gd name="T38" fmla="*/ 2147483646 w 794"/>
              <a:gd name="T39" fmla="*/ 2147483646 h 316"/>
              <a:gd name="T40" fmla="*/ 2147483646 w 794"/>
              <a:gd name="T41" fmla="*/ 2147483646 h 316"/>
              <a:gd name="T42" fmla="*/ 2147483646 w 794"/>
              <a:gd name="T43" fmla="*/ 2147483646 h 316"/>
              <a:gd name="T44" fmla="*/ 2147483646 w 794"/>
              <a:gd name="T45" fmla="*/ 2147483646 h 316"/>
              <a:gd name="T46" fmla="*/ 2147483646 w 794"/>
              <a:gd name="T47" fmla="*/ 2147483646 h 316"/>
              <a:gd name="T48" fmla="*/ 2147483646 w 794"/>
              <a:gd name="T49" fmla="*/ 2147483646 h 316"/>
              <a:gd name="T50" fmla="*/ 2147483646 w 794"/>
              <a:gd name="T51" fmla="*/ 2147483646 h 316"/>
              <a:gd name="T52" fmla="*/ 2147483646 w 794"/>
              <a:gd name="T53" fmla="*/ 2147483646 h 316"/>
              <a:gd name="T54" fmla="*/ 2147483646 w 794"/>
              <a:gd name="T55" fmla="*/ 2147483646 h 316"/>
              <a:gd name="T56" fmla="*/ 2147483646 w 794"/>
              <a:gd name="T57" fmla="*/ 2147483646 h 316"/>
              <a:gd name="T58" fmla="*/ 2147483646 w 794"/>
              <a:gd name="T59" fmla="*/ 2147483646 h 316"/>
              <a:gd name="T60" fmla="*/ 2147483646 w 794"/>
              <a:gd name="T61" fmla="*/ 2147483646 h 316"/>
              <a:gd name="T62" fmla="*/ 2147483646 w 794"/>
              <a:gd name="T63" fmla="*/ 2147483646 h 316"/>
              <a:gd name="T64" fmla="*/ 2147483646 w 794"/>
              <a:gd name="T65" fmla="*/ 2147483646 h 316"/>
              <a:gd name="T66" fmla="*/ 2147483646 w 794"/>
              <a:gd name="T67" fmla="*/ 2147483646 h 316"/>
              <a:gd name="T68" fmla="*/ 2147483646 w 794"/>
              <a:gd name="T69" fmla="*/ 2147483646 h 316"/>
              <a:gd name="T70" fmla="*/ 2147483646 w 794"/>
              <a:gd name="T71" fmla="*/ 2147483646 h 316"/>
              <a:gd name="T72" fmla="*/ 2147483646 w 794"/>
              <a:gd name="T73" fmla="*/ 2147483646 h 316"/>
              <a:gd name="T74" fmla="*/ 2147483646 w 794"/>
              <a:gd name="T75" fmla="*/ 2147483646 h 316"/>
              <a:gd name="T76" fmla="*/ 2147483646 w 794"/>
              <a:gd name="T77" fmla="*/ 2147483646 h 316"/>
              <a:gd name="T78" fmla="*/ 2147483646 w 794"/>
              <a:gd name="T79" fmla="*/ 2147483646 h 316"/>
              <a:gd name="T80" fmla="*/ 2147483646 w 794"/>
              <a:gd name="T81" fmla="*/ 2147483646 h 316"/>
              <a:gd name="T82" fmla="*/ 2147483646 w 794"/>
              <a:gd name="T83" fmla="*/ 2147483646 h 316"/>
              <a:gd name="T84" fmla="*/ 2147483646 w 794"/>
              <a:gd name="T85" fmla="*/ 2147483646 h 316"/>
              <a:gd name="T86" fmla="*/ 2147483646 w 794"/>
              <a:gd name="T87" fmla="*/ 2147483646 h 316"/>
              <a:gd name="T88" fmla="*/ 2147483646 w 794"/>
              <a:gd name="T89" fmla="*/ 2147483646 h 316"/>
              <a:gd name="T90" fmla="*/ 2147483646 w 794"/>
              <a:gd name="T91" fmla="*/ 2147483646 h 316"/>
              <a:gd name="T92" fmla="*/ 2147483646 w 794"/>
              <a:gd name="T93" fmla="*/ 2147483646 h 316"/>
              <a:gd name="T94" fmla="*/ 2147483646 w 794"/>
              <a:gd name="T95" fmla="*/ 2147483646 h 316"/>
              <a:gd name="T96" fmla="*/ 2147483646 w 794"/>
              <a:gd name="T97" fmla="*/ 2147483646 h 316"/>
              <a:gd name="T98" fmla="*/ 2147483646 w 794"/>
              <a:gd name="T99" fmla="*/ 2147483646 h 316"/>
              <a:gd name="T100" fmla="*/ 2147483646 w 794"/>
              <a:gd name="T101" fmla="*/ 2147483646 h 316"/>
              <a:gd name="T102" fmla="*/ 2147483646 w 794"/>
              <a:gd name="T103" fmla="*/ 2147483646 h 316"/>
              <a:gd name="T104" fmla="*/ 2147483646 w 794"/>
              <a:gd name="T105" fmla="*/ 2147483646 h 316"/>
              <a:gd name="T106" fmla="*/ 2147483646 w 794"/>
              <a:gd name="T107" fmla="*/ 2147483646 h 316"/>
              <a:gd name="T108" fmla="*/ 2147483646 w 794"/>
              <a:gd name="T109" fmla="*/ 2147483646 h 316"/>
              <a:gd name="T110" fmla="*/ 2147483646 w 794"/>
              <a:gd name="T111" fmla="*/ 2147483646 h 316"/>
              <a:gd name="T112" fmla="*/ 2147483646 w 794"/>
              <a:gd name="T113" fmla="*/ 2147483646 h 316"/>
              <a:gd name="T114" fmla="*/ 2147483646 w 794"/>
              <a:gd name="T115" fmla="*/ 2147483646 h 316"/>
              <a:gd name="T116" fmla="*/ 2147483646 w 794"/>
              <a:gd name="T117" fmla="*/ 2147483646 h 316"/>
              <a:gd name="T118" fmla="*/ 2147483646 w 794"/>
              <a:gd name="T119" fmla="*/ 2147483646 h 316"/>
              <a:gd name="T120" fmla="*/ 2147483646 w 794"/>
              <a:gd name="T121" fmla="*/ 2147483646 h 31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794"/>
              <a:gd name="T184" fmla="*/ 0 h 316"/>
              <a:gd name="T185" fmla="*/ 794 w 794"/>
              <a:gd name="T186" fmla="*/ 316 h 31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794" h="316">
                <a:moveTo>
                  <a:pt x="0" y="316"/>
                </a:moveTo>
                <a:lnTo>
                  <a:pt x="30" y="316"/>
                </a:lnTo>
                <a:lnTo>
                  <a:pt x="59" y="316"/>
                </a:lnTo>
                <a:lnTo>
                  <a:pt x="86" y="316"/>
                </a:lnTo>
                <a:lnTo>
                  <a:pt x="110" y="316"/>
                </a:lnTo>
                <a:lnTo>
                  <a:pt x="134" y="316"/>
                </a:lnTo>
                <a:lnTo>
                  <a:pt x="155" y="316"/>
                </a:lnTo>
                <a:lnTo>
                  <a:pt x="175" y="316"/>
                </a:lnTo>
                <a:lnTo>
                  <a:pt x="194" y="316"/>
                </a:lnTo>
                <a:lnTo>
                  <a:pt x="211" y="316"/>
                </a:lnTo>
                <a:lnTo>
                  <a:pt x="227" y="316"/>
                </a:lnTo>
                <a:lnTo>
                  <a:pt x="240" y="316"/>
                </a:lnTo>
                <a:lnTo>
                  <a:pt x="253" y="316"/>
                </a:lnTo>
                <a:lnTo>
                  <a:pt x="265" y="316"/>
                </a:lnTo>
                <a:lnTo>
                  <a:pt x="276" y="316"/>
                </a:lnTo>
                <a:lnTo>
                  <a:pt x="287" y="316"/>
                </a:lnTo>
                <a:lnTo>
                  <a:pt x="296" y="314"/>
                </a:lnTo>
                <a:lnTo>
                  <a:pt x="304" y="314"/>
                </a:lnTo>
                <a:lnTo>
                  <a:pt x="311" y="314"/>
                </a:lnTo>
                <a:lnTo>
                  <a:pt x="317" y="314"/>
                </a:lnTo>
                <a:lnTo>
                  <a:pt x="322" y="314"/>
                </a:lnTo>
                <a:lnTo>
                  <a:pt x="328" y="314"/>
                </a:lnTo>
                <a:lnTo>
                  <a:pt x="332" y="314"/>
                </a:lnTo>
                <a:lnTo>
                  <a:pt x="336" y="314"/>
                </a:lnTo>
                <a:lnTo>
                  <a:pt x="338" y="314"/>
                </a:lnTo>
                <a:lnTo>
                  <a:pt x="342" y="314"/>
                </a:lnTo>
                <a:lnTo>
                  <a:pt x="345" y="314"/>
                </a:lnTo>
                <a:lnTo>
                  <a:pt x="348" y="314"/>
                </a:lnTo>
                <a:lnTo>
                  <a:pt x="349" y="314"/>
                </a:lnTo>
                <a:lnTo>
                  <a:pt x="352" y="314"/>
                </a:lnTo>
                <a:lnTo>
                  <a:pt x="353" y="314"/>
                </a:lnTo>
                <a:lnTo>
                  <a:pt x="356" y="314"/>
                </a:lnTo>
                <a:lnTo>
                  <a:pt x="358" y="313"/>
                </a:lnTo>
                <a:lnTo>
                  <a:pt x="360" y="313"/>
                </a:lnTo>
                <a:lnTo>
                  <a:pt x="362" y="313"/>
                </a:lnTo>
                <a:lnTo>
                  <a:pt x="364" y="313"/>
                </a:lnTo>
                <a:lnTo>
                  <a:pt x="366" y="313"/>
                </a:lnTo>
                <a:lnTo>
                  <a:pt x="368" y="313"/>
                </a:lnTo>
                <a:lnTo>
                  <a:pt x="369" y="313"/>
                </a:lnTo>
                <a:lnTo>
                  <a:pt x="370" y="313"/>
                </a:lnTo>
                <a:lnTo>
                  <a:pt x="372" y="313"/>
                </a:lnTo>
                <a:lnTo>
                  <a:pt x="374" y="313"/>
                </a:lnTo>
                <a:lnTo>
                  <a:pt x="376" y="313"/>
                </a:lnTo>
                <a:lnTo>
                  <a:pt x="376" y="312"/>
                </a:lnTo>
                <a:lnTo>
                  <a:pt x="377" y="312"/>
                </a:lnTo>
                <a:lnTo>
                  <a:pt x="378" y="312"/>
                </a:lnTo>
                <a:lnTo>
                  <a:pt x="380" y="312"/>
                </a:lnTo>
                <a:lnTo>
                  <a:pt x="381" y="312"/>
                </a:lnTo>
                <a:lnTo>
                  <a:pt x="382" y="312"/>
                </a:lnTo>
                <a:lnTo>
                  <a:pt x="384" y="312"/>
                </a:lnTo>
                <a:lnTo>
                  <a:pt x="385" y="312"/>
                </a:lnTo>
                <a:lnTo>
                  <a:pt x="386" y="312"/>
                </a:lnTo>
                <a:lnTo>
                  <a:pt x="388" y="312"/>
                </a:lnTo>
                <a:lnTo>
                  <a:pt x="389" y="310"/>
                </a:lnTo>
                <a:lnTo>
                  <a:pt x="390" y="310"/>
                </a:lnTo>
                <a:lnTo>
                  <a:pt x="392" y="310"/>
                </a:lnTo>
                <a:lnTo>
                  <a:pt x="393" y="310"/>
                </a:lnTo>
                <a:lnTo>
                  <a:pt x="394" y="310"/>
                </a:lnTo>
                <a:lnTo>
                  <a:pt x="396" y="310"/>
                </a:lnTo>
                <a:lnTo>
                  <a:pt x="398" y="309"/>
                </a:lnTo>
                <a:lnTo>
                  <a:pt x="400" y="309"/>
                </a:lnTo>
                <a:lnTo>
                  <a:pt x="401" y="309"/>
                </a:lnTo>
                <a:lnTo>
                  <a:pt x="404" y="309"/>
                </a:lnTo>
                <a:lnTo>
                  <a:pt x="405" y="309"/>
                </a:lnTo>
                <a:lnTo>
                  <a:pt x="408" y="308"/>
                </a:lnTo>
                <a:lnTo>
                  <a:pt x="410" y="308"/>
                </a:lnTo>
                <a:lnTo>
                  <a:pt x="412" y="308"/>
                </a:lnTo>
                <a:lnTo>
                  <a:pt x="413" y="308"/>
                </a:lnTo>
                <a:lnTo>
                  <a:pt x="415" y="308"/>
                </a:lnTo>
                <a:lnTo>
                  <a:pt x="417" y="307"/>
                </a:lnTo>
                <a:lnTo>
                  <a:pt x="418" y="307"/>
                </a:lnTo>
                <a:lnTo>
                  <a:pt x="419" y="307"/>
                </a:lnTo>
                <a:lnTo>
                  <a:pt x="421" y="307"/>
                </a:lnTo>
                <a:lnTo>
                  <a:pt x="422" y="307"/>
                </a:lnTo>
                <a:lnTo>
                  <a:pt x="423" y="307"/>
                </a:lnTo>
                <a:lnTo>
                  <a:pt x="425" y="305"/>
                </a:lnTo>
                <a:lnTo>
                  <a:pt x="426" y="305"/>
                </a:lnTo>
                <a:lnTo>
                  <a:pt x="427" y="305"/>
                </a:lnTo>
                <a:lnTo>
                  <a:pt x="429" y="305"/>
                </a:lnTo>
                <a:lnTo>
                  <a:pt x="430" y="305"/>
                </a:lnTo>
                <a:lnTo>
                  <a:pt x="431" y="304"/>
                </a:lnTo>
                <a:lnTo>
                  <a:pt x="433" y="304"/>
                </a:lnTo>
                <a:lnTo>
                  <a:pt x="434" y="304"/>
                </a:lnTo>
                <a:lnTo>
                  <a:pt x="435" y="304"/>
                </a:lnTo>
                <a:lnTo>
                  <a:pt x="437" y="303"/>
                </a:lnTo>
                <a:lnTo>
                  <a:pt x="438" y="303"/>
                </a:lnTo>
                <a:lnTo>
                  <a:pt x="439" y="303"/>
                </a:lnTo>
                <a:lnTo>
                  <a:pt x="441" y="301"/>
                </a:lnTo>
                <a:lnTo>
                  <a:pt x="442" y="301"/>
                </a:lnTo>
                <a:lnTo>
                  <a:pt x="445" y="301"/>
                </a:lnTo>
                <a:lnTo>
                  <a:pt x="446" y="300"/>
                </a:lnTo>
                <a:lnTo>
                  <a:pt x="449" y="300"/>
                </a:lnTo>
                <a:lnTo>
                  <a:pt x="450" y="299"/>
                </a:lnTo>
                <a:lnTo>
                  <a:pt x="453" y="299"/>
                </a:lnTo>
                <a:lnTo>
                  <a:pt x="455" y="297"/>
                </a:lnTo>
                <a:lnTo>
                  <a:pt x="458" y="296"/>
                </a:lnTo>
                <a:lnTo>
                  <a:pt x="459" y="296"/>
                </a:lnTo>
                <a:lnTo>
                  <a:pt x="462" y="295"/>
                </a:lnTo>
                <a:lnTo>
                  <a:pt x="465" y="295"/>
                </a:lnTo>
                <a:lnTo>
                  <a:pt x="466" y="293"/>
                </a:lnTo>
                <a:lnTo>
                  <a:pt x="467" y="293"/>
                </a:lnTo>
                <a:lnTo>
                  <a:pt x="470" y="293"/>
                </a:lnTo>
                <a:lnTo>
                  <a:pt x="471" y="292"/>
                </a:lnTo>
                <a:lnTo>
                  <a:pt x="473" y="292"/>
                </a:lnTo>
                <a:lnTo>
                  <a:pt x="474" y="291"/>
                </a:lnTo>
                <a:lnTo>
                  <a:pt x="475" y="291"/>
                </a:lnTo>
                <a:lnTo>
                  <a:pt x="477" y="291"/>
                </a:lnTo>
                <a:lnTo>
                  <a:pt x="478" y="289"/>
                </a:lnTo>
                <a:lnTo>
                  <a:pt x="479" y="289"/>
                </a:lnTo>
                <a:lnTo>
                  <a:pt x="481" y="289"/>
                </a:lnTo>
                <a:lnTo>
                  <a:pt x="482" y="288"/>
                </a:lnTo>
                <a:lnTo>
                  <a:pt x="483" y="288"/>
                </a:lnTo>
                <a:lnTo>
                  <a:pt x="485" y="287"/>
                </a:lnTo>
                <a:lnTo>
                  <a:pt x="486" y="287"/>
                </a:lnTo>
                <a:lnTo>
                  <a:pt x="487" y="285"/>
                </a:lnTo>
                <a:lnTo>
                  <a:pt x="489" y="285"/>
                </a:lnTo>
                <a:lnTo>
                  <a:pt x="490" y="285"/>
                </a:lnTo>
                <a:lnTo>
                  <a:pt x="491" y="284"/>
                </a:lnTo>
                <a:lnTo>
                  <a:pt x="493" y="284"/>
                </a:lnTo>
                <a:lnTo>
                  <a:pt x="494" y="283"/>
                </a:lnTo>
                <a:lnTo>
                  <a:pt x="495" y="281"/>
                </a:lnTo>
                <a:lnTo>
                  <a:pt x="498" y="281"/>
                </a:lnTo>
                <a:lnTo>
                  <a:pt x="499" y="280"/>
                </a:lnTo>
                <a:lnTo>
                  <a:pt x="501" y="280"/>
                </a:lnTo>
                <a:lnTo>
                  <a:pt x="503" y="279"/>
                </a:lnTo>
                <a:lnTo>
                  <a:pt x="505" y="277"/>
                </a:lnTo>
                <a:lnTo>
                  <a:pt x="507" y="276"/>
                </a:lnTo>
                <a:lnTo>
                  <a:pt x="510" y="275"/>
                </a:lnTo>
                <a:lnTo>
                  <a:pt x="511" y="275"/>
                </a:lnTo>
                <a:lnTo>
                  <a:pt x="512" y="273"/>
                </a:lnTo>
                <a:lnTo>
                  <a:pt x="514" y="272"/>
                </a:lnTo>
                <a:lnTo>
                  <a:pt x="516" y="272"/>
                </a:lnTo>
                <a:lnTo>
                  <a:pt x="518" y="271"/>
                </a:lnTo>
                <a:lnTo>
                  <a:pt x="519" y="271"/>
                </a:lnTo>
                <a:lnTo>
                  <a:pt x="520" y="269"/>
                </a:lnTo>
                <a:lnTo>
                  <a:pt x="522" y="269"/>
                </a:lnTo>
                <a:lnTo>
                  <a:pt x="523" y="268"/>
                </a:lnTo>
                <a:lnTo>
                  <a:pt x="524" y="267"/>
                </a:lnTo>
                <a:lnTo>
                  <a:pt x="526" y="267"/>
                </a:lnTo>
                <a:lnTo>
                  <a:pt x="527" y="267"/>
                </a:lnTo>
                <a:lnTo>
                  <a:pt x="528" y="265"/>
                </a:lnTo>
                <a:lnTo>
                  <a:pt x="530" y="264"/>
                </a:lnTo>
                <a:lnTo>
                  <a:pt x="531" y="264"/>
                </a:lnTo>
                <a:lnTo>
                  <a:pt x="532" y="264"/>
                </a:lnTo>
                <a:lnTo>
                  <a:pt x="534" y="263"/>
                </a:lnTo>
                <a:lnTo>
                  <a:pt x="535" y="261"/>
                </a:lnTo>
                <a:lnTo>
                  <a:pt x="536" y="261"/>
                </a:lnTo>
                <a:lnTo>
                  <a:pt x="538" y="260"/>
                </a:lnTo>
                <a:lnTo>
                  <a:pt x="539" y="260"/>
                </a:lnTo>
                <a:lnTo>
                  <a:pt x="540" y="259"/>
                </a:lnTo>
                <a:lnTo>
                  <a:pt x="542" y="257"/>
                </a:lnTo>
                <a:lnTo>
                  <a:pt x="543" y="257"/>
                </a:lnTo>
                <a:lnTo>
                  <a:pt x="546" y="256"/>
                </a:lnTo>
                <a:lnTo>
                  <a:pt x="547" y="255"/>
                </a:lnTo>
                <a:lnTo>
                  <a:pt x="548" y="253"/>
                </a:lnTo>
                <a:lnTo>
                  <a:pt x="551" y="253"/>
                </a:lnTo>
                <a:lnTo>
                  <a:pt x="552" y="252"/>
                </a:lnTo>
                <a:lnTo>
                  <a:pt x="554" y="251"/>
                </a:lnTo>
                <a:lnTo>
                  <a:pt x="556" y="251"/>
                </a:lnTo>
                <a:lnTo>
                  <a:pt x="558" y="249"/>
                </a:lnTo>
                <a:lnTo>
                  <a:pt x="559" y="248"/>
                </a:lnTo>
                <a:lnTo>
                  <a:pt x="560" y="248"/>
                </a:lnTo>
                <a:lnTo>
                  <a:pt x="562" y="247"/>
                </a:lnTo>
                <a:lnTo>
                  <a:pt x="563" y="247"/>
                </a:lnTo>
                <a:lnTo>
                  <a:pt x="563" y="245"/>
                </a:lnTo>
                <a:lnTo>
                  <a:pt x="564" y="245"/>
                </a:lnTo>
                <a:lnTo>
                  <a:pt x="566" y="244"/>
                </a:lnTo>
                <a:lnTo>
                  <a:pt x="567" y="244"/>
                </a:lnTo>
                <a:lnTo>
                  <a:pt x="568" y="243"/>
                </a:lnTo>
                <a:lnTo>
                  <a:pt x="570" y="243"/>
                </a:lnTo>
                <a:lnTo>
                  <a:pt x="570" y="241"/>
                </a:lnTo>
                <a:lnTo>
                  <a:pt x="571" y="241"/>
                </a:lnTo>
                <a:lnTo>
                  <a:pt x="572" y="241"/>
                </a:lnTo>
                <a:lnTo>
                  <a:pt x="572" y="240"/>
                </a:lnTo>
                <a:lnTo>
                  <a:pt x="574" y="240"/>
                </a:lnTo>
                <a:lnTo>
                  <a:pt x="575" y="239"/>
                </a:lnTo>
                <a:lnTo>
                  <a:pt x="576" y="237"/>
                </a:lnTo>
                <a:lnTo>
                  <a:pt x="578" y="237"/>
                </a:lnTo>
                <a:lnTo>
                  <a:pt x="579" y="236"/>
                </a:lnTo>
                <a:lnTo>
                  <a:pt x="580" y="236"/>
                </a:lnTo>
                <a:lnTo>
                  <a:pt x="580" y="235"/>
                </a:lnTo>
                <a:lnTo>
                  <a:pt x="582" y="235"/>
                </a:lnTo>
                <a:lnTo>
                  <a:pt x="583" y="233"/>
                </a:lnTo>
                <a:lnTo>
                  <a:pt x="586" y="232"/>
                </a:lnTo>
                <a:lnTo>
                  <a:pt x="587" y="232"/>
                </a:lnTo>
                <a:lnTo>
                  <a:pt x="588" y="231"/>
                </a:lnTo>
                <a:lnTo>
                  <a:pt x="590" y="229"/>
                </a:lnTo>
                <a:lnTo>
                  <a:pt x="591" y="229"/>
                </a:lnTo>
                <a:lnTo>
                  <a:pt x="592" y="228"/>
                </a:lnTo>
                <a:lnTo>
                  <a:pt x="594" y="227"/>
                </a:lnTo>
                <a:lnTo>
                  <a:pt x="595" y="225"/>
                </a:lnTo>
                <a:lnTo>
                  <a:pt x="596" y="225"/>
                </a:lnTo>
                <a:lnTo>
                  <a:pt x="598" y="224"/>
                </a:lnTo>
                <a:lnTo>
                  <a:pt x="599" y="223"/>
                </a:lnTo>
                <a:lnTo>
                  <a:pt x="600" y="223"/>
                </a:lnTo>
                <a:lnTo>
                  <a:pt x="601" y="221"/>
                </a:lnTo>
                <a:lnTo>
                  <a:pt x="603" y="221"/>
                </a:lnTo>
                <a:lnTo>
                  <a:pt x="603" y="220"/>
                </a:lnTo>
                <a:lnTo>
                  <a:pt x="604" y="220"/>
                </a:lnTo>
                <a:lnTo>
                  <a:pt x="605" y="219"/>
                </a:lnTo>
                <a:lnTo>
                  <a:pt x="607" y="217"/>
                </a:lnTo>
                <a:lnTo>
                  <a:pt x="608" y="217"/>
                </a:lnTo>
                <a:lnTo>
                  <a:pt x="608" y="216"/>
                </a:lnTo>
                <a:lnTo>
                  <a:pt x="609" y="216"/>
                </a:lnTo>
                <a:lnTo>
                  <a:pt x="609" y="215"/>
                </a:lnTo>
                <a:lnTo>
                  <a:pt x="611" y="215"/>
                </a:lnTo>
                <a:lnTo>
                  <a:pt x="612" y="213"/>
                </a:lnTo>
                <a:lnTo>
                  <a:pt x="613" y="212"/>
                </a:lnTo>
                <a:lnTo>
                  <a:pt x="615" y="212"/>
                </a:lnTo>
                <a:lnTo>
                  <a:pt x="616" y="211"/>
                </a:lnTo>
                <a:lnTo>
                  <a:pt x="616" y="210"/>
                </a:lnTo>
                <a:lnTo>
                  <a:pt x="617" y="210"/>
                </a:lnTo>
                <a:lnTo>
                  <a:pt x="619" y="208"/>
                </a:lnTo>
                <a:lnTo>
                  <a:pt x="620" y="207"/>
                </a:lnTo>
                <a:lnTo>
                  <a:pt x="621" y="207"/>
                </a:lnTo>
                <a:lnTo>
                  <a:pt x="621" y="206"/>
                </a:lnTo>
                <a:lnTo>
                  <a:pt x="623" y="206"/>
                </a:lnTo>
                <a:lnTo>
                  <a:pt x="624" y="204"/>
                </a:lnTo>
                <a:lnTo>
                  <a:pt x="625" y="204"/>
                </a:lnTo>
                <a:lnTo>
                  <a:pt x="625" y="203"/>
                </a:lnTo>
                <a:lnTo>
                  <a:pt x="627" y="203"/>
                </a:lnTo>
                <a:lnTo>
                  <a:pt x="627" y="202"/>
                </a:lnTo>
                <a:lnTo>
                  <a:pt x="628" y="202"/>
                </a:lnTo>
                <a:lnTo>
                  <a:pt x="629" y="200"/>
                </a:lnTo>
                <a:lnTo>
                  <a:pt x="631" y="200"/>
                </a:lnTo>
                <a:lnTo>
                  <a:pt x="631" y="199"/>
                </a:lnTo>
                <a:lnTo>
                  <a:pt x="632" y="199"/>
                </a:lnTo>
                <a:lnTo>
                  <a:pt x="632" y="198"/>
                </a:lnTo>
                <a:lnTo>
                  <a:pt x="633" y="198"/>
                </a:lnTo>
                <a:lnTo>
                  <a:pt x="635" y="198"/>
                </a:lnTo>
                <a:lnTo>
                  <a:pt x="635" y="196"/>
                </a:lnTo>
                <a:lnTo>
                  <a:pt x="636" y="196"/>
                </a:lnTo>
                <a:lnTo>
                  <a:pt x="637" y="195"/>
                </a:lnTo>
                <a:lnTo>
                  <a:pt x="639" y="194"/>
                </a:lnTo>
                <a:lnTo>
                  <a:pt x="640" y="194"/>
                </a:lnTo>
                <a:lnTo>
                  <a:pt x="641" y="192"/>
                </a:lnTo>
                <a:lnTo>
                  <a:pt x="643" y="191"/>
                </a:lnTo>
                <a:lnTo>
                  <a:pt x="644" y="191"/>
                </a:lnTo>
                <a:lnTo>
                  <a:pt x="645" y="190"/>
                </a:lnTo>
                <a:lnTo>
                  <a:pt x="647" y="188"/>
                </a:lnTo>
                <a:lnTo>
                  <a:pt x="648" y="188"/>
                </a:lnTo>
                <a:lnTo>
                  <a:pt x="648" y="187"/>
                </a:lnTo>
                <a:lnTo>
                  <a:pt x="649" y="187"/>
                </a:lnTo>
                <a:lnTo>
                  <a:pt x="649" y="186"/>
                </a:lnTo>
                <a:lnTo>
                  <a:pt x="651" y="186"/>
                </a:lnTo>
                <a:lnTo>
                  <a:pt x="652" y="184"/>
                </a:lnTo>
                <a:lnTo>
                  <a:pt x="653" y="183"/>
                </a:lnTo>
                <a:lnTo>
                  <a:pt x="655" y="183"/>
                </a:lnTo>
                <a:lnTo>
                  <a:pt x="655" y="182"/>
                </a:lnTo>
                <a:lnTo>
                  <a:pt x="656" y="182"/>
                </a:lnTo>
                <a:lnTo>
                  <a:pt x="656" y="180"/>
                </a:lnTo>
                <a:lnTo>
                  <a:pt x="657" y="180"/>
                </a:lnTo>
                <a:lnTo>
                  <a:pt x="657" y="179"/>
                </a:lnTo>
                <a:lnTo>
                  <a:pt x="659" y="178"/>
                </a:lnTo>
                <a:lnTo>
                  <a:pt x="660" y="178"/>
                </a:lnTo>
                <a:lnTo>
                  <a:pt x="660" y="176"/>
                </a:lnTo>
                <a:lnTo>
                  <a:pt x="661" y="175"/>
                </a:lnTo>
                <a:lnTo>
                  <a:pt x="663" y="174"/>
                </a:lnTo>
                <a:lnTo>
                  <a:pt x="664" y="174"/>
                </a:lnTo>
                <a:lnTo>
                  <a:pt x="664" y="172"/>
                </a:lnTo>
                <a:lnTo>
                  <a:pt x="665" y="171"/>
                </a:lnTo>
                <a:lnTo>
                  <a:pt x="667" y="170"/>
                </a:lnTo>
                <a:lnTo>
                  <a:pt x="668" y="168"/>
                </a:lnTo>
                <a:lnTo>
                  <a:pt x="669" y="167"/>
                </a:lnTo>
                <a:lnTo>
                  <a:pt x="671" y="166"/>
                </a:lnTo>
                <a:lnTo>
                  <a:pt x="672" y="164"/>
                </a:lnTo>
                <a:lnTo>
                  <a:pt x="673" y="163"/>
                </a:lnTo>
                <a:lnTo>
                  <a:pt x="673" y="162"/>
                </a:lnTo>
                <a:lnTo>
                  <a:pt x="675" y="162"/>
                </a:lnTo>
                <a:lnTo>
                  <a:pt x="676" y="160"/>
                </a:lnTo>
                <a:lnTo>
                  <a:pt x="676" y="159"/>
                </a:lnTo>
                <a:lnTo>
                  <a:pt x="677" y="159"/>
                </a:lnTo>
                <a:lnTo>
                  <a:pt x="677" y="158"/>
                </a:lnTo>
                <a:lnTo>
                  <a:pt x="679" y="156"/>
                </a:lnTo>
                <a:lnTo>
                  <a:pt x="680" y="156"/>
                </a:lnTo>
                <a:lnTo>
                  <a:pt x="680" y="155"/>
                </a:lnTo>
                <a:lnTo>
                  <a:pt x="681" y="155"/>
                </a:lnTo>
                <a:lnTo>
                  <a:pt x="681" y="154"/>
                </a:lnTo>
                <a:lnTo>
                  <a:pt x="683" y="152"/>
                </a:lnTo>
                <a:lnTo>
                  <a:pt x="684" y="151"/>
                </a:lnTo>
                <a:lnTo>
                  <a:pt x="684" y="150"/>
                </a:lnTo>
                <a:lnTo>
                  <a:pt x="685" y="150"/>
                </a:lnTo>
                <a:lnTo>
                  <a:pt x="687" y="148"/>
                </a:lnTo>
                <a:lnTo>
                  <a:pt x="687" y="147"/>
                </a:lnTo>
                <a:lnTo>
                  <a:pt x="688" y="146"/>
                </a:lnTo>
                <a:lnTo>
                  <a:pt x="689" y="144"/>
                </a:lnTo>
                <a:lnTo>
                  <a:pt x="691" y="143"/>
                </a:lnTo>
                <a:lnTo>
                  <a:pt x="691" y="142"/>
                </a:lnTo>
                <a:lnTo>
                  <a:pt x="692" y="140"/>
                </a:lnTo>
                <a:lnTo>
                  <a:pt x="693" y="139"/>
                </a:lnTo>
                <a:lnTo>
                  <a:pt x="695" y="138"/>
                </a:lnTo>
                <a:lnTo>
                  <a:pt x="696" y="136"/>
                </a:lnTo>
                <a:lnTo>
                  <a:pt x="697" y="134"/>
                </a:lnTo>
                <a:lnTo>
                  <a:pt x="700" y="132"/>
                </a:lnTo>
                <a:lnTo>
                  <a:pt x="701" y="131"/>
                </a:lnTo>
                <a:lnTo>
                  <a:pt x="702" y="130"/>
                </a:lnTo>
                <a:lnTo>
                  <a:pt x="704" y="127"/>
                </a:lnTo>
                <a:lnTo>
                  <a:pt x="704" y="126"/>
                </a:lnTo>
                <a:lnTo>
                  <a:pt x="705" y="124"/>
                </a:lnTo>
                <a:lnTo>
                  <a:pt x="706" y="123"/>
                </a:lnTo>
                <a:lnTo>
                  <a:pt x="708" y="122"/>
                </a:lnTo>
                <a:lnTo>
                  <a:pt x="709" y="122"/>
                </a:lnTo>
                <a:lnTo>
                  <a:pt x="709" y="120"/>
                </a:lnTo>
                <a:lnTo>
                  <a:pt x="710" y="119"/>
                </a:lnTo>
                <a:lnTo>
                  <a:pt x="712" y="118"/>
                </a:lnTo>
                <a:lnTo>
                  <a:pt x="712" y="117"/>
                </a:lnTo>
                <a:lnTo>
                  <a:pt x="713" y="117"/>
                </a:lnTo>
                <a:lnTo>
                  <a:pt x="713" y="115"/>
                </a:lnTo>
                <a:lnTo>
                  <a:pt x="714" y="114"/>
                </a:lnTo>
                <a:lnTo>
                  <a:pt x="714" y="113"/>
                </a:lnTo>
                <a:lnTo>
                  <a:pt x="716" y="113"/>
                </a:lnTo>
                <a:lnTo>
                  <a:pt x="717" y="111"/>
                </a:lnTo>
                <a:lnTo>
                  <a:pt x="717" y="110"/>
                </a:lnTo>
                <a:lnTo>
                  <a:pt x="718" y="109"/>
                </a:lnTo>
                <a:lnTo>
                  <a:pt x="720" y="107"/>
                </a:lnTo>
                <a:lnTo>
                  <a:pt x="720" y="106"/>
                </a:lnTo>
                <a:lnTo>
                  <a:pt x="721" y="105"/>
                </a:lnTo>
                <a:lnTo>
                  <a:pt x="722" y="103"/>
                </a:lnTo>
                <a:lnTo>
                  <a:pt x="724" y="102"/>
                </a:lnTo>
                <a:lnTo>
                  <a:pt x="724" y="101"/>
                </a:lnTo>
                <a:lnTo>
                  <a:pt x="725" y="99"/>
                </a:lnTo>
                <a:lnTo>
                  <a:pt x="726" y="97"/>
                </a:lnTo>
                <a:lnTo>
                  <a:pt x="728" y="95"/>
                </a:lnTo>
                <a:lnTo>
                  <a:pt x="729" y="94"/>
                </a:lnTo>
                <a:lnTo>
                  <a:pt x="730" y="91"/>
                </a:lnTo>
                <a:lnTo>
                  <a:pt x="733" y="89"/>
                </a:lnTo>
                <a:lnTo>
                  <a:pt x="734" y="87"/>
                </a:lnTo>
                <a:lnTo>
                  <a:pt x="736" y="86"/>
                </a:lnTo>
                <a:lnTo>
                  <a:pt x="737" y="83"/>
                </a:lnTo>
                <a:lnTo>
                  <a:pt x="737" y="82"/>
                </a:lnTo>
                <a:lnTo>
                  <a:pt x="738" y="81"/>
                </a:lnTo>
                <a:lnTo>
                  <a:pt x="740" y="79"/>
                </a:lnTo>
                <a:lnTo>
                  <a:pt x="741" y="78"/>
                </a:lnTo>
                <a:lnTo>
                  <a:pt x="742" y="77"/>
                </a:lnTo>
                <a:lnTo>
                  <a:pt x="742" y="75"/>
                </a:lnTo>
                <a:lnTo>
                  <a:pt x="744" y="74"/>
                </a:lnTo>
                <a:lnTo>
                  <a:pt x="745" y="73"/>
                </a:lnTo>
                <a:lnTo>
                  <a:pt x="745" y="71"/>
                </a:lnTo>
                <a:lnTo>
                  <a:pt x="746" y="70"/>
                </a:lnTo>
                <a:lnTo>
                  <a:pt x="746" y="69"/>
                </a:lnTo>
                <a:lnTo>
                  <a:pt x="748" y="67"/>
                </a:lnTo>
                <a:lnTo>
                  <a:pt x="749" y="67"/>
                </a:lnTo>
                <a:lnTo>
                  <a:pt x="749" y="66"/>
                </a:lnTo>
                <a:lnTo>
                  <a:pt x="750" y="65"/>
                </a:lnTo>
                <a:lnTo>
                  <a:pt x="750" y="63"/>
                </a:lnTo>
                <a:lnTo>
                  <a:pt x="752" y="62"/>
                </a:lnTo>
                <a:lnTo>
                  <a:pt x="753" y="61"/>
                </a:lnTo>
                <a:lnTo>
                  <a:pt x="754" y="59"/>
                </a:lnTo>
                <a:lnTo>
                  <a:pt x="754" y="58"/>
                </a:lnTo>
                <a:lnTo>
                  <a:pt x="756" y="57"/>
                </a:lnTo>
                <a:lnTo>
                  <a:pt x="757" y="55"/>
                </a:lnTo>
                <a:lnTo>
                  <a:pt x="758" y="54"/>
                </a:lnTo>
                <a:lnTo>
                  <a:pt x="760" y="51"/>
                </a:lnTo>
                <a:lnTo>
                  <a:pt x="761" y="50"/>
                </a:lnTo>
                <a:lnTo>
                  <a:pt x="762" y="49"/>
                </a:lnTo>
                <a:lnTo>
                  <a:pt x="764" y="46"/>
                </a:lnTo>
                <a:lnTo>
                  <a:pt x="765" y="43"/>
                </a:lnTo>
                <a:lnTo>
                  <a:pt x="766" y="42"/>
                </a:lnTo>
                <a:lnTo>
                  <a:pt x="768" y="39"/>
                </a:lnTo>
                <a:lnTo>
                  <a:pt x="769" y="38"/>
                </a:lnTo>
                <a:lnTo>
                  <a:pt x="770" y="35"/>
                </a:lnTo>
                <a:lnTo>
                  <a:pt x="772" y="34"/>
                </a:lnTo>
                <a:lnTo>
                  <a:pt x="773" y="33"/>
                </a:lnTo>
                <a:lnTo>
                  <a:pt x="774" y="31"/>
                </a:lnTo>
                <a:lnTo>
                  <a:pt x="776" y="30"/>
                </a:lnTo>
                <a:lnTo>
                  <a:pt x="776" y="29"/>
                </a:lnTo>
                <a:lnTo>
                  <a:pt x="777" y="27"/>
                </a:lnTo>
                <a:lnTo>
                  <a:pt x="778" y="26"/>
                </a:lnTo>
                <a:lnTo>
                  <a:pt x="778" y="25"/>
                </a:lnTo>
                <a:lnTo>
                  <a:pt x="780" y="24"/>
                </a:lnTo>
                <a:lnTo>
                  <a:pt x="781" y="22"/>
                </a:lnTo>
                <a:lnTo>
                  <a:pt x="781" y="21"/>
                </a:lnTo>
                <a:lnTo>
                  <a:pt x="782" y="21"/>
                </a:lnTo>
                <a:lnTo>
                  <a:pt x="782" y="20"/>
                </a:lnTo>
                <a:lnTo>
                  <a:pt x="784" y="18"/>
                </a:lnTo>
                <a:lnTo>
                  <a:pt x="784" y="17"/>
                </a:lnTo>
                <a:lnTo>
                  <a:pt x="785" y="17"/>
                </a:lnTo>
                <a:lnTo>
                  <a:pt x="785" y="16"/>
                </a:lnTo>
                <a:lnTo>
                  <a:pt x="786" y="14"/>
                </a:lnTo>
                <a:lnTo>
                  <a:pt x="786" y="13"/>
                </a:lnTo>
                <a:lnTo>
                  <a:pt x="788" y="12"/>
                </a:lnTo>
                <a:lnTo>
                  <a:pt x="788" y="10"/>
                </a:lnTo>
                <a:lnTo>
                  <a:pt x="789" y="9"/>
                </a:lnTo>
                <a:lnTo>
                  <a:pt x="789" y="8"/>
                </a:lnTo>
                <a:lnTo>
                  <a:pt x="790" y="6"/>
                </a:lnTo>
                <a:lnTo>
                  <a:pt x="791" y="5"/>
                </a:lnTo>
                <a:lnTo>
                  <a:pt x="791" y="4"/>
                </a:lnTo>
                <a:lnTo>
                  <a:pt x="793" y="2"/>
                </a:lnTo>
                <a:lnTo>
                  <a:pt x="794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7" name="Freeform 42">
            <a:extLst>
              <a:ext uri="{FF2B5EF4-FFF2-40B4-BE49-F238E27FC236}">
                <a16:creationId xmlns:a16="http://schemas.microsoft.com/office/drawing/2014/main" id="{E5F08210-0FA2-4F5F-BC23-3FD0544CBEE4}"/>
              </a:ext>
            </a:extLst>
          </p:cNvPr>
          <p:cNvSpPr>
            <a:spLocks/>
          </p:cNvSpPr>
          <p:nvPr/>
        </p:nvSpPr>
        <p:spPr bwMode="auto">
          <a:xfrm>
            <a:off x="5884863" y="2400300"/>
            <a:ext cx="76200" cy="252413"/>
          </a:xfrm>
          <a:custGeom>
            <a:avLst/>
            <a:gdLst>
              <a:gd name="T0" fmla="*/ 2147483646 w 94"/>
              <a:gd name="T1" fmla="*/ 2147483646 h 318"/>
              <a:gd name="T2" fmla="*/ 2147483646 w 94"/>
              <a:gd name="T3" fmla="*/ 2147483646 h 318"/>
              <a:gd name="T4" fmla="*/ 2147483646 w 94"/>
              <a:gd name="T5" fmla="*/ 2147483646 h 318"/>
              <a:gd name="T6" fmla="*/ 2147483646 w 94"/>
              <a:gd name="T7" fmla="*/ 2147483646 h 318"/>
              <a:gd name="T8" fmla="*/ 2147483646 w 94"/>
              <a:gd name="T9" fmla="*/ 2147483646 h 318"/>
              <a:gd name="T10" fmla="*/ 2147483646 w 94"/>
              <a:gd name="T11" fmla="*/ 2147483646 h 318"/>
              <a:gd name="T12" fmla="*/ 2147483646 w 94"/>
              <a:gd name="T13" fmla="*/ 2147483646 h 318"/>
              <a:gd name="T14" fmla="*/ 2147483646 w 94"/>
              <a:gd name="T15" fmla="*/ 2147483646 h 318"/>
              <a:gd name="T16" fmla="*/ 2147483646 w 94"/>
              <a:gd name="T17" fmla="*/ 2147483646 h 318"/>
              <a:gd name="T18" fmla="*/ 2147483646 w 94"/>
              <a:gd name="T19" fmla="*/ 2147483646 h 318"/>
              <a:gd name="T20" fmla="*/ 2147483646 w 94"/>
              <a:gd name="T21" fmla="*/ 2147483646 h 318"/>
              <a:gd name="T22" fmla="*/ 2147483646 w 94"/>
              <a:gd name="T23" fmla="*/ 2147483646 h 318"/>
              <a:gd name="T24" fmla="*/ 2147483646 w 94"/>
              <a:gd name="T25" fmla="*/ 2147483646 h 318"/>
              <a:gd name="T26" fmla="*/ 2147483646 w 94"/>
              <a:gd name="T27" fmla="*/ 2147483646 h 318"/>
              <a:gd name="T28" fmla="*/ 2147483646 w 94"/>
              <a:gd name="T29" fmla="*/ 2147483646 h 318"/>
              <a:gd name="T30" fmla="*/ 2147483646 w 94"/>
              <a:gd name="T31" fmla="*/ 2147483646 h 318"/>
              <a:gd name="T32" fmla="*/ 2147483646 w 94"/>
              <a:gd name="T33" fmla="*/ 2147483646 h 318"/>
              <a:gd name="T34" fmla="*/ 2147483646 w 94"/>
              <a:gd name="T35" fmla="*/ 2147483646 h 318"/>
              <a:gd name="T36" fmla="*/ 2147483646 w 94"/>
              <a:gd name="T37" fmla="*/ 2147483646 h 318"/>
              <a:gd name="T38" fmla="*/ 2147483646 w 94"/>
              <a:gd name="T39" fmla="*/ 2147483646 h 318"/>
              <a:gd name="T40" fmla="*/ 2147483646 w 94"/>
              <a:gd name="T41" fmla="*/ 2147483646 h 318"/>
              <a:gd name="T42" fmla="*/ 2147483646 w 94"/>
              <a:gd name="T43" fmla="*/ 2147483646 h 318"/>
              <a:gd name="T44" fmla="*/ 2147483646 w 94"/>
              <a:gd name="T45" fmla="*/ 2147483646 h 318"/>
              <a:gd name="T46" fmla="*/ 2147483646 w 94"/>
              <a:gd name="T47" fmla="*/ 2147483646 h 318"/>
              <a:gd name="T48" fmla="*/ 2147483646 w 94"/>
              <a:gd name="T49" fmla="*/ 2147483646 h 318"/>
              <a:gd name="T50" fmla="*/ 2147483646 w 94"/>
              <a:gd name="T51" fmla="*/ 2147483646 h 318"/>
              <a:gd name="T52" fmla="*/ 2147483646 w 94"/>
              <a:gd name="T53" fmla="*/ 2147483646 h 318"/>
              <a:gd name="T54" fmla="*/ 2147483646 w 94"/>
              <a:gd name="T55" fmla="*/ 2147483646 h 318"/>
              <a:gd name="T56" fmla="*/ 2147483646 w 94"/>
              <a:gd name="T57" fmla="*/ 2147483646 h 318"/>
              <a:gd name="T58" fmla="*/ 2147483646 w 94"/>
              <a:gd name="T59" fmla="*/ 2147483646 h 318"/>
              <a:gd name="T60" fmla="*/ 2147483646 w 94"/>
              <a:gd name="T61" fmla="*/ 2147483646 h 318"/>
              <a:gd name="T62" fmla="*/ 2147483646 w 94"/>
              <a:gd name="T63" fmla="*/ 2147483646 h 318"/>
              <a:gd name="T64" fmla="*/ 2147483646 w 94"/>
              <a:gd name="T65" fmla="*/ 2147483646 h 318"/>
              <a:gd name="T66" fmla="*/ 2147483646 w 94"/>
              <a:gd name="T67" fmla="*/ 2147483646 h 318"/>
              <a:gd name="T68" fmla="*/ 2147483646 w 94"/>
              <a:gd name="T69" fmla="*/ 2147483646 h 318"/>
              <a:gd name="T70" fmla="*/ 2147483646 w 94"/>
              <a:gd name="T71" fmla="*/ 2147483646 h 318"/>
              <a:gd name="T72" fmla="*/ 2147483646 w 94"/>
              <a:gd name="T73" fmla="*/ 2147483646 h 318"/>
              <a:gd name="T74" fmla="*/ 2147483646 w 94"/>
              <a:gd name="T75" fmla="*/ 2147483646 h 318"/>
              <a:gd name="T76" fmla="*/ 2147483646 w 94"/>
              <a:gd name="T77" fmla="*/ 2147483646 h 318"/>
              <a:gd name="T78" fmla="*/ 2147483646 w 94"/>
              <a:gd name="T79" fmla="*/ 2147483646 h 318"/>
              <a:gd name="T80" fmla="*/ 2147483646 w 94"/>
              <a:gd name="T81" fmla="*/ 2147483646 h 318"/>
              <a:gd name="T82" fmla="*/ 2147483646 w 94"/>
              <a:gd name="T83" fmla="*/ 2147483646 h 318"/>
              <a:gd name="T84" fmla="*/ 2147483646 w 94"/>
              <a:gd name="T85" fmla="*/ 2147483646 h 318"/>
              <a:gd name="T86" fmla="*/ 2147483646 w 94"/>
              <a:gd name="T87" fmla="*/ 2147483646 h 318"/>
              <a:gd name="T88" fmla="*/ 2147483646 w 94"/>
              <a:gd name="T89" fmla="*/ 2147483646 h 318"/>
              <a:gd name="T90" fmla="*/ 2147483646 w 94"/>
              <a:gd name="T91" fmla="*/ 2147483646 h 318"/>
              <a:gd name="T92" fmla="*/ 2147483646 w 94"/>
              <a:gd name="T93" fmla="*/ 2147483646 h 318"/>
              <a:gd name="T94" fmla="*/ 2147483646 w 94"/>
              <a:gd name="T95" fmla="*/ 2147483646 h 318"/>
              <a:gd name="T96" fmla="*/ 2147483646 w 94"/>
              <a:gd name="T97" fmla="*/ 2147483646 h 318"/>
              <a:gd name="T98" fmla="*/ 2147483646 w 94"/>
              <a:gd name="T99" fmla="*/ 2147483646 h 318"/>
              <a:gd name="T100" fmla="*/ 2147483646 w 94"/>
              <a:gd name="T101" fmla="*/ 2147483646 h 318"/>
              <a:gd name="T102" fmla="*/ 2147483646 w 94"/>
              <a:gd name="T103" fmla="*/ 2147483646 h 318"/>
              <a:gd name="T104" fmla="*/ 2147483646 w 94"/>
              <a:gd name="T105" fmla="*/ 2147483646 h 318"/>
              <a:gd name="T106" fmla="*/ 2147483646 w 94"/>
              <a:gd name="T107" fmla="*/ 2147483646 h 318"/>
              <a:gd name="T108" fmla="*/ 2147483646 w 94"/>
              <a:gd name="T109" fmla="*/ 2147483646 h 318"/>
              <a:gd name="T110" fmla="*/ 2147483646 w 94"/>
              <a:gd name="T111" fmla="*/ 2147483646 h 318"/>
              <a:gd name="T112" fmla="*/ 2147483646 w 94"/>
              <a:gd name="T113" fmla="*/ 2147483646 h 31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94"/>
              <a:gd name="T172" fmla="*/ 0 h 318"/>
              <a:gd name="T173" fmla="*/ 94 w 94"/>
              <a:gd name="T174" fmla="*/ 318 h 31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94" h="318">
                <a:moveTo>
                  <a:pt x="0" y="0"/>
                </a:moveTo>
                <a:lnTo>
                  <a:pt x="2" y="4"/>
                </a:lnTo>
                <a:lnTo>
                  <a:pt x="4" y="8"/>
                </a:lnTo>
                <a:lnTo>
                  <a:pt x="5" y="11"/>
                </a:lnTo>
                <a:lnTo>
                  <a:pt x="8" y="13"/>
                </a:lnTo>
                <a:lnTo>
                  <a:pt x="9" y="16"/>
                </a:lnTo>
                <a:lnTo>
                  <a:pt x="10" y="19"/>
                </a:lnTo>
                <a:lnTo>
                  <a:pt x="12" y="21"/>
                </a:lnTo>
                <a:lnTo>
                  <a:pt x="13" y="23"/>
                </a:lnTo>
                <a:lnTo>
                  <a:pt x="14" y="25"/>
                </a:lnTo>
                <a:lnTo>
                  <a:pt x="14" y="27"/>
                </a:lnTo>
                <a:lnTo>
                  <a:pt x="16" y="29"/>
                </a:lnTo>
                <a:lnTo>
                  <a:pt x="17" y="31"/>
                </a:lnTo>
                <a:lnTo>
                  <a:pt x="17" y="32"/>
                </a:lnTo>
                <a:lnTo>
                  <a:pt x="18" y="33"/>
                </a:lnTo>
                <a:lnTo>
                  <a:pt x="20" y="35"/>
                </a:lnTo>
                <a:lnTo>
                  <a:pt x="20" y="37"/>
                </a:lnTo>
                <a:lnTo>
                  <a:pt x="21" y="39"/>
                </a:lnTo>
                <a:lnTo>
                  <a:pt x="22" y="40"/>
                </a:lnTo>
                <a:lnTo>
                  <a:pt x="22" y="41"/>
                </a:lnTo>
                <a:lnTo>
                  <a:pt x="24" y="43"/>
                </a:lnTo>
                <a:lnTo>
                  <a:pt x="24" y="44"/>
                </a:lnTo>
                <a:lnTo>
                  <a:pt x="24" y="45"/>
                </a:lnTo>
                <a:lnTo>
                  <a:pt x="25" y="47"/>
                </a:lnTo>
                <a:lnTo>
                  <a:pt x="25" y="48"/>
                </a:lnTo>
                <a:lnTo>
                  <a:pt x="26" y="49"/>
                </a:lnTo>
                <a:lnTo>
                  <a:pt x="26" y="51"/>
                </a:lnTo>
                <a:lnTo>
                  <a:pt x="28" y="52"/>
                </a:lnTo>
                <a:lnTo>
                  <a:pt x="28" y="53"/>
                </a:lnTo>
                <a:lnTo>
                  <a:pt x="29" y="56"/>
                </a:lnTo>
                <a:lnTo>
                  <a:pt x="29" y="57"/>
                </a:lnTo>
                <a:lnTo>
                  <a:pt x="30" y="59"/>
                </a:lnTo>
                <a:lnTo>
                  <a:pt x="30" y="61"/>
                </a:lnTo>
                <a:lnTo>
                  <a:pt x="32" y="63"/>
                </a:lnTo>
                <a:lnTo>
                  <a:pt x="32" y="64"/>
                </a:lnTo>
                <a:lnTo>
                  <a:pt x="33" y="65"/>
                </a:lnTo>
                <a:lnTo>
                  <a:pt x="33" y="66"/>
                </a:lnTo>
                <a:lnTo>
                  <a:pt x="34" y="68"/>
                </a:lnTo>
                <a:lnTo>
                  <a:pt x="34" y="69"/>
                </a:lnTo>
                <a:lnTo>
                  <a:pt x="34" y="70"/>
                </a:lnTo>
                <a:lnTo>
                  <a:pt x="36" y="72"/>
                </a:lnTo>
                <a:lnTo>
                  <a:pt x="36" y="73"/>
                </a:lnTo>
                <a:lnTo>
                  <a:pt x="36" y="74"/>
                </a:lnTo>
                <a:lnTo>
                  <a:pt x="37" y="76"/>
                </a:lnTo>
                <a:lnTo>
                  <a:pt x="37" y="77"/>
                </a:lnTo>
                <a:lnTo>
                  <a:pt x="38" y="78"/>
                </a:lnTo>
                <a:lnTo>
                  <a:pt x="38" y="80"/>
                </a:lnTo>
                <a:lnTo>
                  <a:pt x="40" y="81"/>
                </a:lnTo>
                <a:lnTo>
                  <a:pt x="40" y="82"/>
                </a:lnTo>
                <a:lnTo>
                  <a:pt x="40" y="84"/>
                </a:lnTo>
                <a:lnTo>
                  <a:pt x="41" y="85"/>
                </a:lnTo>
                <a:lnTo>
                  <a:pt x="41" y="86"/>
                </a:lnTo>
                <a:lnTo>
                  <a:pt x="41" y="88"/>
                </a:lnTo>
                <a:lnTo>
                  <a:pt x="42" y="89"/>
                </a:lnTo>
                <a:lnTo>
                  <a:pt x="42" y="90"/>
                </a:lnTo>
                <a:lnTo>
                  <a:pt x="42" y="92"/>
                </a:lnTo>
                <a:lnTo>
                  <a:pt x="44" y="93"/>
                </a:lnTo>
                <a:lnTo>
                  <a:pt x="44" y="94"/>
                </a:lnTo>
                <a:lnTo>
                  <a:pt x="45" y="97"/>
                </a:lnTo>
                <a:lnTo>
                  <a:pt x="45" y="98"/>
                </a:lnTo>
                <a:lnTo>
                  <a:pt x="46" y="101"/>
                </a:lnTo>
                <a:lnTo>
                  <a:pt x="48" y="102"/>
                </a:lnTo>
                <a:lnTo>
                  <a:pt x="48" y="105"/>
                </a:lnTo>
                <a:lnTo>
                  <a:pt x="49" y="108"/>
                </a:lnTo>
                <a:lnTo>
                  <a:pt x="49" y="109"/>
                </a:lnTo>
                <a:lnTo>
                  <a:pt x="50" y="110"/>
                </a:lnTo>
                <a:lnTo>
                  <a:pt x="51" y="113"/>
                </a:lnTo>
                <a:lnTo>
                  <a:pt x="51" y="114"/>
                </a:lnTo>
                <a:lnTo>
                  <a:pt x="51" y="116"/>
                </a:lnTo>
                <a:lnTo>
                  <a:pt x="53" y="117"/>
                </a:lnTo>
                <a:lnTo>
                  <a:pt x="53" y="118"/>
                </a:lnTo>
                <a:lnTo>
                  <a:pt x="54" y="120"/>
                </a:lnTo>
                <a:lnTo>
                  <a:pt x="54" y="121"/>
                </a:lnTo>
                <a:lnTo>
                  <a:pt x="54" y="122"/>
                </a:lnTo>
                <a:lnTo>
                  <a:pt x="55" y="124"/>
                </a:lnTo>
                <a:lnTo>
                  <a:pt x="55" y="125"/>
                </a:lnTo>
                <a:lnTo>
                  <a:pt x="55" y="126"/>
                </a:lnTo>
                <a:lnTo>
                  <a:pt x="57" y="126"/>
                </a:lnTo>
                <a:lnTo>
                  <a:pt x="57" y="128"/>
                </a:lnTo>
                <a:lnTo>
                  <a:pt x="57" y="129"/>
                </a:lnTo>
                <a:lnTo>
                  <a:pt x="57" y="130"/>
                </a:lnTo>
                <a:lnTo>
                  <a:pt x="58" y="132"/>
                </a:lnTo>
                <a:lnTo>
                  <a:pt x="58" y="133"/>
                </a:lnTo>
                <a:lnTo>
                  <a:pt x="58" y="134"/>
                </a:lnTo>
                <a:lnTo>
                  <a:pt x="59" y="136"/>
                </a:lnTo>
                <a:lnTo>
                  <a:pt x="59" y="137"/>
                </a:lnTo>
                <a:lnTo>
                  <a:pt x="59" y="138"/>
                </a:lnTo>
                <a:lnTo>
                  <a:pt x="61" y="140"/>
                </a:lnTo>
                <a:lnTo>
                  <a:pt x="61" y="141"/>
                </a:lnTo>
                <a:lnTo>
                  <a:pt x="61" y="144"/>
                </a:lnTo>
                <a:lnTo>
                  <a:pt x="62" y="145"/>
                </a:lnTo>
                <a:lnTo>
                  <a:pt x="62" y="146"/>
                </a:lnTo>
                <a:lnTo>
                  <a:pt x="63" y="149"/>
                </a:lnTo>
                <a:lnTo>
                  <a:pt x="63" y="152"/>
                </a:lnTo>
                <a:lnTo>
                  <a:pt x="65" y="153"/>
                </a:lnTo>
                <a:lnTo>
                  <a:pt x="65" y="156"/>
                </a:lnTo>
                <a:lnTo>
                  <a:pt x="66" y="157"/>
                </a:lnTo>
                <a:lnTo>
                  <a:pt x="66" y="159"/>
                </a:lnTo>
                <a:lnTo>
                  <a:pt x="67" y="161"/>
                </a:lnTo>
                <a:lnTo>
                  <a:pt x="67" y="162"/>
                </a:lnTo>
                <a:lnTo>
                  <a:pt x="67" y="163"/>
                </a:lnTo>
                <a:lnTo>
                  <a:pt x="69" y="165"/>
                </a:lnTo>
                <a:lnTo>
                  <a:pt x="69" y="166"/>
                </a:lnTo>
                <a:lnTo>
                  <a:pt x="69" y="167"/>
                </a:lnTo>
                <a:lnTo>
                  <a:pt x="70" y="169"/>
                </a:lnTo>
                <a:lnTo>
                  <a:pt x="70" y="170"/>
                </a:lnTo>
                <a:lnTo>
                  <a:pt x="70" y="171"/>
                </a:lnTo>
                <a:lnTo>
                  <a:pt x="70" y="173"/>
                </a:lnTo>
                <a:lnTo>
                  <a:pt x="71" y="174"/>
                </a:lnTo>
                <a:lnTo>
                  <a:pt x="71" y="175"/>
                </a:lnTo>
                <a:lnTo>
                  <a:pt x="71" y="177"/>
                </a:lnTo>
                <a:lnTo>
                  <a:pt x="73" y="178"/>
                </a:lnTo>
                <a:lnTo>
                  <a:pt x="73" y="179"/>
                </a:lnTo>
                <a:lnTo>
                  <a:pt x="73" y="181"/>
                </a:lnTo>
                <a:lnTo>
                  <a:pt x="74" y="182"/>
                </a:lnTo>
                <a:lnTo>
                  <a:pt x="74" y="183"/>
                </a:lnTo>
                <a:lnTo>
                  <a:pt x="74" y="185"/>
                </a:lnTo>
                <a:lnTo>
                  <a:pt x="74" y="186"/>
                </a:lnTo>
                <a:lnTo>
                  <a:pt x="75" y="187"/>
                </a:lnTo>
                <a:lnTo>
                  <a:pt x="75" y="190"/>
                </a:lnTo>
                <a:lnTo>
                  <a:pt x="77" y="191"/>
                </a:lnTo>
                <a:lnTo>
                  <a:pt x="77" y="193"/>
                </a:lnTo>
                <a:lnTo>
                  <a:pt x="77" y="195"/>
                </a:lnTo>
                <a:lnTo>
                  <a:pt x="78" y="197"/>
                </a:lnTo>
                <a:lnTo>
                  <a:pt x="78" y="199"/>
                </a:lnTo>
                <a:lnTo>
                  <a:pt x="79" y="201"/>
                </a:lnTo>
                <a:lnTo>
                  <a:pt x="79" y="203"/>
                </a:lnTo>
                <a:lnTo>
                  <a:pt x="81" y="206"/>
                </a:lnTo>
                <a:lnTo>
                  <a:pt x="81" y="207"/>
                </a:lnTo>
                <a:lnTo>
                  <a:pt x="82" y="209"/>
                </a:lnTo>
                <a:lnTo>
                  <a:pt x="82" y="210"/>
                </a:lnTo>
                <a:lnTo>
                  <a:pt x="82" y="213"/>
                </a:lnTo>
                <a:lnTo>
                  <a:pt x="83" y="214"/>
                </a:lnTo>
                <a:lnTo>
                  <a:pt x="83" y="215"/>
                </a:lnTo>
                <a:lnTo>
                  <a:pt x="83" y="217"/>
                </a:lnTo>
                <a:lnTo>
                  <a:pt x="85" y="218"/>
                </a:lnTo>
                <a:lnTo>
                  <a:pt x="85" y="219"/>
                </a:lnTo>
                <a:lnTo>
                  <a:pt x="85" y="221"/>
                </a:lnTo>
                <a:lnTo>
                  <a:pt x="85" y="222"/>
                </a:lnTo>
                <a:lnTo>
                  <a:pt x="86" y="223"/>
                </a:lnTo>
                <a:lnTo>
                  <a:pt x="86" y="225"/>
                </a:lnTo>
                <a:lnTo>
                  <a:pt x="86" y="226"/>
                </a:lnTo>
                <a:lnTo>
                  <a:pt x="86" y="227"/>
                </a:lnTo>
                <a:lnTo>
                  <a:pt x="86" y="229"/>
                </a:lnTo>
                <a:lnTo>
                  <a:pt x="86" y="230"/>
                </a:lnTo>
                <a:lnTo>
                  <a:pt x="87" y="231"/>
                </a:lnTo>
                <a:lnTo>
                  <a:pt x="87" y="233"/>
                </a:lnTo>
                <a:lnTo>
                  <a:pt x="87" y="234"/>
                </a:lnTo>
                <a:lnTo>
                  <a:pt x="87" y="235"/>
                </a:lnTo>
                <a:lnTo>
                  <a:pt x="87" y="237"/>
                </a:lnTo>
                <a:lnTo>
                  <a:pt x="87" y="239"/>
                </a:lnTo>
                <a:lnTo>
                  <a:pt x="87" y="241"/>
                </a:lnTo>
                <a:lnTo>
                  <a:pt x="87" y="242"/>
                </a:lnTo>
                <a:lnTo>
                  <a:pt x="87" y="245"/>
                </a:lnTo>
                <a:lnTo>
                  <a:pt x="89" y="246"/>
                </a:lnTo>
                <a:lnTo>
                  <a:pt x="89" y="247"/>
                </a:lnTo>
                <a:lnTo>
                  <a:pt x="89" y="250"/>
                </a:lnTo>
                <a:lnTo>
                  <a:pt x="89" y="251"/>
                </a:lnTo>
                <a:lnTo>
                  <a:pt x="89" y="252"/>
                </a:lnTo>
                <a:lnTo>
                  <a:pt x="89" y="254"/>
                </a:lnTo>
                <a:lnTo>
                  <a:pt x="89" y="255"/>
                </a:lnTo>
                <a:lnTo>
                  <a:pt x="89" y="256"/>
                </a:lnTo>
                <a:lnTo>
                  <a:pt x="89" y="258"/>
                </a:lnTo>
                <a:lnTo>
                  <a:pt x="89" y="259"/>
                </a:lnTo>
                <a:lnTo>
                  <a:pt x="89" y="260"/>
                </a:lnTo>
                <a:lnTo>
                  <a:pt x="90" y="262"/>
                </a:lnTo>
                <a:lnTo>
                  <a:pt x="90" y="263"/>
                </a:lnTo>
                <a:lnTo>
                  <a:pt x="90" y="264"/>
                </a:lnTo>
                <a:lnTo>
                  <a:pt x="90" y="266"/>
                </a:lnTo>
                <a:lnTo>
                  <a:pt x="90" y="267"/>
                </a:lnTo>
                <a:lnTo>
                  <a:pt x="90" y="268"/>
                </a:lnTo>
                <a:lnTo>
                  <a:pt x="90" y="270"/>
                </a:lnTo>
                <a:lnTo>
                  <a:pt x="91" y="271"/>
                </a:lnTo>
                <a:lnTo>
                  <a:pt x="91" y="272"/>
                </a:lnTo>
                <a:lnTo>
                  <a:pt x="91" y="274"/>
                </a:lnTo>
                <a:lnTo>
                  <a:pt x="91" y="275"/>
                </a:lnTo>
                <a:lnTo>
                  <a:pt x="91" y="276"/>
                </a:lnTo>
                <a:lnTo>
                  <a:pt x="91" y="278"/>
                </a:lnTo>
                <a:lnTo>
                  <a:pt x="93" y="278"/>
                </a:lnTo>
                <a:lnTo>
                  <a:pt x="93" y="279"/>
                </a:lnTo>
                <a:lnTo>
                  <a:pt x="93" y="280"/>
                </a:lnTo>
                <a:lnTo>
                  <a:pt x="93" y="282"/>
                </a:lnTo>
                <a:lnTo>
                  <a:pt x="93" y="283"/>
                </a:lnTo>
                <a:lnTo>
                  <a:pt x="94" y="284"/>
                </a:lnTo>
                <a:lnTo>
                  <a:pt x="94" y="286"/>
                </a:lnTo>
                <a:lnTo>
                  <a:pt x="94" y="287"/>
                </a:lnTo>
                <a:lnTo>
                  <a:pt x="94" y="288"/>
                </a:lnTo>
                <a:lnTo>
                  <a:pt x="94" y="290"/>
                </a:lnTo>
                <a:lnTo>
                  <a:pt x="94" y="291"/>
                </a:lnTo>
                <a:lnTo>
                  <a:pt x="94" y="292"/>
                </a:lnTo>
                <a:lnTo>
                  <a:pt x="94" y="294"/>
                </a:lnTo>
                <a:lnTo>
                  <a:pt x="94" y="295"/>
                </a:lnTo>
                <a:lnTo>
                  <a:pt x="94" y="296"/>
                </a:lnTo>
                <a:lnTo>
                  <a:pt x="94" y="298"/>
                </a:lnTo>
                <a:lnTo>
                  <a:pt x="94" y="299"/>
                </a:lnTo>
                <a:lnTo>
                  <a:pt x="94" y="300"/>
                </a:lnTo>
                <a:lnTo>
                  <a:pt x="94" y="302"/>
                </a:lnTo>
                <a:lnTo>
                  <a:pt x="94" y="303"/>
                </a:lnTo>
                <a:lnTo>
                  <a:pt x="94" y="304"/>
                </a:lnTo>
                <a:lnTo>
                  <a:pt x="94" y="307"/>
                </a:lnTo>
                <a:lnTo>
                  <a:pt x="94" y="308"/>
                </a:lnTo>
                <a:lnTo>
                  <a:pt x="93" y="311"/>
                </a:lnTo>
                <a:lnTo>
                  <a:pt x="93" y="314"/>
                </a:lnTo>
                <a:lnTo>
                  <a:pt x="93" y="315"/>
                </a:lnTo>
                <a:lnTo>
                  <a:pt x="93" y="31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8" name="Freeform 43">
            <a:extLst>
              <a:ext uri="{FF2B5EF4-FFF2-40B4-BE49-F238E27FC236}">
                <a16:creationId xmlns:a16="http://schemas.microsoft.com/office/drawing/2014/main" id="{72E7A872-DAD6-4E79-A944-F159DBC4F550}"/>
              </a:ext>
            </a:extLst>
          </p:cNvPr>
          <p:cNvSpPr>
            <a:spLocks/>
          </p:cNvSpPr>
          <p:nvPr/>
        </p:nvSpPr>
        <p:spPr bwMode="auto">
          <a:xfrm>
            <a:off x="5884863" y="2651125"/>
            <a:ext cx="76200" cy="252413"/>
          </a:xfrm>
          <a:custGeom>
            <a:avLst/>
            <a:gdLst>
              <a:gd name="T0" fmla="*/ 2147483646 w 94"/>
              <a:gd name="T1" fmla="*/ 2147483646 h 318"/>
              <a:gd name="T2" fmla="*/ 2147483646 w 94"/>
              <a:gd name="T3" fmla="*/ 2147483646 h 318"/>
              <a:gd name="T4" fmla="*/ 2147483646 w 94"/>
              <a:gd name="T5" fmla="*/ 2147483646 h 318"/>
              <a:gd name="T6" fmla="*/ 2147483646 w 94"/>
              <a:gd name="T7" fmla="*/ 2147483646 h 318"/>
              <a:gd name="T8" fmla="*/ 2147483646 w 94"/>
              <a:gd name="T9" fmla="*/ 2147483646 h 318"/>
              <a:gd name="T10" fmla="*/ 2147483646 w 94"/>
              <a:gd name="T11" fmla="*/ 2147483646 h 318"/>
              <a:gd name="T12" fmla="*/ 2147483646 w 94"/>
              <a:gd name="T13" fmla="*/ 2147483646 h 318"/>
              <a:gd name="T14" fmla="*/ 2147483646 w 94"/>
              <a:gd name="T15" fmla="*/ 2147483646 h 318"/>
              <a:gd name="T16" fmla="*/ 2147483646 w 94"/>
              <a:gd name="T17" fmla="*/ 2147483646 h 318"/>
              <a:gd name="T18" fmla="*/ 2147483646 w 94"/>
              <a:gd name="T19" fmla="*/ 2147483646 h 318"/>
              <a:gd name="T20" fmla="*/ 2147483646 w 94"/>
              <a:gd name="T21" fmla="*/ 2147483646 h 318"/>
              <a:gd name="T22" fmla="*/ 2147483646 w 94"/>
              <a:gd name="T23" fmla="*/ 2147483646 h 318"/>
              <a:gd name="T24" fmla="*/ 2147483646 w 94"/>
              <a:gd name="T25" fmla="*/ 2147483646 h 318"/>
              <a:gd name="T26" fmla="*/ 2147483646 w 94"/>
              <a:gd name="T27" fmla="*/ 2147483646 h 318"/>
              <a:gd name="T28" fmla="*/ 2147483646 w 94"/>
              <a:gd name="T29" fmla="*/ 2147483646 h 318"/>
              <a:gd name="T30" fmla="*/ 2147483646 w 94"/>
              <a:gd name="T31" fmla="*/ 2147483646 h 318"/>
              <a:gd name="T32" fmla="*/ 2147483646 w 94"/>
              <a:gd name="T33" fmla="*/ 2147483646 h 318"/>
              <a:gd name="T34" fmla="*/ 2147483646 w 94"/>
              <a:gd name="T35" fmla="*/ 2147483646 h 318"/>
              <a:gd name="T36" fmla="*/ 2147483646 w 94"/>
              <a:gd name="T37" fmla="*/ 2147483646 h 318"/>
              <a:gd name="T38" fmla="*/ 2147483646 w 94"/>
              <a:gd name="T39" fmla="*/ 2147483646 h 318"/>
              <a:gd name="T40" fmla="*/ 2147483646 w 94"/>
              <a:gd name="T41" fmla="*/ 2147483646 h 318"/>
              <a:gd name="T42" fmla="*/ 2147483646 w 94"/>
              <a:gd name="T43" fmla="*/ 2147483646 h 318"/>
              <a:gd name="T44" fmla="*/ 2147483646 w 94"/>
              <a:gd name="T45" fmla="*/ 2147483646 h 318"/>
              <a:gd name="T46" fmla="*/ 2147483646 w 94"/>
              <a:gd name="T47" fmla="*/ 2147483646 h 318"/>
              <a:gd name="T48" fmla="*/ 2147483646 w 94"/>
              <a:gd name="T49" fmla="*/ 2147483646 h 318"/>
              <a:gd name="T50" fmla="*/ 2147483646 w 94"/>
              <a:gd name="T51" fmla="*/ 2147483646 h 318"/>
              <a:gd name="T52" fmla="*/ 2147483646 w 94"/>
              <a:gd name="T53" fmla="*/ 2147483646 h 318"/>
              <a:gd name="T54" fmla="*/ 2147483646 w 94"/>
              <a:gd name="T55" fmla="*/ 2147483646 h 318"/>
              <a:gd name="T56" fmla="*/ 2147483646 w 94"/>
              <a:gd name="T57" fmla="*/ 2147483646 h 318"/>
              <a:gd name="T58" fmla="*/ 2147483646 w 94"/>
              <a:gd name="T59" fmla="*/ 2147483646 h 318"/>
              <a:gd name="T60" fmla="*/ 2147483646 w 94"/>
              <a:gd name="T61" fmla="*/ 2147483646 h 318"/>
              <a:gd name="T62" fmla="*/ 2147483646 w 94"/>
              <a:gd name="T63" fmla="*/ 2147483646 h 318"/>
              <a:gd name="T64" fmla="*/ 2147483646 w 94"/>
              <a:gd name="T65" fmla="*/ 2147483646 h 318"/>
              <a:gd name="T66" fmla="*/ 2147483646 w 94"/>
              <a:gd name="T67" fmla="*/ 2147483646 h 318"/>
              <a:gd name="T68" fmla="*/ 2147483646 w 94"/>
              <a:gd name="T69" fmla="*/ 2147483646 h 318"/>
              <a:gd name="T70" fmla="*/ 2147483646 w 94"/>
              <a:gd name="T71" fmla="*/ 2147483646 h 318"/>
              <a:gd name="T72" fmla="*/ 2147483646 w 94"/>
              <a:gd name="T73" fmla="*/ 2147483646 h 318"/>
              <a:gd name="T74" fmla="*/ 2147483646 w 94"/>
              <a:gd name="T75" fmla="*/ 2147483646 h 318"/>
              <a:gd name="T76" fmla="*/ 2147483646 w 94"/>
              <a:gd name="T77" fmla="*/ 2147483646 h 318"/>
              <a:gd name="T78" fmla="*/ 2147483646 w 94"/>
              <a:gd name="T79" fmla="*/ 2147483646 h 318"/>
              <a:gd name="T80" fmla="*/ 2147483646 w 94"/>
              <a:gd name="T81" fmla="*/ 2147483646 h 318"/>
              <a:gd name="T82" fmla="*/ 2147483646 w 94"/>
              <a:gd name="T83" fmla="*/ 2147483646 h 318"/>
              <a:gd name="T84" fmla="*/ 2147483646 w 94"/>
              <a:gd name="T85" fmla="*/ 2147483646 h 318"/>
              <a:gd name="T86" fmla="*/ 2147483646 w 94"/>
              <a:gd name="T87" fmla="*/ 2147483646 h 318"/>
              <a:gd name="T88" fmla="*/ 2147483646 w 94"/>
              <a:gd name="T89" fmla="*/ 2147483646 h 318"/>
              <a:gd name="T90" fmla="*/ 2147483646 w 94"/>
              <a:gd name="T91" fmla="*/ 2147483646 h 318"/>
              <a:gd name="T92" fmla="*/ 2147483646 w 94"/>
              <a:gd name="T93" fmla="*/ 2147483646 h 318"/>
              <a:gd name="T94" fmla="*/ 2147483646 w 94"/>
              <a:gd name="T95" fmla="*/ 2147483646 h 318"/>
              <a:gd name="T96" fmla="*/ 2147483646 w 94"/>
              <a:gd name="T97" fmla="*/ 2147483646 h 318"/>
              <a:gd name="T98" fmla="*/ 2147483646 w 94"/>
              <a:gd name="T99" fmla="*/ 2147483646 h 318"/>
              <a:gd name="T100" fmla="*/ 2147483646 w 94"/>
              <a:gd name="T101" fmla="*/ 2147483646 h 318"/>
              <a:gd name="T102" fmla="*/ 2147483646 w 94"/>
              <a:gd name="T103" fmla="*/ 2147483646 h 318"/>
              <a:gd name="T104" fmla="*/ 2147483646 w 94"/>
              <a:gd name="T105" fmla="*/ 2147483646 h 318"/>
              <a:gd name="T106" fmla="*/ 2147483646 w 94"/>
              <a:gd name="T107" fmla="*/ 2147483646 h 318"/>
              <a:gd name="T108" fmla="*/ 2147483646 w 94"/>
              <a:gd name="T109" fmla="*/ 2147483646 h 318"/>
              <a:gd name="T110" fmla="*/ 2147483646 w 94"/>
              <a:gd name="T111" fmla="*/ 2147483646 h 318"/>
              <a:gd name="T112" fmla="*/ 2147483646 w 94"/>
              <a:gd name="T113" fmla="*/ 2147483646 h 31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94"/>
              <a:gd name="T172" fmla="*/ 0 h 318"/>
              <a:gd name="T173" fmla="*/ 94 w 94"/>
              <a:gd name="T174" fmla="*/ 318 h 31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94" h="318">
                <a:moveTo>
                  <a:pt x="0" y="318"/>
                </a:moveTo>
                <a:lnTo>
                  <a:pt x="2" y="314"/>
                </a:lnTo>
                <a:lnTo>
                  <a:pt x="4" y="311"/>
                </a:lnTo>
                <a:lnTo>
                  <a:pt x="5" y="307"/>
                </a:lnTo>
                <a:lnTo>
                  <a:pt x="8" y="305"/>
                </a:lnTo>
                <a:lnTo>
                  <a:pt x="9" y="302"/>
                </a:lnTo>
                <a:lnTo>
                  <a:pt x="10" y="299"/>
                </a:lnTo>
                <a:lnTo>
                  <a:pt x="12" y="298"/>
                </a:lnTo>
                <a:lnTo>
                  <a:pt x="13" y="295"/>
                </a:lnTo>
                <a:lnTo>
                  <a:pt x="14" y="293"/>
                </a:lnTo>
                <a:lnTo>
                  <a:pt x="14" y="291"/>
                </a:lnTo>
                <a:lnTo>
                  <a:pt x="16" y="290"/>
                </a:lnTo>
                <a:lnTo>
                  <a:pt x="17" y="287"/>
                </a:lnTo>
                <a:lnTo>
                  <a:pt x="17" y="286"/>
                </a:lnTo>
                <a:lnTo>
                  <a:pt x="18" y="285"/>
                </a:lnTo>
                <a:lnTo>
                  <a:pt x="20" y="283"/>
                </a:lnTo>
                <a:lnTo>
                  <a:pt x="20" y="282"/>
                </a:lnTo>
                <a:lnTo>
                  <a:pt x="21" y="281"/>
                </a:lnTo>
                <a:lnTo>
                  <a:pt x="21" y="279"/>
                </a:lnTo>
                <a:lnTo>
                  <a:pt x="22" y="278"/>
                </a:lnTo>
                <a:lnTo>
                  <a:pt x="22" y="277"/>
                </a:lnTo>
                <a:lnTo>
                  <a:pt x="24" y="275"/>
                </a:lnTo>
                <a:lnTo>
                  <a:pt x="24" y="274"/>
                </a:lnTo>
                <a:lnTo>
                  <a:pt x="24" y="273"/>
                </a:lnTo>
                <a:lnTo>
                  <a:pt x="25" y="271"/>
                </a:lnTo>
                <a:lnTo>
                  <a:pt x="25" y="270"/>
                </a:lnTo>
                <a:lnTo>
                  <a:pt x="26" y="269"/>
                </a:lnTo>
                <a:lnTo>
                  <a:pt x="26" y="267"/>
                </a:lnTo>
                <a:lnTo>
                  <a:pt x="28" y="266"/>
                </a:lnTo>
                <a:lnTo>
                  <a:pt x="28" y="265"/>
                </a:lnTo>
                <a:lnTo>
                  <a:pt x="29" y="263"/>
                </a:lnTo>
                <a:lnTo>
                  <a:pt x="29" y="261"/>
                </a:lnTo>
                <a:lnTo>
                  <a:pt x="30" y="259"/>
                </a:lnTo>
                <a:lnTo>
                  <a:pt x="30" y="258"/>
                </a:lnTo>
                <a:lnTo>
                  <a:pt x="32" y="255"/>
                </a:lnTo>
                <a:lnTo>
                  <a:pt x="32" y="254"/>
                </a:lnTo>
                <a:lnTo>
                  <a:pt x="33" y="253"/>
                </a:lnTo>
                <a:lnTo>
                  <a:pt x="33" y="251"/>
                </a:lnTo>
                <a:lnTo>
                  <a:pt x="34" y="250"/>
                </a:lnTo>
                <a:lnTo>
                  <a:pt x="34" y="249"/>
                </a:lnTo>
                <a:lnTo>
                  <a:pt x="34" y="247"/>
                </a:lnTo>
                <a:lnTo>
                  <a:pt x="36" y="246"/>
                </a:lnTo>
                <a:lnTo>
                  <a:pt x="36" y="245"/>
                </a:lnTo>
                <a:lnTo>
                  <a:pt x="37" y="243"/>
                </a:lnTo>
                <a:lnTo>
                  <a:pt x="37" y="242"/>
                </a:lnTo>
                <a:lnTo>
                  <a:pt x="37" y="241"/>
                </a:lnTo>
                <a:lnTo>
                  <a:pt x="38" y="239"/>
                </a:lnTo>
                <a:lnTo>
                  <a:pt x="38" y="238"/>
                </a:lnTo>
                <a:lnTo>
                  <a:pt x="40" y="237"/>
                </a:lnTo>
                <a:lnTo>
                  <a:pt x="40" y="235"/>
                </a:lnTo>
                <a:lnTo>
                  <a:pt x="40" y="234"/>
                </a:lnTo>
                <a:lnTo>
                  <a:pt x="41" y="234"/>
                </a:lnTo>
                <a:lnTo>
                  <a:pt x="41" y="233"/>
                </a:lnTo>
                <a:lnTo>
                  <a:pt x="41" y="231"/>
                </a:lnTo>
                <a:lnTo>
                  <a:pt x="42" y="230"/>
                </a:lnTo>
                <a:lnTo>
                  <a:pt x="42" y="229"/>
                </a:lnTo>
                <a:lnTo>
                  <a:pt x="42" y="226"/>
                </a:lnTo>
                <a:lnTo>
                  <a:pt x="44" y="225"/>
                </a:lnTo>
                <a:lnTo>
                  <a:pt x="44" y="223"/>
                </a:lnTo>
                <a:lnTo>
                  <a:pt x="45" y="222"/>
                </a:lnTo>
                <a:lnTo>
                  <a:pt x="45" y="219"/>
                </a:lnTo>
                <a:lnTo>
                  <a:pt x="46" y="217"/>
                </a:lnTo>
                <a:lnTo>
                  <a:pt x="48" y="215"/>
                </a:lnTo>
                <a:lnTo>
                  <a:pt x="48" y="213"/>
                </a:lnTo>
                <a:lnTo>
                  <a:pt x="49" y="212"/>
                </a:lnTo>
                <a:lnTo>
                  <a:pt x="49" y="209"/>
                </a:lnTo>
                <a:lnTo>
                  <a:pt x="50" y="208"/>
                </a:lnTo>
                <a:lnTo>
                  <a:pt x="51" y="206"/>
                </a:lnTo>
                <a:lnTo>
                  <a:pt x="51" y="204"/>
                </a:lnTo>
                <a:lnTo>
                  <a:pt x="51" y="202"/>
                </a:lnTo>
                <a:lnTo>
                  <a:pt x="53" y="201"/>
                </a:lnTo>
                <a:lnTo>
                  <a:pt x="53" y="200"/>
                </a:lnTo>
                <a:lnTo>
                  <a:pt x="54" y="198"/>
                </a:lnTo>
                <a:lnTo>
                  <a:pt x="54" y="197"/>
                </a:lnTo>
                <a:lnTo>
                  <a:pt x="54" y="196"/>
                </a:lnTo>
                <a:lnTo>
                  <a:pt x="55" y="194"/>
                </a:lnTo>
                <a:lnTo>
                  <a:pt x="55" y="193"/>
                </a:lnTo>
                <a:lnTo>
                  <a:pt x="57" y="192"/>
                </a:lnTo>
                <a:lnTo>
                  <a:pt x="57" y="190"/>
                </a:lnTo>
                <a:lnTo>
                  <a:pt x="57" y="189"/>
                </a:lnTo>
                <a:lnTo>
                  <a:pt x="57" y="188"/>
                </a:lnTo>
                <a:lnTo>
                  <a:pt x="58" y="186"/>
                </a:lnTo>
                <a:lnTo>
                  <a:pt x="58" y="185"/>
                </a:lnTo>
                <a:lnTo>
                  <a:pt x="58" y="184"/>
                </a:lnTo>
                <a:lnTo>
                  <a:pt x="59" y="182"/>
                </a:lnTo>
                <a:lnTo>
                  <a:pt x="59" y="181"/>
                </a:lnTo>
                <a:lnTo>
                  <a:pt x="59" y="180"/>
                </a:lnTo>
                <a:lnTo>
                  <a:pt x="61" y="178"/>
                </a:lnTo>
                <a:lnTo>
                  <a:pt x="61" y="177"/>
                </a:lnTo>
                <a:lnTo>
                  <a:pt x="61" y="176"/>
                </a:lnTo>
                <a:lnTo>
                  <a:pt x="62" y="173"/>
                </a:lnTo>
                <a:lnTo>
                  <a:pt x="62" y="172"/>
                </a:lnTo>
                <a:lnTo>
                  <a:pt x="63" y="169"/>
                </a:lnTo>
                <a:lnTo>
                  <a:pt x="63" y="168"/>
                </a:lnTo>
                <a:lnTo>
                  <a:pt x="65" y="165"/>
                </a:lnTo>
                <a:lnTo>
                  <a:pt x="65" y="162"/>
                </a:lnTo>
                <a:lnTo>
                  <a:pt x="66" y="161"/>
                </a:lnTo>
                <a:lnTo>
                  <a:pt x="66" y="160"/>
                </a:lnTo>
                <a:lnTo>
                  <a:pt x="67" y="157"/>
                </a:lnTo>
                <a:lnTo>
                  <a:pt x="67" y="156"/>
                </a:lnTo>
                <a:lnTo>
                  <a:pt x="67" y="154"/>
                </a:lnTo>
                <a:lnTo>
                  <a:pt x="69" y="153"/>
                </a:lnTo>
                <a:lnTo>
                  <a:pt x="69" y="152"/>
                </a:lnTo>
                <a:lnTo>
                  <a:pt x="69" y="150"/>
                </a:lnTo>
                <a:lnTo>
                  <a:pt x="70" y="149"/>
                </a:lnTo>
                <a:lnTo>
                  <a:pt x="70" y="148"/>
                </a:lnTo>
                <a:lnTo>
                  <a:pt x="70" y="146"/>
                </a:lnTo>
                <a:lnTo>
                  <a:pt x="70" y="145"/>
                </a:lnTo>
                <a:lnTo>
                  <a:pt x="71" y="144"/>
                </a:lnTo>
                <a:lnTo>
                  <a:pt x="71" y="142"/>
                </a:lnTo>
                <a:lnTo>
                  <a:pt x="71" y="141"/>
                </a:lnTo>
                <a:lnTo>
                  <a:pt x="73" y="140"/>
                </a:lnTo>
                <a:lnTo>
                  <a:pt x="73" y="138"/>
                </a:lnTo>
                <a:lnTo>
                  <a:pt x="73" y="137"/>
                </a:lnTo>
                <a:lnTo>
                  <a:pt x="74" y="136"/>
                </a:lnTo>
                <a:lnTo>
                  <a:pt x="74" y="134"/>
                </a:lnTo>
                <a:lnTo>
                  <a:pt x="74" y="133"/>
                </a:lnTo>
                <a:lnTo>
                  <a:pt x="74" y="132"/>
                </a:lnTo>
                <a:lnTo>
                  <a:pt x="75" y="130"/>
                </a:lnTo>
                <a:lnTo>
                  <a:pt x="75" y="129"/>
                </a:lnTo>
                <a:lnTo>
                  <a:pt x="77" y="126"/>
                </a:lnTo>
                <a:lnTo>
                  <a:pt x="77" y="125"/>
                </a:lnTo>
                <a:lnTo>
                  <a:pt x="77" y="124"/>
                </a:lnTo>
                <a:lnTo>
                  <a:pt x="78" y="121"/>
                </a:lnTo>
                <a:lnTo>
                  <a:pt x="78" y="119"/>
                </a:lnTo>
                <a:lnTo>
                  <a:pt x="79" y="117"/>
                </a:lnTo>
                <a:lnTo>
                  <a:pt x="79" y="115"/>
                </a:lnTo>
                <a:lnTo>
                  <a:pt x="81" y="113"/>
                </a:lnTo>
                <a:lnTo>
                  <a:pt x="81" y="111"/>
                </a:lnTo>
                <a:lnTo>
                  <a:pt x="82" y="109"/>
                </a:lnTo>
                <a:lnTo>
                  <a:pt x="82" y="108"/>
                </a:lnTo>
                <a:lnTo>
                  <a:pt x="82" y="107"/>
                </a:lnTo>
                <a:lnTo>
                  <a:pt x="83" y="105"/>
                </a:lnTo>
                <a:lnTo>
                  <a:pt x="83" y="104"/>
                </a:lnTo>
                <a:lnTo>
                  <a:pt x="83" y="103"/>
                </a:lnTo>
                <a:lnTo>
                  <a:pt x="85" y="101"/>
                </a:lnTo>
                <a:lnTo>
                  <a:pt x="85" y="100"/>
                </a:lnTo>
                <a:lnTo>
                  <a:pt x="85" y="99"/>
                </a:lnTo>
                <a:lnTo>
                  <a:pt x="85" y="97"/>
                </a:lnTo>
                <a:lnTo>
                  <a:pt x="85" y="96"/>
                </a:lnTo>
                <a:lnTo>
                  <a:pt x="86" y="96"/>
                </a:lnTo>
                <a:lnTo>
                  <a:pt x="86" y="95"/>
                </a:lnTo>
                <a:lnTo>
                  <a:pt x="86" y="93"/>
                </a:lnTo>
                <a:lnTo>
                  <a:pt x="86" y="92"/>
                </a:lnTo>
                <a:lnTo>
                  <a:pt x="86" y="91"/>
                </a:lnTo>
                <a:lnTo>
                  <a:pt x="86" y="89"/>
                </a:lnTo>
                <a:lnTo>
                  <a:pt x="86" y="88"/>
                </a:lnTo>
                <a:lnTo>
                  <a:pt x="87" y="87"/>
                </a:lnTo>
                <a:lnTo>
                  <a:pt x="87" y="85"/>
                </a:lnTo>
                <a:lnTo>
                  <a:pt x="87" y="84"/>
                </a:lnTo>
                <a:lnTo>
                  <a:pt x="87" y="83"/>
                </a:lnTo>
                <a:lnTo>
                  <a:pt x="87" y="81"/>
                </a:lnTo>
                <a:lnTo>
                  <a:pt x="87" y="80"/>
                </a:lnTo>
                <a:lnTo>
                  <a:pt x="87" y="77"/>
                </a:lnTo>
                <a:lnTo>
                  <a:pt x="87" y="76"/>
                </a:lnTo>
                <a:lnTo>
                  <a:pt x="87" y="75"/>
                </a:lnTo>
                <a:lnTo>
                  <a:pt x="89" y="72"/>
                </a:lnTo>
                <a:lnTo>
                  <a:pt x="89" y="71"/>
                </a:lnTo>
                <a:lnTo>
                  <a:pt x="89" y="69"/>
                </a:lnTo>
                <a:lnTo>
                  <a:pt x="89" y="67"/>
                </a:lnTo>
                <a:lnTo>
                  <a:pt x="89" y="65"/>
                </a:lnTo>
                <a:lnTo>
                  <a:pt x="89" y="64"/>
                </a:lnTo>
                <a:lnTo>
                  <a:pt x="89" y="63"/>
                </a:lnTo>
                <a:lnTo>
                  <a:pt x="89" y="61"/>
                </a:lnTo>
                <a:lnTo>
                  <a:pt x="89" y="60"/>
                </a:lnTo>
                <a:lnTo>
                  <a:pt x="89" y="59"/>
                </a:lnTo>
                <a:lnTo>
                  <a:pt x="89" y="57"/>
                </a:lnTo>
                <a:lnTo>
                  <a:pt x="90" y="57"/>
                </a:lnTo>
                <a:lnTo>
                  <a:pt x="90" y="56"/>
                </a:lnTo>
                <a:lnTo>
                  <a:pt x="90" y="55"/>
                </a:lnTo>
                <a:lnTo>
                  <a:pt x="90" y="53"/>
                </a:lnTo>
                <a:lnTo>
                  <a:pt x="90" y="52"/>
                </a:lnTo>
                <a:lnTo>
                  <a:pt x="90" y="51"/>
                </a:lnTo>
                <a:lnTo>
                  <a:pt x="90" y="49"/>
                </a:lnTo>
                <a:lnTo>
                  <a:pt x="90" y="48"/>
                </a:lnTo>
                <a:lnTo>
                  <a:pt x="91" y="48"/>
                </a:lnTo>
                <a:lnTo>
                  <a:pt x="91" y="47"/>
                </a:lnTo>
                <a:lnTo>
                  <a:pt x="91" y="45"/>
                </a:lnTo>
                <a:lnTo>
                  <a:pt x="91" y="44"/>
                </a:lnTo>
                <a:lnTo>
                  <a:pt x="91" y="43"/>
                </a:lnTo>
                <a:lnTo>
                  <a:pt x="91" y="41"/>
                </a:lnTo>
                <a:lnTo>
                  <a:pt x="93" y="40"/>
                </a:lnTo>
                <a:lnTo>
                  <a:pt x="93" y="39"/>
                </a:lnTo>
                <a:lnTo>
                  <a:pt x="93" y="37"/>
                </a:lnTo>
                <a:lnTo>
                  <a:pt x="93" y="36"/>
                </a:lnTo>
                <a:lnTo>
                  <a:pt x="93" y="35"/>
                </a:lnTo>
                <a:lnTo>
                  <a:pt x="94" y="33"/>
                </a:lnTo>
                <a:lnTo>
                  <a:pt x="94" y="32"/>
                </a:lnTo>
                <a:lnTo>
                  <a:pt x="94" y="31"/>
                </a:lnTo>
                <a:lnTo>
                  <a:pt x="94" y="29"/>
                </a:lnTo>
                <a:lnTo>
                  <a:pt x="94" y="28"/>
                </a:lnTo>
                <a:lnTo>
                  <a:pt x="94" y="27"/>
                </a:lnTo>
                <a:lnTo>
                  <a:pt x="94" y="26"/>
                </a:lnTo>
                <a:lnTo>
                  <a:pt x="94" y="24"/>
                </a:lnTo>
                <a:lnTo>
                  <a:pt x="94" y="23"/>
                </a:lnTo>
                <a:lnTo>
                  <a:pt x="94" y="22"/>
                </a:lnTo>
                <a:lnTo>
                  <a:pt x="94" y="20"/>
                </a:lnTo>
                <a:lnTo>
                  <a:pt x="94" y="19"/>
                </a:lnTo>
                <a:lnTo>
                  <a:pt x="94" y="16"/>
                </a:lnTo>
                <a:lnTo>
                  <a:pt x="94" y="15"/>
                </a:lnTo>
                <a:lnTo>
                  <a:pt x="94" y="14"/>
                </a:lnTo>
                <a:lnTo>
                  <a:pt x="94" y="12"/>
                </a:lnTo>
                <a:lnTo>
                  <a:pt x="94" y="10"/>
                </a:lnTo>
                <a:lnTo>
                  <a:pt x="93" y="7"/>
                </a:lnTo>
                <a:lnTo>
                  <a:pt x="93" y="6"/>
                </a:lnTo>
                <a:lnTo>
                  <a:pt x="93" y="3"/>
                </a:lnTo>
                <a:lnTo>
                  <a:pt x="93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9" name="Line 44">
            <a:extLst>
              <a:ext uri="{FF2B5EF4-FFF2-40B4-BE49-F238E27FC236}">
                <a16:creationId xmlns:a16="http://schemas.microsoft.com/office/drawing/2014/main" id="{97051000-08D3-47B5-909F-F7BC6D9622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23038" y="2649538"/>
            <a:ext cx="58737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0" name="Rectangle 45">
            <a:extLst>
              <a:ext uri="{FF2B5EF4-FFF2-40B4-BE49-F238E27FC236}">
                <a16:creationId xmlns:a16="http://schemas.microsoft.com/office/drawing/2014/main" id="{A521772E-9B16-47C0-BA87-A3A879B60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2259013"/>
            <a:ext cx="3334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HA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1" name="Rectangle 46">
            <a:extLst>
              <a:ext uri="{FF2B5EF4-FFF2-40B4-BE49-F238E27FC236}">
                <a16:creationId xmlns:a16="http://schemas.microsoft.com/office/drawing/2014/main" id="{C7B7E2E4-B9CB-4D38-B52C-1695B4A3D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2284413"/>
            <a:ext cx="1474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2" name="Rectangle 47">
            <a:extLst>
              <a:ext uri="{FF2B5EF4-FFF2-40B4-BE49-F238E27FC236}">
                <a16:creationId xmlns:a16="http://schemas.microsoft.com/office/drawing/2014/main" id="{D8067393-03D5-4F18-8D7F-A8D535333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5663" y="2579688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3" name="Rectangle 48">
            <a:extLst>
              <a:ext uri="{FF2B5EF4-FFF2-40B4-BE49-F238E27FC236}">
                <a16:creationId xmlns:a16="http://schemas.microsoft.com/office/drawing/2014/main" id="{D053488B-0127-4553-BF77-4520A4A42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1985963"/>
            <a:ext cx="1474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4" name="Rectangle 49">
            <a:extLst>
              <a:ext uri="{FF2B5EF4-FFF2-40B4-BE49-F238E27FC236}">
                <a16:creationId xmlns:a16="http://schemas.microsoft.com/office/drawing/2014/main" id="{BCF79599-91CB-450A-8457-93185D17D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538" y="2281238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5" name="Rectangle 50">
            <a:extLst>
              <a:ext uri="{FF2B5EF4-FFF2-40B4-BE49-F238E27FC236}">
                <a16:creationId xmlns:a16="http://schemas.microsoft.com/office/drawing/2014/main" id="{2CA01C64-78F3-4DD5-A15C-2DEFD02BC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3" y="2063750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6" name="Rectangle 51">
            <a:extLst>
              <a:ext uri="{FF2B5EF4-FFF2-40B4-BE49-F238E27FC236}">
                <a16:creationId xmlns:a16="http://schemas.microsoft.com/office/drawing/2014/main" id="{5F2C228F-A1FB-43F1-BB28-3FF641FF9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388" y="2160588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7" name="Rectangle 52">
            <a:extLst>
              <a:ext uri="{FF2B5EF4-FFF2-40B4-BE49-F238E27FC236}">
                <a16:creationId xmlns:a16="http://schemas.microsoft.com/office/drawing/2014/main" id="{16900E91-7201-4AAE-90AB-385F8E6BC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2381250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8" name="Rectangle 53">
            <a:extLst>
              <a:ext uri="{FF2B5EF4-FFF2-40B4-BE49-F238E27FC236}">
                <a16:creationId xmlns:a16="http://schemas.microsoft.com/office/drawing/2014/main" id="{DEE537F4-FA77-4D64-A612-E98C35ECF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563" y="2478088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9" name="Rectangle 54">
            <a:extLst>
              <a:ext uri="{FF2B5EF4-FFF2-40B4-BE49-F238E27FC236}">
                <a16:creationId xmlns:a16="http://schemas.microsoft.com/office/drawing/2014/main" id="{58744A59-B555-403E-8BE6-E89A6FB00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2662238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y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00" name="Rectangle 55">
            <a:extLst>
              <a:ext uri="{FF2B5EF4-FFF2-40B4-BE49-F238E27FC236}">
                <a16:creationId xmlns:a16="http://schemas.microsoft.com/office/drawing/2014/main" id="{8F9C9E24-9BB2-4255-A220-B39EA6673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975" y="2759075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01" name="Rectangle 56">
            <a:extLst>
              <a:ext uri="{FF2B5EF4-FFF2-40B4-BE49-F238E27FC236}">
                <a16:creationId xmlns:a16="http://schemas.microsoft.com/office/drawing/2014/main" id="{06E72FAE-C3AC-42E3-B813-510C9258F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2338" y="2522538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02" name="Rectangle 57">
            <a:extLst>
              <a:ext uri="{FF2B5EF4-FFF2-40B4-BE49-F238E27FC236}">
                <a16:creationId xmlns:a16="http://schemas.microsoft.com/office/drawing/2014/main" id="{BDFA1036-665B-466E-8642-643CCF6B9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4413" y="2619375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03" name="Rectangle 58">
            <a:extLst>
              <a:ext uri="{FF2B5EF4-FFF2-40B4-BE49-F238E27FC236}">
                <a16:creationId xmlns:a16="http://schemas.microsoft.com/office/drawing/2014/main" id="{9F8BDB62-ED1F-4D8E-904C-8E82D0AD3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263" y="2619375"/>
            <a:ext cx="173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04" name="Rectangle 59">
            <a:extLst>
              <a:ext uri="{FF2B5EF4-FFF2-40B4-BE49-F238E27FC236}">
                <a16:creationId xmlns:a16="http://schemas.microsoft.com/office/drawing/2014/main" id="{17EA9810-FD22-4BF3-9001-0CDC97A3E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2619375"/>
            <a:ext cx="18755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+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05" name="Rectangle 60">
            <a:extLst>
              <a:ext uri="{FF2B5EF4-FFF2-40B4-BE49-F238E27FC236}">
                <a16:creationId xmlns:a16="http://schemas.microsoft.com/office/drawing/2014/main" id="{A0712BB1-8A29-494F-BF8A-A7A11838C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5" y="2073275"/>
            <a:ext cx="1474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29" name="Rectangle 96">
            <a:extLst>
              <a:ext uri="{FF2B5EF4-FFF2-40B4-BE49-F238E27FC236}">
                <a16:creationId xmlns:a16="http://schemas.microsoft.com/office/drawing/2014/main" id="{B11433F2-F3F7-40F9-87B6-5440C491F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0" y="2168525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43" name="Rectangle 110">
            <a:extLst>
              <a:ext uri="{FF2B5EF4-FFF2-40B4-BE49-F238E27FC236}">
                <a16:creationId xmlns:a16="http://schemas.microsoft.com/office/drawing/2014/main" id="{8553838E-AC9C-4F0D-B822-0E7D95B05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325" y="3211513"/>
            <a:ext cx="18723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(a) Block diagram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51" name="Title 1">
            <a:extLst>
              <a:ext uri="{FF2B5EF4-FFF2-40B4-BE49-F238E27FC236}">
                <a16:creationId xmlns:a16="http://schemas.microsoft.com/office/drawing/2014/main" id="{57AD5DE0-26BF-4A27-812C-3FFB8CDA5384}"/>
              </a:ext>
            </a:extLst>
          </p:cNvPr>
          <p:cNvSpPr txBox="1">
            <a:spLocks/>
          </p:cNvSpPr>
          <p:nvPr/>
        </p:nvSpPr>
        <p:spPr bwMode="auto">
          <a:xfrm>
            <a:off x="0" y="20638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 decomposed implementation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of the full-adder circuit</a:t>
            </a:r>
          </a:p>
        </p:txBody>
      </p:sp>
      <p:sp>
        <p:nvSpPr>
          <p:cNvPr id="49252" name="TextBox 125">
            <a:extLst>
              <a:ext uri="{FF2B5EF4-FFF2-40B4-BE49-F238E27FC236}">
                <a16:creationId xmlns:a16="http://schemas.microsoft.com/office/drawing/2014/main" id="{29AAE590-5CE5-4718-A3E2-DAFE84CB4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200" y="6477000"/>
            <a:ext cx="2463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3.4 from the textbook ]</a:t>
            </a:r>
          </a:p>
        </p:txBody>
      </p:sp>
    </p:spTree>
    <p:extLst>
      <p:ext uri="{BB962C8B-B14F-4D97-AF65-F5344CB8AC3E}">
        <p14:creationId xmlns:p14="http://schemas.microsoft.com/office/powerpoint/2010/main" val="1122381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Line 4">
            <a:extLst>
              <a:ext uri="{FF2B5EF4-FFF2-40B4-BE49-F238E27FC236}">
                <a16:creationId xmlns:a16="http://schemas.microsoft.com/office/drawing/2014/main" id="{4DD69493-54B2-4800-8EB9-B592B000C5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1963" y="3157537"/>
            <a:ext cx="2319337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54" name="Freeform 5">
            <a:extLst>
              <a:ext uri="{FF2B5EF4-FFF2-40B4-BE49-F238E27FC236}">
                <a16:creationId xmlns:a16="http://schemas.microsoft.com/office/drawing/2014/main" id="{F25B4DE0-51BB-4A72-A2F2-7D77C72B41AB}"/>
              </a:ext>
            </a:extLst>
          </p:cNvPr>
          <p:cNvSpPr>
            <a:spLocks/>
          </p:cNvSpPr>
          <p:nvPr/>
        </p:nvSpPr>
        <p:spPr bwMode="auto">
          <a:xfrm>
            <a:off x="4705350" y="4191000"/>
            <a:ext cx="168275" cy="1587"/>
          </a:xfrm>
          <a:custGeom>
            <a:avLst/>
            <a:gdLst>
              <a:gd name="T0" fmla="*/ 2147483646 w 213"/>
              <a:gd name="T1" fmla="*/ 0 h 1588"/>
              <a:gd name="T2" fmla="*/ 0 w 213"/>
              <a:gd name="T3" fmla="*/ 0 h 1588"/>
              <a:gd name="T4" fmla="*/ 2147483646 w 213"/>
              <a:gd name="T5" fmla="*/ 0 h 1588"/>
              <a:gd name="T6" fmla="*/ 0 60000 65536"/>
              <a:gd name="T7" fmla="*/ 0 60000 65536"/>
              <a:gd name="T8" fmla="*/ 0 60000 65536"/>
              <a:gd name="T9" fmla="*/ 0 w 213"/>
              <a:gd name="T10" fmla="*/ 0 h 1588"/>
              <a:gd name="T11" fmla="*/ 213 w 213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" h="1588">
                <a:moveTo>
                  <a:pt x="213" y="0"/>
                </a:moveTo>
                <a:lnTo>
                  <a:pt x="0" y="0"/>
                </a:lnTo>
                <a:lnTo>
                  <a:pt x="21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55" name="Line 6">
            <a:extLst>
              <a:ext uri="{FF2B5EF4-FFF2-40B4-BE49-F238E27FC236}">
                <a16:creationId xmlns:a16="http://schemas.microsoft.com/office/drawing/2014/main" id="{331B250F-E95F-4D9E-9FF4-301243A53D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5350" y="4191000"/>
            <a:ext cx="16827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56" name="Freeform 8">
            <a:extLst>
              <a:ext uri="{FF2B5EF4-FFF2-40B4-BE49-F238E27FC236}">
                <a16:creationId xmlns:a16="http://schemas.microsoft.com/office/drawing/2014/main" id="{6C6E8953-238D-4FBA-9C21-3376E69E429D}"/>
              </a:ext>
            </a:extLst>
          </p:cNvPr>
          <p:cNvSpPr>
            <a:spLocks/>
          </p:cNvSpPr>
          <p:nvPr/>
        </p:nvSpPr>
        <p:spPr bwMode="auto">
          <a:xfrm>
            <a:off x="3819525" y="4359275"/>
            <a:ext cx="295275" cy="1587"/>
          </a:xfrm>
          <a:custGeom>
            <a:avLst/>
            <a:gdLst>
              <a:gd name="T0" fmla="*/ 2147483646 w 372"/>
              <a:gd name="T1" fmla="*/ 0 h 1588"/>
              <a:gd name="T2" fmla="*/ 0 w 372"/>
              <a:gd name="T3" fmla="*/ 0 h 1588"/>
              <a:gd name="T4" fmla="*/ 2147483646 w 372"/>
              <a:gd name="T5" fmla="*/ 0 h 1588"/>
              <a:gd name="T6" fmla="*/ 0 60000 65536"/>
              <a:gd name="T7" fmla="*/ 0 60000 65536"/>
              <a:gd name="T8" fmla="*/ 0 60000 65536"/>
              <a:gd name="T9" fmla="*/ 0 w 372"/>
              <a:gd name="T10" fmla="*/ 0 h 1588"/>
              <a:gd name="T11" fmla="*/ 372 w 372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2" h="1588">
                <a:moveTo>
                  <a:pt x="372" y="0"/>
                </a:moveTo>
                <a:lnTo>
                  <a:pt x="0" y="0"/>
                </a:lnTo>
                <a:lnTo>
                  <a:pt x="37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57" name="Line 9">
            <a:extLst>
              <a:ext uri="{FF2B5EF4-FFF2-40B4-BE49-F238E27FC236}">
                <a16:creationId xmlns:a16="http://schemas.microsoft.com/office/drawing/2014/main" id="{CE4B0841-9FC1-4EE2-897A-3E87E3638E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9525" y="4359275"/>
            <a:ext cx="29527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58" name="Freeform 10">
            <a:extLst>
              <a:ext uri="{FF2B5EF4-FFF2-40B4-BE49-F238E27FC236}">
                <a16:creationId xmlns:a16="http://schemas.microsoft.com/office/drawing/2014/main" id="{FDA0AD76-7068-42ED-AAC7-5C5FA4FAC382}"/>
              </a:ext>
            </a:extLst>
          </p:cNvPr>
          <p:cNvSpPr>
            <a:spLocks/>
          </p:cNvSpPr>
          <p:nvPr/>
        </p:nvSpPr>
        <p:spPr bwMode="auto">
          <a:xfrm>
            <a:off x="3819525" y="4043362"/>
            <a:ext cx="295275" cy="1588"/>
          </a:xfrm>
          <a:custGeom>
            <a:avLst/>
            <a:gdLst>
              <a:gd name="T0" fmla="*/ 2147483646 w 372"/>
              <a:gd name="T1" fmla="*/ 0 h 1587"/>
              <a:gd name="T2" fmla="*/ 0 w 372"/>
              <a:gd name="T3" fmla="*/ 0 h 1587"/>
              <a:gd name="T4" fmla="*/ 2147483646 w 372"/>
              <a:gd name="T5" fmla="*/ 0 h 1587"/>
              <a:gd name="T6" fmla="*/ 0 60000 65536"/>
              <a:gd name="T7" fmla="*/ 0 60000 65536"/>
              <a:gd name="T8" fmla="*/ 0 60000 65536"/>
              <a:gd name="T9" fmla="*/ 0 w 372"/>
              <a:gd name="T10" fmla="*/ 0 h 1587"/>
              <a:gd name="T11" fmla="*/ 372 w 372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2" h="1587">
                <a:moveTo>
                  <a:pt x="372" y="0"/>
                </a:moveTo>
                <a:lnTo>
                  <a:pt x="0" y="0"/>
                </a:lnTo>
                <a:lnTo>
                  <a:pt x="37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59" name="Line 11">
            <a:extLst>
              <a:ext uri="{FF2B5EF4-FFF2-40B4-BE49-F238E27FC236}">
                <a16:creationId xmlns:a16="http://schemas.microsoft.com/office/drawing/2014/main" id="{FC72ABC1-4E32-425E-BD14-417AFA3D16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9525" y="4043362"/>
            <a:ext cx="29527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0" name="Line 14">
            <a:extLst>
              <a:ext uri="{FF2B5EF4-FFF2-40B4-BE49-F238E27FC236}">
                <a16:creationId xmlns:a16="http://schemas.microsoft.com/office/drawing/2014/main" id="{4887F7A2-3546-4361-A9B9-B8847E1A8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2513" y="3600450"/>
            <a:ext cx="23177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1" name="Line 15">
            <a:extLst>
              <a:ext uri="{FF2B5EF4-FFF2-40B4-BE49-F238E27FC236}">
                <a16:creationId xmlns:a16="http://schemas.microsoft.com/office/drawing/2014/main" id="{8C6C3E2E-6662-4616-A9DD-6AB7D6ACE8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2513" y="3895725"/>
            <a:ext cx="23177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2" name="Line 16">
            <a:extLst>
              <a:ext uri="{FF2B5EF4-FFF2-40B4-BE49-F238E27FC236}">
                <a16:creationId xmlns:a16="http://schemas.microsoft.com/office/drawing/2014/main" id="{BE0FB3AB-8055-4394-B524-B155CC8622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28975" y="3748087"/>
            <a:ext cx="147638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3" name="Freeform 17">
            <a:extLst>
              <a:ext uri="{FF2B5EF4-FFF2-40B4-BE49-F238E27FC236}">
                <a16:creationId xmlns:a16="http://schemas.microsoft.com/office/drawing/2014/main" id="{E9D6C84C-DE5F-4C95-83F5-40582907A887}"/>
              </a:ext>
            </a:extLst>
          </p:cNvPr>
          <p:cNvSpPr>
            <a:spLocks/>
          </p:cNvSpPr>
          <p:nvPr/>
        </p:nvSpPr>
        <p:spPr bwMode="auto">
          <a:xfrm>
            <a:off x="2601913" y="3500437"/>
            <a:ext cx="628650" cy="250825"/>
          </a:xfrm>
          <a:custGeom>
            <a:avLst/>
            <a:gdLst>
              <a:gd name="T0" fmla="*/ 2147483646 w 794"/>
              <a:gd name="T1" fmla="*/ 0 h 315"/>
              <a:gd name="T2" fmla="*/ 2147483646 w 794"/>
              <a:gd name="T3" fmla="*/ 0 h 315"/>
              <a:gd name="T4" fmla="*/ 2147483646 w 794"/>
              <a:gd name="T5" fmla="*/ 0 h 315"/>
              <a:gd name="T6" fmla="*/ 2147483646 w 794"/>
              <a:gd name="T7" fmla="*/ 2147483646 h 315"/>
              <a:gd name="T8" fmla="*/ 2147483646 w 794"/>
              <a:gd name="T9" fmla="*/ 2147483646 h 315"/>
              <a:gd name="T10" fmla="*/ 2147483646 w 794"/>
              <a:gd name="T11" fmla="*/ 2147483646 h 315"/>
              <a:gd name="T12" fmla="*/ 2147483646 w 794"/>
              <a:gd name="T13" fmla="*/ 2147483646 h 315"/>
              <a:gd name="T14" fmla="*/ 2147483646 w 794"/>
              <a:gd name="T15" fmla="*/ 2147483646 h 315"/>
              <a:gd name="T16" fmla="*/ 2147483646 w 794"/>
              <a:gd name="T17" fmla="*/ 2147483646 h 315"/>
              <a:gd name="T18" fmla="*/ 2147483646 w 794"/>
              <a:gd name="T19" fmla="*/ 2147483646 h 315"/>
              <a:gd name="T20" fmla="*/ 2147483646 w 794"/>
              <a:gd name="T21" fmla="*/ 2147483646 h 315"/>
              <a:gd name="T22" fmla="*/ 2147483646 w 794"/>
              <a:gd name="T23" fmla="*/ 2147483646 h 315"/>
              <a:gd name="T24" fmla="*/ 2147483646 w 794"/>
              <a:gd name="T25" fmla="*/ 2147483646 h 315"/>
              <a:gd name="T26" fmla="*/ 2147483646 w 794"/>
              <a:gd name="T27" fmla="*/ 2147483646 h 315"/>
              <a:gd name="T28" fmla="*/ 2147483646 w 794"/>
              <a:gd name="T29" fmla="*/ 2147483646 h 315"/>
              <a:gd name="T30" fmla="*/ 2147483646 w 794"/>
              <a:gd name="T31" fmla="*/ 2147483646 h 315"/>
              <a:gd name="T32" fmla="*/ 2147483646 w 794"/>
              <a:gd name="T33" fmla="*/ 2147483646 h 315"/>
              <a:gd name="T34" fmla="*/ 2147483646 w 794"/>
              <a:gd name="T35" fmla="*/ 2147483646 h 315"/>
              <a:gd name="T36" fmla="*/ 2147483646 w 794"/>
              <a:gd name="T37" fmla="*/ 2147483646 h 315"/>
              <a:gd name="T38" fmla="*/ 2147483646 w 794"/>
              <a:gd name="T39" fmla="*/ 2147483646 h 315"/>
              <a:gd name="T40" fmla="*/ 2147483646 w 794"/>
              <a:gd name="T41" fmla="*/ 2147483646 h 315"/>
              <a:gd name="T42" fmla="*/ 2147483646 w 794"/>
              <a:gd name="T43" fmla="*/ 2147483646 h 315"/>
              <a:gd name="T44" fmla="*/ 2147483646 w 794"/>
              <a:gd name="T45" fmla="*/ 2147483646 h 315"/>
              <a:gd name="T46" fmla="*/ 2147483646 w 794"/>
              <a:gd name="T47" fmla="*/ 2147483646 h 315"/>
              <a:gd name="T48" fmla="*/ 2147483646 w 794"/>
              <a:gd name="T49" fmla="*/ 2147483646 h 315"/>
              <a:gd name="T50" fmla="*/ 2147483646 w 794"/>
              <a:gd name="T51" fmla="*/ 2147483646 h 315"/>
              <a:gd name="T52" fmla="*/ 2147483646 w 794"/>
              <a:gd name="T53" fmla="*/ 2147483646 h 315"/>
              <a:gd name="T54" fmla="*/ 2147483646 w 794"/>
              <a:gd name="T55" fmla="*/ 2147483646 h 315"/>
              <a:gd name="T56" fmla="*/ 2147483646 w 794"/>
              <a:gd name="T57" fmla="*/ 2147483646 h 315"/>
              <a:gd name="T58" fmla="*/ 2147483646 w 794"/>
              <a:gd name="T59" fmla="*/ 2147483646 h 315"/>
              <a:gd name="T60" fmla="*/ 2147483646 w 794"/>
              <a:gd name="T61" fmla="*/ 2147483646 h 315"/>
              <a:gd name="T62" fmla="*/ 2147483646 w 794"/>
              <a:gd name="T63" fmla="*/ 2147483646 h 315"/>
              <a:gd name="T64" fmla="*/ 2147483646 w 794"/>
              <a:gd name="T65" fmla="*/ 2147483646 h 315"/>
              <a:gd name="T66" fmla="*/ 2147483646 w 794"/>
              <a:gd name="T67" fmla="*/ 2147483646 h 315"/>
              <a:gd name="T68" fmla="*/ 2147483646 w 794"/>
              <a:gd name="T69" fmla="*/ 2147483646 h 315"/>
              <a:gd name="T70" fmla="*/ 2147483646 w 794"/>
              <a:gd name="T71" fmla="*/ 2147483646 h 315"/>
              <a:gd name="T72" fmla="*/ 2147483646 w 794"/>
              <a:gd name="T73" fmla="*/ 2147483646 h 315"/>
              <a:gd name="T74" fmla="*/ 2147483646 w 794"/>
              <a:gd name="T75" fmla="*/ 2147483646 h 315"/>
              <a:gd name="T76" fmla="*/ 2147483646 w 794"/>
              <a:gd name="T77" fmla="*/ 2147483646 h 315"/>
              <a:gd name="T78" fmla="*/ 2147483646 w 794"/>
              <a:gd name="T79" fmla="*/ 2147483646 h 315"/>
              <a:gd name="T80" fmla="*/ 2147483646 w 794"/>
              <a:gd name="T81" fmla="*/ 2147483646 h 315"/>
              <a:gd name="T82" fmla="*/ 2147483646 w 794"/>
              <a:gd name="T83" fmla="*/ 2147483646 h 315"/>
              <a:gd name="T84" fmla="*/ 2147483646 w 794"/>
              <a:gd name="T85" fmla="*/ 2147483646 h 315"/>
              <a:gd name="T86" fmla="*/ 2147483646 w 794"/>
              <a:gd name="T87" fmla="*/ 2147483646 h 315"/>
              <a:gd name="T88" fmla="*/ 2147483646 w 794"/>
              <a:gd name="T89" fmla="*/ 2147483646 h 315"/>
              <a:gd name="T90" fmla="*/ 2147483646 w 794"/>
              <a:gd name="T91" fmla="*/ 2147483646 h 315"/>
              <a:gd name="T92" fmla="*/ 2147483646 w 794"/>
              <a:gd name="T93" fmla="*/ 2147483646 h 315"/>
              <a:gd name="T94" fmla="*/ 2147483646 w 794"/>
              <a:gd name="T95" fmla="*/ 2147483646 h 315"/>
              <a:gd name="T96" fmla="*/ 2147483646 w 794"/>
              <a:gd name="T97" fmla="*/ 2147483646 h 315"/>
              <a:gd name="T98" fmla="*/ 2147483646 w 794"/>
              <a:gd name="T99" fmla="*/ 2147483646 h 315"/>
              <a:gd name="T100" fmla="*/ 2147483646 w 794"/>
              <a:gd name="T101" fmla="*/ 2147483646 h 315"/>
              <a:gd name="T102" fmla="*/ 2147483646 w 794"/>
              <a:gd name="T103" fmla="*/ 2147483646 h 315"/>
              <a:gd name="T104" fmla="*/ 2147483646 w 794"/>
              <a:gd name="T105" fmla="*/ 2147483646 h 315"/>
              <a:gd name="T106" fmla="*/ 2147483646 w 794"/>
              <a:gd name="T107" fmla="*/ 2147483646 h 315"/>
              <a:gd name="T108" fmla="*/ 2147483646 w 794"/>
              <a:gd name="T109" fmla="*/ 2147483646 h 315"/>
              <a:gd name="T110" fmla="*/ 2147483646 w 794"/>
              <a:gd name="T111" fmla="*/ 2147483646 h 315"/>
              <a:gd name="T112" fmla="*/ 2147483646 w 794"/>
              <a:gd name="T113" fmla="*/ 2147483646 h 315"/>
              <a:gd name="T114" fmla="*/ 2147483646 w 794"/>
              <a:gd name="T115" fmla="*/ 2147483646 h 315"/>
              <a:gd name="T116" fmla="*/ 2147483646 w 794"/>
              <a:gd name="T117" fmla="*/ 2147483646 h 315"/>
              <a:gd name="T118" fmla="*/ 2147483646 w 794"/>
              <a:gd name="T119" fmla="*/ 2147483646 h 315"/>
              <a:gd name="T120" fmla="*/ 2147483646 w 794"/>
              <a:gd name="T121" fmla="*/ 2147483646 h 315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794"/>
              <a:gd name="T184" fmla="*/ 0 h 315"/>
              <a:gd name="T185" fmla="*/ 794 w 794"/>
              <a:gd name="T186" fmla="*/ 315 h 315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794" h="315">
                <a:moveTo>
                  <a:pt x="0" y="0"/>
                </a:moveTo>
                <a:lnTo>
                  <a:pt x="31" y="0"/>
                </a:lnTo>
                <a:lnTo>
                  <a:pt x="59" y="0"/>
                </a:lnTo>
                <a:lnTo>
                  <a:pt x="85" y="0"/>
                </a:lnTo>
                <a:lnTo>
                  <a:pt x="111" y="0"/>
                </a:lnTo>
                <a:lnTo>
                  <a:pt x="133" y="0"/>
                </a:lnTo>
                <a:lnTo>
                  <a:pt x="156" y="0"/>
                </a:lnTo>
                <a:lnTo>
                  <a:pt x="176" y="0"/>
                </a:lnTo>
                <a:lnTo>
                  <a:pt x="194" y="0"/>
                </a:lnTo>
                <a:lnTo>
                  <a:pt x="210" y="0"/>
                </a:lnTo>
                <a:lnTo>
                  <a:pt x="226" y="0"/>
                </a:lnTo>
                <a:lnTo>
                  <a:pt x="241" y="0"/>
                </a:lnTo>
                <a:lnTo>
                  <a:pt x="254" y="0"/>
                </a:lnTo>
                <a:lnTo>
                  <a:pt x="266" y="0"/>
                </a:lnTo>
                <a:lnTo>
                  <a:pt x="277" y="0"/>
                </a:lnTo>
                <a:lnTo>
                  <a:pt x="287" y="0"/>
                </a:lnTo>
                <a:lnTo>
                  <a:pt x="295" y="0"/>
                </a:lnTo>
                <a:lnTo>
                  <a:pt x="303" y="0"/>
                </a:lnTo>
                <a:lnTo>
                  <a:pt x="310" y="0"/>
                </a:lnTo>
                <a:lnTo>
                  <a:pt x="317" y="0"/>
                </a:lnTo>
                <a:lnTo>
                  <a:pt x="322" y="0"/>
                </a:lnTo>
                <a:lnTo>
                  <a:pt x="327" y="0"/>
                </a:lnTo>
                <a:lnTo>
                  <a:pt x="333" y="0"/>
                </a:lnTo>
                <a:lnTo>
                  <a:pt x="335" y="0"/>
                </a:lnTo>
                <a:lnTo>
                  <a:pt x="339" y="1"/>
                </a:lnTo>
                <a:lnTo>
                  <a:pt x="342" y="1"/>
                </a:lnTo>
                <a:lnTo>
                  <a:pt x="345" y="1"/>
                </a:lnTo>
                <a:lnTo>
                  <a:pt x="347" y="1"/>
                </a:lnTo>
                <a:lnTo>
                  <a:pt x="350" y="1"/>
                </a:lnTo>
                <a:lnTo>
                  <a:pt x="353" y="1"/>
                </a:lnTo>
                <a:lnTo>
                  <a:pt x="354" y="1"/>
                </a:lnTo>
                <a:lnTo>
                  <a:pt x="357" y="1"/>
                </a:lnTo>
                <a:lnTo>
                  <a:pt x="358" y="1"/>
                </a:lnTo>
                <a:lnTo>
                  <a:pt x="361" y="1"/>
                </a:lnTo>
                <a:lnTo>
                  <a:pt x="363" y="1"/>
                </a:lnTo>
                <a:lnTo>
                  <a:pt x="365" y="2"/>
                </a:lnTo>
                <a:lnTo>
                  <a:pt x="366" y="2"/>
                </a:lnTo>
                <a:lnTo>
                  <a:pt x="368" y="2"/>
                </a:lnTo>
                <a:lnTo>
                  <a:pt x="370" y="2"/>
                </a:lnTo>
                <a:lnTo>
                  <a:pt x="371" y="2"/>
                </a:lnTo>
                <a:lnTo>
                  <a:pt x="372" y="2"/>
                </a:lnTo>
                <a:lnTo>
                  <a:pt x="374" y="2"/>
                </a:lnTo>
                <a:lnTo>
                  <a:pt x="375" y="2"/>
                </a:lnTo>
                <a:lnTo>
                  <a:pt x="376" y="2"/>
                </a:lnTo>
                <a:lnTo>
                  <a:pt x="378" y="2"/>
                </a:lnTo>
                <a:lnTo>
                  <a:pt x="379" y="2"/>
                </a:lnTo>
                <a:lnTo>
                  <a:pt x="380" y="2"/>
                </a:lnTo>
                <a:lnTo>
                  <a:pt x="382" y="4"/>
                </a:lnTo>
                <a:lnTo>
                  <a:pt x="383" y="4"/>
                </a:lnTo>
                <a:lnTo>
                  <a:pt x="384" y="4"/>
                </a:lnTo>
                <a:lnTo>
                  <a:pt x="386" y="4"/>
                </a:lnTo>
                <a:lnTo>
                  <a:pt x="387" y="4"/>
                </a:lnTo>
                <a:lnTo>
                  <a:pt x="388" y="4"/>
                </a:lnTo>
                <a:lnTo>
                  <a:pt x="390" y="4"/>
                </a:lnTo>
                <a:lnTo>
                  <a:pt x="391" y="4"/>
                </a:lnTo>
                <a:lnTo>
                  <a:pt x="392" y="5"/>
                </a:lnTo>
                <a:lnTo>
                  <a:pt x="394" y="5"/>
                </a:lnTo>
                <a:lnTo>
                  <a:pt x="395" y="5"/>
                </a:lnTo>
                <a:lnTo>
                  <a:pt x="396" y="5"/>
                </a:lnTo>
                <a:lnTo>
                  <a:pt x="398" y="5"/>
                </a:lnTo>
                <a:lnTo>
                  <a:pt x="400" y="5"/>
                </a:lnTo>
                <a:lnTo>
                  <a:pt x="402" y="6"/>
                </a:lnTo>
                <a:lnTo>
                  <a:pt x="403" y="6"/>
                </a:lnTo>
                <a:lnTo>
                  <a:pt x="406" y="6"/>
                </a:lnTo>
                <a:lnTo>
                  <a:pt x="408" y="6"/>
                </a:lnTo>
                <a:lnTo>
                  <a:pt x="410" y="6"/>
                </a:lnTo>
                <a:lnTo>
                  <a:pt x="412" y="8"/>
                </a:lnTo>
                <a:lnTo>
                  <a:pt x="414" y="8"/>
                </a:lnTo>
                <a:lnTo>
                  <a:pt x="415" y="8"/>
                </a:lnTo>
                <a:lnTo>
                  <a:pt x="416" y="8"/>
                </a:lnTo>
                <a:lnTo>
                  <a:pt x="418" y="8"/>
                </a:lnTo>
                <a:lnTo>
                  <a:pt x="419" y="9"/>
                </a:lnTo>
                <a:lnTo>
                  <a:pt x="420" y="9"/>
                </a:lnTo>
                <a:lnTo>
                  <a:pt x="422" y="9"/>
                </a:lnTo>
                <a:lnTo>
                  <a:pt x="423" y="9"/>
                </a:lnTo>
                <a:lnTo>
                  <a:pt x="424" y="9"/>
                </a:lnTo>
                <a:lnTo>
                  <a:pt x="426" y="9"/>
                </a:lnTo>
                <a:lnTo>
                  <a:pt x="427" y="10"/>
                </a:lnTo>
                <a:lnTo>
                  <a:pt x="428" y="10"/>
                </a:lnTo>
                <a:lnTo>
                  <a:pt x="430" y="10"/>
                </a:lnTo>
                <a:lnTo>
                  <a:pt x="431" y="10"/>
                </a:lnTo>
                <a:lnTo>
                  <a:pt x="432" y="10"/>
                </a:lnTo>
                <a:lnTo>
                  <a:pt x="434" y="12"/>
                </a:lnTo>
                <a:lnTo>
                  <a:pt x="435" y="12"/>
                </a:lnTo>
                <a:lnTo>
                  <a:pt x="436" y="12"/>
                </a:lnTo>
                <a:lnTo>
                  <a:pt x="439" y="13"/>
                </a:lnTo>
                <a:lnTo>
                  <a:pt x="440" y="13"/>
                </a:lnTo>
                <a:lnTo>
                  <a:pt x="442" y="13"/>
                </a:lnTo>
                <a:lnTo>
                  <a:pt x="443" y="14"/>
                </a:lnTo>
                <a:lnTo>
                  <a:pt x="444" y="14"/>
                </a:lnTo>
                <a:lnTo>
                  <a:pt x="447" y="16"/>
                </a:lnTo>
                <a:lnTo>
                  <a:pt x="448" y="16"/>
                </a:lnTo>
                <a:lnTo>
                  <a:pt x="451" y="17"/>
                </a:lnTo>
                <a:lnTo>
                  <a:pt x="454" y="17"/>
                </a:lnTo>
                <a:lnTo>
                  <a:pt x="455" y="18"/>
                </a:lnTo>
                <a:lnTo>
                  <a:pt x="458" y="18"/>
                </a:lnTo>
                <a:lnTo>
                  <a:pt x="460" y="20"/>
                </a:lnTo>
                <a:lnTo>
                  <a:pt x="463" y="20"/>
                </a:lnTo>
                <a:lnTo>
                  <a:pt x="464" y="21"/>
                </a:lnTo>
                <a:lnTo>
                  <a:pt x="467" y="21"/>
                </a:lnTo>
                <a:lnTo>
                  <a:pt x="468" y="22"/>
                </a:lnTo>
                <a:lnTo>
                  <a:pt x="469" y="22"/>
                </a:lnTo>
                <a:lnTo>
                  <a:pt x="471" y="24"/>
                </a:lnTo>
                <a:lnTo>
                  <a:pt x="472" y="24"/>
                </a:lnTo>
                <a:lnTo>
                  <a:pt x="475" y="24"/>
                </a:lnTo>
                <a:lnTo>
                  <a:pt x="476" y="25"/>
                </a:lnTo>
                <a:lnTo>
                  <a:pt x="477" y="25"/>
                </a:lnTo>
                <a:lnTo>
                  <a:pt x="479" y="26"/>
                </a:lnTo>
                <a:lnTo>
                  <a:pt x="480" y="26"/>
                </a:lnTo>
                <a:lnTo>
                  <a:pt x="481" y="26"/>
                </a:lnTo>
                <a:lnTo>
                  <a:pt x="483" y="28"/>
                </a:lnTo>
                <a:lnTo>
                  <a:pt x="484" y="28"/>
                </a:lnTo>
                <a:lnTo>
                  <a:pt x="485" y="28"/>
                </a:lnTo>
                <a:lnTo>
                  <a:pt x="487" y="29"/>
                </a:lnTo>
                <a:lnTo>
                  <a:pt x="488" y="29"/>
                </a:lnTo>
                <a:lnTo>
                  <a:pt x="489" y="30"/>
                </a:lnTo>
                <a:lnTo>
                  <a:pt x="491" y="30"/>
                </a:lnTo>
                <a:lnTo>
                  <a:pt x="492" y="32"/>
                </a:lnTo>
                <a:lnTo>
                  <a:pt x="493" y="32"/>
                </a:lnTo>
                <a:lnTo>
                  <a:pt x="495" y="33"/>
                </a:lnTo>
                <a:lnTo>
                  <a:pt x="496" y="33"/>
                </a:lnTo>
                <a:lnTo>
                  <a:pt x="497" y="34"/>
                </a:lnTo>
                <a:lnTo>
                  <a:pt x="500" y="36"/>
                </a:lnTo>
                <a:lnTo>
                  <a:pt x="501" y="36"/>
                </a:lnTo>
                <a:lnTo>
                  <a:pt x="503" y="37"/>
                </a:lnTo>
                <a:lnTo>
                  <a:pt x="505" y="38"/>
                </a:lnTo>
                <a:lnTo>
                  <a:pt x="508" y="40"/>
                </a:lnTo>
                <a:lnTo>
                  <a:pt x="509" y="40"/>
                </a:lnTo>
                <a:lnTo>
                  <a:pt x="512" y="41"/>
                </a:lnTo>
                <a:lnTo>
                  <a:pt x="513" y="42"/>
                </a:lnTo>
                <a:lnTo>
                  <a:pt x="515" y="42"/>
                </a:lnTo>
                <a:lnTo>
                  <a:pt x="516" y="43"/>
                </a:lnTo>
                <a:lnTo>
                  <a:pt x="517" y="43"/>
                </a:lnTo>
                <a:lnTo>
                  <a:pt x="519" y="45"/>
                </a:lnTo>
                <a:lnTo>
                  <a:pt x="520" y="45"/>
                </a:lnTo>
                <a:lnTo>
                  <a:pt x="521" y="46"/>
                </a:lnTo>
                <a:lnTo>
                  <a:pt x="523" y="46"/>
                </a:lnTo>
                <a:lnTo>
                  <a:pt x="524" y="47"/>
                </a:lnTo>
                <a:lnTo>
                  <a:pt x="525" y="47"/>
                </a:lnTo>
                <a:lnTo>
                  <a:pt x="527" y="49"/>
                </a:lnTo>
                <a:lnTo>
                  <a:pt x="528" y="49"/>
                </a:lnTo>
                <a:lnTo>
                  <a:pt x="529" y="50"/>
                </a:lnTo>
                <a:lnTo>
                  <a:pt x="531" y="50"/>
                </a:lnTo>
                <a:lnTo>
                  <a:pt x="532" y="51"/>
                </a:lnTo>
                <a:lnTo>
                  <a:pt x="533" y="53"/>
                </a:lnTo>
                <a:lnTo>
                  <a:pt x="535" y="53"/>
                </a:lnTo>
                <a:lnTo>
                  <a:pt x="536" y="54"/>
                </a:lnTo>
                <a:lnTo>
                  <a:pt x="537" y="54"/>
                </a:lnTo>
                <a:lnTo>
                  <a:pt x="539" y="55"/>
                </a:lnTo>
                <a:lnTo>
                  <a:pt x="540" y="55"/>
                </a:lnTo>
                <a:lnTo>
                  <a:pt x="541" y="57"/>
                </a:lnTo>
                <a:lnTo>
                  <a:pt x="543" y="57"/>
                </a:lnTo>
                <a:lnTo>
                  <a:pt x="544" y="58"/>
                </a:lnTo>
                <a:lnTo>
                  <a:pt x="545" y="59"/>
                </a:lnTo>
                <a:lnTo>
                  <a:pt x="548" y="59"/>
                </a:lnTo>
                <a:lnTo>
                  <a:pt x="549" y="61"/>
                </a:lnTo>
                <a:lnTo>
                  <a:pt x="552" y="62"/>
                </a:lnTo>
                <a:lnTo>
                  <a:pt x="553" y="63"/>
                </a:lnTo>
                <a:lnTo>
                  <a:pt x="554" y="63"/>
                </a:lnTo>
                <a:lnTo>
                  <a:pt x="556" y="65"/>
                </a:lnTo>
                <a:lnTo>
                  <a:pt x="557" y="66"/>
                </a:lnTo>
                <a:lnTo>
                  <a:pt x="558" y="66"/>
                </a:lnTo>
                <a:lnTo>
                  <a:pt x="560" y="67"/>
                </a:lnTo>
                <a:lnTo>
                  <a:pt x="561" y="67"/>
                </a:lnTo>
                <a:lnTo>
                  <a:pt x="562" y="69"/>
                </a:lnTo>
                <a:lnTo>
                  <a:pt x="564" y="69"/>
                </a:lnTo>
                <a:lnTo>
                  <a:pt x="565" y="70"/>
                </a:lnTo>
                <a:lnTo>
                  <a:pt x="566" y="70"/>
                </a:lnTo>
                <a:lnTo>
                  <a:pt x="566" y="71"/>
                </a:lnTo>
                <a:lnTo>
                  <a:pt x="568" y="71"/>
                </a:lnTo>
                <a:lnTo>
                  <a:pt x="569" y="73"/>
                </a:lnTo>
                <a:lnTo>
                  <a:pt x="570" y="73"/>
                </a:lnTo>
                <a:lnTo>
                  <a:pt x="572" y="74"/>
                </a:lnTo>
                <a:lnTo>
                  <a:pt x="573" y="75"/>
                </a:lnTo>
                <a:lnTo>
                  <a:pt x="574" y="75"/>
                </a:lnTo>
                <a:lnTo>
                  <a:pt x="576" y="77"/>
                </a:lnTo>
                <a:lnTo>
                  <a:pt x="577" y="77"/>
                </a:lnTo>
                <a:lnTo>
                  <a:pt x="578" y="78"/>
                </a:lnTo>
                <a:lnTo>
                  <a:pt x="580" y="79"/>
                </a:lnTo>
                <a:lnTo>
                  <a:pt x="581" y="79"/>
                </a:lnTo>
                <a:lnTo>
                  <a:pt x="582" y="81"/>
                </a:lnTo>
                <a:lnTo>
                  <a:pt x="584" y="82"/>
                </a:lnTo>
                <a:lnTo>
                  <a:pt x="585" y="82"/>
                </a:lnTo>
                <a:lnTo>
                  <a:pt x="586" y="83"/>
                </a:lnTo>
                <a:lnTo>
                  <a:pt x="588" y="85"/>
                </a:lnTo>
                <a:lnTo>
                  <a:pt x="589" y="85"/>
                </a:lnTo>
                <a:lnTo>
                  <a:pt x="590" y="86"/>
                </a:lnTo>
                <a:lnTo>
                  <a:pt x="592" y="87"/>
                </a:lnTo>
                <a:lnTo>
                  <a:pt x="593" y="87"/>
                </a:lnTo>
                <a:lnTo>
                  <a:pt x="594" y="89"/>
                </a:lnTo>
                <a:lnTo>
                  <a:pt x="596" y="89"/>
                </a:lnTo>
                <a:lnTo>
                  <a:pt x="597" y="90"/>
                </a:lnTo>
                <a:lnTo>
                  <a:pt x="598" y="91"/>
                </a:lnTo>
                <a:lnTo>
                  <a:pt x="600" y="91"/>
                </a:lnTo>
                <a:lnTo>
                  <a:pt x="600" y="93"/>
                </a:lnTo>
                <a:lnTo>
                  <a:pt x="601" y="93"/>
                </a:lnTo>
                <a:lnTo>
                  <a:pt x="602" y="94"/>
                </a:lnTo>
                <a:lnTo>
                  <a:pt x="604" y="94"/>
                </a:lnTo>
                <a:lnTo>
                  <a:pt x="604" y="95"/>
                </a:lnTo>
                <a:lnTo>
                  <a:pt x="605" y="95"/>
                </a:lnTo>
                <a:lnTo>
                  <a:pt x="606" y="97"/>
                </a:lnTo>
                <a:lnTo>
                  <a:pt x="608" y="98"/>
                </a:lnTo>
                <a:lnTo>
                  <a:pt x="609" y="98"/>
                </a:lnTo>
                <a:lnTo>
                  <a:pt x="609" y="99"/>
                </a:lnTo>
                <a:lnTo>
                  <a:pt x="610" y="99"/>
                </a:lnTo>
                <a:lnTo>
                  <a:pt x="612" y="101"/>
                </a:lnTo>
                <a:lnTo>
                  <a:pt x="613" y="102"/>
                </a:lnTo>
                <a:lnTo>
                  <a:pt x="614" y="102"/>
                </a:lnTo>
                <a:lnTo>
                  <a:pt x="614" y="103"/>
                </a:lnTo>
                <a:lnTo>
                  <a:pt x="616" y="105"/>
                </a:lnTo>
                <a:lnTo>
                  <a:pt x="617" y="105"/>
                </a:lnTo>
                <a:lnTo>
                  <a:pt x="618" y="106"/>
                </a:lnTo>
                <a:lnTo>
                  <a:pt x="620" y="107"/>
                </a:lnTo>
                <a:lnTo>
                  <a:pt x="621" y="107"/>
                </a:lnTo>
                <a:lnTo>
                  <a:pt x="621" y="109"/>
                </a:lnTo>
                <a:lnTo>
                  <a:pt x="622" y="109"/>
                </a:lnTo>
                <a:lnTo>
                  <a:pt x="622" y="110"/>
                </a:lnTo>
                <a:lnTo>
                  <a:pt x="624" y="110"/>
                </a:lnTo>
                <a:lnTo>
                  <a:pt x="625" y="111"/>
                </a:lnTo>
                <a:lnTo>
                  <a:pt x="626" y="111"/>
                </a:lnTo>
                <a:lnTo>
                  <a:pt x="626" y="113"/>
                </a:lnTo>
                <a:lnTo>
                  <a:pt x="628" y="113"/>
                </a:lnTo>
                <a:lnTo>
                  <a:pt x="628" y="114"/>
                </a:lnTo>
                <a:lnTo>
                  <a:pt x="629" y="114"/>
                </a:lnTo>
                <a:lnTo>
                  <a:pt x="630" y="115"/>
                </a:lnTo>
                <a:lnTo>
                  <a:pt x="632" y="115"/>
                </a:lnTo>
                <a:lnTo>
                  <a:pt x="632" y="117"/>
                </a:lnTo>
                <a:lnTo>
                  <a:pt x="633" y="117"/>
                </a:lnTo>
                <a:lnTo>
                  <a:pt x="634" y="118"/>
                </a:lnTo>
                <a:lnTo>
                  <a:pt x="636" y="119"/>
                </a:lnTo>
                <a:lnTo>
                  <a:pt x="637" y="119"/>
                </a:lnTo>
                <a:lnTo>
                  <a:pt x="638" y="121"/>
                </a:lnTo>
                <a:lnTo>
                  <a:pt x="640" y="122"/>
                </a:lnTo>
                <a:lnTo>
                  <a:pt x="641" y="122"/>
                </a:lnTo>
                <a:lnTo>
                  <a:pt x="642" y="123"/>
                </a:lnTo>
                <a:lnTo>
                  <a:pt x="644" y="125"/>
                </a:lnTo>
                <a:lnTo>
                  <a:pt x="645" y="125"/>
                </a:lnTo>
                <a:lnTo>
                  <a:pt x="645" y="126"/>
                </a:lnTo>
                <a:lnTo>
                  <a:pt x="646" y="126"/>
                </a:lnTo>
                <a:lnTo>
                  <a:pt x="647" y="127"/>
                </a:lnTo>
                <a:lnTo>
                  <a:pt x="649" y="127"/>
                </a:lnTo>
                <a:lnTo>
                  <a:pt x="649" y="129"/>
                </a:lnTo>
                <a:lnTo>
                  <a:pt x="650" y="129"/>
                </a:lnTo>
                <a:lnTo>
                  <a:pt x="650" y="130"/>
                </a:lnTo>
                <a:lnTo>
                  <a:pt x="651" y="130"/>
                </a:lnTo>
                <a:lnTo>
                  <a:pt x="651" y="131"/>
                </a:lnTo>
                <a:lnTo>
                  <a:pt x="653" y="131"/>
                </a:lnTo>
                <a:lnTo>
                  <a:pt x="654" y="133"/>
                </a:lnTo>
                <a:lnTo>
                  <a:pt x="655" y="134"/>
                </a:lnTo>
                <a:lnTo>
                  <a:pt x="657" y="135"/>
                </a:lnTo>
                <a:lnTo>
                  <a:pt x="658" y="136"/>
                </a:lnTo>
                <a:lnTo>
                  <a:pt x="659" y="136"/>
                </a:lnTo>
                <a:lnTo>
                  <a:pt x="659" y="138"/>
                </a:lnTo>
                <a:lnTo>
                  <a:pt x="661" y="139"/>
                </a:lnTo>
                <a:lnTo>
                  <a:pt x="662" y="140"/>
                </a:lnTo>
                <a:lnTo>
                  <a:pt x="663" y="142"/>
                </a:lnTo>
                <a:lnTo>
                  <a:pt x="665" y="143"/>
                </a:lnTo>
                <a:lnTo>
                  <a:pt x="666" y="144"/>
                </a:lnTo>
                <a:lnTo>
                  <a:pt x="667" y="146"/>
                </a:lnTo>
                <a:lnTo>
                  <a:pt x="669" y="147"/>
                </a:lnTo>
                <a:lnTo>
                  <a:pt x="670" y="148"/>
                </a:lnTo>
                <a:lnTo>
                  <a:pt x="671" y="150"/>
                </a:lnTo>
                <a:lnTo>
                  <a:pt x="671" y="151"/>
                </a:lnTo>
                <a:lnTo>
                  <a:pt x="673" y="152"/>
                </a:lnTo>
                <a:lnTo>
                  <a:pt x="674" y="152"/>
                </a:lnTo>
                <a:lnTo>
                  <a:pt x="675" y="154"/>
                </a:lnTo>
                <a:lnTo>
                  <a:pt x="675" y="155"/>
                </a:lnTo>
                <a:lnTo>
                  <a:pt x="677" y="155"/>
                </a:lnTo>
                <a:lnTo>
                  <a:pt x="677" y="156"/>
                </a:lnTo>
                <a:lnTo>
                  <a:pt x="678" y="158"/>
                </a:lnTo>
                <a:lnTo>
                  <a:pt x="679" y="158"/>
                </a:lnTo>
                <a:lnTo>
                  <a:pt x="679" y="159"/>
                </a:lnTo>
                <a:lnTo>
                  <a:pt x="681" y="159"/>
                </a:lnTo>
                <a:lnTo>
                  <a:pt x="681" y="160"/>
                </a:lnTo>
                <a:lnTo>
                  <a:pt x="682" y="162"/>
                </a:lnTo>
                <a:lnTo>
                  <a:pt x="683" y="163"/>
                </a:lnTo>
                <a:lnTo>
                  <a:pt x="683" y="164"/>
                </a:lnTo>
                <a:lnTo>
                  <a:pt x="685" y="164"/>
                </a:lnTo>
                <a:lnTo>
                  <a:pt x="686" y="166"/>
                </a:lnTo>
                <a:lnTo>
                  <a:pt x="686" y="167"/>
                </a:lnTo>
                <a:lnTo>
                  <a:pt x="687" y="168"/>
                </a:lnTo>
                <a:lnTo>
                  <a:pt x="689" y="168"/>
                </a:lnTo>
                <a:lnTo>
                  <a:pt x="689" y="170"/>
                </a:lnTo>
                <a:lnTo>
                  <a:pt x="690" y="171"/>
                </a:lnTo>
                <a:lnTo>
                  <a:pt x="691" y="172"/>
                </a:lnTo>
                <a:lnTo>
                  <a:pt x="693" y="174"/>
                </a:lnTo>
                <a:lnTo>
                  <a:pt x="694" y="175"/>
                </a:lnTo>
                <a:lnTo>
                  <a:pt x="695" y="178"/>
                </a:lnTo>
                <a:lnTo>
                  <a:pt x="697" y="179"/>
                </a:lnTo>
                <a:lnTo>
                  <a:pt x="698" y="180"/>
                </a:lnTo>
                <a:lnTo>
                  <a:pt x="699" y="183"/>
                </a:lnTo>
                <a:lnTo>
                  <a:pt x="701" y="184"/>
                </a:lnTo>
                <a:lnTo>
                  <a:pt x="702" y="186"/>
                </a:lnTo>
                <a:lnTo>
                  <a:pt x="703" y="187"/>
                </a:lnTo>
                <a:lnTo>
                  <a:pt x="705" y="188"/>
                </a:lnTo>
                <a:lnTo>
                  <a:pt x="706" y="190"/>
                </a:lnTo>
                <a:lnTo>
                  <a:pt x="707" y="191"/>
                </a:lnTo>
                <a:lnTo>
                  <a:pt x="707" y="192"/>
                </a:lnTo>
                <a:lnTo>
                  <a:pt x="709" y="194"/>
                </a:lnTo>
                <a:lnTo>
                  <a:pt x="710" y="195"/>
                </a:lnTo>
                <a:lnTo>
                  <a:pt x="710" y="196"/>
                </a:lnTo>
                <a:lnTo>
                  <a:pt x="711" y="198"/>
                </a:lnTo>
                <a:lnTo>
                  <a:pt x="713" y="198"/>
                </a:lnTo>
                <a:lnTo>
                  <a:pt x="713" y="199"/>
                </a:lnTo>
                <a:lnTo>
                  <a:pt x="714" y="200"/>
                </a:lnTo>
                <a:lnTo>
                  <a:pt x="715" y="202"/>
                </a:lnTo>
                <a:lnTo>
                  <a:pt x="717" y="203"/>
                </a:lnTo>
                <a:lnTo>
                  <a:pt x="717" y="204"/>
                </a:lnTo>
                <a:lnTo>
                  <a:pt x="718" y="206"/>
                </a:lnTo>
                <a:lnTo>
                  <a:pt x="719" y="207"/>
                </a:lnTo>
                <a:lnTo>
                  <a:pt x="721" y="208"/>
                </a:lnTo>
                <a:lnTo>
                  <a:pt x="722" y="210"/>
                </a:lnTo>
                <a:lnTo>
                  <a:pt x="722" y="211"/>
                </a:lnTo>
                <a:lnTo>
                  <a:pt x="723" y="214"/>
                </a:lnTo>
                <a:lnTo>
                  <a:pt x="725" y="215"/>
                </a:lnTo>
                <a:lnTo>
                  <a:pt x="726" y="216"/>
                </a:lnTo>
                <a:lnTo>
                  <a:pt x="727" y="218"/>
                </a:lnTo>
                <a:lnTo>
                  <a:pt x="729" y="220"/>
                </a:lnTo>
                <a:lnTo>
                  <a:pt x="730" y="222"/>
                </a:lnTo>
                <a:lnTo>
                  <a:pt x="731" y="224"/>
                </a:lnTo>
                <a:lnTo>
                  <a:pt x="733" y="226"/>
                </a:lnTo>
                <a:lnTo>
                  <a:pt x="734" y="228"/>
                </a:lnTo>
                <a:lnTo>
                  <a:pt x="735" y="229"/>
                </a:lnTo>
                <a:lnTo>
                  <a:pt x="737" y="232"/>
                </a:lnTo>
                <a:lnTo>
                  <a:pt x="738" y="233"/>
                </a:lnTo>
                <a:lnTo>
                  <a:pt x="739" y="235"/>
                </a:lnTo>
                <a:lnTo>
                  <a:pt x="740" y="236"/>
                </a:lnTo>
                <a:lnTo>
                  <a:pt x="740" y="237"/>
                </a:lnTo>
                <a:lnTo>
                  <a:pt x="742" y="239"/>
                </a:lnTo>
                <a:lnTo>
                  <a:pt x="743" y="240"/>
                </a:lnTo>
                <a:lnTo>
                  <a:pt x="744" y="241"/>
                </a:lnTo>
                <a:lnTo>
                  <a:pt x="744" y="243"/>
                </a:lnTo>
                <a:lnTo>
                  <a:pt x="746" y="244"/>
                </a:lnTo>
                <a:lnTo>
                  <a:pt x="746" y="245"/>
                </a:lnTo>
                <a:lnTo>
                  <a:pt x="747" y="247"/>
                </a:lnTo>
                <a:lnTo>
                  <a:pt x="748" y="247"/>
                </a:lnTo>
                <a:lnTo>
                  <a:pt x="748" y="248"/>
                </a:lnTo>
                <a:lnTo>
                  <a:pt x="750" y="249"/>
                </a:lnTo>
                <a:lnTo>
                  <a:pt x="750" y="251"/>
                </a:lnTo>
                <a:lnTo>
                  <a:pt x="751" y="252"/>
                </a:lnTo>
                <a:lnTo>
                  <a:pt x="752" y="253"/>
                </a:lnTo>
                <a:lnTo>
                  <a:pt x="752" y="255"/>
                </a:lnTo>
                <a:lnTo>
                  <a:pt x="754" y="256"/>
                </a:lnTo>
                <a:lnTo>
                  <a:pt x="755" y="257"/>
                </a:lnTo>
                <a:lnTo>
                  <a:pt x="756" y="259"/>
                </a:lnTo>
                <a:lnTo>
                  <a:pt x="756" y="260"/>
                </a:lnTo>
                <a:lnTo>
                  <a:pt x="758" y="261"/>
                </a:lnTo>
                <a:lnTo>
                  <a:pt x="759" y="263"/>
                </a:lnTo>
                <a:lnTo>
                  <a:pt x="760" y="265"/>
                </a:lnTo>
                <a:lnTo>
                  <a:pt x="762" y="267"/>
                </a:lnTo>
                <a:lnTo>
                  <a:pt x="763" y="269"/>
                </a:lnTo>
                <a:lnTo>
                  <a:pt x="766" y="271"/>
                </a:lnTo>
                <a:lnTo>
                  <a:pt x="767" y="273"/>
                </a:lnTo>
                <a:lnTo>
                  <a:pt x="768" y="276"/>
                </a:lnTo>
                <a:lnTo>
                  <a:pt x="770" y="277"/>
                </a:lnTo>
                <a:lnTo>
                  <a:pt x="771" y="279"/>
                </a:lnTo>
                <a:lnTo>
                  <a:pt x="772" y="281"/>
                </a:lnTo>
                <a:lnTo>
                  <a:pt x="774" y="283"/>
                </a:lnTo>
                <a:lnTo>
                  <a:pt x="775" y="284"/>
                </a:lnTo>
                <a:lnTo>
                  <a:pt x="775" y="285"/>
                </a:lnTo>
                <a:lnTo>
                  <a:pt x="776" y="287"/>
                </a:lnTo>
                <a:lnTo>
                  <a:pt x="778" y="288"/>
                </a:lnTo>
                <a:lnTo>
                  <a:pt x="778" y="289"/>
                </a:lnTo>
                <a:lnTo>
                  <a:pt x="779" y="291"/>
                </a:lnTo>
                <a:lnTo>
                  <a:pt x="780" y="292"/>
                </a:lnTo>
                <a:lnTo>
                  <a:pt x="782" y="293"/>
                </a:lnTo>
                <a:lnTo>
                  <a:pt x="782" y="295"/>
                </a:lnTo>
                <a:lnTo>
                  <a:pt x="783" y="296"/>
                </a:lnTo>
                <a:lnTo>
                  <a:pt x="783" y="297"/>
                </a:lnTo>
                <a:lnTo>
                  <a:pt x="784" y="297"/>
                </a:lnTo>
                <a:lnTo>
                  <a:pt x="784" y="299"/>
                </a:lnTo>
                <a:lnTo>
                  <a:pt x="786" y="300"/>
                </a:lnTo>
                <a:lnTo>
                  <a:pt x="786" y="301"/>
                </a:lnTo>
                <a:lnTo>
                  <a:pt x="787" y="303"/>
                </a:lnTo>
                <a:lnTo>
                  <a:pt x="788" y="304"/>
                </a:lnTo>
                <a:lnTo>
                  <a:pt x="788" y="305"/>
                </a:lnTo>
                <a:lnTo>
                  <a:pt x="790" y="307"/>
                </a:lnTo>
                <a:lnTo>
                  <a:pt x="791" y="308"/>
                </a:lnTo>
                <a:lnTo>
                  <a:pt x="791" y="311"/>
                </a:lnTo>
                <a:lnTo>
                  <a:pt x="792" y="312"/>
                </a:lnTo>
                <a:lnTo>
                  <a:pt x="794" y="313"/>
                </a:lnTo>
                <a:lnTo>
                  <a:pt x="794" y="315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4" name="Freeform 18">
            <a:extLst>
              <a:ext uri="{FF2B5EF4-FFF2-40B4-BE49-F238E27FC236}">
                <a16:creationId xmlns:a16="http://schemas.microsoft.com/office/drawing/2014/main" id="{52134F30-BC44-4188-8527-9050F61C67B0}"/>
              </a:ext>
            </a:extLst>
          </p:cNvPr>
          <p:cNvSpPr>
            <a:spLocks/>
          </p:cNvSpPr>
          <p:nvPr/>
        </p:nvSpPr>
        <p:spPr bwMode="auto">
          <a:xfrm>
            <a:off x="2601913" y="3752850"/>
            <a:ext cx="628650" cy="250825"/>
          </a:xfrm>
          <a:custGeom>
            <a:avLst/>
            <a:gdLst>
              <a:gd name="T0" fmla="*/ 2147483646 w 794"/>
              <a:gd name="T1" fmla="*/ 2147483646 h 315"/>
              <a:gd name="T2" fmla="*/ 2147483646 w 794"/>
              <a:gd name="T3" fmla="*/ 2147483646 h 315"/>
              <a:gd name="T4" fmla="*/ 2147483646 w 794"/>
              <a:gd name="T5" fmla="*/ 2147483646 h 315"/>
              <a:gd name="T6" fmla="*/ 2147483646 w 794"/>
              <a:gd name="T7" fmla="*/ 2147483646 h 315"/>
              <a:gd name="T8" fmla="*/ 2147483646 w 794"/>
              <a:gd name="T9" fmla="*/ 2147483646 h 315"/>
              <a:gd name="T10" fmla="*/ 2147483646 w 794"/>
              <a:gd name="T11" fmla="*/ 2147483646 h 315"/>
              <a:gd name="T12" fmla="*/ 2147483646 w 794"/>
              <a:gd name="T13" fmla="*/ 2147483646 h 315"/>
              <a:gd name="T14" fmla="*/ 2147483646 w 794"/>
              <a:gd name="T15" fmla="*/ 2147483646 h 315"/>
              <a:gd name="T16" fmla="*/ 2147483646 w 794"/>
              <a:gd name="T17" fmla="*/ 2147483646 h 315"/>
              <a:gd name="T18" fmla="*/ 2147483646 w 794"/>
              <a:gd name="T19" fmla="*/ 2147483646 h 315"/>
              <a:gd name="T20" fmla="*/ 2147483646 w 794"/>
              <a:gd name="T21" fmla="*/ 2147483646 h 315"/>
              <a:gd name="T22" fmla="*/ 2147483646 w 794"/>
              <a:gd name="T23" fmla="*/ 2147483646 h 315"/>
              <a:gd name="T24" fmla="*/ 2147483646 w 794"/>
              <a:gd name="T25" fmla="*/ 2147483646 h 315"/>
              <a:gd name="T26" fmla="*/ 2147483646 w 794"/>
              <a:gd name="T27" fmla="*/ 2147483646 h 315"/>
              <a:gd name="T28" fmla="*/ 2147483646 w 794"/>
              <a:gd name="T29" fmla="*/ 2147483646 h 315"/>
              <a:gd name="T30" fmla="*/ 2147483646 w 794"/>
              <a:gd name="T31" fmla="*/ 2147483646 h 315"/>
              <a:gd name="T32" fmla="*/ 2147483646 w 794"/>
              <a:gd name="T33" fmla="*/ 2147483646 h 315"/>
              <a:gd name="T34" fmla="*/ 2147483646 w 794"/>
              <a:gd name="T35" fmla="*/ 2147483646 h 315"/>
              <a:gd name="T36" fmla="*/ 2147483646 w 794"/>
              <a:gd name="T37" fmla="*/ 2147483646 h 315"/>
              <a:gd name="T38" fmla="*/ 2147483646 w 794"/>
              <a:gd name="T39" fmla="*/ 2147483646 h 315"/>
              <a:gd name="T40" fmla="*/ 2147483646 w 794"/>
              <a:gd name="T41" fmla="*/ 2147483646 h 315"/>
              <a:gd name="T42" fmla="*/ 2147483646 w 794"/>
              <a:gd name="T43" fmla="*/ 2147483646 h 315"/>
              <a:gd name="T44" fmla="*/ 2147483646 w 794"/>
              <a:gd name="T45" fmla="*/ 2147483646 h 315"/>
              <a:gd name="T46" fmla="*/ 2147483646 w 794"/>
              <a:gd name="T47" fmla="*/ 2147483646 h 315"/>
              <a:gd name="T48" fmla="*/ 2147483646 w 794"/>
              <a:gd name="T49" fmla="*/ 2147483646 h 315"/>
              <a:gd name="T50" fmla="*/ 2147483646 w 794"/>
              <a:gd name="T51" fmla="*/ 2147483646 h 315"/>
              <a:gd name="T52" fmla="*/ 2147483646 w 794"/>
              <a:gd name="T53" fmla="*/ 2147483646 h 315"/>
              <a:gd name="T54" fmla="*/ 2147483646 w 794"/>
              <a:gd name="T55" fmla="*/ 2147483646 h 315"/>
              <a:gd name="T56" fmla="*/ 2147483646 w 794"/>
              <a:gd name="T57" fmla="*/ 2147483646 h 315"/>
              <a:gd name="T58" fmla="*/ 2147483646 w 794"/>
              <a:gd name="T59" fmla="*/ 2147483646 h 315"/>
              <a:gd name="T60" fmla="*/ 2147483646 w 794"/>
              <a:gd name="T61" fmla="*/ 2147483646 h 315"/>
              <a:gd name="T62" fmla="*/ 2147483646 w 794"/>
              <a:gd name="T63" fmla="*/ 2147483646 h 315"/>
              <a:gd name="T64" fmla="*/ 2147483646 w 794"/>
              <a:gd name="T65" fmla="*/ 2147483646 h 315"/>
              <a:gd name="T66" fmla="*/ 2147483646 w 794"/>
              <a:gd name="T67" fmla="*/ 2147483646 h 315"/>
              <a:gd name="T68" fmla="*/ 2147483646 w 794"/>
              <a:gd name="T69" fmla="*/ 2147483646 h 315"/>
              <a:gd name="T70" fmla="*/ 2147483646 w 794"/>
              <a:gd name="T71" fmla="*/ 2147483646 h 315"/>
              <a:gd name="T72" fmla="*/ 2147483646 w 794"/>
              <a:gd name="T73" fmla="*/ 2147483646 h 315"/>
              <a:gd name="T74" fmla="*/ 2147483646 w 794"/>
              <a:gd name="T75" fmla="*/ 2147483646 h 315"/>
              <a:gd name="T76" fmla="*/ 2147483646 w 794"/>
              <a:gd name="T77" fmla="*/ 2147483646 h 315"/>
              <a:gd name="T78" fmla="*/ 2147483646 w 794"/>
              <a:gd name="T79" fmla="*/ 2147483646 h 315"/>
              <a:gd name="T80" fmla="*/ 2147483646 w 794"/>
              <a:gd name="T81" fmla="*/ 2147483646 h 315"/>
              <a:gd name="T82" fmla="*/ 2147483646 w 794"/>
              <a:gd name="T83" fmla="*/ 2147483646 h 315"/>
              <a:gd name="T84" fmla="*/ 2147483646 w 794"/>
              <a:gd name="T85" fmla="*/ 2147483646 h 315"/>
              <a:gd name="T86" fmla="*/ 2147483646 w 794"/>
              <a:gd name="T87" fmla="*/ 2147483646 h 315"/>
              <a:gd name="T88" fmla="*/ 2147483646 w 794"/>
              <a:gd name="T89" fmla="*/ 2147483646 h 315"/>
              <a:gd name="T90" fmla="*/ 2147483646 w 794"/>
              <a:gd name="T91" fmla="*/ 2147483646 h 315"/>
              <a:gd name="T92" fmla="*/ 2147483646 w 794"/>
              <a:gd name="T93" fmla="*/ 2147483646 h 315"/>
              <a:gd name="T94" fmla="*/ 2147483646 w 794"/>
              <a:gd name="T95" fmla="*/ 2147483646 h 315"/>
              <a:gd name="T96" fmla="*/ 2147483646 w 794"/>
              <a:gd name="T97" fmla="*/ 2147483646 h 315"/>
              <a:gd name="T98" fmla="*/ 2147483646 w 794"/>
              <a:gd name="T99" fmla="*/ 2147483646 h 315"/>
              <a:gd name="T100" fmla="*/ 2147483646 w 794"/>
              <a:gd name="T101" fmla="*/ 2147483646 h 315"/>
              <a:gd name="T102" fmla="*/ 2147483646 w 794"/>
              <a:gd name="T103" fmla="*/ 2147483646 h 315"/>
              <a:gd name="T104" fmla="*/ 2147483646 w 794"/>
              <a:gd name="T105" fmla="*/ 2147483646 h 315"/>
              <a:gd name="T106" fmla="*/ 2147483646 w 794"/>
              <a:gd name="T107" fmla="*/ 2147483646 h 315"/>
              <a:gd name="T108" fmla="*/ 2147483646 w 794"/>
              <a:gd name="T109" fmla="*/ 2147483646 h 315"/>
              <a:gd name="T110" fmla="*/ 2147483646 w 794"/>
              <a:gd name="T111" fmla="*/ 2147483646 h 315"/>
              <a:gd name="T112" fmla="*/ 2147483646 w 794"/>
              <a:gd name="T113" fmla="*/ 2147483646 h 315"/>
              <a:gd name="T114" fmla="*/ 2147483646 w 794"/>
              <a:gd name="T115" fmla="*/ 2147483646 h 315"/>
              <a:gd name="T116" fmla="*/ 2147483646 w 794"/>
              <a:gd name="T117" fmla="*/ 2147483646 h 315"/>
              <a:gd name="T118" fmla="*/ 2147483646 w 794"/>
              <a:gd name="T119" fmla="*/ 2147483646 h 315"/>
              <a:gd name="T120" fmla="*/ 2147483646 w 794"/>
              <a:gd name="T121" fmla="*/ 2147483646 h 315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794"/>
              <a:gd name="T184" fmla="*/ 0 h 315"/>
              <a:gd name="T185" fmla="*/ 794 w 794"/>
              <a:gd name="T186" fmla="*/ 315 h 315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794" h="315">
                <a:moveTo>
                  <a:pt x="0" y="315"/>
                </a:moveTo>
                <a:lnTo>
                  <a:pt x="31" y="315"/>
                </a:lnTo>
                <a:lnTo>
                  <a:pt x="59" y="315"/>
                </a:lnTo>
                <a:lnTo>
                  <a:pt x="85" y="315"/>
                </a:lnTo>
                <a:lnTo>
                  <a:pt x="111" y="315"/>
                </a:lnTo>
                <a:lnTo>
                  <a:pt x="133" y="315"/>
                </a:lnTo>
                <a:lnTo>
                  <a:pt x="156" y="315"/>
                </a:lnTo>
                <a:lnTo>
                  <a:pt x="176" y="315"/>
                </a:lnTo>
                <a:lnTo>
                  <a:pt x="194" y="315"/>
                </a:lnTo>
                <a:lnTo>
                  <a:pt x="210" y="315"/>
                </a:lnTo>
                <a:lnTo>
                  <a:pt x="226" y="315"/>
                </a:lnTo>
                <a:lnTo>
                  <a:pt x="241" y="315"/>
                </a:lnTo>
                <a:lnTo>
                  <a:pt x="254" y="315"/>
                </a:lnTo>
                <a:lnTo>
                  <a:pt x="266" y="315"/>
                </a:lnTo>
                <a:lnTo>
                  <a:pt x="277" y="315"/>
                </a:lnTo>
                <a:lnTo>
                  <a:pt x="287" y="315"/>
                </a:lnTo>
                <a:lnTo>
                  <a:pt x="295" y="315"/>
                </a:lnTo>
                <a:lnTo>
                  <a:pt x="303" y="315"/>
                </a:lnTo>
                <a:lnTo>
                  <a:pt x="310" y="315"/>
                </a:lnTo>
                <a:lnTo>
                  <a:pt x="317" y="315"/>
                </a:lnTo>
                <a:lnTo>
                  <a:pt x="322" y="315"/>
                </a:lnTo>
                <a:lnTo>
                  <a:pt x="327" y="315"/>
                </a:lnTo>
                <a:lnTo>
                  <a:pt x="333" y="315"/>
                </a:lnTo>
                <a:lnTo>
                  <a:pt x="335" y="315"/>
                </a:lnTo>
                <a:lnTo>
                  <a:pt x="339" y="315"/>
                </a:lnTo>
                <a:lnTo>
                  <a:pt x="342" y="315"/>
                </a:lnTo>
                <a:lnTo>
                  <a:pt x="345" y="315"/>
                </a:lnTo>
                <a:lnTo>
                  <a:pt x="347" y="315"/>
                </a:lnTo>
                <a:lnTo>
                  <a:pt x="350" y="314"/>
                </a:lnTo>
                <a:lnTo>
                  <a:pt x="353" y="314"/>
                </a:lnTo>
                <a:lnTo>
                  <a:pt x="354" y="314"/>
                </a:lnTo>
                <a:lnTo>
                  <a:pt x="357" y="314"/>
                </a:lnTo>
                <a:lnTo>
                  <a:pt x="358" y="314"/>
                </a:lnTo>
                <a:lnTo>
                  <a:pt x="361" y="314"/>
                </a:lnTo>
                <a:lnTo>
                  <a:pt x="363" y="314"/>
                </a:lnTo>
                <a:lnTo>
                  <a:pt x="365" y="314"/>
                </a:lnTo>
                <a:lnTo>
                  <a:pt x="366" y="314"/>
                </a:lnTo>
                <a:lnTo>
                  <a:pt x="368" y="314"/>
                </a:lnTo>
                <a:lnTo>
                  <a:pt x="370" y="312"/>
                </a:lnTo>
                <a:lnTo>
                  <a:pt x="371" y="312"/>
                </a:lnTo>
                <a:lnTo>
                  <a:pt x="372" y="312"/>
                </a:lnTo>
                <a:lnTo>
                  <a:pt x="374" y="312"/>
                </a:lnTo>
                <a:lnTo>
                  <a:pt x="375" y="312"/>
                </a:lnTo>
                <a:lnTo>
                  <a:pt x="376" y="312"/>
                </a:lnTo>
                <a:lnTo>
                  <a:pt x="378" y="312"/>
                </a:lnTo>
                <a:lnTo>
                  <a:pt x="379" y="312"/>
                </a:lnTo>
                <a:lnTo>
                  <a:pt x="380" y="312"/>
                </a:lnTo>
                <a:lnTo>
                  <a:pt x="382" y="312"/>
                </a:lnTo>
                <a:lnTo>
                  <a:pt x="383" y="312"/>
                </a:lnTo>
                <a:lnTo>
                  <a:pt x="384" y="311"/>
                </a:lnTo>
                <a:lnTo>
                  <a:pt x="386" y="311"/>
                </a:lnTo>
                <a:lnTo>
                  <a:pt x="387" y="311"/>
                </a:lnTo>
                <a:lnTo>
                  <a:pt x="388" y="311"/>
                </a:lnTo>
                <a:lnTo>
                  <a:pt x="390" y="311"/>
                </a:lnTo>
                <a:lnTo>
                  <a:pt x="391" y="311"/>
                </a:lnTo>
                <a:lnTo>
                  <a:pt x="392" y="311"/>
                </a:lnTo>
                <a:lnTo>
                  <a:pt x="394" y="311"/>
                </a:lnTo>
                <a:lnTo>
                  <a:pt x="395" y="310"/>
                </a:lnTo>
                <a:lnTo>
                  <a:pt x="396" y="310"/>
                </a:lnTo>
                <a:lnTo>
                  <a:pt x="398" y="310"/>
                </a:lnTo>
                <a:lnTo>
                  <a:pt x="400" y="310"/>
                </a:lnTo>
                <a:lnTo>
                  <a:pt x="402" y="310"/>
                </a:lnTo>
                <a:lnTo>
                  <a:pt x="403" y="308"/>
                </a:lnTo>
                <a:lnTo>
                  <a:pt x="406" y="308"/>
                </a:lnTo>
                <a:lnTo>
                  <a:pt x="408" y="308"/>
                </a:lnTo>
                <a:lnTo>
                  <a:pt x="410" y="308"/>
                </a:lnTo>
                <a:lnTo>
                  <a:pt x="412" y="308"/>
                </a:lnTo>
                <a:lnTo>
                  <a:pt x="414" y="307"/>
                </a:lnTo>
                <a:lnTo>
                  <a:pt x="415" y="307"/>
                </a:lnTo>
                <a:lnTo>
                  <a:pt x="416" y="307"/>
                </a:lnTo>
                <a:lnTo>
                  <a:pt x="418" y="307"/>
                </a:lnTo>
                <a:lnTo>
                  <a:pt x="419" y="307"/>
                </a:lnTo>
                <a:lnTo>
                  <a:pt x="420" y="307"/>
                </a:lnTo>
                <a:lnTo>
                  <a:pt x="422" y="306"/>
                </a:lnTo>
                <a:lnTo>
                  <a:pt x="423" y="306"/>
                </a:lnTo>
                <a:lnTo>
                  <a:pt x="424" y="306"/>
                </a:lnTo>
                <a:lnTo>
                  <a:pt x="426" y="306"/>
                </a:lnTo>
                <a:lnTo>
                  <a:pt x="427" y="306"/>
                </a:lnTo>
                <a:lnTo>
                  <a:pt x="428" y="306"/>
                </a:lnTo>
                <a:lnTo>
                  <a:pt x="430" y="304"/>
                </a:lnTo>
                <a:lnTo>
                  <a:pt x="431" y="304"/>
                </a:lnTo>
                <a:lnTo>
                  <a:pt x="432" y="304"/>
                </a:lnTo>
                <a:lnTo>
                  <a:pt x="434" y="304"/>
                </a:lnTo>
                <a:lnTo>
                  <a:pt x="434" y="303"/>
                </a:lnTo>
                <a:lnTo>
                  <a:pt x="435" y="303"/>
                </a:lnTo>
                <a:lnTo>
                  <a:pt x="436" y="303"/>
                </a:lnTo>
                <a:lnTo>
                  <a:pt x="439" y="303"/>
                </a:lnTo>
                <a:lnTo>
                  <a:pt x="440" y="302"/>
                </a:lnTo>
                <a:lnTo>
                  <a:pt x="442" y="302"/>
                </a:lnTo>
                <a:lnTo>
                  <a:pt x="443" y="300"/>
                </a:lnTo>
                <a:lnTo>
                  <a:pt x="444" y="300"/>
                </a:lnTo>
                <a:lnTo>
                  <a:pt x="447" y="300"/>
                </a:lnTo>
                <a:lnTo>
                  <a:pt x="448" y="299"/>
                </a:lnTo>
                <a:lnTo>
                  <a:pt x="451" y="299"/>
                </a:lnTo>
                <a:lnTo>
                  <a:pt x="454" y="298"/>
                </a:lnTo>
                <a:lnTo>
                  <a:pt x="455" y="296"/>
                </a:lnTo>
                <a:lnTo>
                  <a:pt x="458" y="296"/>
                </a:lnTo>
                <a:lnTo>
                  <a:pt x="460" y="295"/>
                </a:lnTo>
                <a:lnTo>
                  <a:pt x="463" y="295"/>
                </a:lnTo>
                <a:lnTo>
                  <a:pt x="464" y="294"/>
                </a:lnTo>
                <a:lnTo>
                  <a:pt x="467" y="294"/>
                </a:lnTo>
                <a:lnTo>
                  <a:pt x="468" y="294"/>
                </a:lnTo>
                <a:lnTo>
                  <a:pt x="469" y="292"/>
                </a:lnTo>
                <a:lnTo>
                  <a:pt x="471" y="292"/>
                </a:lnTo>
                <a:lnTo>
                  <a:pt x="472" y="291"/>
                </a:lnTo>
                <a:lnTo>
                  <a:pt x="475" y="291"/>
                </a:lnTo>
                <a:lnTo>
                  <a:pt x="476" y="291"/>
                </a:lnTo>
                <a:lnTo>
                  <a:pt x="477" y="290"/>
                </a:lnTo>
                <a:lnTo>
                  <a:pt x="479" y="290"/>
                </a:lnTo>
                <a:lnTo>
                  <a:pt x="480" y="288"/>
                </a:lnTo>
                <a:lnTo>
                  <a:pt x="481" y="288"/>
                </a:lnTo>
                <a:lnTo>
                  <a:pt x="483" y="288"/>
                </a:lnTo>
                <a:lnTo>
                  <a:pt x="484" y="287"/>
                </a:lnTo>
                <a:lnTo>
                  <a:pt x="485" y="287"/>
                </a:lnTo>
                <a:lnTo>
                  <a:pt x="487" y="286"/>
                </a:lnTo>
                <a:lnTo>
                  <a:pt x="488" y="286"/>
                </a:lnTo>
                <a:lnTo>
                  <a:pt x="489" y="286"/>
                </a:lnTo>
                <a:lnTo>
                  <a:pt x="491" y="285"/>
                </a:lnTo>
                <a:lnTo>
                  <a:pt x="492" y="285"/>
                </a:lnTo>
                <a:lnTo>
                  <a:pt x="493" y="283"/>
                </a:lnTo>
                <a:lnTo>
                  <a:pt x="495" y="283"/>
                </a:lnTo>
                <a:lnTo>
                  <a:pt x="496" y="282"/>
                </a:lnTo>
                <a:lnTo>
                  <a:pt x="497" y="281"/>
                </a:lnTo>
                <a:lnTo>
                  <a:pt x="500" y="281"/>
                </a:lnTo>
                <a:lnTo>
                  <a:pt x="501" y="279"/>
                </a:lnTo>
                <a:lnTo>
                  <a:pt x="503" y="278"/>
                </a:lnTo>
                <a:lnTo>
                  <a:pt x="505" y="277"/>
                </a:lnTo>
                <a:lnTo>
                  <a:pt x="508" y="277"/>
                </a:lnTo>
                <a:lnTo>
                  <a:pt x="509" y="275"/>
                </a:lnTo>
                <a:lnTo>
                  <a:pt x="512" y="274"/>
                </a:lnTo>
                <a:lnTo>
                  <a:pt x="513" y="274"/>
                </a:lnTo>
                <a:lnTo>
                  <a:pt x="515" y="273"/>
                </a:lnTo>
                <a:lnTo>
                  <a:pt x="516" y="271"/>
                </a:lnTo>
                <a:lnTo>
                  <a:pt x="517" y="271"/>
                </a:lnTo>
                <a:lnTo>
                  <a:pt x="519" y="270"/>
                </a:lnTo>
                <a:lnTo>
                  <a:pt x="520" y="270"/>
                </a:lnTo>
                <a:lnTo>
                  <a:pt x="521" y="269"/>
                </a:lnTo>
                <a:lnTo>
                  <a:pt x="523" y="269"/>
                </a:lnTo>
                <a:lnTo>
                  <a:pt x="524" y="267"/>
                </a:lnTo>
                <a:lnTo>
                  <a:pt x="525" y="267"/>
                </a:lnTo>
                <a:lnTo>
                  <a:pt x="527" y="267"/>
                </a:lnTo>
                <a:lnTo>
                  <a:pt x="527" y="266"/>
                </a:lnTo>
                <a:lnTo>
                  <a:pt x="528" y="266"/>
                </a:lnTo>
                <a:lnTo>
                  <a:pt x="529" y="265"/>
                </a:lnTo>
                <a:lnTo>
                  <a:pt x="531" y="265"/>
                </a:lnTo>
                <a:lnTo>
                  <a:pt x="532" y="265"/>
                </a:lnTo>
                <a:lnTo>
                  <a:pt x="532" y="263"/>
                </a:lnTo>
                <a:lnTo>
                  <a:pt x="533" y="263"/>
                </a:lnTo>
                <a:lnTo>
                  <a:pt x="535" y="262"/>
                </a:lnTo>
                <a:lnTo>
                  <a:pt x="536" y="262"/>
                </a:lnTo>
                <a:lnTo>
                  <a:pt x="537" y="261"/>
                </a:lnTo>
                <a:lnTo>
                  <a:pt x="539" y="261"/>
                </a:lnTo>
                <a:lnTo>
                  <a:pt x="540" y="259"/>
                </a:lnTo>
                <a:lnTo>
                  <a:pt x="541" y="259"/>
                </a:lnTo>
                <a:lnTo>
                  <a:pt x="543" y="258"/>
                </a:lnTo>
                <a:lnTo>
                  <a:pt x="544" y="257"/>
                </a:lnTo>
                <a:lnTo>
                  <a:pt x="545" y="257"/>
                </a:lnTo>
                <a:lnTo>
                  <a:pt x="548" y="255"/>
                </a:lnTo>
                <a:lnTo>
                  <a:pt x="549" y="254"/>
                </a:lnTo>
                <a:lnTo>
                  <a:pt x="552" y="253"/>
                </a:lnTo>
                <a:lnTo>
                  <a:pt x="553" y="251"/>
                </a:lnTo>
                <a:lnTo>
                  <a:pt x="554" y="251"/>
                </a:lnTo>
                <a:lnTo>
                  <a:pt x="556" y="250"/>
                </a:lnTo>
                <a:lnTo>
                  <a:pt x="557" y="249"/>
                </a:lnTo>
                <a:lnTo>
                  <a:pt x="558" y="249"/>
                </a:lnTo>
                <a:lnTo>
                  <a:pt x="560" y="247"/>
                </a:lnTo>
                <a:lnTo>
                  <a:pt x="561" y="247"/>
                </a:lnTo>
                <a:lnTo>
                  <a:pt x="562" y="246"/>
                </a:lnTo>
                <a:lnTo>
                  <a:pt x="564" y="246"/>
                </a:lnTo>
                <a:lnTo>
                  <a:pt x="565" y="245"/>
                </a:lnTo>
                <a:lnTo>
                  <a:pt x="566" y="245"/>
                </a:lnTo>
                <a:lnTo>
                  <a:pt x="568" y="243"/>
                </a:lnTo>
                <a:lnTo>
                  <a:pt x="569" y="243"/>
                </a:lnTo>
                <a:lnTo>
                  <a:pt x="569" y="242"/>
                </a:lnTo>
                <a:lnTo>
                  <a:pt x="570" y="242"/>
                </a:lnTo>
                <a:lnTo>
                  <a:pt x="572" y="242"/>
                </a:lnTo>
                <a:lnTo>
                  <a:pt x="572" y="241"/>
                </a:lnTo>
                <a:lnTo>
                  <a:pt x="573" y="241"/>
                </a:lnTo>
                <a:lnTo>
                  <a:pt x="574" y="239"/>
                </a:lnTo>
                <a:lnTo>
                  <a:pt x="576" y="238"/>
                </a:lnTo>
                <a:lnTo>
                  <a:pt x="577" y="238"/>
                </a:lnTo>
                <a:lnTo>
                  <a:pt x="578" y="237"/>
                </a:lnTo>
                <a:lnTo>
                  <a:pt x="580" y="235"/>
                </a:lnTo>
                <a:lnTo>
                  <a:pt x="581" y="235"/>
                </a:lnTo>
                <a:lnTo>
                  <a:pt x="582" y="234"/>
                </a:lnTo>
                <a:lnTo>
                  <a:pt x="584" y="233"/>
                </a:lnTo>
                <a:lnTo>
                  <a:pt x="585" y="233"/>
                </a:lnTo>
                <a:lnTo>
                  <a:pt x="586" y="231"/>
                </a:lnTo>
                <a:lnTo>
                  <a:pt x="588" y="230"/>
                </a:lnTo>
                <a:lnTo>
                  <a:pt x="589" y="230"/>
                </a:lnTo>
                <a:lnTo>
                  <a:pt x="590" y="229"/>
                </a:lnTo>
                <a:lnTo>
                  <a:pt x="592" y="227"/>
                </a:lnTo>
                <a:lnTo>
                  <a:pt x="593" y="227"/>
                </a:lnTo>
                <a:lnTo>
                  <a:pt x="594" y="226"/>
                </a:lnTo>
                <a:lnTo>
                  <a:pt x="596" y="226"/>
                </a:lnTo>
                <a:lnTo>
                  <a:pt x="597" y="225"/>
                </a:lnTo>
                <a:lnTo>
                  <a:pt x="598" y="223"/>
                </a:lnTo>
                <a:lnTo>
                  <a:pt x="600" y="223"/>
                </a:lnTo>
                <a:lnTo>
                  <a:pt x="601" y="222"/>
                </a:lnTo>
                <a:lnTo>
                  <a:pt x="602" y="222"/>
                </a:lnTo>
                <a:lnTo>
                  <a:pt x="602" y="221"/>
                </a:lnTo>
                <a:lnTo>
                  <a:pt x="604" y="221"/>
                </a:lnTo>
                <a:lnTo>
                  <a:pt x="604" y="219"/>
                </a:lnTo>
                <a:lnTo>
                  <a:pt x="605" y="219"/>
                </a:lnTo>
                <a:lnTo>
                  <a:pt x="606" y="218"/>
                </a:lnTo>
                <a:lnTo>
                  <a:pt x="608" y="218"/>
                </a:lnTo>
                <a:lnTo>
                  <a:pt x="608" y="217"/>
                </a:lnTo>
                <a:lnTo>
                  <a:pt x="609" y="217"/>
                </a:lnTo>
                <a:lnTo>
                  <a:pt x="609" y="215"/>
                </a:lnTo>
                <a:lnTo>
                  <a:pt x="610" y="215"/>
                </a:lnTo>
                <a:lnTo>
                  <a:pt x="612" y="214"/>
                </a:lnTo>
                <a:lnTo>
                  <a:pt x="613" y="213"/>
                </a:lnTo>
                <a:lnTo>
                  <a:pt x="614" y="213"/>
                </a:lnTo>
                <a:lnTo>
                  <a:pt x="614" y="211"/>
                </a:lnTo>
                <a:lnTo>
                  <a:pt x="616" y="210"/>
                </a:lnTo>
                <a:lnTo>
                  <a:pt x="617" y="210"/>
                </a:lnTo>
                <a:lnTo>
                  <a:pt x="618" y="209"/>
                </a:lnTo>
                <a:lnTo>
                  <a:pt x="620" y="207"/>
                </a:lnTo>
                <a:lnTo>
                  <a:pt x="621" y="207"/>
                </a:lnTo>
                <a:lnTo>
                  <a:pt x="621" y="206"/>
                </a:lnTo>
                <a:lnTo>
                  <a:pt x="622" y="206"/>
                </a:lnTo>
                <a:lnTo>
                  <a:pt x="624" y="205"/>
                </a:lnTo>
                <a:lnTo>
                  <a:pt x="625" y="205"/>
                </a:lnTo>
                <a:lnTo>
                  <a:pt x="625" y="203"/>
                </a:lnTo>
                <a:lnTo>
                  <a:pt x="626" y="203"/>
                </a:lnTo>
                <a:lnTo>
                  <a:pt x="626" y="202"/>
                </a:lnTo>
                <a:lnTo>
                  <a:pt x="628" y="202"/>
                </a:lnTo>
                <a:lnTo>
                  <a:pt x="629" y="201"/>
                </a:lnTo>
                <a:lnTo>
                  <a:pt x="630" y="201"/>
                </a:lnTo>
                <a:lnTo>
                  <a:pt x="630" y="199"/>
                </a:lnTo>
                <a:lnTo>
                  <a:pt x="632" y="199"/>
                </a:lnTo>
                <a:lnTo>
                  <a:pt x="632" y="198"/>
                </a:lnTo>
                <a:lnTo>
                  <a:pt x="633" y="198"/>
                </a:lnTo>
                <a:lnTo>
                  <a:pt x="634" y="198"/>
                </a:lnTo>
                <a:lnTo>
                  <a:pt x="634" y="197"/>
                </a:lnTo>
                <a:lnTo>
                  <a:pt x="636" y="197"/>
                </a:lnTo>
                <a:lnTo>
                  <a:pt x="637" y="195"/>
                </a:lnTo>
                <a:lnTo>
                  <a:pt x="638" y="195"/>
                </a:lnTo>
                <a:lnTo>
                  <a:pt x="638" y="194"/>
                </a:lnTo>
                <a:lnTo>
                  <a:pt x="640" y="193"/>
                </a:lnTo>
                <a:lnTo>
                  <a:pt x="641" y="193"/>
                </a:lnTo>
                <a:lnTo>
                  <a:pt x="642" y="192"/>
                </a:lnTo>
                <a:lnTo>
                  <a:pt x="644" y="192"/>
                </a:lnTo>
                <a:lnTo>
                  <a:pt x="645" y="190"/>
                </a:lnTo>
                <a:lnTo>
                  <a:pt x="646" y="189"/>
                </a:lnTo>
                <a:lnTo>
                  <a:pt x="647" y="189"/>
                </a:lnTo>
                <a:lnTo>
                  <a:pt x="647" y="188"/>
                </a:lnTo>
                <a:lnTo>
                  <a:pt x="649" y="188"/>
                </a:lnTo>
                <a:lnTo>
                  <a:pt x="649" y="186"/>
                </a:lnTo>
                <a:lnTo>
                  <a:pt x="650" y="186"/>
                </a:lnTo>
                <a:lnTo>
                  <a:pt x="651" y="185"/>
                </a:lnTo>
                <a:lnTo>
                  <a:pt x="653" y="184"/>
                </a:lnTo>
                <a:lnTo>
                  <a:pt x="654" y="182"/>
                </a:lnTo>
                <a:lnTo>
                  <a:pt x="655" y="182"/>
                </a:lnTo>
                <a:lnTo>
                  <a:pt x="655" y="181"/>
                </a:lnTo>
                <a:lnTo>
                  <a:pt x="657" y="181"/>
                </a:lnTo>
                <a:lnTo>
                  <a:pt x="657" y="180"/>
                </a:lnTo>
                <a:lnTo>
                  <a:pt x="658" y="178"/>
                </a:lnTo>
                <a:lnTo>
                  <a:pt x="659" y="178"/>
                </a:lnTo>
                <a:lnTo>
                  <a:pt x="659" y="177"/>
                </a:lnTo>
                <a:lnTo>
                  <a:pt x="661" y="176"/>
                </a:lnTo>
                <a:lnTo>
                  <a:pt x="662" y="176"/>
                </a:lnTo>
                <a:lnTo>
                  <a:pt x="662" y="174"/>
                </a:lnTo>
                <a:lnTo>
                  <a:pt x="663" y="173"/>
                </a:lnTo>
                <a:lnTo>
                  <a:pt x="665" y="172"/>
                </a:lnTo>
                <a:lnTo>
                  <a:pt x="666" y="170"/>
                </a:lnTo>
                <a:lnTo>
                  <a:pt x="667" y="169"/>
                </a:lnTo>
                <a:lnTo>
                  <a:pt x="669" y="168"/>
                </a:lnTo>
                <a:lnTo>
                  <a:pt x="670" y="166"/>
                </a:lnTo>
                <a:lnTo>
                  <a:pt x="671" y="165"/>
                </a:lnTo>
                <a:lnTo>
                  <a:pt x="673" y="164"/>
                </a:lnTo>
                <a:lnTo>
                  <a:pt x="674" y="162"/>
                </a:lnTo>
                <a:lnTo>
                  <a:pt x="675" y="161"/>
                </a:lnTo>
                <a:lnTo>
                  <a:pt x="677" y="160"/>
                </a:lnTo>
                <a:lnTo>
                  <a:pt x="677" y="158"/>
                </a:lnTo>
                <a:lnTo>
                  <a:pt x="678" y="158"/>
                </a:lnTo>
                <a:lnTo>
                  <a:pt x="679" y="157"/>
                </a:lnTo>
                <a:lnTo>
                  <a:pt x="679" y="156"/>
                </a:lnTo>
                <a:lnTo>
                  <a:pt x="681" y="156"/>
                </a:lnTo>
                <a:lnTo>
                  <a:pt x="681" y="154"/>
                </a:lnTo>
                <a:lnTo>
                  <a:pt x="682" y="154"/>
                </a:lnTo>
                <a:lnTo>
                  <a:pt x="682" y="153"/>
                </a:lnTo>
                <a:lnTo>
                  <a:pt x="683" y="152"/>
                </a:lnTo>
                <a:lnTo>
                  <a:pt x="685" y="150"/>
                </a:lnTo>
                <a:lnTo>
                  <a:pt x="686" y="149"/>
                </a:lnTo>
                <a:lnTo>
                  <a:pt x="687" y="148"/>
                </a:lnTo>
                <a:lnTo>
                  <a:pt x="689" y="146"/>
                </a:lnTo>
                <a:lnTo>
                  <a:pt x="689" y="145"/>
                </a:lnTo>
                <a:lnTo>
                  <a:pt x="690" y="144"/>
                </a:lnTo>
                <a:lnTo>
                  <a:pt x="691" y="142"/>
                </a:lnTo>
                <a:lnTo>
                  <a:pt x="693" y="141"/>
                </a:lnTo>
                <a:lnTo>
                  <a:pt x="694" y="140"/>
                </a:lnTo>
                <a:lnTo>
                  <a:pt x="695" y="138"/>
                </a:lnTo>
                <a:lnTo>
                  <a:pt x="697" y="136"/>
                </a:lnTo>
                <a:lnTo>
                  <a:pt x="698" y="134"/>
                </a:lnTo>
                <a:lnTo>
                  <a:pt x="699" y="133"/>
                </a:lnTo>
                <a:lnTo>
                  <a:pt x="701" y="130"/>
                </a:lnTo>
                <a:lnTo>
                  <a:pt x="702" y="129"/>
                </a:lnTo>
                <a:lnTo>
                  <a:pt x="703" y="128"/>
                </a:lnTo>
                <a:lnTo>
                  <a:pt x="705" y="126"/>
                </a:lnTo>
                <a:lnTo>
                  <a:pt x="706" y="125"/>
                </a:lnTo>
                <a:lnTo>
                  <a:pt x="707" y="124"/>
                </a:lnTo>
                <a:lnTo>
                  <a:pt x="707" y="122"/>
                </a:lnTo>
                <a:lnTo>
                  <a:pt x="709" y="121"/>
                </a:lnTo>
                <a:lnTo>
                  <a:pt x="710" y="120"/>
                </a:lnTo>
                <a:lnTo>
                  <a:pt x="711" y="118"/>
                </a:lnTo>
                <a:lnTo>
                  <a:pt x="713" y="117"/>
                </a:lnTo>
                <a:lnTo>
                  <a:pt x="713" y="116"/>
                </a:lnTo>
                <a:lnTo>
                  <a:pt x="714" y="114"/>
                </a:lnTo>
                <a:lnTo>
                  <a:pt x="715" y="114"/>
                </a:lnTo>
                <a:lnTo>
                  <a:pt x="715" y="113"/>
                </a:lnTo>
                <a:lnTo>
                  <a:pt x="717" y="112"/>
                </a:lnTo>
                <a:lnTo>
                  <a:pt x="717" y="110"/>
                </a:lnTo>
                <a:lnTo>
                  <a:pt x="718" y="110"/>
                </a:lnTo>
                <a:lnTo>
                  <a:pt x="719" y="109"/>
                </a:lnTo>
                <a:lnTo>
                  <a:pt x="719" y="108"/>
                </a:lnTo>
                <a:lnTo>
                  <a:pt x="721" y="106"/>
                </a:lnTo>
                <a:lnTo>
                  <a:pt x="722" y="105"/>
                </a:lnTo>
                <a:lnTo>
                  <a:pt x="722" y="104"/>
                </a:lnTo>
                <a:lnTo>
                  <a:pt x="723" y="102"/>
                </a:lnTo>
                <a:lnTo>
                  <a:pt x="725" y="101"/>
                </a:lnTo>
                <a:lnTo>
                  <a:pt x="726" y="99"/>
                </a:lnTo>
                <a:lnTo>
                  <a:pt x="727" y="97"/>
                </a:lnTo>
                <a:lnTo>
                  <a:pt x="729" y="96"/>
                </a:lnTo>
                <a:lnTo>
                  <a:pt x="730" y="93"/>
                </a:lnTo>
                <a:lnTo>
                  <a:pt x="731" y="91"/>
                </a:lnTo>
                <a:lnTo>
                  <a:pt x="733" y="89"/>
                </a:lnTo>
                <a:lnTo>
                  <a:pt x="734" y="87"/>
                </a:lnTo>
                <a:lnTo>
                  <a:pt x="735" y="85"/>
                </a:lnTo>
                <a:lnTo>
                  <a:pt x="737" y="84"/>
                </a:lnTo>
                <a:lnTo>
                  <a:pt x="738" y="81"/>
                </a:lnTo>
                <a:lnTo>
                  <a:pt x="739" y="80"/>
                </a:lnTo>
                <a:lnTo>
                  <a:pt x="740" y="79"/>
                </a:lnTo>
                <a:lnTo>
                  <a:pt x="740" y="77"/>
                </a:lnTo>
                <a:lnTo>
                  <a:pt x="742" y="76"/>
                </a:lnTo>
                <a:lnTo>
                  <a:pt x="743" y="75"/>
                </a:lnTo>
                <a:lnTo>
                  <a:pt x="744" y="73"/>
                </a:lnTo>
                <a:lnTo>
                  <a:pt x="744" y="72"/>
                </a:lnTo>
                <a:lnTo>
                  <a:pt x="746" y="71"/>
                </a:lnTo>
                <a:lnTo>
                  <a:pt x="747" y="69"/>
                </a:lnTo>
                <a:lnTo>
                  <a:pt x="748" y="68"/>
                </a:lnTo>
                <a:lnTo>
                  <a:pt x="748" y="67"/>
                </a:lnTo>
                <a:lnTo>
                  <a:pt x="750" y="65"/>
                </a:lnTo>
                <a:lnTo>
                  <a:pt x="750" y="64"/>
                </a:lnTo>
                <a:lnTo>
                  <a:pt x="751" y="64"/>
                </a:lnTo>
                <a:lnTo>
                  <a:pt x="752" y="63"/>
                </a:lnTo>
                <a:lnTo>
                  <a:pt x="752" y="61"/>
                </a:lnTo>
                <a:lnTo>
                  <a:pt x="754" y="60"/>
                </a:lnTo>
                <a:lnTo>
                  <a:pt x="755" y="59"/>
                </a:lnTo>
                <a:lnTo>
                  <a:pt x="756" y="57"/>
                </a:lnTo>
                <a:lnTo>
                  <a:pt x="756" y="55"/>
                </a:lnTo>
                <a:lnTo>
                  <a:pt x="758" y="53"/>
                </a:lnTo>
                <a:lnTo>
                  <a:pt x="759" y="52"/>
                </a:lnTo>
                <a:lnTo>
                  <a:pt x="760" y="51"/>
                </a:lnTo>
                <a:lnTo>
                  <a:pt x="762" y="48"/>
                </a:lnTo>
                <a:lnTo>
                  <a:pt x="763" y="45"/>
                </a:lnTo>
                <a:lnTo>
                  <a:pt x="766" y="44"/>
                </a:lnTo>
                <a:lnTo>
                  <a:pt x="767" y="41"/>
                </a:lnTo>
                <a:lnTo>
                  <a:pt x="768" y="40"/>
                </a:lnTo>
                <a:lnTo>
                  <a:pt x="770" y="37"/>
                </a:lnTo>
                <a:lnTo>
                  <a:pt x="771" y="36"/>
                </a:lnTo>
                <a:lnTo>
                  <a:pt x="772" y="35"/>
                </a:lnTo>
                <a:lnTo>
                  <a:pt x="774" y="32"/>
                </a:lnTo>
                <a:lnTo>
                  <a:pt x="775" y="31"/>
                </a:lnTo>
                <a:lnTo>
                  <a:pt x="775" y="29"/>
                </a:lnTo>
                <a:lnTo>
                  <a:pt x="776" y="28"/>
                </a:lnTo>
                <a:lnTo>
                  <a:pt x="778" y="27"/>
                </a:lnTo>
                <a:lnTo>
                  <a:pt x="778" y="25"/>
                </a:lnTo>
                <a:lnTo>
                  <a:pt x="779" y="24"/>
                </a:lnTo>
                <a:lnTo>
                  <a:pt x="780" y="24"/>
                </a:lnTo>
                <a:lnTo>
                  <a:pt x="780" y="23"/>
                </a:lnTo>
                <a:lnTo>
                  <a:pt x="782" y="21"/>
                </a:lnTo>
                <a:lnTo>
                  <a:pt x="782" y="20"/>
                </a:lnTo>
                <a:lnTo>
                  <a:pt x="783" y="19"/>
                </a:lnTo>
                <a:lnTo>
                  <a:pt x="784" y="17"/>
                </a:lnTo>
                <a:lnTo>
                  <a:pt x="784" y="16"/>
                </a:lnTo>
                <a:lnTo>
                  <a:pt x="786" y="15"/>
                </a:lnTo>
                <a:lnTo>
                  <a:pt x="787" y="13"/>
                </a:lnTo>
                <a:lnTo>
                  <a:pt x="787" y="12"/>
                </a:lnTo>
                <a:lnTo>
                  <a:pt x="788" y="11"/>
                </a:lnTo>
                <a:lnTo>
                  <a:pt x="788" y="9"/>
                </a:lnTo>
                <a:lnTo>
                  <a:pt x="790" y="8"/>
                </a:lnTo>
                <a:lnTo>
                  <a:pt x="791" y="7"/>
                </a:lnTo>
                <a:lnTo>
                  <a:pt x="791" y="5"/>
                </a:lnTo>
                <a:lnTo>
                  <a:pt x="792" y="3"/>
                </a:lnTo>
                <a:lnTo>
                  <a:pt x="794" y="2"/>
                </a:lnTo>
                <a:lnTo>
                  <a:pt x="794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5" name="Freeform 19">
            <a:extLst>
              <a:ext uri="{FF2B5EF4-FFF2-40B4-BE49-F238E27FC236}">
                <a16:creationId xmlns:a16="http://schemas.microsoft.com/office/drawing/2014/main" id="{8E7F254E-DC2C-4938-B50F-15AD9CF3F8DD}"/>
              </a:ext>
            </a:extLst>
          </p:cNvPr>
          <p:cNvSpPr>
            <a:spLocks/>
          </p:cNvSpPr>
          <p:nvPr/>
        </p:nvSpPr>
        <p:spPr bwMode="auto">
          <a:xfrm>
            <a:off x="2595563" y="3500437"/>
            <a:ext cx="74612" cy="252413"/>
          </a:xfrm>
          <a:custGeom>
            <a:avLst/>
            <a:gdLst>
              <a:gd name="T0" fmla="*/ 2147483646 w 95"/>
              <a:gd name="T1" fmla="*/ 2147483646 h 317"/>
              <a:gd name="T2" fmla="*/ 2147483646 w 95"/>
              <a:gd name="T3" fmla="*/ 2147483646 h 317"/>
              <a:gd name="T4" fmla="*/ 2147483646 w 95"/>
              <a:gd name="T5" fmla="*/ 2147483646 h 317"/>
              <a:gd name="T6" fmla="*/ 2147483646 w 95"/>
              <a:gd name="T7" fmla="*/ 2147483646 h 317"/>
              <a:gd name="T8" fmla="*/ 2147483646 w 95"/>
              <a:gd name="T9" fmla="*/ 2147483646 h 317"/>
              <a:gd name="T10" fmla="*/ 2147483646 w 95"/>
              <a:gd name="T11" fmla="*/ 2147483646 h 317"/>
              <a:gd name="T12" fmla="*/ 2147483646 w 95"/>
              <a:gd name="T13" fmla="*/ 2147483646 h 317"/>
              <a:gd name="T14" fmla="*/ 2147483646 w 95"/>
              <a:gd name="T15" fmla="*/ 2147483646 h 317"/>
              <a:gd name="T16" fmla="*/ 2147483646 w 95"/>
              <a:gd name="T17" fmla="*/ 2147483646 h 317"/>
              <a:gd name="T18" fmla="*/ 2147483646 w 95"/>
              <a:gd name="T19" fmla="*/ 2147483646 h 317"/>
              <a:gd name="T20" fmla="*/ 2147483646 w 95"/>
              <a:gd name="T21" fmla="*/ 2147483646 h 317"/>
              <a:gd name="T22" fmla="*/ 2147483646 w 95"/>
              <a:gd name="T23" fmla="*/ 2147483646 h 317"/>
              <a:gd name="T24" fmla="*/ 2147483646 w 95"/>
              <a:gd name="T25" fmla="*/ 2147483646 h 317"/>
              <a:gd name="T26" fmla="*/ 2147483646 w 95"/>
              <a:gd name="T27" fmla="*/ 2147483646 h 317"/>
              <a:gd name="T28" fmla="*/ 2147483646 w 95"/>
              <a:gd name="T29" fmla="*/ 2147483646 h 317"/>
              <a:gd name="T30" fmla="*/ 2147483646 w 95"/>
              <a:gd name="T31" fmla="*/ 2147483646 h 317"/>
              <a:gd name="T32" fmla="*/ 2147483646 w 95"/>
              <a:gd name="T33" fmla="*/ 2147483646 h 317"/>
              <a:gd name="T34" fmla="*/ 2147483646 w 95"/>
              <a:gd name="T35" fmla="*/ 2147483646 h 317"/>
              <a:gd name="T36" fmla="*/ 2147483646 w 95"/>
              <a:gd name="T37" fmla="*/ 2147483646 h 317"/>
              <a:gd name="T38" fmla="*/ 2147483646 w 95"/>
              <a:gd name="T39" fmla="*/ 2147483646 h 317"/>
              <a:gd name="T40" fmla="*/ 2147483646 w 95"/>
              <a:gd name="T41" fmla="*/ 2147483646 h 317"/>
              <a:gd name="T42" fmla="*/ 2147483646 w 95"/>
              <a:gd name="T43" fmla="*/ 2147483646 h 317"/>
              <a:gd name="T44" fmla="*/ 2147483646 w 95"/>
              <a:gd name="T45" fmla="*/ 2147483646 h 317"/>
              <a:gd name="T46" fmla="*/ 2147483646 w 95"/>
              <a:gd name="T47" fmla="*/ 2147483646 h 317"/>
              <a:gd name="T48" fmla="*/ 2147483646 w 95"/>
              <a:gd name="T49" fmla="*/ 2147483646 h 317"/>
              <a:gd name="T50" fmla="*/ 2147483646 w 95"/>
              <a:gd name="T51" fmla="*/ 2147483646 h 317"/>
              <a:gd name="T52" fmla="*/ 2147483646 w 95"/>
              <a:gd name="T53" fmla="*/ 2147483646 h 317"/>
              <a:gd name="T54" fmla="*/ 2147483646 w 95"/>
              <a:gd name="T55" fmla="*/ 2147483646 h 317"/>
              <a:gd name="T56" fmla="*/ 2147483646 w 95"/>
              <a:gd name="T57" fmla="*/ 2147483646 h 317"/>
              <a:gd name="T58" fmla="*/ 2147483646 w 95"/>
              <a:gd name="T59" fmla="*/ 2147483646 h 317"/>
              <a:gd name="T60" fmla="*/ 2147483646 w 95"/>
              <a:gd name="T61" fmla="*/ 2147483646 h 317"/>
              <a:gd name="T62" fmla="*/ 2147483646 w 95"/>
              <a:gd name="T63" fmla="*/ 2147483646 h 317"/>
              <a:gd name="T64" fmla="*/ 2147483646 w 95"/>
              <a:gd name="T65" fmla="*/ 2147483646 h 317"/>
              <a:gd name="T66" fmla="*/ 2147483646 w 95"/>
              <a:gd name="T67" fmla="*/ 2147483646 h 317"/>
              <a:gd name="T68" fmla="*/ 2147483646 w 95"/>
              <a:gd name="T69" fmla="*/ 2147483646 h 317"/>
              <a:gd name="T70" fmla="*/ 2147483646 w 95"/>
              <a:gd name="T71" fmla="*/ 2147483646 h 317"/>
              <a:gd name="T72" fmla="*/ 2147483646 w 95"/>
              <a:gd name="T73" fmla="*/ 2147483646 h 317"/>
              <a:gd name="T74" fmla="*/ 2147483646 w 95"/>
              <a:gd name="T75" fmla="*/ 2147483646 h 317"/>
              <a:gd name="T76" fmla="*/ 2147483646 w 95"/>
              <a:gd name="T77" fmla="*/ 2147483646 h 317"/>
              <a:gd name="T78" fmla="*/ 2147483646 w 95"/>
              <a:gd name="T79" fmla="*/ 2147483646 h 317"/>
              <a:gd name="T80" fmla="*/ 2147483646 w 95"/>
              <a:gd name="T81" fmla="*/ 2147483646 h 317"/>
              <a:gd name="T82" fmla="*/ 2147483646 w 95"/>
              <a:gd name="T83" fmla="*/ 2147483646 h 317"/>
              <a:gd name="T84" fmla="*/ 2147483646 w 95"/>
              <a:gd name="T85" fmla="*/ 2147483646 h 317"/>
              <a:gd name="T86" fmla="*/ 2147483646 w 95"/>
              <a:gd name="T87" fmla="*/ 2147483646 h 317"/>
              <a:gd name="T88" fmla="*/ 2147483646 w 95"/>
              <a:gd name="T89" fmla="*/ 2147483646 h 317"/>
              <a:gd name="T90" fmla="*/ 2147483646 w 95"/>
              <a:gd name="T91" fmla="*/ 2147483646 h 317"/>
              <a:gd name="T92" fmla="*/ 2147483646 w 95"/>
              <a:gd name="T93" fmla="*/ 2147483646 h 317"/>
              <a:gd name="T94" fmla="*/ 2147483646 w 95"/>
              <a:gd name="T95" fmla="*/ 2147483646 h 317"/>
              <a:gd name="T96" fmla="*/ 2147483646 w 95"/>
              <a:gd name="T97" fmla="*/ 2147483646 h 317"/>
              <a:gd name="T98" fmla="*/ 2147483646 w 95"/>
              <a:gd name="T99" fmla="*/ 2147483646 h 317"/>
              <a:gd name="T100" fmla="*/ 2147483646 w 95"/>
              <a:gd name="T101" fmla="*/ 2147483646 h 317"/>
              <a:gd name="T102" fmla="*/ 2147483646 w 95"/>
              <a:gd name="T103" fmla="*/ 2147483646 h 317"/>
              <a:gd name="T104" fmla="*/ 2147483646 w 95"/>
              <a:gd name="T105" fmla="*/ 2147483646 h 317"/>
              <a:gd name="T106" fmla="*/ 2147483646 w 95"/>
              <a:gd name="T107" fmla="*/ 2147483646 h 317"/>
              <a:gd name="T108" fmla="*/ 2147483646 w 95"/>
              <a:gd name="T109" fmla="*/ 2147483646 h 317"/>
              <a:gd name="T110" fmla="*/ 2147483646 w 95"/>
              <a:gd name="T111" fmla="*/ 2147483646 h 317"/>
              <a:gd name="T112" fmla="*/ 2147483646 w 95"/>
              <a:gd name="T113" fmla="*/ 2147483646 h 317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95"/>
              <a:gd name="T172" fmla="*/ 0 h 317"/>
              <a:gd name="T173" fmla="*/ 95 w 95"/>
              <a:gd name="T174" fmla="*/ 317 h 317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95" h="317">
                <a:moveTo>
                  <a:pt x="0" y="0"/>
                </a:moveTo>
                <a:lnTo>
                  <a:pt x="2" y="4"/>
                </a:lnTo>
                <a:lnTo>
                  <a:pt x="4" y="6"/>
                </a:lnTo>
                <a:lnTo>
                  <a:pt x="6" y="9"/>
                </a:lnTo>
                <a:lnTo>
                  <a:pt x="7" y="13"/>
                </a:lnTo>
                <a:lnTo>
                  <a:pt x="8" y="16"/>
                </a:lnTo>
                <a:lnTo>
                  <a:pt x="10" y="17"/>
                </a:lnTo>
                <a:lnTo>
                  <a:pt x="11" y="20"/>
                </a:lnTo>
                <a:lnTo>
                  <a:pt x="12" y="22"/>
                </a:lnTo>
                <a:lnTo>
                  <a:pt x="14" y="24"/>
                </a:lnTo>
                <a:lnTo>
                  <a:pt x="15" y="26"/>
                </a:lnTo>
                <a:lnTo>
                  <a:pt x="16" y="28"/>
                </a:lnTo>
                <a:lnTo>
                  <a:pt x="16" y="30"/>
                </a:lnTo>
                <a:lnTo>
                  <a:pt x="18" y="32"/>
                </a:lnTo>
                <a:lnTo>
                  <a:pt x="19" y="33"/>
                </a:lnTo>
                <a:lnTo>
                  <a:pt x="19" y="34"/>
                </a:lnTo>
                <a:lnTo>
                  <a:pt x="20" y="36"/>
                </a:lnTo>
                <a:lnTo>
                  <a:pt x="20" y="37"/>
                </a:lnTo>
                <a:lnTo>
                  <a:pt x="22" y="38"/>
                </a:lnTo>
                <a:lnTo>
                  <a:pt x="22" y="40"/>
                </a:lnTo>
                <a:lnTo>
                  <a:pt x="23" y="41"/>
                </a:lnTo>
                <a:lnTo>
                  <a:pt x="23" y="42"/>
                </a:lnTo>
                <a:lnTo>
                  <a:pt x="24" y="43"/>
                </a:lnTo>
                <a:lnTo>
                  <a:pt x="24" y="45"/>
                </a:lnTo>
                <a:lnTo>
                  <a:pt x="24" y="46"/>
                </a:lnTo>
                <a:lnTo>
                  <a:pt x="26" y="47"/>
                </a:lnTo>
                <a:lnTo>
                  <a:pt x="26" y="49"/>
                </a:lnTo>
                <a:lnTo>
                  <a:pt x="27" y="50"/>
                </a:lnTo>
                <a:lnTo>
                  <a:pt x="27" y="51"/>
                </a:lnTo>
                <a:lnTo>
                  <a:pt x="28" y="53"/>
                </a:lnTo>
                <a:lnTo>
                  <a:pt x="28" y="54"/>
                </a:lnTo>
                <a:lnTo>
                  <a:pt x="30" y="55"/>
                </a:lnTo>
                <a:lnTo>
                  <a:pt x="30" y="58"/>
                </a:lnTo>
                <a:lnTo>
                  <a:pt x="31" y="59"/>
                </a:lnTo>
                <a:lnTo>
                  <a:pt x="31" y="61"/>
                </a:lnTo>
                <a:lnTo>
                  <a:pt x="32" y="63"/>
                </a:lnTo>
                <a:lnTo>
                  <a:pt x="32" y="65"/>
                </a:lnTo>
                <a:lnTo>
                  <a:pt x="34" y="66"/>
                </a:lnTo>
                <a:lnTo>
                  <a:pt x="34" y="67"/>
                </a:lnTo>
                <a:lnTo>
                  <a:pt x="35" y="69"/>
                </a:lnTo>
                <a:lnTo>
                  <a:pt x="35" y="70"/>
                </a:lnTo>
                <a:lnTo>
                  <a:pt x="35" y="71"/>
                </a:lnTo>
                <a:lnTo>
                  <a:pt x="36" y="73"/>
                </a:lnTo>
                <a:lnTo>
                  <a:pt x="36" y="74"/>
                </a:lnTo>
                <a:lnTo>
                  <a:pt x="38" y="75"/>
                </a:lnTo>
                <a:lnTo>
                  <a:pt x="38" y="77"/>
                </a:lnTo>
                <a:lnTo>
                  <a:pt x="39" y="78"/>
                </a:lnTo>
                <a:lnTo>
                  <a:pt x="39" y="79"/>
                </a:lnTo>
                <a:lnTo>
                  <a:pt x="39" y="81"/>
                </a:lnTo>
                <a:lnTo>
                  <a:pt x="40" y="82"/>
                </a:lnTo>
                <a:lnTo>
                  <a:pt x="40" y="83"/>
                </a:lnTo>
                <a:lnTo>
                  <a:pt x="42" y="85"/>
                </a:lnTo>
                <a:lnTo>
                  <a:pt x="42" y="86"/>
                </a:lnTo>
                <a:lnTo>
                  <a:pt x="42" y="87"/>
                </a:lnTo>
                <a:lnTo>
                  <a:pt x="43" y="89"/>
                </a:lnTo>
                <a:lnTo>
                  <a:pt x="43" y="90"/>
                </a:lnTo>
                <a:lnTo>
                  <a:pt x="44" y="93"/>
                </a:lnTo>
                <a:lnTo>
                  <a:pt x="44" y="94"/>
                </a:lnTo>
                <a:lnTo>
                  <a:pt x="46" y="95"/>
                </a:lnTo>
                <a:lnTo>
                  <a:pt x="46" y="98"/>
                </a:lnTo>
                <a:lnTo>
                  <a:pt x="47" y="99"/>
                </a:lnTo>
                <a:lnTo>
                  <a:pt x="47" y="102"/>
                </a:lnTo>
                <a:lnTo>
                  <a:pt x="48" y="103"/>
                </a:lnTo>
                <a:lnTo>
                  <a:pt x="50" y="106"/>
                </a:lnTo>
                <a:lnTo>
                  <a:pt x="50" y="109"/>
                </a:lnTo>
                <a:lnTo>
                  <a:pt x="51" y="110"/>
                </a:lnTo>
                <a:lnTo>
                  <a:pt x="51" y="111"/>
                </a:lnTo>
                <a:lnTo>
                  <a:pt x="52" y="113"/>
                </a:lnTo>
                <a:lnTo>
                  <a:pt x="52" y="115"/>
                </a:lnTo>
                <a:lnTo>
                  <a:pt x="54" y="117"/>
                </a:lnTo>
                <a:lnTo>
                  <a:pt x="54" y="118"/>
                </a:lnTo>
                <a:lnTo>
                  <a:pt x="54" y="119"/>
                </a:lnTo>
                <a:lnTo>
                  <a:pt x="55" y="121"/>
                </a:lnTo>
                <a:lnTo>
                  <a:pt x="55" y="122"/>
                </a:lnTo>
                <a:lnTo>
                  <a:pt x="56" y="123"/>
                </a:lnTo>
                <a:lnTo>
                  <a:pt x="56" y="125"/>
                </a:lnTo>
                <a:lnTo>
                  <a:pt x="56" y="126"/>
                </a:lnTo>
                <a:lnTo>
                  <a:pt x="56" y="127"/>
                </a:lnTo>
                <a:lnTo>
                  <a:pt x="58" y="129"/>
                </a:lnTo>
                <a:lnTo>
                  <a:pt x="58" y="130"/>
                </a:lnTo>
                <a:lnTo>
                  <a:pt x="59" y="131"/>
                </a:lnTo>
                <a:lnTo>
                  <a:pt x="59" y="133"/>
                </a:lnTo>
                <a:lnTo>
                  <a:pt x="59" y="134"/>
                </a:lnTo>
                <a:lnTo>
                  <a:pt x="60" y="135"/>
                </a:lnTo>
                <a:lnTo>
                  <a:pt x="60" y="136"/>
                </a:lnTo>
                <a:lnTo>
                  <a:pt x="60" y="139"/>
                </a:lnTo>
                <a:lnTo>
                  <a:pt x="62" y="140"/>
                </a:lnTo>
                <a:lnTo>
                  <a:pt x="62" y="142"/>
                </a:lnTo>
                <a:lnTo>
                  <a:pt x="62" y="143"/>
                </a:lnTo>
                <a:lnTo>
                  <a:pt x="63" y="146"/>
                </a:lnTo>
                <a:lnTo>
                  <a:pt x="63" y="147"/>
                </a:lnTo>
                <a:lnTo>
                  <a:pt x="64" y="150"/>
                </a:lnTo>
                <a:lnTo>
                  <a:pt x="64" y="152"/>
                </a:lnTo>
                <a:lnTo>
                  <a:pt x="66" y="154"/>
                </a:lnTo>
                <a:lnTo>
                  <a:pt x="66" y="156"/>
                </a:lnTo>
                <a:lnTo>
                  <a:pt x="67" y="158"/>
                </a:lnTo>
                <a:lnTo>
                  <a:pt x="67" y="159"/>
                </a:lnTo>
                <a:lnTo>
                  <a:pt x="68" y="162"/>
                </a:lnTo>
                <a:lnTo>
                  <a:pt x="68" y="163"/>
                </a:lnTo>
                <a:lnTo>
                  <a:pt x="68" y="164"/>
                </a:lnTo>
                <a:lnTo>
                  <a:pt x="70" y="166"/>
                </a:lnTo>
                <a:lnTo>
                  <a:pt x="70" y="167"/>
                </a:lnTo>
                <a:lnTo>
                  <a:pt x="70" y="168"/>
                </a:lnTo>
                <a:lnTo>
                  <a:pt x="70" y="170"/>
                </a:lnTo>
                <a:lnTo>
                  <a:pt x="71" y="171"/>
                </a:lnTo>
                <a:lnTo>
                  <a:pt x="71" y="172"/>
                </a:lnTo>
                <a:lnTo>
                  <a:pt x="71" y="174"/>
                </a:lnTo>
                <a:lnTo>
                  <a:pt x="72" y="175"/>
                </a:lnTo>
                <a:lnTo>
                  <a:pt x="72" y="176"/>
                </a:lnTo>
                <a:lnTo>
                  <a:pt x="72" y="178"/>
                </a:lnTo>
                <a:lnTo>
                  <a:pt x="74" y="179"/>
                </a:lnTo>
                <a:lnTo>
                  <a:pt x="74" y="180"/>
                </a:lnTo>
                <a:lnTo>
                  <a:pt x="74" y="182"/>
                </a:lnTo>
                <a:lnTo>
                  <a:pt x="74" y="183"/>
                </a:lnTo>
                <a:lnTo>
                  <a:pt x="75" y="184"/>
                </a:lnTo>
                <a:lnTo>
                  <a:pt x="75" y="186"/>
                </a:lnTo>
                <a:lnTo>
                  <a:pt x="75" y="187"/>
                </a:lnTo>
                <a:lnTo>
                  <a:pt x="76" y="188"/>
                </a:lnTo>
                <a:lnTo>
                  <a:pt x="76" y="190"/>
                </a:lnTo>
                <a:lnTo>
                  <a:pt x="78" y="192"/>
                </a:lnTo>
                <a:lnTo>
                  <a:pt x="78" y="194"/>
                </a:lnTo>
                <a:lnTo>
                  <a:pt x="79" y="196"/>
                </a:lnTo>
                <a:lnTo>
                  <a:pt x="79" y="198"/>
                </a:lnTo>
                <a:lnTo>
                  <a:pt x="80" y="200"/>
                </a:lnTo>
                <a:lnTo>
                  <a:pt x="80" y="203"/>
                </a:lnTo>
                <a:lnTo>
                  <a:pt x="82" y="204"/>
                </a:lnTo>
                <a:lnTo>
                  <a:pt x="82" y="206"/>
                </a:lnTo>
                <a:lnTo>
                  <a:pt x="82" y="208"/>
                </a:lnTo>
                <a:lnTo>
                  <a:pt x="83" y="210"/>
                </a:lnTo>
                <a:lnTo>
                  <a:pt x="83" y="211"/>
                </a:lnTo>
                <a:lnTo>
                  <a:pt x="83" y="212"/>
                </a:lnTo>
                <a:lnTo>
                  <a:pt x="84" y="214"/>
                </a:lnTo>
                <a:lnTo>
                  <a:pt x="84" y="215"/>
                </a:lnTo>
                <a:lnTo>
                  <a:pt x="84" y="216"/>
                </a:lnTo>
                <a:lnTo>
                  <a:pt x="84" y="218"/>
                </a:lnTo>
                <a:lnTo>
                  <a:pt x="86" y="219"/>
                </a:lnTo>
                <a:lnTo>
                  <a:pt x="86" y="220"/>
                </a:lnTo>
                <a:lnTo>
                  <a:pt x="86" y="222"/>
                </a:lnTo>
                <a:lnTo>
                  <a:pt x="86" y="223"/>
                </a:lnTo>
                <a:lnTo>
                  <a:pt x="86" y="224"/>
                </a:lnTo>
                <a:lnTo>
                  <a:pt x="87" y="224"/>
                </a:lnTo>
                <a:lnTo>
                  <a:pt x="87" y="226"/>
                </a:lnTo>
                <a:lnTo>
                  <a:pt x="87" y="227"/>
                </a:lnTo>
                <a:lnTo>
                  <a:pt x="87" y="228"/>
                </a:lnTo>
                <a:lnTo>
                  <a:pt x="87" y="229"/>
                </a:lnTo>
                <a:lnTo>
                  <a:pt x="87" y="231"/>
                </a:lnTo>
                <a:lnTo>
                  <a:pt x="87" y="232"/>
                </a:lnTo>
                <a:lnTo>
                  <a:pt x="87" y="233"/>
                </a:lnTo>
                <a:lnTo>
                  <a:pt x="88" y="235"/>
                </a:lnTo>
                <a:lnTo>
                  <a:pt x="88" y="236"/>
                </a:lnTo>
                <a:lnTo>
                  <a:pt x="88" y="237"/>
                </a:lnTo>
                <a:lnTo>
                  <a:pt x="88" y="239"/>
                </a:lnTo>
                <a:lnTo>
                  <a:pt x="88" y="241"/>
                </a:lnTo>
                <a:lnTo>
                  <a:pt x="88" y="243"/>
                </a:lnTo>
                <a:lnTo>
                  <a:pt x="88" y="244"/>
                </a:lnTo>
                <a:lnTo>
                  <a:pt x="88" y="247"/>
                </a:lnTo>
                <a:lnTo>
                  <a:pt x="88" y="248"/>
                </a:lnTo>
                <a:lnTo>
                  <a:pt x="88" y="249"/>
                </a:lnTo>
                <a:lnTo>
                  <a:pt x="90" y="251"/>
                </a:lnTo>
                <a:lnTo>
                  <a:pt x="90" y="252"/>
                </a:lnTo>
                <a:lnTo>
                  <a:pt x="90" y="253"/>
                </a:lnTo>
                <a:lnTo>
                  <a:pt x="90" y="255"/>
                </a:lnTo>
                <a:lnTo>
                  <a:pt x="90" y="256"/>
                </a:lnTo>
                <a:lnTo>
                  <a:pt x="90" y="257"/>
                </a:lnTo>
                <a:lnTo>
                  <a:pt x="90" y="259"/>
                </a:lnTo>
                <a:lnTo>
                  <a:pt x="90" y="260"/>
                </a:lnTo>
                <a:lnTo>
                  <a:pt x="90" y="261"/>
                </a:lnTo>
                <a:lnTo>
                  <a:pt x="90" y="263"/>
                </a:lnTo>
                <a:lnTo>
                  <a:pt x="90" y="264"/>
                </a:lnTo>
                <a:lnTo>
                  <a:pt x="91" y="264"/>
                </a:lnTo>
                <a:lnTo>
                  <a:pt x="91" y="265"/>
                </a:lnTo>
                <a:lnTo>
                  <a:pt x="91" y="267"/>
                </a:lnTo>
                <a:lnTo>
                  <a:pt x="91" y="268"/>
                </a:lnTo>
                <a:lnTo>
                  <a:pt x="91" y="269"/>
                </a:lnTo>
                <a:lnTo>
                  <a:pt x="91" y="271"/>
                </a:lnTo>
                <a:lnTo>
                  <a:pt x="91" y="272"/>
                </a:lnTo>
                <a:lnTo>
                  <a:pt x="92" y="273"/>
                </a:lnTo>
                <a:lnTo>
                  <a:pt x="92" y="275"/>
                </a:lnTo>
                <a:lnTo>
                  <a:pt x="92" y="276"/>
                </a:lnTo>
                <a:lnTo>
                  <a:pt x="92" y="277"/>
                </a:lnTo>
                <a:lnTo>
                  <a:pt x="92" y="279"/>
                </a:lnTo>
                <a:lnTo>
                  <a:pt x="93" y="279"/>
                </a:lnTo>
                <a:lnTo>
                  <a:pt x="93" y="280"/>
                </a:lnTo>
                <a:lnTo>
                  <a:pt x="93" y="281"/>
                </a:lnTo>
                <a:lnTo>
                  <a:pt x="93" y="283"/>
                </a:lnTo>
                <a:lnTo>
                  <a:pt x="93" y="284"/>
                </a:lnTo>
                <a:lnTo>
                  <a:pt x="93" y="285"/>
                </a:lnTo>
                <a:lnTo>
                  <a:pt x="93" y="287"/>
                </a:lnTo>
                <a:lnTo>
                  <a:pt x="95" y="287"/>
                </a:lnTo>
                <a:lnTo>
                  <a:pt x="95" y="288"/>
                </a:lnTo>
                <a:lnTo>
                  <a:pt x="95" y="289"/>
                </a:lnTo>
                <a:lnTo>
                  <a:pt x="95" y="291"/>
                </a:lnTo>
                <a:lnTo>
                  <a:pt x="95" y="292"/>
                </a:lnTo>
                <a:lnTo>
                  <a:pt x="95" y="293"/>
                </a:lnTo>
                <a:lnTo>
                  <a:pt x="95" y="295"/>
                </a:lnTo>
                <a:lnTo>
                  <a:pt x="95" y="296"/>
                </a:lnTo>
                <a:lnTo>
                  <a:pt x="95" y="297"/>
                </a:lnTo>
                <a:lnTo>
                  <a:pt x="95" y="299"/>
                </a:lnTo>
                <a:lnTo>
                  <a:pt x="93" y="300"/>
                </a:lnTo>
                <a:lnTo>
                  <a:pt x="93" y="303"/>
                </a:lnTo>
                <a:lnTo>
                  <a:pt x="93" y="304"/>
                </a:lnTo>
                <a:lnTo>
                  <a:pt x="93" y="305"/>
                </a:lnTo>
                <a:lnTo>
                  <a:pt x="93" y="308"/>
                </a:lnTo>
                <a:lnTo>
                  <a:pt x="93" y="309"/>
                </a:lnTo>
                <a:lnTo>
                  <a:pt x="93" y="312"/>
                </a:lnTo>
                <a:lnTo>
                  <a:pt x="93" y="315"/>
                </a:lnTo>
                <a:lnTo>
                  <a:pt x="93" y="317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6" name="Freeform 20">
            <a:extLst>
              <a:ext uri="{FF2B5EF4-FFF2-40B4-BE49-F238E27FC236}">
                <a16:creationId xmlns:a16="http://schemas.microsoft.com/office/drawing/2014/main" id="{78FB9CB3-0797-4933-AE2F-E9CBC0CA197A}"/>
              </a:ext>
            </a:extLst>
          </p:cNvPr>
          <p:cNvSpPr>
            <a:spLocks/>
          </p:cNvSpPr>
          <p:nvPr/>
        </p:nvSpPr>
        <p:spPr bwMode="auto">
          <a:xfrm>
            <a:off x="2595563" y="3751262"/>
            <a:ext cx="74612" cy="252413"/>
          </a:xfrm>
          <a:custGeom>
            <a:avLst/>
            <a:gdLst>
              <a:gd name="T0" fmla="*/ 2147483646 w 95"/>
              <a:gd name="T1" fmla="*/ 2147483646 h 317"/>
              <a:gd name="T2" fmla="*/ 2147483646 w 95"/>
              <a:gd name="T3" fmla="*/ 2147483646 h 317"/>
              <a:gd name="T4" fmla="*/ 2147483646 w 95"/>
              <a:gd name="T5" fmla="*/ 2147483646 h 317"/>
              <a:gd name="T6" fmla="*/ 2147483646 w 95"/>
              <a:gd name="T7" fmla="*/ 2147483646 h 317"/>
              <a:gd name="T8" fmla="*/ 2147483646 w 95"/>
              <a:gd name="T9" fmla="*/ 2147483646 h 317"/>
              <a:gd name="T10" fmla="*/ 2147483646 w 95"/>
              <a:gd name="T11" fmla="*/ 2147483646 h 317"/>
              <a:gd name="T12" fmla="*/ 2147483646 w 95"/>
              <a:gd name="T13" fmla="*/ 2147483646 h 317"/>
              <a:gd name="T14" fmla="*/ 2147483646 w 95"/>
              <a:gd name="T15" fmla="*/ 2147483646 h 317"/>
              <a:gd name="T16" fmla="*/ 2147483646 w 95"/>
              <a:gd name="T17" fmla="*/ 2147483646 h 317"/>
              <a:gd name="T18" fmla="*/ 2147483646 w 95"/>
              <a:gd name="T19" fmla="*/ 2147483646 h 317"/>
              <a:gd name="T20" fmla="*/ 2147483646 w 95"/>
              <a:gd name="T21" fmla="*/ 2147483646 h 317"/>
              <a:gd name="T22" fmla="*/ 2147483646 w 95"/>
              <a:gd name="T23" fmla="*/ 2147483646 h 317"/>
              <a:gd name="T24" fmla="*/ 2147483646 w 95"/>
              <a:gd name="T25" fmla="*/ 2147483646 h 317"/>
              <a:gd name="T26" fmla="*/ 2147483646 w 95"/>
              <a:gd name="T27" fmla="*/ 2147483646 h 317"/>
              <a:gd name="T28" fmla="*/ 2147483646 w 95"/>
              <a:gd name="T29" fmla="*/ 2147483646 h 317"/>
              <a:gd name="T30" fmla="*/ 2147483646 w 95"/>
              <a:gd name="T31" fmla="*/ 2147483646 h 317"/>
              <a:gd name="T32" fmla="*/ 2147483646 w 95"/>
              <a:gd name="T33" fmla="*/ 2147483646 h 317"/>
              <a:gd name="T34" fmla="*/ 2147483646 w 95"/>
              <a:gd name="T35" fmla="*/ 2147483646 h 317"/>
              <a:gd name="T36" fmla="*/ 2147483646 w 95"/>
              <a:gd name="T37" fmla="*/ 2147483646 h 317"/>
              <a:gd name="T38" fmla="*/ 2147483646 w 95"/>
              <a:gd name="T39" fmla="*/ 2147483646 h 317"/>
              <a:gd name="T40" fmla="*/ 2147483646 w 95"/>
              <a:gd name="T41" fmla="*/ 2147483646 h 317"/>
              <a:gd name="T42" fmla="*/ 2147483646 w 95"/>
              <a:gd name="T43" fmla="*/ 2147483646 h 317"/>
              <a:gd name="T44" fmla="*/ 2147483646 w 95"/>
              <a:gd name="T45" fmla="*/ 2147483646 h 317"/>
              <a:gd name="T46" fmla="*/ 2147483646 w 95"/>
              <a:gd name="T47" fmla="*/ 2147483646 h 317"/>
              <a:gd name="T48" fmla="*/ 2147483646 w 95"/>
              <a:gd name="T49" fmla="*/ 2147483646 h 317"/>
              <a:gd name="T50" fmla="*/ 2147483646 w 95"/>
              <a:gd name="T51" fmla="*/ 2147483646 h 317"/>
              <a:gd name="T52" fmla="*/ 2147483646 w 95"/>
              <a:gd name="T53" fmla="*/ 2147483646 h 317"/>
              <a:gd name="T54" fmla="*/ 2147483646 w 95"/>
              <a:gd name="T55" fmla="*/ 2147483646 h 317"/>
              <a:gd name="T56" fmla="*/ 2147483646 w 95"/>
              <a:gd name="T57" fmla="*/ 2147483646 h 317"/>
              <a:gd name="T58" fmla="*/ 2147483646 w 95"/>
              <a:gd name="T59" fmla="*/ 2147483646 h 317"/>
              <a:gd name="T60" fmla="*/ 2147483646 w 95"/>
              <a:gd name="T61" fmla="*/ 2147483646 h 317"/>
              <a:gd name="T62" fmla="*/ 2147483646 w 95"/>
              <a:gd name="T63" fmla="*/ 2147483646 h 317"/>
              <a:gd name="T64" fmla="*/ 2147483646 w 95"/>
              <a:gd name="T65" fmla="*/ 2147483646 h 317"/>
              <a:gd name="T66" fmla="*/ 2147483646 w 95"/>
              <a:gd name="T67" fmla="*/ 2147483646 h 317"/>
              <a:gd name="T68" fmla="*/ 2147483646 w 95"/>
              <a:gd name="T69" fmla="*/ 2147483646 h 317"/>
              <a:gd name="T70" fmla="*/ 2147483646 w 95"/>
              <a:gd name="T71" fmla="*/ 2147483646 h 317"/>
              <a:gd name="T72" fmla="*/ 2147483646 w 95"/>
              <a:gd name="T73" fmla="*/ 2147483646 h 317"/>
              <a:gd name="T74" fmla="*/ 2147483646 w 95"/>
              <a:gd name="T75" fmla="*/ 2147483646 h 317"/>
              <a:gd name="T76" fmla="*/ 2147483646 w 95"/>
              <a:gd name="T77" fmla="*/ 2147483646 h 317"/>
              <a:gd name="T78" fmla="*/ 2147483646 w 95"/>
              <a:gd name="T79" fmla="*/ 2147483646 h 317"/>
              <a:gd name="T80" fmla="*/ 2147483646 w 95"/>
              <a:gd name="T81" fmla="*/ 2147483646 h 317"/>
              <a:gd name="T82" fmla="*/ 2147483646 w 95"/>
              <a:gd name="T83" fmla="*/ 2147483646 h 317"/>
              <a:gd name="T84" fmla="*/ 2147483646 w 95"/>
              <a:gd name="T85" fmla="*/ 2147483646 h 317"/>
              <a:gd name="T86" fmla="*/ 2147483646 w 95"/>
              <a:gd name="T87" fmla="*/ 2147483646 h 317"/>
              <a:gd name="T88" fmla="*/ 2147483646 w 95"/>
              <a:gd name="T89" fmla="*/ 2147483646 h 317"/>
              <a:gd name="T90" fmla="*/ 2147483646 w 95"/>
              <a:gd name="T91" fmla="*/ 2147483646 h 317"/>
              <a:gd name="T92" fmla="*/ 2147483646 w 95"/>
              <a:gd name="T93" fmla="*/ 2147483646 h 317"/>
              <a:gd name="T94" fmla="*/ 2147483646 w 95"/>
              <a:gd name="T95" fmla="*/ 2147483646 h 317"/>
              <a:gd name="T96" fmla="*/ 2147483646 w 95"/>
              <a:gd name="T97" fmla="*/ 2147483646 h 317"/>
              <a:gd name="T98" fmla="*/ 2147483646 w 95"/>
              <a:gd name="T99" fmla="*/ 2147483646 h 317"/>
              <a:gd name="T100" fmla="*/ 2147483646 w 95"/>
              <a:gd name="T101" fmla="*/ 2147483646 h 317"/>
              <a:gd name="T102" fmla="*/ 2147483646 w 95"/>
              <a:gd name="T103" fmla="*/ 2147483646 h 317"/>
              <a:gd name="T104" fmla="*/ 2147483646 w 95"/>
              <a:gd name="T105" fmla="*/ 2147483646 h 317"/>
              <a:gd name="T106" fmla="*/ 2147483646 w 95"/>
              <a:gd name="T107" fmla="*/ 2147483646 h 317"/>
              <a:gd name="T108" fmla="*/ 2147483646 w 95"/>
              <a:gd name="T109" fmla="*/ 2147483646 h 317"/>
              <a:gd name="T110" fmla="*/ 2147483646 w 95"/>
              <a:gd name="T111" fmla="*/ 2147483646 h 317"/>
              <a:gd name="T112" fmla="*/ 2147483646 w 95"/>
              <a:gd name="T113" fmla="*/ 2147483646 h 317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95"/>
              <a:gd name="T172" fmla="*/ 0 h 317"/>
              <a:gd name="T173" fmla="*/ 95 w 95"/>
              <a:gd name="T174" fmla="*/ 317 h 317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95" h="317">
                <a:moveTo>
                  <a:pt x="0" y="317"/>
                </a:moveTo>
                <a:lnTo>
                  <a:pt x="2" y="314"/>
                </a:lnTo>
                <a:lnTo>
                  <a:pt x="4" y="310"/>
                </a:lnTo>
                <a:lnTo>
                  <a:pt x="6" y="308"/>
                </a:lnTo>
                <a:lnTo>
                  <a:pt x="7" y="305"/>
                </a:lnTo>
                <a:lnTo>
                  <a:pt x="8" y="302"/>
                </a:lnTo>
                <a:lnTo>
                  <a:pt x="10" y="300"/>
                </a:lnTo>
                <a:lnTo>
                  <a:pt x="11" y="297"/>
                </a:lnTo>
                <a:lnTo>
                  <a:pt x="12" y="294"/>
                </a:lnTo>
                <a:lnTo>
                  <a:pt x="14" y="293"/>
                </a:lnTo>
                <a:lnTo>
                  <a:pt x="15" y="290"/>
                </a:lnTo>
                <a:lnTo>
                  <a:pt x="16" y="289"/>
                </a:lnTo>
                <a:lnTo>
                  <a:pt x="16" y="288"/>
                </a:lnTo>
                <a:lnTo>
                  <a:pt x="18" y="285"/>
                </a:lnTo>
                <a:lnTo>
                  <a:pt x="19" y="284"/>
                </a:lnTo>
                <a:lnTo>
                  <a:pt x="19" y="283"/>
                </a:lnTo>
                <a:lnTo>
                  <a:pt x="20" y="281"/>
                </a:lnTo>
                <a:lnTo>
                  <a:pt x="20" y="280"/>
                </a:lnTo>
                <a:lnTo>
                  <a:pt x="22" y="279"/>
                </a:lnTo>
                <a:lnTo>
                  <a:pt x="22" y="277"/>
                </a:lnTo>
                <a:lnTo>
                  <a:pt x="23" y="276"/>
                </a:lnTo>
                <a:lnTo>
                  <a:pt x="23" y="275"/>
                </a:lnTo>
                <a:lnTo>
                  <a:pt x="24" y="273"/>
                </a:lnTo>
                <a:lnTo>
                  <a:pt x="24" y="272"/>
                </a:lnTo>
                <a:lnTo>
                  <a:pt x="26" y="271"/>
                </a:lnTo>
                <a:lnTo>
                  <a:pt x="26" y="269"/>
                </a:lnTo>
                <a:lnTo>
                  <a:pt x="27" y="268"/>
                </a:lnTo>
                <a:lnTo>
                  <a:pt x="27" y="265"/>
                </a:lnTo>
                <a:lnTo>
                  <a:pt x="28" y="264"/>
                </a:lnTo>
                <a:lnTo>
                  <a:pt x="28" y="263"/>
                </a:lnTo>
                <a:lnTo>
                  <a:pt x="30" y="261"/>
                </a:lnTo>
                <a:lnTo>
                  <a:pt x="30" y="259"/>
                </a:lnTo>
                <a:lnTo>
                  <a:pt x="31" y="257"/>
                </a:lnTo>
                <a:lnTo>
                  <a:pt x="31" y="256"/>
                </a:lnTo>
                <a:lnTo>
                  <a:pt x="32" y="255"/>
                </a:lnTo>
                <a:lnTo>
                  <a:pt x="32" y="252"/>
                </a:lnTo>
                <a:lnTo>
                  <a:pt x="34" y="251"/>
                </a:lnTo>
                <a:lnTo>
                  <a:pt x="34" y="249"/>
                </a:lnTo>
                <a:lnTo>
                  <a:pt x="35" y="248"/>
                </a:lnTo>
                <a:lnTo>
                  <a:pt x="35" y="247"/>
                </a:lnTo>
                <a:lnTo>
                  <a:pt x="36" y="245"/>
                </a:lnTo>
                <a:lnTo>
                  <a:pt x="36" y="244"/>
                </a:lnTo>
                <a:lnTo>
                  <a:pt x="36" y="243"/>
                </a:lnTo>
                <a:lnTo>
                  <a:pt x="38" y="241"/>
                </a:lnTo>
                <a:lnTo>
                  <a:pt x="38" y="240"/>
                </a:lnTo>
                <a:lnTo>
                  <a:pt x="39" y="239"/>
                </a:lnTo>
                <a:lnTo>
                  <a:pt x="39" y="237"/>
                </a:lnTo>
                <a:lnTo>
                  <a:pt x="39" y="236"/>
                </a:lnTo>
                <a:lnTo>
                  <a:pt x="40" y="236"/>
                </a:lnTo>
                <a:lnTo>
                  <a:pt x="40" y="235"/>
                </a:lnTo>
                <a:lnTo>
                  <a:pt x="40" y="233"/>
                </a:lnTo>
                <a:lnTo>
                  <a:pt x="42" y="232"/>
                </a:lnTo>
                <a:lnTo>
                  <a:pt x="42" y="231"/>
                </a:lnTo>
                <a:lnTo>
                  <a:pt x="42" y="229"/>
                </a:lnTo>
                <a:lnTo>
                  <a:pt x="43" y="228"/>
                </a:lnTo>
                <a:lnTo>
                  <a:pt x="43" y="227"/>
                </a:lnTo>
                <a:lnTo>
                  <a:pt x="44" y="225"/>
                </a:lnTo>
                <a:lnTo>
                  <a:pt x="44" y="223"/>
                </a:lnTo>
                <a:lnTo>
                  <a:pt x="46" y="221"/>
                </a:lnTo>
                <a:lnTo>
                  <a:pt x="46" y="220"/>
                </a:lnTo>
                <a:lnTo>
                  <a:pt x="47" y="217"/>
                </a:lnTo>
                <a:lnTo>
                  <a:pt x="47" y="215"/>
                </a:lnTo>
                <a:lnTo>
                  <a:pt x="48" y="213"/>
                </a:lnTo>
                <a:lnTo>
                  <a:pt x="50" y="211"/>
                </a:lnTo>
                <a:lnTo>
                  <a:pt x="50" y="209"/>
                </a:lnTo>
                <a:lnTo>
                  <a:pt x="51" y="207"/>
                </a:lnTo>
                <a:lnTo>
                  <a:pt x="51" y="205"/>
                </a:lnTo>
                <a:lnTo>
                  <a:pt x="52" y="204"/>
                </a:lnTo>
                <a:lnTo>
                  <a:pt x="52" y="203"/>
                </a:lnTo>
                <a:lnTo>
                  <a:pt x="54" y="201"/>
                </a:lnTo>
                <a:lnTo>
                  <a:pt x="54" y="200"/>
                </a:lnTo>
                <a:lnTo>
                  <a:pt x="54" y="199"/>
                </a:lnTo>
                <a:lnTo>
                  <a:pt x="55" y="197"/>
                </a:lnTo>
                <a:lnTo>
                  <a:pt x="55" y="196"/>
                </a:lnTo>
                <a:lnTo>
                  <a:pt x="55" y="195"/>
                </a:lnTo>
                <a:lnTo>
                  <a:pt x="56" y="194"/>
                </a:lnTo>
                <a:lnTo>
                  <a:pt x="56" y="192"/>
                </a:lnTo>
                <a:lnTo>
                  <a:pt x="56" y="191"/>
                </a:lnTo>
                <a:lnTo>
                  <a:pt x="56" y="190"/>
                </a:lnTo>
                <a:lnTo>
                  <a:pt x="58" y="190"/>
                </a:lnTo>
                <a:lnTo>
                  <a:pt x="58" y="188"/>
                </a:lnTo>
                <a:lnTo>
                  <a:pt x="58" y="187"/>
                </a:lnTo>
                <a:lnTo>
                  <a:pt x="59" y="186"/>
                </a:lnTo>
                <a:lnTo>
                  <a:pt x="59" y="184"/>
                </a:lnTo>
                <a:lnTo>
                  <a:pt x="59" y="183"/>
                </a:lnTo>
                <a:lnTo>
                  <a:pt x="60" y="182"/>
                </a:lnTo>
                <a:lnTo>
                  <a:pt x="60" y="180"/>
                </a:lnTo>
                <a:lnTo>
                  <a:pt x="60" y="179"/>
                </a:lnTo>
                <a:lnTo>
                  <a:pt x="62" y="176"/>
                </a:lnTo>
                <a:lnTo>
                  <a:pt x="62" y="175"/>
                </a:lnTo>
                <a:lnTo>
                  <a:pt x="62" y="174"/>
                </a:lnTo>
                <a:lnTo>
                  <a:pt x="63" y="171"/>
                </a:lnTo>
                <a:lnTo>
                  <a:pt x="63" y="170"/>
                </a:lnTo>
                <a:lnTo>
                  <a:pt x="64" y="167"/>
                </a:lnTo>
                <a:lnTo>
                  <a:pt x="64" y="164"/>
                </a:lnTo>
                <a:lnTo>
                  <a:pt x="66" y="163"/>
                </a:lnTo>
                <a:lnTo>
                  <a:pt x="66" y="160"/>
                </a:lnTo>
                <a:lnTo>
                  <a:pt x="67" y="159"/>
                </a:lnTo>
                <a:lnTo>
                  <a:pt x="67" y="158"/>
                </a:lnTo>
                <a:lnTo>
                  <a:pt x="68" y="156"/>
                </a:lnTo>
                <a:lnTo>
                  <a:pt x="68" y="154"/>
                </a:lnTo>
                <a:lnTo>
                  <a:pt x="68" y="152"/>
                </a:lnTo>
                <a:lnTo>
                  <a:pt x="70" y="151"/>
                </a:lnTo>
                <a:lnTo>
                  <a:pt x="70" y="150"/>
                </a:lnTo>
                <a:lnTo>
                  <a:pt x="70" y="148"/>
                </a:lnTo>
                <a:lnTo>
                  <a:pt x="70" y="147"/>
                </a:lnTo>
                <a:lnTo>
                  <a:pt x="71" y="147"/>
                </a:lnTo>
                <a:lnTo>
                  <a:pt x="71" y="146"/>
                </a:lnTo>
                <a:lnTo>
                  <a:pt x="71" y="144"/>
                </a:lnTo>
                <a:lnTo>
                  <a:pt x="71" y="143"/>
                </a:lnTo>
                <a:lnTo>
                  <a:pt x="72" y="142"/>
                </a:lnTo>
                <a:lnTo>
                  <a:pt x="72" y="140"/>
                </a:lnTo>
                <a:lnTo>
                  <a:pt x="72" y="139"/>
                </a:lnTo>
                <a:lnTo>
                  <a:pt x="74" y="139"/>
                </a:lnTo>
                <a:lnTo>
                  <a:pt x="74" y="138"/>
                </a:lnTo>
                <a:lnTo>
                  <a:pt x="74" y="136"/>
                </a:lnTo>
                <a:lnTo>
                  <a:pt x="74" y="135"/>
                </a:lnTo>
                <a:lnTo>
                  <a:pt x="75" y="134"/>
                </a:lnTo>
                <a:lnTo>
                  <a:pt x="75" y="132"/>
                </a:lnTo>
                <a:lnTo>
                  <a:pt x="75" y="130"/>
                </a:lnTo>
                <a:lnTo>
                  <a:pt x="76" y="128"/>
                </a:lnTo>
                <a:lnTo>
                  <a:pt x="76" y="127"/>
                </a:lnTo>
                <a:lnTo>
                  <a:pt x="78" y="126"/>
                </a:lnTo>
                <a:lnTo>
                  <a:pt x="78" y="123"/>
                </a:lnTo>
                <a:lnTo>
                  <a:pt x="79" y="120"/>
                </a:lnTo>
                <a:lnTo>
                  <a:pt x="79" y="119"/>
                </a:lnTo>
                <a:lnTo>
                  <a:pt x="80" y="116"/>
                </a:lnTo>
                <a:lnTo>
                  <a:pt x="80" y="115"/>
                </a:lnTo>
                <a:lnTo>
                  <a:pt x="82" y="112"/>
                </a:lnTo>
                <a:lnTo>
                  <a:pt x="82" y="111"/>
                </a:lnTo>
                <a:lnTo>
                  <a:pt x="82" y="110"/>
                </a:lnTo>
                <a:lnTo>
                  <a:pt x="83" y="107"/>
                </a:lnTo>
                <a:lnTo>
                  <a:pt x="83" y="106"/>
                </a:lnTo>
                <a:lnTo>
                  <a:pt x="83" y="104"/>
                </a:lnTo>
                <a:lnTo>
                  <a:pt x="84" y="103"/>
                </a:lnTo>
                <a:lnTo>
                  <a:pt x="84" y="102"/>
                </a:lnTo>
                <a:lnTo>
                  <a:pt x="84" y="101"/>
                </a:lnTo>
                <a:lnTo>
                  <a:pt x="84" y="99"/>
                </a:lnTo>
                <a:lnTo>
                  <a:pt x="86" y="99"/>
                </a:lnTo>
                <a:lnTo>
                  <a:pt x="86" y="98"/>
                </a:lnTo>
                <a:lnTo>
                  <a:pt x="86" y="97"/>
                </a:lnTo>
                <a:lnTo>
                  <a:pt x="86" y="95"/>
                </a:lnTo>
                <a:lnTo>
                  <a:pt x="86" y="94"/>
                </a:lnTo>
                <a:lnTo>
                  <a:pt x="87" y="93"/>
                </a:lnTo>
                <a:lnTo>
                  <a:pt x="87" y="91"/>
                </a:lnTo>
                <a:lnTo>
                  <a:pt x="87" y="90"/>
                </a:lnTo>
                <a:lnTo>
                  <a:pt x="87" y="89"/>
                </a:lnTo>
                <a:lnTo>
                  <a:pt x="87" y="87"/>
                </a:lnTo>
                <a:lnTo>
                  <a:pt x="87" y="86"/>
                </a:lnTo>
                <a:lnTo>
                  <a:pt x="87" y="85"/>
                </a:lnTo>
                <a:lnTo>
                  <a:pt x="87" y="83"/>
                </a:lnTo>
                <a:lnTo>
                  <a:pt x="88" y="82"/>
                </a:lnTo>
                <a:lnTo>
                  <a:pt x="88" y="81"/>
                </a:lnTo>
                <a:lnTo>
                  <a:pt x="88" y="79"/>
                </a:lnTo>
                <a:lnTo>
                  <a:pt x="88" y="78"/>
                </a:lnTo>
                <a:lnTo>
                  <a:pt x="88" y="75"/>
                </a:lnTo>
                <a:lnTo>
                  <a:pt x="88" y="74"/>
                </a:lnTo>
                <a:lnTo>
                  <a:pt x="88" y="73"/>
                </a:lnTo>
                <a:lnTo>
                  <a:pt x="88" y="70"/>
                </a:lnTo>
                <a:lnTo>
                  <a:pt x="88" y="69"/>
                </a:lnTo>
                <a:lnTo>
                  <a:pt x="88" y="67"/>
                </a:lnTo>
                <a:lnTo>
                  <a:pt x="90" y="66"/>
                </a:lnTo>
                <a:lnTo>
                  <a:pt x="90" y="65"/>
                </a:lnTo>
                <a:lnTo>
                  <a:pt x="90" y="63"/>
                </a:lnTo>
                <a:lnTo>
                  <a:pt x="90" y="62"/>
                </a:lnTo>
                <a:lnTo>
                  <a:pt x="90" y="61"/>
                </a:lnTo>
                <a:lnTo>
                  <a:pt x="90" y="59"/>
                </a:lnTo>
                <a:lnTo>
                  <a:pt x="90" y="58"/>
                </a:lnTo>
                <a:lnTo>
                  <a:pt x="90" y="57"/>
                </a:lnTo>
                <a:lnTo>
                  <a:pt x="90" y="55"/>
                </a:lnTo>
                <a:lnTo>
                  <a:pt x="90" y="54"/>
                </a:lnTo>
                <a:lnTo>
                  <a:pt x="91" y="53"/>
                </a:lnTo>
                <a:lnTo>
                  <a:pt x="91" y="51"/>
                </a:lnTo>
                <a:lnTo>
                  <a:pt x="91" y="50"/>
                </a:lnTo>
                <a:lnTo>
                  <a:pt x="91" y="49"/>
                </a:lnTo>
                <a:lnTo>
                  <a:pt x="91" y="47"/>
                </a:lnTo>
                <a:lnTo>
                  <a:pt x="91" y="46"/>
                </a:lnTo>
                <a:lnTo>
                  <a:pt x="91" y="45"/>
                </a:lnTo>
                <a:lnTo>
                  <a:pt x="92" y="43"/>
                </a:lnTo>
                <a:lnTo>
                  <a:pt x="92" y="42"/>
                </a:lnTo>
                <a:lnTo>
                  <a:pt x="92" y="41"/>
                </a:lnTo>
                <a:lnTo>
                  <a:pt x="92" y="39"/>
                </a:lnTo>
                <a:lnTo>
                  <a:pt x="92" y="38"/>
                </a:lnTo>
                <a:lnTo>
                  <a:pt x="93" y="38"/>
                </a:lnTo>
                <a:lnTo>
                  <a:pt x="93" y="37"/>
                </a:lnTo>
                <a:lnTo>
                  <a:pt x="93" y="35"/>
                </a:lnTo>
                <a:lnTo>
                  <a:pt x="93" y="34"/>
                </a:lnTo>
                <a:lnTo>
                  <a:pt x="93" y="33"/>
                </a:lnTo>
                <a:lnTo>
                  <a:pt x="93" y="31"/>
                </a:lnTo>
                <a:lnTo>
                  <a:pt x="95" y="30"/>
                </a:lnTo>
                <a:lnTo>
                  <a:pt x="95" y="29"/>
                </a:lnTo>
                <a:lnTo>
                  <a:pt x="95" y="27"/>
                </a:lnTo>
                <a:lnTo>
                  <a:pt x="95" y="26"/>
                </a:lnTo>
                <a:lnTo>
                  <a:pt x="95" y="25"/>
                </a:lnTo>
                <a:lnTo>
                  <a:pt x="95" y="23"/>
                </a:lnTo>
                <a:lnTo>
                  <a:pt x="95" y="22"/>
                </a:lnTo>
                <a:lnTo>
                  <a:pt x="95" y="21"/>
                </a:lnTo>
                <a:lnTo>
                  <a:pt x="95" y="19"/>
                </a:lnTo>
                <a:lnTo>
                  <a:pt x="95" y="18"/>
                </a:lnTo>
                <a:lnTo>
                  <a:pt x="93" y="17"/>
                </a:lnTo>
                <a:lnTo>
                  <a:pt x="93" y="15"/>
                </a:lnTo>
                <a:lnTo>
                  <a:pt x="93" y="13"/>
                </a:lnTo>
                <a:lnTo>
                  <a:pt x="93" y="11"/>
                </a:lnTo>
                <a:lnTo>
                  <a:pt x="93" y="10"/>
                </a:lnTo>
                <a:lnTo>
                  <a:pt x="93" y="7"/>
                </a:lnTo>
                <a:lnTo>
                  <a:pt x="93" y="5"/>
                </a:lnTo>
                <a:lnTo>
                  <a:pt x="93" y="2"/>
                </a:lnTo>
                <a:lnTo>
                  <a:pt x="93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7" name="Freeform 21">
            <a:extLst>
              <a:ext uri="{FF2B5EF4-FFF2-40B4-BE49-F238E27FC236}">
                <a16:creationId xmlns:a16="http://schemas.microsoft.com/office/drawing/2014/main" id="{2423A52D-E1C8-48FB-B406-2770478F48C6}"/>
              </a:ext>
            </a:extLst>
          </p:cNvPr>
          <p:cNvSpPr>
            <a:spLocks/>
          </p:cNvSpPr>
          <p:nvPr/>
        </p:nvSpPr>
        <p:spPr bwMode="auto">
          <a:xfrm>
            <a:off x="2511425" y="3500437"/>
            <a:ext cx="74613" cy="252413"/>
          </a:xfrm>
          <a:custGeom>
            <a:avLst/>
            <a:gdLst>
              <a:gd name="T0" fmla="*/ 2147483646 w 94"/>
              <a:gd name="T1" fmla="*/ 2147483646 h 317"/>
              <a:gd name="T2" fmla="*/ 2147483646 w 94"/>
              <a:gd name="T3" fmla="*/ 2147483646 h 317"/>
              <a:gd name="T4" fmla="*/ 2147483646 w 94"/>
              <a:gd name="T5" fmla="*/ 2147483646 h 317"/>
              <a:gd name="T6" fmla="*/ 2147483646 w 94"/>
              <a:gd name="T7" fmla="*/ 2147483646 h 317"/>
              <a:gd name="T8" fmla="*/ 2147483646 w 94"/>
              <a:gd name="T9" fmla="*/ 2147483646 h 317"/>
              <a:gd name="T10" fmla="*/ 2147483646 w 94"/>
              <a:gd name="T11" fmla="*/ 2147483646 h 317"/>
              <a:gd name="T12" fmla="*/ 2147483646 w 94"/>
              <a:gd name="T13" fmla="*/ 2147483646 h 317"/>
              <a:gd name="T14" fmla="*/ 2147483646 w 94"/>
              <a:gd name="T15" fmla="*/ 2147483646 h 317"/>
              <a:gd name="T16" fmla="*/ 2147483646 w 94"/>
              <a:gd name="T17" fmla="*/ 2147483646 h 317"/>
              <a:gd name="T18" fmla="*/ 2147483646 w 94"/>
              <a:gd name="T19" fmla="*/ 2147483646 h 317"/>
              <a:gd name="T20" fmla="*/ 2147483646 w 94"/>
              <a:gd name="T21" fmla="*/ 2147483646 h 317"/>
              <a:gd name="T22" fmla="*/ 2147483646 w 94"/>
              <a:gd name="T23" fmla="*/ 2147483646 h 317"/>
              <a:gd name="T24" fmla="*/ 2147483646 w 94"/>
              <a:gd name="T25" fmla="*/ 2147483646 h 317"/>
              <a:gd name="T26" fmla="*/ 2147483646 w 94"/>
              <a:gd name="T27" fmla="*/ 2147483646 h 317"/>
              <a:gd name="T28" fmla="*/ 2147483646 w 94"/>
              <a:gd name="T29" fmla="*/ 2147483646 h 317"/>
              <a:gd name="T30" fmla="*/ 2147483646 w 94"/>
              <a:gd name="T31" fmla="*/ 2147483646 h 317"/>
              <a:gd name="T32" fmla="*/ 2147483646 w 94"/>
              <a:gd name="T33" fmla="*/ 2147483646 h 317"/>
              <a:gd name="T34" fmla="*/ 2147483646 w 94"/>
              <a:gd name="T35" fmla="*/ 2147483646 h 317"/>
              <a:gd name="T36" fmla="*/ 2147483646 w 94"/>
              <a:gd name="T37" fmla="*/ 2147483646 h 317"/>
              <a:gd name="T38" fmla="*/ 2147483646 w 94"/>
              <a:gd name="T39" fmla="*/ 2147483646 h 317"/>
              <a:gd name="T40" fmla="*/ 2147483646 w 94"/>
              <a:gd name="T41" fmla="*/ 2147483646 h 317"/>
              <a:gd name="T42" fmla="*/ 2147483646 w 94"/>
              <a:gd name="T43" fmla="*/ 2147483646 h 317"/>
              <a:gd name="T44" fmla="*/ 2147483646 w 94"/>
              <a:gd name="T45" fmla="*/ 2147483646 h 317"/>
              <a:gd name="T46" fmla="*/ 2147483646 w 94"/>
              <a:gd name="T47" fmla="*/ 2147483646 h 317"/>
              <a:gd name="T48" fmla="*/ 2147483646 w 94"/>
              <a:gd name="T49" fmla="*/ 2147483646 h 317"/>
              <a:gd name="T50" fmla="*/ 2147483646 w 94"/>
              <a:gd name="T51" fmla="*/ 2147483646 h 317"/>
              <a:gd name="T52" fmla="*/ 2147483646 w 94"/>
              <a:gd name="T53" fmla="*/ 2147483646 h 317"/>
              <a:gd name="T54" fmla="*/ 2147483646 w 94"/>
              <a:gd name="T55" fmla="*/ 2147483646 h 317"/>
              <a:gd name="T56" fmla="*/ 2147483646 w 94"/>
              <a:gd name="T57" fmla="*/ 2147483646 h 317"/>
              <a:gd name="T58" fmla="*/ 2147483646 w 94"/>
              <a:gd name="T59" fmla="*/ 2147483646 h 317"/>
              <a:gd name="T60" fmla="*/ 2147483646 w 94"/>
              <a:gd name="T61" fmla="*/ 2147483646 h 317"/>
              <a:gd name="T62" fmla="*/ 2147483646 w 94"/>
              <a:gd name="T63" fmla="*/ 2147483646 h 317"/>
              <a:gd name="T64" fmla="*/ 2147483646 w 94"/>
              <a:gd name="T65" fmla="*/ 2147483646 h 317"/>
              <a:gd name="T66" fmla="*/ 2147483646 w 94"/>
              <a:gd name="T67" fmla="*/ 2147483646 h 317"/>
              <a:gd name="T68" fmla="*/ 2147483646 w 94"/>
              <a:gd name="T69" fmla="*/ 2147483646 h 317"/>
              <a:gd name="T70" fmla="*/ 2147483646 w 94"/>
              <a:gd name="T71" fmla="*/ 2147483646 h 317"/>
              <a:gd name="T72" fmla="*/ 2147483646 w 94"/>
              <a:gd name="T73" fmla="*/ 2147483646 h 317"/>
              <a:gd name="T74" fmla="*/ 2147483646 w 94"/>
              <a:gd name="T75" fmla="*/ 2147483646 h 317"/>
              <a:gd name="T76" fmla="*/ 2147483646 w 94"/>
              <a:gd name="T77" fmla="*/ 2147483646 h 317"/>
              <a:gd name="T78" fmla="*/ 2147483646 w 94"/>
              <a:gd name="T79" fmla="*/ 2147483646 h 317"/>
              <a:gd name="T80" fmla="*/ 2147483646 w 94"/>
              <a:gd name="T81" fmla="*/ 2147483646 h 317"/>
              <a:gd name="T82" fmla="*/ 2147483646 w 94"/>
              <a:gd name="T83" fmla="*/ 2147483646 h 317"/>
              <a:gd name="T84" fmla="*/ 2147483646 w 94"/>
              <a:gd name="T85" fmla="*/ 2147483646 h 317"/>
              <a:gd name="T86" fmla="*/ 2147483646 w 94"/>
              <a:gd name="T87" fmla="*/ 2147483646 h 317"/>
              <a:gd name="T88" fmla="*/ 2147483646 w 94"/>
              <a:gd name="T89" fmla="*/ 2147483646 h 317"/>
              <a:gd name="T90" fmla="*/ 2147483646 w 94"/>
              <a:gd name="T91" fmla="*/ 2147483646 h 317"/>
              <a:gd name="T92" fmla="*/ 2147483646 w 94"/>
              <a:gd name="T93" fmla="*/ 2147483646 h 317"/>
              <a:gd name="T94" fmla="*/ 2147483646 w 94"/>
              <a:gd name="T95" fmla="*/ 2147483646 h 317"/>
              <a:gd name="T96" fmla="*/ 2147483646 w 94"/>
              <a:gd name="T97" fmla="*/ 2147483646 h 317"/>
              <a:gd name="T98" fmla="*/ 2147483646 w 94"/>
              <a:gd name="T99" fmla="*/ 2147483646 h 317"/>
              <a:gd name="T100" fmla="*/ 2147483646 w 94"/>
              <a:gd name="T101" fmla="*/ 2147483646 h 317"/>
              <a:gd name="T102" fmla="*/ 2147483646 w 94"/>
              <a:gd name="T103" fmla="*/ 2147483646 h 317"/>
              <a:gd name="T104" fmla="*/ 2147483646 w 94"/>
              <a:gd name="T105" fmla="*/ 2147483646 h 317"/>
              <a:gd name="T106" fmla="*/ 2147483646 w 94"/>
              <a:gd name="T107" fmla="*/ 2147483646 h 317"/>
              <a:gd name="T108" fmla="*/ 2147483646 w 94"/>
              <a:gd name="T109" fmla="*/ 2147483646 h 317"/>
              <a:gd name="T110" fmla="*/ 2147483646 w 94"/>
              <a:gd name="T111" fmla="*/ 2147483646 h 317"/>
              <a:gd name="T112" fmla="*/ 2147483646 w 94"/>
              <a:gd name="T113" fmla="*/ 2147483646 h 317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94"/>
              <a:gd name="T172" fmla="*/ 0 h 317"/>
              <a:gd name="T173" fmla="*/ 94 w 94"/>
              <a:gd name="T174" fmla="*/ 317 h 317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94" h="317">
                <a:moveTo>
                  <a:pt x="0" y="0"/>
                </a:moveTo>
                <a:lnTo>
                  <a:pt x="2" y="4"/>
                </a:lnTo>
                <a:lnTo>
                  <a:pt x="4" y="6"/>
                </a:lnTo>
                <a:lnTo>
                  <a:pt x="6" y="9"/>
                </a:lnTo>
                <a:lnTo>
                  <a:pt x="8" y="13"/>
                </a:lnTo>
                <a:lnTo>
                  <a:pt x="9" y="16"/>
                </a:lnTo>
                <a:lnTo>
                  <a:pt x="10" y="17"/>
                </a:lnTo>
                <a:lnTo>
                  <a:pt x="11" y="20"/>
                </a:lnTo>
                <a:lnTo>
                  <a:pt x="13" y="22"/>
                </a:lnTo>
                <a:lnTo>
                  <a:pt x="14" y="24"/>
                </a:lnTo>
                <a:lnTo>
                  <a:pt x="15" y="26"/>
                </a:lnTo>
                <a:lnTo>
                  <a:pt x="15" y="28"/>
                </a:lnTo>
                <a:lnTo>
                  <a:pt x="17" y="30"/>
                </a:lnTo>
                <a:lnTo>
                  <a:pt x="18" y="32"/>
                </a:lnTo>
                <a:lnTo>
                  <a:pt x="18" y="33"/>
                </a:lnTo>
                <a:lnTo>
                  <a:pt x="19" y="34"/>
                </a:lnTo>
                <a:lnTo>
                  <a:pt x="19" y="36"/>
                </a:lnTo>
                <a:lnTo>
                  <a:pt x="21" y="37"/>
                </a:lnTo>
                <a:lnTo>
                  <a:pt x="21" y="38"/>
                </a:lnTo>
                <a:lnTo>
                  <a:pt x="22" y="40"/>
                </a:lnTo>
                <a:lnTo>
                  <a:pt x="22" y="41"/>
                </a:lnTo>
                <a:lnTo>
                  <a:pt x="23" y="42"/>
                </a:lnTo>
                <a:lnTo>
                  <a:pt x="23" y="43"/>
                </a:lnTo>
                <a:lnTo>
                  <a:pt x="25" y="45"/>
                </a:lnTo>
                <a:lnTo>
                  <a:pt x="25" y="46"/>
                </a:lnTo>
                <a:lnTo>
                  <a:pt x="25" y="47"/>
                </a:lnTo>
                <a:lnTo>
                  <a:pt x="26" y="49"/>
                </a:lnTo>
                <a:lnTo>
                  <a:pt x="26" y="50"/>
                </a:lnTo>
                <a:lnTo>
                  <a:pt x="27" y="51"/>
                </a:lnTo>
                <a:lnTo>
                  <a:pt x="27" y="53"/>
                </a:lnTo>
                <a:lnTo>
                  <a:pt x="29" y="54"/>
                </a:lnTo>
                <a:lnTo>
                  <a:pt x="29" y="55"/>
                </a:lnTo>
                <a:lnTo>
                  <a:pt x="30" y="58"/>
                </a:lnTo>
                <a:lnTo>
                  <a:pt x="30" y="59"/>
                </a:lnTo>
                <a:lnTo>
                  <a:pt x="31" y="61"/>
                </a:lnTo>
                <a:lnTo>
                  <a:pt x="33" y="63"/>
                </a:lnTo>
                <a:lnTo>
                  <a:pt x="33" y="65"/>
                </a:lnTo>
                <a:lnTo>
                  <a:pt x="33" y="66"/>
                </a:lnTo>
                <a:lnTo>
                  <a:pt x="34" y="67"/>
                </a:lnTo>
                <a:lnTo>
                  <a:pt x="34" y="69"/>
                </a:lnTo>
                <a:lnTo>
                  <a:pt x="35" y="70"/>
                </a:lnTo>
                <a:lnTo>
                  <a:pt x="35" y="71"/>
                </a:lnTo>
                <a:lnTo>
                  <a:pt x="35" y="73"/>
                </a:lnTo>
                <a:lnTo>
                  <a:pt x="37" y="73"/>
                </a:lnTo>
                <a:lnTo>
                  <a:pt x="37" y="74"/>
                </a:lnTo>
                <a:lnTo>
                  <a:pt x="37" y="75"/>
                </a:lnTo>
                <a:lnTo>
                  <a:pt x="38" y="77"/>
                </a:lnTo>
                <a:lnTo>
                  <a:pt x="38" y="78"/>
                </a:lnTo>
                <a:lnTo>
                  <a:pt x="39" y="79"/>
                </a:lnTo>
                <a:lnTo>
                  <a:pt x="39" y="81"/>
                </a:lnTo>
                <a:lnTo>
                  <a:pt x="39" y="82"/>
                </a:lnTo>
                <a:lnTo>
                  <a:pt x="41" y="82"/>
                </a:lnTo>
                <a:lnTo>
                  <a:pt x="41" y="83"/>
                </a:lnTo>
                <a:lnTo>
                  <a:pt x="41" y="85"/>
                </a:lnTo>
                <a:lnTo>
                  <a:pt x="42" y="86"/>
                </a:lnTo>
                <a:lnTo>
                  <a:pt x="42" y="87"/>
                </a:lnTo>
                <a:lnTo>
                  <a:pt x="42" y="89"/>
                </a:lnTo>
                <a:lnTo>
                  <a:pt x="43" y="90"/>
                </a:lnTo>
                <a:lnTo>
                  <a:pt x="43" y="93"/>
                </a:lnTo>
                <a:lnTo>
                  <a:pt x="45" y="94"/>
                </a:lnTo>
                <a:lnTo>
                  <a:pt x="45" y="95"/>
                </a:lnTo>
                <a:lnTo>
                  <a:pt x="46" y="98"/>
                </a:lnTo>
                <a:lnTo>
                  <a:pt x="46" y="99"/>
                </a:lnTo>
                <a:lnTo>
                  <a:pt x="47" y="102"/>
                </a:lnTo>
                <a:lnTo>
                  <a:pt x="49" y="103"/>
                </a:lnTo>
                <a:lnTo>
                  <a:pt x="49" y="106"/>
                </a:lnTo>
                <a:lnTo>
                  <a:pt x="50" y="109"/>
                </a:lnTo>
                <a:lnTo>
                  <a:pt x="50" y="110"/>
                </a:lnTo>
                <a:lnTo>
                  <a:pt x="51" y="111"/>
                </a:lnTo>
                <a:lnTo>
                  <a:pt x="51" y="113"/>
                </a:lnTo>
                <a:lnTo>
                  <a:pt x="53" y="115"/>
                </a:lnTo>
                <a:lnTo>
                  <a:pt x="53" y="117"/>
                </a:lnTo>
                <a:lnTo>
                  <a:pt x="53" y="118"/>
                </a:lnTo>
                <a:lnTo>
                  <a:pt x="54" y="119"/>
                </a:lnTo>
                <a:lnTo>
                  <a:pt x="54" y="121"/>
                </a:lnTo>
                <a:lnTo>
                  <a:pt x="55" y="122"/>
                </a:lnTo>
                <a:lnTo>
                  <a:pt x="55" y="123"/>
                </a:lnTo>
                <a:lnTo>
                  <a:pt x="55" y="125"/>
                </a:lnTo>
                <a:lnTo>
                  <a:pt x="57" y="126"/>
                </a:lnTo>
                <a:lnTo>
                  <a:pt x="57" y="127"/>
                </a:lnTo>
                <a:lnTo>
                  <a:pt x="57" y="129"/>
                </a:lnTo>
                <a:lnTo>
                  <a:pt x="58" y="130"/>
                </a:lnTo>
                <a:lnTo>
                  <a:pt x="58" y="131"/>
                </a:lnTo>
                <a:lnTo>
                  <a:pt x="59" y="133"/>
                </a:lnTo>
                <a:lnTo>
                  <a:pt x="59" y="134"/>
                </a:lnTo>
                <a:lnTo>
                  <a:pt x="59" y="135"/>
                </a:lnTo>
                <a:lnTo>
                  <a:pt x="59" y="136"/>
                </a:lnTo>
                <a:lnTo>
                  <a:pt x="61" y="139"/>
                </a:lnTo>
                <a:lnTo>
                  <a:pt x="61" y="140"/>
                </a:lnTo>
                <a:lnTo>
                  <a:pt x="62" y="142"/>
                </a:lnTo>
                <a:lnTo>
                  <a:pt x="62" y="143"/>
                </a:lnTo>
                <a:lnTo>
                  <a:pt x="63" y="146"/>
                </a:lnTo>
                <a:lnTo>
                  <a:pt x="63" y="147"/>
                </a:lnTo>
                <a:lnTo>
                  <a:pt x="63" y="150"/>
                </a:lnTo>
                <a:lnTo>
                  <a:pt x="65" y="152"/>
                </a:lnTo>
                <a:lnTo>
                  <a:pt x="66" y="154"/>
                </a:lnTo>
                <a:lnTo>
                  <a:pt x="66" y="156"/>
                </a:lnTo>
                <a:lnTo>
                  <a:pt x="66" y="158"/>
                </a:lnTo>
                <a:lnTo>
                  <a:pt x="67" y="159"/>
                </a:lnTo>
                <a:lnTo>
                  <a:pt x="67" y="162"/>
                </a:lnTo>
                <a:lnTo>
                  <a:pt x="69" y="163"/>
                </a:lnTo>
                <a:lnTo>
                  <a:pt x="69" y="164"/>
                </a:lnTo>
                <a:lnTo>
                  <a:pt x="69" y="166"/>
                </a:lnTo>
                <a:lnTo>
                  <a:pt x="70" y="167"/>
                </a:lnTo>
                <a:lnTo>
                  <a:pt x="70" y="168"/>
                </a:lnTo>
                <a:lnTo>
                  <a:pt x="70" y="170"/>
                </a:lnTo>
                <a:lnTo>
                  <a:pt x="70" y="171"/>
                </a:lnTo>
                <a:lnTo>
                  <a:pt x="71" y="172"/>
                </a:lnTo>
                <a:lnTo>
                  <a:pt x="71" y="174"/>
                </a:lnTo>
                <a:lnTo>
                  <a:pt x="73" y="175"/>
                </a:lnTo>
                <a:lnTo>
                  <a:pt x="73" y="176"/>
                </a:lnTo>
                <a:lnTo>
                  <a:pt x="73" y="178"/>
                </a:lnTo>
                <a:lnTo>
                  <a:pt x="73" y="179"/>
                </a:lnTo>
                <a:lnTo>
                  <a:pt x="74" y="180"/>
                </a:lnTo>
                <a:lnTo>
                  <a:pt x="74" y="182"/>
                </a:lnTo>
                <a:lnTo>
                  <a:pt x="74" y="183"/>
                </a:lnTo>
                <a:lnTo>
                  <a:pt x="75" y="184"/>
                </a:lnTo>
                <a:lnTo>
                  <a:pt x="75" y="186"/>
                </a:lnTo>
                <a:lnTo>
                  <a:pt x="75" y="187"/>
                </a:lnTo>
                <a:lnTo>
                  <a:pt x="77" y="188"/>
                </a:lnTo>
                <a:lnTo>
                  <a:pt x="77" y="190"/>
                </a:lnTo>
                <a:lnTo>
                  <a:pt x="77" y="192"/>
                </a:lnTo>
                <a:lnTo>
                  <a:pt x="78" y="194"/>
                </a:lnTo>
                <a:lnTo>
                  <a:pt x="78" y="196"/>
                </a:lnTo>
                <a:lnTo>
                  <a:pt x="79" y="198"/>
                </a:lnTo>
                <a:lnTo>
                  <a:pt x="79" y="200"/>
                </a:lnTo>
                <a:lnTo>
                  <a:pt x="81" y="203"/>
                </a:lnTo>
                <a:lnTo>
                  <a:pt x="81" y="204"/>
                </a:lnTo>
                <a:lnTo>
                  <a:pt x="82" y="206"/>
                </a:lnTo>
                <a:lnTo>
                  <a:pt x="82" y="208"/>
                </a:lnTo>
                <a:lnTo>
                  <a:pt x="82" y="210"/>
                </a:lnTo>
                <a:lnTo>
                  <a:pt x="83" y="211"/>
                </a:lnTo>
                <a:lnTo>
                  <a:pt x="83" y="212"/>
                </a:lnTo>
                <a:lnTo>
                  <a:pt x="83" y="214"/>
                </a:lnTo>
                <a:lnTo>
                  <a:pt x="85" y="215"/>
                </a:lnTo>
                <a:lnTo>
                  <a:pt x="85" y="216"/>
                </a:lnTo>
                <a:lnTo>
                  <a:pt x="85" y="218"/>
                </a:lnTo>
                <a:lnTo>
                  <a:pt x="85" y="219"/>
                </a:lnTo>
                <a:lnTo>
                  <a:pt x="86" y="220"/>
                </a:lnTo>
                <a:lnTo>
                  <a:pt x="86" y="222"/>
                </a:lnTo>
                <a:lnTo>
                  <a:pt x="86" y="223"/>
                </a:lnTo>
                <a:lnTo>
                  <a:pt x="86" y="224"/>
                </a:lnTo>
                <a:lnTo>
                  <a:pt x="86" y="226"/>
                </a:lnTo>
                <a:lnTo>
                  <a:pt x="87" y="227"/>
                </a:lnTo>
                <a:lnTo>
                  <a:pt x="87" y="228"/>
                </a:lnTo>
                <a:lnTo>
                  <a:pt x="87" y="229"/>
                </a:lnTo>
                <a:lnTo>
                  <a:pt x="87" y="231"/>
                </a:lnTo>
                <a:lnTo>
                  <a:pt x="87" y="232"/>
                </a:lnTo>
                <a:lnTo>
                  <a:pt x="87" y="233"/>
                </a:lnTo>
                <a:lnTo>
                  <a:pt x="87" y="235"/>
                </a:lnTo>
                <a:lnTo>
                  <a:pt x="87" y="236"/>
                </a:lnTo>
                <a:lnTo>
                  <a:pt x="87" y="237"/>
                </a:lnTo>
                <a:lnTo>
                  <a:pt x="87" y="239"/>
                </a:lnTo>
                <a:lnTo>
                  <a:pt x="89" y="241"/>
                </a:lnTo>
                <a:lnTo>
                  <a:pt x="89" y="243"/>
                </a:lnTo>
                <a:lnTo>
                  <a:pt x="89" y="244"/>
                </a:lnTo>
                <a:lnTo>
                  <a:pt x="89" y="247"/>
                </a:lnTo>
                <a:lnTo>
                  <a:pt x="89" y="248"/>
                </a:lnTo>
                <a:lnTo>
                  <a:pt x="89" y="249"/>
                </a:lnTo>
                <a:lnTo>
                  <a:pt x="89" y="251"/>
                </a:lnTo>
                <a:lnTo>
                  <a:pt x="89" y="252"/>
                </a:lnTo>
                <a:lnTo>
                  <a:pt x="89" y="253"/>
                </a:lnTo>
                <a:lnTo>
                  <a:pt x="89" y="255"/>
                </a:lnTo>
                <a:lnTo>
                  <a:pt x="89" y="256"/>
                </a:lnTo>
                <a:lnTo>
                  <a:pt x="90" y="257"/>
                </a:lnTo>
                <a:lnTo>
                  <a:pt x="90" y="259"/>
                </a:lnTo>
                <a:lnTo>
                  <a:pt x="90" y="260"/>
                </a:lnTo>
                <a:lnTo>
                  <a:pt x="90" y="261"/>
                </a:lnTo>
                <a:lnTo>
                  <a:pt x="90" y="263"/>
                </a:lnTo>
                <a:lnTo>
                  <a:pt x="90" y="264"/>
                </a:lnTo>
                <a:lnTo>
                  <a:pt x="90" y="265"/>
                </a:lnTo>
                <a:lnTo>
                  <a:pt x="90" y="267"/>
                </a:lnTo>
                <a:lnTo>
                  <a:pt x="91" y="267"/>
                </a:lnTo>
                <a:lnTo>
                  <a:pt x="91" y="268"/>
                </a:lnTo>
                <a:lnTo>
                  <a:pt x="91" y="269"/>
                </a:lnTo>
                <a:lnTo>
                  <a:pt x="91" y="271"/>
                </a:lnTo>
                <a:lnTo>
                  <a:pt x="91" y="272"/>
                </a:lnTo>
                <a:lnTo>
                  <a:pt x="91" y="273"/>
                </a:lnTo>
                <a:lnTo>
                  <a:pt x="93" y="273"/>
                </a:lnTo>
                <a:lnTo>
                  <a:pt x="93" y="275"/>
                </a:lnTo>
                <a:lnTo>
                  <a:pt x="93" y="276"/>
                </a:lnTo>
                <a:lnTo>
                  <a:pt x="93" y="277"/>
                </a:lnTo>
                <a:lnTo>
                  <a:pt x="93" y="279"/>
                </a:lnTo>
                <a:lnTo>
                  <a:pt x="93" y="280"/>
                </a:lnTo>
                <a:lnTo>
                  <a:pt x="94" y="281"/>
                </a:lnTo>
                <a:lnTo>
                  <a:pt x="94" y="283"/>
                </a:lnTo>
                <a:lnTo>
                  <a:pt x="94" y="284"/>
                </a:lnTo>
                <a:lnTo>
                  <a:pt x="94" y="285"/>
                </a:lnTo>
                <a:lnTo>
                  <a:pt x="94" y="287"/>
                </a:lnTo>
                <a:lnTo>
                  <a:pt x="94" y="288"/>
                </a:lnTo>
                <a:lnTo>
                  <a:pt x="94" y="289"/>
                </a:lnTo>
                <a:lnTo>
                  <a:pt x="94" y="291"/>
                </a:lnTo>
                <a:lnTo>
                  <a:pt x="94" y="292"/>
                </a:lnTo>
                <a:lnTo>
                  <a:pt x="94" y="293"/>
                </a:lnTo>
                <a:lnTo>
                  <a:pt x="94" y="295"/>
                </a:lnTo>
                <a:lnTo>
                  <a:pt x="94" y="296"/>
                </a:lnTo>
                <a:lnTo>
                  <a:pt x="94" y="297"/>
                </a:lnTo>
                <a:lnTo>
                  <a:pt x="94" y="299"/>
                </a:lnTo>
                <a:lnTo>
                  <a:pt x="94" y="300"/>
                </a:lnTo>
                <a:lnTo>
                  <a:pt x="94" y="303"/>
                </a:lnTo>
                <a:lnTo>
                  <a:pt x="94" y="304"/>
                </a:lnTo>
                <a:lnTo>
                  <a:pt x="94" y="305"/>
                </a:lnTo>
                <a:lnTo>
                  <a:pt x="94" y="308"/>
                </a:lnTo>
                <a:lnTo>
                  <a:pt x="94" y="309"/>
                </a:lnTo>
                <a:lnTo>
                  <a:pt x="94" y="312"/>
                </a:lnTo>
                <a:lnTo>
                  <a:pt x="94" y="315"/>
                </a:lnTo>
                <a:lnTo>
                  <a:pt x="93" y="317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8" name="Freeform 22">
            <a:extLst>
              <a:ext uri="{FF2B5EF4-FFF2-40B4-BE49-F238E27FC236}">
                <a16:creationId xmlns:a16="http://schemas.microsoft.com/office/drawing/2014/main" id="{A86CBD9A-308E-49D6-B423-2FC8C8975DEB}"/>
              </a:ext>
            </a:extLst>
          </p:cNvPr>
          <p:cNvSpPr>
            <a:spLocks/>
          </p:cNvSpPr>
          <p:nvPr/>
        </p:nvSpPr>
        <p:spPr bwMode="auto">
          <a:xfrm>
            <a:off x="2511425" y="3751262"/>
            <a:ext cx="74613" cy="252413"/>
          </a:xfrm>
          <a:custGeom>
            <a:avLst/>
            <a:gdLst>
              <a:gd name="T0" fmla="*/ 2147483646 w 94"/>
              <a:gd name="T1" fmla="*/ 2147483646 h 317"/>
              <a:gd name="T2" fmla="*/ 2147483646 w 94"/>
              <a:gd name="T3" fmla="*/ 2147483646 h 317"/>
              <a:gd name="T4" fmla="*/ 2147483646 w 94"/>
              <a:gd name="T5" fmla="*/ 2147483646 h 317"/>
              <a:gd name="T6" fmla="*/ 2147483646 w 94"/>
              <a:gd name="T7" fmla="*/ 2147483646 h 317"/>
              <a:gd name="T8" fmla="*/ 2147483646 w 94"/>
              <a:gd name="T9" fmla="*/ 2147483646 h 317"/>
              <a:gd name="T10" fmla="*/ 2147483646 w 94"/>
              <a:gd name="T11" fmla="*/ 2147483646 h 317"/>
              <a:gd name="T12" fmla="*/ 2147483646 w 94"/>
              <a:gd name="T13" fmla="*/ 2147483646 h 317"/>
              <a:gd name="T14" fmla="*/ 2147483646 w 94"/>
              <a:gd name="T15" fmla="*/ 2147483646 h 317"/>
              <a:gd name="T16" fmla="*/ 2147483646 w 94"/>
              <a:gd name="T17" fmla="*/ 2147483646 h 317"/>
              <a:gd name="T18" fmla="*/ 2147483646 w 94"/>
              <a:gd name="T19" fmla="*/ 2147483646 h 317"/>
              <a:gd name="T20" fmla="*/ 2147483646 w 94"/>
              <a:gd name="T21" fmla="*/ 2147483646 h 317"/>
              <a:gd name="T22" fmla="*/ 2147483646 w 94"/>
              <a:gd name="T23" fmla="*/ 2147483646 h 317"/>
              <a:gd name="T24" fmla="*/ 2147483646 w 94"/>
              <a:gd name="T25" fmla="*/ 2147483646 h 317"/>
              <a:gd name="T26" fmla="*/ 2147483646 w 94"/>
              <a:gd name="T27" fmla="*/ 2147483646 h 317"/>
              <a:gd name="T28" fmla="*/ 2147483646 w 94"/>
              <a:gd name="T29" fmla="*/ 2147483646 h 317"/>
              <a:gd name="T30" fmla="*/ 2147483646 w 94"/>
              <a:gd name="T31" fmla="*/ 2147483646 h 317"/>
              <a:gd name="T32" fmla="*/ 2147483646 w 94"/>
              <a:gd name="T33" fmla="*/ 2147483646 h 317"/>
              <a:gd name="T34" fmla="*/ 2147483646 w 94"/>
              <a:gd name="T35" fmla="*/ 2147483646 h 317"/>
              <a:gd name="T36" fmla="*/ 2147483646 w 94"/>
              <a:gd name="T37" fmla="*/ 2147483646 h 317"/>
              <a:gd name="T38" fmla="*/ 2147483646 w 94"/>
              <a:gd name="T39" fmla="*/ 2147483646 h 317"/>
              <a:gd name="T40" fmla="*/ 2147483646 w 94"/>
              <a:gd name="T41" fmla="*/ 2147483646 h 317"/>
              <a:gd name="T42" fmla="*/ 2147483646 w 94"/>
              <a:gd name="T43" fmla="*/ 2147483646 h 317"/>
              <a:gd name="T44" fmla="*/ 2147483646 w 94"/>
              <a:gd name="T45" fmla="*/ 2147483646 h 317"/>
              <a:gd name="T46" fmla="*/ 2147483646 w 94"/>
              <a:gd name="T47" fmla="*/ 2147483646 h 317"/>
              <a:gd name="T48" fmla="*/ 2147483646 w 94"/>
              <a:gd name="T49" fmla="*/ 2147483646 h 317"/>
              <a:gd name="T50" fmla="*/ 2147483646 w 94"/>
              <a:gd name="T51" fmla="*/ 2147483646 h 317"/>
              <a:gd name="T52" fmla="*/ 2147483646 w 94"/>
              <a:gd name="T53" fmla="*/ 2147483646 h 317"/>
              <a:gd name="T54" fmla="*/ 2147483646 w 94"/>
              <a:gd name="T55" fmla="*/ 2147483646 h 317"/>
              <a:gd name="T56" fmla="*/ 2147483646 w 94"/>
              <a:gd name="T57" fmla="*/ 2147483646 h 317"/>
              <a:gd name="T58" fmla="*/ 2147483646 w 94"/>
              <a:gd name="T59" fmla="*/ 2147483646 h 317"/>
              <a:gd name="T60" fmla="*/ 2147483646 w 94"/>
              <a:gd name="T61" fmla="*/ 2147483646 h 317"/>
              <a:gd name="T62" fmla="*/ 2147483646 w 94"/>
              <a:gd name="T63" fmla="*/ 2147483646 h 317"/>
              <a:gd name="T64" fmla="*/ 2147483646 w 94"/>
              <a:gd name="T65" fmla="*/ 2147483646 h 317"/>
              <a:gd name="T66" fmla="*/ 2147483646 w 94"/>
              <a:gd name="T67" fmla="*/ 2147483646 h 317"/>
              <a:gd name="T68" fmla="*/ 2147483646 w 94"/>
              <a:gd name="T69" fmla="*/ 2147483646 h 317"/>
              <a:gd name="T70" fmla="*/ 2147483646 w 94"/>
              <a:gd name="T71" fmla="*/ 2147483646 h 317"/>
              <a:gd name="T72" fmla="*/ 2147483646 w 94"/>
              <a:gd name="T73" fmla="*/ 2147483646 h 317"/>
              <a:gd name="T74" fmla="*/ 2147483646 w 94"/>
              <a:gd name="T75" fmla="*/ 2147483646 h 317"/>
              <a:gd name="T76" fmla="*/ 2147483646 w 94"/>
              <a:gd name="T77" fmla="*/ 2147483646 h 317"/>
              <a:gd name="T78" fmla="*/ 2147483646 w 94"/>
              <a:gd name="T79" fmla="*/ 2147483646 h 317"/>
              <a:gd name="T80" fmla="*/ 2147483646 w 94"/>
              <a:gd name="T81" fmla="*/ 2147483646 h 317"/>
              <a:gd name="T82" fmla="*/ 2147483646 w 94"/>
              <a:gd name="T83" fmla="*/ 2147483646 h 317"/>
              <a:gd name="T84" fmla="*/ 2147483646 w 94"/>
              <a:gd name="T85" fmla="*/ 2147483646 h 317"/>
              <a:gd name="T86" fmla="*/ 2147483646 w 94"/>
              <a:gd name="T87" fmla="*/ 2147483646 h 317"/>
              <a:gd name="T88" fmla="*/ 2147483646 w 94"/>
              <a:gd name="T89" fmla="*/ 2147483646 h 317"/>
              <a:gd name="T90" fmla="*/ 2147483646 w 94"/>
              <a:gd name="T91" fmla="*/ 2147483646 h 317"/>
              <a:gd name="T92" fmla="*/ 2147483646 w 94"/>
              <a:gd name="T93" fmla="*/ 2147483646 h 317"/>
              <a:gd name="T94" fmla="*/ 2147483646 w 94"/>
              <a:gd name="T95" fmla="*/ 2147483646 h 317"/>
              <a:gd name="T96" fmla="*/ 2147483646 w 94"/>
              <a:gd name="T97" fmla="*/ 2147483646 h 317"/>
              <a:gd name="T98" fmla="*/ 2147483646 w 94"/>
              <a:gd name="T99" fmla="*/ 2147483646 h 317"/>
              <a:gd name="T100" fmla="*/ 2147483646 w 94"/>
              <a:gd name="T101" fmla="*/ 2147483646 h 317"/>
              <a:gd name="T102" fmla="*/ 2147483646 w 94"/>
              <a:gd name="T103" fmla="*/ 2147483646 h 317"/>
              <a:gd name="T104" fmla="*/ 2147483646 w 94"/>
              <a:gd name="T105" fmla="*/ 2147483646 h 317"/>
              <a:gd name="T106" fmla="*/ 2147483646 w 94"/>
              <a:gd name="T107" fmla="*/ 2147483646 h 317"/>
              <a:gd name="T108" fmla="*/ 2147483646 w 94"/>
              <a:gd name="T109" fmla="*/ 2147483646 h 317"/>
              <a:gd name="T110" fmla="*/ 2147483646 w 94"/>
              <a:gd name="T111" fmla="*/ 2147483646 h 317"/>
              <a:gd name="T112" fmla="*/ 2147483646 w 94"/>
              <a:gd name="T113" fmla="*/ 2147483646 h 317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94"/>
              <a:gd name="T172" fmla="*/ 0 h 317"/>
              <a:gd name="T173" fmla="*/ 94 w 94"/>
              <a:gd name="T174" fmla="*/ 317 h 317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94" h="317">
                <a:moveTo>
                  <a:pt x="0" y="317"/>
                </a:moveTo>
                <a:lnTo>
                  <a:pt x="2" y="314"/>
                </a:lnTo>
                <a:lnTo>
                  <a:pt x="4" y="310"/>
                </a:lnTo>
                <a:lnTo>
                  <a:pt x="6" y="308"/>
                </a:lnTo>
                <a:lnTo>
                  <a:pt x="8" y="305"/>
                </a:lnTo>
                <a:lnTo>
                  <a:pt x="9" y="302"/>
                </a:lnTo>
                <a:lnTo>
                  <a:pt x="10" y="300"/>
                </a:lnTo>
                <a:lnTo>
                  <a:pt x="11" y="297"/>
                </a:lnTo>
                <a:lnTo>
                  <a:pt x="13" y="294"/>
                </a:lnTo>
                <a:lnTo>
                  <a:pt x="14" y="293"/>
                </a:lnTo>
                <a:lnTo>
                  <a:pt x="15" y="290"/>
                </a:lnTo>
                <a:lnTo>
                  <a:pt x="15" y="289"/>
                </a:lnTo>
                <a:lnTo>
                  <a:pt x="17" y="288"/>
                </a:lnTo>
                <a:lnTo>
                  <a:pt x="18" y="285"/>
                </a:lnTo>
                <a:lnTo>
                  <a:pt x="18" y="284"/>
                </a:lnTo>
                <a:lnTo>
                  <a:pt x="19" y="283"/>
                </a:lnTo>
                <a:lnTo>
                  <a:pt x="19" y="281"/>
                </a:lnTo>
                <a:lnTo>
                  <a:pt x="21" y="280"/>
                </a:lnTo>
                <a:lnTo>
                  <a:pt x="21" y="279"/>
                </a:lnTo>
                <a:lnTo>
                  <a:pt x="22" y="277"/>
                </a:lnTo>
                <a:lnTo>
                  <a:pt x="22" y="276"/>
                </a:lnTo>
                <a:lnTo>
                  <a:pt x="23" y="275"/>
                </a:lnTo>
                <a:lnTo>
                  <a:pt x="23" y="273"/>
                </a:lnTo>
                <a:lnTo>
                  <a:pt x="25" y="273"/>
                </a:lnTo>
                <a:lnTo>
                  <a:pt x="25" y="272"/>
                </a:lnTo>
                <a:lnTo>
                  <a:pt x="25" y="271"/>
                </a:lnTo>
                <a:lnTo>
                  <a:pt x="26" y="269"/>
                </a:lnTo>
                <a:lnTo>
                  <a:pt x="26" y="268"/>
                </a:lnTo>
                <a:lnTo>
                  <a:pt x="27" y="265"/>
                </a:lnTo>
                <a:lnTo>
                  <a:pt x="27" y="264"/>
                </a:lnTo>
                <a:lnTo>
                  <a:pt x="29" y="263"/>
                </a:lnTo>
                <a:lnTo>
                  <a:pt x="29" y="261"/>
                </a:lnTo>
                <a:lnTo>
                  <a:pt x="30" y="259"/>
                </a:lnTo>
                <a:lnTo>
                  <a:pt x="30" y="257"/>
                </a:lnTo>
                <a:lnTo>
                  <a:pt x="31" y="256"/>
                </a:lnTo>
                <a:lnTo>
                  <a:pt x="33" y="255"/>
                </a:lnTo>
                <a:lnTo>
                  <a:pt x="33" y="252"/>
                </a:lnTo>
                <a:lnTo>
                  <a:pt x="33" y="251"/>
                </a:lnTo>
                <a:lnTo>
                  <a:pt x="34" y="249"/>
                </a:lnTo>
                <a:lnTo>
                  <a:pt x="34" y="248"/>
                </a:lnTo>
                <a:lnTo>
                  <a:pt x="35" y="247"/>
                </a:lnTo>
                <a:lnTo>
                  <a:pt x="35" y="245"/>
                </a:lnTo>
                <a:lnTo>
                  <a:pt x="37" y="244"/>
                </a:lnTo>
                <a:lnTo>
                  <a:pt x="37" y="243"/>
                </a:lnTo>
                <a:lnTo>
                  <a:pt x="37" y="241"/>
                </a:lnTo>
                <a:lnTo>
                  <a:pt x="38" y="241"/>
                </a:lnTo>
                <a:lnTo>
                  <a:pt x="38" y="240"/>
                </a:lnTo>
                <a:lnTo>
                  <a:pt x="38" y="239"/>
                </a:lnTo>
                <a:lnTo>
                  <a:pt x="39" y="237"/>
                </a:lnTo>
                <a:lnTo>
                  <a:pt x="39" y="236"/>
                </a:lnTo>
                <a:lnTo>
                  <a:pt x="41" y="235"/>
                </a:lnTo>
                <a:lnTo>
                  <a:pt x="41" y="233"/>
                </a:lnTo>
                <a:lnTo>
                  <a:pt x="41" y="232"/>
                </a:lnTo>
                <a:lnTo>
                  <a:pt x="42" y="231"/>
                </a:lnTo>
                <a:lnTo>
                  <a:pt x="42" y="229"/>
                </a:lnTo>
                <a:lnTo>
                  <a:pt x="42" y="228"/>
                </a:lnTo>
                <a:lnTo>
                  <a:pt x="43" y="227"/>
                </a:lnTo>
                <a:lnTo>
                  <a:pt x="43" y="225"/>
                </a:lnTo>
                <a:lnTo>
                  <a:pt x="45" y="223"/>
                </a:lnTo>
                <a:lnTo>
                  <a:pt x="45" y="221"/>
                </a:lnTo>
                <a:lnTo>
                  <a:pt x="46" y="220"/>
                </a:lnTo>
                <a:lnTo>
                  <a:pt x="46" y="217"/>
                </a:lnTo>
                <a:lnTo>
                  <a:pt x="47" y="215"/>
                </a:lnTo>
                <a:lnTo>
                  <a:pt x="49" y="213"/>
                </a:lnTo>
                <a:lnTo>
                  <a:pt x="49" y="211"/>
                </a:lnTo>
                <a:lnTo>
                  <a:pt x="50" y="209"/>
                </a:lnTo>
                <a:lnTo>
                  <a:pt x="50" y="207"/>
                </a:lnTo>
                <a:lnTo>
                  <a:pt x="51" y="205"/>
                </a:lnTo>
                <a:lnTo>
                  <a:pt x="51" y="204"/>
                </a:lnTo>
                <a:lnTo>
                  <a:pt x="53" y="203"/>
                </a:lnTo>
                <a:lnTo>
                  <a:pt x="53" y="201"/>
                </a:lnTo>
                <a:lnTo>
                  <a:pt x="53" y="200"/>
                </a:lnTo>
                <a:lnTo>
                  <a:pt x="54" y="199"/>
                </a:lnTo>
                <a:lnTo>
                  <a:pt x="54" y="197"/>
                </a:lnTo>
                <a:lnTo>
                  <a:pt x="55" y="196"/>
                </a:lnTo>
                <a:lnTo>
                  <a:pt x="55" y="195"/>
                </a:lnTo>
                <a:lnTo>
                  <a:pt x="55" y="194"/>
                </a:lnTo>
                <a:lnTo>
                  <a:pt x="55" y="192"/>
                </a:lnTo>
                <a:lnTo>
                  <a:pt x="57" y="191"/>
                </a:lnTo>
                <a:lnTo>
                  <a:pt x="57" y="190"/>
                </a:lnTo>
                <a:lnTo>
                  <a:pt x="58" y="188"/>
                </a:lnTo>
                <a:lnTo>
                  <a:pt x="58" y="187"/>
                </a:lnTo>
                <a:lnTo>
                  <a:pt x="58" y="186"/>
                </a:lnTo>
                <a:lnTo>
                  <a:pt x="59" y="184"/>
                </a:lnTo>
                <a:lnTo>
                  <a:pt x="59" y="183"/>
                </a:lnTo>
                <a:lnTo>
                  <a:pt x="59" y="182"/>
                </a:lnTo>
                <a:lnTo>
                  <a:pt x="59" y="180"/>
                </a:lnTo>
                <a:lnTo>
                  <a:pt x="61" y="179"/>
                </a:lnTo>
                <a:lnTo>
                  <a:pt x="61" y="176"/>
                </a:lnTo>
                <a:lnTo>
                  <a:pt x="62" y="175"/>
                </a:lnTo>
                <a:lnTo>
                  <a:pt x="62" y="174"/>
                </a:lnTo>
                <a:lnTo>
                  <a:pt x="63" y="171"/>
                </a:lnTo>
                <a:lnTo>
                  <a:pt x="63" y="170"/>
                </a:lnTo>
                <a:lnTo>
                  <a:pt x="63" y="167"/>
                </a:lnTo>
                <a:lnTo>
                  <a:pt x="65" y="164"/>
                </a:lnTo>
                <a:lnTo>
                  <a:pt x="66" y="163"/>
                </a:lnTo>
                <a:lnTo>
                  <a:pt x="66" y="160"/>
                </a:lnTo>
                <a:lnTo>
                  <a:pt x="66" y="159"/>
                </a:lnTo>
                <a:lnTo>
                  <a:pt x="67" y="158"/>
                </a:lnTo>
                <a:lnTo>
                  <a:pt x="67" y="156"/>
                </a:lnTo>
                <a:lnTo>
                  <a:pt x="69" y="154"/>
                </a:lnTo>
                <a:lnTo>
                  <a:pt x="69" y="152"/>
                </a:lnTo>
                <a:lnTo>
                  <a:pt x="69" y="151"/>
                </a:lnTo>
                <a:lnTo>
                  <a:pt x="70" y="150"/>
                </a:lnTo>
                <a:lnTo>
                  <a:pt x="70" y="148"/>
                </a:lnTo>
                <a:lnTo>
                  <a:pt x="70" y="147"/>
                </a:lnTo>
                <a:lnTo>
                  <a:pt x="71" y="146"/>
                </a:lnTo>
                <a:lnTo>
                  <a:pt x="71" y="144"/>
                </a:lnTo>
                <a:lnTo>
                  <a:pt x="71" y="143"/>
                </a:lnTo>
                <a:lnTo>
                  <a:pt x="73" y="142"/>
                </a:lnTo>
                <a:lnTo>
                  <a:pt x="73" y="140"/>
                </a:lnTo>
                <a:lnTo>
                  <a:pt x="73" y="139"/>
                </a:lnTo>
                <a:lnTo>
                  <a:pt x="74" y="138"/>
                </a:lnTo>
                <a:lnTo>
                  <a:pt x="74" y="136"/>
                </a:lnTo>
                <a:lnTo>
                  <a:pt x="74" y="135"/>
                </a:lnTo>
                <a:lnTo>
                  <a:pt x="75" y="134"/>
                </a:lnTo>
                <a:lnTo>
                  <a:pt x="75" y="132"/>
                </a:lnTo>
                <a:lnTo>
                  <a:pt x="75" y="130"/>
                </a:lnTo>
                <a:lnTo>
                  <a:pt x="77" y="128"/>
                </a:lnTo>
                <a:lnTo>
                  <a:pt x="77" y="127"/>
                </a:lnTo>
                <a:lnTo>
                  <a:pt x="77" y="126"/>
                </a:lnTo>
                <a:lnTo>
                  <a:pt x="78" y="123"/>
                </a:lnTo>
                <a:lnTo>
                  <a:pt x="78" y="120"/>
                </a:lnTo>
                <a:lnTo>
                  <a:pt x="79" y="119"/>
                </a:lnTo>
                <a:lnTo>
                  <a:pt x="79" y="116"/>
                </a:lnTo>
                <a:lnTo>
                  <a:pt x="81" y="115"/>
                </a:lnTo>
                <a:lnTo>
                  <a:pt x="81" y="112"/>
                </a:lnTo>
                <a:lnTo>
                  <a:pt x="82" y="111"/>
                </a:lnTo>
                <a:lnTo>
                  <a:pt x="82" y="110"/>
                </a:lnTo>
                <a:lnTo>
                  <a:pt x="82" y="107"/>
                </a:lnTo>
                <a:lnTo>
                  <a:pt x="83" y="106"/>
                </a:lnTo>
                <a:lnTo>
                  <a:pt x="83" y="104"/>
                </a:lnTo>
                <a:lnTo>
                  <a:pt x="83" y="103"/>
                </a:lnTo>
                <a:lnTo>
                  <a:pt x="85" y="102"/>
                </a:lnTo>
                <a:lnTo>
                  <a:pt x="85" y="101"/>
                </a:lnTo>
                <a:lnTo>
                  <a:pt x="85" y="99"/>
                </a:lnTo>
                <a:lnTo>
                  <a:pt x="86" y="98"/>
                </a:lnTo>
                <a:lnTo>
                  <a:pt x="86" y="97"/>
                </a:lnTo>
                <a:lnTo>
                  <a:pt x="86" y="95"/>
                </a:lnTo>
                <a:lnTo>
                  <a:pt x="86" y="94"/>
                </a:lnTo>
                <a:lnTo>
                  <a:pt x="86" y="93"/>
                </a:lnTo>
                <a:lnTo>
                  <a:pt x="86" y="91"/>
                </a:lnTo>
                <a:lnTo>
                  <a:pt x="87" y="90"/>
                </a:lnTo>
                <a:lnTo>
                  <a:pt x="87" y="89"/>
                </a:lnTo>
                <a:lnTo>
                  <a:pt x="87" y="87"/>
                </a:lnTo>
                <a:lnTo>
                  <a:pt x="87" y="86"/>
                </a:lnTo>
                <a:lnTo>
                  <a:pt x="87" y="85"/>
                </a:lnTo>
                <a:lnTo>
                  <a:pt x="87" y="83"/>
                </a:lnTo>
                <a:lnTo>
                  <a:pt x="87" y="82"/>
                </a:lnTo>
                <a:lnTo>
                  <a:pt x="87" y="81"/>
                </a:lnTo>
                <a:lnTo>
                  <a:pt x="87" y="79"/>
                </a:lnTo>
                <a:lnTo>
                  <a:pt x="87" y="78"/>
                </a:lnTo>
                <a:lnTo>
                  <a:pt x="89" y="75"/>
                </a:lnTo>
                <a:lnTo>
                  <a:pt x="89" y="74"/>
                </a:lnTo>
                <a:lnTo>
                  <a:pt x="89" y="73"/>
                </a:lnTo>
                <a:lnTo>
                  <a:pt x="89" y="70"/>
                </a:lnTo>
                <a:lnTo>
                  <a:pt x="89" y="69"/>
                </a:lnTo>
                <a:lnTo>
                  <a:pt x="89" y="67"/>
                </a:lnTo>
                <a:lnTo>
                  <a:pt x="89" y="66"/>
                </a:lnTo>
                <a:lnTo>
                  <a:pt x="89" y="65"/>
                </a:lnTo>
                <a:lnTo>
                  <a:pt x="89" y="63"/>
                </a:lnTo>
                <a:lnTo>
                  <a:pt x="89" y="62"/>
                </a:lnTo>
                <a:lnTo>
                  <a:pt x="89" y="61"/>
                </a:lnTo>
                <a:lnTo>
                  <a:pt x="90" y="59"/>
                </a:lnTo>
                <a:lnTo>
                  <a:pt x="90" y="58"/>
                </a:lnTo>
                <a:lnTo>
                  <a:pt x="90" y="57"/>
                </a:lnTo>
                <a:lnTo>
                  <a:pt x="90" y="55"/>
                </a:lnTo>
                <a:lnTo>
                  <a:pt x="90" y="54"/>
                </a:lnTo>
                <a:lnTo>
                  <a:pt x="90" y="53"/>
                </a:lnTo>
                <a:lnTo>
                  <a:pt x="90" y="51"/>
                </a:lnTo>
                <a:lnTo>
                  <a:pt x="90" y="50"/>
                </a:lnTo>
                <a:lnTo>
                  <a:pt x="91" y="50"/>
                </a:lnTo>
                <a:lnTo>
                  <a:pt x="91" y="49"/>
                </a:lnTo>
                <a:lnTo>
                  <a:pt x="91" y="47"/>
                </a:lnTo>
                <a:lnTo>
                  <a:pt x="91" y="46"/>
                </a:lnTo>
                <a:lnTo>
                  <a:pt x="91" y="45"/>
                </a:lnTo>
                <a:lnTo>
                  <a:pt x="91" y="43"/>
                </a:lnTo>
                <a:lnTo>
                  <a:pt x="93" y="43"/>
                </a:lnTo>
                <a:lnTo>
                  <a:pt x="93" y="42"/>
                </a:lnTo>
                <a:lnTo>
                  <a:pt x="93" y="41"/>
                </a:lnTo>
                <a:lnTo>
                  <a:pt x="93" y="39"/>
                </a:lnTo>
                <a:lnTo>
                  <a:pt x="93" y="38"/>
                </a:lnTo>
                <a:lnTo>
                  <a:pt x="93" y="37"/>
                </a:lnTo>
                <a:lnTo>
                  <a:pt x="94" y="35"/>
                </a:lnTo>
                <a:lnTo>
                  <a:pt x="94" y="34"/>
                </a:lnTo>
                <a:lnTo>
                  <a:pt x="94" y="33"/>
                </a:lnTo>
                <a:lnTo>
                  <a:pt x="94" y="31"/>
                </a:lnTo>
                <a:lnTo>
                  <a:pt x="94" y="30"/>
                </a:lnTo>
                <a:lnTo>
                  <a:pt x="94" y="29"/>
                </a:lnTo>
                <a:lnTo>
                  <a:pt x="94" y="27"/>
                </a:lnTo>
                <a:lnTo>
                  <a:pt x="94" y="26"/>
                </a:lnTo>
                <a:lnTo>
                  <a:pt x="94" y="25"/>
                </a:lnTo>
                <a:lnTo>
                  <a:pt x="94" y="23"/>
                </a:lnTo>
                <a:lnTo>
                  <a:pt x="94" y="22"/>
                </a:lnTo>
                <a:lnTo>
                  <a:pt x="94" y="21"/>
                </a:lnTo>
                <a:lnTo>
                  <a:pt x="94" y="19"/>
                </a:lnTo>
                <a:lnTo>
                  <a:pt x="94" y="18"/>
                </a:lnTo>
                <a:lnTo>
                  <a:pt x="94" y="17"/>
                </a:lnTo>
                <a:lnTo>
                  <a:pt x="94" y="15"/>
                </a:lnTo>
                <a:lnTo>
                  <a:pt x="94" y="13"/>
                </a:lnTo>
                <a:lnTo>
                  <a:pt x="94" y="11"/>
                </a:lnTo>
                <a:lnTo>
                  <a:pt x="94" y="10"/>
                </a:lnTo>
                <a:lnTo>
                  <a:pt x="94" y="7"/>
                </a:lnTo>
                <a:lnTo>
                  <a:pt x="94" y="5"/>
                </a:lnTo>
                <a:lnTo>
                  <a:pt x="94" y="2"/>
                </a:lnTo>
                <a:lnTo>
                  <a:pt x="93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9" name="Rectangle 23">
            <a:extLst>
              <a:ext uri="{FF2B5EF4-FFF2-40B4-BE49-F238E27FC236}">
                <a16:creationId xmlns:a16="http://schemas.microsoft.com/office/drawing/2014/main" id="{77B7C1D7-07C7-4D04-A4D8-D74E17603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513" y="1511300"/>
            <a:ext cx="906462" cy="590550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0" name="Freeform 24">
            <a:extLst>
              <a:ext uri="{FF2B5EF4-FFF2-40B4-BE49-F238E27FC236}">
                <a16:creationId xmlns:a16="http://schemas.microsoft.com/office/drawing/2014/main" id="{1775EB4E-E8D3-4AAC-8B5D-D11C007F8F91}"/>
              </a:ext>
            </a:extLst>
          </p:cNvPr>
          <p:cNvSpPr>
            <a:spLocks/>
          </p:cNvSpPr>
          <p:nvPr/>
        </p:nvSpPr>
        <p:spPr bwMode="auto">
          <a:xfrm>
            <a:off x="2174875" y="1638300"/>
            <a:ext cx="125413" cy="42862"/>
          </a:xfrm>
          <a:custGeom>
            <a:avLst/>
            <a:gdLst>
              <a:gd name="T0" fmla="*/ 0 w 160"/>
              <a:gd name="T1" fmla="*/ 2147483646 h 54"/>
              <a:gd name="T2" fmla="*/ 2147483646 w 160"/>
              <a:gd name="T3" fmla="*/ 2147483646 h 54"/>
              <a:gd name="T4" fmla="*/ 0 w 160"/>
              <a:gd name="T5" fmla="*/ 0 h 54"/>
              <a:gd name="T6" fmla="*/ 0 w 160"/>
              <a:gd name="T7" fmla="*/ 2147483646 h 54"/>
              <a:gd name="T8" fmla="*/ 0 w 160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54"/>
              <a:gd name="T17" fmla="*/ 160 w 160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54">
                <a:moveTo>
                  <a:pt x="0" y="54"/>
                </a:moveTo>
                <a:lnTo>
                  <a:pt x="160" y="27"/>
                </a:lnTo>
                <a:lnTo>
                  <a:pt x="0" y="0"/>
                </a:lnTo>
                <a:lnTo>
                  <a:pt x="0" y="27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1" name="Line 25">
            <a:extLst>
              <a:ext uri="{FF2B5EF4-FFF2-40B4-BE49-F238E27FC236}">
                <a16:creationId xmlns:a16="http://schemas.microsoft.com/office/drawing/2014/main" id="{B93B2874-D5CD-4218-B713-21A1CC250B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1963" y="1658937"/>
            <a:ext cx="420687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2" name="Freeform 26">
            <a:extLst>
              <a:ext uri="{FF2B5EF4-FFF2-40B4-BE49-F238E27FC236}">
                <a16:creationId xmlns:a16="http://schemas.microsoft.com/office/drawing/2014/main" id="{D115C258-365A-410A-99D2-C3775A3E9593}"/>
              </a:ext>
            </a:extLst>
          </p:cNvPr>
          <p:cNvSpPr>
            <a:spLocks/>
          </p:cNvSpPr>
          <p:nvPr/>
        </p:nvSpPr>
        <p:spPr bwMode="auto">
          <a:xfrm>
            <a:off x="2174875" y="1933575"/>
            <a:ext cx="125413" cy="42862"/>
          </a:xfrm>
          <a:custGeom>
            <a:avLst/>
            <a:gdLst>
              <a:gd name="T0" fmla="*/ 0 w 160"/>
              <a:gd name="T1" fmla="*/ 2147483646 h 54"/>
              <a:gd name="T2" fmla="*/ 2147483646 w 160"/>
              <a:gd name="T3" fmla="*/ 2147483646 h 54"/>
              <a:gd name="T4" fmla="*/ 0 w 160"/>
              <a:gd name="T5" fmla="*/ 0 h 54"/>
              <a:gd name="T6" fmla="*/ 0 w 160"/>
              <a:gd name="T7" fmla="*/ 2147483646 h 54"/>
              <a:gd name="T8" fmla="*/ 0 w 160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54"/>
              <a:gd name="T17" fmla="*/ 160 w 160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54">
                <a:moveTo>
                  <a:pt x="0" y="54"/>
                </a:moveTo>
                <a:lnTo>
                  <a:pt x="160" y="27"/>
                </a:lnTo>
                <a:lnTo>
                  <a:pt x="0" y="0"/>
                </a:lnTo>
                <a:lnTo>
                  <a:pt x="0" y="27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3" name="Line 27">
            <a:extLst>
              <a:ext uri="{FF2B5EF4-FFF2-40B4-BE49-F238E27FC236}">
                <a16:creationId xmlns:a16="http://schemas.microsoft.com/office/drawing/2014/main" id="{A671A5BC-3FA0-4007-90DF-965FF37100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1963" y="1954212"/>
            <a:ext cx="420687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4" name="Freeform 28">
            <a:extLst>
              <a:ext uri="{FF2B5EF4-FFF2-40B4-BE49-F238E27FC236}">
                <a16:creationId xmlns:a16="http://schemas.microsoft.com/office/drawing/2014/main" id="{CB0D8F3F-2B67-4389-BF0E-B674402B0437}"/>
              </a:ext>
            </a:extLst>
          </p:cNvPr>
          <p:cNvSpPr>
            <a:spLocks/>
          </p:cNvSpPr>
          <p:nvPr/>
        </p:nvSpPr>
        <p:spPr bwMode="auto">
          <a:xfrm>
            <a:off x="3967163" y="1638300"/>
            <a:ext cx="127000" cy="42862"/>
          </a:xfrm>
          <a:custGeom>
            <a:avLst/>
            <a:gdLst>
              <a:gd name="T0" fmla="*/ 0 w 159"/>
              <a:gd name="T1" fmla="*/ 2147483646 h 54"/>
              <a:gd name="T2" fmla="*/ 2147483646 w 159"/>
              <a:gd name="T3" fmla="*/ 2147483646 h 54"/>
              <a:gd name="T4" fmla="*/ 0 w 159"/>
              <a:gd name="T5" fmla="*/ 0 h 54"/>
              <a:gd name="T6" fmla="*/ 0 w 159"/>
              <a:gd name="T7" fmla="*/ 2147483646 h 54"/>
              <a:gd name="T8" fmla="*/ 0 w 159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54"/>
              <a:gd name="T17" fmla="*/ 159 w 159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54">
                <a:moveTo>
                  <a:pt x="0" y="54"/>
                </a:moveTo>
                <a:lnTo>
                  <a:pt x="159" y="27"/>
                </a:lnTo>
                <a:lnTo>
                  <a:pt x="0" y="0"/>
                </a:lnTo>
                <a:lnTo>
                  <a:pt x="0" y="27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5" name="Line 29">
            <a:extLst>
              <a:ext uri="{FF2B5EF4-FFF2-40B4-BE49-F238E27FC236}">
                <a16:creationId xmlns:a16="http://schemas.microsoft.com/office/drawing/2014/main" id="{37F3BCFD-FFFB-4387-8ABB-6B1FAB1544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28975" y="1658937"/>
            <a:ext cx="71755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6" name="Line 30">
            <a:extLst>
              <a:ext uri="{FF2B5EF4-FFF2-40B4-BE49-F238E27FC236}">
                <a16:creationId xmlns:a16="http://schemas.microsoft.com/office/drawing/2014/main" id="{7A35067B-D56D-4019-BF08-6A1C6E3AE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28975" y="1954212"/>
            <a:ext cx="2382838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7" name="Rectangle 31">
            <a:extLst>
              <a:ext uri="{FF2B5EF4-FFF2-40B4-BE49-F238E27FC236}">
                <a16:creationId xmlns:a16="http://schemas.microsoft.com/office/drawing/2014/main" id="{94F0CE99-824B-4672-AF61-7D9548EEA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216025"/>
            <a:ext cx="906463" cy="590550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8" name="Freeform 32">
            <a:extLst>
              <a:ext uri="{FF2B5EF4-FFF2-40B4-BE49-F238E27FC236}">
                <a16:creationId xmlns:a16="http://schemas.microsoft.com/office/drawing/2014/main" id="{188521E9-18E4-4028-9255-E8F718D1032D}"/>
              </a:ext>
            </a:extLst>
          </p:cNvPr>
          <p:cNvSpPr>
            <a:spLocks/>
          </p:cNvSpPr>
          <p:nvPr/>
        </p:nvSpPr>
        <p:spPr bwMode="auto">
          <a:xfrm>
            <a:off x="3967163" y="1343025"/>
            <a:ext cx="127000" cy="42862"/>
          </a:xfrm>
          <a:custGeom>
            <a:avLst/>
            <a:gdLst>
              <a:gd name="T0" fmla="*/ 0 w 159"/>
              <a:gd name="T1" fmla="*/ 2147483646 h 54"/>
              <a:gd name="T2" fmla="*/ 2147483646 w 159"/>
              <a:gd name="T3" fmla="*/ 2147483646 h 54"/>
              <a:gd name="T4" fmla="*/ 0 w 159"/>
              <a:gd name="T5" fmla="*/ 0 h 54"/>
              <a:gd name="T6" fmla="*/ 0 w 159"/>
              <a:gd name="T7" fmla="*/ 2147483646 h 54"/>
              <a:gd name="T8" fmla="*/ 0 w 159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54"/>
              <a:gd name="T17" fmla="*/ 159 w 159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54">
                <a:moveTo>
                  <a:pt x="0" y="54"/>
                </a:moveTo>
                <a:lnTo>
                  <a:pt x="159" y="27"/>
                </a:lnTo>
                <a:lnTo>
                  <a:pt x="0" y="0"/>
                </a:lnTo>
                <a:lnTo>
                  <a:pt x="0" y="27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9" name="Line 33">
            <a:extLst>
              <a:ext uri="{FF2B5EF4-FFF2-40B4-BE49-F238E27FC236}">
                <a16:creationId xmlns:a16="http://schemas.microsoft.com/office/drawing/2014/main" id="{8D699C1C-7E68-4A8D-8DD8-4E26AC1578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1963" y="1363662"/>
            <a:ext cx="2214562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0" name="Line 34">
            <a:extLst>
              <a:ext uri="{FF2B5EF4-FFF2-40B4-BE49-F238E27FC236}">
                <a16:creationId xmlns:a16="http://schemas.microsoft.com/office/drawing/2014/main" id="{AAE55DEA-DBBA-4E58-8BC1-4BA77C6A58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1263" y="1363662"/>
            <a:ext cx="208915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1" name="Line 35">
            <a:extLst>
              <a:ext uri="{FF2B5EF4-FFF2-40B4-BE49-F238E27FC236}">
                <a16:creationId xmlns:a16="http://schemas.microsoft.com/office/drawing/2014/main" id="{88A0D929-55CE-4C35-BEC2-61EF812F4E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1263" y="1658937"/>
            <a:ext cx="59055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2" name="Rectangle 36">
            <a:extLst>
              <a:ext uri="{FF2B5EF4-FFF2-40B4-BE49-F238E27FC236}">
                <a16:creationId xmlns:a16="http://schemas.microsoft.com/office/drawing/2014/main" id="{C2D63A9A-58D5-42A3-99BD-11070267E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1714500"/>
            <a:ext cx="3334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HA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3" name="Line 37">
            <a:extLst>
              <a:ext uri="{FF2B5EF4-FFF2-40B4-BE49-F238E27FC236}">
                <a16:creationId xmlns:a16="http://schemas.microsoft.com/office/drawing/2014/main" id="{56F52211-159E-420F-87E3-7EA6B581F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1813" y="1658937"/>
            <a:ext cx="3175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4" name="Line 38">
            <a:extLst>
              <a:ext uri="{FF2B5EF4-FFF2-40B4-BE49-F238E27FC236}">
                <a16:creationId xmlns:a16="http://schemas.microsoft.com/office/drawing/2014/main" id="{C509C442-DD86-48E1-B3EC-936CE4AD04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1813" y="1954212"/>
            <a:ext cx="3175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5" name="Freeform 40">
            <a:extLst>
              <a:ext uri="{FF2B5EF4-FFF2-40B4-BE49-F238E27FC236}">
                <a16:creationId xmlns:a16="http://schemas.microsoft.com/office/drawing/2014/main" id="{C62DB02A-FF43-4195-9D01-6AAC21A0AB75}"/>
              </a:ext>
            </a:extLst>
          </p:cNvPr>
          <p:cNvSpPr>
            <a:spLocks/>
          </p:cNvSpPr>
          <p:nvPr/>
        </p:nvSpPr>
        <p:spPr bwMode="auto">
          <a:xfrm>
            <a:off x="5891213" y="1557337"/>
            <a:ext cx="631825" cy="250825"/>
          </a:xfrm>
          <a:custGeom>
            <a:avLst/>
            <a:gdLst>
              <a:gd name="T0" fmla="*/ 2147483646 w 794"/>
              <a:gd name="T1" fmla="*/ 0 h 316"/>
              <a:gd name="T2" fmla="*/ 2147483646 w 794"/>
              <a:gd name="T3" fmla="*/ 2147483646 h 316"/>
              <a:gd name="T4" fmla="*/ 2147483646 w 794"/>
              <a:gd name="T5" fmla="*/ 2147483646 h 316"/>
              <a:gd name="T6" fmla="*/ 2147483646 w 794"/>
              <a:gd name="T7" fmla="*/ 2147483646 h 316"/>
              <a:gd name="T8" fmla="*/ 2147483646 w 794"/>
              <a:gd name="T9" fmla="*/ 2147483646 h 316"/>
              <a:gd name="T10" fmla="*/ 2147483646 w 794"/>
              <a:gd name="T11" fmla="*/ 2147483646 h 316"/>
              <a:gd name="T12" fmla="*/ 2147483646 w 794"/>
              <a:gd name="T13" fmla="*/ 2147483646 h 316"/>
              <a:gd name="T14" fmla="*/ 2147483646 w 794"/>
              <a:gd name="T15" fmla="*/ 2147483646 h 316"/>
              <a:gd name="T16" fmla="*/ 2147483646 w 794"/>
              <a:gd name="T17" fmla="*/ 2147483646 h 316"/>
              <a:gd name="T18" fmla="*/ 2147483646 w 794"/>
              <a:gd name="T19" fmla="*/ 2147483646 h 316"/>
              <a:gd name="T20" fmla="*/ 2147483646 w 794"/>
              <a:gd name="T21" fmla="*/ 2147483646 h 316"/>
              <a:gd name="T22" fmla="*/ 2147483646 w 794"/>
              <a:gd name="T23" fmla="*/ 2147483646 h 316"/>
              <a:gd name="T24" fmla="*/ 2147483646 w 794"/>
              <a:gd name="T25" fmla="*/ 2147483646 h 316"/>
              <a:gd name="T26" fmla="*/ 2147483646 w 794"/>
              <a:gd name="T27" fmla="*/ 2147483646 h 316"/>
              <a:gd name="T28" fmla="*/ 2147483646 w 794"/>
              <a:gd name="T29" fmla="*/ 2147483646 h 316"/>
              <a:gd name="T30" fmla="*/ 2147483646 w 794"/>
              <a:gd name="T31" fmla="*/ 2147483646 h 316"/>
              <a:gd name="T32" fmla="*/ 2147483646 w 794"/>
              <a:gd name="T33" fmla="*/ 2147483646 h 316"/>
              <a:gd name="T34" fmla="*/ 2147483646 w 794"/>
              <a:gd name="T35" fmla="*/ 2147483646 h 316"/>
              <a:gd name="T36" fmla="*/ 2147483646 w 794"/>
              <a:gd name="T37" fmla="*/ 2147483646 h 316"/>
              <a:gd name="T38" fmla="*/ 2147483646 w 794"/>
              <a:gd name="T39" fmla="*/ 2147483646 h 316"/>
              <a:gd name="T40" fmla="*/ 2147483646 w 794"/>
              <a:gd name="T41" fmla="*/ 2147483646 h 316"/>
              <a:gd name="T42" fmla="*/ 2147483646 w 794"/>
              <a:gd name="T43" fmla="*/ 2147483646 h 316"/>
              <a:gd name="T44" fmla="*/ 2147483646 w 794"/>
              <a:gd name="T45" fmla="*/ 2147483646 h 316"/>
              <a:gd name="T46" fmla="*/ 2147483646 w 794"/>
              <a:gd name="T47" fmla="*/ 2147483646 h 316"/>
              <a:gd name="T48" fmla="*/ 2147483646 w 794"/>
              <a:gd name="T49" fmla="*/ 2147483646 h 316"/>
              <a:gd name="T50" fmla="*/ 2147483646 w 794"/>
              <a:gd name="T51" fmla="*/ 2147483646 h 316"/>
              <a:gd name="T52" fmla="*/ 2147483646 w 794"/>
              <a:gd name="T53" fmla="*/ 2147483646 h 316"/>
              <a:gd name="T54" fmla="*/ 2147483646 w 794"/>
              <a:gd name="T55" fmla="*/ 2147483646 h 316"/>
              <a:gd name="T56" fmla="*/ 2147483646 w 794"/>
              <a:gd name="T57" fmla="*/ 2147483646 h 316"/>
              <a:gd name="T58" fmla="*/ 2147483646 w 794"/>
              <a:gd name="T59" fmla="*/ 2147483646 h 316"/>
              <a:gd name="T60" fmla="*/ 2147483646 w 794"/>
              <a:gd name="T61" fmla="*/ 2147483646 h 316"/>
              <a:gd name="T62" fmla="*/ 2147483646 w 794"/>
              <a:gd name="T63" fmla="*/ 2147483646 h 316"/>
              <a:gd name="T64" fmla="*/ 2147483646 w 794"/>
              <a:gd name="T65" fmla="*/ 2147483646 h 316"/>
              <a:gd name="T66" fmla="*/ 2147483646 w 794"/>
              <a:gd name="T67" fmla="*/ 2147483646 h 316"/>
              <a:gd name="T68" fmla="*/ 2147483646 w 794"/>
              <a:gd name="T69" fmla="*/ 2147483646 h 316"/>
              <a:gd name="T70" fmla="*/ 2147483646 w 794"/>
              <a:gd name="T71" fmla="*/ 2147483646 h 316"/>
              <a:gd name="T72" fmla="*/ 2147483646 w 794"/>
              <a:gd name="T73" fmla="*/ 2147483646 h 316"/>
              <a:gd name="T74" fmla="*/ 2147483646 w 794"/>
              <a:gd name="T75" fmla="*/ 2147483646 h 316"/>
              <a:gd name="T76" fmla="*/ 2147483646 w 794"/>
              <a:gd name="T77" fmla="*/ 2147483646 h 316"/>
              <a:gd name="T78" fmla="*/ 2147483646 w 794"/>
              <a:gd name="T79" fmla="*/ 2147483646 h 316"/>
              <a:gd name="T80" fmla="*/ 2147483646 w 794"/>
              <a:gd name="T81" fmla="*/ 2147483646 h 316"/>
              <a:gd name="T82" fmla="*/ 2147483646 w 794"/>
              <a:gd name="T83" fmla="*/ 2147483646 h 316"/>
              <a:gd name="T84" fmla="*/ 2147483646 w 794"/>
              <a:gd name="T85" fmla="*/ 2147483646 h 316"/>
              <a:gd name="T86" fmla="*/ 2147483646 w 794"/>
              <a:gd name="T87" fmla="*/ 2147483646 h 316"/>
              <a:gd name="T88" fmla="*/ 2147483646 w 794"/>
              <a:gd name="T89" fmla="*/ 2147483646 h 316"/>
              <a:gd name="T90" fmla="*/ 2147483646 w 794"/>
              <a:gd name="T91" fmla="*/ 2147483646 h 316"/>
              <a:gd name="T92" fmla="*/ 2147483646 w 794"/>
              <a:gd name="T93" fmla="*/ 2147483646 h 316"/>
              <a:gd name="T94" fmla="*/ 2147483646 w 794"/>
              <a:gd name="T95" fmla="*/ 2147483646 h 316"/>
              <a:gd name="T96" fmla="*/ 2147483646 w 794"/>
              <a:gd name="T97" fmla="*/ 2147483646 h 316"/>
              <a:gd name="T98" fmla="*/ 2147483646 w 794"/>
              <a:gd name="T99" fmla="*/ 2147483646 h 316"/>
              <a:gd name="T100" fmla="*/ 2147483646 w 794"/>
              <a:gd name="T101" fmla="*/ 2147483646 h 316"/>
              <a:gd name="T102" fmla="*/ 2147483646 w 794"/>
              <a:gd name="T103" fmla="*/ 2147483646 h 316"/>
              <a:gd name="T104" fmla="*/ 2147483646 w 794"/>
              <a:gd name="T105" fmla="*/ 2147483646 h 316"/>
              <a:gd name="T106" fmla="*/ 2147483646 w 794"/>
              <a:gd name="T107" fmla="*/ 2147483646 h 316"/>
              <a:gd name="T108" fmla="*/ 2147483646 w 794"/>
              <a:gd name="T109" fmla="*/ 2147483646 h 316"/>
              <a:gd name="T110" fmla="*/ 2147483646 w 794"/>
              <a:gd name="T111" fmla="*/ 2147483646 h 316"/>
              <a:gd name="T112" fmla="*/ 2147483646 w 794"/>
              <a:gd name="T113" fmla="*/ 2147483646 h 316"/>
              <a:gd name="T114" fmla="*/ 2147483646 w 794"/>
              <a:gd name="T115" fmla="*/ 2147483646 h 316"/>
              <a:gd name="T116" fmla="*/ 2147483646 w 794"/>
              <a:gd name="T117" fmla="*/ 2147483646 h 316"/>
              <a:gd name="T118" fmla="*/ 2147483646 w 794"/>
              <a:gd name="T119" fmla="*/ 2147483646 h 316"/>
              <a:gd name="T120" fmla="*/ 2147483646 w 794"/>
              <a:gd name="T121" fmla="*/ 2147483646 h 31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794"/>
              <a:gd name="T184" fmla="*/ 0 h 316"/>
              <a:gd name="T185" fmla="*/ 794 w 794"/>
              <a:gd name="T186" fmla="*/ 316 h 31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794" h="316">
                <a:moveTo>
                  <a:pt x="0" y="0"/>
                </a:moveTo>
                <a:lnTo>
                  <a:pt x="30" y="0"/>
                </a:lnTo>
                <a:lnTo>
                  <a:pt x="59" y="0"/>
                </a:lnTo>
                <a:lnTo>
                  <a:pt x="86" y="0"/>
                </a:lnTo>
                <a:lnTo>
                  <a:pt x="110" y="0"/>
                </a:lnTo>
                <a:lnTo>
                  <a:pt x="134" y="0"/>
                </a:lnTo>
                <a:lnTo>
                  <a:pt x="155" y="0"/>
                </a:lnTo>
                <a:lnTo>
                  <a:pt x="175" y="0"/>
                </a:lnTo>
                <a:lnTo>
                  <a:pt x="194" y="0"/>
                </a:lnTo>
                <a:lnTo>
                  <a:pt x="211" y="0"/>
                </a:lnTo>
                <a:lnTo>
                  <a:pt x="227" y="0"/>
                </a:lnTo>
                <a:lnTo>
                  <a:pt x="240" y="0"/>
                </a:lnTo>
                <a:lnTo>
                  <a:pt x="253" y="1"/>
                </a:lnTo>
                <a:lnTo>
                  <a:pt x="265" y="1"/>
                </a:lnTo>
                <a:lnTo>
                  <a:pt x="276" y="1"/>
                </a:lnTo>
                <a:lnTo>
                  <a:pt x="287" y="1"/>
                </a:lnTo>
                <a:lnTo>
                  <a:pt x="296" y="1"/>
                </a:lnTo>
                <a:lnTo>
                  <a:pt x="304" y="1"/>
                </a:lnTo>
                <a:lnTo>
                  <a:pt x="311" y="1"/>
                </a:lnTo>
                <a:lnTo>
                  <a:pt x="317" y="1"/>
                </a:lnTo>
                <a:lnTo>
                  <a:pt x="322" y="1"/>
                </a:lnTo>
                <a:lnTo>
                  <a:pt x="328" y="1"/>
                </a:lnTo>
                <a:lnTo>
                  <a:pt x="332" y="1"/>
                </a:lnTo>
                <a:lnTo>
                  <a:pt x="336" y="1"/>
                </a:lnTo>
                <a:lnTo>
                  <a:pt x="338" y="1"/>
                </a:lnTo>
                <a:lnTo>
                  <a:pt x="342" y="1"/>
                </a:lnTo>
                <a:lnTo>
                  <a:pt x="345" y="1"/>
                </a:lnTo>
                <a:lnTo>
                  <a:pt x="348" y="1"/>
                </a:lnTo>
                <a:lnTo>
                  <a:pt x="349" y="1"/>
                </a:lnTo>
                <a:lnTo>
                  <a:pt x="352" y="1"/>
                </a:lnTo>
                <a:lnTo>
                  <a:pt x="353" y="1"/>
                </a:lnTo>
                <a:lnTo>
                  <a:pt x="356" y="3"/>
                </a:lnTo>
                <a:lnTo>
                  <a:pt x="358" y="3"/>
                </a:lnTo>
                <a:lnTo>
                  <a:pt x="360" y="3"/>
                </a:lnTo>
                <a:lnTo>
                  <a:pt x="362" y="3"/>
                </a:lnTo>
                <a:lnTo>
                  <a:pt x="364" y="3"/>
                </a:lnTo>
                <a:lnTo>
                  <a:pt x="366" y="3"/>
                </a:lnTo>
                <a:lnTo>
                  <a:pt x="368" y="3"/>
                </a:lnTo>
                <a:lnTo>
                  <a:pt x="369" y="3"/>
                </a:lnTo>
                <a:lnTo>
                  <a:pt x="370" y="3"/>
                </a:lnTo>
                <a:lnTo>
                  <a:pt x="372" y="3"/>
                </a:lnTo>
                <a:lnTo>
                  <a:pt x="374" y="4"/>
                </a:lnTo>
                <a:lnTo>
                  <a:pt x="376" y="4"/>
                </a:lnTo>
                <a:lnTo>
                  <a:pt x="377" y="4"/>
                </a:lnTo>
                <a:lnTo>
                  <a:pt x="378" y="4"/>
                </a:lnTo>
                <a:lnTo>
                  <a:pt x="380" y="4"/>
                </a:lnTo>
                <a:lnTo>
                  <a:pt x="381" y="4"/>
                </a:lnTo>
                <a:lnTo>
                  <a:pt x="382" y="4"/>
                </a:lnTo>
                <a:lnTo>
                  <a:pt x="384" y="4"/>
                </a:lnTo>
                <a:lnTo>
                  <a:pt x="385" y="4"/>
                </a:lnTo>
                <a:lnTo>
                  <a:pt x="386" y="5"/>
                </a:lnTo>
                <a:lnTo>
                  <a:pt x="388" y="5"/>
                </a:lnTo>
                <a:lnTo>
                  <a:pt x="389" y="5"/>
                </a:lnTo>
                <a:lnTo>
                  <a:pt x="390" y="5"/>
                </a:lnTo>
                <a:lnTo>
                  <a:pt x="392" y="5"/>
                </a:lnTo>
                <a:lnTo>
                  <a:pt x="393" y="5"/>
                </a:lnTo>
                <a:lnTo>
                  <a:pt x="394" y="5"/>
                </a:lnTo>
                <a:lnTo>
                  <a:pt x="396" y="5"/>
                </a:lnTo>
                <a:lnTo>
                  <a:pt x="398" y="7"/>
                </a:lnTo>
                <a:lnTo>
                  <a:pt x="400" y="7"/>
                </a:lnTo>
                <a:lnTo>
                  <a:pt x="401" y="7"/>
                </a:lnTo>
                <a:lnTo>
                  <a:pt x="404" y="7"/>
                </a:lnTo>
                <a:lnTo>
                  <a:pt x="405" y="7"/>
                </a:lnTo>
                <a:lnTo>
                  <a:pt x="408" y="8"/>
                </a:lnTo>
                <a:lnTo>
                  <a:pt x="410" y="8"/>
                </a:lnTo>
                <a:lnTo>
                  <a:pt x="412" y="8"/>
                </a:lnTo>
                <a:lnTo>
                  <a:pt x="413" y="8"/>
                </a:lnTo>
                <a:lnTo>
                  <a:pt x="415" y="9"/>
                </a:lnTo>
                <a:lnTo>
                  <a:pt x="417" y="9"/>
                </a:lnTo>
                <a:lnTo>
                  <a:pt x="418" y="9"/>
                </a:lnTo>
                <a:lnTo>
                  <a:pt x="419" y="9"/>
                </a:lnTo>
                <a:lnTo>
                  <a:pt x="421" y="9"/>
                </a:lnTo>
                <a:lnTo>
                  <a:pt x="422" y="9"/>
                </a:lnTo>
                <a:lnTo>
                  <a:pt x="423" y="11"/>
                </a:lnTo>
                <a:lnTo>
                  <a:pt x="425" y="11"/>
                </a:lnTo>
                <a:lnTo>
                  <a:pt x="426" y="11"/>
                </a:lnTo>
                <a:lnTo>
                  <a:pt x="427" y="11"/>
                </a:lnTo>
                <a:lnTo>
                  <a:pt x="429" y="11"/>
                </a:lnTo>
                <a:lnTo>
                  <a:pt x="430" y="12"/>
                </a:lnTo>
                <a:lnTo>
                  <a:pt x="431" y="12"/>
                </a:lnTo>
                <a:lnTo>
                  <a:pt x="433" y="12"/>
                </a:lnTo>
                <a:lnTo>
                  <a:pt x="434" y="12"/>
                </a:lnTo>
                <a:lnTo>
                  <a:pt x="435" y="13"/>
                </a:lnTo>
                <a:lnTo>
                  <a:pt x="437" y="13"/>
                </a:lnTo>
                <a:lnTo>
                  <a:pt x="438" y="13"/>
                </a:lnTo>
                <a:lnTo>
                  <a:pt x="439" y="15"/>
                </a:lnTo>
                <a:lnTo>
                  <a:pt x="441" y="15"/>
                </a:lnTo>
                <a:lnTo>
                  <a:pt x="442" y="15"/>
                </a:lnTo>
                <a:lnTo>
                  <a:pt x="445" y="16"/>
                </a:lnTo>
                <a:lnTo>
                  <a:pt x="446" y="16"/>
                </a:lnTo>
                <a:lnTo>
                  <a:pt x="449" y="17"/>
                </a:lnTo>
                <a:lnTo>
                  <a:pt x="450" y="17"/>
                </a:lnTo>
                <a:lnTo>
                  <a:pt x="453" y="19"/>
                </a:lnTo>
                <a:lnTo>
                  <a:pt x="455" y="19"/>
                </a:lnTo>
                <a:lnTo>
                  <a:pt x="458" y="20"/>
                </a:lnTo>
                <a:lnTo>
                  <a:pt x="459" y="20"/>
                </a:lnTo>
                <a:lnTo>
                  <a:pt x="462" y="21"/>
                </a:lnTo>
                <a:lnTo>
                  <a:pt x="465" y="21"/>
                </a:lnTo>
                <a:lnTo>
                  <a:pt x="466" y="23"/>
                </a:lnTo>
                <a:lnTo>
                  <a:pt x="467" y="23"/>
                </a:lnTo>
                <a:lnTo>
                  <a:pt x="470" y="24"/>
                </a:lnTo>
                <a:lnTo>
                  <a:pt x="471" y="24"/>
                </a:lnTo>
                <a:lnTo>
                  <a:pt x="473" y="24"/>
                </a:lnTo>
                <a:lnTo>
                  <a:pt x="474" y="25"/>
                </a:lnTo>
                <a:lnTo>
                  <a:pt x="475" y="25"/>
                </a:lnTo>
                <a:lnTo>
                  <a:pt x="477" y="25"/>
                </a:lnTo>
                <a:lnTo>
                  <a:pt x="478" y="27"/>
                </a:lnTo>
                <a:lnTo>
                  <a:pt x="479" y="27"/>
                </a:lnTo>
                <a:lnTo>
                  <a:pt x="481" y="27"/>
                </a:lnTo>
                <a:lnTo>
                  <a:pt x="482" y="28"/>
                </a:lnTo>
                <a:lnTo>
                  <a:pt x="483" y="28"/>
                </a:lnTo>
                <a:lnTo>
                  <a:pt x="485" y="29"/>
                </a:lnTo>
                <a:lnTo>
                  <a:pt x="486" y="29"/>
                </a:lnTo>
                <a:lnTo>
                  <a:pt x="487" y="31"/>
                </a:lnTo>
                <a:lnTo>
                  <a:pt x="489" y="31"/>
                </a:lnTo>
                <a:lnTo>
                  <a:pt x="490" y="32"/>
                </a:lnTo>
                <a:lnTo>
                  <a:pt x="491" y="32"/>
                </a:lnTo>
                <a:lnTo>
                  <a:pt x="493" y="33"/>
                </a:lnTo>
                <a:lnTo>
                  <a:pt x="494" y="33"/>
                </a:lnTo>
                <a:lnTo>
                  <a:pt x="495" y="35"/>
                </a:lnTo>
                <a:lnTo>
                  <a:pt x="498" y="35"/>
                </a:lnTo>
                <a:lnTo>
                  <a:pt x="499" y="36"/>
                </a:lnTo>
                <a:lnTo>
                  <a:pt x="501" y="37"/>
                </a:lnTo>
                <a:lnTo>
                  <a:pt x="503" y="37"/>
                </a:lnTo>
                <a:lnTo>
                  <a:pt x="505" y="39"/>
                </a:lnTo>
                <a:lnTo>
                  <a:pt x="507" y="40"/>
                </a:lnTo>
                <a:lnTo>
                  <a:pt x="510" y="41"/>
                </a:lnTo>
                <a:lnTo>
                  <a:pt x="511" y="41"/>
                </a:lnTo>
                <a:lnTo>
                  <a:pt x="512" y="43"/>
                </a:lnTo>
                <a:lnTo>
                  <a:pt x="514" y="44"/>
                </a:lnTo>
                <a:lnTo>
                  <a:pt x="516" y="44"/>
                </a:lnTo>
                <a:lnTo>
                  <a:pt x="518" y="45"/>
                </a:lnTo>
                <a:lnTo>
                  <a:pt x="519" y="45"/>
                </a:lnTo>
                <a:lnTo>
                  <a:pt x="520" y="47"/>
                </a:lnTo>
                <a:lnTo>
                  <a:pt x="522" y="47"/>
                </a:lnTo>
                <a:lnTo>
                  <a:pt x="523" y="48"/>
                </a:lnTo>
                <a:lnTo>
                  <a:pt x="524" y="49"/>
                </a:lnTo>
                <a:lnTo>
                  <a:pt x="526" y="49"/>
                </a:lnTo>
                <a:lnTo>
                  <a:pt x="527" y="51"/>
                </a:lnTo>
                <a:lnTo>
                  <a:pt x="528" y="51"/>
                </a:lnTo>
                <a:lnTo>
                  <a:pt x="530" y="52"/>
                </a:lnTo>
                <a:lnTo>
                  <a:pt x="531" y="52"/>
                </a:lnTo>
                <a:lnTo>
                  <a:pt x="532" y="53"/>
                </a:lnTo>
                <a:lnTo>
                  <a:pt x="534" y="53"/>
                </a:lnTo>
                <a:lnTo>
                  <a:pt x="534" y="55"/>
                </a:lnTo>
                <a:lnTo>
                  <a:pt x="535" y="55"/>
                </a:lnTo>
                <a:lnTo>
                  <a:pt x="536" y="56"/>
                </a:lnTo>
                <a:lnTo>
                  <a:pt x="538" y="56"/>
                </a:lnTo>
                <a:lnTo>
                  <a:pt x="539" y="57"/>
                </a:lnTo>
                <a:lnTo>
                  <a:pt x="540" y="57"/>
                </a:lnTo>
                <a:lnTo>
                  <a:pt x="542" y="59"/>
                </a:lnTo>
                <a:lnTo>
                  <a:pt x="543" y="59"/>
                </a:lnTo>
                <a:lnTo>
                  <a:pt x="546" y="60"/>
                </a:lnTo>
                <a:lnTo>
                  <a:pt x="547" y="61"/>
                </a:lnTo>
                <a:lnTo>
                  <a:pt x="548" y="63"/>
                </a:lnTo>
                <a:lnTo>
                  <a:pt x="551" y="63"/>
                </a:lnTo>
                <a:lnTo>
                  <a:pt x="552" y="64"/>
                </a:lnTo>
                <a:lnTo>
                  <a:pt x="554" y="65"/>
                </a:lnTo>
                <a:lnTo>
                  <a:pt x="556" y="66"/>
                </a:lnTo>
                <a:lnTo>
                  <a:pt x="558" y="66"/>
                </a:lnTo>
                <a:lnTo>
                  <a:pt x="559" y="68"/>
                </a:lnTo>
                <a:lnTo>
                  <a:pt x="560" y="68"/>
                </a:lnTo>
                <a:lnTo>
                  <a:pt x="562" y="69"/>
                </a:lnTo>
                <a:lnTo>
                  <a:pt x="563" y="69"/>
                </a:lnTo>
                <a:lnTo>
                  <a:pt x="563" y="70"/>
                </a:lnTo>
                <a:lnTo>
                  <a:pt x="564" y="70"/>
                </a:lnTo>
                <a:lnTo>
                  <a:pt x="566" y="72"/>
                </a:lnTo>
                <a:lnTo>
                  <a:pt x="567" y="72"/>
                </a:lnTo>
                <a:lnTo>
                  <a:pt x="567" y="73"/>
                </a:lnTo>
                <a:lnTo>
                  <a:pt x="568" y="73"/>
                </a:lnTo>
                <a:lnTo>
                  <a:pt x="570" y="73"/>
                </a:lnTo>
                <a:lnTo>
                  <a:pt x="570" y="74"/>
                </a:lnTo>
                <a:lnTo>
                  <a:pt x="571" y="74"/>
                </a:lnTo>
                <a:lnTo>
                  <a:pt x="572" y="76"/>
                </a:lnTo>
                <a:lnTo>
                  <a:pt x="574" y="76"/>
                </a:lnTo>
                <a:lnTo>
                  <a:pt x="575" y="77"/>
                </a:lnTo>
                <a:lnTo>
                  <a:pt x="576" y="78"/>
                </a:lnTo>
                <a:lnTo>
                  <a:pt x="578" y="78"/>
                </a:lnTo>
                <a:lnTo>
                  <a:pt x="579" y="80"/>
                </a:lnTo>
                <a:lnTo>
                  <a:pt x="580" y="80"/>
                </a:lnTo>
                <a:lnTo>
                  <a:pt x="580" y="81"/>
                </a:lnTo>
                <a:lnTo>
                  <a:pt x="582" y="82"/>
                </a:lnTo>
                <a:lnTo>
                  <a:pt x="583" y="82"/>
                </a:lnTo>
                <a:lnTo>
                  <a:pt x="586" y="84"/>
                </a:lnTo>
                <a:lnTo>
                  <a:pt x="587" y="85"/>
                </a:lnTo>
                <a:lnTo>
                  <a:pt x="588" y="85"/>
                </a:lnTo>
                <a:lnTo>
                  <a:pt x="590" y="86"/>
                </a:lnTo>
                <a:lnTo>
                  <a:pt x="591" y="88"/>
                </a:lnTo>
                <a:lnTo>
                  <a:pt x="592" y="88"/>
                </a:lnTo>
                <a:lnTo>
                  <a:pt x="594" y="89"/>
                </a:lnTo>
                <a:lnTo>
                  <a:pt x="595" y="90"/>
                </a:lnTo>
                <a:lnTo>
                  <a:pt x="596" y="90"/>
                </a:lnTo>
                <a:lnTo>
                  <a:pt x="598" y="92"/>
                </a:lnTo>
                <a:lnTo>
                  <a:pt x="599" y="93"/>
                </a:lnTo>
                <a:lnTo>
                  <a:pt x="600" y="93"/>
                </a:lnTo>
                <a:lnTo>
                  <a:pt x="601" y="94"/>
                </a:lnTo>
                <a:lnTo>
                  <a:pt x="603" y="96"/>
                </a:lnTo>
                <a:lnTo>
                  <a:pt x="604" y="96"/>
                </a:lnTo>
                <a:lnTo>
                  <a:pt x="604" y="97"/>
                </a:lnTo>
                <a:lnTo>
                  <a:pt x="605" y="97"/>
                </a:lnTo>
                <a:lnTo>
                  <a:pt x="607" y="98"/>
                </a:lnTo>
                <a:lnTo>
                  <a:pt x="608" y="98"/>
                </a:lnTo>
                <a:lnTo>
                  <a:pt x="608" y="100"/>
                </a:lnTo>
                <a:lnTo>
                  <a:pt x="609" y="100"/>
                </a:lnTo>
                <a:lnTo>
                  <a:pt x="609" y="101"/>
                </a:lnTo>
                <a:lnTo>
                  <a:pt x="611" y="101"/>
                </a:lnTo>
                <a:lnTo>
                  <a:pt x="612" y="102"/>
                </a:lnTo>
                <a:lnTo>
                  <a:pt x="613" y="104"/>
                </a:lnTo>
                <a:lnTo>
                  <a:pt x="615" y="105"/>
                </a:lnTo>
                <a:lnTo>
                  <a:pt x="616" y="105"/>
                </a:lnTo>
                <a:lnTo>
                  <a:pt x="616" y="106"/>
                </a:lnTo>
                <a:lnTo>
                  <a:pt x="617" y="106"/>
                </a:lnTo>
                <a:lnTo>
                  <a:pt x="619" y="108"/>
                </a:lnTo>
                <a:lnTo>
                  <a:pt x="620" y="109"/>
                </a:lnTo>
                <a:lnTo>
                  <a:pt x="621" y="109"/>
                </a:lnTo>
                <a:lnTo>
                  <a:pt x="621" y="110"/>
                </a:lnTo>
                <a:lnTo>
                  <a:pt x="623" y="110"/>
                </a:lnTo>
                <a:lnTo>
                  <a:pt x="624" y="112"/>
                </a:lnTo>
                <a:lnTo>
                  <a:pt x="625" y="112"/>
                </a:lnTo>
                <a:lnTo>
                  <a:pt x="625" y="113"/>
                </a:lnTo>
                <a:lnTo>
                  <a:pt x="627" y="113"/>
                </a:lnTo>
                <a:lnTo>
                  <a:pt x="627" y="114"/>
                </a:lnTo>
                <a:lnTo>
                  <a:pt x="628" y="114"/>
                </a:lnTo>
                <a:lnTo>
                  <a:pt x="629" y="116"/>
                </a:lnTo>
                <a:lnTo>
                  <a:pt x="631" y="117"/>
                </a:lnTo>
                <a:lnTo>
                  <a:pt x="632" y="117"/>
                </a:lnTo>
                <a:lnTo>
                  <a:pt x="632" y="118"/>
                </a:lnTo>
                <a:lnTo>
                  <a:pt x="633" y="118"/>
                </a:lnTo>
                <a:lnTo>
                  <a:pt x="635" y="120"/>
                </a:lnTo>
                <a:lnTo>
                  <a:pt x="636" y="121"/>
                </a:lnTo>
                <a:lnTo>
                  <a:pt x="637" y="121"/>
                </a:lnTo>
                <a:lnTo>
                  <a:pt x="639" y="122"/>
                </a:lnTo>
                <a:lnTo>
                  <a:pt x="640" y="122"/>
                </a:lnTo>
                <a:lnTo>
                  <a:pt x="641" y="124"/>
                </a:lnTo>
                <a:lnTo>
                  <a:pt x="641" y="125"/>
                </a:lnTo>
                <a:lnTo>
                  <a:pt x="643" y="125"/>
                </a:lnTo>
                <a:lnTo>
                  <a:pt x="644" y="126"/>
                </a:lnTo>
                <a:lnTo>
                  <a:pt x="645" y="126"/>
                </a:lnTo>
                <a:lnTo>
                  <a:pt x="645" y="128"/>
                </a:lnTo>
                <a:lnTo>
                  <a:pt x="647" y="128"/>
                </a:lnTo>
                <a:lnTo>
                  <a:pt x="648" y="129"/>
                </a:lnTo>
                <a:lnTo>
                  <a:pt x="649" y="129"/>
                </a:lnTo>
                <a:lnTo>
                  <a:pt x="649" y="130"/>
                </a:lnTo>
                <a:lnTo>
                  <a:pt x="651" y="130"/>
                </a:lnTo>
                <a:lnTo>
                  <a:pt x="651" y="132"/>
                </a:lnTo>
                <a:lnTo>
                  <a:pt x="652" y="132"/>
                </a:lnTo>
                <a:lnTo>
                  <a:pt x="653" y="133"/>
                </a:lnTo>
                <a:lnTo>
                  <a:pt x="655" y="134"/>
                </a:lnTo>
                <a:lnTo>
                  <a:pt x="656" y="136"/>
                </a:lnTo>
                <a:lnTo>
                  <a:pt x="657" y="137"/>
                </a:lnTo>
                <a:lnTo>
                  <a:pt x="659" y="138"/>
                </a:lnTo>
                <a:lnTo>
                  <a:pt x="660" y="140"/>
                </a:lnTo>
                <a:lnTo>
                  <a:pt x="661" y="141"/>
                </a:lnTo>
                <a:lnTo>
                  <a:pt x="663" y="142"/>
                </a:lnTo>
                <a:lnTo>
                  <a:pt x="664" y="144"/>
                </a:lnTo>
                <a:lnTo>
                  <a:pt x="665" y="145"/>
                </a:lnTo>
                <a:lnTo>
                  <a:pt x="667" y="146"/>
                </a:lnTo>
                <a:lnTo>
                  <a:pt x="668" y="148"/>
                </a:lnTo>
                <a:lnTo>
                  <a:pt x="669" y="149"/>
                </a:lnTo>
                <a:lnTo>
                  <a:pt x="671" y="150"/>
                </a:lnTo>
                <a:lnTo>
                  <a:pt x="672" y="152"/>
                </a:lnTo>
                <a:lnTo>
                  <a:pt x="673" y="153"/>
                </a:lnTo>
                <a:lnTo>
                  <a:pt x="673" y="154"/>
                </a:lnTo>
                <a:lnTo>
                  <a:pt x="675" y="154"/>
                </a:lnTo>
                <a:lnTo>
                  <a:pt x="676" y="156"/>
                </a:lnTo>
                <a:lnTo>
                  <a:pt x="676" y="157"/>
                </a:lnTo>
                <a:lnTo>
                  <a:pt x="677" y="157"/>
                </a:lnTo>
                <a:lnTo>
                  <a:pt x="677" y="158"/>
                </a:lnTo>
                <a:lnTo>
                  <a:pt x="679" y="159"/>
                </a:lnTo>
                <a:lnTo>
                  <a:pt x="680" y="159"/>
                </a:lnTo>
                <a:lnTo>
                  <a:pt x="680" y="161"/>
                </a:lnTo>
                <a:lnTo>
                  <a:pt x="681" y="162"/>
                </a:lnTo>
                <a:lnTo>
                  <a:pt x="683" y="163"/>
                </a:lnTo>
                <a:lnTo>
                  <a:pt x="684" y="165"/>
                </a:lnTo>
                <a:lnTo>
                  <a:pt x="684" y="166"/>
                </a:lnTo>
                <a:lnTo>
                  <a:pt x="685" y="166"/>
                </a:lnTo>
                <a:lnTo>
                  <a:pt x="687" y="167"/>
                </a:lnTo>
                <a:lnTo>
                  <a:pt x="687" y="169"/>
                </a:lnTo>
                <a:lnTo>
                  <a:pt x="688" y="170"/>
                </a:lnTo>
                <a:lnTo>
                  <a:pt x="689" y="171"/>
                </a:lnTo>
                <a:lnTo>
                  <a:pt x="691" y="173"/>
                </a:lnTo>
                <a:lnTo>
                  <a:pt x="691" y="174"/>
                </a:lnTo>
                <a:lnTo>
                  <a:pt x="692" y="175"/>
                </a:lnTo>
                <a:lnTo>
                  <a:pt x="693" y="177"/>
                </a:lnTo>
                <a:lnTo>
                  <a:pt x="695" y="178"/>
                </a:lnTo>
                <a:lnTo>
                  <a:pt x="696" y="179"/>
                </a:lnTo>
                <a:lnTo>
                  <a:pt x="697" y="182"/>
                </a:lnTo>
                <a:lnTo>
                  <a:pt x="700" y="183"/>
                </a:lnTo>
                <a:lnTo>
                  <a:pt x="701" y="185"/>
                </a:lnTo>
                <a:lnTo>
                  <a:pt x="702" y="186"/>
                </a:lnTo>
                <a:lnTo>
                  <a:pt x="704" y="189"/>
                </a:lnTo>
                <a:lnTo>
                  <a:pt x="704" y="190"/>
                </a:lnTo>
                <a:lnTo>
                  <a:pt x="705" y="191"/>
                </a:lnTo>
                <a:lnTo>
                  <a:pt x="706" y="193"/>
                </a:lnTo>
                <a:lnTo>
                  <a:pt x="708" y="194"/>
                </a:lnTo>
                <a:lnTo>
                  <a:pt x="709" y="194"/>
                </a:lnTo>
                <a:lnTo>
                  <a:pt x="709" y="195"/>
                </a:lnTo>
                <a:lnTo>
                  <a:pt x="710" y="197"/>
                </a:lnTo>
                <a:lnTo>
                  <a:pt x="712" y="198"/>
                </a:lnTo>
                <a:lnTo>
                  <a:pt x="712" y="199"/>
                </a:lnTo>
                <a:lnTo>
                  <a:pt x="713" y="199"/>
                </a:lnTo>
                <a:lnTo>
                  <a:pt x="713" y="201"/>
                </a:lnTo>
                <a:lnTo>
                  <a:pt x="714" y="202"/>
                </a:lnTo>
                <a:lnTo>
                  <a:pt x="714" y="203"/>
                </a:lnTo>
                <a:lnTo>
                  <a:pt x="716" y="205"/>
                </a:lnTo>
                <a:lnTo>
                  <a:pt x="717" y="205"/>
                </a:lnTo>
                <a:lnTo>
                  <a:pt x="717" y="206"/>
                </a:lnTo>
                <a:lnTo>
                  <a:pt x="718" y="207"/>
                </a:lnTo>
                <a:lnTo>
                  <a:pt x="720" y="209"/>
                </a:lnTo>
                <a:lnTo>
                  <a:pt x="720" y="210"/>
                </a:lnTo>
                <a:lnTo>
                  <a:pt x="721" y="211"/>
                </a:lnTo>
                <a:lnTo>
                  <a:pt x="722" y="213"/>
                </a:lnTo>
                <a:lnTo>
                  <a:pt x="724" y="214"/>
                </a:lnTo>
                <a:lnTo>
                  <a:pt x="724" y="215"/>
                </a:lnTo>
                <a:lnTo>
                  <a:pt x="725" y="217"/>
                </a:lnTo>
                <a:lnTo>
                  <a:pt x="726" y="219"/>
                </a:lnTo>
                <a:lnTo>
                  <a:pt x="728" y="221"/>
                </a:lnTo>
                <a:lnTo>
                  <a:pt x="729" y="223"/>
                </a:lnTo>
                <a:lnTo>
                  <a:pt x="730" y="225"/>
                </a:lnTo>
                <a:lnTo>
                  <a:pt x="733" y="227"/>
                </a:lnTo>
                <a:lnTo>
                  <a:pt x="734" y="229"/>
                </a:lnTo>
                <a:lnTo>
                  <a:pt x="736" y="231"/>
                </a:lnTo>
                <a:lnTo>
                  <a:pt x="737" y="233"/>
                </a:lnTo>
                <a:lnTo>
                  <a:pt x="737" y="234"/>
                </a:lnTo>
                <a:lnTo>
                  <a:pt x="738" y="235"/>
                </a:lnTo>
                <a:lnTo>
                  <a:pt x="740" y="238"/>
                </a:lnTo>
                <a:lnTo>
                  <a:pt x="741" y="239"/>
                </a:lnTo>
                <a:lnTo>
                  <a:pt x="742" y="241"/>
                </a:lnTo>
                <a:lnTo>
                  <a:pt x="742" y="242"/>
                </a:lnTo>
                <a:lnTo>
                  <a:pt x="744" y="242"/>
                </a:lnTo>
                <a:lnTo>
                  <a:pt x="745" y="243"/>
                </a:lnTo>
                <a:lnTo>
                  <a:pt x="745" y="245"/>
                </a:lnTo>
                <a:lnTo>
                  <a:pt x="746" y="246"/>
                </a:lnTo>
                <a:lnTo>
                  <a:pt x="746" y="247"/>
                </a:lnTo>
                <a:lnTo>
                  <a:pt x="748" y="249"/>
                </a:lnTo>
                <a:lnTo>
                  <a:pt x="749" y="250"/>
                </a:lnTo>
                <a:lnTo>
                  <a:pt x="750" y="251"/>
                </a:lnTo>
                <a:lnTo>
                  <a:pt x="750" y="252"/>
                </a:lnTo>
                <a:lnTo>
                  <a:pt x="752" y="254"/>
                </a:lnTo>
                <a:lnTo>
                  <a:pt x="753" y="255"/>
                </a:lnTo>
                <a:lnTo>
                  <a:pt x="754" y="256"/>
                </a:lnTo>
                <a:lnTo>
                  <a:pt x="754" y="258"/>
                </a:lnTo>
                <a:lnTo>
                  <a:pt x="756" y="259"/>
                </a:lnTo>
                <a:lnTo>
                  <a:pt x="757" y="260"/>
                </a:lnTo>
                <a:lnTo>
                  <a:pt x="758" y="263"/>
                </a:lnTo>
                <a:lnTo>
                  <a:pt x="760" y="264"/>
                </a:lnTo>
                <a:lnTo>
                  <a:pt x="761" y="266"/>
                </a:lnTo>
                <a:lnTo>
                  <a:pt x="762" y="268"/>
                </a:lnTo>
                <a:lnTo>
                  <a:pt x="764" y="270"/>
                </a:lnTo>
                <a:lnTo>
                  <a:pt x="765" y="272"/>
                </a:lnTo>
                <a:lnTo>
                  <a:pt x="766" y="274"/>
                </a:lnTo>
                <a:lnTo>
                  <a:pt x="768" y="276"/>
                </a:lnTo>
                <a:lnTo>
                  <a:pt x="769" y="279"/>
                </a:lnTo>
                <a:lnTo>
                  <a:pt x="770" y="280"/>
                </a:lnTo>
                <a:lnTo>
                  <a:pt x="772" y="282"/>
                </a:lnTo>
                <a:lnTo>
                  <a:pt x="773" y="283"/>
                </a:lnTo>
                <a:lnTo>
                  <a:pt x="774" y="286"/>
                </a:lnTo>
                <a:lnTo>
                  <a:pt x="776" y="287"/>
                </a:lnTo>
                <a:lnTo>
                  <a:pt x="776" y="288"/>
                </a:lnTo>
                <a:lnTo>
                  <a:pt x="777" y="290"/>
                </a:lnTo>
                <a:lnTo>
                  <a:pt x="778" y="291"/>
                </a:lnTo>
                <a:lnTo>
                  <a:pt x="780" y="292"/>
                </a:lnTo>
                <a:lnTo>
                  <a:pt x="781" y="294"/>
                </a:lnTo>
                <a:lnTo>
                  <a:pt x="781" y="295"/>
                </a:lnTo>
                <a:lnTo>
                  <a:pt x="782" y="296"/>
                </a:lnTo>
                <a:lnTo>
                  <a:pt x="784" y="298"/>
                </a:lnTo>
                <a:lnTo>
                  <a:pt x="784" y="299"/>
                </a:lnTo>
                <a:lnTo>
                  <a:pt x="785" y="300"/>
                </a:lnTo>
                <a:lnTo>
                  <a:pt x="785" y="302"/>
                </a:lnTo>
                <a:lnTo>
                  <a:pt x="786" y="302"/>
                </a:lnTo>
                <a:lnTo>
                  <a:pt x="786" y="303"/>
                </a:lnTo>
                <a:lnTo>
                  <a:pt x="788" y="304"/>
                </a:lnTo>
                <a:lnTo>
                  <a:pt x="788" y="306"/>
                </a:lnTo>
                <a:lnTo>
                  <a:pt x="789" y="307"/>
                </a:lnTo>
                <a:lnTo>
                  <a:pt x="789" y="308"/>
                </a:lnTo>
                <a:lnTo>
                  <a:pt x="790" y="310"/>
                </a:lnTo>
                <a:lnTo>
                  <a:pt x="791" y="311"/>
                </a:lnTo>
                <a:lnTo>
                  <a:pt x="791" y="312"/>
                </a:lnTo>
                <a:lnTo>
                  <a:pt x="793" y="315"/>
                </a:lnTo>
                <a:lnTo>
                  <a:pt x="794" y="316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6" name="Freeform 41">
            <a:extLst>
              <a:ext uri="{FF2B5EF4-FFF2-40B4-BE49-F238E27FC236}">
                <a16:creationId xmlns:a16="http://schemas.microsoft.com/office/drawing/2014/main" id="{8E04DA44-47DE-4F02-AF6C-AD1B8054C9D7}"/>
              </a:ext>
            </a:extLst>
          </p:cNvPr>
          <p:cNvSpPr>
            <a:spLocks/>
          </p:cNvSpPr>
          <p:nvPr/>
        </p:nvSpPr>
        <p:spPr bwMode="auto">
          <a:xfrm>
            <a:off x="5891213" y="1809750"/>
            <a:ext cx="631825" cy="250825"/>
          </a:xfrm>
          <a:custGeom>
            <a:avLst/>
            <a:gdLst>
              <a:gd name="T0" fmla="*/ 2147483646 w 794"/>
              <a:gd name="T1" fmla="*/ 2147483646 h 316"/>
              <a:gd name="T2" fmla="*/ 2147483646 w 794"/>
              <a:gd name="T3" fmla="*/ 2147483646 h 316"/>
              <a:gd name="T4" fmla="*/ 2147483646 w 794"/>
              <a:gd name="T5" fmla="*/ 2147483646 h 316"/>
              <a:gd name="T6" fmla="*/ 2147483646 w 794"/>
              <a:gd name="T7" fmla="*/ 2147483646 h 316"/>
              <a:gd name="T8" fmla="*/ 2147483646 w 794"/>
              <a:gd name="T9" fmla="*/ 2147483646 h 316"/>
              <a:gd name="T10" fmla="*/ 2147483646 w 794"/>
              <a:gd name="T11" fmla="*/ 2147483646 h 316"/>
              <a:gd name="T12" fmla="*/ 2147483646 w 794"/>
              <a:gd name="T13" fmla="*/ 2147483646 h 316"/>
              <a:gd name="T14" fmla="*/ 2147483646 w 794"/>
              <a:gd name="T15" fmla="*/ 2147483646 h 316"/>
              <a:gd name="T16" fmla="*/ 2147483646 w 794"/>
              <a:gd name="T17" fmla="*/ 2147483646 h 316"/>
              <a:gd name="T18" fmla="*/ 2147483646 w 794"/>
              <a:gd name="T19" fmla="*/ 2147483646 h 316"/>
              <a:gd name="T20" fmla="*/ 2147483646 w 794"/>
              <a:gd name="T21" fmla="*/ 2147483646 h 316"/>
              <a:gd name="T22" fmla="*/ 2147483646 w 794"/>
              <a:gd name="T23" fmla="*/ 2147483646 h 316"/>
              <a:gd name="T24" fmla="*/ 2147483646 w 794"/>
              <a:gd name="T25" fmla="*/ 2147483646 h 316"/>
              <a:gd name="T26" fmla="*/ 2147483646 w 794"/>
              <a:gd name="T27" fmla="*/ 2147483646 h 316"/>
              <a:gd name="T28" fmla="*/ 2147483646 w 794"/>
              <a:gd name="T29" fmla="*/ 2147483646 h 316"/>
              <a:gd name="T30" fmla="*/ 2147483646 w 794"/>
              <a:gd name="T31" fmla="*/ 2147483646 h 316"/>
              <a:gd name="T32" fmla="*/ 2147483646 w 794"/>
              <a:gd name="T33" fmla="*/ 2147483646 h 316"/>
              <a:gd name="T34" fmla="*/ 2147483646 w 794"/>
              <a:gd name="T35" fmla="*/ 2147483646 h 316"/>
              <a:gd name="T36" fmla="*/ 2147483646 w 794"/>
              <a:gd name="T37" fmla="*/ 2147483646 h 316"/>
              <a:gd name="T38" fmla="*/ 2147483646 w 794"/>
              <a:gd name="T39" fmla="*/ 2147483646 h 316"/>
              <a:gd name="T40" fmla="*/ 2147483646 w 794"/>
              <a:gd name="T41" fmla="*/ 2147483646 h 316"/>
              <a:gd name="T42" fmla="*/ 2147483646 w 794"/>
              <a:gd name="T43" fmla="*/ 2147483646 h 316"/>
              <a:gd name="T44" fmla="*/ 2147483646 w 794"/>
              <a:gd name="T45" fmla="*/ 2147483646 h 316"/>
              <a:gd name="T46" fmla="*/ 2147483646 w 794"/>
              <a:gd name="T47" fmla="*/ 2147483646 h 316"/>
              <a:gd name="T48" fmla="*/ 2147483646 w 794"/>
              <a:gd name="T49" fmla="*/ 2147483646 h 316"/>
              <a:gd name="T50" fmla="*/ 2147483646 w 794"/>
              <a:gd name="T51" fmla="*/ 2147483646 h 316"/>
              <a:gd name="T52" fmla="*/ 2147483646 w 794"/>
              <a:gd name="T53" fmla="*/ 2147483646 h 316"/>
              <a:gd name="T54" fmla="*/ 2147483646 w 794"/>
              <a:gd name="T55" fmla="*/ 2147483646 h 316"/>
              <a:gd name="T56" fmla="*/ 2147483646 w 794"/>
              <a:gd name="T57" fmla="*/ 2147483646 h 316"/>
              <a:gd name="T58" fmla="*/ 2147483646 w 794"/>
              <a:gd name="T59" fmla="*/ 2147483646 h 316"/>
              <a:gd name="T60" fmla="*/ 2147483646 w 794"/>
              <a:gd name="T61" fmla="*/ 2147483646 h 316"/>
              <a:gd name="T62" fmla="*/ 2147483646 w 794"/>
              <a:gd name="T63" fmla="*/ 2147483646 h 316"/>
              <a:gd name="T64" fmla="*/ 2147483646 w 794"/>
              <a:gd name="T65" fmla="*/ 2147483646 h 316"/>
              <a:gd name="T66" fmla="*/ 2147483646 w 794"/>
              <a:gd name="T67" fmla="*/ 2147483646 h 316"/>
              <a:gd name="T68" fmla="*/ 2147483646 w 794"/>
              <a:gd name="T69" fmla="*/ 2147483646 h 316"/>
              <a:gd name="T70" fmla="*/ 2147483646 w 794"/>
              <a:gd name="T71" fmla="*/ 2147483646 h 316"/>
              <a:gd name="T72" fmla="*/ 2147483646 w 794"/>
              <a:gd name="T73" fmla="*/ 2147483646 h 316"/>
              <a:gd name="T74" fmla="*/ 2147483646 w 794"/>
              <a:gd name="T75" fmla="*/ 2147483646 h 316"/>
              <a:gd name="T76" fmla="*/ 2147483646 w 794"/>
              <a:gd name="T77" fmla="*/ 2147483646 h 316"/>
              <a:gd name="T78" fmla="*/ 2147483646 w 794"/>
              <a:gd name="T79" fmla="*/ 2147483646 h 316"/>
              <a:gd name="T80" fmla="*/ 2147483646 w 794"/>
              <a:gd name="T81" fmla="*/ 2147483646 h 316"/>
              <a:gd name="T82" fmla="*/ 2147483646 w 794"/>
              <a:gd name="T83" fmla="*/ 2147483646 h 316"/>
              <a:gd name="T84" fmla="*/ 2147483646 w 794"/>
              <a:gd name="T85" fmla="*/ 2147483646 h 316"/>
              <a:gd name="T86" fmla="*/ 2147483646 w 794"/>
              <a:gd name="T87" fmla="*/ 2147483646 h 316"/>
              <a:gd name="T88" fmla="*/ 2147483646 w 794"/>
              <a:gd name="T89" fmla="*/ 2147483646 h 316"/>
              <a:gd name="T90" fmla="*/ 2147483646 w 794"/>
              <a:gd name="T91" fmla="*/ 2147483646 h 316"/>
              <a:gd name="T92" fmla="*/ 2147483646 w 794"/>
              <a:gd name="T93" fmla="*/ 2147483646 h 316"/>
              <a:gd name="T94" fmla="*/ 2147483646 w 794"/>
              <a:gd name="T95" fmla="*/ 2147483646 h 316"/>
              <a:gd name="T96" fmla="*/ 2147483646 w 794"/>
              <a:gd name="T97" fmla="*/ 2147483646 h 316"/>
              <a:gd name="T98" fmla="*/ 2147483646 w 794"/>
              <a:gd name="T99" fmla="*/ 2147483646 h 316"/>
              <a:gd name="T100" fmla="*/ 2147483646 w 794"/>
              <a:gd name="T101" fmla="*/ 2147483646 h 316"/>
              <a:gd name="T102" fmla="*/ 2147483646 w 794"/>
              <a:gd name="T103" fmla="*/ 2147483646 h 316"/>
              <a:gd name="T104" fmla="*/ 2147483646 w 794"/>
              <a:gd name="T105" fmla="*/ 2147483646 h 316"/>
              <a:gd name="T106" fmla="*/ 2147483646 w 794"/>
              <a:gd name="T107" fmla="*/ 2147483646 h 316"/>
              <a:gd name="T108" fmla="*/ 2147483646 w 794"/>
              <a:gd name="T109" fmla="*/ 2147483646 h 316"/>
              <a:gd name="T110" fmla="*/ 2147483646 w 794"/>
              <a:gd name="T111" fmla="*/ 2147483646 h 316"/>
              <a:gd name="T112" fmla="*/ 2147483646 w 794"/>
              <a:gd name="T113" fmla="*/ 2147483646 h 316"/>
              <a:gd name="T114" fmla="*/ 2147483646 w 794"/>
              <a:gd name="T115" fmla="*/ 2147483646 h 316"/>
              <a:gd name="T116" fmla="*/ 2147483646 w 794"/>
              <a:gd name="T117" fmla="*/ 2147483646 h 316"/>
              <a:gd name="T118" fmla="*/ 2147483646 w 794"/>
              <a:gd name="T119" fmla="*/ 2147483646 h 316"/>
              <a:gd name="T120" fmla="*/ 2147483646 w 794"/>
              <a:gd name="T121" fmla="*/ 2147483646 h 31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794"/>
              <a:gd name="T184" fmla="*/ 0 h 316"/>
              <a:gd name="T185" fmla="*/ 794 w 794"/>
              <a:gd name="T186" fmla="*/ 316 h 31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794" h="316">
                <a:moveTo>
                  <a:pt x="0" y="316"/>
                </a:moveTo>
                <a:lnTo>
                  <a:pt x="30" y="316"/>
                </a:lnTo>
                <a:lnTo>
                  <a:pt x="59" y="316"/>
                </a:lnTo>
                <a:lnTo>
                  <a:pt x="86" y="316"/>
                </a:lnTo>
                <a:lnTo>
                  <a:pt x="110" y="316"/>
                </a:lnTo>
                <a:lnTo>
                  <a:pt x="134" y="316"/>
                </a:lnTo>
                <a:lnTo>
                  <a:pt x="155" y="316"/>
                </a:lnTo>
                <a:lnTo>
                  <a:pt x="175" y="316"/>
                </a:lnTo>
                <a:lnTo>
                  <a:pt x="194" y="316"/>
                </a:lnTo>
                <a:lnTo>
                  <a:pt x="211" y="316"/>
                </a:lnTo>
                <a:lnTo>
                  <a:pt x="227" y="316"/>
                </a:lnTo>
                <a:lnTo>
                  <a:pt x="240" y="316"/>
                </a:lnTo>
                <a:lnTo>
                  <a:pt x="253" y="316"/>
                </a:lnTo>
                <a:lnTo>
                  <a:pt x="265" y="316"/>
                </a:lnTo>
                <a:lnTo>
                  <a:pt x="276" y="316"/>
                </a:lnTo>
                <a:lnTo>
                  <a:pt x="287" y="316"/>
                </a:lnTo>
                <a:lnTo>
                  <a:pt x="296" y="314"/>
                </a:lnTo>
                <a:lnTo>
                  <a:pt x="304" y="314"/>
                </a:lnTo>
                <a:lnTo>
                  <a:pt x="311" y="314"/>
                </a:lnTo>
                <a:lnTo>
                  <a:pt x="317" y="314"/>
                </a:lnTo>
                <a:lnTo>
                  <a:pt x="322" y="314"/>
                </a:lnTo>
                <a:lnTo>
                  <a:pt x="328" y="314"/>
                </a:lnTo>
                <a:lnTo>
                  <a:pt x="332" y="314"/>
                </a:lnTo>
                <a:lnTo>
                  <a:pt x="336" y="314"/>
                </a:lnTo>
                <a:lnTo>
                  <a:pt x="338" y="314"/>
                </a:lnTo>
                <a:lnTo>
                  <a:pt x="342" y="314"/>
                </a:lnTo>
                <a:lnTo>
                  <a:pt x="345" y="314"/>
                </a:lnTo>
                <a:lnTo>
                  <a:pt x="348" y="314"/>
                </a:lnTo>
                <a:lnTo>
                  <a:pt x="349" y="314"/>
                </a:lnTo>
                <a:lnTo>
                  <a:pt x="352" y="314"/>
                </a:lnTo>
                <a:lnTo>
                  <a:pt x="353" y="314"/>
                </a:lnTo>
                <a:lnTo>
                  <a:pt x="356" y="314"/>
                </a:lnTo>
                <a:lnTo>
                  <a:pt x="358" y="313"/>
                </a:lnTo>
                <a:lnTo>
                  <a:pt x="360" y="313"/>
                </a:lnTo>
                <a:lnTo>
                  <a:pt x="362" y="313"/>
                </a:lnTo>
                <a:lnTo>
                  <a:pt x="364" y="313"/>
                </a:lnTo>
                <a:lnTo>
                  <a:pt x="366" y="313"/>
                </a:lnTo>
                <a:lnTo>
                  <a:pt x="368" y="313"/>
                </a:lnTo>
                <a:lnTo>
                  <a:pt x="369" y="313"/>
                </a:lnTo>
                <a:lnTo>
                  <a:pt x="370" y="313"/>
                </a:lnTo>
                <a:lnTo>
                  <a:pt x="372" y="313"/>
                </a:lnTo>
                <a:lnTo>
                  <a:pt x="374" y="313"/>
                </a:lnTo>
                <a:lnTo>
                  <a:pt x="376" y="313"/>
                </a:lnTo>
                <a:lnTo>
                  <a:pt x="376" y="312"/>
                </a:lnTo>
                <a:lnTo>
                  <a:pt x="377" y="312"/>
                </a:lnTo>
                <a:lnTo>
                  <a:pt x="378" y="312"/>
                </a:lnTo>
                <a:lnTo>
                  <a:pt x="380" y="312"/>
                </a:lnTo>
                <a:lnTo>
                  <a:pt x="381" y="312"/>
                </a:lnTo>
                <a:lnTo>
                  <a:pt x="382" y="312"/>
                </a:lnTo>
                <a:lnTo>
                  <a:pt x="384" y="312"/>
                </a:lnTo>
                <a:lnTo>
                  <a:pt x="385" y="312"/>
                </a:lnTo>
                <a:lnTo>
                  <a:pt x="386" y="312"/>
                </a:lnTo>
                <a:lnTo>
                  <a:pt x="388" y="312"/>
                </a:lnTo>
                <a:lnTo>
                  <a:pt x="389" y="310"/>
                </a:lnTo>
                <a:lnTo>
                  <a:pt x="390" y="310"/>
                </a:lnTo>
                <a:lnTo>
                  <a:pt x="392" y="310"/>
                </a:lnTo>
                <a:lnTo>
                  <a:pt x="393" y="310"/>
                </a:lnTo>
                <a:lnTo>
                  <a:pt x="394" y="310"/>
                </a:lnTo>
                <a:lnTo>
                  <a:pt x="396" y="310"/>
                </a:lnTo>
                <a:lnTo>
                  <a:pt x="398" y="309"/>
                </a:lnTo>
                <a:lnTo>
                  <a:pt x="400" y="309"/>
                </a:lnTo>
                <a:lnTo>
                  <a:pt x="401" y="309"/>
                </a:lnTo>
                <a:lnTo>
                  <a:pt x="404" y="309"/>
                </a:lnTo>
                <a:lnTo>
                  <a:pt x="405" y="309"/>
                </a:lnTo>
                <a:lnTo>
                  <a:pt x="408" y="308"/>
                </a:lnTo>
                <a:lnTo>
                  <a:pt x="410" y="308"/>
                </a:lnTo>
                <a:lnTo>
                  <a:pt x="412" y="308"/>
                </a:lnTo>
                <a:lnTo>
                  <a:pt x="413" y="308"/>
                </a:lnTo>
                <a:lnTo>
                  <a:pt x="415" y="308"/>
                </a:lnTo>
                <a:lnTo>
                  <a:pt x="417" y="307"/>
                </a:lnTo>
                <a:lnTo>
                  <a:pt x="418" y="307"/>
                </a:lnTo>
                <a:lnTo>
                  <a:pt x="419" y="307"/>
                </a:lnTo>
                <a:lnTo>
                  <a:pt x="421" y="307"/>
                </a:lnTo>
                <a:lnTo>
                  <a:pt x="422" y="307"/>
                </a:lnTo>
                <a:lnTo>
                  <a:pt x="423" y="307"/>
                </a:lnTo>
                <a:lnTo>
                  <a:pt x="425" y="305"/>
                </a:lnTo>
                <a:lnTo>
                  <a:pt x="426" y="305"/>
                </a:lnTo>
                <a:lnTo>
                  <a:pt x="427" y="305"/>
                </a:lnTo>
                <a:lnTo>
                  <a:pt x="429" y="305"/>
                </a:lnTo>
                <a:lnTo>
                  <a:pt x="430" y="305"/>
                </a:lnTo>
                <a:lnTo>
                  <a:pt x="431" y="304"/>
                </a:lnTo>
                <a:lnTo>
                  <a:pt x="433" y="304"/>
                </a:lnTo>
                <a:lnTo>
                  <a:pt x="434" y="304"/>
                </a:lnTo>
                <a:lnTo>
                  <a:pt x="435" y="304"/>
                </a:lnTo>
                <a:lnTo>
                  <a:pt x="437" y="303"/>
                </a:lnTo>
                <a:lnTo>
                  <a:pt x="438" y="303"/>
                </a:lnTo>
                <a:lnTo>
                  <a:pt x="439" y="303"/>
                </a:lnTo>
                <a:lnTo>
                  <a:pt x="441" y="301"/>
                </a:lnTo>
                <a:lnTo>
                  <a:pt x="442" y="301"/>
                </a:lnTo>
                <a:lnTo>
                  <a:pt x="445" y="301"/>
                </a:lnTo>
                <a:lnTo>
                  <a:pt x="446" y="300"/>
                </a:lnTo>
                <a:lnTo>
                  <a:pt x="449" y="300"/>
                </a:lnTo>
                <a:lnTo>
                  <a:pt x="450" y="299"/>
                </a:lnTo>
                <a:lnTo>
                  <a:pt x="453" y="299"/>
                </a:lnTo>
                <a:lnTo>
                  <a:pt x="455" y="297"/>
                </a:lnTo>
                <a:lnTo>
                  <a:pt x="458" y="296"/>
                </a:lnTo>
                <a:lnTo>
                  <a:pt x="459" y="296"/>
                </a:lnTo>
                <a:lnTo>
                  <a:pt x="462" y="295"/>
                </a:lnTo>
                <a:lnTo>
                  <a:pt x="465" y="295"/>
                </a:lnTo>
                <a:lnTo>
                  <a:pt x="466" y="293"/>
                </a:lnTo>
                <a:lnTo>
                  <a:pt x="467" y="293"/>
                </a:lnTo>
                <a:lnTo>
                  <a:pt x="470" y="293"/>
                </a:lnTo>
                <a:lnTo>
                  <a:pt x="471" y="292"/>
                </a:lnTo>
                <a:lnTo>
                  <a:pt x="473" y="292"/>
                </a:lnTo>
                <a:lnTo>
                  <a:pt x="474" y="291"/>
                </a:lnTo>
                <a:lnTo>
                  <a:pt x="475" y="291"/>
                </a:lnTo>
                <a:lnTo>
                  <a:pt x="477" y="291"/>
                </a:lnTo>
                <a:lnTo>
                  <a:pt x="478" y="289"/>
                </a:lnTo>
                <a:lnTo>
                  <a:pt x="479" y="289"/>
                </a:lnTo>
                <a:lnTo>
                  <a:pt x="481" y="289"/>
                </a:lnTo>
                <a:lnTo>
                  <a:pt x="482" y="288"/>
                </a:lnTo>
                <a:lnTo>
                  <a:pt x="483" y="288"/>
                </a:lnTo>
                <a:lnTo>
                  <a:pt x="485" y="287"/>
                </a:lnTo>
                <a:lnTo>
                  <a:pt x="486" y="287"/>
                </a:lnTo>
                <a:lnTo>
                  <a:pt x="487" y="285"/>
                </a:lnTo>
                <a:lnTo>
                  <a:pt x="489" y="285"/>
                </a:lnTo>
                <a:lnTo>
                  <a:pt x="490" y="285"/>
                </a:lnTo>
                <a:lnTo>
                  <a:pt x="491" y="284"/>
                </a:lnTo>
                <a:lnTo>
                  <a:pt x="493" y="284"/>
                </a:lnTo>
                <a:lnTo>
                  <a:pt x="494" y="283"/>
                </a:lnTo>
                <a:lnTo>
                  <a:pt x="495" y="281"/>
                </a:lnTo>
                <a:lnTo>
                  <a:pt x="498" y="281"/>
                </a:lnTo>
                <a:lnTo>
                  <a:pt x="499" y="280"/>
                </a:lnTo>
                <a:lnTo>
                  <a:pt x="501" y="280"/>
                </a:lnTo>
                <a:lnTo>
                  <a:pt x="503" y="279"/>
                </a:lnTo>
                <a:lnTo>
                  <a:pt x="505" y="277"/>
                </a:lnTo>
                <a:lnTo>
                  <a:pt x="507" y="276"/>
                </a:lnTo>
                <a:lnTo>
                  <a:pt x="510" y="275"/>
                </a:lnTo>
                <a:lnTo>
                  <a:pt x="511" y="275"/>
                </a:lnTo>
                <a:lnTo>
                  <a:pt x="512" y="273"/>
                </a:lnTo>
                <a:lnTo>
                  <a:pt x="514" y="272"/>
                </a:lnTo>
                <a:lnTo>
                  <a:pt x="516" y="272"/>
                </a:lnTo>
                <a:lnTo>
                  <a:pt x="518" y="271"/>
                </a:lnTo>
                <a:lnTo>
                  <a:pt x="519" y="271"/>
                </a:lnTo>
                <a:lnTo>
                  <a:pt x="520" y="269"/>
                </a:lnTo>
                <a:lnTo>
                  <a:pt x="522" y="269"/>
                </a:lnTo>
                <a:lnTo>
                  <a:pt x="523" y="268"/>
                </a:lnTo>
                <a:lnTo>
                  <a:pt x="524" y="267"/>
                </a:lnTo>
                <a:lnTo>
                  <a:pt x="526" y="267"/>
                </a:lnTo>
                <a:lnTo>
                  <a:pt x="527" y="267"/>
                </a:lnTo>
                <a:lnTo>
                  <a:pt x="528" y="265"/>
                </a:lnTo>
                <a:lnTo>
                  <a:pt x="530" y="264"/>
                </a:lnTo>
                <a:lnTo>
                  <a:pt x="531" y="264"/>
                </a:lnTo>
                <a:lnTo>
                  <a:pt x="532" y="264"/>
                </a:lnTo>
                <a:lnTo>
                  <a:pt x="534" y="263"/>
                </a:lnTo>
                <a:lnTo>
                  <a:pt x="535" y="261"/>
                </a:lnTo>
                <a:lnTo>
                  <a:pt x="536" y="261"/>
                </a:lnTo>
                <a:lnTo>
                  <a:pt x="538" y="260"/>
                </a:lnTo>
                <a:lnTo>
                  <a:pt x="539" y="260"/>
                </a:lnTo>
                <a:lnTo>
                  <a:pt x="540" y="259"/>
                </a:lnTo>
                <a:lnTo>
                  <a:pt x="542" y="257"/>
                </a:lnTo>
                <a:lnTo>
                  <a:pt x="543" y="257"/>
                </a:lnTo>
                <a:lnTo>
                  <a:pt x="546" y="256"/>
                </a:lnTo>
                <a:lnTo>
                  <a:pt x="547" y="255"/>
                </a:lnTo>
                <a:lnTo>
                  <a:pt x="548" y="253"/>
                </a:lnTo>
                <a:lnTo>
                  <a:pt x="551" y="253"/>
                </a:lnTo>
                <a:lnTo>
                  <a:pt x="552" y="252"/>
                </a:lnTo>
                <a:lnTo>
                  <a:pt x="554" y="251"/>
                </a:lnTo>
                <a:lnTo>
                  <a:pt x="556" y="251"/>
                </a:lnTo>
                <a:lnTo>
                  <a:pt x="558" y="249"/>
                </a:lnTo>
                <a:lnTo>
                  <a:pt x="559" y="248"/>
                </a:lnTo>
                <a:lnTo>
                  <a:pt x="560" y="248"/>
                </a:lnTo>
                <a:lnTo>
                  <a:pt x="562" y="247"/>
                </a:lnTo>
                <a:lnTo>
                  <a:pt x="563" y="247"/>
                </a:lnTo>
                <a:lnTo>
                  <a:pt x="563" y="245"/>
                </a:lnTo>
                <a:lnTo>
                  <a:pt x="564" y="245"/>
                </a:lnTo>
                <a:lnTo>
                  <a:pt x="566" y="244"/>
                </a:lnTo>
                <a:lnTo>
                  <a:pt x="567" y="244"/>
                </a:lnTo>
                <a:lnTo>
                  <a:pt x="568" y="243"/>
                </a:lnTo>
                <a:lnTo>
                  <a:pt x="570" y="243"/>
                </a:lnTo>
                <a:lnTo>
                  <a:pt x="570" y="241"/>
                </a:lnTo>
                <a:lnTo>
                  <a:pt x="571" y="241"/>
                </a:lnTo>
                <a:lnTo>
                  <a:pt x="572" y="241"/>
                </a:lnTo>
                <a:lnTo>
                  <a:pt x="572" y="240"/>
                </a:lnTo>
                <a:lnTo>
                  <a:pt x="574" y="240"/>
                </a:lnTo>
                <a:lnTo>
                  <a:pt x="575" y="239"/>
                </a:lnTo>
                <a:lnTo>
                  <a:pt x="576" y="237"/>
                </a:lnTo>
                <a:lnTo>
                  <a:pt x="578" y="237"/>
                </a:lnTo>
                <a:lnTo>
                  <a:pt x="579" y="236"/>
                </a:lnTo>
                <a:lnTo>
                  <a:pt x="580" y="236"/>
                </a:lnTo>
                <a:lnTo>
                  <a:pt x="580" y="235"/>
                </a:lnTo>
                <a:lnTo>
                  <a:pt x="582" y="235"/>
                </a:lnTo>
                <a:lnTo>
                  <a:pt x="583" y="233"/>
                </a:lnTo>
                <a:lnTo>
                  <a:pt x="586" y="232"/>
                </a:lnTo>
                <a:lnTo>
                  <a:pt x="587" y="232"/>
                </a:lnTo>
                <a:lnTo>
                  <a:pt x="588" y="231"/>
                </a:lnTo>
                <a:lnTo>
                  <a:pt x="590" y="229"/>
                </a:lnTo>
                <a:lnTo>
                  <a:pt x="591" y="229"/>
                </a:lnTo>
                <a:lnTo>
                  <a:pt x="592" y="228"/>
                </a:lnTo>
                <a:lnTo>
                  <a:pt x="594" y="227"/>
                </a:lnTo>
                <a:lnTo>
                  <a:pt x="595" y="225"/>
                </a:lnTo>
                <a:lnTo>
                  <a:pt x="596" y="225"/>
                </a:lnTo>
                <a:lnTo>
                  <a:pt x="598" y="224"/>
                </a:lnTo>
                <a:lnTo>
                  <a:pt x="599" y="223"/>
                </a:lnTo>
                <a:lnTo>
                  <a:pt x="600" y="223"/>
                </a:lnTo>
                <a:lnTo>
                  <a:pt x="601" y="221"/>
                </a:lnTo>
                <a:lnTo>
                  <a:pt x="603" y="221"/>
                </a:lnTo>
                <a:lnTo>
                  <a:pt x="603" y="220"/>
                </a:lnTo>
                <a:lnTo>
                  <a:pt x="604" y="220"/>
                </a:lnTo>
                <a:lnTo>
                  <a:pt x="605" y="219"/>
                </a:lnTo>
                <a:lnTo>
                  <a:pt x="607" y="217"/>
                </a:lnTo>
                <a:lnTo>
                  <a:pt x="608" y="217"/>
                </a:lnTo>
                <a:lnTo>
                  <a:pt x="608" y="216"/>
                </a:lnTo>
                <a:lnTo>
                  <a:pt x="609" y="216"/>
                </a:lnTo>
                <a:lnTo>
                  <a:pt x="609" y="215"/>
                </a:lnTo>
                <a:lnTo>
                  <a:pt x="611" y="215"/>
                </a:lnTo>
                <a:lnTo>
                  <a:pt x="612" y="213"/>
                </a:lnTo>
                <a:lnTo>
                  <a:pt x="613" y="212"/>
                </a:lnTo>
                <a:lnTo>
                  <a:pt x="615" y="212"/>
                </a:lnTo>
                <a:lnTo>
                  <a:pt x="616" y="211"/>
                </a:lnTo>
                <a:lnTo>
                  <a:pt x="616" y="210"/>
                </a:lnTo>
                <a:lnTo>
                  <a:pt x="617" y="210"/>
                </a:lnTo>
                <a:lnTo>
                  <a:pt x="619" y="208"/>
                </a:lnTo>
                <a:lnTo>
                  <a:pt x="620" y="207"/>
                </a:lnTo>
                <a:lnTo>
                  <a:pt x="621" y="207"/>
                </a:lnTo>
                <a:lnTo>
                  <a:pt x="621" y="206"/>
                </a:lnTo>
                <a:lnTo>
                  <a:pt x="623" y="206"/>
                </a:lnTo>
                <a:lnTo>
                  <a:pt x="624" y="204"/>
                </a:lnTo>
                <a:lnTo>
                  <a:pt x="625" y="204"/>
                </a:lnTo>
                <a:lnTo>
                  <a:pt x="625" y="203"/>
                </a:lnTo>
                <a:lnTo>
                  <a:pt x="627" y="203"/>
                </a:lnTo>
                <a:lnTo>
                  <a:pt x="627" y="202"/>
                </a:lnTo>
                <a:lnTo>
                  <a:pt x="628" y="202"/>
                </a:lnTo>
                <a:lnTo>
                  <a:pt x="629" y="200"/>
                </a:lnTo>
                <a:lnTo>
                  <a:pt x="631" y="200"/>
                </a:lnTo>
                <a:lnTo>
                  <a:pt x="631" y="199"/>
                </a:lnTo>
                <a:lnTo>
                  <a:pt x="632" y="199"/>
                </a:lnTo>
                <a:lnTo>
                  <a:pt x="632" y="198"/>
                </a:lnTo>
                <a:lnTo>
                  <a:pt x="633" y="198"/>
                </a:lnTo>
                <a:lnTo>
                  <a:pt x="635" y="198"/>
                </a:lnTo>
                <a:lnTo>
                  <a:pt x="635" y="196"/>
                </a:lnTo>
                <a:lnTo>
                  <a:pt x="636" y="196"/>
                </a:lnTo>
                <a:lnTo>
                  <a:pt x="637" y="195"/>
                </a:lnTo>
                <a:lnTo>
                  <a:pt x="639" y="194"/>
                </a:lnTo>
                <a:lnTo>
                  <a:pt x="640" y="194"/>
                </a:lnTo>
                <a:lnTo>
                  <a:pt x="641" y="192"/>
                </a:lnTo>
                <a:lnTo>
                  <a:pt x="643" y="191"/>
                </a:lnTo>
                <a:lnTo>
                  <a:pt x="644" y="191"/>
                </a:lnTo>
                <a:lnTo>
                  <a:pt x="645" y="190"/>
                </a:lnTo>
                <a:lnTo>
                  <a:pt x="647" y="188"/>
                </a:lnTo>
                <a:lnTo>
                  <a:pt x="648" y="188"/>
                </a:lnTo>
                <a:lnTo>
                  <a:pt x="648" y="187"/>
                </a:lnTo>
                <a:lnTo>
                  <a:pt x="649" y="187"/>
                </a:lnTo>
                <a:lnTo>
                  <a:pt x="649" y="186"/>
                </a:lnTo>
                <a:lnTo>
                  <a:pt x="651" y="186"/>
                </a:lnTo>
                <a:lnTo>
                  <a:pt x="652" y="184"/>
                </a:lnTo>
                <a:lnTo>
                  <a:pt x="653" y="183"/>
                </a:lnTo>
                <a:lnTo>
                  <a:pt x="655" y="183"/>
                </a:lnTo>
                <a:lnTo>
                  <a:pt x="655" y="182"/>
                </a:lnTo>
                <a:lnTo>
                  <a:pt x="656" y="182"/>
                </a:lnTo>
                <a:lnTo>
                  <a:pt x="656" y="180"/>
                </a:lnTo>
                <a:lnTo>
                  <a:pt x="657" y="180"/>
                </a:lnTo>
                <a:lnTo>
                  <a:pt x="657" y="179"/>
                </a:lnTo>
                <a:lnTo>
                  <a:pt x="659" y="178"/>
                </a:lnTo>
                <a:lnTo>
                  <a:pt x="660" y="178"/>
                </a:lnTo>
                <a:lnTo>
                  <a:pt x="660" y="176"/>
                </a:lnTo>
                <a:lnTo>
                  <a:pt x="661" y="175"/>
                </a:lnTo>
                <a:lnTo>
                  <a:pt x="663" y="174"/>
                </a:lnTo>
                <a:lnTo>
                  <a:pt x="664" y="174"/>
                </a:lnTo>
                <a:lnTo>
                  <a:pt x="664" y="172"/>
                </a:lnTo>
                <a:lnTo>
                  <a:pt x="665" y="171"/>
                </a:lnTo>
                <a:lnTo>
                  <a:pt x="667" y="170"/>
                </a:lnTo>
                <a:lnTo>
                  <a:pt x="668" y="168"/>
                </a:lnTo>
                <a:lnTo>
                  <a:pt x="669" y="167"/>
                </a:lnTo>
                <a:lnTo>
                  <a:pt x="671" y="166"/>
                </a:lnTo>
                <a:lnTo>
                  <a:pt x="672" y="164"/>
                </a:lnTo>
                <a:lnTo>
                  <a:pt x="673" y="163"/>
                </a:lnTo>
                <a:lnTo>
                  <a:pt x="673" y="162"/>
                </a:lnTo>
                <a:lnTo>
                  <a:pt x="675" y="162"/>
                </a:lnTo>
                <a:lnTo>
                  <a:pt x="676" y="160"/>
                </a:lnTo>
                <a:lnTo>
                  <a:pt x="676" y="159"/>
                </a:lnTo>
                <a:lnTo>
                  <a:pt x="677" y="159"/>
                </a:lnTo>
                <a:lnTo>
                  <a:pt x="677" y="158"/>
                </a:lnTo>
                <a:lnTo>
                  <a:pt x="679" y="156"/>
                </a:lnTo>
                <a:lnTo>
                  <a:pt x="680" y="156"/>
                </a:lnTo>
                <a:lnTo>
                  <a:pt x="680" y="155"/>
                </a:lnTo>
                <a:lnTo>
                  <a:pt x="681" y="155"/>
                </a:lnTo>
                <a:lnTo>
                  <a:pt x="681" y="154"/>
                </a:lnTo>
                <a:lnTo>
                  <a:pt x="683" y="152"/>
                </a:lnTo>
                <a:lnTo>
                  <a:pt x="684" y="151"/>
                </a:lnTo>
                <a:lnTo>
                  <a:pt x="684" y="150"/>
                </a:lnTo>
                <a:lnTo>
                  <a:pt x="685" y="150"/>
                </a:lnTo>
                <a:lnTo>
                  <a:pt x="687" y="148"/>
                </a:lnTo>
                <a:lnTo>
                  <a:pt x="687" y="147"/>
                </a:lnTo>
                <a:lnTo>
                  <a:pt x="688" y="146"/>
                </a:lnTo>
                <a:lnTo>
                  <a:pt x="689" y="144"/>
                </a:lnTo>
                <a:lnTo>
                  <a:pt x="691" y="143"/>
                </a:lnTo>
                <a:lnTo>
                  <a:pt x="691" y="142"/>
                </a:lnTo>
                <a:lnTo>
                  <a:pt x="692" y="140"/>
                </a:lnTo>
                <a:lnTo>
                  <a:pt x="693" y="139"/>
                </a:lnTo>
                <a:lnTo>
                  <a:pt x="695" y="138"/>
                </a:lnTo>
                <a:lnTo>
                  <a:pt x="696" y="136"/>
                </a:lnTo>
                <a:lnTo>
                  <a:pt x="697" y="134"/>
                </a:lnTo>
                <a:lnTo>
                  <a:pt x="700" y="132"/>
                </a:lnTo>
                <a:lnTo>
                  <a:pt x="701" y="131"/>
                </a:lnTo>
                <a:lnTo>
                  <a:pt x="702" y="130"/>
                </a:lnTo>
                <a:lnTo>
                  <a:pt x="704" y="127"/>
                </a:lnTo>
                <a:lnTo>
                  <a:pt x="704" y="126"/>
                </a:lnTo>
                <a:lnTo>
                  <a:pt x="705" y="124"/>
                </a:lnTo>
                <a:lnTo>
                  <a:pt x="706" y="123"/>
                </a:lnTo>
                <a:lnTo>
                  <a:pt x="708" y="122"/>
                </a:lnTo>
                <a:lnTo>
                  <a:pt x="709" y="122"/>
                </a:lnTo>
                <a:lnTo>
                  <a:pt x="709" y="120"/>
                </a:lnTo>
                <a:lnTo>
                  <a:pt x="710" y="119"/>
                </a:lnTo>
                <a:lnTo>
                  <a:pt x="712" y="118"/>
                </a:lnTo>
                <a:lnTo>
                  <a:pt x="712" y="117"/>
                </a:lnTo>
                <a:lnTo>
                  <a:pt x="713" y="117"/>
                </a:lnTo>
                <a:lnTo>
                  <a:pt x="713" y="115"/>
                </a:lnTo>
                <a:lnTo>
                  <a:pt x="714" y="114"/>
                </a:lnTo>
                <a:lnTo>
                  <a:pt x="714" y="113"/>
                </a:lnTo>
                <a:lnTo>
                  <a:pt x="716" y="113"/>
                </a:lnTo>
                <a:lnTo>
                  <a:pt x="717" y="111"/>
                </a:lnTo>
                <a:lnTo>
                  <a:pt x="717" y="110"/>
                </a:lnTo>
                <a:lnTo>
                  <a:pt x="718" y="109"/>
                </a:lnTo>
                <a:lnTo>
                  <a:pt x="720" y="107"/>
                </a:lnTo>
                <a:lnTo>
                  <a:pt x="720" y="106"/>
                </a:lnTo>
                <a:lnTo>
                  <a:pt x="721" y="105"/>
                </a:lnTo>
                <a:lnTo>
                  <a:pt x="722" y="103"/>
                </a:lnTo>
                <a:lnTo>
                  <a:pt x="724" y="102"/>
                </a:lnTo>
                <a:lnTo>
                  <a:pt x="724" y="101"/>
                </a:lnTo>
                <a:lnTo>
                  <a:pt x="725" y="99"/>
                </a:lnTo>
                <a:lnTo>
                  <a:pt x="726" y="97"/>
                </a:lnTo>
                <a:lnTo>
                  <a:pt x="728" y="95"/>
                </a:lnTo>
                <a:lnTo>
                  <a:pt x="729" y="94"/>
                </a:lnTo>
                <a:lnTo>
                  <a:pt x="730" y="91"/>
                </a:lnTo>
                <a:lnTo>
                  <a:pt x="733" y="89"/>
                </a:lnTo>
                <a:lnTo>
                  <a:pt x="734" y="87"/>
                </a:lnTo>
                <a:lnTo>
                  <a:pt x="736" y="86"/>
                </a:lnTo>
                <a:lnTo>
                  <a:pt x="737" y="83"/>
                </a:lnTo>
                <a:lnTo>
                  <a:pt x="737" y="82"/>
                </a:lnTo>
                <a:lnTo>
                  <a:pt x="738" y="81"/>
                </a:lnTo>
                <a:lnTo>
                  <a:pt x="740" y="79"/>
                </a:lnTo>
                <a:lnTo>
                  <a:pt x="741" y="78"/>
                </a:lnTo>
                <a:lnTo>
                  <a:pt x="742" y="77"/>
                </a:lnTo>
                <a:lnTo>
                  <a:pt x="742" y="75"/>
                </a:lnTo>
                <a:lnTo>
                  <a:pt x="744" y="74"/>
                </a:lnTo>
                <a:lnTo>
                  <a:pt x="745" y="73"/>
                </a:lnTo>
                <a:lnTo>
                  <a:pt x="745" y="71"/>
                </a:lnTo>
                <a:lnTo>
                  <a:pt x="746" y="70"/>
                </a:lnTo>
                <a:lnTo>
                  <a:pt x="746" y="69"/>
                </a:lnTo>
                <a:lnTo>
                  <a:pt x="748" y="67"/>
                </a:lnTo>
                <a:lnTo>
                  <a:pt x="749" y="67"/>
                </a:lnTo>
                <a:lnTo>
                  <a:pt x="749" y="66"/>
                </a:lnTo>
                <a:lnTo>
                  <a:pt x="750" y="65"/>
                </a:lnTo>
                <a:lnTo>
                  <a:pt x="750" y="63"/>
                </a:lnTo>
                <a:lnTo>
                  <a:pt x="752" y="62"/>
                </a:lnTo>
                <a:lnTo>
                  <a:pt x="753" y="61"/>
                </a:lnTo>
                <a:lnTo>
                  <a:pt x="754" y="59"/>
                </a:lnTo>
                <a:lnTo>
                  <a:pt x="754" y="58"/>
                </a:lnTo>
                <a:lnTo>
                  <a:pt x="756" y="57"/>
                </a:lnTo>
                <a:lnTo>
                  <a:pt x="757" y="55"/>
                </a:lnTo>
                <a:lnTo>
                  <a:pt x="758" y="54"/>
                </a:lnTo>
                <a:lnTo>
                  <a:pt x="760" y="51"/>
                </a:lnTo>
                <a:lnTo>
                  <a:pt x="761" y="50"/>
                </a:lnTo>
                <a:lnTo>
                  <a:pt x="762" y="49"/>
                </a:lnTo>
                <a:lnTo>
                  <a:pt x="764" y="46"/>
                </a:lnTo>
                <a:lnTo>
                  <a:pt x="765" y="43"/>
                </a:lnTo>
                <a:lnTo>
                  <a:pt x="766" y="42"/>
                </a:lnTo>
                <a:lnTo>
                  <a:pt x="768" y="39"/>
                </a:lnTo>
                <a:lnTo>
                  <a:pt x="769" y="38"/>
                </a:lnTo>
                <a:lnTo>
                  <a:pt x="770" y="35"/>
                </a:lnTo>
                <a:lnTo>
                  <a:pt x="772" y="34"/>
                </a:lnTo>
                <a:lnTo>
                  <a:pt x="773" y="33"/>
                </a:lnTo>
                <a:lnTo>
                  <a:pt x="774" y="31"/>
                </a:lnTo>
                <a:lnTo>
                  <a:pt x="776" y="30"/>
                </a:lnTo>
                <a:lnTo>
                  <a:pt x="776" y="29"/>
                </a:lnTo>
                <a:lnTo>
                  <a:pt x="777" y="27"/>
                </a:lnTo>
                <a:lnTo>
                  <a:pt x="778" y="26"/>
                </a:lnTo>
                <a:lnTo>
                  <a:pt x="778" y="25"/>
                </a:lnTo>
                <a:lnTo>
                  <a:pt x="780" y="24"/>
                </a:lnTo>
                <a:lnTo>
                  <a:pt x="781" y="22"/>
                </a:lnTo>
                <a:lnTo>
                  <a:pt x="781" y="21"/>
                </a:lnTo>
                <a:lnTo>
                  <a:pt x="782" y="21"/>
                </a:lnTo>
                <a:lnTo>
                  <a:pt x="782" y="20"/>
                </a:lnTo>
                <a:lnTo>
                  <a:pt x="784" y="18"/>
                </a:lnTo>
                <a:lnTo>
                  <a:pt x="784" y="17"/>
                </a:lnTo>
                <a:lnTo>
                  <a:pt x="785" y="17"/>
                </a:lnTo>
                <a:lnTo>
                  <a:pt x="785" y="16"/>
                </a:lnTo>
                <a:lnTo>
                  <a:pt x="786" y="14"/>
                </a:lnTo>
                <a:lnTo>
                  <a:pt x="786" y="13"/>
                </a:lnTo>
                <a:lnTo>
                  <a:pt x="788" y="12"/>
                </a:lnTo>
                <a:lnTo>
                  <a:pt x="788" y="10"/>
                </a:lnTo>
                <a:lnTo>
                  <a:pt x="789" y="9"/>
                </a:lnTo>
                <a:lnTo>
                  <a:pt x="789" y="8"/>
                </a:lnTo>
                <a:lnTo>
                  <a:pt x="790" y="6"/>
                </a:lnTo>
                <a:lnTo>
                  <a:pt x="791" y="5"/>
                </a:lnTo>
                <a:lnTo>
                  <a:pt x="791" y="4"/>
                </a:lnTo>
                <a:lnTo>
                  <a:pt x="793" y="2"/>
                </a:lnTo>
                <a:lnTo>
                  <a:pt x="794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7" name="Freeform 42">
            <a:extLst>
              <a:ext uri="{FF2B5EF4-FFF2-40B4-BE49-F238E27FC236}">
                <a16:creationId xmlns:a16="http://schemas.microsoft.com/office/drawing/2014/main" id="{E5F08210-0FA2-4F5F-BC23-3FD0544CBEE4}"/>
              </a:ext>
            </a:extLst>
          </p:cNvPr>
          <p:cNvSpPr>
            <a:spLocks/>
          </p:cNvSpPr>
          <p:nvPr/>
        </p:nvSpPr>
        <p:spPr bwMode="auto">
          <a:xfrm>
            <a:off x="5884863" y="1557337"/>
            <a:ext cx="76200" cy="252413"/>
          </a:xfrm>
          <a:custGeom>
            <a:avLst/>
            <a:gdLst>
              <a:gd name="T0" fmla="*/ 2147483646 w 94"/>
              <a:gd name="T1" fmla="*/ 2147483646 h 318"/>
              <a:gd name="T2" fmla="*/ 2147483646 w 94"/>
              <a:gd name="T3" fmla="*/ 2147483646 h 318"/>
              <a:gd name="T4" fmla="*/ 2147483646 w 94"/>
              <a:gd name="T5" fmla="*/ 2147483646 h 318"/>
              <a:gd name="T6" fmla="*/ 2147483646 w 94"/>
              <a:gd name="T7" fmla="*/ 2147483646 h 318"/>
              <a:gd name="T8" fmla="*/ 2147483646 w 94"/>
              <a:gd name="T9" fmla="*/ 2147483646 h 318"/>
              <a:gd name="T10" fmla="*/ 2147483646 w 94"/>
              <a:gd name="T11" fmla="*/ 2147483646 h 318"/>
              <a:gd name="T12" fmla="*/ 2147483646 w 94"/>
              <a:gd name="T13" fmla="*/ 2147483646 h 318"/>
              <a:gd name="T14" fmla="*/ 2147483646 w 94"/>
              <a:gd name="T15" fmla="*/ 2147483646 h 318"/>
              <a:gd name="T16" fmla="*/ 2147483646 w 94"/>
              <a:gd name="T17" fmla="*/ 2147483646 h 318"/>
              <a:gd name="T18" fmla="*/ 2147483646 w 94"/>
              <a:gd name="T19" fmla="*/ 2147483646 h 318"/>
              <a:gd name="T20" fmla="*/ 2147483646 w 94"/>
              <a:gd name="T21" fmla="*/ 2147483646 h 318"/>
              <a:gd name="T22" fmla="*/ 2147483646 w 94"/>
              <a:gd name="T23" fmla="*/ 2147483646 h 318"/>
              <a:gd name="T24" fmla="*/ 2147483646 w 94"/>
              <a:gd name="T25" fmla="*/ 2147483646 h 318"/>
              <a:gd name="T26" fmla="*/ 2147483646 w 94"/>
              <a:gd name="T27" fmla="*/ 2147483646 h 318"/>
              <a:gd name="T28" fmla="*/ 2147483646 w 94"/>
              <a:gd name="T29" fmla="*/ 2147483646 h 318"/>
              <a:gd name="T30" fmla="*/ 2147483646 w 94"/>
              <a:gd name="T31" fmla="*/ 2147483646 h 318"/>
              <a:gd name="T32" fmla="*/ 2147483646 w 94"/>
              <a:gd name="T33" fmla="*/ 2147483646 h 318"/>
              <a:gd name="T34" fmla="*/ 2147483646 w 94"/>
              <a:gd name="T35" fmla="*/ 2147483646 h 318"/>
              <a:gd name="T36" fmla="*/ 2147483646 w 94"/>
              <a:gd name="T37" fmla="*/ 2147483646 h 318"/>
              <a:gd name="T38" fmla="*/ 2147483646 w 94"/>
              <a:gd name="T39" fmla="*/ 2147483646 h 318"/>
              <a:gd name="T40" fmla="*/ 2147483646 w 94"/>
              <a:gd name="T41" fmla="*/ 2147483646 h 318"/>
              <a:gd name="T42" fmla="*/ 2147483646 w 94"/>
              <a:gd name="T43" fmla="*/ 2147483646 h 318"/>
              <a:gd name="T44" fmla="*/ 2147483646 w 94"/>
              <a:gd name="T45" fmla="*/ 2147483646 h 318"/>
              <a:gd name="T46" fmla="*/ 2147483646 w 94"/>
              <a:gd name="T47" fmla="*/ 2147483646 h 318"/>
              <a:gd name="T48" fmla="*/ 2147483646 w 94"/>
              <a:gd name="T49" fmla="*/ 2147483646 h 318"/>
              <a:gd name="T50" fmla="*/ 2147483646 w 94"/>
              <a:gd name="T51" fmla="*/ 2147483646 h 318"/>
              <a:gd name="T52" fmla="*/ 2147483646 w 94"/>
              <a:gd name="T53" fmla="*/ 2147483646 h 318"/>
              <a:gd name="T54" fmla="*/ 2147483646 w 94"/>
              <a:gd name="T55" fmla="*/ 2147483646 h 318"/>
              <a:gd name="T56" fmla="*/ 2147483646 w 94"/>
              <a:gd name="T57" fmla="*/ 2147483646 h 318"/>
              <a:gd name="T58" fmla="*/ 2147483646 w 94"/>
              <a:gd name="T59" fmla="*/ 2147483646 h 318"/>
              <a:gd name="T60" fmla="*/ 2147483646 w 94"/>
              <a:gd name="T61" fmla="*/ 2147483646 h 318"/>
              <a:gd name="T62" fmla="*/ 2147483646 w 94"/>
              <a:gd name="T63" fmla="*/ 2147483646 h 318"/>
              <a:gd name="T64" fmla="*/ 2147483646 w 94"/>
              <a:gd name="T65" fmla="*/ 2147483646 h 318"/>
              <a:gd name="T66" fmla="*/ 2147483646 w 94"/>
              <a:gd name="T67" fmla="*/ 2147483646 h 318"/>
              <a:gd name="T68" fmla="*/ 2147483646 w 94"/>
              <a:gd name="T69" fmla="*/ 2147483646 h 318"/>
              <a:gd name="T70" fmla="*/ 2147483646 w 94"/>
              <a:gd name="T71" fmla="*/ 2147483646 h 318"/>
              <a:gd name="T72" fmla="*/ 2147483646 w 94"/>
              <a:gd name="T73" fmla="*/ 2147483646 h 318"/>
              <a:gd name="T74" fmla="*/ 2147483646 w 94"/>
              <a:gd name="T75" fmla="*/ 2147483646 h 318"/>
              <a:gd name="T76" fmla="*/ 2147483646 w 94"/>
              <a:gd name="T77" fmla="*/ 2147483646 h 318"/>
              <a:gd name="T78" fmla="*/ 2147483646 w 94"/>
              <a:gd name="T79" fmla="*/ 2147483646 h 318"/>
              <a:gd name="T80" fmla="*/ 2147483646 w 94"/>
              <a:gd name="T81" fmla="*/ 2147483646 h 318"/>
              <a:gd name="T82" fmla="*/ 2147483646 w 94"/>
              <a:gd name="T83" fmla="*/ 2147483646 h 318"/>
              <a:gd name="T84" fmla="*/ 2147483646 w 94"/>
              <a:gd name="T85" fmla="*/ 2147483646 h 318"/>
              <a:gd name="T86" fmla="*/ 2147483646 w 94"/>
              <a:gd name="T87" fmla="*/ 2147483646 h 318"/>
              <a:gd name="T88" fmla="*/ 2147483646 w 94"/>
              <a:gd name="T89" fmla="*/ 2147483646 h 318"/>
              <a:gd name="T90" fmla="*/ 2147483646 w 94"/>
              <a:gd name="T91" fmla="*/ 2147483646 h 318"/>
              <a:gd name="T92" fmla="*/ 2147483646 w 94"/>
              <a:gd name="T93" fmla="*/ 2147483646 h 318"/>
              <a:gd name="T94" fmla="*/ 2147483646 w 94"/>
              <a:gd name="T95" fmla="*/ 2147483646 h 318"/>
              <a:gd name="T96" fmla="*/ 2147483646 w 94"/>
              <a:gd name="T97" fmla="*/ 2147483646 h 318"/>
              <a:gd name="T98" fmla="*/ 2147483646 w 94"/>
              <a:gd name="T99" fmla="*/ 2147483646 h 318"/>
              <a:gd name="T100" fmla="*/ 2147483646 w 94"/>
              <a:gd name="T101" fmla="*/ 2147483646 h 318"/>
              <a:gd name="T102" fmla="*/ 2147483646 w 94"/>
              <a:gd name="T103" fmla="*/ 2147483646 h 318"/>
              <a:gd name="T104" fmla="*/ 2147483646 w 94"/>
              <a:gd name="T105" fmla="*/ 2147483646 h 318"/>
              <a:gd name="T106" fmla="*/ 2147483646 w 94"/>
              <a:gd name="T107" fmla="*/ 2147483646 h 318"/>
              <a:gd name="T108" fmla="*/ 2147483646 w 94"/>
              <a:gd name="T109" fmla="*/ 2147483646 h 318"/>
              <a:gd name="T110" fmla="*/ 2147483646 w 94"/>
              <a:gd name="T111" fmla="*/ 2147483646 h 318"/>
              <a:gd name="T112" fmla="*/ 2147483646 w 94"/>
              <a:gd name="T113" fmla="*/ 2147483646 h 31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94"/>
              <a:gd name="T172" fmla="*/ 0 h 318"/>
              <a:gd name="T173" fmla="*/ 94 w 94"/>
              <a:gd name="T174" fmla="*/ 318 h 31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94" h="318">
                <a:moveTo>
                  <a:pt x="0" y="0"/>
                </a:moveTo>
                <a:lnTo>
                  <a:pt x="2" y="4"/>
                </a:lnTo>
                <a:lnTo>
                  <a:pt x="4" y="8"/>
                </a:lnTo>
                <a:lnTo>
                  <a:pt x="5" y="11"/>
                </a:lnTo>
                <a:lnTo>
                  <a:pt x="8" y="13"/>
                </a:lnTo>
                <a:lnTo>
                  <a:pt x="9" y="16"/>
                </a:lnTo>
                <a:lnTo>
                  <a:pt x="10" y="19"/>
                </a:lnTo>
                <a:lnTo>
                  <a:pt x="12" y="21"/>
                </a:lnTo>
                <a:lnTo>
                  <a:pt x="13" y="23"/>
                </a:lnTo>
                <a:lnTo>
                  <a:pt x="14" y="25"/>
                </a:lnTo>
                <a:lnTo>
                  <a:pt x="14" y="27"/>
                </a:lnTo>
                <a:lnTo>
                  <a:pt x="16" y="29"/>
                </a:lnTo>
                <a:lnTo>
                  <a:pt x="17" y="31"/>
                </a:lnTo>
                <a:lnTo>
                  <a:pt x="17" y="32"/>
                </a:lnTo>
                <a:lnTo>
                  <a:pt x="18" y="33"/>
                </a:lnTo>
                <a:lnTo>
                  <a:pt x="20" y="35"/>
                </a:lnTo>
                <a:lnTo>
                  <a:pt x="20" y="37"/>
                </a:lnTo>
                <a:lnTo>
                  <a:pt x="21" y="39"/>
                </a:lnTo>
                <a:lnTo>
                  <a:pt x="22" y="40"/>
                </a:lnTo>
                <a:lnTo>
                  <a:pt x="22" y="41"/>
                </a:lnTo>
                <a:lnTo>
                  <a:pt x="24" y="43"/>
                </a:lnTo>
                <a:lnTo>
                  <a:pt x="24" y="44"/>
                </a:lnTo>
                <a:lnTo>
                  <a:pt x="24" y="45"/>
                </a:lnTo>
                <a:lnTo>
                  <a:pt x="25" y="47"/>
                </a:lnTo>
                <a:lnTo>
                  <a:pt x="25" y="48"/>
                </a:lnTo>
                <a:lnTo>
                  <a:pt x="26" y="49"/>
                </a:lnTo>
                <a:lnTo>
                  <a:pt x="26" y="51"/>
                </a:lnTo>
                <a:lnTo>
                  <a:pt x="28" y="52"/>
                </a:lnTo>
                <a:lnTo>
                  <a:pt x="28" y="53"/>
                </a:lnTo>
                <a:lnTo>
                  <a:pt x="29" y="56"/>
                </a:lnTo>
                <a:lnTo>
                  <a:pt x="29" y="57"/>
                </a:lnTo>
                <a:lnTo>
                  <a:pt x="30" y="59"/>
                </a:lnTo>
                <a:lnTo>
                  <a:pt x="30" y="61"/>
                </a:lnTo>
                <a:lnTo>
                  <a:pt x="32" y="63"/>
                </a:lnTo>
                <a:lnTo>
                  <a:pt x="32" y="64"/>
                </a:lnTo>
                <a:lnTo>
                  <a:pt x="33" y="65"/>
                </a:lnTo>
                <a:lnTo>
                  <a:pt x="33" y="66"/>
                </a:lnTo>
                <a:lnTo>
                  <a:pt x="34" y="68"/>
                </a:lnTo>
                <a:lnTo>
                  <a:pt x="34" y="69"/>
                </a:lnTo>
                <a:lnTo>
                  <a:pt x="34" y="70"/>
                </a:lnTo>
                <a:lnTo>
                  <a:pt x="36" y="72"/>
                </a:lnTo>
                <a:lnTo>
                  <a:pt x="36" y="73"/>
                </a:lnTo>
                <a:lnTo>
                  <a:pt x="36" y="74"/>
                </a:lnTo>
                <a:lnTo>
                  <a:pt x="37" y="76"/>
                </a:lnTo>
                <a:lnTo>
                  <a:pt x="37" y="77"/>
                </a:lnTo>
                <a:lnTo>
                  <a:pt x="38" y="78"/>
                </a:lnTo>
                <a:lnTo>
                  <a:pt x="38" y="80"/>
                </a:lnTo>
                <a:lnTo>
                  <a:pt x="40" y="81"/>
                </a:lnTo>
                <a:lnTo>
                  <a:pt x="40" y="82"/>
                </a:lnTo>
                <a:lnTo>
                  <a:pt x="40" y="84"/>
                </a:lnTo>
                <a:lnTo>
                  <a:pt x="41" y="85"/>
                </a:lnTo>
                <a:lnTo>
                  <a:pt x="41" y="86"/>
                </a:lnTo>
                <a:lnTo>
                  <a:pt x="41" y="88"/>
                </a:lnTo>
                <a:lnTo>
                  <a:pt x="42" y="89"/>
                </a:lnTo>
                <a:lnTo>
                  <a:pt x="42" y="90"/>
                </a:lnTo>
                <a:lnTo>
                  <a:pt x="42" y="92"/>
                </a:lnTo>
                <a:lnTo>
                  <a:pt x="44" y="93"/>
                </a:lnTo>
                <a:lnTo>
                  <a:pt x="44" y="94"/>
                </a:lnTo>
                <a:lnTo>
                  <a:pt x="45" y="97"/>
                </a:lnTo>
                <a:lnTo>
                  <a:pt x="45" y="98"/>
                </a:lnTo>
                <a:lnTo>
                  <a:pt x="46" y="101"/>
                </a:lnTo>
                <a:lnTo>
                  <a:pt x="48" y="102"/>
                </a:lnTo>
                <a:lnTo>
                  <a:pt x="48" y="105"/>
                </a:lnTo>
                <a:lnTo>
                  <a:pt x="49" y="108"/>
                </a:lnTo>
                <a:lnTo>
                  <a:pt x="49" y="109"/>
                </a:lnTo>
                <a:lnTo>
                  <a:pt x="50" y="110"/>
                </a:lnTo>
                <a:lnTo>
                  <a:pt x="51" y="113"/>
                </a:lnTo>
                <a:lnTo>
                  <a:pt x="51" y="114"/>
                </a:lnTo>
                <a:lnTo>
                  <a:pt x="51" y="116"/>
                </a:lnTo>
                <a:lnTo>
                  <a:pt x="53" y="117"/>
                </a:lnTo>
                <a:lnTo>
                  <a:pt x="53" y="118"/>
                </a:lnTo>
                <a:lnTo>
                  <a:pt x="54" y="120"/>
                </a:lnTo>
                <a:lnTo>
                  <a:pt x="54" y="121"/>
                </a:lnTo>
                <a:lnTo>
                  <a:pt x="54" y="122"/>
                </a:lnTo>
                <a:lnTo>
                  <a:pt x="55" y="124"/>
                </a:lnTo>
                <a:lnTo>
                  <a:pt x="55" y="125"/>
                </a:lnTo>
                <a:lnTo>
                  <a:pt x="55" y="126"/>
                </a:lnTo>
                <a:lnTo>
                  <a:pt x="57" y="126"/>
                </a:lnTo>
                <a:lnTo>
                  <a:pt x="57" y="128"/>
                </a:lnTo>
                <a:lnTo>
                  <a:pt x="57" y="129"/>
                </a:lnTo>
                <a:lnTo>
                  <a:pt x="57" y="130"/>
                </a:lnTo>
                <a:lnTo>
                  <a:pt x="58" y="132"/>
                </a:lnTo>
                <a:lnTo>
                  <a:pt x="58" y="133"/>
                </a:lnTo>
                <a:lnTo>
                  <a:pt x="58" y="134"/>
                </a:lnTo>
                <a:lnTo>
                  <a:pt x="59" y="136"/>
                </a:lnTo>
                <a:lnTo>
                  <a:pt x="59" y="137"/>
                </a:lnTo>
                <a:lnTo>
                  <a:pt x="59" y="138"/>
                </a:lnTo>
                <a:lnTo>
                  <a:pt x="61" y="140"/>
                </a:lnTo>
                <a:lnTo>
                  <a:pt x="61" y="141"/>
                </a:lnTo>
                <a:lnTo>
                  <a:pt x="61" y="144"/>
                </a:lnTo>
                <a:lnTo>
                  <a:pt x="62" y="145"/>
                </a:lnTo>
                <a:lnTo>
                  <a:pt x="62" y="146"/>
                </a:lnTo>
                <a:lnTo>
                  <a:pt x="63" y="149"/>
                </a:lnTo>
                <a:lnTo>
                  <a:pt x="63" y="152"/>
                </a:lnTo>
                <a:lnTo>
                  <a:pt x="65" y="153"/>
                </a:lnTo>
                <a:lnTo>
                  <a:pt x="65" y="156"/>
                </a:lnTo>
                <a:lnTo>
                  <a:pt x="66" y="157"/>
                </a:lnTo>
                <a:lnTo>
                  <a:pt x="66" y="159"/>
                </a:lnTo>
                <a:lnTo>
                  <a:pt x="67" y="161"/>
                </a:lnTo>
                <a:lnTo>
                  <a:pt x="67" y="162"/>
                </a:lnTo>
                <a:lnTo>
                  <a:pt x="67" y="163"/>
                </a:lnTo>
                <a:lnTo>
                  <a:pt x="69" y="165"/>
                </a:lnTo>
                <a:lnTo>
                  <a:pt x="69" y="166"/>
                </a:lnTo>
                <a:lnTo>
                  <a:pt x="69" y="167"/>
                </a:lnTo>
                <a:lnTo>
                  <a:pt x="70" y="169"/>
                </a:lnTo>
                <a:lnTo>
                  <a:pt x="70" y="170"/>
                </a:lnTo>
                <a:lnTo>
                  <a:pt x="70" y="171"/>
                </a:lnTo>
                <a:lnTo>
                  <a:pt x="70" y="173"/>
                </a:lnTo>
                <a:lnTo>
                  <a:pt x="71" y="174"/>
                </a:lnTo>
                <a:lnTo>
                  <a:pt x="71" y="175"/>
                </a:lnTo>
                <a:lnTo>
                  <a:pt x="71" y="177"/>
                </a:lnTo>
                <a:lnTo>
                  <a:pt x="73" y="178"/>
                </a:lnTo>
                <a:lnTo>
                  <a:pt x="73" y="179"/>
                </a:lnTo>
                <a:lnTo>
                  <a:pt x="73" y="181"/>
                </a:lnTo>
                <a:lnTo>
                  <a:pt x="74" y="182"/>
                </a:lnTo>
                <a:lnTo>
                  <a:pt x="74" y="183"/>
                </a:lnTo>
                <a:lnTo>
                  <a:pt x="74" y="185"/>
                </a:lnTo>
                <a:lnTo>
                  <a:pt x="74" y="186"/>
                </a:lnTo>
                <a:lnTo>
                  <a:pt x="75" y="187"/>
                </a:lnTo>
                <a:lnTo>
                  <a:pt x="75" y="190"/>
                </a:lnTo>
                <a:lnTo>
                  <a:pt x="77" y="191"/>
                </a:lnTo>
                <a:lnTo>
                  <a:pt x="77" y="193"/>
                </a:lnTo>
                <a:lnTo>
                  <a:pt x="77" y="195"/>
                </a:lnTo>
                <a:lnTo>
                  <a:pt x="78" y="197"/>
                </a:lnTo>
                <a:lnTo>
                  <a:pt x="78" y="199"/>
                </a:lnTo>
                <a:lnTo>
                  <a:pt x="79" y="201"/>
                </a:lnTo>
                <a:lnTo>
                  <a:pt x="79" y="203"/>
                </a:lnTo>
                <a:lnTo>
                  <a:pt x="81" y="206"/>
                </a:lnTo>
                <a:lnTo>
                  <a:pt x="81" y="207"/>
                </a:lnTo>
                <a:lnTo>
                  <a:pt x="82" y="209"/>
                </a:lnTo>
                <a:lnTo>
                  <a:pt x="82" y="210"/>
                </a:lnTo>
                <a:lnTo>
                  <a:pt x="82" y="213"/>
                </a:lnTo>
                <a:lnTo>
                  <a:pt x="83" y="214"/>
                </a:lnTo>
                <a:lnTo>
                  <a:pt x="83" y="215"/>
                </a:lnTo>
                <a:lnTo>
                  <a:pt x="83" y="217"/>
                </a:lnTo>
                <a:lnTo>
                  <a:pt x="85" y="218"/>
                </a:lnTo>
                <a:lnTo>
                  <a:pt x="85" y="219"/>
                </a:lnTo>
                <a:lnTo>
                  <a:pt x="85" y="221"/>
                </a:lnTo>
                <a:lnTo>
                  <a:pt x="85" y="222"/>
                </a:lnTo>
                <a:lnTo>
                  <a:pt x="86" y="223"/>
                </a:lnTo>
                <a:lnTo>
                  <a:pt x="86" y="225"/>
                </a:lnTo>
                <a:lnTo>
                  <a:pt x="86" y="226"/>
                </a:lnTo>
                <a:lnTo>
                  <a:pt x="86" y="227"/>
                </a:lnTo>
                <a:lnTo>
                  <a:pt x="86" y="229"/>
                </a:lnTo>
                <a:lnTo>
                  <a:pt x="86" y="230"/>
                </a:lnTo>
                <a:lnTo>
                  <a:pt x="87" y="231"/>
                </a:lnTo>
                <a:lnTo>
                  <a:pt x="87" y="233"/>
                </a:lnTo>
                <a:lnTo>
                  <a:pt x="87" y="234"/>
                </a:lnTo>
                <a:lnTo>
                  <a:pt x="87" y="235"/>
                </a:lnTo>
                <a:lnTo>
                  <a:pt x="87" y="237"/>
                </a:lnTo>
                <a:lnTo>
                  <a:pt x="87" y="239"/>
                </a:lnTo>
                <a:lnTo>
                  <a:pt x="87" y="241"/>
                </a:lnTo>
                <a:lnTo>
                  <a:pt x="87" y="242"/>
                </a:lnTo>
                <a:lnTo>
                  <a:pt x="87" y="245"/>
                </a:lnTo>
                <a:lnTo>
                  <a:pt x="89" y="246"/>
                </a:lnTo>
                <a:lnTo>
                  <a:pt x="89" y="247"/>
                </a:lnTo>
                <a:lnTo>
                  <a:pt x="89" y="250"/>
                </a:lnTo>
                <a:lnTo>
                  <a:pt x="89" y="251"/>
                </a:lnTo>
                <a:lnTo>
                  <a:pt x="89" y="252"/>
                </a:lnTo>
                <a:lnTo>
                  <a:pt x="89" y="254"/>
                </a:lnTo>
                <a:lnTo>
                  <a:pt x="89" y="255"/>
                </a:lnTo>
                <a:lnTo>
                  <a:pt x="89" y="256"/>
                </a:lnTo>
                <a:lnTo>
                  <a:pt x="89" y="258"/>
                </a:lnTo>
                <a:lnTo>
                  <a:pt x="89" y="259"/>
                </a:lnTo>
                <a:lnTo>
                  <a:pt x="89" y="260"/>
                </a:lnTo>
                <a:lnTo>
                  <a:pt x="90" y="262"/>
                </a:lnTo>
                <a:lnTo>
                  <a:pt x="90" y="263"/>
                </a:lnTo>
                <a:lnTo>
                  <a:pt x="90" y="264"/>
                </a:lnTo>
                <a:lnTo>
                  <a:pt x="90" y="266"/>
                </a:lnTo>
                <a:lnTo>
                  <a:pt x="90" y="267"/>
                </a:lnTo>
                <a:lnTo>
                  <a:pt x="90" y="268"/>
                </a:lnTo>
                <a:lnTo>
                  <a:pt x="90" y="270"/>
                </a:lnTo>
                <a:lnTo>
                  <a:pt x="91" y="271"/>
                </a:lnTo>
                <a:lnTo>
                  <a:pt x="91" y="272"/>
                </a:lnTo>
                <a:lnTo>
                  <a:pt x="91" y="274"/>
                </a:lnTo>
                <a:lnTo>
                  <a:pt x="91" y="275"/>
                </a:lnTo>
                <a:lnTo>
                  <a:pt x="91" y="276"/>
                </a:lnTo>
                <a:lnTo>
                  <a:pt x="91" y="278"/>
                </a:lnTo>
                <a:lnTo>
                  <a:pt x="93" y="278"/>
                </a:lnTo>
                <a:lnTo>
                  <a:pt x="93" y="279"/>
                </a:lnTo>
                <a:lnTo>
                  <a:pt x="93" y="280"/>
                </a:lnTo>
                <a:lnTo>
                  <a:pt x="93" y="282"/>
                </a:lnTo>
                <a:lnTo>
                  <a:pt x="93" y="283"/>
                </a:lnTo>
                <a:lnTo>
                  <a:pt x="94" y="284"/>
                </a:lnTo>
                <a:lnTo>
                  <a:pt x="94" y="286"/>
                </a:lnTo>
                <a:lnTo>
                  <a:pt x="94" y="287"/>
                </a:lnTo>
                <a:lnTo>
                  <a:pt x="94" y="288"/>
                </a:lnTo>
                <a:lnTo>
                  <a:pt x="94" y="290"/>
                </a:lnTo>
                <a:lnTo>
                  <a:pt x="94" y="291"/>
                </a:lnTo>
                <a:lnTo>
                  <a:pt x="94" y="292"/>
                </a:lnTo>
                <a:lnTo>
                  <a:pt x="94" y="294"/>
                </a:lnTo>
                <a:lnTo>
                  <a:pt x="94" y="295"/>
                </a:lnTo>
                <a:lnTo>
                  <a:pt x="94" y="296"/>
                </a:lnTo>
                <a:lnTo>
                  <a:pt x="94" y="298"/>
                </a:lnTo>
                <a:lnTo>
                  <a:pt x="94" y="299"/>
                </a:lnTo>
                <a:lnTo>
                  <a:pt x="94" y="300"/>
                </a:lnTo>
                <a:lnTo>
                  <a:pt x="94" y="302"/>
                </a:lnTo>
                <a:lnTo>
                  <a:pt x="94" y="303"/>
                </a:lnTo>
                <a:lnTo>
                  <a:pt x="94" y="304"/>
                </a:lnTo>
                <a:lnTo>
                  <a:pt x="94" y="307"/>
                </a:lnTo>
                <a:lnTo>
                  <a:pt x="94" y="308"/>
                </a:lnTo>
                <a:lnTo>
                  <a:pt x="93" y="311"/>
                </a:lnTo>
                <a:lnTo>
                  <a:pt x="93" y="314"/>
                </a:lnTo>
                <a:lnTo>
                  <a:pt x="93" y="315"/>
                </a:lnTo>
                <a:lnTo>
                  <a:pt x="93" y="31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8" name="Freeform 43">
            <a:extLst>
              <a:ext uri="{FF2B5EF4-FFF2-40B4-BE49-F238E27FC236}">
                <a16:creationId xmlns:a16="http://schemas.microsoft.com/office/drawing/2014/main" id="{72E7A872-DAD6-4E79-A944-F159DBC4F550}"/>
              </a:ext>
            </a:extLst>
          </p:cNvPr>
          <p:cNvSpPr>
            <a:spLocks/>
          </p:cNvSpPr>
          <p:nvPr/>
        </p:nvSpPr>
        <p:spPr bwMode="auto">
          <a:xfrm>
            <a:off x="5884863" y="1808162"/>
            <a:ext cx="76200" cy="252413"/>
          </a:xfrm>
          <a:custGeom>
            <a:avLst/>
            <a:gdLst>
              <a:gd name="T0" fmla="*/ 2147483646 w 94"/>
              <a:gd name="T1" fmla="*/ 2147483646 h 318"/>
              <a:gd name="T2" fmla="*/ 2147483646 w 94"/>
              <a:gd name="T3" fmla="*/ 2147483646 h 318"/>
              <a:gd name="T4" fmla="*/ 2147483646 w 94"/>
              <a:gd name="T5" fmla="*/ 2147483646 h 318"/>
              <a:gd name="T6" fmla="*/ 2147483646 w 94"/>
              <a:gd name="T7" fmla="*/ 2147483646 h 318"/>
              <a:gd name="T8" fmla="*/ 2147483646 w 94"/>
              <a:gd name="T9" fmla="*/ 2147483646 h 318"/>
              <a:gd name="T10" fmla="*/ 2147483646 w 94"/>
              <a:gd name="T11" fmla="*/ 2147483646 h 318"/>
              <a:gd name="T12" fmla="*/ 2147483646 w 94"/>
              <a:gd name="T13" fmla="*/ 2147483646 h 318"/>
              <a:gd name="T14" fmla="*/ 2147483646 w 94"/>
              <a:gd name="T15" fmla="*/ 2147483646 h 318"/>
              <a:gd name="T16" fmla="*/ 2147483646 w 94"/>
              <a:gd name="T17" fmla="*/ 2147483646 h 318"/>
              <a:gd name="T18" fmla="*/ 2147483646 w 94"/>
              <a:gd name="T19" fmla="*/ 2147483646 h 318"/>
              <a:gd name="T20" fmla="*/ 2147483646 w 94"/>
              <a:gd name="T21" fmla="*/ 2147483646 h 318"/>
              <a:gd name="T22" fmla="*/ 2147483646 w 94"/>
              <a:gd name="T23" fmla="*/ 2147483646 h 318"/>
              <a:gd name="T24" fmla="*/ 2147483646 w 94"/>
              <a:gd name="T25" fmla="*/ 2147483646 h 318"/>
              <a:gd name="T26" fmla="*/ 2147483646 w 94"/>
              <a:gd name="T27" fmla="*/ 2147483646 h 318"/>
              <a:gd name="T28" fmla="*/ 2147483646 w 94"/>
              <a:gd name="T29" fmla="*/ 2147483646 h 318"/>
              <a:gd name="T30" fmla="*/ 2147483646 w 94"/>
              <a:gd name="T31" fmla="*/ 2147483646 h 318"/>
              <a:gd name="T32" fmla="*/ 2147483646 w 94"/>
              <a:gd name="T33" fmla="*/ 2147483646 h 318"/>
              <a:gd name="T34" fmla="*/ 2147483646 w 94"/>
              <a:gd name="T35" fmla="*/ 2147483646 h 318"/>
              <a:gd name="T36" fmla="*/ 2147483646 w 94"/>
              <a:gd name="T37" fmla="*/ 2147483646 h 318"/>
              <a:gd name="T38" fmla="*/ 2147483646 w 94"/>
              <a:gd name="T39" fmla="*/ 2147483646 h 318"/>
              <a:gd name="T40" fmla="*/ 2147483646 w 94"/>
              <a:gd name="T41" fmla="*/ 2147483646 h 318"/>
              <a:gd name="T42" fmla="*/ 2147483646 w 94"/>
              <a:gd name="T43" fmla="*/ 2147483646 h 318"/>
              <a:gd name="T44" fmla="*/ 2147483646 w 94"/>
              <a:gd name="T45" fmla="*/ 2147483646 h 318"/>
              <a:gd name="T46" fmla="*/ 2147483646 w 94"/>
              <a:gd name="T47" fmla="*/ 2147483646 h 318"/>
              <a:gd name="T48" fmla="*/ 2147483646 w 94"/>
              <a:gd name="T49" fmla="*/ 2147483646 h 318"/>
              <a:gd name="T50" fmla="*/ 2147483646 w 94"/>
              <a:gd name="T51" fmla="*/ 2147483646 h 318"/>
              <a:gd name="T52" fmla="*/ 2147483646 w 94"/>
              <a:gd name="T53" fmla="*/ 2147483646 h 318"/>
              <a:gd name="T54" fmla="*/ 2147483646 w 94"/>
              <a:gd name="T55" fmla="*/ 2147483646 h 318"/>
              <a:gd name="T56" fmla="*/ 2147483646 w 94"/>
              <a:gd name="T57" fmla="*/ 2147483646 h 318"/>
              <a:gd name="T58" fmla="*/ 2147483646 w 94"/>
              <a:gd name="T59" fmla="*/ 2147483646 h 318"/>
              <a:gd name="T60" fmla="*/ 2147483646 w 94"/>
              <a:gd name="T61" fmla="*/ 2147483646 h 318"/>
              <a:gd name="T62" fmla="*/ 2147483646 w 94"/>
              <a:gd name="T63" fmla="*/ 2147483646 h 318"/>
              <a:gd name="T64" fmla="*/ 2147483646 w 94"/>
              <a:gd name="T65" fmla="*/ 2147483646 h 318"/>
              <a:gd name="T66" fmla="*/ 2147483646 w 94"/>
              <a:gd name="T67" fmla="*/ 2147483646 h 318"/>
              <a:gd name="T68" fmla="*/ 2147483646 w 94"/>
              <a:gd name="T69" fmla="*/ 2147483646 h 318"/>
              <a:gd name="T70" fmla="*/ 2147483646 w 94"/>
              <a:gd name="T71" fmla="*/ 2147483646 h 318"/>
              <a:gd name="T72" fmla="*/ 2147483646 w 94"/>
              <a:gd name="T73" fmla="*/ 2147483646 h 318"/>
              <a:gd name="T74" fmla="*/ 2147483646 w 94"/>
              <a:gd name="T75" fmla="*/ 2147483646 h 318"/>
              <a:gd name="T76" fmla="*/ 2147483646 w 94"/>
              <a:gd name="T77" fmla="*/ 2147483646 h 318"/>
              <a:gd name="T78" fmla="*/ 2147483646 w 94"/>
              <a:gd name="T79" fmla="*/ 2147483646 h 318"/>
              <a:gd name="T80" fmla="*/ 2147483646 w 94"/>
              <a:gd name="T81" fmla="*/ 2147483646 h 318"/>
              <a:gd name="T82" fmla="*/ 2147483646 w 94"/>
              <a:gd name="T83" fmla="*/ 2147483646 h 318"/>
              <a:gd name="T84" fmla="*/ 2147483646 w 94"/>
              <a:gd name="T85" fmla="*/ 2147483646 h 318"/>
              <a:gd name="T86" fmla="*/ 2147483646 w 94"/>
              <a:gd name="T87" fmla="*/ 2147483646 h 318"/>
              <a:gd name="T88" fmla="*/ 2147483646 w 94"/>
              <a:gd name="T89" fmla="*/ 2147483646 h 318"/>
              <a:gd name="T90" fmla="*/ 2147483646 w 94"/>
              <a:gd name="T91" fmla="*/ 2147483646 h 318"/>
              <a:gd name="T92" fmla="*/ 2147483646 w 94"/>
              <a:gd name="T93" fmla="*/ 2147483646 h 318"/>
              <a:gd name="T94" fmla="*/ 2147483646 w 94"/>
              <a:gd name="T95" fmla="*/ 2147483646 h 318"/>
              <a:gd name="T96" fmla="*/ 2147483646 w 94"/>
              <a:gd name="T97" fmla="*/ 2147483646 h 318"/>
              <a:gd name="T98" fmla="*/ 2147483646 w 94"/>
              <a:gd name="T99" fmla="*/ 2147483646 h 318"/>
              <a:gd name="T100" fmla="*/ 2147483646 w 94"/>
              <a:gd name="T101" fmla="*/ 2147483646 h 318"/>
              <a:gd name="T102" fmla="*/ 2147483646 w 94"/>
              <a:gd name="T103" fmla="*/ 2147483646 h 318"/>
              <a:gd name="T104" fmla="*/ 2147483646 w 94"/>
              <a:gd name="T105" fmla="*/ 2147483646 h 318"/>
              <a:gd name="T106" fmla="*/ 2147483646 w 94"/>
              <a:gd name="T107" fmla="*/ 2147483646 h 318"/>
              <a:gd name="T108" fmla="*/ 2147483646 w 94"/>
              <a:gd name="T109" fmla="*/ 2147483646 h 318"/>
              <a:gd name="T110" fmla="*/ 2147483646 w 94"/>
              <a:gd name="T111" fmla="*/ 2147483646 h 318"/>
              <a:gd name="T112" fmla="*/ 2147483646 w 94"/>
              <a:gd name="T113" fmla="*/ 2147483646 h 31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94"/>
              <a:gd name="T172" fmla="*/ 0 h 318"/>
              <a:gd name="T173" fmla="*/ 94 w 94"/>
              <a:gd name="T174" fmla="*/ 318 h 31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94" h="318">
                <a:moveTo>
                  <a:pt x="0" y="318"/>
                </a:moveTo>
                <a:lnTo>
                  <a:pt x="2" y="314"/>
                </a:lnTo>
                <a:lnTo>
                  <a:pt x="4" y="311"/>
                </a:lnTo>
                <a:lnTo>
                  <a:pt x="5" y="307"/>
                </a:lnTo>
                <a:lnTo>
                  <a:pt x="8" y="305"/>
                </a:lnTo>
                <a:lnTo>
                  <a:pt x="9" y="302"/>
                </a:lnTo>
                <a:lnTo>
                  <a:pt x="10" y="299"/>
                </a:lnTo>
                <a:lnTo>
                  <a:pt x="12" y="298"/>
                </a:lnTo>
                <a:lnTo>
                  <a:pt x="13" y="295"/>
                </a:lnTo>
                <a:lnTo>
                  <a:pt x="14" y="293"/>
                </a:lnTo>
                <a:lnTo>
                  <a:pt x="14" y="291"/>
                </a:lnTo>
                <a:lnTo>
                  <a:pt x="16" y="290"/>
                </a:lnTo>
                <a:lnTo>
                  <a:pt x="17" y="287"/>
                </a:lnTo>
                <a:lnTo>
                  <a:pt x="17" y="286"/>
                </a:lnTo>
                <a:lnTo>
                  <a:pt x="18" y="285"/>
                </a:lnTo>
                <a:lnTo>
                  <a:pt x="20" y="283"/>
                </a:lnTo>
                <a:lnTo>
                  <a:pt x="20" y="282"/>
                </a:lnTo>
                <a:lnTo>
                  <a:pt x="21" y="281"/>
                </a:lnTo>
                <a:lnTo>
                  <a:pt x="21" y="279"/>
                </a:lnTo>
                <a:lnTo>
                  <a:pt x="22" y="278"/>
                </a:lnTo>
                <a:lnTo>
                  <a:pt x="22" y="277"/>
                </a:lnTo>
                <a:lnTo>
                  <a:pt x="24" y="275"/>
                </a:lnTo>
                <a:lnTo>
                  <a:pt x="24" y="274"/>
                </a:lnTo>
                <a:lnTo>
                  <a:pt x="24" y="273"/>
                </a:lnTo>
                <a:lnTo>
                  <a:pt x="25" y="271"/>
                </a:lnTo>
                <a:lnTo>
                  <a:pt x="25" y="270"/>
                </a:lnTo>
                <a:lnTo>
                  <a:pt x="26" y="269"/>
                </a:lnTo>
                <a:lnTo>
                  <a:pt x="26" y="267"/>
                </a:lnTo>
                <a:lnTo>
                  <a:pt x="28" y="266"/>
                </a:lnTo>
                <a:lnTo>
                  <a:pt x="28" y="265"/>
                </a:lnTo>
                <a:lnTo>
                  <a:pt x="29" y="263"/>
                </a:lnTo>
                <a:lnTo>
                  <a:pt x="29" y="261"/>
                </a:lnTo>
                <a:lnTo>
                  <a:pt x="30" y="259"/>
                </a:lnTo>
                <a:lnTo>
                  <a:pt x="30" y="258"/>
                </a:lnTo>
                <a:lnTo>
                  <a:pt x="32" y="255"/>
                </a:lnTo>
                <a:lnTo>
                  <a:pt x="32" y="254"/>
                </a:lnTo>
                <a:lnTo>
                  <a:pt x="33" y="253"/>
                </a:lnTo>
                <a:lnTo>
                  <a:pt x="33" y="251"/>
                </a:lnTo>
                <a:lnTo>
                  <a:pt x="34" y="250"/>
                </a:lnTo>
                <a:lnTo>
                  <a:pt x="34" y="249"/>
                </a:lnTo>
                <a:lnTo>
                  <a:pt x="34" y="247"/>
                </a:lnTo>
                <a:lnTo>
                  <a:pt x="36" y="246"/>
                </a:lnTo>
                <a:lnTo>
                  <a:pt x="36" y="245"/>
                </a:lnTo>
                <a:lnTo>
                  <a:pt x="37" y="243"/>
                </a:lnTo>
                <a:lnTo>
                  <a:pt x="37" y="242"/>
                </a:lnTo>
                <a:lnTo>
                  <a:pt x="37" y="241"/>
                </a:lnTo>
                <a:lnTo>
                  <a:pt x="38" y="239"/>
                </a:lnTo>
                <a:lnTo>
                  <a:pt x="38" y="238"/>
                </a:lnTo>
                <a:lnTo>
                  <a:pt x="40" y="237"/>
                </a:lnTo>
                <a:lnTo>
                  <a:pt x="40" y="235"/>
                </a:lnTo>
                <a:lnTo>
                  <a:pt x="40" y="234"/>
                </a:lnTo>
                <a:lnTo>
                  <a:pt x="41" y="234"/>
                </a:lnTo>
                <a:lnTo>
                  <a:pt x="41" y="233"/>
                </a:lnTo>
                <a:lnTo>
                  <a:pt x="41" y="231"/>
                </a:lnTo>
                <a:lnTo>
                  <a:pt x="42" y="230"/>
                </a:lnTo>
                <a:lnTo>
                  <a:pt x="42" y="229"/>
                </a:lnTo>
                <a:lnTo>
                  <a:pt x="42" y="226"/>
                </a:lnTo>
                <a:lnTo>
                  <a:pt x="44" y="225"/>
                </a:lnTo>
                <a:lnTo>
                  <a:pt x="44" y="223"/>
                </a:lnTo>
                <a:lnTo>
                  <a:pt x="45" y="222"/>
                </a:lnTo>
                <a:lnTo>
                  <a:pt x="45" y="219"/>
                </a:lnTo>
                <a:lnTo>
                  <a:pt x="46" y="217"/>
                </a:lnTo>
                <a:lnTo>
                  <a:pt x="48" y="215"/>
                </a:lnTo>
                <a:lnTo>
                  <a:pt x="48" y="213"/>
                </a:lnTo>
                <a:lnTo>
                  <a:pt x="49" y="212"/>
                </a:lnTo>
                <a:lnTo>
                  <a:pt x="49" y="209"/>
                </a:lnTo>
                <a:lnTo>
                  <a:pt x="50" y="208"/>
                </a:lnTo>
                <a:lnTo>
                  <a:pt x="51" y="206"/>
                </a:lnTo>
                <a:lnTo>
                  <a:pt x="51" y="204"/>
                </a:lnTo>
                <a:lnTo>
                  <a:pt x="51" y="202"/>
                </a:lnTo>
                <a:lnTo>
                  <a:pt x="53" y="201"/>
                </a:lnTo>
                <a:lnTo>
                  <a:pt x="53" y="200"/>
                </a:lnTo>
                <a:lnTo>
                  <a:pt x="54" y="198"/>
                </a:lnTo>
                <a:lnTo>
                  <a:pt x="54" y="197"/>
                </a:lnTo>
                <a:lnTo>
                  <a:pt x="54" y="196"/>
                </a:lnTo>
                <a:lnTo>
                  <a:pt x="55" y="194"/>
                </a:lnTo>
                <a:lnTo>
                  <a:pt x="55" y="193"/>
                </a:lnTo>
                <a:lnTo>
                  <a:pt x="57" y="192"/>
                </a:lnTo>
                <a:lnTo>
                  <a:pt x="57" y="190"/>
                </a:lnTo>
                <a:lnTo>
                  <a:pt x="57" y="189"/>
                </a:lnTo>
                <a:lnTo>
                  <a:pt x="57" y="188"/>
                </a:lnTo>
                <a:lnTo>
                  <a:pt x="58" y="186"/>
                </a:lnTo>
                <a:lnTo>
                  <a:pt x="58" y="185"/>
                </a:lnTo>
                <a:lnTo>
                  <a:pt x="58" y="184"/>
                </a:lnTo>
                <a:lnTo>
                  <a:pt x="59" y="182"/>
                </a:lnTo>
                <a:lnTo>
                  <a:pt x="59" y="181"/>
                </a:lnTo>
                <a:lnTo>
                  <a:pt x="59" y="180"/>
                </a:lnTo>
                <a:lnTo>
                  <a:pt x="61" y="178"/>
                </a:lnTo>
                <a:lnTo>
                  <a:pt x="61" y="177"/>
                </a:lnTo>
                <a:lnTo>
                  <a:pt x="61" y="176"/>
                </a:lnTo>
                <a:lnTo>
                  <a:pt x="62" y="173"/>
                </a:lnTo>
                <a:lnTo>
                  <a:pt x="62" y="172"/>
                </a:lnTo>
                <a:lnTo>
                  <a:pt x="63" y="169"/>
                </a:lnTo>
                <a:lnTo>
                  <a:pt x="63" y="168"/>
                </a:lnTo>
                <a:lnTo>
                  <a:pt x="65" y="165"/>
                </a:lnTo>
                <a:lnTo>
                  <a:pt x="65" y="162"/>
                </a:lnTo>
                <a:lnTo>
                  <a:pt x="66" y="161"/>
                </a:lnTo>
                <a:lnTo>
                  <a:pt x="66" y="160"/>
                </a:lnTo>
                <a:lnTo>
                  <a:pt x="67" y="157"/>
                </a:lnTo>
                <a:lnTo>
                  <a:pt x="67" y="156"/>
                </a:lnTo>
                <a:lnTo>
                  <a:pt x="67" y="154"/>
                </a:lnTo>
                <a:lnTo>
                  <a:pt x="69" y="153"/>
                </a:lnTo>
                <a:lnTo>
                  <a:pt x="69" y="152"/>
                </a:lnTo>
                <a:lnTo>
                  <a:pt x="69" y="150"/>
                </a:lnTo>
                <a:lnTo>
                  <a:pt x="70" y="149"/>
                </a:lnTo>
                <a:lnTo>
                  <a:pt x="70" y="148"/>
                </a:lnTo>
                <a:lnTo>
                  <a:pt x="70" y="146"/>
                </a:lnTo>
                <a:lnTo>
                  <a:pt x="70" y="145"/>
                </a:lnTo>
                <a:lnTo>
                  <a:pt x="71" y="144"/>
                </a:lnTo>
                <a:lnTo>
                  <a:pt x="71" y="142"/>
                </a:lnTo>
                <a:lnTo>
                  <a:pt x="71" y="141"/>
                </a:lnTo>
                <a:lnTo>
                  <a:pt x="73" y="140"/>
                </a:lnTo>
                <a:lnTo>
                  <a:pt x="73" y="138"/>
                </a:lnTo>
                <a:lnTo>
                  <a:pt x="73" y="137"/>
                </a:lnTo>
                <a:lnTo>
                  <a:pt x="74" y="136"/>
                </a:lnTo>
                <a:lnTo>
                  <a:pt x="74" y="134"/>
                </a:lnTo>
                <a:lnTo>
                  <a:pt x="74" y="133"/>
                </a:lnTo>
                <a:lnTo>
                  <a:pt x="74" y="132"/>
                </a:lnTo>
                <a:lnTo>
                  <a:pt x="75" y="130"/>
                </a:lnTo>
                <a:lnTo>
                  <a:pt x="75" y="129"/>
                </a:lnTo>
                <a:lnTo>
                  <a:pt x="77" y="126"/>
                </a:lnTo>
                <a:lnTo>
                  <a:pt x="77" y="125"/>
                </a:lnTo>
                <a:lnTo>
                  <a:pt x="77" y="124"/>
                </a:lnTo>
                <a:lnTo>
                  <a:pt x="78" y="121"/>
                </a:lnTo>
                <a:lnTo>
                  <a:pt x="78" y="119"/>
                </a:lnTo>
                <a:lnTo>
                  <a:pt x="79" y="117"/>
                </a:lnTo>
                <a:lnTo>
                  <a:pt x="79" y="115"/>
                </a:lnTo>
                <a:lnTo>
                  <a:pt x="81" y="113"/>
                </a:lnTo>
                <a:lnTo>
                  <a:pt x="81" y="111"/>
                </a:lnTo>
                <a:lnTo>
                  <a:pt x="82" y="109"/>
                </a:lnTo>
                <a:lnTo>
                  <a:pt x="82" y="108"/>
                </a:lnTo>
                <a:lnTo>
                  <a:pt x="82" y="107"/>
                </a:lnTo>
                <a:lnTo>
                  <a:pt x="83" y="105"/>
                </a:lnTo>
                <a:lnTo>
                  <a:pt x="83" y="104"/>
                </a:lnTo>
                <a:lnTo>
                  <a:pt x="83" y="103"/>
                </a:lnTo>
                <a:lnTo>
                  <a:pt x="85" y="101"/>
                </a:lnTo>
                <a:lnTo>
                  <a:pt x="85" y="100"/>
                </a:lnTo>
                <a:lnTo>
                  <a:pt x="85" y="99"/>
                </a:lnTo>
                <a:lnTo>
                  <a:pt x="85" y="97"/>
                </a:lnTo>
                <a:lnTo>
                  <a:pt x="85" y="96"/>
                </a:lnTo>
                <a:lnTo>
                  <a:pt x="86" y="96"/>
                </a:lnTo>
                <a:lnTo>
                  <a:pt x="86" y="95"/>
                </a:lnTo>
                <a:lnTo>
                  <a:pt x="86" y="93"/>
                </a:lnTo>
                <a:lnTo>
                  <a:pt x="86" y="92"/>
                </a:lnTo>
                <a:lnTo>
                  <a:pt x="86" y="91"/>
                </a:lnTo>
                <a:lnTo>
                  <a:pt x="86" y="89"/>
                </a:lnTo>
                <a:lnTo>
                  <a:pt x="86" y="88"/>
                </a:lnTo>
                <a:lnTo>
                  <a:pt x="87" y="87"/>
                </a:lnTo>
                <a:lnTo>
                  <a:pt x="87" y="85"/>
                </a:lnTo>
                <a:lnTo>
                  <a:pt x="87" y="84"/>
                </a:lnTo>
                <a:lnTo>
                  <a:pt x="87" y="83"/>
                </a:lnTo>
                <a:lnTo>
                  <a:pt x="87" y="81"/>
                </a:lnTo>
                <a:lnTo>
                  <a:pt x="87" y="80"/>
                </a:lnTo>
                <a:lnTo>
                  <a:pt x="87" y="77"/>
                </a:lnTo>
                <a:lnTo>
                  <a:pt x="87" y="76"/>
                </a:lnTo>
                <a:lnTo>
                  <a:pt x="87" y="75"/>
                </a:lnTo>
                <a:lnTo>
                  <a:pt x="89" y="72"/>
                </a:lnTo>
                <a:lnTo>
                  <a:pt x="89" y="71"/>
                </a:lnTo>
                <a:lnTo>
                  <a:pt x="89" y="69"/>
                </a:lnTo>
                <a:lnTo>
                  <a:pt x="89" y="67"/>
                </a:lnTo>
                <a:lnTo>
                  <a:pt x="89" y="65"/>
                </a:lnTo>
                <a:lnTo>
                  <a:pt x="89" y="64"/>
                </a:lnTo>
                <a:lnTo>
                  <a:pt x="89" y="63"/>
                </a:lnTo>
                <a:lnTo>
                  <a:pt x="89" y="61"/>
                </a:lnTo>
                <a:lnTo>
                  <a:pt x="89" y="60"/>
                </a:lnTo>
                <a:lnTo>
                  <a:pt x="89" y="59"/>
                </a:lnTo>
                <a:lnTo>
                  <a:pt x="89" y="57"/>
                </a:lnTo>
                <a:lnTo>
                  <a:pt x="90" y="57"/>
                </a:lnTo>
                <a:lnTo>
                  <a:pt x="90" y="56"/>
                </a:lnTo>
                <a:lnTo>
                  <a:pt x="90" y="55"/>
                </a:lnTo>
                <a:lnTo>
                  <a:pt x="90" y="53"/>
                </a:lnTo>
                <a:lnTo>
                  <a:pt x="90" y="52"/>
                </a:lnTo>
                <a:lnTo>
                  <a:pt x="90" y="51"/>
                </a:lnTo>
                <a:lnTo>
                  <a:pt x="90" y="49"/>
                </a:lnTo>
                <a:lnTo>
                  <a:pt x="90" y="48"/>
                </a:lnTo>
                <a:lnTo>
                  <a:pt x="91" y="48"/>
                </a:lnTo>
                <a:lnTo>
                  <a:pt x="91" y="47"/>
                </a:lnTo>
                <a:lnTo>
                  <a:pt x="91" y="45"/>
                </a:lnTo>
                <a:lnTo>
                  <a:pt x="91" y="44"/>
                </a:lnTo>
                <a:lnTo>
                  <a:pt x="91" y="43"/>
                </a:lnTo>
                <a:lnTo>
                  <a:pt x="91" y="41"/>
                </a:lnTo>
                <a:lnTo>
                  <a:pt x="93" y="40"/>
                </a:lnTo>
                <a:lnTo>
                  <a:pt x="93" y="39"/>
                </a:lnTo>
                <a:lnTo>
                  <a:pt x="93" y="37"/>
                </a:lnTo>
                <a:lnTo>
                  <a:pt x="93" y="36"/>
                </a:lnTo>
                <a:lnTo>
                  <a:pt x="93" y="35"/>
                </a:lnTo>
                <a:lnTo>
                  <a:pt x="94" y="33"/>
                </a:lnTo>
                <a:lnTo>
                  <a:pt x="94" y="32"/>
                </a:lnTo>
                <a:lnTo>
                  <a:pt x="94" y="31"/>
                </a:lnTo>
                <a:lnTo>
                  <a:pt x="94" y="29"/>
                </a:lnTo>
                <a:lnTo>
                  <a:pt x="94" y="28"/>
                </a:lnTo>
                <a:lnTo>
                  <a:pt x="94" y="27"/>
                </a:lnTo>
                <a:lnTo>
                  <a:pt x="94" y="26"/>
                </a:lnTo>
                <a:lnTo>
                  <a:pt x="94" y="24"/>
                </a:lnTo>
                <a:lnTo>
                  <a:pt x="94" y="23"/>
                </a:lnTo>
                <a:lnTo>
                  <a:pt x="94" y="22"/>
                </a:lnTo>
                <a:lnTo>
                  <a:pt x="94" y="20"/>
                </a:lnTo>
                <a:lnTo>
                  <a:pt x="94" y="19"/>
                </a:lnTo>
                <a:lnTo>
                  <a:pt x="94" y="16"/>
                </a:lnTo>
                <a:lnTo>
                  <a:pt x="94" y="15"/>
                </a:lnTo>
                <a:lnTo>
                  <a:pt x="94" y="14"/>
                </a:lnTo>
                <a:lnTo>
                  <a:pt x="94" y="12"/>
                </a:lnTo>
                <a:lnTo>
                  <a:pt x="94" y="10"/>
                </a:lnTo>
                <a:lnTo>
                  <a:pt x="93" y="7"/>
                </a:lnTo>
                <a:lnTo>
                  <a:pt x="93" y="6"/>
                </a:lnTo>
                <a:lnTo>
                  <a:pt x="93" y="3"/>
                </a:lnTo>
                <a:lnTo>
                  <a:pt x="93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9" name="Line 44">
            <a:extLst>
              <a:ext uri="{FF2B5EF4-FFF2-40B4-BE49-F238E27FC236}">
                <a16:creationId xmlns:a16="http://schemas.microsoft.com/office/drawing/2014/main" id="{97051000-08D3-47B5-909F-F7BC6D9622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23038" y="1806575"/>
            <a:ext cx="58737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0" name="Rectangle 45">
            <a:extLst>
              <a:ext uri="{FF2B5EF4-FFF2-40B4-BE49-F238E27FC236}">
                <a16:creationId xmlns:a16="http://schemas.microsoft.com/office/drawing/2014/main" id="{A521772E-9B16-47C0-BA87-A3A879B60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1416050"/>
            <a:ext cx="3334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HA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1" name="Rectangle 46">
            <a:extLst>
              <a:ext uri="{FF2B5EF4-FFF2-40B4-BE49-F238E27FC236}">
                <a16:creationId xmlns:a16="http://schemas.microsoft.com/office/drawing/2014/main" id="{C7B7E2E4-B9CB-4D38-B52C-1695B4A3D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1441450"/>
            <a:ext cx="1474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2" name="Rectangle 47">
            <a:extLst>
              <a:ext uri="{FF2B5EF4-FFF2-40B4-BE49-F238E27FC236}">
                <a16:creationId xmlns:a16="http://schemas.microsoft.com/office/drawing/2014/main" id="{D8067393-03D5-4F18-8D7F-A8D535333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5663" y="1736725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3" name="Rectangle 48">
            <a:extLst>
              <a:ext uri="{FF2B5EF4-FFF2-40B4-BE49-F238E27FC236}">
                <a16:creationId xmlns:a16="http://schemas.microsoft.com/office/drawing/2014/main" id="{D053488B-0127-4553-BF77-4520A4A42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1143000"/>
            <a:ext cx="1474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4" name="Rectangle 49">
            <a:extLst>
              <a:ext uri="{FF2B5EF4-FFF2-40B4-BE49-F238E27FC236}">
                <a16:creationId xmlns:a16="http://schemas.microsoft.com/office/drawing/2014/main" id="{BCF79599-91CB-450A-8457-93185D17D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538" y="1438275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5" name="Rectangle 50">
            <a:extLst>
              <a:ext uri="{FF2B5EF4-FFF2-40B4-BE49-F238E27FC236}">
                <a16:creationId xmlns:a16="http://schemas.microsoft.com/office/drawing/2014/main" id="{2CA01C64-78F3-4DD5-A15C-2DEFD02BC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3" y="1220787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6" name="Rectangle 51">
            <a:extLst>
              <a:ext uri="{FF2B5EF4-FFF2-40B4-BE49-F238E27FC236}">
                <a16:creationId xmlns:a16="http://schemas.microsoft.com/office/drawing/2014/main" id="{5F2C228F-A1FB-43F1-BB28-3FF641FF9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388" y="1317625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7" name="Rectangle 52">
            <a:extLst>
              <a:ext uri="{FF2B5EF4-FFF2-40B4-BE49-F238E27FC236}">
                <a16:creationId xmlns:a16="http://schemas.microsoft.com/office/drawing/2014/main" id="{16900E91-7201-4AAE-90AB-385F8E6BC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1538287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8" name="Rectangle 53">
            <a:extLst>
              <a:ext uri="{FF2B5EF4-FFF2-40B4-BE49-F238E27FC236}">
                <a16:creationId xmlns:a16="http://schemas.microsoft.com/office/drawing/2014/main" id="{DEE537F4-FA77-4D64-A612-E98C35ECF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563" y="1635125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99" name="Rectangle 54">
            <a:extLst>
              <a:ext uri="{FF2B5EF4-FFF2-40B4-BE49-F238E27FC236}">
                <a16:creationId xmlns:a16="http://schemas.microsoft.com/office/drawing/2014/main" id="{58744A59-B555-403E-8BE6-E89A6FB00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1819275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y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00" name="Rectangle 55">
            <a:extLst>
              <a:ext uri="{FF2B5EF4-FFF2-40B4-BE49-F238E27FC236}">
                <a16:creationId xmlns:a16="http://schemas.microsoft.com/office/drawing/2014/main" id="{8F9C9E24-9BB2-4255-A220-B39EA6673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975" y="1916112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01" name="Rectangle 56">
            <a:extLst>
              <a:ext uri="{FF2B5EF4-FFF2-40B4-BE49-F238E27FC236}">
                <a16:creationId xmlns:a16="http://schemas.microsoft.com/office/drawing/2014/main" id="{06E72FAE-C3AC-42E3-B813-510C9258F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2338" y="1679575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02" name="Rectangle 57">
            <a:extLst>
              <a:ext uri="{FF2B5EF4-FFF2-40B4-BE49-F238E27FC236}">
                <a16:creationId xmlns:a16="http://schemas.microsoft.com/office/drawing/2014/main" id="{BDFA1036-665B-466E-8642-643CCF6B9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4413" y="1776412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03" name="Rectangle 58">
            <a:extLst>
              <a:ext uri="{FF2B5EF4-FFF2-40B4-BE49-F238E27FC236}">
                <a16:creationId xmlns:a16="http://schemas.microsoft.com/office/drawing/2014/main" id="{9F8BDB62-ED1F-4D8E-904C-8E82D0AD3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263" y="1776412"/>
            <a:ext cx="173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04" name="Rectangle 59">
            <a:extLst>
              <a:ext uri="{FF2B5EF4-FFF2-40B4-BE49-F238E27FC236}">
                <a16:creationId xmlns:a16="http://schemas.microsoft.com/office/drawing/2014/main" id="{17EA9810-FD22-4BF3-9001-0CDC97A3E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1776412"/>
            <a:ext cx="18755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+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05" name="Rectangle 60">
            <a:extLst>
              <a:ext uri="{FF2B5EF4-FFF2-40B4-BE49-F238E27FC236}">
                <a16:creationId xmlns:a16="http://schemas.microsoft.com/office/drawing/2014/main" id="{A0712BB1-8A29-494F-BF8A-A7A11838C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5" y="1230312"/>
            <a:ext cx="1474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06" name="Line 62">
            <a:extLst>
              <a:ext uri="{FF2B5EF4-FFF2-40B4-BE49-F238E27FC236}">
                <a16:creationId xmlns:a16="http://schemas.microsoft.com/office/drawing/2014/main" id="{0A6963D4-887E-4B20-9A54-0035CC2AC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9525" y="3452812"/>
            <a:ext cx="23177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07" name="Line 63">
            <a:extLst>
              <a:ext uri="{FF2B5EF4-FFF2-40B4-BE49-F238E27FC236}">
                <a16:creationId xmlns:a16="http://schemas.microsoft.com/office/drawing/2014/main" id="{EEFE3B88-8C2D-4F8E-822E-E3AFA4FAF8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5988" y="3305175"/>
            <a:ext cx="147637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49208" name="Group 122">
            <a:extLst>
              <a:ext uri="{FF2B5EF4-FFF2-40B4-BE49-F238E27FC236}">
                <a16:creationId xmlns:a16="http://schemas.microsoft.com/office/drawing/2014/main" id="{9B4E0E5C-6E00-4E7D-AA10-CC0243F088BC}"/>
              </a:ext>
            </a:extLst>
          </p:cNvPr>
          <p:cNvGrpSpPr>
            <a:grpSpLocks/>
          </p:cNvGrpSpPr>
          <p:nvPr/>
        </p:nvGrpSpPr>
        <p:grpSpPr bwMode="auto">
          <a:xfrm>
            <a:off x="4010025" y="3052762"/>
            <a:ext cx="719138" cy="501650"/>
            <a:chOff x="2526" y="1741"/>
            <a:chExt cx="453" cy="316"/>
          </a:xfrm>
        </p:grpSpPr>
        <p:sp>
          <p:nvSpPr>
            <p:cNvPr id="49253" name="Freeform 64">
              <a:extLst>
                <a:ext uri="{FF2B5EF4-FFF2-40B4-BE49-F238E27FC236}">
                  <a16:creationId xmlns:a16="http://schemas.microsoft.com/office/drawing/2014/main" id="{E79FB9B6-8BBB-4DF7-9839-8EE893A1A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1741"/>
              <a:ext cx="397" cy="157"/>
            </a:xfrm>
            <a:custGeom>
              <a:avLst/>
              <a:gdLst>
                <a:gd name="T0" fmla="*/ 1 w 793"/>
                <a:gd name="T1" fmla="*/ 0 h 315"/>
                <a:gd name="T2" fmla="*/ 1 w 793"/>
                <a:gd name="T3" fmla="*/ 0 h 315"/>
                <a:gd name="T4" fmla="*/ 1 w 793"/>
                <a:gd name="T5" fmla="*/ 0 h 315"/>
                <a:gd name="T6" fmla="*/ 1 w 793"/>
                <a:gd name="T7" fmla="*/ 0 h 315"/>
                <a:gd name="T8" fmla="*/ 1 w 793"/>
                <a:gd name="T9" fmla="*/ 0 h 315"/>
                <a:gd name="T10" fmla="*/ 1 w 793"/>
                <a:gd name="T11" fmla="*/ 0 h 315"/>
                <a:gd name="T12" fmla="*/ 1 w 793"/>
                <a:gd name="T13" fmla="*/ 0 h 315"/>
                <a:gd name="T14" fmla="*/ 1 w 793"/>
                <a:gd name="T15" fmla="*/ 0 h 315"/>
                <a:gd name="T16" fmla="*/ 1 w 793"/>
                <a:gd name="T17" fmla="*/ 0 h 315"/>
                <a:gd name="T18" fmla="*/ 1 w 793"/>
                <a:gd name="T19" fmla="*/ 0 h 315"/>
                <a:gd name="T20" fmla="*/ 1 w 793"/>
                <a:gd name="T21" fmla="*/ 0 h 315"/>
                <a:gd name="T22" fmla="*/ 1 w 793"/>
                <a:gd name="T23" fmla="*/ 0 h 315"/>
                <a:gd name="T24" fmla="*/ 1 w 793"/>
                <a:gd name="T25" fmla="*/ 0 h 315"/>
                <a:gd name="T26" fmla="*/ 1 w 793"/>
                <a:gd name="T27" fmla="*/ 0 h 315"/>
                <a:gd name="T28" fmla="*/ 1 w 793"/>
                <a:gd name="T29" fmla="*/ 0 h 315"/>
                <a:gd name="T30" fmla="*/ 1 w 793"/>
                <a:gd name="T31" fmla="*/ 0 h 315"/>
                <a:gd name="T32" fmla="*/ 1 w 793"/>
                <a:gd name="T33" fmla="*/ 0 h 315"/>
                <a:gd name="T34" fmla="*/ 1 w 793"/>
                <a:gd name="T35" fmla="*/ 0 h 315"/>
                <a:gd name="T36" fmla="*/ 1 w 793"/>
                <a:gd name="T37" fmla="*/ 0 h 315"/>
                <a:gd name="T38" fmla="*/ 1 w 793"/>
                <a:gd name="T39" fmla="*/ 0 h 315"/>
                <a:gd name="T40" fmla="*/ 1 w 793"/>
                <a:gd name="T41" fmla="*/ 0 h 315"/>
                <a:gd name="T42" fmla="*/ 1 w 793"/>
                <a:gd name="T43" fmla="*/ 0 h 315"/>
                <a:gd name="T44" fmla="*/ 1 w 793"/>
                <a:gd name="T45" fmla="*/ 0 h 315"/>
                <a:gd name="T46" fmla="*/ 1 w 793"/>
                <a:gd name="T47" fmla="*/ 0 h 315"/>
                <a:gd name="T48" fmla="*/ 1 w 793"/>
                <a:gd name="T49" fmla="*/ 0 h 315"/>
                <a:gd name="T50" fmla="*/ 1 w 793"/>
                <a:gd name="T51" fmla="*/ 0 h 315"/>
                <a:gd name="T52" fmla="*/ 1 w 793"/>
                <a:gd name="T53" fmla="*/ 0 h 315"/>
                <a:gd name="T54" fmla="*/ 1 w 793"/>
                <a:gd name="T55" fmla="*/ 0 h 315"/>
                <a:gd name="T56" fmla="*/ 1 w 793"/>
                <a:gd name="T57" fmla="*/ 0 h 315"/>
                <a:gd name="T58" fmla="*/ 1 w 793"/>
                <a:gd name="T59" fmla="*/ 0 h 315"/>
                <a:gd name="T60" fmla="*/ 1 w 793"/>
                <a:gd name="T61" fmla="*/ 0 h 315"/>
                <a:gd name="T62" fmla="*/ 1 w 793"/>
                <a:gd name="T63" fmla="*/ 0 h 315"/>
                <a:gd name="T64" fmla="*/ 1 w 793"/>
                <a:gd name="T65" fmla="*/ 0 h 315"/>
                <a:gd name="T66" fmla="*/ 1 w 793"/>
                <a:gd name="T67" fmla="*/ 0 h 315"/>
                <a:gd name="T68" fmla="*/ 1 w 793"/>
                <a:gd name="T69" fmla="*/ 0 h 315"/>
                <a:gd name="T70" fmla="*/ 1 w 793"/>
                <a:gd name="T71" fmla="*/ 0 h 315"/>
                <a:gd name="T72" fmla="*/ 1 w 793"/>
                <a:gd name="T73" fmla="*/ 0 h 315"/>
                <a:gd name="T74" fmla="*/ 1 w 793"/>
                <a:gd name="T75" fmla="*/ 0 h 315"/>
                <a:gd name="T76" fmla="*/ 1 w 793"/>
                <a:gd name="T77" fmla="*/ 0 h 315"/>
                <a:gd name="T78" fmla="*/ 1 w 793"/>
                <a:gd name="T79" fmla="*/ 0 h 315"/>
                <a:gd name="T80" fmla="*/ 1 w 793"/>
                <a:gd name="T81" fmla="*/ 0 h 315"/>
                <a:gd name="T82" fmla="*/ 1 w 793"/>
                <a:gd name="T83" fmla="*/ 0 h 315"/>
                <a:gd name="T84" fmla="*/ 1 w 793"/>
                <a:gd name="T85" fmla="*/ 0 h 315"/>
                <a:gd name="T86" fmla="*/ 1 w 793"/>
                <a:gd name="T87" fmla="*/ 0 h 315"/>
                <a:gd name="T88" fmla="*/ 1 w 793"/>
                <a:gd name="T89" fmla="*/ 0 h 315"/>
                <a:gd name="T90" fmla="*/ 1 w 793"/>
                <a:gd name="T91" fmla="*/ 0 h 315"/>
                <a:gd name="T92" fmla="*/ 1 w 793"/>
                <a:gd name="T93" fmla="*/ 0 h 315"/>
                <a:gd name="T94" fmla="*/ 1 w 793"/>
                <a:gd name="T95" fmla="*/ 0 h 315"/>
                <a:gd name="T96" fmla="*/ 1 w 793"/>
                <a:gd name="T97" fmla="*/ 0 h 315"/>
                <a:gd name="T98" fmla="*/ 1 w 793"/>
                <a:gd name="T99" fmla="*/ 0 h 315"/>
                <a:gd name="T100" fmla="*/ 1 w 793"/>
                <a:gd name="T101" fmla="*/ 0 h 315"/>
                <a:gd name="T102" fmla="*/ 1 w 793"/>
                <a:gd name="T103" fmla="*/ 0 h 315"/>
                <a:gd name="T104" fmla="*/ 1 w 793"/>
                <a:gd name="T105" fmla="*/ 0 h 315"/>
                <a:gd name="T106" fmla="*/ 1 w 793"/>
                <a:gd name="T107" fmla="*/ 0 h 315"/>
                <a:gd name="T108" fmla="*/ 1 w 793"/>
                <a:gd name="T109" fmla="*/ 0 h 315"/>
                <a:gd name="T110" fmla="*/ 1 w 793"/>
                <a:gd name="T111" fmla="*/ 0 h 315"/>
                <a:gd name="T112" fmla="*/ 1 w 793"/>
                <a:gd name="T113" fmla="*/ 0 h 315"/>
                <a:gd name="T114" fmla="*/ 1 w 793"/>
                <a:gd name="T115" fmla="*/ 0 h 315"/>
                <a:gd name="T116" fmla="*/ 1 w 793"/>
                <a:gd name="T117" fmla="*/ 0 h 315"/>
                <a:gd name="T118" fmla="*/ 1 w 793"/>
                <a:gd name="T119" fmla="*/ 0 h 315"/>
                <a:gd name="T120" fmla="*/ 1 w 793"/>
                <a:gd name="T121" fmla="*/ 0 h 31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793"/>
                <a:gd name="T184" fmla="*/ 0 h 315"/>
                <a:gd name="T185" fmla="*/ 793 w 793"/>
                <a:gd name="T186" fmla="*/ 315 h 315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793" h="315">
                  <a:moveTo>
                    <a:pt x="0" y="0"/>
                  </a:moveTo>
                  <a:lnTo>
                    <a:pt x="31" y="0"/>
                  </a:lnTo>
                  <a:lnTo>
                    <a:pt x="59" y="0"/>
                  </a:lnTo>
                  <a:lnTo>
                    <a:pt x="85" y="0"/>
                  </a:lnTo>
                  <a:lnTo>
                    <a:pt x="110" y="0"/>
                  </a:lnTo>
                  <a:lnTo>
                    <a:pt x="133" y="0"/>
                  </a:lnTo>
                  <a:lnTo>
                    <a:pt x="154" y="0"/>
                  </a:lnTo>
                  <a:lnTo>
                    <a:pt x="174" y="0"/>
                  </a:lnTo>
                  <a:lnTo>
                    <a:pt x="193" y="0"/>
                  </a:lnTo>
                  <a:lnTo>
                    <a:pt x="210" y="0"/>
                  </a:lnTo>
                  <a:lnTo>
                    <a:pt x="226" y="0"/>
                  </a:lnTo>
                  <a:lnTo>
                    <a:pt x="241" y="0"/>
                  </a:lnTo>
                  <a:lnTo>
                    <a:pt x="254" y="0"/>
                  </a:lnTo>
                  <a:lnTo>
                    <a:pt x="266" y="0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295" y="0"/>
                  </a:lnTo>
                  <a:lnTo>
                    <a:pt x="303" y="0"/>
                  </a:lnTo>
                  <a:lnTo>
                    <a:pt x="310" y="0"/>
                  </a:lnTo>
                  <a:lnTo>
                    <a:pt x="316" y="0"/>
                  </a:lnTo>
                  <a:lnTo>
                    <a:pt x="322" y="0"/>
                  </a:lnTo>
                  <a:lnTo>
                    <a:pt x="327" y="0"/>
                  </a:lnTo>
                  <a:lnTo>
                    <a:pt x="331" y="0"/>
                  </a:lnTo>
                  <a:lnTo>
                    <a:pt x="335" y="0"/>
                  </a:lnTo>
                  <a:lnTo>
                    <a:pt x="339" y="0"/>
                  </a:lnTo>
                  <a:lnTo>
                    <a:pt x="342" y="0"/>
                  </a:lnTo>
                  <a:lnTo>
                    <a:pt x="344" y="0"/>
                  </a:lnTo>
                  <a:lnTo>
                    <a:pt x="347" y="1"/>
                  </a:lnTo>
                  <a:lnTo>
                    <a:pt x="349" y="1"/>
                  </a:lnTo>
                  <a:lnTo>
                    <a:pt x="351" y="1"/>
                  </a:lnTo>
                  <a:lnTo>
                    <a:pt x="353" y="1"/>
                  </a:lnTo>
                  <a:lnTo>
                    <a:pt x="355" y="1"/>
                  </a:lnTo>
                  <a:lnTo>
                    <a:pt x="357" y="1"/>
                  </a:lnTo>
                  <a:lnTo>
                    <a:pt x="360" y="1"/>
                  </a:lnTo>
                  <a:lnTo>
                    <a:pt x="361" y="1"/>
                  </a:lnTo>
                  <a:lnTo>
                    <a:pt x="364" y="1"/>
                  </a:lnTo>
                  <a:lnTo>
                    <a:pt x="365" y="1"/>
                  </a:lnTo>
                  <a:lnTo>
                    <a:pt x="367" y="3"/>
                  </a:lnTo>
                  <a:lnTo>
                    <a:pt x="369" y="3"/>
                  </a:lnTo>
                  <a:lnTo>
                    <a:pt x="371" y="3"/>
                  </a:lnTo>
                  <a:lnTo>
                    <a:pt x="372" y="3"/>
                  </a:lnTo>
                  <a:lnTo>
                    <a:pt x="373" y="3"/>
                  </a:lnTo>
                  <a:lnTo>
                    <a:pt x="375" y="3"/>
                  </a:lnTo>
                  <a:lnTo>
                    <a:pt x="376" y="3"/>
                  </a:lnTo>
                  <a:lnTo>
                    <a:pt x="377" y="3"/>
                  </a:lnTo>
                  <a:lnTo>
                    <a:pt x="379" y="3"/>
                  </a:lnTo>
                  <a:lnTo>
                    <a:pt x="380" y="3"/>
                  </a:lnTo>
                  <a:lnTo>
                    <a:pt x="381" y="3"/>
                  </a:lnTo>
                  <a:lnTo>
                    <a:pt x="383" y="4"/>
                  </a:lnTo>
                  <a:lnTo>
                    <a:pt x="384" y="4"/>
                  </a:lnTo>
                  <a:lnTo>
                    <a:pt x="385" y="4"/>
                  </a:lnTo>
                  <a:lnTo>
                    <a:pt x="387" y="4"/>
                  </a:lnTo>
                  <a:lnTo>
                    <a:pt x="388" y="4"/>
                  </a:lnTo>
                  <a:lnTo>
                    <a:pt x="389" y="4"/>
                  </a:lnTo>
                  <a:lnTo>
                    <a:pt x="391" y="4"/>
                  </a:lnTo>
                  <a:lnTo>
                    <a:pt x="392" y="4"/>
                  </a:lnTo>
                  <a:lnTo>
                    <a:pt x="393" y="5"/>
                  </a:lnTo>
                  <a:lnTo>
                    <a:pt x="396" y="5"/>
                  </a:lnTo>
                  <a:lnTo>
                    <a:pt x="397" y="5"/>
                  </a:lnTo>
                  <a:lnTo>
                    <a:pt x="399" y="5"/>
                  </a:lnTo>
                  <a:lnTo>
                    <a:pt x="401" y="5"/>
                  </a:lnTo>
                  <a:lnTo>
                    <a:pt x="403" y="7"/>
                  </a:lnTo>
                  <a:lnTo>
                    <a:pt x="405" y="7"/>
                  </a:lnTo>
                  <a:lnTo>
                    <a:pt x="407" y="7"/>
                  </a:lnTo>
                  <a:lnTo>
                    <a:pt x="409" y="7"/>
                  </a:lnTo>
                  <a:lnTo>
                    <a:pt x="411" y="7"/>
                  </a:lnTo>
                  <a:lnTo>
                    <a:pt x="412" y="8"/>
                  </a:lnTo>
                  <a:lnTo>
                    <a:pt x="415" y="8"/>
                  </a:lnTo>
                  <a:lnTo>
                    <a:pt x="416" y="8"/>
                  </a:lnTo>
                  <a:lnTo>
                    <a:pt x="417" y="8"/>
                  </a:lnTo>
                  <a:lnTo>
                    <a:pt x="419" y="8"/>
                  </a:lnTo>
                  <a:lnTo>
                    <a:pt x="420" y="8"/>
                  </a:lnTo>
                  <a:lnTo>
                    <a:pt x="421" y="9"/>
                  </a:lnTo>
                  <a:lnTo>
                    <a:pt x="423" y="9"/>
                  </a:lnTo>
                  <a:lnTo>
                    <a:pt x="424" y="9"/>
                  </a:lnTo>
                  <a:lnTo>
                    <a:pt x="425" y="9"/>
                  </a:lnTo>
                  <a:lnTo>
                    <a:pt x="427" y="9"/>
                  </a:lnTo>
                  <a:lnTo>
                    <a:pt x="428" y="11"/>
                  </a:lnTo>
                  <a:lnTo>
                    <a:pt x="429" y="11"/>
                  </a:lnTo>
                  <a:lnTo>
                    <a:pt x="431" y="11"/>
                  </a:lnTo>
                  <a:lnTo>
                    <a:pt x="432" y="11"/>
                  </a:lnTo>
                  <a:lnTo>
                    <a:pt x="433" y="12"/>
                  </a:lnTo>
                  <a:lnTo>
                    <a:pt x="435" y="12"/>
                  </a:lnTo>
                  <a:lnTo>
                    <a:pt x="436" y="12"/>
                  </a:lnTo>
                  <a:lnTo>
                    <a:pt x="437" y="13"/>
                  </a:lnTo>
                  <a:lnTo>
                    <a:pt x="438" y="13"/>
                  </a:lnTo>
                  <a:lnTo>
                    <a:pt x="440" y="13"/>
                  </a:lnTo>
                  <a:lnTo>
                    <a:pt x="442" y="15"/>
                  </a:lnTo>
                  <a:lnTo>
                    <a:pt x="444" y="15"/>
                  </a:lnTo>
                  <a:lnTo>
                    <a:pt x="445" y="16"/>
                  </a:lnTo>
                  <a:lnTo>
                    <a:pt x="448" y="16"/>
                  </a:lnTo>
                  <a:lnTo>
                    <a:pt x="450" y="17"/>
                  </a:lnTo>
                  <a:lnTo>
                    <a:pt x="452" y="17"/>
                  </a:lnTo>
                  <a:lnTo>
                    <a:pt x="454" y="19"/>
                  </a:lnTo>
                  <a:lnTo>
                    <a:pt x="457" y="19"/>
                  </a:lnTo>
                  <a:lnTo>
                    <a:pt x="460" y="20"/>
                  </a:lnTo>
                  <a:lnTo>
                    <a:pt x="461" y="20"/>
                  </a:lnTo>
                  <a:lnTo>
                    <a:pt x="464" y="21"/>
                  </a:lnTo>
                  <a:lnTo>
                    <a:pt x="465" y="21"/>
                  </a:lnTo>
                  <a:lnTo>
                    <a:pt x="466" y="23"/>
                  </a:lnTo>
                  <a:lnTo>
                    <a:pt x="469" y="23"/>
                  </a:lnTo>
                  <a:lnTo>
                    <a:pt x="470" y="23"/>
                  </a:lnTo>
                  <a:lnTo>
                    <a:pt x="472" y="24"/>
                  </a:lnTo>
                  <a:lnTo>
                    <a:pt x="473" y="24"/>
                  </a:lnTo>
                  <a:lnTo>
                    <a:pt x="474" y="24"/>
                  </a:lnTo>
                  <a:lnTo>
                    <a:pt x="476" y="25"/>
                  </a:lnTo>
                  <a:lnTo>
                    <a:pt x="477" y="25"/>
                  </a:lnTo>
                  <a:lnTo>
                    <a:pt x="478" y="25"/>
                  </a:lnTo>
                  <a:lnTo>
                    <a:pt x="480" y="27"/>
                  </a:lnTo>
                  <a:lnTo>
                    <a:pt x="481" y="27"/>
                  </a:lnTo>
                  <a:lnTo>
                    <a:pt x="482" y="28"/>
                  </a:lnTo>
                  <a:lnTo>
                    <a:pt x="484" y="28"/>
                  </a:lnTo>
                  <a:lnTo>
                    <a:pt x="485" y="29"/>
                  </a:lnTo>
                  <a:lnTo>
                    <a:pt x="486" y="29"/>
                  </a:lnTo>
                  <a:lnTo>
                    <a:pt x="488" y="31"/>
                  </a:lnTo>
                  <a:lnTo>
                    <a:pt x="489" y="31"/>
                  </a:lnTo>
                  <a:lnTo>
                    <a:pt x="490" y="31"/>
                  </a:lnTo>
                  <a:lnTo>
                    <a:pt x="492" y="32"/>
                  </a:lnTo>
                  <a:lnTo>
                    <a:pt x="493" y="33"/>
                  </a:lnTo>
                  <a:lnTo>
                    <a:pt x="496" y="33"/>
                  </a:lnTo>
                  <a:lnTo>
                    <a:pt x="497" y="35"/>
                  </a:lnTo>
                  <a:lnTo>
                    <a:pt x="498" y="35"/>
                  </a:lnTo>
                  <a:lnTo>
                    <a:pt x="501" y="36"/>
                  </a:lnTo>
                  <a:lnTo>
                    <a:pt x="502" y="37"/>
                  </a:lnTo>
                  <a:lnTo>
                    <a:pt x="505" y="39"/>
                  </a:lnTo>
                  <a:lnTo>
                    <a:pt x="506" y="39"/>
                  </a:lnTo>
                  <a:lnTo>
                    <a:pt x="509" y="40"/>
                  </a:lnTo>
                  <a:lnTo>
                    <a:pt x="510" y="41"/>
                  </a:lnTo>
                  <a:lnTo>
                    <a:pt x="512" y="41"/>
                  </a:lnTo>
                  <a:lnTo>
                    <a:pt x="514" y="43"/>
                  </a:lnTo>
                  <a:lnTo>
                    <a:pt x="516" y="44"/>
                  </a:lnTo>
                  <a:lnTo>
                    <a:pt x="517" y="44"/>
                  </a:lnTo>
                  <a:lnTo>
                    <a:pt x="518" y="45"/>
                  </a:lnTo>
                  <a:lnTo>
                    <a:pt x="520" y="45"/>
                  </a:lnTo>
                  <a:lnTo>
                    <a:pt x="521" y="47"/>
                  </a:lnTo>
                  <a:lnTo>
                    <a:pt x="522" y="47"/>
                  </a:lnTo>
                  <a:lnTo>
                    <a:pt x="524" y="48"/>
                  </a:lnTo>
                  <a:lnTo>
                    <a:pt x="525" y="48"/>
                  </a:lnTo>
                  <a:lnTo>
                    <a:pt x="526" y="49"/>
                  </a:lnTo>
                  <a:lnTo>
                    <a:pt x="528" y="49"/>
                  </a:lnTo>
                  <a:lnTo>
                    <a:pt x="529" y="50"/>
                  </a:lnTo>
                  <a:lnTo>
                    <a:pt x="530" y="52"/>
                  </a:lnTo>
                  <a:lnTo>
                    <a:pt x="531" y="52"/>
                  </a:lnTo>
                  <a:lnTo>
                    <a:pt x="533" y="52"/>
                  </a:lnTo>
                  <a:lnTo>
                    <a:pt x="534" y="53"/>
                  </a:lnTo>
                  <a:lnTo>
                    <a:pt x="535" y="54"/>
                  </a:lnTo>
                  <a:lnTo>
                    <a:pt x="537" y="54"/>
                  </a:lnTo>
                  <a:lnTo>
                    <a:pt x="538" y="56"/>
                  </a:lnTo>
                  <a:lnTo>
                    <a:pt x="539" y="56"/>
                  </a:lnTo>
                  <a:lnTo>
                    <a:pt x="542" y="57"/>
                  </a:lnTo>
                  <a:lnTo>
                    <a:pt x="543" y="58"/>
                  </a:lnTo>
                  <a:lnTo>
                    <a:pt x="545" y="58"/>
                  </a:lnTo>
                  <a:lnTo>
                    <a:pt x="546" y="60"/>
                  </a:lnTo>
                  <a:lnTo>
                    <a:pt x="549" y="61"/>
                  </a:lnTo>
                  <a:lnTo>
                    <a:pt x="550" y="62"/>
                  </a:lnTo>
                  <a:lnTo>
                    <a:pt x="551" y="64"/>
                  </a:lnTo>
                  <a:lnTo>
                    <a:pt x="554" y="64"/>
                  </a:lnTo>
                  <a:lnTo>
                    <a:pt x="555" y="65"/>
                  </a:lnTo>
                  <a:lnTo>
                    <a:pt x="557" y="66"/>
                  </a:lnTo>
                  <a:lnTo>
                    <a:pt x="558" y="66"/>
                  </a:lnTo>
                  <a:lnTo>
                    <a:pt x="559" y="68"/>
                  </a:lnTo>
                  <a:lnTo>
                    <a:pt x="561" y="68"/>
                  </a:lnTo>
                  <a:lnTo>
                    <a:pt x="562" y="69"/>
                  </a:lnTo>
                  <a:lnTo>
                    <a:pt x="563" y="69"/>
                  </a:lnTo>
                  <a:lnTo>
                    <a:pt x="563" y="70"/>
                  </a:lnTo>
                  <a:lnTo>
                    <a:pt x="565" y="70"/>
                  </a:lnTo>
                  <a:lnTo>
                    <a:pt x="566" y="72"/>
                  </a:lnTo>
                  <a:lnTo>
                    <a:pt x="567" y="72"/>
                  </a:lnTo>
                  <a:lnTo>
                    <a:pt x="569" y="73"/>
                  </a:lnTo>
                  <a:lnTo>
                    <a:pt x="570" y="73"/>
                  </a:lnTo>
                  <a:lnTo>
                    <a:pt x="570" y="74"/>
                  </a:lnTo>
                  <a:lnTo>
                    <a:pt x="571" y="74"/>
                  </a:lnTo>
                  <a:lnTo>
                    <a:pt x="573" y="74"/>
                  </a:lnTo>
                  <a:lnTo>
                    <a:pt x="573" y="76"/>
                  </a:lnTo>
                  <a:lnTo>
                    <a:pt x="574" y="76"/>
                  </a:lnTo>
                  <a:lnTo>
                    <a:pt x="575" y="77"/>
                  </a:lnTo>
                  <a:lnTo>
                    <a:pt x="577" y="78"/>
                  </a:lnTo>
                  <a:lnTo>
                    <a:pt x="578" y="78"/>
                  </a:lnTo>
                  <a:lnTo>
                    <a:pt x="579" y="80"/>
                  </a:lnTo>
                  <a:lnTo>
                    <a:pt x="581" y="80"/>
                  </a:lnTo>
                  <a:lnTo>
                    <a:pt x="582" y="81"/>
                  </a:lnTo>
                  <a:lnTo>
                    <a:pt x="583" y="82"/>
                  </a:lnTo>
                  <a:lnTo>
                    <a:pt x="585" y="82"/>
                  </a:lnTo>
                  <a:lnTo>
                    <a:pt x="586" y="84"/>
                  </a:lnTo>
                  <a:lnTo>
                    <a:pt x="587" y="85"/>
                  </a:lnTo>
                  <a:lnTo>
                    <a:pt x="589" y="85"/>
                  </a:lnTo>
                  <a:lnTo>
                    <a:pt x="590" y="86"/>
                  </a:lnTo>
                  <a:lnTo>
                    <a:pt x="591" y="88"/>
                  </a:lnTo>
                  <a:lnTo>
                    <a:pt x="593" y="88"/>
                  </a:lnTo>
                  <a:lnTo>
                    <a:pt x="594" y="89"/>
                  </a:lnTo>
                  <a:lnTo>
                    <a:pt x="595" y="90"/>
                  </a:lnTo>
                  <a:lnTo>
                    <a:pt x="597" y="90"/>
                  </a:lnTo>
                  <a:lnTo>
                    <a:pt x="598" y="92"/>
                  </a:lnTo>
                  <a:lnTo>
                    <a:pt x="599" y="92"/>
                  </a:lnTo>
                  <a:lnTo>
                    <a:pt x="599" y="93"/>
                  </a:lnTo>
                  <a:lnTo>
                    <a:pt x="601" y="93"/>
                  </a:lnTo>
                  <a:lnTo>
                    <a:pt x="601" y="94"/>
                  </a:lnTo>
                  <a:lnTo>
                    <a:pt x="602" y="94"/>
                  </a:lnTo>
                  <a:lnTo>
                    <a:pt x="603" y="96"/>
                  </a:lnTo>
                  <a:lnTo>
                    <a:pt x="605" y="96"/>
                  </a:lnTo>
                  <a:lnTo>
                    <a:pt x="605" y="97"/>
                  </a:lnTo>
                  <a:lnTo>
                    <a:pt x="606" y="97"/>
                  </a:lnTo>
                  <a:lnTo>
                    <a:pt x="607" y="98"/>
                  </a:lnTo>
                  <a:lnTo>
                    <a:pt x="609" y="100"/>
                  </a:lnTo>
                  <a:lnTo>
                    <a:pt x="610" y="100"/>
                  </a:lnTo>
                  <a:lnTo>
                    <a:pt x="610" y="101"/>
                  </a:lnTo>
                  <a:lnTo>
                    <a:pt x="611" y="101"/>
                  </a:lnTo>
                  <a:lnTo>
                    <a:pt x="613" y="102"/>
                  </a:lnTo>
                  <a:lnTo>
                    <a:pt x="614" y="104"/>
                  </a:lnTo>
                  <a:lnTo>
                    <a:pt x="615" y="105"/>
                  </a:lnTo>
                  <a:lnTo>
                    <a:pt x="617" y="105"/>
                  </a:lnTo>
                  <a:lnTo>
                    <a:pt x="617" y="106"/>
                  </a:lnTo>
                  <a:lnTo>
                    <a:pt x="618" y="106"/>
                  </a:lnTo>
                  <a:lnTo>
                    <a:pt x="619" y="108"/>
                  </a:lnTo>
                  <a:lnTo>
                    <a:pt x="621" y="109"/>
                  </a:lnTo>
                  <a:lnTo>
                    <a:pt x="622" y="109"/>
                  </a:lnTo>
                  <a:lnTo>
                    <a:pt x="622" y="110"/>
                  </a:lnTo>
                  <a:lnTo>
                    <a:pt x="623" y="110"/>
                  </a:lnTo>
                  <a:lnTo>
                    <a:pt x="623" y="112"/>
                  </a:lnTo>
                  <a:lnTo>
                    <a:pt x="624" y="112"/>
                  </a:lnTo>
                  <a:lnTo>
                    <a:pt x="626" y="113"/>
                  </a:lnTo>
                  <a:lnTo>
                    <a:pt x="627" y="113"/>
                  </a:lnTo>
                  <a:lnTo>
                    <a:pt x="627" y="114"/>
                  </a:lnTo>
                  <a:lnTo>
                    <a:pt x="628" y="114"/>
                  </a:lnTo>
                  <a:lnTo>
                    <a:pt x="630" y="116"/>
                  </a:lnTo>
                  <a:lnTo>
                    <a:pt x="631" y="117"/>
                  </a:lnTo>
                  <a:lnTo>
                    <a:pt x="632" y="117"/>
                  </a:lnTo>
                  <a:lnTo>
                    <a:pt x="634" y="118"/>
                  </a:lnTo>
                  <a:lnTo>
                    <a:pt x="635" y="118"/>
                  </a:lnTo>
                  <a:lnTo>
                    <a:pt x="635" y="120"/>
                  </a:lnTo>
                  <a:lnTo>
                    <a:pt x="636" y="120"/>
                  </a:lnTo>
                  <a:lnTo>
                    <a:pt x="638" y="121"/>
                  </a:lnTo>
                  <a:lnTo>
                    <a:pt x="639" y="122"/>
                  </a:lnTo>
                  <a:lnTo>
                    <a:pt x="640" y="122"/>
                  </a:lnTo>
                  <a:lnTo>
                    <a:pt x="642" y="124"/>
                  </a:lnTo>
                  <a:lnTo>
                    <a:pt x="643" y="125"/>
                  </a:lnTo>
                  <a:lnTo>
                    <a:pt x="644" y="125"/>
                  </a:lnTo>
                  <a:lnTo>
                    <a:pt x="646" y="126"/>
                  </a:lnTo>
                  <a:lnTo>
                    <a:pt x="647" y="128"/>
                  </a:lnTo>
                  <a:lnTo>
                    <a:pt x="648" y="129"/>
                  </a:lnTo>
                  <a:lnTo>
                    <a:pt x="650" y="130"/>
                  </a:lnTo>
                  <a:lnTo>
                    <a:pt x="651" y="130"/>
                  </a:lnTo>
                  <a:lnTo>
                    <a:pt x="651" y="132"/>
                  </a:lnTo>
                  <a:lnTo>
                    <a:pt x="652" y="132"/>
                  </a:lnTo>
                  <a:lnTo>
                    <a:pt x="652" y="133"/>
                  </a:lnTo>
                  <a:lnTo>
                    <a:pt x="654" y="133"/>
                  </a:lnTo>
                  <a:lnTo>
                    <a:pt x="654" y="134"/>
                  </a:lnTo>
                  <a:lnTo>
                    <a:pt x="655" y="134"/>
                  </a:lnTo>
                  <a:lnTo>
                    <a:pt x="655" y="136"/>
                  </a:lnTo>
                  <a:lnTo>
                    <a:pt x="656" y="136"/>
                  </a:lnTo>
                  <a:lnTo>
                    <a:pt x="658" y="137"/>
                  </a:lnTo>
                  <a:lnTo>
                    <a:pt x="659" y="138"/>
                  </a:lnTo>
                  <a:lnTo>
                    <a:pt x="660" y="140"/>
                  </a:lnTo>
                  <a:lnTo>
                    <a:pt x="662" y="141"/>
                  </a:lnTo>
                  <a:lnTo>
                    <a:pt x="663" y="142"/>
                  </a:lnTo>
                  <a:lnTo>
                    <a:pt x="664" y="143"/>
                  </a:lnTo>
                  <a:lnTo>
                    <a:pt x="666" y="145"/>
                  </a:lnTo>
                  <a:lnTo>
                    <a:pt x="666" y="146"/>
                  </a:lnTo>
                  <a:lnTo>
                    <a:pt x="667" y="147"/>
                  </a:lnTo>
                  <a:lnTo>
                    <a:pt x="668" y="149"/>
                  </a:lnTo>
                  <a:lnTo>
                    <a:pt x="670" y="150"/>
                  </a:lnTo>
                  <a:lnTo>
                    <a:pt x="671" y="151"/>
                  </a:lnTo>
                  <a:lnTo>
                    <a:pt x="672" y="151"/>
                  </a:lnTo>
                  <a:lnTo>
                    <a:pt x="672" y="153"/>
                  </a:lnTo>
                  <a:lnTo>
                    <a:pt x="674" y="154"/>
                  </a:lnTo>
                  <a:lnTo>
                    <a:pt x="675" y="155"/>
                  </a:lnTo>
                  <a:lnTo>
                    <a:pt x="676" y="157"/>
                  </a:lnTo>
                  <a:lnTo>
                    <a:pt x="678" y="157"/>
                  </a:lnTo>
                  <a:lnTo>
                    <a:pt x="678" y="158"/>
                  </a:lnTo>
                  <a:lnTo>
                    <a:pt x="679" y="159"/>
                  </a:lnTo>
                  <a:lnTo>
                    <a:pt x="680" y="161"/>
                  </a:lnTo>
                  <a:lnTo>
                    <a:pt x="680" y="162"/>
                  </a:lnTo>
                  <a:lnTo>
                    <a:pt x="682" y="162"/>
                  </a:lnTo>
                  <a:lnTo>
                    <a:pt x="682" y="163"/>
                  </a:lnTo>
                  <a:lnTo>
                    <a:pt x="683" y="163"/>
                  </a:lnTo>
                  <a:lnTo>
                    <a:pt x="684" y="165"/>
                  </a:lnTo>
                  <a:lnTo>
                    <a:pt x="684" y="166"/>
                  </a:lnTo>
                  <a:lnTo>
                    <a:pt x="686" y="167"/>
                  </a:lnTo>
                  <a:lnTo>
                    <a:pt x="687" y="167"/>
                  </a:lnTo>
                  <a:lnTo>
                    <a:pt x="687" y="169"/>
                  </a:lnTo>
                  <a:lnTo>
                    <a:pt x="688" y="170"/>
                  </a:lnTo>
                  <a:lnTo>
                    <a:pt x="690" y="171"/>
                  </a:lnTo>
                  <a:lnTo>
                    <a:pt x="691" y="173"/>
                  </a:lnTo>
                  <a:lnTo>
                    <a:pt x="692" y="174"/>
                  </a:lnTo>
                  <a:lnTo>
                    <a:pt x="692" y="175"/>
                  </a:lnTo>
                  <a:lnTo>
                    <a:pt x="694" y="177"/>
                  </a:lnTo>
                  <a:lnTo>
                    <a:pt x="696" y="179"/>
                  </a:lnTo>
                  <a:lnTo>
                    <a:pt x="698" y="181"/>
                  </a:lnTo>
                  <a:lnTo>
                    <a:pt x="699" y="182"/>
                  </a:lnTo>
                  <a:lnTo>
                    <a:pt x="700" y="185"/>
                  </a:lnTo>
                  <a:lnTo>
                    <a:pt x="702" y="186"/>
                  </a:lnTo>
                  <a:lnTo>
                    <a:pt x="703" y="187"/>
                  </a:lnTo>
                  <a:lnTo>
                    <a:pt x="704" y="189"/>
                  </a:lnTo>
                  <a:lnTo>
                    <a:pt x="706" y="190"/>
                  </a:lnTo>
                  <a:lnTo>
                    <a:pt x="706" y="191"/>
                  </a:lnTo>
                  <a:lnTo>
                    <a:pt x="707" y="193"/>
                  </a:lnTo>
                  <a:lnTo>
                    <a:pt x="708" y="194"/>
                  </a:lnTo>
                  <a:lnTo>
                    <a:pt x="708" y="195"/>
                  </a:lnTo>
                  <a:lnTo>
                    <a:pt x="710" y="197"/>
                  </a:lnTo>
                  <a:lnTo>
                    <a:pt x="711" y="197"/>
                  </a:lnTo>
                  <a:lnTo>
                    <a:pt x="711" y="198"/>
                  </a:lnTo>
                  <a:lnTo>
                    <a:pt x="712" y="199"/>
                  </a:lnTo>
                  <a:lnTo>
                    <a:pt x="714" y="201"/>
                  </a:lnTo>
                  <a:lnTo>
                    <a:pt x="715" y="202"/>
                  </a:lnTo>
                  <a:lnTo>
                    <a:pt x="715" y="203"/>
                  </a:lnTo>
                  <a:lnTo>
                    <a:pt x="716" y="205"/>
                  </a:lnTo>
                  <a:lnTo>
                    <a:pt x="717" y="206"/>
                  </a:lnTo>
                  <a:lnTo>
                    <a:pt x="719" y="207"/>
                  </a:lnTo>
                  <a:lnTo>
                    <a:pt x="719" y="209"/>
                  </a:lnTo>
                  <a:lnTo>
                    <a:pt x="720" y="210"/>
                  </a:lnTo>
                  <a:lnTo>
                    <a:pt x="721" y="211"/>
                  </a:lnTo>
                  <a:lnTo>
                    <a:pt x="723" y="213"/>
                  </a:lnTo>
                  <a:lnTo>
                    <a:pt x="724" y="215"/>
                  </a:lnTo>
                  <a:lnTo>
                    <a:pt x="725" y="217"/>
                  </a:lnTo>
                  <a:lnTo>
                    <a:pt x="725" y="218"/>
                  </a:lnTo>
                  <a:lnTo>
                    <a:pt x="727" y="221"/>
                  </a:lnTo>
                  <a:lnTo>
                    <a:pt x="729" y="222"/>
                  </a:lnTo>
                  <a:lnTo>
                    <a:pt x="731" y="225"/>
                  </a:lnTo>
                  <a:lnTo>
                    <a:pt x="732" y="226"/>
                  </a:lnTo>
                  <a:lnTo>
                    <a:pt x="733" y="229"/>
                  </a:lnTo>
                  <a:lnTo>
                    <a:pt x="735" y="230"/>
                  </a:lnTo>
                  <a:lnTo>
                    <a:pt x="736" y="231"/>
                  </a:lnTo>
                  <a:lnTo>
                    <a:pt x="737" y="234"/>
                  </a:lnTo>
                  <a:lnTo>
                    <a:pt x="739" y="235"/>
                  </a:lnTo>
                  <a:lnTo>
                    <a:pt x="739" y="236"/>
                  </a:lnTo>
                  <a:lnTo>
                    <a:pt x="740" y="238"/>
                  </a:lnTo>
                  <a:lnTo>
                    <a:pt x="741" y="239"/>
                  </a:lnTo>
                  <a:lnTo>
                    <a:pt x="741" y="240"/>
                  </a:lnTo>
                  <a:lnTo>
                    <a:pt x="743" y="242"/>
                  </a:lnTo>
                  <a:lnTo>
                    <a:pt x="744" y="243"/>
                  </a:lnTo>
                  <a:lnTo>
                    <a:pt x="744" y="244"/>
                  </a:lnTo>
                  <a:lnTo>
                    <a:pt x="745" y="244"/>
                  </a:lnTo>
                  <a:lnTo>
                    <a:pt x="747" y="246"/>
                  </a:lnTo>
                  <a:lnTo>
                    <a:pt x="747" y="247"/>
                  </a:lnTo>
                  <a:lnTo>
                    <a:pt x="748" y="248"/>
                  </a:lnTo>
                  <a:lnTo>
                    <a:pt x="748" y="250"/>
                  </a:lnTo>
                  <a:lnTo>
                    <a:pt x="749" y="251"/>
                  </a:lnTo>
                  <a:lnTo>
                    <a:pt x="751" y="252"/>
                  </a:lnTo>
                  <a:lnTo>
                    <a:pt x="752" y="254"/>
                  </a:lnTo>
                  <a:lnTo>
                    <a:pt x="753" y="255"/>
                  </a:lnTo>
                  <a:lnTo>
                    <a:pt x="753" y="256"/>
                  </a:lnTo>
                  <a:lnTo>
                    <a:pt x="755" y="259"/>
                  </a:lnTo>
                  <a:lnTo>
                    <a:pt x="756" y="260"/>
                  </a:lnTo>
                  <a:lnTo>
                    <a:pt x="757" y="262"/>
                  </a:lnTo>
                  <a:lnTo>
                    <a:pt x="759" y="263"/>
                  </a:lnTo>
                  <a:lnTo>
                    <a:pt x="760" y="266"/>
                  </a:lnTo>
                  <a:lnTo>
                    <a:pt x="761" y="267"/>
                  </a:lnTo>
                  <a:lnTo>
                    <a:pt x="763" y="270"/>
                  </a:lnTo>
                  <a:lnTo>
                    <a:pt x="764" y="271"/>
                  </a:lnTo>
                  <a:lnTo>
                    <a:pt x="765" y="274"/>
                  </a:lnTo>
                  <a:lnTo>
                    <a:pt x="768" y="275"/>
                  </a:lnTo>
                  <a:lnTo>
                    <a:pt x="769" y="278"/>
                  </a:lnTo>
                  <a:lnTo>
                    <a:pt x="771" y="279"/>
                  </a:lnTo>
                  <a:lnTo>
                    <a:pt x="772" y="280"/>
                  </a:lnTo>
                  <a:lnTo>
                    <a:pt x="772" y="283"/>
                  </a:lnTo>
                  <a:lnTo>
                    <a:pt x="773" y="284"/>
                  </a:lnTo>
                  <a:lnTo>
                    <a:pt x="775" y="286"/>
                  </a:lnTo>
                  <a:lnTo>
                    <a:pt x="776" y="287"/>
                  </a:lnTo>
                  <a:lnTo>
                    <a:pt x="776" y="288"/>
                  </a:lnTo>
                  <a:lnTo>
                    <a:pt x="777" y="290"/>
                  </a:lnTo>
                  <a:lnTo>
                    <a:pt x="779" y="291"/>
                  </a:lnTo>
                  <a:lnTo>
                    <a:pt x="780" y="292"/>
                  </a:lnTo>
                  <a:lnTo>
                    <a:pt x="780" y="294"/>
                  </a:lnTo>
                  <a:lnTo>
                    <a:pt x="781" y="295"/>
                  </a:lnTo>
                  <a:lnTo>
                    <a:pt x="781" y="296"/>
                  </a:lnTo>
                  <a:lnTo>
                    <a:pt x="783" y="296"/>
                  </a:lnTo>
                  <a:lnTo>
                    <a:pt x="783" y="298"/>
                  </a:lnTo>
                  <a:lnTo>
                    <a:pt x="784" y="299"/>
                  </a:lnTo>
                  <a:lnTo>
                    <a:pt x="784" y="300"/>
                  </a:lnTo>
                  <a:lnTo>
                    <a:pt x="785" y="302"/>
                  </a:lnTo>
                  <a:lnTo>
                    <a:pt x="787" y="303"/>
                  </a:lnTo>
                  <a:lnTo>
                    <a:pt x="787" y="304"/>
                  </a:lnTo>
                  <a:lnTo>
                    <a:pt x="788" y="306"/>
                  </a:lnTo>
                  <a:lnTo>
                    <a:pt x="789" y="307"/>
                  </a:lnTo>
                  <a:lnTo>
                    <a:pt x="789" y="308"/>
                  </a:lnTo>
                  <a:lnTo>
                    <a:pt x="791" y="310"/>
                  </a:lnTo>
                  <a:lnTo>
                    <a:pt x="792" y="312"/>
                  </a:lnTo>
                  <a:lnTo>
                    <a:pt x="792" y="314"/>
                  </a:lnTo>
                  <a:lnTo>
                    <a:pt x="793" y="315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254" name="Freeform 65">
              <a:extLst>
                <a:ext uri="{FF2B5EF4-FFF2-40B4-BE49-F238E27FC236}">
                  <a16:creationId xmlns:a16="http://schemas.microsoft.com/office/drawing/2014/main" id="{B8F13DA3-B842-426C-BE1B-8A4459979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1900"/>
              <a:ext cx="397" cy="157"/>
            </a:xfrm>
            <a:custGeom>
              <a:avLst/>
              <a:gdLst>
                <a:gd name="T0" fmla="*/ 1 w 793"/>
                <a:gd name="T1" fmla="*/ 1 h 314"/>
                <a:gd name="T2" fmla="*/ 1 w 793"/>
                <a:gd name="T3" fmla="*/ 1 h 314"/>
                <a:gd name="T4" fmla="*/ 1 w 793"/>
                <a:gd name="T5" fmla="*/ 1 h 314"/>
                <a:gd name="T6" fmla="*/ 1 w 793"/>
                <a:gd name="T7" fmla="*/ 1 h 314"/>
                <a:gd name="T8" fmla="*/ 1 w 793"/>
                <a:gd name="T9" fmla="*/ 1 h 314"/>
                <a:gd name="T10" fmla="*/ 1 w 793"/>
                <a:gd name="T11" fmla="*/ 1 h 314"/>
                <a:gd name="T12" fmla="*/ 1 w 793"/>
                <a:gd name="T13" fmla="*/ 1 h 314"/>
                <a:gd name="T14" fmla="*/ 1 w 793"/>
                <a:gd name="T15" fmla="*/ 1 h 314"/>
                <a:gd name="T16" fmla="*/ 1 w 793"/>
                <a:gd name="T17" fmla="*/ 1 h 314"/>
                <a:gd name="T18" fmla="*/ 1 w 793"/>
                <a:gd name="T19" fmla="*/ 1 h 314"/>
                <a:gd name="T20" fmla="*/ 1 w 793"/>
                <a:gd name="T21" fmla="*/ 1 h 314"/>
                <a:gd name="T22" fmla="*/ 1 w 793"/>
                <a:gd name="T23" fmla="*/ 1 h 314"/>
                <a:gd name="T24" fmla="*/ 1 w 793"/>
                <a:gd name="T25" fmla="*/ 1 h 314"/>
                <a:gd name="T26" fmla="*/ 1 w 793"/>
                <a:gd name="T27" fmla="*/ 1 h 314"/>
                <a:gd name="T28" fmla="*/ 1 w 793"/>
                <a:gd name="T29" fmla="*/ 1 h 314"/>
                <a:gd name="T30" fmla="*/ 1 w 793"/>
                <a:gd name="T31" fmla="*/ 1 h 314"/>
                <a:gd name="T32" fmla="*/ 1 w 793"/>
                <a:gd name="T33" fmla="*/ 1 h 314"/>
                <a:gd name="T34" fmla="*/ 1 w 793"/>
                <a:gd name="T35" fmla="*/ 1 h 314"/>
                <a:gd name="T36" fmla="*/ 1 w 793"/>
                <a:gd name="T37" fmla="*/ 1 h 314"/>
                <a:gd name="T38" fmla="*/ 1 w 793"/>
                <a:gd name="T39" fmla="*/ 1 h 314"/>
                <a:gd name="T40" fmla="*/ 1 w 793"/>
                <a:gd name="T41" fmla="*/ 1 h 314"/>
                <a:gd name="T42" fmla="*/ 1 w 793"/>
                <a:gd name="T43" fmla="*/ 1 h 314"/>
                <a:gd name="T44" fmla="*/ 1 w 793"/>
                <a:gd name="T45" fmla="*/ 1 h 314"/>
                <a:gd name="T46" fmla="*/ 1 w 793"/>
                <a:gd name="T47" fmla="*/ 1 h 314"/>
                <a:gd name="T48" fmla="*/ 1 w 793"/>
                <a:gd name="T49" fmla="*/ 1 h 314"/>
                <a:gd name="T50" fmla="*/ 1 w 793"/>
                <a:gd name="T51" fmla="*/ 1 h 314"/>
                <a:gd name="T52" fmla="*/ 1 w 793"/>
                <a:gd name="T53" fmla="*/ 1 h 314"/>
                <a:gd name="T54" fmla="*/ 1 w 793"/>
                <a:gd name="T55" fmla="*/ 1 h 314"/>
                <a:gd name="T56" fmla="*/ 1 w 793"/>
                <a:gd name="T57" fmla="*/ 1 h 314"/>
                <a:gd name="T58" fmla="*/ 1 w 793"/>
                <a:gd name="T59" fmla="*/ 1 h 314"/>
                <a:gd name="T60" fmla="*/ 1 w 793"/>
                <a:gd name="T61" fmla="*/ 1 h 314"/>
                <a:gd name="T62" fmla="*/ 1 w 793"/>
                <a:gd name="T63" fmla="*/ 1 h 314"/>
                <a:gd name="T64" fmla="*/ 1 w 793"/>
                <a:gd name="T65" fmla="*/ 1 h 314"/>
                <a:gd name="T66" fmla="*/ 1 w 793"/>
                <a:gd name="T67" fmla="*/ 1 h 314"/>
                <a:gd name="T68" fmla="*/ 1 w 793"/>
                <a:gd name="T69" fmla="*/ 1 h 314"/>
                <a:gd name="T70" fmla="*/ 1 w 793"/>
                <a:gd name="T71" fmla="*/ 1 h 314"/>
                <a:gd name="T72" fmla="*/ 1 w 793"/>
                <a:gd name="T73" fmla="*/ 1 h 314"/>
                <a:gd name="T74" fmla="*/ 1 w 793"/>
                <a:gd name="T75" fmla="*/ 1 h 314"/>
                <a:gd name="T76" fmla="*/ 1 w 793"/>
                <a:gd name="T77" fmla="*/ 1 h 314"/>
                <a:gd name="T78" fmla="*/ 1 w 793"/>
                <a:gd name="T79" fmla="*/ 1 h 314"/>
                <a:gd name="T80" fmla="*/ 1 w 793"/>
                <a:gd name="T81" fmla="*/ 1 h 314"/>
                <a:gd name="T82" fmla="*/ 1 w 793"/>
                <a:gd name="T83" fmla="*/ 1 h 314"/>
                <a:gd name="T84" fmla="*/ 1 w 793"/>
                <a:gd name="T85" fmla="*/ 1 h 314"/>
                <a:gd name="T86" fmla="*/ 1 w 793"/>
                <a:gd name="T87" fmla="*/ 1 h 314"/>
                <a:gd name="T88" fmla="*/ 1 w 793"/>
                <a:gd name="T89" fmla="*/ 1 h 314"/>
                <a:gd name="T90" fmla="*/ 1 w 793"/>
                <a:gd name="T91" fmla="*/ 1 h 314"/>
                <a:gd name="T92" fmla="*/ 1 w 793"/>
                <a:gd name="T93" fmla="*/ 1 h 314"/>
                <a:gd name="T94" fmla="*/ 1 w 793"/>
                <a:gd name="T95" fmla="*/ 1 h 314"/>
                <a:gd name="T96" fmla="*/ 1 w 793"/>
                <a:gd name="T97" fmla="*/ 1 h 314"/>
                <a:gd name="T98" fmla="*/ 1 w 793"/>
                <a:gd name="T99" fmla="*/ 1 h 314"/>
                <a:gd name="T100" fmla="*/ 1 w 793"/>
                <a:gd name="T101" fmla="*/ 1 h 314"/>
                <a:gd name="T102" fmla="*/ 1 w 793"/>
                <a:gd name="T103" fmla="*/ 1 h 314"/>
                <a:gd name="T104" fmla="*/ 1 w 793"/>
                <a:gd name="T105" fmla="*/ 1 h 314"/>
                <a:gd name="T106" fmla="*/ 1 w 793"/>
                <a:gd name="T107" fmla="*/ 1 h 314"/>
                <a:gd name="T108" fmla="*/ 1 w 793"/>
                <a:gd name="T109" fmla="*/ 1 h 314"/>
                <a:gd name="T110" fmla="*/ 1 w 793"/>
                <a:gd name="T111" fmla="*/ 1 h 314"/>
                <a:gd name="T112" fmla="*/ 1 w 793"/>
                <a:gd name="T113" fmla="*/ 1 h 314"/>
                <a:gd name="T114" fmla="*/ 1 w 793"/>
                <a:gd name="T115" fmla="*/ 1 h 314"/>
                <a:gd name="T116" fmla="*/ 1 w 793"/>
                <a:gd name="T117" fmla="*/ 1 h 314"/>
                <a:gd name="T118" fmla="*/ 1 w 793"/>
                <a:gd name="T119" fmla="*/ 1 h 314"/>
                <a:gd name="T120" fmla="*/ 1 w 793"/>
                <a:gd name="T121" fmla="*/ 1 h 31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793"/>
                <a:gd name="T184" fmla="*/ 0 h 314"/>
                <a:gd name="T185" fmla="*/ 793 w 793"/>
                <a:gd name="T186" fmla="*/ 314 h 314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793" h="314">
                  <a:moveTo>
                    <a:pt x="0" y="314"/>
                  </a:moveTo>
                  <a:lnTo>
                    <a:pt x="31" y="314"/>
                  </a:lnTo>
                  <a:lnTo>
                    <a:pt x="59" y="314"/>
                  </a:lnTo>
                  <a:lnTo>
                    <a:pt x="85" y="314"/>
                  </a:lnTo>
                  <a:lnTo>
                    <a:pt x="110" y="314"/>
                  </a:lnTo>
                  <a:lnTo>
                    <a:pt x="133" y="314"/>
                  </a:lnTo>
                  <a:lnTo>
                    <a:pt x="154" y="314"/>
                  </a:lnTo>
                  <a:lnTo>
                    <a:pt x="174" y="314"/>
                  </a:lnTo>
                  <a:lnTo>
                    <a:pt x="193" y="314"/>
                  </a:lnTo>
                  <a:lnTo>
                    <a:pt x="210" y="314"/>
                  </a:lnTo>
                  <a:lnTo>
                    <a:pt x="226" y="314"/>
                  </a:lnTo>
                  <a:lnTo>
                    <a:pt x="241" y="314"/>
                  </a:lnTo>
                  <a:lnTo>
                    <a:pt x="254" y="314"/>
                  </a:lnTo>
                  <a:lnTo>
                    <a:pt x="266" y="314"/>
                  </a:lnTo>
                  <a:lnTo>
                    <a:pt x="276" y="314"/>
                  </a:lnTo>
                  <a:lnTo>
                    <a:pt x="286" y="314"/>
                  </a:lnTo>
                  <a:lnTo>
                    <a:pt x="295" y="314"/>
                  </a:lnTo>
                  <a:lnTo>
                    <a:pt x="303" y="314"/>
                  </a:lnTo>
                  <a:lnTo>
                    <a:pt x="310" y="314"/>
                  </a:lnTo>
                  <a:lnTo>
                    <a:pt x="316" y="314"/>
                  </a:lnTo>
                  <a:lnTo>
                    <a:pt x="322" y="314"/>
                  </a:lnTo>
                  <a:lnTo>
                    <a:pt x="327" y="314"/>
                  </a:lnTo>
                  <a:lnTo>
                    <a:pt x="331" y="314"/>
                  </a:lnTo>
                  <a:lnTo>
                    <a:pt x="335" y="314"/>
                  </a:lnTo>
                  <a:lnTo>
                    <a:pt x="339" y="314"/>
                  </a:lnTo>
                  <a:lnTo>
                    <a:pt x="342" y="313"/>
                  </a:lnTo>
                  <a:lnTo>
                    <a:pt x="344" y="313"/>
                  </a:lnTo>
                  <a:lnTo>
                    <a:pt x="347" y="313"/>
                  </a:lnTo>
                  <a:lnTo>
                    <a:pt x="349" y="313"/>
                  </a:lnTo>
                  <a:lnTo>
                    <a:pt x="351" y="313"/>
                  </a:lnTo>
                  <a:lnTo>
                    <a:pt x="353" y="313"/>
                  </a:lnTo>
                  <a:lnTo>
                    <a:pt x="355" y="313"/>
                  </a:lnTo>
                  <a:lnTo>
                    <a:pt x="357" y="313"/>
                  </a:lnTo>
                  <a:lnTo>
                    <a:pt x="360" y="313"/>
                  </a:lnTo>
                  <a:lnTo>
                    <a:pt x="361" y="313"/>
                  </a:lnTo>
                  <a:lnTo>
                    <a:pt x="364" y="313"/>
                  </a:lnTo>
                  <a:lnTo>
                    <a:pt x="365" y="312"/>
                  </a:lnTo>
                  <a:lnTo>
                    <a:pt x="367" y="312"/>
                  </a:lnTo>
                  <a:lnTo>
                    <a:pt x="369" y="312"/>
                  </a:lnTo>
                  <a:lnTo>
                    <a:pt x="371" y="312"/>
                  </a:lnTo>
                  <a:lnTo>
                    <a:pt x="372" y="312"/>
                  </a:lnTo>
                  <a:lnTo>
                    <a:pt x="373" y="312"/>
                  </a:lnTo>
                  <a:lnTo>
                    <a:pt x="375" y="312"/>
                  </a:lnTo>
                  <a:lnTo>
                    <a:pt x="376" y="312"/>
                  </a:lnTo>
                  <a:lnTo>
                    <a:pt x="377" y="312"/>
                  </a:lnTo>
                  <a:lnTo>
                    <a:pt x="379" y="312"/>
                  </a:lnTo>
                  <a:lnTo>
                    <a:pt x="380" y="312"/>
                  </a:lnTo>
                  <a:lnTo>
                    <a:pt x="381" y="310"/>
                  </a:lnTo>
                  <a:lnTo>
                    <a:pt x="383" y="310"/>
                  </a:lnTo>
                  <a:lnTo>
                    <a:pt x="384" y="310"/>
                  </a:lnTo>
                  <a:lnTo>
                    <a:pt x="385" y="310"/>
                  </a:lnTo>
                  <a:lnTo>
                    <a:pt x="387" y="310"/>
                  </a:lnTo>
                  <a:lnTo>
                    <a:pt x="388" y="310"/>
                  </a:lnTo>
                  <a:lnTo>
                    <a:pt x="389" y="310"/>
                  </a:lnTo>
                  <a:lnTo>
                    <a:pt x="391" y="310"/>
                  </a:lnTo>
                  <a:lnTo>
                    <a:pt x="392" y="309"/>
                  </a:lnTo>
                  <a:lnTo>
                    <a:pt x="393" y="309"/>
                  </a:lnTo>
                  <a:lnTo>
                    <a:pt x="396" y="309"/>
                  </a:lnTo>
                  <a:lnTo>
                    <a:pt x="397" y="309"/>
                  </a:lnTo>
                  <a:lnTo>
                    <a:pt x="399" y="309"/>
                  </a:lnTo>
                  <a:lnTo>
                    <a:pt x="401" y="308"/>
                  </a:lnTo>
                  <a:lnTo>
                    <a:pt x="403" y="308"/>
                  </a:lnTo>
                  <a:lnTo>
                    <a:pt x="405" y="308"/>
                  </a:lnTo>
                  <a:lnTo>
                    <a:pt x="407" y="308"/>
                  </a:lnTo>
                  <a:lnTo>
                    <a:pt x="409" y="308"/>
                  </a:lnTo>
                  <a:lnTo>
                    <a:pt x="411" y="306"/>
                  </a:lnTo>
                  <a:lnTo>
                    <a:pt x="412" y="306"/>
                  </a:lnTo>
                  <a:lnTo>
                    <a:pt x="415" y="306"/>
                  </a:lnTo>
                  <a:lnTo>
                    <a:pt x="416" y="306"/>
                  </a:lnTo>
                  <a:lnTo>
                    <a:pt x="417" y="306"/>
                  </a:lnTo>
                  <a:lnTo>
                    <a:pt x="419" y="306"/>
                  </a:lnTo>
                  <a:lnTo>
                    <a:pt x="420" y="305"/>
                  </a:lnTo>
                  <a:lnTo>
                    <a:pt x="421" y="305"/>
                  </a:lnTo>
                  <a:lnTo>
                    <a:pt x="423" y="305"/>
                  </a:lnTo>
                  <a:lnTo>
                    <a:pt x="424" y="305"/>
                  </a:lnTo>
                  <a:lnTo>
                    <a:pt x="425" y="305"/>
                  </a:lnTo>
                  <a:lnTo>
                    <a:pt x="427" y="305"/>
                  </a:lnTo>
                  <a:lnTo>
                    <a:pt x="428" y="304"/>
                  </a:lnTo>
                  <a:lnTo>
                    <a:pt x="429" y="304"/>
                  </a:lnTo>
                  <a:lnTo>
                    <a:pt x="431" y="304"/>
                  </a:lnTo>
                  <a:lnTo>
                    <a:pt x="432" y="302"/>
                  </a:lnTo>
                  <a:lnTo>
                    <a:pt x="433" y="302"/>
                  </a:lnTo>
                  <a:lnTo>
                    <a:pt x="435" y="302"/>
                  </a:lnTo>
                  <a:lnTo>
                    <a:pt x="436" y="302"/>
                  </a:lnTo>
                  <a:lnTo>
                    <a:pt x="437" y="301"/>
                  </a:lnTo>
                  <a:lnTo>
                    <a:pt x="438" y="301"/>
                  </a:lnTo>
                  <a:lnTo>
                    <a:pt x="440" y="301"/>
                  </a:lnTo>
                  <a:lnTo>
                    <a:pt x="442" y="300"/>
                  </a:lnTo>
                  <a:lnTo>
                    <a:pt x="444" y="300"/>
                  </a:lnTo>
                  <a:lnTo>
                    <a:pt x="445" y="298"/>
                  </a:lnTo>
                  <a:lnTo>
                    <a:pt x="448" y="298"/>
                  </a:lnTo>
                  <a:lnTo>
                    <a:pt x="450" y="297"/>
                  </a:lnTo>
                  <a:lnTo>
                    <a:pt x="452" y="297"/>
                  </a:lnTo>
                  <a:lnTo>
                    <a:pt x="454" y="296"/>
                  </a:lnTo>
                  <a:lnTo>
                    <a:pt x="457" y="296"/>
                  </a:lnTo>
                  <a:lnTo>
                    <a:pt x="460" y="294"/>
                  </a:lnTo>
                  <a:lnTo>
                    <a:pt x="461" y="294"/>
                  </a:lnTo>
                  <a:lnTo>
                    <a:pt x="464" y="293"/>
                  </a:lnTo>
                  <a:lnTo>
                    <a:pt x="465" y="293"/>
                  </a:lnTo>
                  <a:lnTo>
                    <a:pt x="466" y="292"/>
                  </a:lnTo>
                  <a:lnTo>
                    <a:pt x="469" y="292"/>
                  </a:lnTo>
                  <a:lnTo>
                    <a:pt x="470" y="292"/>
                  </a:lnTo>
                  <a:lnTo>
                    <a:pt x="472" y="290"/>
                  </a:lnTo>
                  <a:lnTo>
                    <a:pt x="473" y="290"/>
                  </a:lnTo>
                  <a:lnTo>
                    <a:pt x="474" y="289"/>
                  </a:lnTo>
                  <a:lnTo>
                    <a:pt x="476" y="289"/>
                  </a:lnTo>
                  <a:lnTo>
                    <a:pt x="477" y="289"/>
                  </a:lnTo>
                  <a:lnTo>
                    <a:pt x="478" y="288"/>
                  </a:lnTo>
                  <a:lnTo>
                    <a:pt x="480" y="288"/>
                  </a:lnTo>
                  <a:lnTo>
                    <a:pt x="481" y="288"/>
                  </a:lnTo>
                  <a:lnTo>
                    <a:pt x="482" y="287"/>
                  </a:lnTo>
                  <a:lnTo>
                    <a:pt x="484" y="287"/>
                  </a:lnTo>
                  <a:lnTo>
                    <a:pt x="485" y="285"/>
                  </a:lnTo>
                  <a:lnTo>
                    <a:pt x="486" y="285"/>
                  </a:lnTo>
                  <a:lnTo>
                    <a:pt x="488" y="284"/>
                  </a:lnTo>
                  <a:lnTo>
                    <a:pt x="489" y="284"/>
                  </a:lnTo>
                  <a:lnTo>
                    <a:pt x="490" y="283"/>
                  </a:lnTo>
                  <a:lnTo>
                    <a:pt x="492" y="283"/>
                  </a:lnTo>
                  <a:lnTo>
                    <a:pt x="493" y="281"/>
                  </a:lnTo>
                  <a:lnTo>
                    <a:pt x="496" y="281"/>
                  </a:lnTo>
                  <a:lnTo>
                    <a:pt x="497" y="280"/>
                  </a:lnTo>
                  <a:lnTo>
                    <a:pt x="498" y="279"/>
                  </a:lnTo>
                  <a:lnTo>
                    <a:pt x="501" y="279"/>
                  </a:lnTo>
                  <a:lnTo>
                    <a:pt x="502" y="277"/>
                  </a:lnTo>
                  <a:lnTo>
                    <a:pt x="505" y="276"/>
                  </a:lnTo>
                  <a:lnTo>
                    <a:pt x="506" y="275"/>
                  </a:lnTo>
                  <a:lnTo>
                    <a:pt x="509" y="275"/>
                  </a:lnTo>
                  <a:lnTo>
                    <a:pt x="510" y="273"/>
                  </a:lnTo>
                  <a:lnTo>
                    <a:pt x="512" y="272"/>
                  </a:lnTo>
                  <a:lnTo>
                    <a:pt x="514" y="272"/>
                  </a:lnTo>
                  <a:lnTo>
                    <a:pt x="516" y="271"/>
                  </a:lnTo>
                  <a:lnTo>
                    <a:pt x="517" y="271"/>
                  </a:lnTo>
                  <a:lnTo>
                    <a:pt x="518" y="269"/>
                  </a:lnTo>
                  <a:lnTo>
                    <a:pt x="520" y="269"/>
                  </a:lnTo>
                  <a:lnTo>
                    <a:pt x="521" y="268"/>
                  </a:lnTo>
                  <a:lnTo>
                    <a:pt x="522" y="268"/>
                  </a:lnTo>
                  <a:lnTo>
                    <a:pt x="524" y="267"/>
                  </a:lnTo>
                  <a:lnTo>
                    <a:pt x="525" y="265"/>
                  </a:lnTo>
                  <a:lnTo>
                    <a:pt x="526" y="265"/>
                  </a:lnTo>
                  <a:lnTo>
                    <a:pt x="528" y="265"/>
                  </a:lnTo>
                  <a:lnTo>
                    <a:pt x="529" y="264"/>
                  </a:lnTo>
                  <a:lnTo>
                    <a:pt x="530" y="263"/>
                  </a:lnTo>
                  <a:lnTo>
                    <a:pt x="531" y="263"/>
                  </a:lnTo>
                  <a:lnTo>
                    <a:pt x="533" y="261"/>
                  </a:lnTo>
                  <a:lnTo>
                    <a:pt x="534" y="261"/>
                  </a:lnTo>
                  <a:lnTo>
                    <a:pt x="535" y="260"/>
                  </a:lnTo>
                  <a:lnTo>
                    <a:pt x="537" y="260"/>
                  </a:lnTo>
                  <a:lnTo>
                    <a:pt x="538" y="259"/>
                  </a:lnTo>
                  <a:lnTo>
                    <a:pt x="539" y="257"/>
                  </a:lnTo>
                  <a:lnTo>
                    <a:pt x="542" y="257"/>
                  </a:lnTo>
                  <a:lnTo>
                    <a:pt x="543" y="256"/>
                  </a:lnTo>
                  <a:lnTo>
                    <a:pt x="545" y="255"/>
                  </a:lnTo>
                  <a:lnTo>
                    <a:pt x="546" y="255"/>
                  </a:lnTo>
                  <a:lnTo>
                    <a:pt x="549" y="253"/>
                  </a:lnTo>
                  <a:lnTo>
                    <a:pt x="550" y="252"/>
                  </a:lnTo>
                  <a:lnTo>
                    <a:pt x="551" y="251"/>
                  </a:lnTo>
                  <a:lnTo>
                    <a:pt x="554" y="251"/>
                  </a:lnTo>
                  <a:lnTo>
                    <a:pt x="555" y="249"/>
                  </a:lnTo>
                  <a:lnTo>
                    <a:pt x="557" y="248"/>
                  </a:lnTo>
                  <a:lnTo>
                    <a:pt x="558" y="248"/>
                  </a:lnTo>
                  <a:lnTo>
                    <a:pt x="559" y="247"/>
                  </a:lnTo>
                  <a:lnTo>
                    <a:pt x="561" y="247"/>
                  </a:lnTo>
                  <a:lnTo>
                    <a:pt x="562" y="245"/>
                  </a:lnTo>
                  <a:lnTo>
                    <a:pt x="563" y="245"/>
                  </a:lnTo>
                  <a:lnTo>
                    <a:pt x="563" y="244"/>
                  </a:lnTo>
                  <a:lnTo>
                    <a:pt x="565" y="244"/>
                  </a:lnTo>
                  <a:lnTo>
                    <a:pt x="566" y="243"/>
                  </a:lnTo>
                  <a:lnTo>
                    <a:pt x="567" y="243"/>
                  </a:lnTo>
                  <a:lnTo>
                    <a:pt x="569" y="241"/>
                  </a:lnTo>
                  <a:lnTo>
                    <a:pt x="570" y="241"/>
                  </a:lnTo>
                  <a:lnTo>
                    <a:pt x="570" y="240"/>
                  </a:lnTo>
                  <a:lnTo>
                    <a:pt x="571" y="240"/>
                  </a:lnTo>
                  <a:lnTo>
                    <a:pt x="573" y="240"/>
                  </a:lnTo>
                  <a:lnTo>
                    <a:pt x="573" y="239"/>
                  </a:lnTo>
                  <a:lnTo>
                    <a:pt x="574" y="239"/>
                  </a:lnTo>
                  <a:lnTo>
                    <a:pt x="575" y="237"/>
                  </a:lnTo>
                  <a:lnTo>
                    <a:pt x="577" y="236"/>
                  </a:lnTo>
                  <a:lnTo>
                    <a:pt x="578" y="236"/>
                  </a:lnTo>
                  <a:lnTo>
                    <a:pt x="579" y="235"/>
                  </a:lnTo>
                  <a:lnTo>
                    <a:pt x="581" y="235"/>
                  </a:lnTo>
                  <a:lnTo>
                    <a:pt x="582" y="233"/>
                  </a:lnTo>
                  <a:lnTo>
                    <a:pt x="583" y="232"/>
                  </a:lnTo>
                  <a:lnTo>
                    <a:pt x="585" y="232"/>
                  </a:lnTo>
                  <a:lnTo>
                    <a:pt x="586" y="231"/>
                  </a:lnTo>
                  <a:lnTo>
                    <a:pt x="587" y="229"/>
                  </a:lnTo>
                  <a:lnTo>
                    <a:pt x="589" y="229"/>
                  </a:lnTo>
                  <a:lnTo>
                    <a:pt x="590" y="228"/>
                  </a:lnTo>
                  <a:lnTo>
                    <a:pt x="591" y="227"/>
                  </a:lnTo>
                  <a:lnTo>
                    <a:pt x="593" y="227"/>
                  </a:lnTo>
                  <a:lnTo>
                    <a:pt x="594" y="225"/>
                  </a:lnTo>
                  <a:lnTo>
                    <a:pt x="595" y="224"/>
                  </a:lnTo>
                  <a:lnTo>
                    <a:pt x="597" y="224"/>
                  </a:lnTo>
                  <a:lnTo>
                    <a:pt x="598" y="223"/>
                  </a:lnTo>
                  <a:lnTo>
                    <a:pt x="599" y="221"/>
                  </a:lnTo>
                  <a:lnTo>
                    <a:pt x="601" y="221"/>
                  </a:lnTo>
                  <a:lnTo>
                    <a:pt x="601" y="220"/>
                  </a:lnTo>
                  <a:lnTo>
                    <a:pt x="602" y="220"/>
                  </a:lnTo>
                  <a:lnTo>
                    <a:pt x="603" y="219"/>
                  </a:lnTo>
                  <a:lnTo>
                    <a:pt x="605" y="219"/>
                  </a:lnTo>
                  <a:lnTo>
                    <a:pt x="605" y="217"/>
                  </a:lnTo>
                  <a:lnTo>
                    <a:pt x="606" y="217"/>
                  </a:lnTo>
                  <a:lnTo>
                    <a:pt x="606" y="216"/>
                  </a:lnTo>
                  <a:lnTo>
                    <a:pt x="607" y="216"/>
                  </a:lnTo>
                  <a:lnTo>
                    <a:pt x="609" y="215"/>
                  </a:lnTo>
                  <a:lnTo>
                    <a:pt x="610" y="215"/>
                  </a:lnTo>
                  <a:lnTo>
                    <a:pt x="610" y="213"/>
                  </a:lnTo>
                  <a:lnTo>
                    <a:pt x="611" y="213"/>
                  </a:lnTo>
                  <a:lnTo>
                    <a:pt x="613" y="212"/>
                  </a:lnTo>
                  <a:lnTo>
                    <a:pt x="614" y="211"/>
                  </a:lnTo>
                  <a:lnTo>
                    <a:pt x="615" y="209"/>
                  </a:lnTo>
                  <a:lnTo>
                    <a:pt x="617" y="209"/>
                  </a:lnTo>
                  <a:lnTo>
                    <a:pt x="617" y="208"/>
                  </a:lnTo>
                  <a:lnTo>
                    <a:pt x="618" y="208"/>
                  </a:lnTo>
                  <a:lnTo>
                    <a:pt x="619" y="207"/>
                  </a:lnTo>
                  <a:lnTo>
                    <a:pt x="621" y="205"/>
                  </a:lnTo>
                  <a:lnTo>
                    <a:pt x="622" y="204"/>
                  </a:lnTo>
                  <a:lnTo>
                    <a:pt x="623" y="204"/>
                  </a:lnTo>
                  <a:lnTo>
                    <a:pt x="623" y="203"/>
                  </a:lnTo>
                  <a:lnTo>
                    <a:pt x="624" y="203"/>
                  </a:lnTo>
                  <a:lnTo>
                    <a:pt x="626" y="201"/>
                  </a:lnTo>
                  <a:lnTo>
                    <a:pt x="627" y="200"/>
                  </a:lnTo>
                  <a:lnTo>
                    <a:pt x="628" y="200"/>
                  </a:lnTo>
                  <a:lnTo>
                    <a:pt x="628" y="199"/>
                  </a:lnTo>
                  <a:lnTo>
                    <a:pt x="630" y="199"/>
                  </a:lnTo>
                  <a:lnTo>
                    <a:pt x="631" y="197"/>
                  </a:lnTo>
                  <a:lnTo>
                    <a:pt x="632" y="197"/>
                  </a:lnTo>
                  <a:lnTo>
                    <a:pt x="632" y="196"/>
                  </a:lnTo>
                  <a:lnTo>
                    <a:pt x="634" y="196"/>
                  </a:lnTo>
                  <a:lnTo>
                    <a:pt x="635" y="195"/>
                  </a:lnTo>
                  <a:lnTo>
                    <a:pt x="636" y="194"/>
                  </a:lnTo>
                  <a:lnTo>
                    <a:pt x="638" y="194"/>
                  </a:lnTo>
                  <a:lnTo>
                    <a:pt x="639" y="192"/>
                  </a:lnTo>
                  <a:lnTo>
                    <a:pt x="640" y="192"/>
                  </a:lnTo>
                  <a:lnTo>
                    <a:pt x="642" y="191"/>
                  </a:lnTo>
                  <a:lnTo>
                    <a:pt x="642" y="190"/>
                  </a:lnTo>
                  <a:lnTo>
                    <a:pt x="643" y="190"/>
                  </a:lnTo>
                  <a:lnTo>
                    <a:pt x="644" y="188"/>
                  </a:lnTo>
                  <a:lnTo>
                    <a:pt x="646" y="188"/>
                  </a:lnTo>
                  <a:lnTo>
                    <a:pt x="646" y="187"/>
                  </a:lnTo>
                  <a:lnTo>
                    <a:pt x="647" y="187"/>
                  </a:lnTo>
                  <a:lnTo>
                    <a:pt x="648" y="186"/>
                  </a:lnTo>
                  <a:lnTo>
                    <a:pt x="650" y="184"/>
                  </a:lnTo>
                  <a:lnTo>
                    <a:pt x="651" y="184"/>
                  </a:lnTo>
                  <a:lnTo>
                    <a:pt x="651" y="183"/>
                  </a:lnTo>
                  <a:lnTo>
                    <a:pt x="652" y="183"/>
                  </a:lnTo>
                  <a:lnTo>
                    <a:pt x="652" y="182"/>
                  </a:lnTo>
                  <a:lnTo>
                    <a:pt x="654" y="182"/>
                  </a:lnTo>
                  <a:lnTo>
                    <a:pt x="654" y="180"/>
                  </a:lnTo>
                  <a:lnTo>
                    <a:pt x="655" y="180"/>
                  </a:lnTo>
                  <a:lnTo>
                    <a:pt x="655" y="179"/>
                  </a:lnTo>
                  <a:lnTo>
                    <a:pt x="656" y="179"/>
                  </a:lnTo>
                  <a:lnTo>
                    <a:pt x="658" y="178"/>
                  </a:lnTo>
                  <a:lnTo>
                    <a:pt x="659" y="176"/>
                  </a:lnTo>
                  <a:lnTo>
                    <a:pt x="660" y="175"/>
                  </a:lnTo>
                  <a:lnTo>
                    <a:pt x="662" y="174"/>
                  </a:lnTo>
                  <a:lnTo>
                    <a:pt x="663" y="172"/>
                  </a:lnTo>
                  <a:lnTo>
                    <a:pt x="664" y="171"/>
                  </a:lnTo>
                  <a:lnTo>
                    <a:pt x="666" y="170"/>
                  </a:lnTo>
                  <a:lnTo>
                    <a:pt x="666" y="168"/>
                  </a:lnTo>
                  <a:lnTo>
                    <a:pt x="667" y="167"/>
                  </a:lnTo>
                  <a:lnTo>
                    <a:pt x="668" y="166"/>
                  </a:lnTo>
                  <a:lnTo>
                    <a:pt x="670" y="164"/>
                  </a:lnTo>
                  <a:lnTo>
                    <a:pt x="671" y="163"/>
                  </a:lnTo>
                  <a:lnTo>
                    <a:pt x="672" y="163"/>
                  </a:lnTo>
                  <a:lnTo>
                    <a:pt x="672" y="162"/>
                  </a:lnTo>
                  <a:lnTo>
                    <a:pt x="674" y="160"/>
                  </a:lnTo>
                  <a:lnTo>
                    <a:pt x="675" y="159"/>
                  </a:lnTo>
                  <a:lnTo>
                    <a:pt x="676" y="158"/>
                  </a:lnTo>
                  <a:lnTo>
                    <a:pt x="678" y="156"/>
                  </a:lnTo>
                  <a:lnTo>
                    <a:pt x="679" y="155"/>
                  </a:lnTo>
                  <a:lnTo>
                    <a:pt x="680" y="154"/>
                  </a:lnTo>
                  <a:lnTo>
                    <a:pt x="680" y="152"/>
                  </a:lnTo>
                  <a:lnTo>
                    <a:pt x="682" y="152"/>
                  </a:lnTo>
                  <a:lnTo>
                    <a:pt x="682" y="151"/>
                  </a:lnTo>
                  <a:lnTo>
                    <a:pt x="683" y="150"/>
                  </a:lnTo>
                  <a:lnTo>
                    <a:pt x="684" y="150"/>
                  </a:lnTo>
                  <a:lnTo>
                    <a:pt x="684" y="148"/>
                  </a:lnTo>
                  <a:lnTo>
                    <a:pt x="686" y="147"/>
                  </a:lnTo>
                  <a:lnTo>
                    <a:pt x="687" y="147"/>
                  </a:lnTo>
                  <a:lnTo>
                    <a:pt x="687" y="146"/>
                  </a:lnTo>
                  <a:lnTo>
                    <a:pt x="688" y="144"/>
                  </a:lnTo>
                  <a:lnTo>
                    <a:pt x="690" y="143"/>
                  </a:lnTo>
                  <a:lnTo>
                    <a:pt x="691" y="142"/>
                  </a:lnTo>
                  <a:lnTo>
                    <a:pt x="692" y="140"/>
                  </a:lnTo>
                  <a:lnTo>
                    <a:pt x="692" y="139"/>
                  </a:lnTo>
                  <a:lnTo>
                    <a:pt x="694" y="136"/>
                  </a:lnTo>
                  <a:lnTo>
                    <a:pt x="696" y="135"/>
                  </a:lnTo>
                  <a:lnTo>
                    <a:pt x="698" y="134"/>
                  </a:lnTo>
                  <a:lnTo>
                    <a:pt x="699" y="131"/>
                  </a:lnTo>
                  <a:lnTo>
                    <a:pt x="700" y="130"/>
                  </a:lnTo>
                  <a:lnTo>
                    <a:pt x="702" y="128"/>
                  </a:lnTo>
                  <a:lnTo>
                    <a:pt x="703" y="127"/>
                  </a:lnTo>
                  <a:lnTo>
                    <a:pt x="704" y="126"/>
                  </a:lnTo>
                  <a:lnTo>
                    <a:pt x="706" y="124"/>
                  </a:lnTo>
                  <a:lnTo>
                    <a:pt x="706" y="123"/>
                  </a:lnTo>
                  <a:lnTo>
                    <a:pt x="707" y="122"/>
                  </a:lnTo>
                  <a:lnTo>
                    <a:pt x="708" y="120"/>
                  </a:lnTo>
                  <a:lnTo>
                    <a:pt x="708" y="119"/>
                  </a:lnTo>
                  <a:lnTo>
                    <a:pt x="710" y="118"/>
                  </a:lnTo>
                  <a:lnTo>
                    <a:pt x="711" y="118"/>
                  </a:lnTo>
                  <a:lnTo>
                    <a:pt x="711" y="116"/>
                  </a:lnTo>
                  <a:lnTo>
                    <a:pt x="712" y="115"/>
                  </a:lnTo>
                  <a:lnTo>
                    <a:pt x="714" y="114"/>
                  </a:lnTo>
                  <a:lnTo>
                    <a:pt x="715" y="112"/>
                  </a:lnTo>
                  <a:lnTo>
                    <a:pt x="715" y="111"/>
                  </a:lnTo>
                  <a:lnTo>
                    <a:pt x="716" y="110"/>
                  </a:lnTo>
                  <a:lnTo>
                    <a:pt x="717" y="108"/>
                  </a:lnTo>
                  <a:lnTo>
                    <a:pt x="717" y="107"/>
                  </a:lnTo>
                  <a:lnTo>
                    <a:pt x="719" y="107"/>
                  </a:lnTo>
                  <a:lnTo>
                    <a:pt x="719" y="106"/>
                  </a:lnTo>
                  <a:lnTo>
                    <a:pt x="720" y="104"/>
                  </a:lnTo>
                  <a:lnTo>
                    <a:pt x="721" y="103"/>
                  </a:lnTo>
                  <a:lnTo>
                    <a:pt x="723" y="101"/>
                  </a:lnTo>
                  <a:lnTo>
                    <a:pt x="724" y="99"/>
                  </a:lnTo>
                  <a:lnTo>
                    <a:pt x="725" y="98"/>
                  </a:lnTo>
                  <a:lnTo>
                    <a:pt x="725" y="97"/>
                  </a:lnTo>
                  <a:lnTo>
                    <a:pt x="727" y="94"/>
                  </a:lnTo>
                  <a:lnTo>
                    <a:pt x="729" y="93"/>
                  </a:lnTo>
                  <a:lnTo>
                    <a:pt x="731" y="90"/>
                  </a:lnTo>
                  <a:lnTo>
                    <a:pt x="732" y="89"/>
                  </a:lnTo>
                  <a:lnTo>
                    <a:pt x="733" y="86"/>
                  </a:lnTo>
                  <a:lnTo>
                    <a:pt x="735" y="85"/>
                  </a:lnTo>
                  <a:lnTo>
                    <a:pt x="736" y="82"/>
                  </a:lnTo>
                  <a:lnTo>
                    <a:pt x="737" y="81"/>
                  </a:lnTo>
                  <a:lnTo>
                    <a:pt x="739" y="79"/>
                  </a:lnTo>
                  <a:lnTo>
                    <a:pt x="739" y="78"/>
                  </a:lnTo>
                  <a:lnTo>
                    <a:pt x="740" y="77"/>
                  </a:lnTo>
                  <a:lnTo>
                    <a:pt x="741" y="75"/>
                  </a:lnTo>
                  <a:lnTo>
                    <a:pt x="741" y="74"/>
                  </a:lnTo>
                  <a:lnTo>
                    <a:pt x="743" y="73"/>
                  </a:lnTo>
                  <a:lnTo>
                    <a:pt x="744" y="71"/>
                  </a:lnTo>
                  <a:lnTo>
                    <a:pt x="744" y="70"/>
                  </a:lnTo>
                  <a:lnTo>
                    <a:pt x="745" y="69"/>
                  </a:lnTo>
                  <a:lnTo>
                    <a:pt x="747" y="69"/>
                  </a:lnTo>
                  <a:lnTo>
                    <a:pt x="747" y="67"/>
                  </a:lnTo>
                  <a:lnTo>
                    <a:pt x="748" y="66"/>
                  </a:lnTo>
                  <a:lnTo>
                    <a:pt x="748" y="65"/>
                  </a:lnTo>
                  <a:lnTo>
                    <a:pt x="749" y="63"/>
                  </a:lnTo>
                  <a:lnTo>
                    <a:pt x="751" y="62"/>
                  </a:lnTo>
                  <a:lnTo>
                    <a:pt x="751" y="61"/>
                  </a:lnTo>
                  <a:lnTo>
                    <a:pt x="752" y="59"/>
                  </a:lnTo>
                  <a:lnTo>
                    <a:pt x="753" y="58"/>
                  </a:lnTo>
                  <a:lnTo>
                    <a:pt x="753" y="57"/>
                  </a:lnTo>
                  <a:lnTo>
                    <a:pt x="755" y="55"/>
                  </a:lnTo>
                  <a:lnTo>
                    <a:pt x="756" y="54"/>
                  </a:lnTo>
                  <a:lnTo>
                    <a:pt x="757" y="53"/>
                  </a:lnTo>
                  <a:lnTo>
                    <a:pt x="759" y="51"/>
                  </a:lnTo>
                  <a:lnTo>
                    <a:pt x="760" y="49"/>
                  </a:lnTo>
                  <a:lnTo>
                    <a:pt x="761" y="47"/>
                  </a:lnTo>
                  <a:lnTo>
                    <a:pt x="763" y="45"/>
                  </a:lnTo>
                  <a:lnTo>
                    <a:pt x="764" y="43"/>
                  </a:lnTo>
                  <a:lnTo>
                    <a:pt x="765" y="41"/>
                  </a:lnTo>
                  <a:lnTo>
                    <a:pt x="768" y="38"/>
                  </a:lnTo>
                  <a:lnTo>
                    <a:pt x="769" y="37"/>
                  </a:lnTo>
                  <a:lnTo>
                    <a:pt x="771" y="35"/>
                  </a:lnTo>
                  <a:lnTo>
                    <a:pt x="772" y="33"/>
                  </a:lnTo>
                  <a:lnTo>
                    <a:pt x="772" y="31"/>
                  </a:lnTo>
                  <a:lnTo>
                    <a:pt x="773" y="30"/>
                  </a:lnTo>
                  <a:lnTo>
                    <a:pt x="775" y="29"/>
                  </a:lnTo>
                  <a:lnTo>
                    <a:pt x="776" y="27"/>
                  </a:lnTo>
                  <a:lnTo>
                    <a:pt x="776" y="26"/>
                  </a:lnTo>
                  <a:lnTo>
                    <a:pt x="777" y="25"/>
                  </a:lnTo>
                  <a:lnTo>
                    <a:pt x="779" y="23"/>
                  </a:lnTo>
                  <a:lnTo>
                    <a:pt x="779" y="22"/>
                  </a:lnTo>
                  <a:lnTo>
                    <a:pt x="780" y="22"/>
                  </a:lnTo>
                  <a:lnTo>
                    <a:pt x="780" y="21"/>
                  </a:lnTo>
                  <a:lnTo>
                    <a:pt x="781" y="19"/>
                  </a:lnTo>
                  <a:lnTo>
                    <a:pt x="781" y="18"/>
                  </a:lnTo>
                  <a:lnTo>
                    <a:pt x="783" y="17"/>
                  </a:lnTo>
                  <a:lnTo>
                    <a:pt x="784" y="15"/>
                  </a:lnTo>
                  <a:lnTo>
                    <a:pt x="784" y="14"/>
                  </a:lnTo>
                  <a:lnTo>
                    <a:pt x="785" y="13"/>
                  </a:lnTo>
                  <a:lnTo>
                    <a:pt x="785" y="11"/>
                  </a:lnTo>
                  <a:lnTo>
                    <a:pt x="787" y="11"/>
                  </a:lnTo>
                  <a:lnTo>
                    <a:pt x="787" y="10"/>
                  </a:lnTo>
                  <a:lnTo>
                    <a:pt x="788" y="9"/>
                  </a:lnTo>
                  <a:lnTo>
                    <a:pt x="789" y="8"/>
                  </a:lnTo>
                  <a:lnTo>
                    <a:pt x="789" y="6"/>
                  </a:lnTo>
                  <a:lnTo>
                    <a:pt x="791" y="4"/>
                  </a:lnTo>
                  <a:lnTo>
                    <a:pt x="792" y="2"/>
                  </a:lnTo>
                  <a:lnTo>
                    <a:pt x="792" y="1"/>
                  </a:lnTo>
                  <a:lnTo>
                    <a:pt x="793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255" name="Freeform 66">
              <a:extLst>
                <a:ext uri="{FF2B5EF4-FFF2-40B4-BE49-F238E27FC236}">
                  <a16:creationId xmlns:a16="http://schemas.microsoft.com/office/drawing/2014/main" id="{FA8A79D5-AC58-4506-B81A-26BC1A895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1741"/>
              <a:ext cx="48" cy="159"/>
            </a:xfrm>
            <a:custGeom>
              <a:avLst/>
              <a:gdLst>
                <a:gd name="T0" fmla="*/ 1 w 94"/>
                <a:gd name="T1" fmla="*/ 1 h 318"/>
                <a:gd name="T2" fmla="*/ 1 w 94"/>
                <a:gd name="T3" fmla="*/ 1 h 318"/>
                <a:gd name="T4" fmla="*/ 1 w 94"/>
                <a:gd name="T5" fmla="*/ 1 h 318"/>
                <a:gd name="T6" fmla="*/ 1 w 94"/>
                <a:gd name="T7" fmla="*/ 1 h 318"/>
                <a:gd name="T8" fmla="*/ 1 w 94"/>
                <a:gd name="T9" fmla="*/ 1 h 318"/>
                <a:gd name="T10" fmla="*/ 1 w 94"/>
                <a:gd name="T11" fmla="*/ 1 h 318"/>
                <a:gd name="T12" fmla="*/ 1 w 94"/>
                <a:gd name="T13" fmla="*/ 1 h 318"/>
                <a:gd name="T14" fmla="*/ 1 w 94"/>
                <a:gd name="T15" fmla="*/ 1 h 318"/>
                <a:gd name="T16" fmla="*/ 1 w 94"/>
                <a:gd name="T17" fmla="*/ 1 h 318"/>
                <a:gd name="T18" fmla="*/ 1 w 94"/>
                <a:gd name="T19" fmla="*/ 1 h 318"/>
                <a:gd name="T20" fmla="*/ 1 w 94"/>
                <a:gd name="T21" fmla="*/ 1 h 318"/>
                <a:gd name="T22" fmla="*/ 1 w 94"/>
                <a:gd name="T23" fmla="*/ 1 h 318"/>
                <a:gd name="T24" fmla="*/ 1 w 94"/>
                <a:gd name="T25" fmla="*/ 1 h 318"/>
                <a:gd name="T26" fmla="*/ 1 w 94"/>
                <a:gd name="T27" fmla="*/ 1 h 318"/>
                <a:gd name="T28" fmla="*/ 1 w 94"/>
                <a:gd name="T29" fmla="*/ 1 h 318"/>
                <a:gd name="T30" fmla="*/ 1 w 94"/>
                <a:gd name="T31" fmla="*/ 1 h 318"/>
                <a:gd name="T32" fmla="*/ 1 w 94"/>
                <a:gd name="T33" fmla="*/ 1 h 318"/>
                <a:gd name="T34" fmla="*/ 1 w 94"/>
                <a:gd name="T35" fmla="*/ 1 h 318"/>
                <a:gd name="T36" fmla="*/ 1 w 94"/>
                <a:gd name="T37" fmla="*/ 1 h 318"/>
                <a:gd name="T38" fmla="*/ 1 w 94"/>
                <a:gd name="T39" fmla="*/ 1 h 318"/>
                <a:gd name="T40" fmla="*/ 1 w 94"/>
                <a:gd name="T41" fmla="*/ 1 h 318"/>
                <a:gd name="T42" fmla="*/ 1 w 94"/>
                <a:gd name="T43" fmla="*/ 1 h 318"/>
                <a:gd name="T44" fmla="*/ 1 w 94"/>
                <a:gd name="T45" fmla="*/ 1 h 318"/>
                <a:gd name="T46" fmla="*/ 1 w 94"/>
                <a:gd name="T47" fmla="*/ 1 h 318"/>
                <a:gd name="T48" fmla="*/ 1 w 94"/>
                <a:gd name="T49" fmla="*/ 1 h 318"/>
                <a:gd name="T50" fmla="*/ 1 w 94"/>
                <a:gd name="T51" fmla="*/ 1 h 318"/>
                <a:gd name="T52" fmla="*/ 1 w 94"/>
                <a:gd name="T53" fmla="*/ 1 h 318"/>
                <a:gd name="T54" fmla="*/ 1 w 94"/>
                <a:gd name="T55" fmla="*/ 1 h 318"/>
                <a:gd name="T56" fmla="*/ 1 w 94"/>
                <a:gd name="T57" fmla="*/ 1 h 318"/>
                <a:gd name="T58" fmla="*/ 1 w 94"/>
                <a:gd name="T59" fmla="*/ 1 h 318"/>
                <a:gd name="T60" fmla="*/ 1 w 94"/>
                <a:gd name="T61" fmla="*/ 1 h 318"/>
                <a:gd name="T62" fmla="*/ 1 w 94"/>
                <a:gd name="T63" fmla="*/ 1 h 318"/>
                <a:gd name="T64" fmla="*/ 1 w 94"/>
                <a:gd name="T65" fmla="*/ 1 h 318"/>
                <a:gd name="T66" fmla="*/ 1 w 94"/>
                <a:gd name="T67" fmla="*/ 1 h 318"/>
                <a:gd name="T68" fmla="*/ 1 w 94"/>
                <a:gd name="T69" fmla="*/ 1 h 318"/>
                <a:gd name="T70" fmla="*/ 1 w 94"/>
                <a:gd name="T71" fmla="*/ 1 h 318"/>
                <a:gd name="T72" fmla="*/ 1 w 94"/>
                <a:gd name="T73" fmla="*/ 1 h 318"/>
                <a:gd name="T74" fmla="*/ 1 w 94"/>
                <a:gd name="T75" fmla="*/ 1 h 318"/>
                <a:gd name="T76" fmla="*/ 1 w 94"/>
                <a:gd name="T77" fmla="*/ 1 h 318"/>
                <a:gd name="T78" fmla="*/ 1 w 94"/>
                <a:gd name="T79" fmla="*/ 1 h 318"/>
                <a:gd name="T80" fmla="*/ 1 w 94"/>
                <a:gd name="T81" fmla="*/ 1 h 318"/>
                <a:gd name="T82" fmla="*/ 1 w 94"/>
                <a:gd name="T83" fmla="*/ 1 h 318"/>
                <a:gd name="T84" fmla="*/ 1 w 94"/>
                <a:gd name="T85" fmla="*/ 1 h 318"/>
                <a:gd name="T86" fmla="*/ 1 w 94"/>
                <a:gd name="T87" fmla="*/ 1 h 318"/>
                <a:gd name="T88" fmla="*/ 1 w 94"/>
                <a:gd name="T89" fmla="*/ 1 h 318"/>
                <a:gd name="T90" fmla="*/ 1 w 94"/>
                <a:gd name="T91" fmla="*/ 1 h 318"/>
                <a:gd name="T92" fmla="*/ 1 w 94"/>
                <a:gd name="T93" fmla="*/ 1 h 318"/>
                <a:gd name="T94" fmla="*/ 1 w 94"/>
                <a:gd name="T95" fmla="*/ 1 h 318"/>
                <a:gd name="T96" fmla="*/ 1 w 94"/>
                <a:gd name="T97" fmla="*/ 1 h 318"/>
                <a:gd name="T98" fmla="*/ 1 w 94"/>
                <a:gd name="T99" fmla="*/ 1 h 318"/>
                <a:gd name="T100" fmla="*/ 1 w 94"/>
                <a:gd name="T101" fmla="*/ 1 h 318"/>
                <a:gd name="T102" fmla="*/ 1 w 94"/>
                <a:gd name="T103" fmla="*/ 1 h 318"/>
                <a:gd name="T104" fmla="*/ 1 w 94"/>
                <a:gd name="T105" fmla="*/ 1 h 318"/>
                <a:gd name="T106" fmla="*/ 1 w 94"/>
                <a:gd name="T107" fmla="*/ 1 h 318"/>
                <a:gd name="T108" fmla="*/ 1 w 94"/>
                <a:gd name="T109" fmla="*/ 1 h 318"/>
                <a:gd name="T110" fmla="*/ 1 w 94"/>
                <a:gd name="T111" fmla="*/ 1 h 318"/>
                <a:gd name="T112" fmla="*/ 1 w 94"/>
                <a:gd name="T113" fmla="*/ 1 h 31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94"/>
                <a:gd name="T172" fmla="*/ 0 h 318"/>
                <a:gd name="T173" fmla="*/ 94 w 94"/>
                <a:gd name="T174" fmla="*/ 318 h 318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94" h="318">
                  <a:moveTo>
                    <a:pt x="0" y="0"/>
                  </a:moveTo>
                  <a:lnTo>
                    <a:pt x="2" y="3"/>
                  </a:lnTo>
                  <a:lnTo>
                    <a:pt x="4" y="7"/>
                  </a:lnTo>
                  <a:lnTo>
                    <a:pt x="5" y="9"/>
                  </a:lnTo>
                  <a:lnTo>
                    <a:pt x="8" y="12"/>
                  </a:lnTo>
                  <a:lnTo>
                    <a:pt x="9" y="15"/>
                  </a:lnTo>
                  <a:lnTo>
                    <a:pt x="10" y="17"/>
                  </a:lnTo>
                  <a:lnTo>
                    <a:pt x="12" y="20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7"/>
                  </a:lnTo>
                  <a:lnTo>
                    <a:pt x="16" y="28"/>
                  </a:lnTo>
                  <a:lnTo>
                    <a:pt x="17" y="29"/>
                  </a:lnTo>
                  <a:lnTo>
                    <a:pt x="18" y="32"/>
                  </a:lnTo>
                  <a:lnTo>
                    <a:pt x="18" y="33"/>
                  </a:lnTo>
                  <a:lnTo>
                    <a:pt x="20" y="35"/>
                  </a:lnTo>
                  <a:lnTo>
                    <a:pt x="20" y="36"/>
                  </a:lnTo>
                  <a:lnTo>
                    <a:pt x="21" y="37"/>
                  </a:lnTo>
                  <a:lnTo>
                    <a:pt x="21" y="39"/>
                  </a:lnTo>
                  <a:lnTo>
                    <a:pt x="22" y="40"/>
                  </a:lnTo>
                  <a:lnTo>
                    <a:pt x="22" y="41"/>
                  </a:lnTo>
                  <a:lnTo>
                    <a:pt x="24" y="43"/>
                  </a:lnTo>
                  <a:lnTo>
                    <a:pt x="24" y="44"/>
                  </a:lnTo>
                  <a:lnTo>
                    <a:pt x="25" y="45"/>
                  </a:lnTo>
                  <a:lnTo>
                    <a:pt x="25" y="47"/>
                  </a:lnTo>
                  <a:lnTo>
                    <a:pt x="26" y="48"/>
                  </a:lnTo>
                  <a:lnTo>
                    <a:pt x="26" y="50"/>
                  </a:lnTo>
                  <a:lnTo>
                    <a:pt x="28" y="52"/>
                  </a:lnTo>
                  <a:lnTo>
                    <a:pt x="28" y="53"/>
                  </a:lnTo>
                  <a:lnTo>
                    <a:pt x="29" y="54"/>
                  </a:lnTo>
                  <a:lnTo>
                    <a:pt x="29" y="56"/>
                  </a:lnTo>
                  <a:lnTo>
                    <a:pt x="30" y="58"/>
                  </a:lnTo>
                  <a:lnTo>
                    <a:pt x="30" y="60"/>
                  </a:lnTo>
                  <a:lnTo>
                    <a:pt x="32" y="61"/>
                  </a:lnTo>
                  <a:lnTo>
                    <a:pt x="32" y="62"/>
                  </a:lnTo>
                  <a:lnTo>
                    <a:pt x="33" y="65"/>
                  </a:lnTo>
                  <a:lnTo>
                    <a:pt x="33" y="66"/>
                  </a:lnTo>
                  <a:lnTo>
                    <a:pt x="34" y="68"/>
                  </a:lnTo>
                  <a:lnTo>
                    <a:pt x="34" y="69"/>
                  </a:lnTo>
                  <a:lnTo>
                    <a:pt x="36" y="70"/>
                  </a:lnTo>
                  <a:lnTo>
                    <a:pt x="36" y="72"/>
                  </a:lnTo>
                  <a:lnTo>
                    <a:pt x="37" y="73"/>
                  </a:lnTo>
                  <a:lnTo>
                    <a:pt x="37" y="74"/>
                  </a:lnTo>
                  <a:lnTo>
                    <a:pt x="37" y="76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8" y="80"/>
                  </a:lnTo>
                  <a:lnTo>
                    <a:pt x="40" y="81"/>
                  </a:lnTo>
                  <a:lnTo>
                    <a:pt x="40" y="82"/>
                  </a:lnTo>
                  <a:lnTo>
                    <a:pt x="41" y="84"/>
                  </a:lnTo>
                  <a:lnTo>
                    <a:pt x="41" y="85"/>
                  </a:lnTo>
                  <a:lnTo>
                    <a:pt x="42" y="86"/>
                  </a:lnTo>
                  <a:lnTo>
                    <a:pt x="42" y="88"/>
                  </a:lnTo>
                  <a:lnTo>
                    <a:pt x="42" y="89"/>
                  </a:lnTo>
                  <a:lnTo>
                    <a:pt x="44" y="90"/>
                  </a:lnTo>
                  <a:lnTo>
                    <a:pt x="44" y="92"/>
                  </a:lnTo>
                  <a:lnTo>
                    <a:pt x="45" y="94"/>
                  </a:lnTo>
                  <a:lnTo>
                    <a:pt x="45" y="96"/>
                  </a:lnTo>
                  <a:lnTo>
                    <a:pt x="46" y="97"/>
                  </a:lnTo>
                  <a:lnTo>
                    <a:pt x="46" y="100"/>
                  </a:lnTo>
                  <a:lnTo>
                    <a:pt x="48" y="102"/>
                  </a:lnTo>
                  <a:lnTo>
                    <a:pt x="49" y="104"/>
                  </a:lnTo>
                  <a:lnTo>
                    <a:pt x="49" y="106"/>
                  </a:lnTo>
                  <a:lnTo>
                    <a:pt x="50" y="108"/>
                  </a:lnTo>
                  <a:lnTo>
                    <a:pt x="50" y="110"/>
                  </a:lnTo>
                  <a:lnTo>
                    <a:pt x="52" y="112"/>
                  </a:lnTo>
                  <a:lnTo>
                    <a:pt x="52" y="113"/>
                  </a:lnTo>
                  <a:lnTo>
                    <a:pt x="53" y="114"/>
                  </a:lnTo>
                  <a:lnTo>
                    <a:pt x="53" y="116"/>
                  </a:lnTo>
                  <a:lnTo>
                    <a:pt x="53" y="117"/>
                  </a:lnTo>
                  <a:lnTo>
                    <a:pt x="54" y="118"/>
                  </a:lnTo>
                  <a:lnTo>
                    <a:pt x="54" y="120"/>
                  </a:lnTo>
                  <a:lnTo>
                    <a:pt x="56" y="121"/>
                  </a:lnTo>
                  <a:lnTo>
                    <a:pt x="56" y="122"/>
                  </a:lnTo>
                  <a:lnTo>
                    <a:pt x="56" y="124"/>
                  </a:lnTo>
                  <a:lnTo>
                    <a:pt x="56" y="125"/>
                  </a:lnTo>
                  <a:lnTo>
                    <a:pt x="57" y="126"/>
                  </a:lnTo>
                  <a:lnTo>
                    <a:pt x="57" y="128"/>
                  </a:lnTo>
                  <a:lnTo>
                    <a:pt x="57" y="129"/>
                  </a:lnTo>
                  <a:lnTo>
                    <a:pt x="58" y="129"/>
                  </a:lnTo>
                  <a:lnTo>
                    <a:pt x="58" y="130"/>
                  </a:lnTo>
                  <a:lnTo>
                    <a:pt x="58" y="132"/>
                  </a:lnTo>
                  <a:lnTo>
                    <a:pt x="60" y="133"/>
                  </a:lnTo>
                  <a:lnTo>
                    <a:pt x="60" y="134"/>
                  </a:lnTo>
                  <a:lnTo>
                    <a:pt x="60" y="136"/>
                  </a:lnTo>
                  <a:lnTo>
                    <a:pt x="60" y="137"/>
                  </a:lnTo>
                  <a:lnTo>
                    <a:pt x="61" y="138"/>
                  </a:lnTo>
                  <a:lnTo>
                    <a:pt x="61" y="141"/>
                  </a:lnTo>
                  <a:lnTo>
                    <a:pt x="62" y="142"/>
                  </a:lnTo>
                  <a:lnTo>
                    <a:pt x="62" y="143"/>
                  </a:lnTo>
                  <a:lnTo>
                    <a:pt x="64" y="146"/>
                  </a:lnTo>
                  <a:lnTo>
                    <a:pt x="64" y="147"/>
                  </a:lnTo>
                  <a:lnTo>
                    <a:pt x="64" y="150"/>
                  </a:lnTo>
                  <a:lnTo>
                    <a:pt x="65" y="153"/>
                  </a:lnTo>
                  <a:lnTo>
                    <a:pt x="65" y="154"/>
                  </a:lnTo>
                  <a:lnTo>
                    <a:pt x="66" y="157"/>
                  </a:lnTo>
                  <a:lnTo>
                    <a:pt x="66" y="158"/>
                  </a:lnTo>
                  <a:lnTo>
                    <a:pt x="68" y="159"/>
                  </a:lnTo>
                  <a:lnTo>
                    <a:pt x="68" y="162"/>
                  </a:lnTo>
                  <a:lnTo>
                    <a:pt x="68" y="163"/>
                  </a:lnTo>
                  <a:lnTo>
                    <a:pt x="69" y="165"/>
                  </a:lnTo>
                  <a:lnTo>
                    <a:pt x="69" y="166"/>
                  </a:lnTo>
                  <a:lnTo>
                    <a:pt x="69" y="167"/>
                  </a:lnTo>
                  <a:lnTo>
                    <a:pt x="70" y="169"/>
                  </a:lnTo>
                  <a:lnTo>
                    <a:pt x="70" y="170"/>
                  </a:lnTo>
                  <a:lnTo>
                    <a:pt x="72" y="171"/>
                  </a:lnTo>
                  <a:lnTo>
                    <a:pt x="72" y="173"/>
                  </a:lnTo>
                  <a:lnTo>
                    <a:pt x="72" y="174"/>
                  </a:lnTo>
                  <a:lnTo>
                    <a:pt x="72" y="175"/>
                  </a:lnTo>
                  <a:lnTo>
                    <a:pt x="73" y="177"/>
                  </a:lnTo>
                  <a:lnTo>
                    <a:pt x="73" y="178"/>
                  </a:lnTo>
                  <a:lnTo>
                    <a:pt x="73" y="179"/>
                  </a:lnTo>
                  <a:lnTo>
                    <a:pt x="74" y="181"/>
                  </a:lnTo>
                  <a:lnTo>
                    <a:pt x="74" y="182"/>
                  </a:lnTo>
                  <a:lnTo>
                    <a:pt x="74" y="183"/>
                  </a:lnTo>
                  <a:lnTo>
                    <a:pt x="75" y="186"/>
                  </a:lnTo>
                  <a:lnTo>
                    <a:pt x="75" y="187"/>
                  </a:lnTo>
                  <a:lnTo>
                    <a:pt x="75" y="189"/>
                  </a:lnTo>
                  <a:lnTo>
                    <a:pt x="77" y="190"/>
                  </a:lnTo>
                  <a:lnTo>
                    <a:pt x="77" y="193"/>
                  </a:lnTo>
                  <a:lnTo>
                    <a:pt x="78" y="194"/>
                  </a:lnTo>
                  <a:lnTo>
                    <a:pt x="78" y="197"/>
                  </a:lnTo>
                  <a:lnTo>
                    <a:pt x="79" y="198"/>
                  </a:lnTo>
                  <a:lnTo>
                    <a:pt x="79" y="201"/>
                  </a:lnTo>
                  <a:lnTo>
                    <a:pt x="81" y="202"/>
                  </a:lnTo>
                  <a:lnTo>
                    <a:pt x="81" y="205"/>
                  </a:lnTo>
                  <a:lnTo>
                    <a:pt x="82" y="206"/>
                  </a:lnTo>
                  <a:lnTo>
                    <a:pt x="82" y="207"/>
                  </a:lnTo>
                  <a:lnTo>
                    <a:pt x="82" y="210"/>
                  </a:lnTo>
                  <a:lnTo>
                    <a:pt x="83" y="211"/>
                  </a:lnTo>
                  <a:lnTo>
                    <a:pt x="83" y="213"/>
                  </a:lnTo>
                  <a:lnTo>
                    <a:pt x="83" y="214"/>
                  </a:lnTo>
                  <a:lnTo>
                    <a:pt x="85" y="215"/>
                  </a:lnTo>
                  <a:lnTo>
                    <a:pt x="85" y="217"/>
                  </a:lnTo>
                  <a:lnTo>
                    <a:pt x="85" y="218"/>
                  </a:lnTo>
                  <a:lnTo>
                    <a:pt x="85" y="219"/>
                  </a:lnTo>
                  <a:lnTo>
                    <a:pt x="86" y="221"/>
                  </a:lnTo>
                  <a:lnTo>
                    <a:pt x="86" y="222"/>
                  </a:lnTo>
                  <a:lnTo>
                    <a:pt x="86" y="223"/>
                  </a:lnTo>
                  <a:lnTo>
                    <a:pt x="86" y="225"/>
                  </a:lnTo>
                  <a:lnTo>
                    <a:pt x="86" y="226"/>
                  </a:lnTo>
                  <a:lnTo>
                    <a:pt x="86" y="227"/>
                  </a:lnTo>
                  <a:lnTo>
                    <a:pt x="87" y="229"/>
                  </a:lnTo>
                  <a:lnTo>
                    <a:pt x="87" y="230"/>
                  </a:lnTo>
                  <a:lnTo>
                    <a:pt x="87" y="231"/>
                  </a:lnTo>
                  <a:lnTo>
                    <a:pt x="87" y="233"/>
                  </a:lnTo>
                  <a:lnTo>
                    <a:pt x="87" y="234"/>
                  </a:lnTo>
                  <a:lnTo>
                    <a:pt x="87" y="235"/>
                  </a:lnTo>
                  <a:lnTo>
                    <a:pt x="87" y="236"/>
                  </a:lnTo>
                  <a:lnTo>
                    <a:pt x="87" y="238"/>
                  </a:lnTo>
                  <a:lnTo>
                    <a:pt x="87" y="239"/>
                  </a:lnTo>
                  <a:lnTo>
                    <a:pt x="89" y="242"/>
                  </a:lnTo>
                  <a:lnTo>
                    <a:pt x="89" y="243"/>
                  </a:lnTo>
                  <a:lnTo>
                    <a:pt x="89" y="244"/>
                  </a:lnTo>
                  <a:lnTo>
                    <a:pt x="89" y="247"/>
                  </a:lnTo>
                  <a:lnTo>
                    <a:pt x="89" y="248"/>
                  </a:lnTo>
                  <a:lnTo>
                    <a:pt x="89" y="250"/>
                  </a:lnTo>
                  <a:lnTo>
                    <a:pt x="89" y="251"/>
                  </a:lnTo>
                  <a:lnTo>
                    <a:pt x="89" y="252"/>
                  </a:lnTo>
                  <a:lnTo>
                    <a:pt x="89" y="254"/>
                  </a:lnTo>
                  <a:lnTo>
                    <a:pt x="89" y="255"/>
                  </a:lnTo>
                  <a:lnTo>
                    <a:pt x="89" y="256"/>
                  </a:lnTo>
                  <a:lnTo>
                    <a:pt x="90" y="258"/>
                  </a:lnTo>
                  <a:lnTo>
                    <a:pt x="90" y="259"/>
                  </a:lnTo>
                  <a:lnTo>
                    <a:pt x="90" y="260"/>
                  </a:lnTo>
                  <a:lnTo>
                    <a:pt x="90" y="262"/>
                  </a:lnTo>
                  <a:lnTo>
                    <a:pt x="90" y="263"/>
                  </a:lnTo>
                  <a:lnTo>
                    <a:pt x="90" y="264"/>
                  </a:lnTo>
                  <a:lnTo>
                    <a:pt x="90" y="266"/>
                  </a:lnTo>
                  <a:lnTo>
                    <a:pt x="90" y="267"/>
                  </a:lnTo>
                  <a:lnTo>
                    <a:pt x="91" y="268"/>
                  </a:lnTo>
                  <a:lnTo>
                    <a:pt x="91" y="270"/>
                  </a:lnTo>
                  <a:lnTo>
                    <a:pt x="91" y="271"/>
                  </a:lnTo>
                  <a:lnTo>
                    <a:pt x="91" y="272"/>
                  </a:lnTo>
                  <a:lnTo>
                    <a:pt x="91" y="274"/>
                  </a:lnTo>
                  <a:lnTo>
                    <a:pt x="93" y="275"/>
                  </a:lnTo>
                  <a:lnTo>
                    <a:pt x="93" y="276"/>
                  </a:lnTo>
                  <a:lnTo>
                    <a:pt x="93" y="278"/>
                  </a:lnTo>
                  <a:lnTo>
                    <a:pt x="93" y="279"/>
                  </a:lnTo>
                  <a:lnTo>
                    <a:pt x="93" y="280"/>
                  </a:lnTo>
                  <a:lnTo>
                    <a:pt x="93" y="282"/>
                  </a:lnTo>
                  <a:lnTo>
                    <a:pt x="94" y="282"/>
                  </a:lnTo>
                  <a:lnTo>
                    <a:pt x="94" y="283"/>
                  </a:lnTo>
                  <a:lnTo>
                    <a:pt x="94" y="284"/>
                  </a:lnTo>
                  <a:lnTo>
                    <a:pt x="94" y="286"/>
                  </a:lnTo>
                  <a:lnTo>
                    <a:pt x="94" y="287"/>
                  </a:lnTo>
                  <a:lnTo>
                    <a:pt x="94" y="288"/>
                  </a:lnTo>
                  <a:lnTo>
                    <a:pt x="94" y="290"/>
                  </a:lnTo>
                  <a:lnTo>
                    <a:pt x="94" y="291"/>
                  </a:lnTo>
                  <a:lnTo>
                    <a:pt x="94" y="292"/>
                  </a:lnTo>
                  <a:lnTo>
                    <a:pt x="94" y="294"/>
                  </a:lnTo>
                  <a:lnTo>
                    <a:pt x="94" y="295"/>
                  </a:lnTo>
                  <a:lnTo>
                    <a:pt x="94" y="296"/>
                  </a:lnTo>
                  <a:lnTo>
                    <a:pt x="94" y="298"/>
                  </a:lnTo>
                  <a:lnTo>
                    <a:pt x="94" y="299"/>
                  </a:lnTo>
                  <a:lnTo>
                    <a:pt x="94" y="300"/>
                  </a:lnTo>
                  <a:lnTo>
                    <a:pt x="94" y="302"/>
                  </a:lnTo>
                  <a:lnTo>
                    <a:pt x="94" y="304"/>
                  </a:lnTo>
                  <a:lnTo>
                    <a:pt x="94" y="306"/>
                  </a:lnTo>
                  <a:lnTo>
                    <a:pt x="94" y="308"/>
                  </a:lnTo>
                  <a:lnTo>
                    <a:pt x="94" y="310"/>
                  </a:lnTo>
                  <a:lnTo>
                    <a:pt x="94" y="312"/>
                  </a:lnTo>
                  <a:lnTo>
                    <a:pt x="93" y="315"/>
                  </a:lnTo>
                  <a:lnTo>
                    <a:pt x="93" y="318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256" name="Freeform 67">
              <a:extLst>
                <a:ext uri="{FF2B5EF4-FFF2-40B4-BE49-F238E27FC236}">
                  <a16:creationId xmlns:a16="http://schemas.microsoft.com/office/drawing/2014/main" id="{1A7872B1-B98A-4428-85DF-E65807402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1898"/>
              <a:ext cx="48" cy="159"/>
            </a:xfrm>
            <a:custGeom>
              <a:avLst/>
              <a:gdLst>
                <a:gd name="T0" fmla="*/ 1 w 94"/>
                <a:gd name="T1" fmla="*/ 1 h 317"/>
                <a:gd name="T2" fmla="*/ 1 w 94"/>
                <a:gd name="T3" fmla="*/ 1 h 317"/>
                <a:gd name="T4" fmla="*/ 1 w 94"/>
                <a:gd name="T5" fmla="*/ 1 h 317"/>
                <a:gd name="T6" fmla="*/ 1 w 94"/>
                <a:gd name="T7" fmla="*/ 1 h 317"/>
                <a:gd name="T8" fmla="*/ 1 w 94"/>
                <a:gd name="T9" fmla="*/ 1 h 317"/>
                <a:gd name="T10" fmla="*/ 1 w 94"/>
                <a:gd name="T11" fmla="*/ 1 h 317"/>
                <a:gd name="T12" fmla="*/ 1 w 94"/>
                <a:gd name="T13" fmla="*/ 1 h 317"/>
                <a:gd name="T14" fmla="*/ 1 w 94"/>
                <a:gd name="T15" fmla="*/ 1 h 317"/>
                <a:gd name="T16" fmla="*/ 1 w 94"/>
                <a:gd name="T17" fmla="*/ 1 h 317"/>
                <a:gd name="T18" fmla="*/ 1 w 94"/>
                <a:gd name="T19" fmla="*/ 1 h 317"/>
                <a:gd name="T20" fmla="*/ 1 w 94"/>
                <a:gd name="T21" fmla="*/ 1 h 317"/>
                <a:gd name="T22" fmla="*/ 1 w 94"/>
                <a:gd name="T23" fmla="*/ 1 h 317"/>
                <a:gd name="T24" fmla="*/ 1 w 94"/>
                <a:gd name="T25" fmla="*/ 1 h 317"/>
                <a:gd name="T26" fmla="*/ 1 w 94"/>
                <a:gd name="T27" fmla="*/ 1 h 317"/>
                <a:gd name="T28" fmla="*/ 1 w 94"/>
                <a:gd name="T29" fmla="*/ 1 h 317"/>
                <a:gd name="T30" fmla="*/ 1 w 94"/>
                <a:gd name="T31" fmla="*/ 1 h 317"/>
                <a:gd name="T32" fmla="*/ 1 w 94"/>
                <a:gd name="T33" fmla="*/ 1 h 317"/>
                <a:gd name="T34" fmla="*/ 1 w 94"/>
                <a:gd name="T35" fmla="*/ 1 h 317"/>
                <a:gd name="T36" fmla="*/ 1 w 94"/>
                <a:gd name="T37" fmla="*/ 1 h 317"/>
                <a:gd name="T38" fmla="*/ 1 w 94"/>
                <a:gd name="T39" fmla="*/ 1 h 317"/>
                <a:gd name="T40" fmla="*/ 1 w 94"/>
                <a:gd name="T41" fmla="*/ 1 h 317"/>
                <a:gd name="T42" fmla="*/ 1 w 94"/>
                <a:gd name="T43" fmla="*/ 1 h 317"/>
                <a:gd name="T44" fmla="*/ 1 w 94"/>
                <a:gd name="T45" fmla="*/ 1 h 317"/>
                <a:gd name="T46" fmla="*/ 1 w 94"/>
                <a:gd name="T47" fmla="*/ 1 h 317"/>
                <a:gd name="T48" fmla="*/ 1 w 94"/>
                <a:gd name="T49" fmla="*/ 1 h 317"/>
                <a:gd name="T50" fmla="*/ 1 w 94"/>
                <a:gd name="T51" fmla="*/ 1 h 317"/>
                <a:gd name="T52" fmla="*/ 1 w 94"/>
                <a:gd name="T53" fmla="*/ 1 h 317"/>
                <a:gd name="T54" fmla="*/ 1 w 94"/>
                <a:gd name="T55" fmla="*/ 1 h 317"/>
                <a:gd name="T56" fmla="*/ 1 w 94"/>
                <a:gd name="T57" fmla="*/ 1 h 317"/>
                <a:gd name="T58" fmla="*/ 1 w 94"/>
                <a:gd name="T59" fmla="*/ 1 h 317"/>
                <a:gd name="T60" fmla="*/ 1 w 94"/>
                <a:gd name="T61" fmla="*/ 1 h 317"/>
                <a:gd name="T62" fmla="*/ 1 w 94"/>
                <a:gd name="T63" fmla="*/ 1 h 317"/>
                <a:gd name="T64" fmla="*/ 1 w 94"/>
                <a:gd name="T65" fmla="*/ 1 h 317"/>
                <a:gd name="T66" fmla="*/ 1 w 94"/>
                <a:gd name="T67" fmla="*/ 1 h 317"/>
                <a:gd name="T68" fmla="*/ 1 w 94"/>
                <a:gd name="T69" fmla="*/ 1 h 317"/>
                <a:gd name="T70" fmla="*/ 1 w 94"/>
                <a:gd name="T71" fmla="*/ 1 h 317"/>
                <a:gd name="T72" fmla="*/ 1 w 94"/>
                <a:gd name="T73" fmla="*/ 1 h 317"/>
                <a:gd name="T74" fmla="*/ 1 w 94"/>
                <a:gd name="T75" fmla="*/ 1 h 317"/>
                <a:gd name="T76" fmla="*/ 1 w 94"/>
                <a:gd name="T77" fmla="*/ 1 h 317"/>
                <a:gd name="T78" fmla="*/ 1 w 94"/>
                <a:gd name="T79" fmla="*/ 1 h 317"/>
                <a:gd name="T80" fmla="*/ 1 w 94"/>
                <a:gd name="T81" fmla="*/ 1 h 317"/>
                <a:gd name="T82" fmla="*/ 1 w 94"/>
                <a:gd name="T83" fmla="*/ 1 h 317"/>
                <a:gd name="T84" fmla="*/ 1 w 94"/>
                <a:gd name="T85" fmla="*/ 1 h 317"/>
                <a:gd name="T86" fmla="*/ 1 w 94"/>
                <a:gd name="T87" fmla="*/ 1 h 317"/>
                <a:gd name="T88" fmla="*/ 1 w 94"/>
                <a:gd name="T89" fmla="*/ 1 h 317"/>
                <a:gd name="T90" fmla="*/ 1 w 94"/>
                <a:gd name="T91" fmla="*/ 1 h 317"/>
                <a:gd name="T92" fmla="*/ 1 w 94"/>
                <a:gd name="T93" fmla="*/ 1 h 317"/>
                <a:gd name="T94" fmla="*/ 1 w 94"/>
                <a:gd name="T95" fmla="*/ 1 h 317"/>
                <a:gd name="T96" fmla="*/ 1 w 94"/>
                <a:gd name="T97" fmla="*/ 1 h 317"/>
                <a:gd name="T98" fmla="*/ 1 w 94"/>
                <a:gd name="T99" fmla="*/ 1 h 317"/>
                <a:gd name="T100" fmla="*/ 1 w 94"/>
                <a:gd name="T101" fmla="*/ 1 h 317"/>
                <a:gd name="T102" fmla="*/ 1 w 94"/>
                <a:gd name="T103" fmla="*/ 1 h 317"/>
                <a:gd name="T104" fmla="*/ 1 w 94"/>
                <a:gd name="T105" fmla="*/ 1 h 317"/>
                <a:gd name="T106" fmla="*/ 1 w 94"/>
                <a:gd name="T107" fmla="*/ 1 h 317"/>
                <a:gd name="T108" fmla="*/ 1 w 94"/>
                <a:gd name="T109" fmla="*/ 1 h 317"/>
                <a:gd name="T110" fmla="*/ 1 w 94"/>
                <a:gd name="T111" fmla="*/ 1 h 317"/>
                <a:gd name="T112" fmla="*/ 1 w 94"/>
                <a:gd name="T113" fmla="*/ 1 h 31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94"/>
                <a:gd name="T172" fmla="*/ 0 h 317"/>
                <a:gd name="T173" fmla="*/ 94 w 94"/>
                <a:gd name="T174" fmla="*/ 317 h 317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94" h="317">
                  <a:moveTo>
                    <a:pt x="0" y="317"/>
                  </a:moveTo>
                  <a:lnTo>
                    <a:pt x="2" y="313"/>
                  </a:lnTo>
                  <a:lnTo>
                    <a:pt x="4" y="311"/>
                  </a:lnTo>
                  <a:lnTo>
                    <a:pt x="5" y="308"/>
                  </a:lnTo>
                  <a:lnTo>
                    <a:pt x="8" y="305"/>
                  </a:lnTo>
                  <a:lnTo>
                    <a:pt x="9" y="301"/>
                  </a:lnTo>
                  <a:lnTo>
                    <a:pt x="10" y="300"/>
                  </a:lnTo>
                  <a:lnTo>
                    <a:pt x="12" y="297"/>
                  </a:lnTo>
                  <a:lnTo>
                    <a:pt x="13" y="295"/>
                  </a:lnTo>
                  <a:lnTo>
                    <a:pt x="14" y="293"/>
                  </a:lnTo>
                  <a:lnTo>
                    <a:pt x="16" y="291"/>
                  </a:lnTo>
                  <a:lnTo>
                    <a:pt x="16" y="290"/>
                  </a:lnTo>
                  <a:lnTo>
                    <a:pt x="17" y="287"/>
                  </a:lnTo>
                  <a:lnTo>
                    <a:pt x="18" y="286"/>
                  </a:lnTo>
                  <a:lnTo>
                    <a:pt x="18" y="284"/>
                  </a:lnTo>
                  <a:lnTo>
                    <a:pt x="20" y="283"/>
                  </a:lnTo>
                  <a:lnTo>
                    <a:pt x="20" y="282"/>
                  </a:lnTo>
                  <a:lnTo>
                    <a:pt x="21" y="280"/>
                  </a:lnTo>
                  <a:lnTo>
                    <a:pt x="21" y="279"/>
                  </a:lnTo>
                  <a:lnTo>
                    <a:pt x="22" y="278"/>
                  </a:lnTo>
                  <a:lnTo>
                    <a:pt x="22" y="276"/>
                  </a:lnTo>
                  <a:lnTo>
                    <a:pt x="24" y="275"/>
                  </a:lnTo>
                  <a:lnTo>
                    <a:pt x="24" y="274"/>
                  </a:lnTo>
                  <a:lnTo>
                    <a:pt x="25" y="272"/>
                  </a:lnTo>
                  <a:lnTo>
                    <a:pt x="25" y="271"/>
                  </a:lnTo>
                  <a:lnTo>
                    <a:pt x="25" y="270"/>
                  </a:lnTo>
                  <a:lnTo>
                    <a:pt x="26" y="268"/>
                  </a:lnTo>
                  <a:lnTo>
                    <a:pt x="26" y="267"/>
                  </a:lnTo>
                  <a:lnTo>
                    <a:pt x="28" y="266"/>
                  </a:lnTo>
                  <a:lnTo>
                    <a:pt x="28" y="264"/>
                  </a:lnTo>
                  <a:lnTo>
                    <a:pt x="29" y="263"/>
                  </a:lnTo>
                  <a:lnTo>
                    <a:pt x="29" y="262"/>
                  </a:lnTo>
                  <a:lnTo>
                    <a:pt x="30" y="259"/>
                  </a:lnTo>
                  <a:lnTo>
                    <a:pt x="30" y="258"/>
                  </a:lnTo>
                  <a:lnTo>
                    <a:pt x="32" y="256"/>
                  </a:lnTo>
                  <a:lnTo>
                    <a:pt x="32" y="254"/>
                  </a:lnTo>
                  <a:lnTo>
                    <a:pt x="33" y="252"/>
                  </a:lnTo>
                  <a:lnTo>
                    <a:pt x="33" y="251"/>
                  </a:lnTo>
                  <a:lnTo>
                    <a:pt x="34" y="250"/>
                  </a:lnTo>
                  <a:lnTo>
                    <a:pt x="34" y="248"/>
                  </a:lnTo>
                  <a:lnTo>
                    <a:pt x="36" y="247"/>
                  </a:lnTo>
                  <a:lnTo>
                    <a:pt x="36" y="246"/>
                  </a:lnTo>
                  <a:lnTo>
                    <a:pt x="37" y="244"/>
                  </a:lnTo>
                  <a:lnTo>
                    <a:pt x="37" y="243"/>
                  </a:lnTo>
                  <a:lnTo>
                    <a:pt x="37" y="242"/>
                  </a:lnTo>
                  <a:lnTo>
                    <a:pt x="38" y="240"/>
                  </a:lnTo>
                  <a:lnTo>
                    <a:pt x="38" y="239"/>
                  </a:lnTo>
                  <a:lnTo>
                    <a:pt x="38" y="238"/>
                  </a:lnTo>
                  <a:lnTo>
                    <a:pt x="40" y="236"/>
                  </a:lnTo>
                  <a:lnTo>
                    <a:pt x="40" y="235"/>
                  </a:lnTo>
                  <a:lnTo>
                    <a:pt x="41" y="234"/>
                  </a:lnTo>
                  <a:lnTo>
                    <a:pt x="41" y="232"/>
                  </a:lnTo>
                  <a:lnTo>
                    <a:pt x="42" y="231"/>
                  </a:lnTo>
                  <a:lnTo>
                    <a:pt x="42" y="230"/>
                  </a:lnTo>
                  <a:lnTo>
                    <a:pt x="42" y="228"/>
                  </a:lnTo>
                  <a:lnTo>
                    <a:pt x="44" y="227"/>
                  </a:lnTo>
                  <a:lnTo>
                    <a:pt x="44" y="224"/>
                  </a:lnTo>
                  <a:lnTo>
                    <a:pt x="45" y="223"/>
                  </a:lnTo>
                  <a:lnTo>
                    <a:pt x="45" y="222"/>
                  </a:lnTo>
                  <a:lnTo>
                    <a:pt x="46" y="219"/>
                  </a:lnTo>
                  <a:lnTo>
                    <a:pt x="46" y="218"/>
                  </a:lnTo>
                  <a:lnTo>
                    <a:pt x="48" y="215"/>
                  </a:lnTo>
                  <a:lnTo>
                    <a:pt x="49" y="214"/>
                  </a:lnTo>
                  <a:lnTo>
                    <a:pt x="49" y="211"/>
                  </a:lnTo>
                  <a:lnTo>
                    <a:pt x="50" y="210"/>
                  </a:lnTo>
                  <a:lnTo>
                    <a:pt x="50" y="207"/>
                  </a:lnTo>
                  <a:lnTo>
                    <a:pt x="52" y="206"/>
                  </a:lnTo>
                  <a:lnTo>
                    <a:pt x="52" y="204"/>
                  </a:lnTo>
                  <a:lnTo>
                    <a:pt x="53" y="203"/>
                  </a:lnTo>
                  <a:lnTo>
                    <a:pt x="53" y="200"/>
                  </a:lnTo>
                  <a:lnTo>
                    <a:pt x="53" y="199"/>
                  </a:lnTo>
                  <a:lnTo>
                    <a:pt x="54" y="198"/>
                  </a:lnTo>
                  <a:lnTo>
                    <a:pt x="54" y="197"/>
                  </a:lnTo>
                  <a:lnTo>
                    <a:pt x="56" y="197"/>
                  </a:lnTo>
                  <a:lnTo>
                    <a:pt x="56" y="195"/>
                  </a:lnTo>
                  <a:lnTo>
                    <a:pt x="56" y="194"/>
                  </a:lnTo>
                  <a:lnTo>
                    <a:pt x="56" y="193"/>
                  </a:lnTo>
                  <a:lnTo>
                    <a:pt x="57" y="191"/>
                  </a:lnTo>
                  <a:lnTo>
                    <a:pt x="57" y="190"/>
                  </a:lnTo>
                  <a:lnTo>
                    <a:pt x="57" y="189"/>
                  </a:lnTo>
                  <a:lnTo>
                    <a:pt x="58" y="187"/>
                  </a:lnTo>
                  <a:lnTo>
                    <a:pt x="58" y="186"/>
                  </a:lnTo>
                  <a:lnTo>
                    <a:pt x="60" y="185"/>
                  </a:lnTo>
                  <a:lnTo>
                    <a:pt x="60" y="183"/>
                  </a:lnTo>
                  <a:lnTo>
                    <a:pt x="60" y="182"/>
                  </a:lnTo>
                  <a:lnTo>
                    <a:pt x="60" y="181"/>
                  </a:lnTo>
                  <a:lnTo>
                    <a:pt x="61" y="179"/>
                  </a:lnTo>
                  <a:lnTo>
                    <a:pt x="61" y="177"/>
                  </a:lnTo>
                  <a:lnTo>
                    <a:pt x="62" y="175"/>
                  </a:lnTo>
                  <a:lnTo>
                    <a:pt x="62" y="174"/>
                  </a:lnTo>
                  <a:lnTo>
                    <a:pt x="64" y="171"/>
                  </a:lnTo>
                  <a:lnTo>
                    <a:pt x="64" y="170"/>
                  </a:lnTo>
                  <a:lnTo>
                    <a:pt x="64" y="167"/>
                  </a:lnTo>
                  <a:lnTo>
                    <a:pt x="65" y="165"/>
                  </a:lnTo>
                  <a:lnTo>
                    <a:pt x="65" y="163"/>
                  </a:lnTo>
                  <a:lnTo>
                    <a:pt x="66" y="161"/>
                  </a:lnTo>
                  <a:lnTo>
                    <a:pt x="66" y="159"/>
                  </a:lnTo>
                  <a:lnTo>
                    <a:pt x="68" y="158"/>
                  </a:lnTo>
                  <a:lnTo>
                    <a:pt x="68" y="155"/>
                  </a:lnTo>
                  <a:lnTo>
                    <a:pt x="68" y="154"/>
                  </a:lnTo>
                  <a:lnTo>
                    <a:pt x="69" y="153"/>
                  </a:lnTo>
                  <a:lnTo>
                    <a:pt x="69" y="151"/>
                  </a:lnTo>
                  <a:lnTo>
                    <a:pt x="69" y="150"/>
                  </a:lnTo>
                  <a:lnTo>
                    <a:pt x="70" y="149"/>
                  </a:lnTo>
                  <a:lnTo>
                    <a:pt x="70" y="147"/>
                  </a:lnTo>
                  <a:lnTo>
                    <a:pt x="70" y="146"/>
                  </a:lnTo>
                  <a:lnTo>
                    <a:pt x="72" y="146"/>
                  </a:lnTo>
                  <a:lnTo>
                    <a:pt x="72" y="145"/>
                  </a:lnTo>
                  <a:lnTo>
                    <a:pt x="72" y="143"/>
                  </a:lnTo>
                  <a:lnTo>
                    <a:pt x="72" y="142"/>
                  </a:lnTo>
                  <a:lnTo>
                    <a:pt x="73" y="141"/>
                  </a:lnTo>
                  <a:lnTo>
                    <a:pt x="73" y="139"/>
                  </a:lnTo>
                  <a:lnTo>
                    <a:pt x="73" y="138"/>
                  </a:lnTo>
                  <a:lnTo>
                    <a:pt x="73" y="137"/>
                  </a:lnTo>
                  <a:lnTo>
                    <a:pt x="74" y="135"/>
                  </a:lnTo>
                  <a:lnTo>
                    <a:pt x="74" y="134"/>
                  </a:lnTo>
                  <a:lnTo>
                    <a:pt x="74" y="133"/>
                  </a:lnTo>
                  <a:lnTo>
                    <a:pt x="75" y="131"/>
                  </a:lnTo>
                  <a:lnTo>
                    <a:pt x="75" y="130"/>
                  </a:lnTo>
                  <a:lnTo>
                    <a:pt x="75" y="129"/>
                  </a:lnTo>
                  <a:lnTo>
                    <a:pt x="77" y="127"/>
                  </a:lnTo>
                  <a:lnTo>
                    <a:pt x="77" y="125"/>
                  </a:lnTo>
                  <a:lnTo>
                    <a:pt x="78" y="123"/>
                  </a:lnTo>
                  <a:lnTo>
                    <a:pt x="78" y="121"/>
                  </a:lnTo>
                  <a:lnTo>
                    <a:pt x="79" y="119"/>
                  </a:lnTo>
                  <a:lnTo>
                    <a:pt x="79" y="117"/>
                  </a:lnTo>
                  <a:lnTo>
                    <a:pt x="81" y="114"/>
                  </a:lnTo>
                  <a:lnTo>
                    <a:pt x="81" y="113"/>
                  </a:lnTo>
                  <a:lnTo>
                    <a:pt x="82" y="111"/>
                  </a:lnTo>
                  <a:lnTo>
                    <a:pt x="82" y="109"/>
                  </a:lnTo>
                  <a:lnTo>
                    <a:pt x="82" y="107"/>
                  </a:lnTo>
                  <a:lnTo>
                    <a:pt x="83" y="106"/>
                  </a:lnTo>
                  <a:lnTo>
                    <a:pt x="83" y="105"/>
                  </a:lnTo>
                  <a:lnTo>
                    <a:pt x="83" y="104"/>
                  </a:lnTo>
                  <a:lnTo>
                    <a:pt x="85" y="102"/>
                  </a:lnTo>
                  <a:lnTo>
                    <a:pt x="85" y="101"/>
                  </a:lnTo>
                  <a:lnTo>
                    <a:pt x="85" y="100"/>
                  </a:lnTo>
                  <a:lnTo>
                    <a:pt x="85" y="98"/>
                  </a:lnTo>
                  <a:lnTo>
                    <a:pt x="86" y="97"/>
                  </a:lnTo>
                  <a:lnTo>
                    <a:pt x="86" y="96"/>
                  </a:lnTo>
                  <a:lnTo>
                    <a:pt x="86" y="94"/>
                  </a:lnTo>
                  <a:lnTo>
                    <a:pt x="86" y="93"/>
                  </a:lnTo>
                  <a:lnTo>
                    <a:pt x="86" y="92"/>
                  </a:lnTo>
                  <a:lnTo>
                    <a:pt x="86" y="90"/>
                  </a:lnTo>
                  <a:lnTo>
                    <a:pt x="87" y="89"/>
                  </a:lnTo>
                  <a:lnTo>
                    <a:pt x="87" y="88"/>
                  </a:lnTo>
                  <a:lnTo>
                    <a:pt x="87" y="86"/>
                  </a:lnTo>
                  <a:lnTo>
                    <a:pt x="87" y="85"/>
                  </a:lnTo>
                  <a:lnTo>
                    <a:pt x="87" y="84"/>
                  </a:lnTo>
                  <a:lnTo>
                    <a:pt x="87" y="82"/>
                  </a:lnTo>
                  <a:lnTo>
                    <a:pt x="87" y="81"/>
                  </a:lnTo>
                  <a:lnTo>
                    <a:pt x="87" y="80"/>
                  </a:lnTo>
                  <a:lnTo>
                    <a:pt x="87" y="78"/>
                  </a:lnTo>
                  <a:lnTo>
                    <a:pt x="89" y="76"/>
                  </a:lnTo>
                  <a:lnTo>
                    <a:pt x="89" y="74"/>
                  </a:lnTo>
                  <a:lnTo>
                    <a:pt x="89" y="73"/>
                  </a:lnTo>
                  <a:lnTo>
                    <a:pt x="89" y="70"/>
                  </a:lnTo>
                  <a:lnTo>
                    <a:pt x="89" y="69"/>
                  </a:lnTo>
                  <a:lnTo>
                    <a:pt x="89" y="68"/>
                  </a:lnTo>
                  <a:lnTo>
                    <a:pt x="89" y="66"/>
                  </a:lnTo>
                  <a:lnTo>
                    <a:pt x="89" y="65"/>
                  </a:lnTo>
                  <a:lnTo>
                    <a:pt x="89" y="64"/>
                  </a:lnTo>
                  <a:lnTo>
                    <a:pt x="89" y="62"/>
                  </a:lnTo>
                  <a:lnTo>
                    <a:pt x="89" y="61"/>
                  </a:lnTo>
                  <a:lnTo>
                    <a:pt x="90" y="60"/>
                  </a:lnTo>
                  <a:lnTo>
                    <a:pt x="90" y="58"/>
                  </a:lnTo>
                  <a:lnTo>
                    <a:pt x="90" y="57"/>
                  </a:lnTo>
                  <a:lnTo>
                    <a:pt x="90" y="56"/>
                  </a:lnTo>
                  <a:lnTo>
                    <a:pt x="90" y="54"/>
                  </a:lnTo>
                  <a:lnTo>
                    <a:pt x="90" y="53"/>
                  </a:lnTo>
                  <a:lnTo>
                    <a:pt x="90" y="52"/>
                  </a:lnTo>
                  <a:lnTo>
                    <a:pt x="90" y="50"/>
                  </a:lnTo>
                  <a:lnTo>
                    <a:pt x="91" y="49"/>
                  </a:lnTo>
                  <a:lnTo>
                    <a:pt x="91" y="48"/>
                  </a:lnTo>
                  <a:lnTo>
                    <a:pt x="91" y="46"/>
                  </a:lnTo>
                  <a:lnTo>
                    <a:pt x="91" y="45"/>
                  </a:lnTo>
                  <a:lnTo>
                    <a:pt x="91" y="44"/>
                  </a:lnTo>
                  <a:lnTo>
                    <a:pt x="93" y="42"/>
                  </a:lnTo>
                  <a:lnTo>
                    <a:pt x="93" y="41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3" y="37"/>
                  </a:lnTo>
                  <a:lnTo>
                    <a:pt x="93" y="36"/>
                  </a:lnTo>
                  <a:lnTo>
                    <a:pt x="94" y="36"/>
                  </a:lnTo>
                  <a:lnTo>
                    <a:pt x="94" y="34"/>
                  </a:lnTo>
                  <a:lnTo>
                    <a:pt x="94" y="33"/>
                  </a:lnTo>
                  <a:lnTo>
                    <a:pt x="94" y="32"/>
                  </a:lnTo>
                  <a:lnTo>
                    <a:pt x="94" y="30"/>
                  </a:lnTo>
                  <a:lnTo>
                    <a:pt x="94" y="29"/>
                  </a:lnTo>
                  <a:lnTo>
                    <a:pt x="94" y="28"/>
                  </a:lnTo>
                  <a:lnTo>
                    <a:pt x="94" y="26"/>
                  </a:lnTo>
                  <a:lnTo>
                    <a:pt x="94" y="25"/>
                  </a:lnTo>
                  <a:lnTo>
                    <a:pt x="94" y="24"/>
                  </a:lnTo>
                  <a:lnTo>
                    <a:pt x="94" y="22"/>
                  </a:lnTo>
                  <a:lnTo>
                    <a:pt x="94" y="21"/>
                  </a:lnTo>
                  <a:lnTo>
                    <a:pt x="94" y="20"/>
                  </a:lnTo>
                  <a:lnTo>
                    <a:pt x="94" y="18"/>
                  </a:lnTo>
                  <a:lnTo>
                    <a:pt x="94" y="17"/>
                  </a:lnTo>
                  <a:lnTo>
                    <a:pt x="94" y="16"/>
                  </a:lnTo>
                  <a:lnTo>
                    <a:pt x="94" y="13"/>
                  </a:lnTo>
                  <a:lnTo>
                    <a:pt x="94" y="12"/>
                  </a:lnTo>
                  <a:lnTo>
                    <a:pt x="94" y="9"/>
                  </a:lnTo>
                  <a:lnTo>
                    <a:pt x="94" y="8"/>
                  </a:lnTo>
                  <a:lnTo>
                    <a:pt x="94" y="5"/>
                  </a:lnTo>
                  <a:lnTo>
                    <a:pt x="93" y="3"/>
                  </a:lnTo>
                  <a:lnTo>
                    <a:pt x="93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257" name="Freeform 68">
              <a:extLst>
                <a:ext uri="{FF2B5EF4-FFF2-40B4-BE49-F238E27FC236}">
                  <a16:creationId xmlns:a16="http://schemas.microsoft.com/office/drawing/2014/main" id="{003B81A1-CF09-440E-9724-69ABF2F69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1741"/>
              <a:ext cx="47" cy="159"/>
            </a:xfrm>
            <a:custGeom>
              <a:avLst/>
              <a:gdLst>
                <a:gd name="T0" fmla="*/ 1 w 94"/>
                <a:gd name="T1" fmla="*/ 1 h 318"/>
                <a:gd name="T2" fmla="*/ 1 w 94"/>
                <a:gd name="T3" fmla="*/ 1 h 318"/>
                <a:gd name="T4" fmla="*/ 1 w 94"/>
                <a:gd name="T5" fmla="*/ 1 h 318"/>
                <a:gd name="T6" fmla="*/ 1 w 94"/>
                <a:gd name="T7" fmla="*/ 1 h 318"/>
                <a:gd name="T8" fmla="*/ 1 w 94"/>
                <a:gd name="T9" fmla="*/ 1 h 318"/>
                <a:gd name="T10" fmla="*/ 1 w 94"/>
                <a:gd name="T11" fmla="*/ 1 h 318"/>
                <a:gd name="T12" fmla="*/ 1 w 94"/>
                <a:gd name="T13" fmla="*/ 1 h 318"/>
                <a:gd name="T14" fmla="*/ 1 w 94"/>
                <a:gd name="T15" fmla="*/ 1 h 318"/>
                <a:gd name="T16" fmla="*/ 1 w 94"/>
                <a:gd name="T17" fmla="*/ 1 h 318"/>
                <a:gd name="T18" fmla="*/ 1 w 94"/>
                <a:gd name="T19" fmla="*/ 1 h 318"/>
                <a:gd name="T20" fmla="*/ 1 w 94"/>
                <a:gd name="T21" fmla="*/ 1 h 318"/>
                <a:gd name="T22" fmla="*/ 1 w 94"/>
                <a:gd name="T23" fmla="*/ 1 h 318"/>
                <a:gd name="T24" fmla="*/ 1 w 94"/>
                <a:gd name="T25" fmla="*/ 1 h 318"/>
                <a:gd name="T26" fmla="*/ 1 w 94"/>
                <a:gd name="T27" fmla="*/ 1 h 318"/>
                <a:gd name="T28" fmla="*/ 1 w 94"/>
                <a:gd name="T29" fmla="*/ 1 h 318"/>
                <a:gd name="T30" fmla="*/ 1 w 94"/>
                <a:gd name="T31" fmla="*/ 1 h 318"/>
                <a:gd name="T32" fmla="*/ 1 w 94"/>
                <a:gd name="T33" fmla="*/ 1 h 318"/>
                <a:gd name="T34" fmla="*/ 1 w 94"/>
                <a:gd name="T35" fmla="*/ 1 h 318"/>
                <a:gd name="T36" fmla="*/ 1 w 94"/>
                <a:gd name="T37" fmla="*/ 1 h 318"/>
                <a:gd name="T38" fmla="*/ 1 w 94"/>
                <a:gd name="T39" fmla="*/ 1 h 318"/>
                <a:gd name="T40" fmla="*/ 1 w 94"/>
                <a:gd name="T41" fmla="*/ 1 h 318"/>
                <a:gd name="T42" fmla="*/ 1 w 94"/>
                <a:gd name="T43" fmla="*/ 1 h 318"/>
                <a:gd name="T44" fmla="*/ 1 w 94"/>
                <a:gd name="T45" fmla="*/ 1 h 318"/>
                <a:gd name="T46" fmla="*/ 1 w 94"/>
                <a:gd name="T47" fmla="*/ 1 h 318"/>
                <a:gd name="T48" fmla="*/ 1 w 94"/>
                <a:gd name="T49" fmla="*/ 1 h 318"/>
                <a:gd name="T50" fmla="*/ 1 w 94"/>
                <a:gd name="T51" fmla="*/ 1 h 318"/>
                <a:gd name="T52" fmla="*/ 1 w 94"/>
                <a:gd name="T53" fmla="*/ 1 h 318"/>
                <a:gd name="T54" fmla="*/ 1 w 94"/>
                <a:gd name="T55" fmla="*/ 1 h 318"/>
                <a:gd name="T56" fmla="*/ 1 w 94"/>
                <a:gd name="T57" fmla="*/ 1 h 318"/>
                <a:gd name="T58" fmla="*/ 1 w 94"/>
                <a:gd name="T59" fmla="*/ 1 h 318"/>
                <a:gd name="T60" fmla="*/ 1 w 94"/>
                <a:gd name="T61" fmla="*/ 1 h 318"/>
                <a:gd name="T62" fmla="*/ 1 w 94"/>
                <a:gd name="T63" fmla="*/ 1 h 318"/>
                <a:gd name="T64" fmla="*/ 1 w 94"/>
                <a:gd name="T65" fmla="*/ 1 h 318"/>
                <a:gd name="T66" fmla="*/ 1 w 94"/>
                <a:gd name="T67" fmla="*/ 1 h 318"/>
                <a:gd name="T68" fmla="*/ 1 w 94"/>
                <a:gd name="T69" fmla="*/ 1 h 318"/>
                <a:gd name="T70" fmla="*/ 1 w 94"/>
                <a:gd name="T71" fmla="*/ 1 h 318"/>
                <a:gd name="T72" fmla="*/ 1 w 94"/>
                <a:gd name="T73" fmla="*/ 1 h 318"/>
                <a:gd name="T74" fmla="*/ 1 w 94"/>
                <a:gd name="T75" fmla="*/ 1 h 318"/>
                <a:gd name="T76" fmla="*/ 1 w 94"/>
                <a:gd name="T77" fmla="*/ 1 h 318"/>
                <a:gd name="T78" fmla="*/ 1 w 94"/>
                <a:gd name="T79" fmla="*/ 1 h 318"/>
                <a:gd name="T80" fmla="*/ 1 w 94"/>
                <a:gd name="T81" fmla="*/ 1 h 318"/>
                <a:gd name="T82" fmla="*/ 1 w 94"/>
                <a:gd name="T83" fmla="*/ 1 h 318"/>
                <a:gd name="T84" fmla="*/ 1 w 94"/>
                <a:gd name="T85" fmla="*/ 1 h 318"/>
                <a:gd name="T86" fmla="*/ 1 w 94"/>
                <a:gd name="T87" fmla="*/ 1 h 318"/>
                <a:gd name="T88" fmla="*/ 1 w 94"/>
                <a:gd name="T89" fmla="*/ 1 h 318"/>
                <a:gd name="T90" fmla="*/ 1 w 94"/>
                <a:gd name="T91" fmla="*/ 1 h 318"/>
                <a:gd name="T92" fmla="*/ 1 w 94"/>
                <a:gd name="T93" fmla="*/ 1 h 318"/>
                <a:gd name="T94" fmla="*/ 1 w 94"/>
                <a:gd name="T95" fmla="*/ 1 h 318"/>
                <a:gd name="T96" fmla="*/ 1 w 94"/>
                <a:gd name="T97" fmla="*/ 1 h 318"/>
                <a:gd name="T98" fmla="*/ 1 w 94"/>
                <a:gd name="T99" fmla="*/ 1 h 318"/>
                <a:gd name="T100" fmla="*/ 1 w 94"/>
                <a:gd name="T101" fmla="*/ 1 h 318"/>
                <a:gd name="T102" fmla="*/ 1 w 94"/>
                <a:gd name="T103" fmla="*/ 1 h 318"/>
                <a:gd name="T104" fmla="*/ 1 w 94"/>
                <a:gd name="T105" fmla="*/ 1 h 318"/>
                <a:gd name="T106" fmla="*/ 1 w 94"/>
                <a:gd name="T107" fmla="*/ 1 h 318"/>
                <a:gd name="T108" fmla="*/ 1 w 94"/>
                <a:gd name="T109" fmla="*/ 1 h 318"/>
                <a:gd name="T110" fmla="*/ 1 w 94"/>
                <a:gd name="T111" fmla="*/ 1 h 318"/>
                <a:gd name="T112" fmla="*/ 1 w 94"/>
                <a:gd name="T113" fmla="*/ 1 h 31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94"/>
                <a:gd name="T172" fmla="*/ 0 h 318"/>
                <a:gd name="T173" fmla="*/ 94 w 94"/>
                <a:gd name="T174" fmla="*/ 318 h 318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94" h="318">
                  <a:moveTo>
                    <a:pt x="0" y="0"/>
                  </a:moveTo>
                  <a:lnTo>
                    <a:pt x="3" y="3"/>
                  </a:lnTo>
                  <a:lnTo>
                    <a:pt x="4" y="7"/>
                  </a:lnTo>
                  <a:lnTo>
                    <a:pt x="5" y="9"/>
                  </a:lnTo>
                  <a:lnTo>
                    <a:pt x="7" y="12"/>
                  </a:lnTo>
                  <a:lnTo>
                    <a:pt x="9" y="15"/>
                  </a:lnTo>
                  <a:lnTo>
                    <a:pt x="11" y="17"/>
                  </a:lnTo>
                  <a:lnTo>
                    <a:pt x="12" y="20"/>
                  </a:lnTo>
                  <a:lnTo>
                    <a:pt x="13" y="23"/>
                  </a:lnTo>
                  <a:lnTo>
                    <a:pt x="13" y="24"/>
                  </a:lnTo>
                  <a:lnTo>
                    <a:pt x="15" y="27"/>
                  </a:lnTo>
                  <a:lnTo>
                    <a:pt x="16" y="28"/>
                  </a:lnTo>
                  <a:lnTo>
                    <a:pt x="17" y="29"/>
                  </a:lnTo>
                  <a:lnTo>
                    <a:pt x="17" y="32"/>
                  </a:lnTo>
                  <a:lnTo>
                    <a:pt x="19" y="33"/>
                  </a:lnTo>
                  <a:lnTo>
                    <a:pt x="19" y="35"/>
                  </a:lnTo>
                  <a:lnTo>
                    <a:pt x="20" y="36"/>
                  </a:lnTo>
                  <a:lnTo>
                    <a:pt x="21" y="37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3" y="41"/>
                  </a:lnTo>
                  <a:lnTo>
                    <a:pt x="23" y="43"/>
                  </a:lnTo>
                  <a:lnTo>
                    <a:pt x="24" y="44"/>
                  </a:lnTo>
                  <a:lnTo>
                    <a:pt x="24" y="45"/>
                  </a:lnTo>
                  <a:lnTo>
                    <a:pt x="25" y="47"/>
                  </a:lnTo>
                  <a:lnTo>
                    <a:pt x="27" y="48"/>
                  </a:lnTo>
                  <a:lnTo>
                    <a:pt x="27" y="50"/>
                  </a:lnTo>
                  <a:lnTo>
                    <a:pt x="27" y="52"/>
                  </a:lnTo>
                  <a:lnTo>
                    <a:pt x="28" y="53"/>
                  </a:lnTo>
                  <a:lnTo>
                    <a:pt x="28" y="54"/>
                  </a:lnTo>
                  <a:lnTo>
                    <a:pt x="29" y="56"/>
                  </a:lnTo>
                  <a:lnTo>
                    <a:pt x="29" y="58"/>
                  </a:lnTo>
                  <a:lnTo>
                    <a:pt x="31" y="60"/>
                  </a:lnTo>
                  <a:lnTo>
                    <a:pt x="32" y="61"/>
                  </a:lnTo>
                  <a:lnTo>
                    <a:pt x="32" y="62"/>
                  </a:lnTo>
                  <a:lnTo>
                    <a:pt x="33" y="65"/>
                  </a:lnTo>
                  <a:lnTo>
                    <a:pt x="33" y="66"/>
                  </a:lnTo>
                  <a:lnTo>
                    <a:pt x="33" y="68"/>
                  </a:lnTo>
                  <a:lnTo>
                    <a:pt x="35" y="69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6" y="72"/>
                  </a:lnTo>
                  <a:lnTo>
                    <a:pt x="36" y="73"/>
                  </a:lnTo>
                  <a:lnTo>
                    <a:pt x="37" y="74"/>
                  </a:lnTo>
                  <a:lnTo>
                    <a:pt x="37" y="76"/>
                  </a:lnTo>
                  <a:lnTo>
                    <a:pt x="37" y="77"/>
                  </a:lnTo>
                  <a:lnTo>
                    <a:pt x="39" y="78"/>
                  </a:lnTo>
                  <a:lnTo>
                    <a:pt x="39" y="80"/>
                  </a:lnTo>
                  <a:lnTo>
                    <a:pt x="39" y="81"/>
                  </a:lnTo>
                  <a:lnTo>
                    <a:pt x="40" y="81"/>
                  </a:lnTo>
                  <a:lnTo>
                    <a:pt x="40" y="82"/>
                  </a:lnTo>
                  <a:lnTo>
                    <a:pt x="40" y="84"/>
                  </a:lnTo>
                  <a:lnTo>
                    <a:pt x="41" y="85"/>
                  </a:lnTo>
                  <a:lnTo>
                    <a:pt x="41" y="86"/>
                  </a:lnTo>
                  <a:lnTo>
                    <a:pt x="43" y="88"/>
                  </a:lnTo>
                  <a:lnTo>
                    <a:pt x="43" y="89"/>
                  </a:lnTo>
                  <a:lnTo>
                    <a:pt x="43" y="90"/>
                  </a:lnTo>
                  <a:lnTo>
                    <a:pt x="44" y="92"/>
                  </a:lnTo>
                  <a:lnTo>
                    <a:pt x="44" y="94"/>
                  </a:lnTo>
                  <a:lnTo>
                    <a:pt x="45" y="96"/>
                  </a:lnTo>
                  <a:lnTo>
                    <a:pt x="45" y="97"/>
                  </a:lnTo>
                  <a:lnTo>
                    <a:pt x="47" y="100"/>
                  </a:lnTo>
                  <a:lnTo>
                    <a:pt x="48" y="102"/>
                  </a:lnTo>
                  <a:lnTo>
                    <a:pt x="48" y="104"/>
                  </a:lnTo>
                  <a:lnTo>
                    <a:pt x="49" y="106"/>
                  </a:lnTo>
                  <a:lnTo>
                    <a:pt x="49" y="108"/>
                  </a:lnTo>
                  <a:lnTo>
                    <a:pt x="51" y="110"/>
                  </a:lnTo>
                  <a:lnTo>
                    <a:pt x="51" y="112"/>
                  </a:lnTo>
                  <a:lnTo>
                    <a:pt x="52" y="113"/>
                  </a:lnTo>
                  <a:lnTo>
                    <a:pt x="52" y="114"/>
                  </a:lnTo>
                  <a:lnTo>
                    <a:pt x="53" y="116"/>
                  </a:lnTo>
                  <a:lnTo>
                    <a:pt x="53" y="117"/>
                  </a:lnTo>
                  <a:lnTo>
                    <a:pt x="53" y="118"/>
                  </a:lnTo>
                  <a:lnTo>
                    <a:pt x="55" y="120"/>
                  </a:lnTo>
                  <a:lnTo>
                    <a:pt x="55" y="121"/>
                  </a:lnTo>
                  <a:lnTo>
                    <a:pt x="55" y="122"/>
                  </a:lnTo>
                  <a:lnTo>
                    <a:pt x="56" y="124"/>
                  </a:lnTo>
                  <a:lnTo>
                    <a:pt x="56" y="125"/>
                  </a:lnTo>
                  <a:lnTo>
                    <a:pt x="56" y="126"/>
                  </a:lnTo>
                  <a:lnTo>
                    <a:pt x="57" y="128"/>
                  </a:lnTo>
                  <a:lnTo>
                    <a:pt x="57" y="129"/>
                  </a:lnTo>
                  <a:lnTo>
                    <a:pt x="57" y="130"/>
                  </a:lnTo>
                  <a:lnTo>
                    <a:pt x="59" y="132"/>
                  </a:lnTo>
                  <a:lnTo>
                    <a:pt x="59" y="133"/>
                  </a:lnTo>
                  <a:lnTo>
                    <a:pt x="59" y="134"/>
                  </a:lnTo>
                  <a:lnTo>
                    <a:pt x="60" y="136"/>
                  </a:lnTo>
                  <a:lnTo>
                    <a:pt x="60" y="137"/>
                  </a:lnTo>
                  <a:lnTo>
                    <a:pt x="60" y="138"/>
                  </a:lnTo>
                  <a:lnTo>
                    <a:pt x="61" y="141"/>
                  </a:lnTo>
                  <a:lnTo>
                    <a:pt x="61" y="142"/>
                  </a:lnTo>
                  <a:lnTo>
                    <a:pt x="63" y="143"/>
                  </a:lnTo>
                  <a:lnTo>
                    <a:pt x="63" y="146"/>
                  </a:lnTo>
                  <a:lnTo>
                    <a:pt x="64" y="147"/>
                  </a:lnTo>
                  <a:lnTo>
                    <a:pt x="64" y="150"/>
                  </a:lnTo>
                  <a:lnTo>
                    <a:pt x="65" y="153"/>
                  </a:lnTo>
                  <a:lnTo>
                    <a:pt x="65" y="154"/>
                  </a:lnTo>
                  <a:lnTo>
                    <a:pt x="67" y="157"/>
                  </a:lnTo>
                  <a:lnTo>
                    <a:pt x="67" y="158"/>
                  </a:lnTo>
                  <a:lnTo>
                    <a:pt x="67" y="159"/>
                  </a:lnTo>
                  <a:lnTo>
                    <a:pt x="68" y="162"/>
                  </a:lnTo>
                  <a:lnTo>
                    <a:pt x="68" y="163"/>
                  </a:lnTo>
                  <a:lnTo>
                    <a:pt x="68" y="165"/>
                  </a:lnTo>
                  <a:lnTo>
                    <a:pt x="69" y="166"/>
                  </a:lnTo>
                  <a:lnTo>
                    <a:pt x="69" y="167"/>
                  </a:lnTo>
                  <a:lnTo>
                    <a:pt x="69" y="169"/>
                  </a:lnTo>
                  <a:lnTo>
                    <a:pt x="71" y="170"/>
                  </a:lnTo>
                  <a:lnTo>
                    <a:pt x="71" y="171"/>
                  </a:lnTo>
                  <a:lnTo>
                    <a:pt x="71" y="173"/>
                  </a:lnTo>
                  <a:lnTo>
                    <a:pt x="72" y="174"/>
                  </a:lnTo>
                  <a:lnTo>
                    <a:pt x="72" y="175"/>
                  </a:lnTo>
                  <a:lnTo>
                    <a:pt x="72" y="177"/>
                  </a:lnTo>
                  <a:lnTo>
                    <a:pt x="73" y="178"/>
                  </a:lnTo>
                  <a:lnTo>
                    <a:pt x="73" y="179"/>
                  </a:lnTo>
                  <a:lnTo>
                    <a:pt x="73" y="181"/>
                  </a:lnTo>
                  <a:lnTo>
                    <a:pt x="75" y="182"/>
                  </a:lnTo>
                  <a:lnTo>
                    <a:pt x="75" y="183"/>
                  </a:lnTo>
                  <a:lnTo>
                    <a:pt x="75" y="186"/>
                  </a:lnTo>
                  <a:lnTo>
                    <a:pt x="76" y="187"/>
                  </a:lnTo>
                  <a:lnTo>
                    <a:pt x="76" y="189"/>
                  </a:lnTo>
                  <a:lnTo>
                    <a:pt x="77" y="190"/>
                  </a:lnTo>
                  <a:lnTo>
                    <a:pt x="77" y="193"/>
                  </a:lnTo>
                  <a:lnTo>
                    <a:pt x="77" y="194"/>
                  </a:lnTo>
                  <a:lnTo>
                    <a:pt x="79" y="197"/>
                  </a:lnTo>
                  <a:lnTo>
                    <a:pt x="79" y="198"/>
                  </a:lnTo>
                  <a:lnTo>
                    <a:pt x="80" y="201"/>
                  </a:lnTo>
                  <a:lnTo>
                    <a:pt x="80" y="202"/>
                  </a:lnTo>
                  <a:lnTo>
                    <a:pt x="81" y="205"/>
                  </a:lnTo>
                  <a:lnTo>
                    <a:pt x="81" y="206"/>
                  </a:lnTo>
                  <a:lnTo>
                    <a:pt x="83" y="207"/>
                  </a:lnTo>
                  <a:lnTo>
                    <a:pt x="83" y="210"/>
                  </a:lnTo>
                  <a:lnTo>
                    <a:pt x="83" y="211"/>
                  </a:lnTo>
                  <a:lnTo>
                    <a:pt x="84" y="213"/>
                  </a:lnTo>
                  <a:lnTo>
                    <a:pt x="84" y="214"/>
                  </a:lnTo>
                  <a:lnTo>
                    <a:pt x="84" y="215"/>
                  </a:lnTo>
                  <a:lnTo>
                    <a:pt x="85" y="217"/>
                  </a:lnTo>
                  <a:lnTo>
                    <a:pt x="85" y="218"/>
                  </a:lnTo>
                  <a:lnTo>
                    <a:pt x="85" y="219"/>
                  </a:lnTo>
                  <a:lnTo>
                    <a:pt x="85" y="221"/>
                  </a:lnTo>
                  <a:lnTo>
                    <a:pt x="86" y="222"/>
                  </a:lnTo>
                  <a:lnTo>
                    <a:pt x="86" y="223"/>
                  </a:lnTo>
                  <a:lnTo>
                    <a:pt x="86" y="225"/>
                  </a:lnTo>
                  <a:lnTo>
                    <a:pt x="86" y="226"/>
                  </a:lnTo>
                  <a:lnTo>
                    <a:pt x="86" y="227"/>
                  </a:lnTo>
                  <a:lnTo>
                    <a:pt x="86" y="229"/>
                  </a:lnTo>
                  <a:lnTo>
                    <a:pt x="86" y="230"/>
                  </a:lnTo>
                  <a:lnTo>
                    <a:pt x="88" y="231"/>
                  </a:lnTo>
                  <a:lnTo>
                    <a:pt x="88" y="233"/>
                  </a:lnTo>
                  <a:lnTo>
                    <a:pt x="88" y="234"/>
                  </a:lnTo>
                  <a:lnTo>
                    <a:pt x="88" y="235"/>
                  </a:lnTo>
                  <a:lnTo>
                    <a:pt x="88" y="236"/>
                  </a:lnTo>
                  <a:lnTo>
                    <a:pt x="88" y="238"/>
                  </a:lnTo>
                  <a:lnTo>
                    <a:pt x="88" y="239"/>
                  </a:lnTo>
                  <a:lnTo>
                    <a:pt x="88" y="242"/>
                  </a:lnTo>
                  <a:lnTo>
                    <a:pt x="88" y="243"/>
                  </a:lnTo>
                  <a:lnTo>
                    <a:pt x="88" y="244"/>
                  </a:lnTo>
                  <a:lnTo>
                    <a:pt x="88" y="247"/>
                  </a:lnTo>
                  <a:lnTo>
                    <a:pt x="89" y="248"/>
                  </a:lnTo>
                  <a:lnTo>
                    <a:pt x="89" y="250"/>
                  </a:lnTo>
                  <a:lnTo>
                    <a:pt x="89" y="251"/>
                  </a:lnTo>
                  <a:lnTo>
                    <a:pt x="89" y="252"/>
                  </a:lnTo>
                  <a:lnTo>
                    <a:pt x="89" y="254"/>
                  </a:lnTo>
                  <a:lnTo>
                    <a:pt x="89" y="255"/>
                  </a:lnTo>
                  <a:lnTo>
                    <a:pt x="89" y="256"/>
                  </a:lnTo>
                  <a:lnTo>
                    <a:pt x="89" y="258"/>
                  </a:lnTo>
                  <a:lnTo>
                    <a:pt x="89" y="259"/>
                  </a:lnTo>
                  <a:lnTo>
                    <a:pt x="89" y="260"/>
                  </a:lnTo>
                  <a:lnTo>
                    <a:pt x="89" y="262"/>
                  </a:lnTo>
                  <a:lnTo>
                    <a:pt x="90" y="262"/>
                  </a:lnTo>
                  <a:lnTo>
                    <a:pt x="90" y="263"/>
                  </a:lnTo>
                  <a:lnTo>
                    <a:pt x="90" y="264"/>
                  </a:lnTo>
                  <a:lnTo>
                    <a:pt x="90" y="266"/>
                  </a:lnTo>
                  <a:lnTo>
                    <a:pt x="90" y="267"/>
                  </a:lnTo>
                  <a:lnTo>
                    <a:pt x="90" y="268"/>
                  </a:lnTo>
                  <a:lnTo>
                    <a:pt x="90" y="270"/>
                  </a:lnTo>
                  <a:lnTo>
                    <a:pt x="92" y="271"/>
                  </a:lnTo>
                  <a:lnTo>
                    <a:pt x="92" y="272"/>
                  </a:lnTo>
                  <a:lnTo>
                    <a:pt x="92" y="274"/>
                  </a:lnTo>
                  <a:lnTo>
                    <a:pt x="92" y="275"/>
                  </a:lnTo>
                  <a:lnTo>
                    <a:pt x="92" y="276"/>
                  </a:lnTo>
                  <a:lnTo>
                    <a:pt x="93" y="278"/>
                  </a:lnTo>
                  <a:lnTo>
                    <a:pt x="93" y="279"/>
                  </a:lnTo>
                  <a:lnTo>
                    <a:pt x="93" y="280"/>
                  </a:lnTo>
                  <a:lnTo>
                    <a:pt x="93" y="282"/>
                  </a:lnTo>
                  <a:lnTo>
                    <a:pt x="93" y="283"/>
                  </a:lnTo>
                  <a:lnTo>
                    <a:pt x="94" y="284"/>
                  </a:lnTo>
                  <a:lnTo>
                    <a:pt x="94" y="286"/>
                  </a:lnTo>
                  <a:lnTo>
                    <a:pt x="94" y="287"/>
                  </a:lnTo>
                  <a:lnTo>
                    <a:pt x="94" y="288"/>
                  </a:lnTo>
                  <a:lnTo>
                    <a:pt x="94" y="290"/>
                  </a:lnTo>
                  <a:lnTo>
                    <a:pt x="94" y="291"/>
                  </a:lnTo>
                  <a:lnTo>
                    <a:pt x="94" y="292"/>
                  </a:lnTo>
                  <a:lnTo>
                    <a:pt x="94" y="294"/>
                  </a:lnTo>
                  <a:lnTo>
                    <a:pt x="94" y="295"/>
                  </a:lnTo>
                  <a:lnTo>
                    <a:pt x="94" y="296"/>
                  </a:lnTo>
                  <a:lnTo>
                    <a:pt x="94" y="298"/>
                  </a:lnTo>
                  <a:lnTo>
                    <a:pt x="94" y="299"/>
                  </a:lnTo>
                  <a:lnTo>
                    <a:pt x="94" y="300"/>
                  </a:lnTo>
                  <a:lnTo>
                    <a:pt x="94" y="302"/>
                  </a:lnTo>
                  <a:lnTo>
                    <a:pt x="94" y="304"/>
                  </a:lnTo>
                  <a:lnTo>
                    <a:pt x="94" y="306"/>
                  </a:lnTo>
                  <a:lnTo>
                    <a:pt x="93" y="308"/>
                  </a:lnTo>
                  <a:lnTo>
                    <a:pt x="93" y="310"/>
                  </a:lnTo>
                  <a:lnTo>
                    <a:pt x="93" y="312"/>
                  </a:lnTo>
                  <a:lnTo>
                    <a:pt x="93" y="315"/>
                  </a:lnTo>
                  <a:lnTo>
                    <a:pt x="93" y="318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258" name="Freeform 69">
              <a:extLst>
                <a:ext uri="{FF2B5EF4-FFF2-40B4-BE49-F238E27FC236}">
                  <a16:creationId xmlns:a16="http://schemas.microsoft.com/office/drawing/2014/main" id="{0122BAA7-F865-4ED9-BC26-E8F0102F3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1898"/>
              <a:ext cx="47" cy="159"/>
            </a:xfrm>
            <a:custGeom>
              <a:avLst/>
              <a:gdLst>
                <a:gd name="T0" fmla="*/ 1 w 94"/>
                <a:gd name="T1" fmla="*/ 1 h 317"/>
                <a:gd name="T2" fmla="*/ 1 w 94"/>
                <a:gd name="T3" fmla="*/ 1 h 317"/>
                <a:gd name="T4" fmla="*/ 1 w 94"/>
                <a:gd name="T5" fmla="*/ 1 h 317"/>
                <a:gd name="T6" fmla="*/ 1 w 94"/>
                <a:gd name="T7" fmla="*/ 1 h 317"/>
                <a:gd name="T8" fmla="*/ 1 w 94"/>
                <a:gd name="T9" fmla="*/ 1 h 317"/>
                <a:gd name="T10" fmla="*/ 1 w 94"/>
                <a:gd name="T11" fmla="*/ 1 h 317"/>
                <a:gd name="T12" fmla="*/ 1 w 94"/>
                <a:gd name="T13" fmla="*/ 1 h 317"/>
                <a:gd name="T14" fmla="*/ 1 w 94"/>
                <a:gd name="T15" fmla="*/ 1 h 317"/>
                <a:gd name="T16" fmla="*/ 1 w 94"/>
                <a:gd name="T17" fmla="*/ 1 h 317"/>
                <a:gd name="T18" fmla="*/ 1 w 94"/>
                <a:gd name="T19" fmla="*/ 1 h 317"/>
                <a:gd name="T20" fmla="*/ 1 w 94"/>
                <a:gd name="T21" fmla="*/ 1 h 317"/>
                <a:gd name="T22" fmla="*/ 1 w 94"/>
                <a:gd name="T23" fmla="*/ 1 h 317"/>
                <a:gd name="T24" fmla="*/ 1 w 94"/>
                <a:gd name="T25" fmla="*/ 1 h 317"/>
                <a:gd name="T26" fmla="*/ 1 w 94"/>
                <a:gd name="T27" fmla="*/ 1 h 317"/>
                <a:gd name="T28" fmla="*/ 1 w 94"/>
                <a:gd name="T29" fmla="*/ 1 h 317"/>
                <a:gd name="T30" fmla="*/ 1 w 94"/>
                <a:gd name="T31" fmla="*/ 1 h 317"/>
                <a:gd name="T32" fmla="*/ 1 w 94"/>
                <a:gd name="T33" fmla="*/ 1 h 317"/>
                <a:gd name="T34" fmla="*/ 1 w 94"/>
                <a:gd name="T35" fmla="*/ 1 h 317"/>
                <a:gd name="T36" fmla="*/ 1 w 94"/>
                <a:gd name="T37" fmla="*/ 1 h 317"/>
                <a:gd name="T38" fmla="*/ 1 w 94"/>
                <a:gd name="T39" fmla="*/ 1 h 317"/>
                <a:gd name="T40" fmla="*/ 1 w 94"/>
                <a:gd name="T41" fmla="*/ 1 h 317"/>
                <a:gd name="T42" fmla="*/ 1 w 94"/>
                <a:gd name="T43" fmla="*/ 1 h 317"/>
                <a:gd name="T44" fmla="*/ 1 w 94"/>
                <a:gd name="T45" fmla="*/ 1 h 317"/>
                <a:gd name="T46" fmla="*/ 1 w 94"/>
                <a:gd name="T47" fmla="*/ 1 h 317"/>
                <a:gd name="T48" fmla="*/ 1 w 94"/>
                <a:gd name="T49" fmla="*/ 1 h 317"/>
                <a:gd name="T50" fmla="*/ 1 w 94"/>
                <a:gd name="T51" fmla="*/ 1 h 317"/>
                <a:gd name="T52" fmla="*/ 1 w 94"/>
                <a:gd name="T53" fmla="*/ 1 h 317"/>
                <a:gd name="T54" fmla="*/ 1 w 94"/>
                <a:gd name="T55" fmla="*/ 1 h 317"/>
                <a:gd name="T56" fmla="*/ 1 w 94"/>
                <a:gd name="T57" fmla="*/ 1 h 317"/>
                <a:gd name="T58" fmla="*/ 1 w 94"/>
                <a:gd name="T59" fmla="*/ 1 h 317"/>
                <a:gd name="T60" fmla="*/ 1 w 94"/>
                <a:gd name="T61" fmla="*/ 1 h 317"/>
                <a:gd name="T62" fmla="*/ 1 w 94"/>
                <a:gd name="T63" fmla="*/ 1 h 317"/>
                <a:gd name="T64" fmla="*/ 1 w 94"/>
                <a:gd name="T65" fmla="*/ 1 h 317"/>
                <a:gd name="T66" fmla="*/ 1 w 94"/>
                <a:gd name="T67" fmla="*/ 1 h 317"/>
                <a:gd name="T68" fmla="*/ 1 w 94"/>
                <a:gd name="T69" fmla="*/ 1 h 317"/>
                <a:gd name="T70" fmla="*/ 1 w 94"/>
                <a:gd name="T71" fmla="*/ 1 h 317"/>
                <a:gd name="T72" fmla="*/ 1 w 94"/>
                <a:gd name="T73" fmla="*/ 1 h 317"/>
                <a:gd name="T74" fmla="*/ 1 w 94"/>
                <a:gd name="T75" fmla="*/ 1 h 317"/>
                <a:gd name="T76" fmla="*/ 1 w 94"/>
                <a:gd name="T77" fmla="*/ 1 h 317"/>
                <a:gd name="T78" fmla="*/ 1 w 94"/>
                <a:gd name="T79" fmla="*/ 1 h 317"/>
                <a:gd name="T80" fmla="*/ 1 w 94"/>
                <a:gd name="T81" fmla="*/ 1 h 317"/>
                <a:gd name="T82" fmla="*/ 1 w 94"/>
                <a:gd name="T83" fmla="*/ 1 h 317"/>
                <a:gd name="T84" fmla="*/ 1 w 94"/>
                <a:gd name="T85" fmla="*/ 1 h 317"/>
                <a:gd name="T86" fmla="*/ 1 w 94"/>
                <a:gd name="T87" fmla="*/ 1 h 317"/>
                <a:gd name="T88" fmla="*/ 1 w 94"/>
                <a:gd name="T89" fmla="*/ 1 h 317"/>
                <a:gd name="T90" fmla="*/ 1 w 94"/>
                <a:gd name="T91" fmla="*/ 1 h 317"/>
                <a:gd name="T92" fmla="*/ 1 w 94"/>
                <a:gd name="T93" fmla="*/ 1 h 317"/>
                <a:gd name="T94" fmla="*/ 1 w 94"/>
                <a:gd name="T95" fmla="*/ 1 h 317"/>
                <a:gd name="T96" fmla="*/ 1 w 94"/>
                <a:gd name="T97" fmla="*/ 1 h 317"/>
                <a:gd name="T98" fmla="*/ 1 w 94"/>
                <a:gd name="T99" fmla="*/ 1 h 317"/>
                <a:gd name="T100" fmla="*/ 1 w 94"/>
                <a:gd name="T101" fmla="*/ 1 h 317"/>
                <a:gd name="T102" fmla="*/ 1 w 94"/>
                <a:gd name="T103" fmla="*/ 1 h 317"/>
                <a:gd name="T104" fmla="*/ 1 w 94"/>
                <a:gd name="T105" fmla="*/ 1 h 317"/>
                <a:gd name="T106" fmla="*/ 1 w 94"/>
                <a:gd name="T107" fmla="*/ 1 h 317"/>
                <a:gd name="T108" fmla="*/ 1 w 94"/>
                <a:gd name="T109" fmla="*/ 1 h 317"/>
                <a:gd name="T110" fmla="*/ 1 w 94"/>
                <a:gd name="T111" fmla="*/ 1 h 317"/>
                <a:gd name="T112" fmla="*/ 1 w 94"/>
                <a:gd name="T113" fmla="*/ 1 h 31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94"/>
                <a:gd name="T172" fmla="*/ 0 h 317"/>
                <a:gd name="T173" fmla="*/ 94 w 94"/>
                <a:gd name="T174" fmla="*/ 317 h 317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94" h="317">
                  <a:moveTo>
                    <a:pt x="0" y="317"/>
                  </a:moveTo>
                  <a:lnTo>
                    <a:pt x="3" y="313"/>
                  </a:lnTo>
                  <a:lnTo>
                    <a:pt x="4" y="311"/>
                  </a:lnTo>
                  <a:lnTo>
                    <a:pt x="5" y="308"/>
                  </a:lnTo>
                  <a:lnTo>
                    <a:pt x="7" y="305"/>
                  </a:lnTo>
                  <a:lnTo>
                    <a:pt x="9" y="301"/>
                  </a:lnTo>
                  <a:lnTo>
                    <a:pt x="11" y="300"/>
                  </a:lnTo>
                  <a:lnTo>
                    <a:pt x="12" y="297"/>
                  </a:lnTo>
                  <a:lnTo>
                    <a:pt x="13" y="295"/>
                  </a:lnTo>
                  <a:lnTo>
                    <a:pt x="13" y="293"/>
                  </a:lnTo>
                  <a:lnTo>
                    <a:pt x="15" y="291"/>
                  </a:lnTo>
                  <a:lnTo>
                    <a:pt x="16" y="290"/>
                  </a:lnTo>
                  <a:lnTo>
                    <a:pt x="17" y="287"/>
                  </a:lnTo>
                  <a:lnTo>
                    <a:pt x="17" y="286"/>
                  </a:lnTo>
                  <a:lnTo>
                    <a:pt x="19" y="284"/>
                  </a:lnTo>
                  <a:lnTo>
                    <a:pt x="19" y="283"/>
                  </a:lnTo>
                  <a:lnTo>
                    <a:pt x="20" y="282"/>
                  </a:lnTo>
                  <a:lnTo>
                    <a:pt x="21" y="280"/>
                  </a:lnTo>
                  <a:lnTo>
                    <a:pt x="21" y="279"/>
                  </a:lnTo>
                  <a:lnTo>
                    <a:pt x="21" y="278"/>
                  </a:lnTo>
                  <a:lnTo>
                    <a:pt x="23" y="276"/>
                  </a:lnTo>
                  <a:lnTo>
                    <a:pt x="23" y="275"/>
                  </a:lnTo>
                  <a:lnTo>
                    <a:pt x="24" y="274"/>
                  </a:lnTo>
                  <a:lnTo>
                    <a:pt x="24" y="272"/>
                  </a:lnTo>
                  <a:lnTo>
                    <a:pt x="25" y="271"/>
                  </a:lnTo>
                  <a:lnTo>
                    <a:pt x="25" y="270"/>
                  </a:lnTo>
                  <a:lnTo>
                    <a:pt x="27" y="268"/>
                  </a:lnTo>
                  <a:lnTo>
                    <a:pt x="27" y="267"/>
                  </a:lnTo>
                  <a:lnTo>
                    <a:pt x="27" y="266"/>
                  </a:lnTo>
                  <a:lnTo>
                    <a:pt x="28" y="264"/>
                  </a:lnTo>
                  <a:lnTo>
                    <a:pt x="28" y="263"/>
                  </a:lnTo>
                  <a:lnTo>
                    <a:pt x="29" y="262"/>
                  </a:lnTo>
                  <a:lnTo>
                    <a:pt x="29" y="259"/>
                  </a:lnTo>
                  <a:lnTo>
                    <a:pt x="31" y="258"/>
                  </a:lnTo>
                  <a:lnTo>
                    <a:pt x="32" y="256"/>
                  </a:lnTo>
                  <a:lnTo>
                    <a:pt x="32" y="254"/>
                  </a:lnTo>
                  <a:lnTo>
                    <a:pt x="33" y="252"/>
                  </a:lnTo>
                  <a:lnTo>
                    <a:pt x="33" y="251"/>
                  </a:lnTo>
                  <a:lnTo>
                    <a:pt x="33" y="250"/>
                  </a:lnTo>
                  <a:lnTo>
                    <a:pt x="35" y="248"/>
                  </a:lnTo>
                  <a:lnTo>
                    <a:pt x="35" y="247"/>
                  </a:lnTo>
                  <a:lnTo>
                    <a:pt x="36" y="246"/>
                  </a:lnTo>
                  <a:lnTo>
                    <a:pt x="36" y="244"/>
                  </a:lnTo>
                  <a:lnTo>
                    <a:pt x="37" y="243"/>
                  </a:lnTo>
                  <a:lnTo>
                    <a:pt x="37" y="242"/>
                  </a:lnTo>
                  <a:lnTo>
                    <a:pt x="37" y="240"/>
                  </a:lnTo>
                  <a:lnTo>
                    <a:pt x="39" y="239"/>
                  </a:lnTo>
                  <a:lnTo>
                    <a:pt x="39" y="238"/>
                  </a:lnTo>
                  <a:lnTo>
                    <a:pt x="39" y="236"/>
                  </a:lnTo>
                  <a:lnTo>
                    <a:pt x="40" y="235"/>
                  </a:lnTo>
                  <a:lnTo>
                    <a:pt x="40" y="234"/>
                  </a:lnTo>
                  <a:lnTo>
                    <a:pt x="41" y="232"/>
                  </a:lnTo>
                  <a:lnTo>
                    <a:pt x="41" y="231"/>
                  </a:lnTo>
                  <a:lnTo>
                    <a:pt x="43" y="230"/>
                  </a:lnTo>
                  <a:lnTo>
                    <a:pt x="43" y="228"/>
                  </a:lnTo>
                  <a:lnTo>
                    <a:pt x="43" y="227"/>
                  </a:lnTo>
                  <a:lnTo>
                    <a:pt x="44" y="224"/>
                  </a:lnTo>
                  <a:lnTo>
                    <a:pt x="44" y="223"/>
                  </a:lnTo>
                  <a:lnTo>
                    <a:pt x="45" y="222"/>
                  </a:lnTo>
                  <a:lnTo>
                    <a:pt x="45" y="219"/>
                  </a:lnTo>
                  <a:lnTo>
                    <a:pt x="47" y="218"/>
                  </a:lnTo>
                  <a:lnTo>
                    <a:pt x="48" y="215"/>
                  </a:lnTo>
                  <a:lnTo>
                    <a:pt x="48" y="214"/>
                  </a:lnTo>
                  <a:lnTo>
                    <a:pt x="49" y="211"/>
                  </a:lnTo>
                  <a:lnTo>
                    <a:pt x="49" y="210"/>
                  </a:lnTo>
                  <a:lnTo>
                    <a:pt x="51" y="207"/>
                  </a:lnTo>
                  <a:lnTo>
                    <a:pt x="51" y="206"/>
                  </a:lnTo>
                  <a:lnTo>
                    <a:pt x="52" y="204"/>
                  </a:lnTo>
                  <a:lnTo>
                    <a:pt x="52" y="203"/>
                  </a:lnTo>
                  <a:lnTo>
                    <a:pt x="53" y="200"/>
                  </a:lnTo>
                  <a:lnTo>
                    <a:pt x="53" y="199"/>
                  </a:lnTo>
                  <a:lnTo>
                    <a:pt x="53" y="198"/>
                  </a:lnTo>
                  <a:lnTo>
                    <a:pt x="55" y="197"/>
                  </a:lnTo>
                  <a:lnTo>
                    <a:pt x="55" y="195"/>
                  </a:lnTo>
                  <a:lnTo>
                    <a:pt x="56" y="194"/>
                  </a:lnTo>
                  <a:lnTo>
                    <a:pt x="56" y="193"/>
                  </a:lnTo>
                  <a:lnTo>
                    <a:pt x="56" y="191"/>
                  </a:lnTo>
                  <a:lnTo>
                    <a:pt x="57" y="190"/>
                  </a:lnTo>
                  <a:lnTo>
                    <a:pt x="57" y="189"/>
                  </a:lnTo>
                  <a:lnTo>
                    <a:pt x="57" y="187"/>
                  </a:lnTo>
                  <a:lnTo>
                    <a:pt x="59" y="186"/>
                  </a:lnTo>
                  <a:lnTo>
                    <a:pt x="59" y="185"/>
                  </a:lnTo>
                  <a:lnTo>
                    <a:pt x="59" y="183"/>
                  </a:lnTo>
                  <a:lnTo>
                    <a:pt x="60" y="182"/>
                  </a:lnTo>
                  <a:lnTo>
                    <a:pt x="60" y="181"/>
                  </a:lnTo>
                  <a:lnTo>
                    <a:pt x="60" y="179"/>
                  </a:lnTo>
                  <a:lnTo>
                    <a:pt x="61" y="177"/>
                  </a:lnTo>
                  <a:lnTo>
                    <a:pt x="61" y="175"/>
                  </a:lnTo>
                  <a:lnTo>
                    <a:pt x="63" y="174"/>
                  </a:lnTo>
                  <a:lnTo>
                    <a:pt x="63" y="171"/>
                  </a:lnTo>
                  <a:lnTo>
                    <a:pt x="64" y="170"/>
                  </a:lnTo>
                  <a:lnTo>
                    <a:pt x="64" y="167"/>
                  </a:lnTo>
                  <a:lnTo>
                    <a:pt x="65" y="165"/>
                  </a:lnTo>
                  <a:lnTo>
                    <a:pt x="65" y="163"/>
                  </a:lnTo>
                  <a:lnTo>
                    <a:pt x="67" y="161"/>
                  </a:lnTo>
                  <a:lnTo>
                    <a:pt x="67" y="159"/>
                  </a:lnTo>
                  <a:lnTo>
                    <a:pt x="67" y="158"/>
                  </a:lnTo>
                  <a:lnTo>
                    <a:pt x="68" y="155"/>
                  </a:lnTo>
                  <a:lnTo>
                    <a:pt x="68" y="154"/>
                  </a:lnTo>
                  <a:lnTo>
                    <a:pt x="68" y="153"/>
                  </a:lnTo>
                  <a:lnTo>
                    <a:pt x="69" y="151"/>
                  </a:lnTo>
                  <a:lnTo>
                    <a:pt x="69" y="150"/>
                  </a:lnTo>
                  <a:lnTo>
                    <a:pt x="69" y="149"/>
                  </a:lnTo>
                  <a:lnTo>
                    <a:pt x="71" y="147"/>
                  </a:lnTo>
                  <a:lnTo>
                    <a:pt x="71" y="146"/>
                  </a:lnTo>
                  <a:lnTo>
                    <a:pt x="71" y="145"/>
                  </a:lnTo>
                  <a:lnTo>
                    <a:pt x="72" y="143"/>
                  </a:lnTo>
                  <a:lnTo>
                    <a:pt x="72" y="142"/>
                  </a:lnTo>
                  <a:lnTo>
                    <a:pt x="72" y="141"/>
                  </a:lnTo>
                  <a:lnTo>
                    <a:pt x="73" y="139"/>
                  </a:lnTo>
                  <a:lnTo>
                    <a:pt x="73" y="138"/>
                  </a:lnTo>
                  <a:lnTo>
                    <a:pt x="73" y="137"/>
                  </a:lnTo>
                  <a:lnTo>
                    <a:pt x="73" y="135"/>
                  </a:lnTo>
                  <a:lnTo>
                    <a:pt x="75" y="134"/>
                  </a:lnTo>
                  <a:lnTo>
                    <a:pt x="75" y="133"/>
                  </a:lnTo>
                  <a:lnTo>
                    <a:pt x="75" y="131"/>
                  </a:lnTo>
                  <a:lnTo>
                    <a:pt x="76" y="130"/>
                  </a:lnTo>
                  <a:lnTo>
                    <a:pt x="76" y="129"/>
                  </a:lnTo>
                  <a:lnTo>
                    <a:pt x="77" y="127"/>
                  </a:lnTo>
                  <a:lnTo>
                    <a:pt x="77" y="125"/>
                  </a:lnTo>
                  <a:lnTo>
                    <a:pt x="77" y="123"/>
                  </a:lnTo>
                  <a:lnTo>
                    <a:pt x="79" y="121"/>
                  </a:lnTo>
                  <a:lnTo>
                    <a:pt x="79" y="119"/>
                  </a:lnTo>
                  <a:lnTo>
                    <a:pt x="80" y="117"/>
                  </a:lnTo>
                  <a:lnTo>
                    <a:pt x="80" y="114"/>
                  </a:lnTo>
                  <a:lnTo>
                    <a:pt x="81" y="113"/>
                  </a:lnTo>
                  <a:lnTo>
                    <a:pt x="81" y="111"/>
                  </a:lnTo>
                  <a:lnTo>
                    <a:pt x="83" y="109"/>
                  </a:lnTo>
                  <a:lnTo>
                    <a:pt x="83" y="107"/>
                  </a:lnTo>
                  <a:lnTo>
                    <a:pt x="83" y="106"/>
                  </a:lnTo>
                  <a:lnTo>
                    <a:pt x="84" y="105"/>
                  </a:lnTo>
                  <a:lnTo>
                    <a:pt x="84" y="104"/>
                  </a:lnTo>
                  <a:lnTo>
                    <a:pt x="84" y="102"/>
                  </a:lnTo>
                  <a:lnTo>
                    <a:pt x="85" y="101"/>
                  </a:lnTo>
                  <a:lnTo>
                    <a:pt x="85" y="100"/>
                  </a:lnTo>
                  <a:lnTo>
                    <a:pt x="85" y="98"/>
                  </a:lnTo>
                  <a:lnTo>
                    <a:pt x="85" y="97"/>
                  </a:lnTo>
                  <a:lnTo>
                    <a:pt x="86" y="96"/>
                  </a:lnTo>
                  <a:lnTo>
                    <a:pt x="86" y="94"/>
                  </a:lnTo>
                  <a:lnTo>
                    <a:pt x="86" y="93"/>
                  </a:lnTo>
                  <a:lnTo>
                    <a:pt x="86" y="92"/>
                  </a:lnTo>
                  <a:lnTo>
                    <a:pt x="86" y="90"/>
                  </a:lnTo>
                  <a:lnTo>
                    <a:pt x="86" y="89"/>
                  </a:lnTo>
                  <a:lnTo>
                    <a:pt x="86" y="88"/>
                  </a:lnTo>
                  <a:lnTo>
                    <a:pt x="88" y="86"/>
                  </a:lnTo>
                  <a:lnTo>
                    <a:pt x="88" y="85"/>
                  </a:lnTo>
                  <a:lnTo>
                    <a:pt x="88" y="84"/>
                  </a:lnTo>
                  <a:lnTo>
                    <a:pt x="88" y="82"/>
                  </a:lnTo>
                  <a:lnTo>
                    <a:pt x="88" y="81"/>
                  </a:lnTo>
                  <a:lnTo>
                    <a:pt x="88" y="80"/>
                  </a:lnTo>
                  <a:lnTo>
                    <a:pt x="88" y="78"/>
                  </a:lnTo>
                  <a:lnTo>
                    <a:pt x="88" y="76"/>
                  </a:lnTo>
                  <a:lnTo>
                    <a:pt x="88" y="74"/>
                  </a:lnTo>
                  <a:lnTo>
                    <a:pt x="88" y="73"/>
                  </a:lnTo>
                  <a:lnTo>
                    <a:pt x="88" y="70"/>
                  </a:lnTo>
                  <a:lnTo>
                    <a:pt x="89" y="69"/>
                  </a:lnTo>
                  <a:lnTo>
                    <a:pt x="89" y="68"/>
                  </a:lnTo>
                  <a:lnTo>
                    <a:pt x="89" y="66"/>
                  </a:lnTo>
                  <a:lnTo>
                    <a:pt x="89" y="65"/>
                  </a:lnTo>
                  <a:lnTo>
                    <a:pt x="89" y="64"/>
                  </a:lnTo>
                  <a:lnTo>
                    <a:pt x="89" y="62"/>
                  </a:lnTo>
                  <a:lnTo>
                    <a:pt x="89" y="61"/>
                  </a:lnTo>
                  <a:lnTo>
                    <a:pt x="89" y="60"/>
                  </a:lnTo>
                  <a:lnTo>
                    <a:pt x="89" y="58"/>
                  </a:lnTo>
                  <a:lnTo>
                    <a:pt x="89" y="57"/>
                  </a:lnTo>
                  <a:lnTo>
                    <a:pt x="89" y="56"/>
                  </a:lnTo>
                  <a:lnTo>
                    <a:pt x="90" y="56"/>
                  </a:lnTo>
                  <a:lnTo>
                    <a:pt x="90" y="54"/>
                  </a:lnTo>
                  <a:lnTo>
                    <a:pt x="90" y="53"/>
                  </a:lnTo>
                  <a:lnTo>
                    <a:pt x="90" y="52"/>
                  </a:lnTo>
                  <a:lnTo>
                    <a:pt x="90" y="50"/>
                  </a:lnTo>
                  <a:lnTo>
                    <a:pt x="90" y="49"/>
                  </a:lnTo>
                  <a:lnTo>
                    <a:pt x="90" y="48"/>
                  </a:lnTo>
                  <a:lnTo>
                    <a:pt x="92" y="46"/>
                  </a:lnTo>
                  <a:lnTo>
                    <a:pt x="92" y="45"/>
                  </a:lnTo>
                  <a:lnTo>
                    <a:pt x="92" y="44"/>
                  </a:lnTo>
                  <a:lnTo>
                    <a:pt x="92" y="42"/>
                  </a:lnTo>
                  <a:lnTo>
                    <a:pt x="92" y="41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3" y="37"/>
                  </a:lnTo>
                  <a:lnTo>
                    <a:pt x="93" y="36"/>
                  </a:lnTo>
                  <a:lnTo>
                    <a:pt x="93" y="34"/>
                  </a:lnTo>
                  <a:lnTo>
                    <a:pt x="94" y="33"/>
                  </a:lnTo>
                  <a:lnTo>
                    <a:pt x="94" y="32"/>
                  </a:lnTo>
                  <a:lnTo>
                    <a:pt x="94" y="30"/>
                  </a:lnTo>
                  <a:lnTo>
                    <a:pt x="94" y="29"/>
                  </a:lnTo>
                  <a:lnTo>
                    <a:pt x="94" y="28"/>
                  </a:lnTo>
                  <a:lnTo>
                    <a:pt x="94" y="26"/>
                  </a:lnTo>
                  <a:lnTo>
                    <a:pt x="94" y="25"/>
                  </a:lnTo>
                  <a:lnTo>
                    <a:pt x="94" y="24"/>
                  </a:lnTo>
                  <a:lnTo>
                    <a:pt x="94" y="22"/>
                  </a:lnTo>
                  <a:lnTo>
                    <a:pt x="94" y="21"/>
                  </a:lnTo>
                  <a:lnTo>
                    <a:pt x="94" y="20"/>
                  </a:lnTo>
                  <a:lnTo>
                    <a:pt x="94" y="18"/>
                  </a:lnTo>
                  <a:lnTo>
                    <a:pt x="94" y="17"/>
                  </a:lnTo>
                  <a:lnTo>
                    <a:pt x="94" y="16"/>
                  </a:lnTo>
                  <a:lnTo>
                    <a:pt x="94" y="13"/>
                  </a:lnTo>
                  <a:lnTo>
                    <a:pt x="94" y="12"/>
                  </a:lnTo>
                  <a:lnTo>
                    <a:pt x="93" y="9"/>
                  </a:lnTo>
                  <a:lnTo>
                    <a:pt x="93" y="8"/>
                  </a:lnTo>
                  <a:lnTo>
                    <a:pt x="93" y="5"/>
                  </a:lnTo>
                  <a:lnTo>
                    <a:pt x="93" y="3"/>
                  </a:lnTo>
                  <a:lnTo>
                    <a:pt x="93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9209" name="Freeform 70">
            <a:extLst>
              <a:ext uri="{FF2B5EF4-FFF2-40B4-BE49-F238E27FC236}">
                <a16:creationId xmlns:a16="http://schemas.microsoft.com/office/drawing/2014/main" id="{501D7D44-24A0-4A50-94D8-8748B3EE37D4}"/>
              </a:ext>
            </a:extLst>
          </p:cNvPr>
          <p:cNvSpPr>
            <a:spLocks/>
          </p:cNvSpPr>
          <p:nvPr/>
        </p:nvSpPr>
        <p:spPr bwMode="auto">
          <a:xfrm>
            <a:off x="3376613" y="3452812"/>
            <a:ext cx="590550" cy="295275"/>
          </a:xfrm>
          <a:custGeom>
            <a:avLst/>
            <a:gdLst>
              <a:gd name="T0" fmla="*/ 2147483646 w 744"/>
              <a:gd name="T1" fmla="*/ 0 h 372"/>
              <a:gd name="T2" fmla="*/ 2147483646 w 744"/>
              <a:gd name="T3" fmla="*/ 0 h 372"/>
              <a:gd name="T4" fmla="*/ 2147483646 w 744"/>
              <a:gd name="T5" fmla="*/ 2147483646 h 372"/>
              <a:gd name="T6" fmla="*/ 0 w 744"/>
              <a:gd name="T7" fmla="*/ 2147483646 h 372"/>
              <a:gd name="T8" fmla="*/ 0 60000 65536"/>
              <a:gd name="T9" fmla="*/ 0 60000 65536"/>
              <a:gd name="T10" fmla="*/ 0 60000 65536"/>
              <a:gd name="T11" fmla="*/ 0 60000 65536"/>
              <a:gd name="T12" fmla="*/ 0 w 744"/>
              <a:gd name="T13" fmla="*/ 0 h 372"/>
              <a:gd name="T14" fmla="*/ 744 w 744"/>
              <a:gd name="T15" fmla="*/ 372 h 3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44" h="372">
                <a:moveTo>
                  <a:pt x="744" y="0"/>
                </a:moveTo>
                <a:lnTo>
                  <a:pt x="186" y="0"/>
                </a:lnTo>
                <a:lnTo>
                  <a:pt x="186" y="372"/>
                </a:lnTo>
                <a:lnTo>
                  <a:pt x="0" y="37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10" name="Freeform 71">
            <a:extLst>
              <a:ext uri="{FF2B5EF4-FFF2-40B4-BE49-F238E27FC236}">
                <a16:creationId xmlns:a16="http://schemas.microsoft.com/office/drawing/2014/main" id="{33B2F648-A1FD-4C03-9DC2-4BA5390D2E04}"/>
              </a:ext>
            </a:extLst>
          </p:cNvPr>
          <p:cNvSpPr>
            <a:spLocks/>
          </p:cNvSpPr>
          <p:nvPr/>
        </p:nvSpPr>
        <p:spPr bwMode="auto">
          <a:xfrm>
            <a:off x="3524250" y="3748087"/>
            <a:ext cx="442913" cy="611188"/>
          </a:xfrm>
          <a:custGeom>
            <a:avLst/>
            <a:gdLst>
              <a:gd name="T0" fmla="*/ 2147483646 w 558"/>
              <a:gd name="T1" fmla="*/ 2147483646 h 770"/>
              <a:gd name="T2" fmla="*/ 0 w 558"/>
              <a:gd name="T3" fmla="*/ 2147483646 h 770"/>
              <a:gd name="T4" fmla="*/ 0 w 558"/>
              <a:gd name="T5" fmla="*/ 0 h 770"/>
              <a:gd name="T6" fmla="*/ 0 60000 65536"/>
              <a:gd name="T7" fmla="*/ 0 60000 65536"/>
              <a:gd name="T8" fmla="*/ 0 60000 65536"/>
              <a:gd name="T9" fmla="*/ 0 w 558"/>
              <a:gd name="T10" fmla="*/ 0 h 770"/>
              <a:gd name="T11" fmla="*/ 558 w 558"/>
              <a:gd name="T12" fmla="*/ 770 h 7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8" h="770">
                <a:moveTo>
                  <a:pt x="558" y="770"/>
                </a:moveTo>
                <a:lnTo>
                  <a:pt x="0" y="77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11" name="Freeform 72">
            <a:extLst>
              <a:ext uri="{FF2B5EF4-FFF2-40B4-BE49-F238E27FC236}">
                <a16:creationId xmlns:a16="http://schemas.microsoft.com/office/drawing/2014/main" id="{4F45C765-ECF1-4E34-BBDB-0D7E82FC6DEA}"/>
              </a:ext>
            </a:extLst>
          </p:cNvPr>
          <p:cNvSpPr>
            <a:spLocks/>
          </p:cNvSpPr>
          <p:nvPr/>
        </p:nvSpPr>
        <p:spPr bwMode="auto">
          <a:xfrm>
            <a:off x="3819525" y="3168650"/>
            <a:ext cx="147638" cy="885825"/>
          </a:xfrm>
          <a:custGeom>
            <a:avLst/>
            <a:gdLst>
              <a:gd name="T0" fmla="*/ 2147483646 w 186"/>
              <a:gd name="T1" fmla="*/ 2147483646 h 1116"/>
              <a:gd name="T2" fmla="*/ 0 w 186"/>
              <a:gd name="T3" fmla="*/ 2147483646 h 1116"/>
              <a:gd name="T4" fmla="*/ 0 w 186"/>
              <a:gd name="T5" fmla="*/ 0 h 1116"/>
              <a:gd name="T6" fmla="*/ 0 60000 65536"/>
              <a:gd name="T7" fmla="*/ 0 60000 65536"/>
              <a:gd name="T8" fmla="*/ 0 60000 65536"/>
              <a:gd name="T9" fmla="*/ 0 w 186"/>
              <a:gd name="T10" fmla="*/ 0 h 1116"/>
              <a:gd name="T11" fmla="*/ 186 w 186"/>
              <a:gd name="T12" fmla="*/ 1116 h 11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6" h="1116">
                <a:moveTo>
                  <a:pt x="186" y="1116"/>
                </a:moveTo>
                <a:lnTo>
                  <a:pt x="0" y="1116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12" name="Freeform 76">
            <a:extLst>
              <a:ext uri="{FF2B5EF4-FFF2-40B4-BE49-F238E27FC236}">
                <a16:creationId xmlns:a16="http://schemas.microsoft.com/office/drawing/2014/main" id="{25613F4D-8C95-4C44-BF36-E71C249CC625}"/>
              </a:ext>
            </a:extLst>
          </p:cNvPr>
          <p:cNvSpPr>
            <a:spLocks/>
          </p:cNvSpPr>
          <p:nvPr/>
        </p:nvSpPr>
        <p:spPr bwMode="auto">
          <a:xfrm>
            <a:off x="2322513" y="4949825"/>
            <a:ext cx="295275" cy="1587"/>
          </a:xfrm>
          <a:custGeom>
            <a:avLst/>
            <a:gdLst>
              <a:gd name="T0" fmla="*/ 2147483646 w 372"/>
              <a:gd name="T1" fmla="*/ 0 h 1588"/>
              <a:gd name="T2" fmla="*/ 0 w 372"/>
              <a:gd name="T3" fmla="*/ 0 h 1588"/>
              <a:gd name="T4" fmla="*/ 2147483646 w 372"/>
              <a:gd name="T5" fmla="*/ 0 h 1588"/>
              <a:gd name="T6" fmla="*/ 0 60000 65536"/>
              <a:gd name="T7" fmla="*/ 0 60000 65536"/>
              <a:gd name="T8" fmla="*/ 0 60000 65536"/>
              <a:gd name="T9" fmla="*/ 0 w 372"/>
              <a:gd name="T10" fmla="*/ 0 h 1588"/>
              <a:gd name="T11" fmla="*/ 372 w 372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2" h="1588">
                <a:moveTo>
                  <a:pt x="372" y="0"/>
                </a:moveTo>
                <a:lnTo>
                  <a:pt x="0" y="0"/>
                </a:lnTo>
                <a:lnTo>
                  <a:pt x="37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13" name="Line 77">
            <a:extLst>
              <a:ext uri="{FF2B5EF4-FFF2-40B4-BE49-F238E27FC236}">
                <a16:creationId xmlns:a16="http://schemas.microsoft.com/office/drawing/2014/main" id="{4EC02A0B-5FCD-41C0-B463-E530903399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22513" y="4949825"/>
            <a:ext cx="29527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14" name="Freeform 78">
            <a:extLst>
              <a:ext uri="{FF2B5EF4-FFF2-40B4-BE49-F238E27FC236}">
                <a16:creationId xmlns:a16="http://schemas.microsoft.com/office/drawing/2014/main" id="{AE39C6E2-8866-4DDB-A7C3-4E2EA34C2A55}"/>
              </a:ext>
            </a:extLst>
          </p:cNvPr>
          <p:cNvSpPr>
            <a:spLocks/>
          </p:cNvSpPr>
          <p:nvPr/>
        </p:nvSpPr>
        <p:spPr bwMode="auto">
          <a:xfrm>
            <a:off x="2322513" y="4654550"/>
            <a:ext cx="295275" cy="1587"/>
          </a:xfrm>
          <a:custGeom>
            <a:avLst/>
            <a:gdLst>
              <a:gd name="T0" fmla="*/ 2147483646 w 372"/>
              <a:gd name="T1" fmla="*/ 0 h 1588"/>
              <a:gd name="T2" fmla="*/ 0 w 372"/>
              <a:gd name="T3" fmla="*/ 0 h 1588"/>
              <a:gd name="T4" fmla="*/ 2147483646 w 372"/>
              <a:gd name="T5" fmla="*/ 0 h 1588"/>
              <a:gd name="T6" fmla="*/ 0 60000 65536"/>
              <a:gd name="T7" fmla="*/ 0 60000 65536"/>
              <a:gd name="T8" fmla="*/ 0 60000 65536"/>
              <a:gd name="T9" fmla="*/ 0 w 372"/>
              <a:gd name="T10" fmla="*/ 0 h 1588"/>
              <a:gd name="T11" fmla="*/ 372 w 372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2" h="1588">
                <a:moveTo>
                  <a:pt x="372" y="0"/>
                </a:moveTo>
                <a:lnTo>
                  <a:pt x="0" y="0"/>
                </a:lnTo>
                <a:lnTo>
                  <a:pt x="37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15" name="Line 79">
            <a:extLst>
              <a:ext uri="{FF2B5EF4-FFF2-40B4-BE49-F238E27FC236}">
                <a16:creationId xmlns:a16="http://schemas.microsoft.com/office/drawing/2014/main" id="{EF139812-A218-47DF-AE44-62558FE872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22513" y="4654550"/>
            <a:ext cx="29527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16" name="Line 82">
            <a:extLst>
              <a:ext uri="{FF2B5EF4-FFF2-40B4-BE49-F238E27FC236}">
                <a16:creationId xmlns:a16="http://schemas.microsoft.com/office/drawing/2014/main" id="{902B92DF-C112-46A5-9359-2D9C0A3AC44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263" y="4191000"/>
            <a:ext cx="31750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17" name="Line 83">
            <a:extLst>
              <a:ext uri="{FF2B5EF4-FFF2-40B4-BE49-F238E27FC236}">
                <a16:creationId xmlns:a16="http://schemas.microsoft.com/office/drawing/2014/main" id="{0DE0D44C-AEE2-4A78-8732-7107C6477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263" y="4506912"/>
            <a:ext cx="3175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18" name="Freeform 85">
            <a:extLst>
              <a:ext uri="{FF2B5EF4-FFF2-40B4-BE49-F238E27FC236}">
                <a16:creationId xmlns:a16="http://schemas.microsoft.com/office/drawing/2014/main" id="{6354A9D0-6571-4753-BDC1-CB50088963D9}"/>
              </a:ext>
            </a:extLst>
          </p:cNvPr>
          <p:cNvSpPr>
            <a:spLocks/>
          </p:cNvSpPr>
          <p:nvPr/>
        </p:nvSpPr>
        <p:spPr bwMode="auto">
          <a:xfrm>
            <a:off x="5291138" y="4098925"/>
            <a:ext cx="631825" cy="249237"/>
          </a:xfrm>
          <a:custGeom>
            <a:avLst/>
            <a:gdLst>
              <a:gd name="T0" fmla="*/ 2147483646 w 794"/>
              <a:gd name="T1" fmla="*/ 0 h 315"/>
              <a:gd name="T2" fmla="*/ 2147483646 w 794"/>
              <a:gd name="T3" fmla="*/ 0 h 315"/>
              <a:gd name="T4" fmla="*/ 2147483646 w 794"/>
              <a:gd name="T5" fmla="*/ 0 h 315"/>
              <a:gd name="T6" fmla="*/ 2147483646 w 794"/>
              <a:gd name="T7" fmla="*/ 2147483646 h 315"/>
              <a:gd name="T8" fmla="*/ 2147483646 w 794"/>
              <a:gd name="T9" fmla="*/ 2147483646 h 315"/>
              <a:gd name="T10" fmla="*/ 2147483646 w 794"/>
              <a:gd name="T11" fmla="*/ 2147483646 h 315"/>
              <a:gd name="T12" fmla="*/ 2147483646 w 794"/>
              <a:gd name="T13" fmla="*/ 2147483646 h 315"/>
              <a:gd name="T14" fmla="*/ 2147483646 w 794"/>
              <a:gd name="T15" fmla="*/ 2147483646 h 315"/>
              <a:gd name="T16" fmla="*/ 2147483646 w 794"/>
              <a:gd name="T17" fmla="*/ 2147483646 h 315"/>
              <a:gd name="T18" fmla="*/ 2147483646 w 794"/>
              <a:gd name="T19" fmla="*/ 2147483646 h 315"/>
              <a:gd name="T20" fmla="*/ 2147483646 w 794"/>
              <a:gd name="T21" fmla="*/ 2147483646 h 315"/>
              <a:gd name="T22" fmla="*/ 2147483646 w 794"/>
              <a:gd name="T23" fmla="*/ 2147483646 h 315"/>
              <a:gd name="T24" fmla="*/ 2147483646 w 794"/>
              <a:gd name="T25" fmla="*/ 2147483646 h 315"/>
              <a:gd name="T26" fmla="*/ 2147483646 w 794"/>
              <a:gd name="T27" fmla="*/ 2147483646 h 315"/>
              <a:gd name="T28" fmla="*/ 2147483646 w 794"/>
              <a:gd name="T29" fmla="*/ 2147483646 h 315"/>
              <a:gd name="T30" fmla="*/ 2147483646 w 794"/>
              <a:gd name="T31" fmla="*/ 2147483646 h 315"/>
              <a:gd name="T32" fmla="*/ 2147483646 w 794"/>
              <a:gd name="T33" fmla="*/ 2147483646 h 315"/>
              <a:gd name="T34" fmla="*/ 2147483646 w 794"/>
              <a:gd name="T35" fmla="*/ 2147483646 h 315"/>
              <a:gd name="T36" fmla="*/ 2147483646 w 794"/>
              <a:gd name="T37" fmla="*/ 2147483646 h 315"/>
              <a:gd name="T38" fmla="*/ 2147483646 w 794"/>
              <a:gd name="T39" fmla="*/ 2147483646 h 315"/>
              <a:gd name="T40" fmla="*/ 2147483646 w 794"/>
              <a:gd name="T41" fmla="*/ 2147483646 h 315"/>
              <a:gd name="T42" fmla="*/ 2147483646 w 794"/>
              <a:gd name="T43" fmla="*/ 2147483646 h 315"/>
              <a:gd name="T44" fmla="*/ 2147483646 w 794"/>
              <a:gd name="T45" fmla="*/ 2147483646 h 315"/>
              <a:gd name="T46" fmla="*/ 2147483646 w 794"/>
              <a:gd name="T47" fmla="*/ 2147483646 h 315"/>
              <a:gd name="T48" fmla="*/ 2147483646 w 794"/>
              <a:gd name="T49" fmla="*/ 2147483646 h 315"/>
              <a:gd name="T50" fmla="*/ 2147483646 w 794"/>
              <a:gd name="T51" fmla="*/ 2147483646 h 315"/>
              <a:gd name="T52" fmla="*/ 2147483646 w 794"/>
              <a:gd name="T53" fmla="*/ 2147483646 h 315"/>
              <a:gd name="T54" fmla="*/ 2147483646 w 794"/>
              <a:gd name="T55" fmla="*/ 2147483646 h 315"/>
              <a:gd name="T56" fmla="*/ 2147483646 w 794"/>
              <a:gd name="T57" fmla="*/ 2147483646 h 315"/>
              <a:gd name="T58" fmla="*/ 2147483646 w 794"/>
              <a:gd name="T59" fmla="*/ 2147483646 h 315"/>
              <a:gd name="T60" fmla="*/ 2147483646 w 794"/>
              <a:gd name="T61" fmla="*/ 2147483646 h 315"/>
              <a:gd name="T62" fmla="*/ 2147483646 w 794"/>
              <a:gd name="T63" fmla="*/ 2147483646 h 315"/>
              <a:gd name="T64" fmla="*/ 2147483646 w 794"/>
              <a:gd name="T65" fmla="*/ 2147483646 h 315"/>
              <a:gd name="T66" fmla="*/ 2147483646 w 794"/>
              <a:gd name="T67" fmla="*/ 2147483646 h 315"/>
              <a:gd name="T68" fmla="*/ 2147483646 w 794"/>
              <a:gd name="T69" fmla="*/ 2147483646 h 315"/>
              <a:gd name="T70" fmla="*/ 2147483646 w 794"/>
              <a:gd name="T71" fmla="*/ 2147483646 h 315"/>
              <a:gd name="T72" fmla="*/ 2147483646 w 794"/>
              <a:gd name="T73" fmla="*/ 2147483646 h 315"/>
              <a:gd name="T74" fmla="*/ 2147483646 w 794"/>
              <a:gd name="T75" fmla="*/ 2147483646 h 315"/>
              <a:gd name="T76" fmla="*/ 2147483646 w 794"/>
              <a:gd name="T77" fmla="*/ 2147483646 h 315"/>
              <a:gd name="T78" fmla="*/ 2147483646 w 794"/>
              <a:gd name="T79" fmla="*/ 2147483646 h 315"/>
              <a:gd name="T80" fmla="*/ 2147483646 w 794"/>
              <a:gd name="T81" fmla="*/ 2147483646 h 315"/>
              <a:gd name="T82" fmla="*/ 2147483646 w 794"/>
              <a:gd name="T83" fmla="*/ 2147483646 h 315"/>
              <a:gd name="T84" fmla="*/ 2147483646 w 794"/>
              <a:gd name="T85" fmla="*/ 2147483646 h 315"/>
              <a:gd name="T86" fmla="*/ 2147483646 w 794"/>
              <a:gd name="T87" fmla="*/ 2147483646 h 315"/>
              <a:gd name="T88" fmla="*/ 2147483646 w 794"/>
              <a:gd name="T89" fmla="*/ 2147483646 h 315"/>
              <a:gd name="T90" fmla="*/ 2147483646 w 794"/>
              <a:gd name="T91" fmla="*/ 2147483646 h 315"/>
              <a:gd name="T92" fmla="*/ 2147483646 w 794"/>
              <a:gd name="T93" fmla="*/ 2147483646 h 315"/>
              <a:gd name="T94" fmla="*/ 2147483646 w 794"/>
              <a:gd name="T95" fmla="*/ 2147483646 h 315"/>
              <a:gd name="T96" fmla="*/ 2147483646 w 794"/>
              <a:gd name="T97" fmla="*/ 2147483646 h 315"/>
              <a:gd name="T98" fmla="*/ 2147483646 w 794"/>
              <a:gd name="T99" fmla="*/ 2147483646 h 315"/>
              <a:gd name="T100" fmla="*/ 2147483646 w 794"/>
              <a:gd name="T101" fmla="*/ 2147483646 h 315"/>
              <a:gd name="T102" fmla="*/ 2147483646 w 794"/>
              <a:gd name="T103" fmla="*/ 2147483646 h 315"/>
              <a:gd name="T104" fmla="*/ 2147483646 w 794"/>
              <a:gd name="T105" fmla="*/ 2147483646 h 315"/>
              <a:gd name="T106" fmla="*/ 2147483646 w 794"/>
              <a:gd name="T107" fmla="*/ 2147483646 h 315"/>
              <a:gd name="T108" fmla="*/ 2147483646 w 794"/>
              <a:gd name="T109" fmla="*/ 2147483646 h 315"/>
              <a:gd name="T110" fmla="*/ 2147483646 w 794"/>
              <a:gd name="T111" fmla="*/ 2147483646 h 315"/>
              <a:gd name="T112" fmla="*/ 2147483646 w 794"/>
              <a:gd name="T113" fmla="*/ 2147483646 h 315"/>
              <a:gd name="T114" fmla="*/ 2147483646 w 794"/>
              <a:gd name="T115" fmla="*/ 2147483646 h 315"/>
              <a:gd name="T116" fmla="*/ 2147483646 w 794"/>
              <a:gd name="T117" fmla="*/ 2147483646 h 315"/>
              <a:gd name="T118" fmla="*/ 2147483646 w 794"/>
              <a:gd name="T119" fmla="*/ 2147483646 h 315"/>
              <a:gd name="T120" fmla="*/ 2147483646 w 794"/>
              <a:gd name="T121" fmla="*/ 2147483646 h 315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794"/>
              <a:gd name="T184" fmla="*/ 0 h 315"/>
              <a:gd name="T185" fmla="*/ 794 w 794"/>
              <a:gd name="T186" fmla="*/ 315 h 315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794" h="315">
                <a:moveTo>
                  <a:pt x="0" y="0"/>
                </a:moveTo>
                <a:lnTo>
                  <a:pt x="30" y="0"/>
                </a:lnTo>
                <a:lnTo>
                  <a:pt x="59" y="0"/>
                </a:lnTo>
                <a:lnTo>
                  <a:pt x="86" y="0"/>
                </a:lnTo>
                <a:lnTo>
                  <a:pt x="110" y="0"/>
                </a:lnTo>
                <a:lnTo>
                  <a:pt x="134" y="0"/>
                </a:lnTo>
                <a:lnTo>
                  <a:pt x="155" y="0"/>
                </a:lnTo>
                <a:lnTo>
                  <a:pt x="175" y="0"/>
                </a:lnTo>
                <a:lnTo>
                  <a:pt x="194" y="0"/>
                </a:lnTo>
                <a:lnTo>
                  <a:pt x="211" y="0"/>
                </a:lnTo>
                <a:lnTo>
                  <a:pt x="226" y="0"/>
                </a:lnTo>
                <a:lnTo>
                  <a:pt x="240" y="0"/>
                </a:lnTo>
                <a:lnTo>
                  <a:pt x="253" y="0"/>
                </a:lnTo>
                <a:lnTo>
                  <a:pt x="265" y="0"/>
                </a:lnTo>
                <a:lnTo>
                  <a:pt x="276" y="0"/>
                </a:lnTo>
                <a:lnTo>
                  <a:pt x="287" y="0"/>
                </a:lnTo>
                <a:lnTo>
                  <a:pt x="295" y="0"/>
                </a:lnTo>
                <a:lnTo>
                  <a:pt x="303" y="0"/>
                </a:lnTo>
                <a:lnTo>
                  <a:pt x="311" y="0"/>
                </a:lnTo>
                <a:lnTo>
                  <a:pt x="316" y="0"/>
                </a:lnTo>
                <a:lnTo>
                  <a:pt x="323" y="0"/>
                </a:lnTo>
                <a:lnTo>
                  <a:pt x="327" y="0"/>
                </a:lnTo>
                <a:lnTo>
                  <a:pt x="332" y="0"/>
                </a:lnTo>
                <a:lnTo>
                  <a:pt x="336" y="0"/>
                </a:lnTo>
                <a:lnTo>
                  <a:pt x="338" y="1"/>
                </a:lnTo>
                <a:lnTo>
                  <a:pt x="341" y="1"/>
                </a:lnTo>
                <a:lnTo>
                  <a:pt x="344" y="1"/>
                </a:lnTo>
                <a:lnTo>
                  <a:pt x="346" y="1"/>
                </a:lnTo>
                <a:lnTo>
                  <a:pt x="349" y="1"/>
                </a:lnTo>
                <a:lnTo>
                  <a:pt x="352" y="1"/>
                </a:lnTo>
                <a:lnTo>
                  <a:pt x="353" y="1"/>
                </a:lnTo>
                <a:lnTo>
                  <a:pt x="356" y="1"/>
                </a:lnTo>
                <a:lnTo>
                  <a:pt x="357" y="1"/>
                </a:lnTo>
                <a:lnTo>
                  <a:pt x="360" y="1"/>
                </a:lnTo>
                <a:lnTo>
                  <a:pt x="362" y="1"/>
                </a:lnTo>
                <a:lnTo>
                  <a:pt x="364" y="3"/>
                </a:lnTo>
                <a:lnTo>
                  <a:pt x="366" y="3"/>
                </a:lnTo>
                <a:lnTo>
                  <a:pt x="368" y="3"/>
                </a:lnTo>
                <a:lnTo>
                  <a:pt x="369" y="3"/>
                </a:lnTo>
                <a:lnTo>
                  <a:pt x="370" y="3"/>
                </a:lnTo>
                <a:lnTo>
                  <a:pt x="372" y="3"/>
                </a:lnTo>
                <a:lnTo>
                  <a:pt x="373" y="3"/>
                </a:lnTo>
                <a:lnTo>
                  <a:pt x="374" y="3"/>
                </a:lnTo>
                <a:lnTo>
                  <a:pt x="376" y="3"/>
                </a:lnTo>
                <a:lnTo>
                  <a:pt x="377" y="3"/>
                </a:lnTo>
                <a:lnTo>
                  <a:pt x="378" y="3"/>
                </a:lnTo>
                <a:lnTo>
                  <a:pt x="380" y="3"/>
                </a:lnTo>
                <a:lnTo>
                  <a:pt x="381" y="4"/>
                </a:lnTo>
                <a:lnTo>
                  <a:pt x="382" y="4"/>
                </a:lnTo>
                <a:lnTo>
                  <a:pt x="384" y="4"/>
                </a:lnTo>
                <a:lnTo>
                  <a:pt x="385" y="4"/>
                </a:lnTo>
                <a:lnTo>
                  <a:pt x="386" y="4"/>
                </a:lnTo>
                <a:lnTo>
                  <a:pt x="388" y="4"/>
                </a:lnTo>
                <a:lnTo>
                  <a:pt x="389" y="4"/>
                </a:lnTo>
                <a:lnTo>
                  <a:pt x="390" y="4"/>
                </a:lnTo>
                <a:lnTo>
                  <a:pt x="392" y="5"/>
                </a:lnTo>
                <a:lnTo>
                  <a:pt x="393" y="5"/>
                </a:lnTo>
                <a:lnTo>
                  <a:pt x="394" y="5"/>
                </a:lnTo>
                <a:lnTo>
                  <a:pt x="396" y="5"/>
                </a:lnTo>
                <a:lnTo>
                  <a:pt x="397" y="5"/>
                </a:lnTo>
                <a:lnTo>
                  <a:pt x="400" y="5"/>
                </a:lnTo>
                <a:lnTo>
                  <a:pt x="401" y="7"/>
                </a:lnTo>
                <a:lnTo>
                  <a:pt x="404" y="7"/>
                </a:lnTo>
                <a:lnTo>
                  <a:pt x="405" y="7"/>
                </a:lnTo>
                <a:lnTo>
                  <a:pt x="408" y="7"/>
                </a:lnTo>
                <a:lnTo>
                  <a:pt x="409" y="7"/>
                </a:lnTo>
                <a:lnTo>
                  <a:pt x="412" y="8"/>
                </a:lnTo>
                <a:lnTo>
                  <a:pt x="413" y="8"/>
                </a:lnTo>
                <a:lnTo>
                  <a:pt x="414" y="8"/>
                </a:lnTo>
                <a:lnTo>
                  <a:pt x="416" y="8"/>
                </a:lnTo>
                <a:lnTo>
                  <a:pt x="418" y="8"/>
                </a:lnTo>
                <a:lnTo>
                  <a:pt x="420" y="9"/>
                </a:lnTo>
                <a:lnTo>
                  <a:pt x="421" y="9"/>
                </a:lnTo>
                <a:lnTo>
                  <a:pt x="422" y="9"/>
                </a:lnTo>
                <a:lnTo>
                  <a:pt x="424" y="9"/>
                </a:lnTo>
                <a:lnTo>
                  <a:pt x="425" y="9"/>
                </a:lnTo>
                <a:lnTo>
                  <a:pt x="426" y="11"/>
                </a:lnTo>
                <a:lnTo>
                  <a:pt x="427" y="11"/>
                </a:lnTo>
                <a:lnTo>
                  <a:pt x="429" y="11"/>
                </a:lnTo>
                <a:lnTo>
                  <a:pt x="430" y="11"/>
                </a:lnTo>
                <a:lnTo>
                  <a:pt x="431" y="11"/>
                </a:lnTo>
                <a:lnTo>
                  <a:pt x="433" y="12"/>
                </a:lnTo>
                <a:lnTo>
                  <a:pt x="434" y="12"/>
                </a:lnTo>
                <a:lnTo>
                  <a:pt x="435" y="12"/>
                </a:lnTo>
                <a:lnTo>
                  <a:pt x="437" y="12"/>
                </a:lnTo>
                <a:lnTo>
                  <a:pt x="438" y="13"/>
                </a:lnTo>
                <a:lnTo>
                  <a:pt x="439" y="13"/>
                </a:lnTo>
                <a:lnTo>
                  <a:pt x="441" y="13"/>
                </a:lnTo>
                <a:lnTo>
                  <a:pt x="442" y="15"/>
                </a:lnTo>
                <a:lnTo>
                  <a:pt x="445" y="15"/>
                </a:lnTo>
                <a:lnTo>
                  <a:pt x="446" y="16"/>
                </a:lnTo>
                <a:lnTo>
                  <a:pt x="449" y="16"/>
                </a:lnTo>
                <a:lnTo>
                  <a:pt x="450" y="17"/>
                </a:lnTo>
                <a:lnTo>
                  <a:pt x="453" y="17"/>
                </a:lnTo>
                <a:lnTo>
                  <a:pt x="455" y="19"/>
                </a:lnTo>
                <a:lnTo>
                  <a:pt x="458" y="19"/>
                </a:lnTo>
                <a:lnTo>
                  <a:pt x="459" y="20"/>
                </a:lnTo>
                <a:lnTo>
                  <a:pt x="462" y="20"/>
                </a:lnTo>
                <a:lnTo>
                  <a:pt x="463" y="21"/>
                </a:lnTo>
                <a:lnTo>
                  <a:pt x="466" y="21"/>
                </a:lnTo>
                <a:lnTo>
                  <a:pt x="467" y="23"/>
                </a:lnTo>
                <a:lnTo>
                  <a:pt x="469" y="23"/>
                </a:lnTo>
                <a:lnTo>
                  <a:pt x="471" y="23"/>
                </a:lnTo>
                <a:lnTo>
                  <a:pt x="473" y="24"/>
                </a:lnTo>
                <a:lnTo>
                  <a:pt x="474" y="24"/>
                </a:lnTo>
                <a:lnTo>
                  <a:pt x="475" y="25"/>
                </a:lnTo>
                <a:lnTo>
                  <a:pt x="477" y="25"/>
                </a:lnTo>
                <a:lnTo>
                  <a:pt x="478" y="25"/>
                </a:lnTo>
                <a:lnTo>
                  <a:pt x="479" y="27"/>
                </a:lnTo>
                <a:lnTo>
                  <a:pt x="481" y="27"/>
                </a:lnTo>
                <a:lnTo>
                  <a:pt x="482" y="28"/>
                </a:lnTo>
                <a:lnTo>
                  <a:pt x="483" y="28"/>
                </a:lnTo>
                <a:lnTo>
                  <a:pt x="485" y="28"/>
                </a:lnTo>
                <a:lnTo>
                  <a:pt x="486" y="29"/>
                </a:lnTo>
                <a:lnTo>
                  <a:pt x="487" y="29"/>
                </a:lnTo>
                <a:lnTo>
                  <a:pt x="489" y="31"/>
                </a:lnTo>
                <a:lnTo>
                  <a:pt x="490" y="31"/>
                </a:lnTo>
                <a:lnTo>
                  <a:pt x="491" y="32"/>
                </a:lnTo>
                <a:lnTo>
                  <a:pt x="493" y="32"/>
                </a:lnTo>
                <a:lnTo>
                  <a:pt x="494" y="33"/>
                </a:lnTo>
                <a:lnTo>
                  <a:pt x="495" y="33"/>
                </a:lnTo>
                <a:lnTo>
                  <a:pt x="497" y="35"/>
                </a:lnTo>
                <a:lnTo>
                  <a:pt x="499" y="35"/>
                </a:lnTo>
                <a:lnTo>
                  <a:pt x="501" y="36"/>
                </a:lnTo>
                <a:lnTo>
                  <a:pt x="503" y="37"/>
                </a:lnTo>
                <a:lnTo>
                  <a:pt x="505" y="38"/>
                </a:lnTo>
                <a:lnTo>
                  <a:pt x="507" y="38"/>
                </a:lnTo>
                <a:lnTo>
                  <a:pt x="509" y="40"/>
                </a:lnTo>
                <a:lnTo>
                  <a:pt x="511" y="41"/>
                </a:lnTo>
                <a:lnTo>
                  <a:pt x="513" y="42"/>
                </a:lnTo>
                <a:lnTo>
                  <a:pt x="514" y="42"/>
                </a:lnTo>
                <a:lnTo>
                  <a:pt x="515" y="44"/>
                </a:lnTo>
                <a:lnTo>
                  <a:pt x="518" y="44"/>
                </a:lnTo>
                <a:lnTo>
                  <a:pt x="519" y="45"/>
                </a:lnTo>
                <a:lnTo>
                  <a:pt x="520" y="45"/>
                </a:lnTo>
                <a:lnTo>
                  <a:pt x="522" y="46"/>
                </a:lnTo>
                <a:lnTo>
                  <a:pt x="523" y="48"/>
                </a:lnTo>
                <a:lnTo>
                  <a:pt x="524" y="48"/>
                </a:lnTo>
                <a:lnTo>
                  <a:pt x="526" y="49"/>
                </a:lnTo>
                <a:lnTo>
                  <a:pt x="527" y="49"/>
                </a:lnTo>
                <a:lnTo>
                  <a:pt x="528" y="50"/>
                </a:lnTo>
                <a:lnTo>
                  <a:pt x="530" y="50"/>
                </a:lnTo>
                <a:lnTo>
                  <a:pt x="531" y="52"/>
                </a:lnTo>
                <a:lnTo>
                  <a:pt x="532" y="52"/>
                </a:lnTo>
                <a:lnTo>
                  <a:pt x="532" y="53"/>
                </a:lnTo>
                <a:lnTo>
                  <a:pt x="534" y="53"/>
                </a:lnTo>
                <a:lnTo>
                  <a:pt x="535" y="54"/>
                </a:lnTo>
                <a:lnTo>
                  <a:pt x="536" y="54"/>
                </a:lnTo>
                <a:lnTo>
                  <a:pt x="538" y="56"/>
                </a:lnTo>
                <a:lnTo>
                  <a:pt x="539" y="56"/>
                </a:lnTo>
                <a:lnTo>
                  <a:pt x="540" y="57"/>
                </a:lnTo>
                <a:lnTo>
                  <a:pt x="542" y="57"/>
                </a:lnTo>
                <a:lnTo>
                  <a:pt x="543" y="58"/>
                </a:lnTo>
                <a:lnTo>
                  <a:pt x="546" y="60"/>
                </a:lnTo>
                <a:lnTo>
                  <a:pt x="547" y="60"/>
                </a:lnTo>
                <a:lnTo>
                  <a:pt x="548" y="61"/>
                </a:lnTo>
                <a:lnTo>
                  <a:pt x="551" y="62"/>
                </a:lnTo>
                <a:lnTo>
                  <a:pt x="552" y="64"/>
                </a:lnTo>
                <a:lnTo>
                  <a:pt x="554" y="64"/>
                </a:lnTo>
                <a:lnTo>
                  <a:pt x="555" y="65"/>
                </a:lnTo>
                <a:lnTo>
                  <a:pt x="558" y="66"/>
                </a:lnTo>
                <a:lnTo>
                  <a:pt x="559" y="66"/>
                </a:lnTo>
                <a:lnTo>
                  <a:pt x="560" y="68"/>
                </a:lnTo>
                <a:lnTo>
                  <a:pt x="562" y="68"/>
                </a:lnTo>
                <a:lnTo>
                  <a:pt x="562" y="69"/>
                </a:lnTo>
                <a:lnTo>
                  <a:pt x="563" y="69"/>
                </a:lnTo>
                <a:lnTo>
                  <a:pt x="564" y="70"/>
                </a:lnTo>
                <a:lnTo>
                  <a:pt x="566" y="70"/>
                </a:lnTo>
                <a:lnTo>
                  <a:pt x="566" y="72"/>
                </a:lnTo>
                <a:lnTo>
                  <a:pt x="567" y="72"/>
                </a:lnTo>
                <a:lnTo>
                  <a:pt x="568" y="72"/>
                </a:lnTo>
                <a:lnTo>
                  <a:pt x="570" y="73"/>
                </a:lnTo>
                <a:lnTo>
                  <a:pt x="571" y="74"/>
                </a:lnTo>
                <a:lnTo>
                  <a:pt x="572" y="74"/>
                </a:lnTo>
                <a:lnTo>
                  <a:pt x="574" y="76"/>
                </a:lnTo>
                <a:lnTo>
                  <a:pt x="575" y="76"/>
                </a:lnTo>
                <a:lnTo>
                  <a:pt x="575" y="77"/>
                </a:lnTo>
                <a:lnTo>
                  <a:pt x="576" y="77"/>
                </a:lnTo>
                <a:lnTo>
                  <a:pt x="578" y="78"/>
                </a:lnTo>
                <a:lnTo>
                  <a:pt x="579" y="78"/>
                </a:lnTo>
                <a:lnTo>
                  <a:pt x="579" y="80"/>
                </a:lnTo>
                <a:lnTo>
                  <a:pt x="580" y="80"/>
                </a:lnTo>
                <a:lnTo>
                  <a:pt x="582" y="81"/>
                </a:lnTo>
                <a:lnTo>
                  <a:pt x="583" y="82"/>
                </a:lnTo>
                <a:lnTo>
                  <a:pt x="584" y="82"/>
                </a:lnTo>
                <a:lnTo>
                  <a:pt x="586" y="84"/>
                </a:lnTo>
                <a:lnTo>
                  <a:pt x="588" y="85"/>
                </a:lnTo>
                <a:lnTo>
                  <a:pt x="590" y="85"/>
                </a:lnTo>
                <a:lnTo>
                  <a:pt x="591" y="86"/>
                </a:lnTo>
                <a:lnTo>
                  <a:pt x="592" y="88"/>
                </a:lnTo>
                <a:lnTo>
                  <a:pt x="594" y="89"/>
                </a:lnTo>
                <a:lnTo>
                  <a:pt x="595" y="89"/>
                </a:lnTo>
                <a:lnTo>
                  <a:pt x="596" y="90"/>
                </a:lnTo>
                <a:lnTo>
                  <a:pt x="598" y="92"/>
                </a:lnTo>
                <a:lnTo>
                  <a:pt x="599" y="92"/>
                </a:lnTo>
                <a:lnTo>
                  <a:pt x="599" y="93"/>
                </a:lnTo>
                <a:lnTo>
                  <a:pt x="600" y="93"/>
                </a:lnTo>
                <a:lnTo>
                  <a:pt x="602" y="94"/>
                </a:lnTo>
                <a:lnTo>
                  <a:pt x="603" y="94"/>
                </a:lnTo>
                <a:lnTo>
                  <a:pt x="603" y="96"/>
                </a:lnTo>
                <a:lnTo>
                  <a:pt x="604" y="96"/>
                </a:lnTo>
                <a:lnTo>
                  <a:pt x="606" y="97"/>
                </a:lnTo>
                <a:lnTo>
                  <a:pt x="607" y="98"/>
                </a:lnTo>
                <a:lnTo>
                  <a:pt x="608" y="98"/>
                </a:lnTo>
                <a:lnTo>
                  <a:pt x="610" y="100"/>
                </a:lnTo>
                <a:lnTo>
                  <a:pt x="611" y="101"/>
                </a:lnTo>
                <a:lnTo>
                  <a:pt x="612" y="102"/>
                </a:lnTo>
                <a:lnTo>
                  <a:pt x="613" y="102"/>
                </a:lnTo>
                <a:lnTo>
                  <a:pt x="615" y="104"/>
                </a:lnTo>
                <a:lnTo>
                  <a:pt x="615" y="105"/>
                </a:lnTo>
                <a:lnTo>
                  <a:pt x="616" y="105"/>
                </a:lnTo>
                <a:lnTo>
                  <a:pt x="617" y="106"/>
                </a:lnTo>
                <a:lnTo>
                  <a:pt x="619" y="106"/>
                </a:lnTo>
                <a:lnTo>
                  <a:pt x="619" y="108"/>
                </a:lnTo>
                <a:lnTo>
                  <a:pt x="620" y="108"/>
                </a:lnTo>
                <a:lnTo>
                  <a:pt x="620" y="109"/>
                </a:lnTo>
                <a:lnTo>
                  <a:pt x="621" y="109"/>
                </a:lnTo>
                <a:lnTo>
                  <a:pt x="623" y="110"/>
                </a:lnTo>
                <a:lnTo>
                  <a:pt x="624" y="112"/>
                </a:lnTo>
                <a:lnTo>
                  <a:pt x="625" y="112"/>
                </a:lnTo>
                <a:lnTo>
                  <a:pt x="625" y="113"/>
                </a:lnTo>
                <a:lnTo>
                  <a:pt x="627" y="113"/>
                </a:lnTo>
                <a:lnTo>
                  <a:pt x="628" y="114"/>
                </a:lnTo>
                <a:lnTo>
                  <a:pt x="629" y="116"/>
                </a:lnTo>
                <a:lnTo>
                  <a:pt x="631" y="116"/>
                </a:lnTo>
                <a:lnTo>
                  <a:pt x="632" y="117"/>
                </a:lnTo>
                <a:lnTo>
                  <a:pt x="633" y="118"/>
                </a:lnTo>
                <a:lnTo>
                  <a:pt x="635" y="120"/>
                </a:lnTo>
                <a:lnTo>
                  <a:pt x="636" y="120"/>
                </a:lnTo>
                <a:lnTo>
                  <a:pt x="637" y="121"/>
                </a:lnTo>
                <a:lnTo>
                  <a:pt x="639" y="121"/>
                </a:lnTo>
                <a:lnTo>
                  <a:pt x="639" y="122"/>
                </a:lnTo>
                <a:lnTo>
                  <a:pt x="640" y="122"/>
                </a:lnTo>
                <a:lnTo>
                  <a:pt x="641" y="124"/>
                </a:lnTo>
                <a:lnTo>
                  <a:pt x="643" y="125"/>
                </a:lnTo>
                <a:lnTo>
                  <a:pt x="644" y="125"/>
                </a:lnTo>
                <a:lnTo>
                  <a:pt x="645" y="126"/>
                </a:lnTo>
                <a:lnTo>
                  <a:pt x="647" y="128"/>
                </a:lnTo>
                <a:lnTo>
                  <a:pt x="648" y="128"/>
                </a:lnTo>
                <a:lnTo>
                  <a:pt x="649" y="129"/>
                </a:lnTo>
                <a:lnTo>
                  <a:pt x="651" y="130"/>
                </a:lnTo>
                <a:lnTo>
                  <a:pt x="652" y="130"/>
                </a:lnTo>
                <a:lnTo>
                  <a:pt x="652" y="131"/>
                </a:lnTo>
                <a:lnTo>
                  <a:pt x="653" y="131"/>
                </a:lnTo>
                <a:lnTo>
                  <a:pt x="653" y="133"/>
                </a:lnTo>
                <a:lnTo>
                  <a:pt x="655" y="133"/>
                </a:lnTo>
                <a:lnTo>
                  <a:pt x="655" y="134"/>
                </a:lnTo>
                <a:lnTo>
                  <a:pt x="656" y="134"/>
                </a:lnTo>
                <a:lnTo>
                  <a:pt x="656" y="135"/>
                </a:lnTo>
                <a:lnTo>
                  <a:pt x="657" y="135"/>
                </a:lnTo>
                <a:lnTo>
                  <a:pt x="657" y="137"/>
                </a:lnTo>
                <a:lnTo>
                  <a:pt x="659" y="137"/>
                </a:lnTo>
                <a:lnTo>
                  <a:pt x="659" y="138"/>
                </a:lnTo>
                <a:lnTo>
                  <a:pt x="660" y="139"/>
                </a:lnTo>
                <a:lnTo>
                  <a:pt x="661" y="139"/>
                </a:lnTo>
                <a:lnTo>
                  <a:pt x="663" y="141"/>
                </a:lnTo>
                <a:lnTo>
                  <a:pt x="663" y="142"/>
                </a:lnTo>
                <a:lnTo>
                  <a:pt x="664" y="143"/>
                </a:lnTo>
                <a:lnTo>
                  <a:pt x="665" y="145"/>
                </a:lnTo>
                <a:lnTo>
                  <a:pt x="667" y="146"/>
                </a:lnTo>
                <a:lnTo>
                  <a:pt x="668" y="147"/>
                </a:lnTo>
                <a:lnTo>
                  <a:pt x="669" y="149"/>
                </a:lnTo>
                <a:lnTo>
                  <a:pt x="671" y="150"/>
                </a:lnTo>
                <a:lnTo>
                  <a:pt x="672" y="151"/>
                </a:lnTo>
                <a:lnTo>
                  <a:pt x="673" y="153"/>
                </a:lnTo>
                <a:lnTo>
                  <a:pt x="675" y="154"/>
                </a:lnTo>
                <a:lnTo>
                  <a:pt x="675" y="155"/>
                </a:lnTo>
                <a:lnTo>
                  <a:pt x="676" y="155"/>
                </a:lnTo>
                <a:lnTo>
                  <a:pt x="677" y="157"/>
                </a:lnTo>
                <a:lnTo>
                  <a:pt x="677" y="158"/>
                </a:lnTo>
                <a:lnTo>
                  <a:pt x="679" y="158"/>
                </a:lnTo>
                <a:lnTo>
                  <a:pt x="679" y="159"/>
                </a:lnTo>
                <a:lnTo>
                  <a:pt x="680" y="159"/>
                </a:lnTo>
                <a:lnTo>
                  <a:pt x="680" y="161"/>
                </a:lnTo>
                <a:lnTo>
                  <a:pt x="681" y="162"/>
                </a:lnTo>
                <a:lnTo>
                  <a:pt x="683" y="163"/>
                </a:lnTo>
                <a:lnTo>
                  <a:pt x="684" y="165"/>
                </a:lnTo>
                <a:lnTo>
                  <a:pt x="685" y="166"/>
                </a:lnTo>
                <a:lnTo>
                  <a:pt x="685" y="167"/>
                </a:lnTo>
                <a:lnTo>
                  <a:pt x="687" y="169"/>
                </a:lnTo>
                <a:lnTo>
                  <a:pt x="688" y="169"/>
                </a:lnTo>
                <a:lnTo>
                  <a:pt x="689" y="170"/>
                </a:lnTo>
                <a:lnTo>
                  <a:pt x="689" y="171"/>
                </a:lnTo>
                <a:lnTo>
                  <a:pt x="691" y="173"/>
                </a:lnTo>
                <a:lnTo>
                  <a:pt x="692" y="174"/>
                </a:lnTo>
                <a:lnTo>
                  <a:pt x="693" y="175"/>
                </a:lnTo>
                <a:lnTo>
                  <a:pt x="695" y="178"/>
                </a:lnTo>
                <a:lnTo>
                  <a:pt x="696" y="179"/>
                </a:lnTo>
                <a:lnTo>
                  <a:pt x="697" y="181"/>
                </a:lnTo>
                <a:lnTo>
                  <a:pt x="699" y="183"/>
                </a:lnTo>
                <a:lnTo>
                  <a:pt x="700" y="185"/>
                </a:lnTo>
                <a:lnTo>
                  <a:pt x="701" y="186"/>
                </a:lnTo>
                <a:lnTo>
                  <a:pt x="703" y="187"/>
                </a:lnTo>
                <a:lnTo>
                  <a:pt x="704" y="189"/>
                </a:lnTo>
                <a:lnTo>
                  <a:pt x="705" y="190"/>
                </a:lnTo>
                <a:lnTo>
                  <a:pt x="706" y="191"/>
                </a:lnTo>
                <a:lnTo>
                  <a:pt x="708" y="193"/>
                </a:lnTo>
                <a:lnTo>
                  <a:pt x="708" y="194"/>
                </a:lnTo>
                <a:lnTo>
                  <a:pt x="709" y="195"/>
                </a:lnTo>
                <a:lnTo>
                  <a:pt x="710" y="197"/>
                </a:lnTo>
                <a:lnTo>
                  <a:pt x="712" y="198"/>
                </a:lnTo>
                <a:lnTo>
                  <a:pt x="713" y="199"/>
                </a:lnTo>
                <a:lnTo>
                  <a:pt x="713" y="201"/>
                </a:lnTo>
                <a:lnTo>
                  <a:pt x="714" y="202"/>
                </a:lnTo>
                <a:lnTo>
                  <a:pt x="716" y="203"/>
                </a:lnTo>
                <a:lnTo>
                  <a:pt x="716" y="205"/>
                </a:lnTo>
                <a:lnTo>
                  <a:pt x="717" y="206"/>
                </a:lnTo>
                <a:lnTo>
                  <a:pt x="718" y="207"/>
                </a:lnTo>
                <a:lnTo>
                  <a:pt x="720" y="209"/>
                </a:lnTo>
                <a:lnTo>
                  <a:pt x="721" y="210"/>
                </a:lnTo>
                <a:lnTo>
                  <a:pt x="722" y="211"/>
                </a:lnTo>
                <a:lnTo>
                  <a:pt x="722" y="213"/>
                </a:lnTo>
                <a:lnTo>
                  <a:pt x="724" y="215"/>
                </a:lnTo>
                <a:lnTo>
                  <a:pt x="725" y="217"/>
                </a:lnTo>
                <a:lnTo>
                  <a:pt x="726" y="218"/>
                </a:lnTo>
                <a:lnTo>
                  <a:pt x="728" y="221"/>
                </a:lnTo>
                <a:lnTo>
                  <a:pt x="729" y="222"/>
                </a:lnTo>
                <a:lnTo>
                  <a:pt x="730" y="224"/>
                </a:lnTo>
                <a:lnTo>
                  <a:pt x="732" y="226"/>
                </a:lnTo>
                <a:lnTo>
                  <a:pt x="733" y="228"/>
                </a:lnTo>
                <a:lnTo>
                  <a:pt x="734" y="230"/>
                </a:lnTo>
                <a:lnTo>
                  <a:pt x="736" y="231"/>
                </a:lnTo>
                <a:lnTo>
                  <a:pt x="737" y="234"/>
                </a:lnTo>
                <a:lnTo>
                  <a:pt x="738" y="235"/>
                </a:lnTo>
                <a:lnTo>
                  <a:pt x="740" y="236"/>
                </a:lnTo>
                <a:lnTo>
                  <a:pt x="741" y="238"/>
                </a:lnTo>
                <a:lnTo>
                  <a:pt x="741" y="239"/>
                </a:lnTo>
                <a:lnTo>
                  <a:pt x="742" y="240"/>
                </a:lnTo>
                <a:lnTo>
                  <a:pt x="744" y="242"/>
                </a:lnTo>
                <a:lnTo>
                  <a:pt x="744" y="243"/>
                </a:lnTo>
                <a:lnTo>
                  <a:pt x="745" y="244"/>
                </a:lnTo>
                <a:lnTo>
                  <a:pt x="746" y="246"/>
                </a:lnTo>
                <a:lnTo>
                  <a:pt x="748" y="247"/>
                </a:lnTo>
                <a:lnTo>
                  <a:pt x="748" y="248"/>
                </a:lnTo>
                <a:lnTo>
                  <a:pt x="749" y="250"/>
                </a:lnTo>
                <a:lnTo>
                  <a:pt x="750" y="251"/>
                </a:lnTo>
                <a:lnTo>
                  <a:pt x="750" y="252"/>
                </a:lnTo>
                <a:lnTo>
                  <a:pt x="752" y="254"/>
                </a:lnTo>
                <a:lnTo>
                  <a:pt x="753" y="255"/>
                </a:lnTo>
                <a:lnTo>
                  <a:pt x="753" y="256"/>
                </a:lnTo>
                <a:lnTo>
                  <a:pt x="754" y="258"/>
                </a:lnTo>
                <a:lnTo>
                  <a:pt x="756" y="259"/>
                </a:lnTo>
                <a:lnTo>
                  <a:pt x="757" y="260"/>
                </a:lnTo>
                <a:lnTo>
                  <a:pt x="758" y="262"/>
                </a:lnTo>
                <a:lnTo>
                  <a:pt x="760" y="263"/>
                </a:lnTo>
                <a:lnTo>
                  <a:pt x="760" y="266"/>
                </a:lnTo>
                <a:lnTo>
                  <a:pt x="762" y="267"/>
                </a:lnTo>
                <a:lnTo>
                  <a:pt x="764" y="270"/>
                </a:lnTo>
                <a:lnTo>
                  <a:pt x="765" y="271"/>
                </a:lnTo>
                <a:lnTo>
                  <a:pt x="766" y="274"/>
                </a:lnTo>
                <a:lnTo>
                  <a:pt x="768" y="275"/>
                </a:lnTo>
                <a:lnTo>
                  <a:pt x="769" y="278"/>
                </a:lnTo>
                <a:lnTo>
                  <a:pt x="770" y="279"/>
                </a:lnTo>
                <a:lnTo>
                  <a:pt x="772" y="282"/>
                </a:lnTo>
                <a:lnTo>
                  <a:pt x="773" y="283"/>
                </a:lnTo>
                <a:lnTo>
                  <a:pt x="774" y="284"/>
                </a:lnTo>
                <a:lnTo>
                  <a:pt x="776" y="286"/>
                </a:lnTo>
                <a:lnTo>
                  <a:pt x="776" y="287"/>
                </a:lnTo>
                <a:lnTo>
                  <a:pt x="777" y="288"/>
                </a:lnTo>
                <a:lnTo>
                  <a:pt x="778" y="290"/>
                </a:lnTo>
                <a:lnTo>
                  <a:pt x="778" y="291"/>
                </a:lnTo>
                <a:lnTo>
                  <a:pt x="780" y="292"/>
                </a:lnTo>
                <a:lnTo>
                  <a:pt x="781" y="294"/>
                </a:lnTo>
                <a:lnTo>
                  <a:pt x="781" y="295"/>
                </a:lnTo>
                <a:lnTo>
                  <a:pt x="782" y="296"/>
                </a:lnTo>
                <a:lnTo>
                  <a:pt x="782" y="298"/>
                </a:lnTo>
                <a:lnTo>
                  <a:pt x="784" y="298"/>
                </a:lnTo>
                <a:lnTo>
                  <a:pt x="784" y="299"/>
                </a:lnTo>
                <a:lnTo>
                  <a:pt x="785" y="300"/>
                </a:lnTo>
                <a:lnTo>
                  <a:pt x="785" y="302"/>
                </a:lnTo>
                <a:lnTo>
                  <a:pt x="786" y="303"/>
                </a:lnTo>
                <a:lnTo>
                  <a:pt x="788" y="304"/>
                </a:lnTo>
                <a:lnTo>
                  <a:pt x="789" y="306"/>
                </a:lnTo>
                <a:lnTo>
                  <a:pt x="789" y="307"/>
                </a:lnTo>
                <a:lnTo>
                  <a:pt x="790" y="308"/>
                </a:lnTo>
                <a:lnTo>
                  <a:pt x="790" y="311"/>
                </a:lnTo>
                <a:lnTo>
                  <a:pt x="792" y="312"/>
                </a:lnTo>
                <a:lnTo>
                  <a:pt x="793" y="314"/>
                </a:lnTo>
                <a:lnTo>
                  <a:pt x="794" y="315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19" name="Freeform 86">
            <a:extLst>
              <a:ext uri="{FF2B5EF4-FFF2-40B4-BE49-F238E27FC236}">
                <a16:creationId xmlns:a16="http://schemas.microsoft.com/office/drawing/2014/main" id="{3DC2CB1E-4FAB-4C21-BA7D-FC05B5C09EE4}"/>
              </a:ext>
            </a:extLst>
          </p:cNvPr>
          <p:cNvSpPr>
            <a:spLocks/>
          </p:cNvSpPr>
          <p:nvPr/>
        </p:nvSpPr>
        <p:spPr bwMode="auto">
          <a:xfrm>
            <a:off x="5291138" y="4351337"/>
            <a:ext cx="631825" cy="249238"/>
          </a:xfrm>
          <a:custGeom>
            <a:avLst/>
            <a:gdLst>
              <a:gd name="T0" fmla="*/ 2147483646 w 794"/>
              <a:gd name="T1" fmla="*/ 2147483646 h 315"/>
              <a:gd name="T2" fmla="*/ 2147483646 w 794"/>
              <a:gd name="T3" fmla="*/ 2147483646 h 315"/>
              <a:gd name="T4" fmla="*/ 2147483646 w 794"/>
              <a:gd name="T5" fmla="*/ 2147483646 h 315"/>
              <a:gd name="T6" fmla="*/ 2147483646 w 794"/>
              <a:gd name="T7" fmla="*/ 2147483646 h 315"/>
              <a:gd name="T8" fmla="*/ 2147483646 w 794"/>
              <a:gd name="T9" fmla="*/ 2147483646 h 315"/>
              <a:gd name="T10" fmla="*/ 2147483646 w 794"/>
              <a:gd name="T11" fmla="*/ 2147483646 h 315"/>
              <a:gd name="T12" fmla="*/ 2147483646 w 794"/>
              <a:gd name="T13" fmla="*/ 2147483646 h 315"/>
              <a:gd name="T14" fmla="*/ 2147483646 w 794"/>
              <a:gd name="T15" fmla="*/ 2147483646 h 315"/>
              <a:gd name="T16" fmla="*/ 2147483646 w 794"/>
              <a:gd name="T17" fmla="*/ 2147483646 h 315"/>
              <a:gd name="T18" fmla="*/ 2147483646 w 794"/>
              <a:gd name="T19" fmla="*/ 2147483646 h 315"/>
              <a:gd name="T20" fmla="*/ 2147483646 w 794"/>
              <a:gd name="T21" fmla="*/ 2147483646 h 315"/>
              <a:gd name="T22" fmla="*/ 2147483646 w 794"/>
              <a:gd name="T23" fmla="*/ 2147483646 h 315"/>
              <a:gd name="T24" fmla="*/ 2147483646 w 794"/>
              <a:gd name="T25" fmla="*/ 2147483646 h 315"/>
              <a:gd name="T26" fmla="*/ 2147483646 w 794"/>
              <a:gd name="T27" fmla="*/ 2147483646 h 315"/>
              <a:gd name="T28" fmla="*/ 2147483646 w 794"/>
              <a:gd name="T29" fmla="*/ 2147483646 h 315"/>
              <a:gd name="T30" fmla="*/ 2147483646 w 794"/>
              <a:gd name="T31" fmla="*/ 2147483646 h 315"/>
              <a:gd name="T32" fmla="*/ 2147483646 w 794"/>
              <a:gd name="T33" fmla="*/ 2147483646 h 315"/>
              <a:gd name="T34" fmla="*/ 2147483646 w 794"/>
              <a:gd name="T35" fmla="*/ 2147483646 h 315"/>
              <a:gd name="T36" fmla="*/ 2147483646 w 794"/>
              <a:gd name="T37" fmla="*/ 2147483646 h 315"/>
              <a:gd name="T38" fmla="*/ 2147483646 w 794"/>
              <a:gd name="T39" fmla="*/ 2147483646 h 315"/>
              <a:gd name="T40" fmla="*/ 2147483646 w 794"/>
              <a:gd name="T41" fmla="*/ 2147483646 h 315"/>
              <a:gd name="T42" fmla="*/ 2147483646 w 794"/>
              <a:gd name="T43" fmla="*/ 2147483646 h 315"/>
              <a:gd name="T44" fmla="*/ 2147483646 w 794"/>
              <a:gd name="T45" fmla="*/ 2147483646 h 315"/>
              <a:gd name="T46" fmla="*/ 2147483646 w 794"/>
              <a:gd name="T47" fmla="*/ 2147483646 h 315"/>
              <a:gd name="T48" fmla="*/ 2147483646 w 794"/>
              <a:gd name="T49" fmla="*/ 2147483646 h 315"/>
              <a:gd name="T50" fmla="*/ 2147483646 w 794"/>
              <a:gd name="T51" fmla="*/ 2147483646 h 315"/>
              <a:gd name="T52" fmla="*/ 2147483646 w 794"/>
              <a:gd name="T53" fmla="*/ 2147483646 h 315"/>
              <a:gd name="T54" fmla="*/ 2147483646 w 794"/>
              <a:gd name="T55" fmla="*/ 2147483646 h 315"/>
              <a:gd name="T56" fmla="*/ 2147483646 w 794"/>
              <a:gd name="T57" fmla="*/ 2147483646 h 315"/>
              <a:gd name="T58" fmla="*/ 2147483646 w 794"/>
              <a:gd name="T59" fmla="*/ 2147483646 h 315"/>
              <a:gd name="T60" fmla="*/ 2147483646 w 794"/>
              <a:gd name="T61" fmla="*/ 2147483646 h 315"/>
              <a:gd name="T62" fmla="*/ 2147483646 w 794"/>
              <a:gd name="T63" fmla="*/ 2147483646 h 315"/>
              <a:gd name="T64" fmla="*/ 2147483646 w 794"/>
              <a:gd name="T65" fmla="*/ 2147483646 h 315"/>
              <a:gd name="T66" fmla="*/ 2147483646 w 794"/>
              <a:gd name="T67" fmla="*/ 2147483646 h 315"/>
              <a:gd name="T68" fmla="*/ 2147483646 w 794"/>
              <a:gd name="T69" fmla="*/ 2147483646 h 315"/>
              <a:gd name="T70" fmla="*/ 2147483646 w 794"/>
              <a:gd name="T71" fmla="*/ 2147483646 h 315"/>
              <a:gd name="T72" fmla="*/ 2147483646 w 794"/>
              <a:gd name="T73" fmla="*/ 2147483646 h 315"/>
              <a:gd name="T74" fmla="*/ 2147483646 w 794"/>
              <a:gd name="T75" fmla="*/ 2147483646 h 315"/>
              <a:gd name="T76" fmla="*/ 2147483646 w 794"/>
              <a:gd name="T77" fmla="*/ 2147483646 h 315"/>
              <a:gd name="T78" fmla="*/ 2147483646 w 794"/>
              <a:gd name="T79" fmla="*/ 2147483646 h 315"/>
              <a:gd name="T80" fmla="*/ 2147483646 w 794"/>
              <a:gd name="T81" fmla="*/ 2147483646 h 315"/>
              <a:gd name="T82" fmla="*/ 2147483646 w 794"/>
              <a:gd name="T83" fmla="*/ 2147483646 h 315"/>
              <a:gd name="T84" fmla="*/ 2147483646 w 794"/>
              <a:gd name="T85" fmla="*/ 2147483646 h 315"/>
              <a:gd name="T86" fmla="*/ 2147483646 w 794"/>
              <a:gd name="T87" fmla="*/ 2147483646 h 315"/>
              <a:gd name="T88" fmla="*/ 2147483646 w 794"/>
              <a:gd name="T89" fmla="*/ 2147483646 h 315"/>
              <a:gd name="T90" fmla="*/ 2147483646 w 794"/>
              <a:gd name="T91" fmla="*/ 2147483646 h 315"/>
              <a:gd name="T92" fmla="*/ 2147483646 w 794"/>
              <a:gd name="T93" fmla="*/ 2147483646 h 315"/>
              <a:gd name="T94" fmla="*/ 2147483646 w 794"/>
              <a:gd name="T95" fmla="*/ 2147483646 h 315"/>
              <a:gd name="T96" fmla="*/ 2147483646 w 794"/>
              <a:gd name="T97" fmla="*/ 2147483646 h 315"/>
              <a:gd name="T98" fmla="*/ 2147483646 w 794"/>
              <a:gd name="T99" fmla="*/ 2147483646 h 315"/>
              <a:gd name="T100" fmla="*/ 2147483646 w 794"/>
              <a:gd name="T101" fmla="*/ 2147483646 h 315"/>
              <a:gd name="T102" fmla="*/ 2147483646 w 794"/>
              <a:gd name="T103" fmla="*/ 2147483646 h 315"/>
              <a:gd name="T104" fmla="*/ 2147483646 w 794"/>
              <a:gd name="T105" fmla="*/ 2147483646 h 315"/>
              <a:gd name="T106" fmla="*/ 2147483646 w 794"/>
              <a:gd name="T107" fmla="*/ 2147483646 h 315"/>
              <a:gd name="T108" fmla="*/ 2147483646 w 794"/>
              <a:gd name="T109" fmla="*/ 2147483646 h 315"/>
              <a:gd name="T110" fmla="*/ 2147483646 w 794"/>
              <a:gd name="T111" fmla="*/ 2147483646 h 315"/>
              <a:gd name="T112" fmla="*/ 2147483646 w 794"/>
              <a:gd name="T113" fmla="*/ 2147483646 h 315"/>
              <a:gd name="T114" fmla="*/ 2147483646 w 794"/>
              <a:gd name="T115" fmla="*/ 2147483646 h 315"/>
              <a:gd name="T116" fmla="*/ 2147483646 w 794"/>
              <a:gd name="T117" fmla="*/ 2147483646 h 315"/>
              <a:gd name="T118" fmla="*/ 2147483646 w 794"/>
              <a:gd name="T119" fmla="*/ 2147483646 h 315"/>
              <a:gd name="T120" fmla="*/ 2147483646 w 794"/>
              <a:gd name="T121" fmla="*/ 2147483646 h 315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794"/>
              <a:gd name="T184" fmla="*/ 0 h 315"/>
              <a:gd name="T185" fmla="*/ 794 w 794"/>
              <a:gd name="T186" fmla="*/ 315 h 315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794" h="315">
                <a:moveTo>
                  <a:pt x="0" y="315"/>
                </a:moveTo>
                <a:lnTo>
                  <a:pt x="30" y="315"/>
                </a:lnTo>
                <a:lnTo>
                  <a:pt x="59" y="315"/>
                </a:lnTo>
                <a:lnTo>
                  <a:pt x="86" y="315"/>
                </a:lnTo>
                <a:lnTo>
                  <a:pt x="110" y="315"/>
                </a:lnTo>
                <a:lnTo>
                  <a:pt x="134" y="315"/>
                </a:lnTo>
                <a:lnTo>
                  <a:pt x="155" y="315"/>
                </a:lnTo>
                <a:lnTo>
                  <a:pt x="175" y="315"/>
                </a:lnTo>
                <a:lnTo>
                  <a:pt x="194" y="315"/>
                </a:lnTo>
                <a:lnTo>
                  <a:pt x="211" y="315"/>
                </a:lnTo>
                <a:lnTo>
                  <a:pt x="226" y="315"/>
                </a:lnTo>
                <a:lnTo>
                  <a:pt x="240" y="315"/>
                </a:lnTo>
                <a:lnTo>
                  <a:pt x="253" y="315"/>
                </a:lnTo>
                <a:lnTo>
                  <a:pt x="265" y="315"/>
                </a:lnTo>
                <a:lnTo>
                  <a:pt x="276" y="315"/>
                </a:lnTo>
                <a:lnTo>
                  <a:pt x="287" y="315"/>
                </a:lnTo>
                <a:lnTo>
                  <a:pt x="295" y="315"/>
                </a:lnTo>
                <a:lnTo>
                  <a:pt x="303" y="315"/>
                </a:lnTo>
                <a:lnTo>
                  <a:pt x="311" y="315"/>
                </a:lnTo>
                <a:lnTo>
                  <a:pt x="316" y="315"/>
                </a:lnTo>
                <a:lnTo>
                  <a:pt x="323" y="315"/>
                </a:lnTo>
                <a:lnTo>
                  <a:pt x="327" y="315"/>
                </a:lnTo>
                <a:lnTo>
                  <a:pt x="332" y="315"/>
                </a:lnTo>
                <a:lnTo>
                  <a:pt x="336" y="315"/>
                </a:lnTo>
                <a:lnTo>
                  <a:pt x="338" y="315"/>
                </a:lnTo>
                <a:lnTo>
                  <a:pt x="341" y="315"/>
                </a:lnTo>
                <a:lnTo>
                  <a:pt x="344" y="314"/>
                </a:lnTo>
                <a:lnTo>
                  <a:pt x="346" y="314"/>
                </a:lnTo>
                <a:lnTo>
                  <a:pt x="349" y="314"/>
                </a:lnTo>
                <a:lnTo>
                  <a:pt x="352" y="314"/>
                </a:lnTo>
                <a:lnTo>
                  <a:pt x="353" y="314"/>
                </a:lnTo>
                <a:lnTo>
                  <a:pt x="356" y="314"/>
                </a:lnTo>
                <a:lnTo>
                  <a:pt x="357" y="314"/>
                </a:lnTo>
                <a:lnTo>
                  <a:pt x="360" y="314"/>
                </a:lnTo>
                <a:lnTo>
                  <a:pt x="362" y="314"/>
                </a:lnTo>
                <a:lnTo>
                  <a:pt x="364" y="314"/>
                </a:lnTo>
                <a:lnTo>
                  <a:pt x="366" y="313"/>
                </a:lnTo>
                <a:lnTo>
                  <a:pt x="368" y="313"/>
                </a:lnTo>
                <a:lnTo>
                  <a:pt x="369" y="313"/>
                </a:lnTo>
                <a:lnTo>
                  <a:pt x="370" y="313"/>
                </a:lnTo>
                <a:lnTo>
                  <a:pt x="372" y="313"/>
                </a:lnTo>
                <a:lnTo>
                  <a:pt x="373" y="313"/>
                </a:lnTo>
                <a:lnTo>
                  <a:pt x="374" y="313"/>
                </a:lnTo>
                <a:lnTo>
                  <a:pt x="376" y="313"/>
                </a:lnTo>
                <a:lnTo>
                  <a:pt x="377" y="313"/>
                </a:lnTo>
                <a:lnTo>
                  <a:pt x="378" y="313"/>
                </a:lnTo>
                <a:lnTo>
                  <a:pt x="380" y="313"/>
                </a:lnTo>
                <a:lnTo>
                  <a:pt x="381" y="313"/>
                </a:lnTo>
                <a:lnTo>
                  <a:pt x="382" y="311"/>
                </a:lnTo>
                <a:lnTo>
                  <a:pt x="384" y="311"/>
                </a:lnTo>
                <a:lnTo>
                  <a:pt x="385" y="311"/>
                </a:lnTo>
                <a:lnTo>
                  <a:pt x="386" y="311"/>
                </a:lnTo>
                <a:lnTo>
                  <a:pt x="388" y="311"/>
                </a:lnTo>
                <a:lnTo>
                  <a:pt x="389" y="311"/>
                </a:lnTo>
                <a:lnTo>
                  <a:pt x="390" y="311"/>
                </a:lnTo>
                <a:lnTo>
                  <a:pt x="392" y="311"/>
                </a:lnTo>
                <a:lnTo>
                  <a:pt x="393" y="311"/>
                </a:lnTo>
                <a:lnTo>
                  <a:pt x="394" y="310"/>
                </a:lnTo>
                <a:lnTo>
                  <a:pt x="396" y="310"/>
                </a:lnTo>
                <a:lnTo>
                  <a:pt x="397" y="310"/>
                </a:lnTo>
                <a:lnTo>
                  <a:pt x="400" y="310"/>
                </a:lnTo>
                <a:lnTo>
                  <a:pt x="401" y="310"/>
                </a:lnTo>
                <a:lnTo>
                  <a:pt x="404" y="309"/>
                </a:lnTo>
                <a:lnTo>
                  <a:pt x="405" y="309"/>
                </a:lnTo>
                <a:lnTo>
                  <a:pt x="408" y="309"/>
                </a:lnTo>
                <a:lnTo>
                  <a:pt x="409" y="309"/>
                </a:lnTo>
                <a:lnTo>
                  <a:pt x="412" y="309"/>
                </a:lnTo>
                <a:lnTo>
                  <a:pt x="413" y="307"/>
                </a:lnTo>
                <a:lnTo>
                  <a:pt x="414" y="307"/>
                </a:lnTo>
                <a:lnTo>
                  <a:pt x="416" y="307"/>
                </a:lnTo>
                <a:lnTo>
                  <a:pt x="418" y="307"/>
                </a:lnTo>
                <a:lnTo>
                  <a:pt x="420" y="307"/>
                </a:lnTo>
                <a:lnTo>
                  <a:pt x="421" y="306"/>
                </a:lnTo>
                <a:lnTo>
                  <a:pt x="422" y="306"/>
                </a:lnTo>
                <a:lnTo>
                  <a:pt x="424" y="306"/>
                </a:lnTo>
                <a:lnTo>
                  <a:pt x="425" y="306"/>
                </a:lnTo>
                <a:lnTo>
                  <a:pt x="426" y="306"/>
                </a:lnTo>
                <a:lnTo>
                  <a:pt x="427" y="305"/>
                </a:lnTo>
                <a:lnTo>
                  <a:pt x="429" y="305"/>
                </a:lnTo>
                <a:lnTo>
                  <a:pt x="430" y="305"/>
                </a:lnTo>
                <a:lnTo>
                  <a:pt x="431" y="305"/>
                </a:lnTo>
                <a:lnTo>
                  <a:pt x="433" y="305"/>
                </a:lnTo>
                <a:lnTo>
                  <a:pt x="434" y="303"/>
                </a:lnTo>
                <a:lnTo>
                  <a:pt x="435" y="303"/>
                </a:lnTo>
                <a:lnTo>
                  <a:pt x="437" y="303"/>
                </a:lnTo>
                <a:lnTo>
                  <a:pt x="438" y="302"/>
                </a:lnTo>
                <a:lnTo>
                  <a:pt x="439" y="302"/>
                </a:lnTo>
                <a:lnTo>
                  <a:pt x="441" y="302"/>
                </a:lnTo>
                <a:lnTo>
                  <a:pt x="442" y="301"/>
                </a:lnTo>
                <a:lnTo>
                  <a:pt x="445" y="301"/>
                </a:lnTo>
                <a:lnTo>
                  <a:pt x="446" y="299"/>
                </a:lnTo>
                <a:lnTo>
                  <a:pt x="449" y="299"/>
                </a:lnTo>
                <a:lnTo>
                  <a:pt x="450" y="299"/>
                </a:lnTo>
                <a:lnTo>
                  <a:pt x="453" y="298"/>
                </a:lnTo>
                <a:lnTo>
                  <a:pt x="455" y="297"/>
                </a:lnTo>
                <a:lnTo>
                  <a:pt x="458" y="297"/>
                </a:lnTo>
                <a:lnTo>
                  <a:pt x="459" y="295"/>
                </a:lnTo>
                <a:lnTo>
                  <a:pt x="462" y="295"/>
                </a:lnTo>
                <a:lnTo>
                  <a:pt x="463" y="294"/>
                </a:lnTo>
                <a:lnTo>
                  <a:pt x="466" y="294"/>
                </a:lnTo>
                <a:lnTo>
                  <a:pt x="467" y="294"/>
                </a:lnTo>
                <a:lnTo>
                  <a:pt x="469" y="293"/>
                </a:lnTo>
                <a:lnTo>
                  <a:pt x="471" y="293"/>
                </a:lnTo>
                <a:lnTo>
                  <a:pt x="473" y="291"/>
                </a:lnTo>
                <a:lnTo>
                  <a:pt x="474" y="291"/>
                </a:lnTo>
                <a:lnTo>
                  <a:pt x="475" y="291"/>
                </a:lnTo>
                <a:lnTo>
                  <a:pt x="477" y="290"/>
                </a:lnTo>
                <a:lnTo>
                  <a:pt x="478" y="290"/>
                </a:lnTo>
                <a:lnTo>
                  <a:pt x="479" y="290"/>
                </a:lnTo>
                <a:lnTo>
                  <a:pt x="479" y="289"/>
                </a:lnTo>
                <a:lnTo>
                  <a:pt x="481" y="289"/>
                </a:lnTo>
                <a:lnTo>
                  <a:pt x="482" y="289"/>
                </a:lnTo>
                <a:lnTo>
                  <a:pt x="483" y="287"/>
                </a:lnTo>
                <a:lnTo>
                  <a:pt x="485" y="287"/>
                </a:lnTo>
                <a:lnTo>
                  <a:pt x="486" y="286"/>
                </a:lnTo>
                <a:lnTo>
                  <a:pt x="487" y="286"/>
                </a:lnTo>
                <a:lnTo>
                  <a:pt x="489" y="286"/>
                </a:lnTo>
                <a:lnTo>
                  <a:pt x="490" y="285"/>
                </a:lnTo>
                <a:lnTo>
                  <a:pt x="491" y="285"/>
                </a:lnTo>
                <a:lnTo>
                  <a:pt x="493" y="283"/>
                </a:lnTo>
                <a:lnTo>
                  <a:pt x="494" y="283"/>
                </a:lnTo>
                <a:lnTo>
                  <a:pt x="495" y="282"/>
                </a:lnTo>
                <a:lnTo>
                  <a:pt x="497" y="281"/>
                </a:lnTo>
                <a:lnTo>
                  <a:pt x="499" y="281"/>
                </a:lnTo>
                <a:lnTo>
                  <a:pt x="501" y="279"/>
                </a:lnTo>
                <a:lnTo>
                  <a:pt x="503" y="278"/>
                </a:lnTo>
                <a:lnTo>
                  <a:pt x="505" y="277"/>
                </a:lnTo>
                <a:lnTo>
                  <a:pt x="507" y="277"/>
                </a:lnTo>
                <a:lnTo>
                  <a:pt x="509" y="276"/>
                </a:lnTo>
                <a:lnTo>
                  <a:pt x="511" y="274"/>
                </a:lnTo>
                <a:lnTo>
                  <a:pt x="513" y="274"/>
                </a:lnTo>
                <a:lnTo>
                  <a:pt x="514" y="273"/>
                </a:lnTo>
                <a:lnTo>
                  <a:pt x="515" y="272"/>
                </a:lnTo>
                <a:lnTo>
                  <a:pt x="518" y="272"/>
                </a:lnTo>
                <a:lnTo>
                  <a:pt x="519" y="270"/>
                </a:lnTo>
                <a:lnTo>
                  <a:pt x="520" y="270"/>
                </a:lnTo>
                <a:lnTo>
                  <a:pt x="522" y="269"/>
                </a:lnTo>
                <a:lnTo>
                  <a:pt x="523" y="268"/>
                </a:lnTo>
                <a:lnTo>
                  <a:pt x="524" y="268"/>
                </a:lnTo>
                <a:lnTo>
                  <a:pt x="526" y="266"/>
                </a:lnTo>
                <a:lnTo>
                  <a:pt x="527" y="266"/>
                </a:lnTo>
                <a:lnTo>
                  <a:pt x="528" y="265"/>
                </a:lnTo>
                <a:lnTo>
                  <a:pt x="530" y="265"/>
                </a:lnTo>
                <a:lnTo>
                  <a:pt x="531" y="264"/>
                </a:lnTo>
                <a:lnTo>
                  <a:pt x="532" y="264"/>
                </a:lnTo>
                <a:lnTo>
                  <a:pt x="534" y="262"/>
                </a:lnTo>
                <a:lnTo>
                  <a:pt x="535" y="262"/>
                </a:lnTo>
                <a:lnTo>
                  <a:pt x="536" y="261"/>
                </a:lnTo>
                <a:lnTo>
                  <a:pt x="538" y="261"/>
                </a:lnTo>
                <a:lnTo>
                  <a:pt x="539" y="260"/>
                </a:lnTo>
                <a:lnTo>
                  <a:pt x="540" y="258"/>
                </a:lnTo>
                <a:lnTo>
                  <a:pt x="542" y="258"/>
                </a:lnTo>
                <a:lnTo>
                  <a:pt x="543" y="257"/>
                </a:lnTo>
                <a:lnTo>
                  <a:pt x="546" y="256"/>
                </a:lnTo>
                <a:lnTo>
                  <a:pt x="547" y="256"/>
                </a:lnTo>
                <a:lnTo>
                  <a:pt x="548" y="254"/>
                </a:lnTo>
                <a:lnTo>
                  <a:pt x="551" y="253"/>
                </a:lnTo>
                <a:lnTo>
                  <a:pt x="552" y="252"/>
                </a:lnTo>
                <a:lnTo>
                  <a:pt x="554" y="252"/>
                </a:lnTo>
                <a:lnTo>
                  <a:pt x="555" y="250"/>
                </a:lnTo>
                <a:lnTo>
                  <a:pt x="558" y="249"/>
                </a:lnTo>
                <a:lnTo>
                  <a:pt x="559" y="249"/>
                </a:lnTo>
                <a:lnTo>
                  <a:pt x="560" y="248"/>
                </a:lnTo>
                <a:lnTo>
                  <a:pt x="562" y="248"/>
                </a:lnTo>
                <a:lnTo>
                  <a:pt x="562" y="246"/>
                </a:lnTo>
                <a:lnTo>
                  <a:pt x="563" y="246"/>
                </a:lnTo>
                <a:lnTo>
                  <a:pt x="564" y="245"/>
                </a:lnTo>
                <a:lnTo>
                  <a:pt x="566" y="245"/>
                </a:lnTo>
                <a:lnTo>
                  <a:pt x="566" y="244"/>
                </a:lnTo>
                <a:lnTo>
                  <a:pt x="567" y="244"/>
                </a:lnTo>
                <a:lnTo>
                  <a:pt x="568" y="244"/>
                </a:lnTo>
                <a:lnTo>
                  <a:pt x="570" y="242"/>
                </a:lnTo>
                <a:lnTo>
                  <a:pt x="571" y="241"/>
                </a:lnTo>
                <a:lnTo>
                  <a:pt x="572" y="241"/>
                </a:lnTo>
                <a:lnTo>
                  <a:pt x="574" y="240"/>
                </a:lnTo>
                <a:lnTo>
                  <a:pt x="575" y="240"/>
                </a:lnTo>
                <a:lnTo>
                  <a:pt x="575" y="238"/>
                </a:lnTo>
                <a:lnTo>
                  <a:pt x="576" y="238"/>
                </a:lnTo>
                <a:lnTo>
                  <a:pt x="578" y="237"/>
                </a:lnTo>
                <a:lnTo>
                  <a:pt x="579" y="237"/>
                </a:lnTo>
                <a:lnTo>
                  <a:pt x="579" y="236"/>
                </a:lnTo>
                <a:lnTo>
                  <a:pt x="580" y="236"/>
                </a:lnTo>
                <a:lnTo>
                  <a:pt x="582" y="234"/>
                </a:lnTo>
                <a:lnTo>
                  <a:pt x="583" y="233"/>
                </a:lnTo>
                <a:lnTo>
                  <a:pt x="584" y="233"/>
                </a:lnTo>
                <a:lnTo>
                  <a:pt x="586" y="232"/>
                </a:lnTo>
                <a:lnTo>
                  <a:pt x="588" y="230"/>
                </a:lnTo>
                <a:lnTo>
                  <a:pt x="590" y="230"/>
                </a:lnTo>
                <a:lnTo>
                  <a:pt x="591" y="229"/>
                </a:lnTo>
                <a:lnTo>
                  <a:pt x="592" y="228"/>
                </a:lnTo>
                <a:lnTo>
                  <a:pt x="594" y="226"/>
                </a:lnTo>
                <a:lnTo>
                  <a:pt x="595" y="226"/>
                </a:lnTo>
                <a:lnTo>
                  <a:pt x="596" y="225"/>
                </a:lnTo>
                <a:lnTo>
                  <a:pt x="598" y="224"/>
                </a:lnTo>
                <a:lnTo>
                  <a:pt x="599" y="224"/>
                </a:lnTo>
                <a:lnTo>
                  <a:pt x="599" y="222"/>
                </a:lnTo>
                <a:lnTo>
                  <a:pt x="600" y="222"/>
                </a:lnTo>
                <a:lnTo>
                  <a:pt x="602" y="221"/>
                </a:lnTo>
                <a:lnTo>
                  <a:pt x="603" y="221"/>
                </a:lnTo>
                <a:lnTo>
                  <a:pt x="603" y="220"/>
                </a:lnTo>
                <a:lnTo>
                  <a:pt x="604" y="220"/>
                </a:lnTo>
                <a:lnTo>
                  <a:pt x="606" y="218"/>
                </a:lnTo>
                <a:lnTo>
                  <a:pt x="607" y="217"/>
                </a:lnTo>
                <a:lnTo>
                  <a:pt x="608" y="217"/>
                </a:lnTo>
                <a:lnTo>
                  <a:pt x="610" y="216"/>
                </a:lnTo>
                <a:lnTo>
                  <a:pt x="611" y="214"/>
                </a:lnTo>
                <a:lnTo>
                  <a:pt x="612" y="213"/>
                </a:lnTo>
                <a:lnTo>
                  <a:pt x="613" y="213"/>
                </a:lnTo>
                <a:lnTo>
                  <a:pt x="615" y="212"/>
                </a:lnTo>
                <a:lnTo>
                  <a:pt x="615" y="210"/>
                </a:lnTo>
                <a:lnTo>
                  <a:pt x="616" y="210"/>
                </a:lnTo>
                <a:lnTo>
                  <a:pt x="617" y="209"/>
                </a:lnTo>
                <a:lnTo>
                  <a:pt x="619" y="209"/>
                </a:lnTo>
                <a:lnTo>
                  <a:pt x="619" y="208"/>
                </a:lnTo>
                <a:lnTo>
                  <a:pt x="620" y="208"/>
                </a:lnTo>
                <a:lnTo>
                  <a:pt x="620" y="206"/>
                </a:lnTo>
                <a:lnTo>
                  <a:pt x="621" y="206"/>
                </a:lnTo>
                <a:lnTo>
                  <a:pt x="623" y="205"/>
                </a:lnTo>
                <a:lnTo>
                  <a:pt x="624" y="205"/>
                </a:lnTo>
                <a:lnTo>
                  <a:pt x="624" y="204"/>
                </a:lnTo>
                <a:lnTo>
                  <a:pt x="625" y="204"/>
                </a:lnTo>
                <a:lnTo>
                  <a:pt x="627" y="202"/>
                </a:lnTo>
                <a:lnTo>
                  <a:pt x="628" y="202"/>
                </a:lnTo>
                <a:lnTo>
                  <a:pt x="628" y="201"/>
                </a:lnTo>
                <a:lnTo>
                  <a:pt x="629" y="201"/>
                </a:lnTo>
                <a:lnTo>
                  <a:pt x="629" y="200"/>
                </a:lnTo>
                <a:lnTo>
                  <a:pt x="631" y="200"/>
                </a:lnTo>
                <a:lnTo>
                  <a:pt x="632" y="198"/>
                </a:lnTo>
                <a:lnTo>
                  <a:pt x="633" y="198"/>
                </a:lnTo>
                <a:lnTo>
                  <a:pt x="633" y="197"/>
                </a:lnTo>
                <a:lnTo>
                  <a:pt x="635" y="197"/>
                </a:lnTo>
                <a:lnTo>
                  <a:pt x="636" y="196"/>
                </a:lnTo>
                <a:lnTo>
                  <a:pt x="637" y="194"/>
                </a:lnTo>
                <a:lnTo>
                  <a:pt x="639" y="194"/>
                </a:lnTo>
                <a:lnTo>
                  <a:pt x="639" y="193"/>
                </a:lnTo>
                <a:lnTo>
                  <a:pt x="640" y="193"/>
                </a:lnTo>
                <a:lnTo>
                  <a:pt x="641" y="192"/>
                </a:lnTo>
                <a:lnTo>
                  <a:pt x="643" y="190"/>
                </a:lnTo>
                <a:lnTo>
                  <a:pt x="644" y="190"/>
                </a:lnTo>
                <a:lnTo>
                  <a:pt x="645" y="189"/>
                </a:lnTo>
                <a:lnTo>
                  <a:pt x="647" y="189"/>
                </a:lnTo>
                <a:lnTo>
                  <a:pt x="647" y="188"/>
                </a:lnTo>
                <a:lnTo>
                  <a:pt x="648" y="188"/>
                </a:lnTo>
                <a:lnTo>
                  <a:pt x="649" y="186"/>
                </a:lnTo>
                <a:lnTo>
                  <a:pt x="651" y="186"/>
                </a:lnTo>
                <a:lnTo>
                  <a:pt x="651" y="185"/>
                </a:lnTo>
                <a:lnTo>
                  <a:pt x="652" y="185"/>
                </a:lnTo>
                <a:lnTo>
                  <a:pt x="652" y="184"/>
                </a:lnTo>
                <a:lnTo>
                  <a:pt x="653" y="184"/>
                </a:lnTo>
                <a:lnTo>
                  <a:pt x="653" y="183"/>
                </a:lnTo>
                <a:lnTo>
                  <a:pt x="655" y="183"/>
                </a:lnTo>
                <a:lnTo>
                  <a:pt x="656" y="181"/>
                </a:lnTo>
                <a:lnTo>
                  <a:pt x="657" y="180"/>
                </a:lnTo>
                <a:lnTo>
                  <a:pt x="657" y="179"/>
                </a:lnTo>
                <a:lnTo>
                  <a:pt x="659" y="179"/>
                </a:lnTo>
                <a:lnTo>
                  <a:pt x="659" y="177"/>
                </a:lnTo>
                <a:lnTo>
                  <a:pt x="660" y="176"/>
                </a:lnTo>
                <a:lnTo>
                  <a:pt x="661" y="176"/>
                </a:lnTo>
                <a:lnTo>
                  <a:pt x="663" y="175"/>
                </a:lnTo>
                <a:lnTo>
                  <a:pt x="663" y="173"/>
                </a:lnTo>
                <a:lnTo>
                  <a:pt x="664" y="172"/>
                </a:lnTo>
                <a:lnTo>
                  <a:pt x="665" y="171"/>
                </a:lnTo>
                <a:lnTo>
                  <a:pt x="667" y="169"/>
                </a:lnTo>
                <a:lnTo>
                  <a:pt x="668" y="168"/>
                </a:lnTo>
                <a:lnTo>
                  <a:pt x="669" y="167"/>
                </a:lnTo>
                <a:lnTo>
                  <a:pt x="671" y="165"/>
                </a:lnTo>
                <a:lnTo>
                  <a:pt x="672" y="164"/>
                </a:lnTo>
                <a:lnTo>
                  <a:pt x="673" y="163"/>
                </a:lnTo>
                <a:lnTo>
                  <a:pt x="675" y="161"/>
                </a:lnTo>
                <a:lnTo>
                  <a:pt x="675" y="160"/>
                </a:lnTo>
                <a:lnTo>
                  <a:pt x="676" y="160"/>
                </a:lnTo>
                <a:lnTo>
                  <a:pt x="677" y="159"/>
                </a:lnTo>
                <a:lnTo>
                  <a:pt x="677" y="157"/>
                </a:lnTo>
                <a:lnTo>
                  <a:pt x="679" y="157"/>
                </a:lnTo>
                <a:lnTo>
                  <a:pt x="679" y="156"/>
                </a:lnTo>
                <a:lnTo>
                  <a:pt x="680" y="156"/>
                </a:lnTo>
                <a:lnTo>
                  <a:pt x="680" y="155"/>
                </a:lnTo>
                <a:lnTo>
                  <a:pt x="681" y="153"/>
                </a:lnTo>
                <a:lnTo>
                  <a:pt x="683" y="152"/>
                </a:lnTo>
                <a:lnTo>
                  <a:pt x="684" y="151"/>
                </a:lnTo>
                <a:lnTo>
                  <a:pt x="685" y="149"/>
                </a:lnTo>
                <a:lnTo>
                  <a:pt x="685" y="148"/>
                </a:lnTo>
                <a:lnTo>
                  <a:pt x="687" y="148"/>
                </a:lnTo>
                <a:lnTo>
                  <a:pt x="688" y="147"/>
                </a:lnTo>
                <a:lnTo>
                  <a:pt x="689" y="145"/>
                </a:lnTo>
                <a:lnTo>
                  <a:pt x="689" y="144"/>
                </a:lnTo>
                <a:lnTo>
                  <a:pt x="691" y="143"/>
                </a:lnTo>
                <a:lnTo>
                  <a:pt x="692" y="141"/>
                </a:lnTo>
                <a:lnTo>
                  <a:pt x="693" y="140"/>
                </a:lnTo>
                <a:lnTo>
                  <a:pt x="695" y="137"/>
                </a:lnTo>
                <a:lnTo>
                  <a:pt x="696" y="136"/>
                </a:lnTo>
                <a:lnTo>
                  <a:pt x="697" y="135"/>
                </a:lnTo>
                <a:lnTo>
                  <a:pt x="699" y="132"/>
                </a:lnTo>
                <a:lnTo>
                  <a:pt x="700" y="131"/>
                </a:lnTo>
                <a:lnTo>
                  <a:pt x="701" y="129"/>
                </a:lnTo>
                <a:lnTo>
                  <a:pt x="703" y="128"/>
                </a:lnTo>
                <a:lnTo>
                  <a:pt x="704" y="127"/>
                </a:lnTo>
                <a:lnTo>
                  <a:pt x="705" y="125"/>
                </a:lnTo>
                <a:lnTo>
                  <a:pt x="706" y="124"/>
                </a:lnTo>
                <a:lnTo>
                  <a:pt x="708" y="123"/>
                </a:lnTo>
                <a:lnTo>
                  <a:pt x="708" y="121"/>
                </a:lnTo>
                <a:lnTo>
                  <a:pt x="709" y="120"/>
                </a:lnTo>
                <a:lnTo>
                  <a:pt x="710" y="119"/>
                </a:lnTo>
                <a:lnTo>
                  <a:pt x="712" y="117"/>
                </a:lnTo>
                <a:lnTo>
                  <a:pt x="713" y="116"/>
                </a:lnTo>
                <a:lnTo>
                  <a:pt x="713" y="115"/>
                </a:lnTo>
                <a:lnTo>
                  <a:pt x="714" y="115"/>
                </a:lnTo>
                <a:lnTo>
                  <a:pt x="714" y="113"/>
                </a:lnTo>
                <a:lnTo>
                  <a:pt x="716" y="112"/>
                </a:lnTo>
                <a:lnTo>
                  <a:pt x="716" y="111"/>
                </a:lnTo>
                <a:lnTo>
                  <a:pt x="717" y="109"/>
                </a:lnTo>
                <a:lnTo>
                  <a:pt x="718" y="109"/>
                </a:lnTo>
                <a:lnTo>
                  <a:pt x="718" y="108"/>
                </a:lnTo>
                <a:lnTo>
                  <a:pt x="720" y="107"/>
                </a:lnTo>
                <a:lnTo>
                  <a:pt x="721" y="105"/>
                </a:lnTo>
                <a:lnTo>
                  <a:pt x="722" y="104"/>
                </a:lnTo>
                <a:lnTo>
                  <a:pt x="722" y="103"/>
                </a:lnTo>
                <a:lnTo>
                  <a:pt x="724" y="100"/>
                </a:lnTo>
                <a:lnTo>
                  <a:pt x="725" y="99"/>
                </a:lnTo>
                <a:lnTo>
                  <a:pt x="726" y="97"/>
                </a:lnTo>
                <a:lnTo>
                  <a:pt x="728" y="96"/>
                </a:lnTo>
                <a:lnTo>
                  <a:pt x="729" y="93"/>
                </a:lnTo>
                <a:lnTo>
                  <a:pt x="730" y="91"/>
                </a:lnTo>
                <a:lnTo>
                  <a:pt x="732" y="90"/>
                </a:lnTo>
                <a:lnTo>
                  <a:pt x="733" y="87"/>
                </a:lnTo>
                <a:lnTo>
                  <a:pt x="734" y="86"/>
                </a:lnTo>
                <a:lnTo>
                  <a:pt x="736" y="84"/>
                </a:lnTo>
                <a:lnTo>
                  <a:pt x="737" y="82"/>
                </a:lnTo>
                <a:lnTo>
                  <a:pt x="738" y="80"/>
                </a:lnTo>
                <a:lnTo>
                  <a:pt x="740" y="79"/>
                </a:lnTo>
                <a:lnTo>
                  <a:pt x="741" y="78"/>
                </a:lnTo>
                <a:lnTo>
                  <a:pt x="741" y="76"/>
                </a:lnTo>
                <a:lnTo>
                  <a:pt x="742" y="75"/>
                </a:lnTo>
                <a:lnTo>
                  <a:pt x="744" y="74"/>
                </a:lnTo>
                <a:lnTo>
                  <a:pt x="744" y="72"/>
                </a:lnTo>
                <a:lnTo>
                  <a:pt x="745" y="71"/>
                </a:lnTo>
                <a:lnTo>
                  <a:pt x="746" y="70"/>
                </a:lnTo>
                <a:lnTo>
                  <a:pt x="748" y="68"/>
                </a:lnTo>
                <a:lnTo>
                  <a:pt x="748" y="67"/>
                </a:lnTo>
                <a:lnTo>
                  <a:pt x="749" y="66"/>
                </a:lnTo>
                <a:lnTo>
                  <a:pt x="750" y="64"/>
                </a:lnTo>
                <a:lnTo>
                  <a:pt x="750" y="63"/>
                </a:lnTo>
                <a:lnTo>
                  <a:pt x="752" y="62"/>
                </a:lnTo>
                <a:lnTo>
                  <a:pt x="753" y="62"/>
                </a:lnTo>
                <a:lnTo>
                  <a:pt x="753" y="60"/>
                </a:lnTo>
                <a:lnTo>
                  <a:pt x="754" y="59"/>
                </a:lnTo>
                <a:lnTo>
                  <a:pt x="756" y="56"/>
                </a:lnTo>
                <a:lnTo>
                  <a:pt x="757" y="55"/>
                </a:lnTo>
                <a:lnTo>
                  <a:pt x="758" y="54"/>
                </a:lnTo>
                <a:lnTo>
                  <a:pt x="760" y="52"/>
                </a:lnTo>
                <a:lnTo>
                  <a:pt x="760" y="50"/>
                </a:lnTo>
                <a:lnTo>
                  <a:pt x="762" y="48"/>
                </a:lnTo>
                <a:lnTo>
                  <a:pt x="764" y="46"/>
                </a:lnTo>
                <a:lnTo>
                  <a:pt x="765" y="44"/>
                </a:lnTo>
                <a:lnTo>
                  <a:pt x="766" y="42"/>
                </a:lnTo>
                <a:lnTo>
                  <a:pt x="768" y="40"/>
                </a:lnTo>
                <a:lnTo>
                  <a:pt x="769" y="38"/>
                </a:lnTo>
                <a:lnTo>
                  <a:pt x="770" y="36"/>
                </a:lnTo>
                <a:lnTo>
                  <a:pt x="772" y="35"/>
                </a:lnTo>
                <a:lnTo>
                  <a:pt x="773" y="32"/>
                </a:lnTo>
                <a:lnTo>
                  <a:pt x="774" y="31"/>
                </a:lnTo>
                <a:lnTo>
                  <a:pt x="776" y="30"/>
                </a:lnTo>
                <a:lnTo>
                  <a:pt x="776" y="28"/>
                </a:lnTo>
                <a:lnTo>
                  <a:pt x="777" y="27"/>
                </a:lnTo>
                <a:lnTo>
                  <a:pt x="778" y="26"/>
                </a:lnTo>
                <a:lnTo>
                  <a:pt x="778" y="24"/>
                </a:lnTo>
                <a:lnTo>
                  <a:pt x="780" y="23"/>
                </a:lnTo>
                <a:lnTo>
                  <a:pt x="781" y="22"/>
                </a:lnTo>
                <a:lnTo>
                  <a:pt x="781" y="20"/>
                </a:lnTo>
                <a:lnTo>
                  <a:pt x="782" y="19"/>
                </a:lnTo>
                <a:lnTo>
                  <a:pt x="782" y="18"/>
                </a:lnTo>
                <a:lnTo>
                  <a:pt x="784" y="18"/>
                </a:lnTo>
                <a:lnTo>
                  <a:pt x="784" y="16"/>
                </a:lnTo>
                <a:lnTo>
                  <a:pt x="785" y="15"/>
                </a:lnTo>
                <a:lnTo>
                  <a:pt x="785" y="14"/>
                </a:lnTo>
                <a:lnTo>
                  <a:pt x="786" y="12"/>
                </a:lnTo>
                <a:lnTo>
                  <a:pt x="788" y="11"/>
                </a:lnTo>
                <a:lnTo>
                  <a:pt x="789" y="10"/>
                </a:lnTo>
                <a:lnTo>
                  <a:pt x="789" y="8"/>
                </a:lnTo>
                <a:lnTo>
                  <a:pt x="790" y="7"/>
                </a:lnTo>
                <a:lnTo>
                  <a:pt x="790" y="4"/>
                </a:lnTo>
                <a:lnTo>
                  <a:pt x="792" y="3"/>
                </a:lnTo>
                <a:lnTo>
                  <a:pt x="793" y="2"/>
                </a:lnTo>
                <a:lnTo>
                  <a:pt x="794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20" name="Freeform 87">
            <a:extLst>
              <a:ext uri="{FF2B5EF4-FFF2-40B4-BE49-F238E27FC236}">
                <a16:creationId xmlns:a16="http://schemas.microsoft.com/office/drawing/2014/main" id="{90F0569E-B896-4D68-A202-3CF18890A998}"/>
              </a:ext>
            </a:extLst>
          </p:cNvPr>
          <p:cNvSpPr>
            <a:spLocks/>
          </p:cNvSpPr>
          <p:nvPr/>
        </p:nvSpPr>
        <p:spPr bwMode="auto">
          <a:xfrm>
            <a:off x="5284788" y="4098925"/>
            <a:ext cx="76200" cy="252412"/>
          </a:xfrm>
          <a:custGeom>
            <a:avLst/>
            <a:gdLst>
              <a:gd name="T0" fmla="*/ 2147483646 w 94"/>
              <a:gd name="T1" fmla="*/ 2147483646 h 317"/>
              <a:gd name="T2" fmla="*/ 2147483646 w 94"/>
              <a:gd name="T3" fmla="*/ 2147483646 h 317"/>
              <a:gd name="T4" fmla="*/ 2147483646 w 94"/>
              <a:gd name="T5" fmla="*/ 2147483646 h 317"/>
              <a:gd name="T6" fmla="*/ 2147483646 w 94"/>
              <a:gd name="T7" fmla="*/ 2147483646 h 317"/>
              <a:gd name="T8" fmla="*/ 2147483646 w 94"/>
              <a:gd name="T9" fmla="*/ 2147483646 h 317"/>
              <a:gd name="T10" fmla="*/ 2147483646 w 94"/>
              <a:gd name="T11" fmla="*/ 2147483646 h 317"/>
              <a:gd name="T12" fmla="*/ 2147483646 w 94"/>
              <a:gd name="T13" fmla="*/ 2147483646 h 317"/>
              <a:gd name="T14" fmla="*/ 2147483646 w 94"/>
              <a:gd name="T15" fmla="*/ 2147483646 h 317"/>
              <a:gd name="T16" fmla="*/ 2147483646 w 94"/>
              <a:gd name="T17" fmla="*/ 2147483646 h 317"/>
              <a:gd name="T18" fmla="*/ 2147483646 w 94"/>
              <a:gd name="T19" fmla="*/ 2147483646 h 317"/>
              <a:gd name="T20" fmla="*/ 2147483646 w 94"/>
              <a:gd name="T21" fmla="*/ 2147483646 h 317"/>
              <a:gd name="T22" fmla="*/ 2147483646 w 94"/>
              <a:gd name="T23" fmla="*/ 2147483646 h 317"/>
              <a:gd name="T24" fmla="*/ 2147483646 w 94"/>
              <a:gd name="T25" fmla="*/ 2147483646 h 317"/>
              <a:gd name="T26" fmla="*/ 2147483646 w 94"/>
              <a:gd name="T27" fmla="*/ 2147483646 h 317"/>
              <a:gd name="T28" fmla="*/ 2147483646 w 94"/>
              <a:gd name="T29" fmla="*/ 2147483646 h 317"/>
              <a:gd name="T30" fmla="*/ 2147483646 w 94"/>
              <a:gd name="T31" fmla="*/ 2147483646 h 317"/>
              <a:gd name="T32" fmla="*/ 2147483646 w 94"/>
              <a:gd name="T33" fmla="*/ 2147483646 h 317"/>
              <a:gd name="T34" fmla="*/ 2147483646 w 94"/>
              <a:gd name="T35" fmla="*/ 2147483646 h 317"/>
              <a:gd name="T36" fmla="*/ 2147483646 w 94"/>
              <a:gd name="T37" fmla="*/ 2147483646 h 317"/>
              <a:gd name="T38" fmla="*/ 2147483646 w 94"/>
              <a:gd name="T39" fmla="*/ 2147483646 h 317"/>
              <a:gd name="T40" fmla="*/ 2147483646 w 94"/>
              <a:gd name="T41" fmla="*/ 2147483646 h 317"/>
              <a:gd name="T42" fmla="*/ 2147483646 w 94"/>
              <a:gd name="T43" fmla="*/ 2147483646 h 317"/>
              <a:gd name="T44" fmla="*/ 2147483646 w 94"/>
              <a:gd name="T45" fmla="*/ 2147483646 h 317"/>
              <a:gd name="T46" fmla="*/ 2147483646 w 94"/>
              <a:gd name="T47" fmla="*/ 2147483646 h 317"/>
              <a:gd name="T48" fmla="*/ 2147483646 w 94"/>
              <a:gd name="T49" fmla="*/ 2147483646 h 317"/>
              <a:gd name="T50" fmla="*/ 2147483646 w 94"/>
              <a:gd name="T51" fmla="*/ 2147483646 h 317"/>
              <a:gd name="T52" fmla="*/ 2147483646 w 94"/>
              <a:gd name="T53" fmla="*/ 2147483646 h 317"/>
              <a:gd name="T54" fmla="*/ 2147483646 w 94"/>
              <a:gd name="T55" fmla="*/ 2147483646 h 317"/>
              <a:gd name="T56" fmla="*/ 2147483646 w 94"/>
              <a:gd name="T57" fmla="*/ 2147483646 h 317"/>
              <a:gd name="T58" fmla="*/ 2147483646 w 94"/>
              <a:gd name="T59" fmla="*/ 2147483646 h 317"/>
              <a:gd name="T60" fmla="*/ 2147483646 w 94"/>
              <a:gd name="T61" fmla="*/ 2147483646 h 317"/>
              <a:gd name="T62" fmla="*/ 2147483646 w 94"/>
              <a:gd name="T63" fmla="*/ 2147483646 h 317"/>
              <a:gd name="T64" fmla="*/ 2147483646 w 94"/>
              <a:gd name="T65" fmla="*/ 2147483646 h 317"/>
              <a:gd name="T66" fmla="*/ 2147483646 w 94"/>
              <a:gd name="T67" fmla="*/ 2147483646 h 317"/>
              <a:gd name="T68" fmla="*/ 2147483646 w 94"/>
              <a:gd name="T69" fmla="*/ 2147483646 h 317"/>
              <a:gd name="T70" fmla="*/ 2147483646 w 94"/>
              <a:gd name="T71" fmla="*/ 2147483646 h 317"/>
              <a:gd name="T72" fmla="*/ 2147483646 w 94"/>
              <a:gd name="T73" fmla="*/ 2147483646 h 317"/>
              <a:gd name="T74" fmla="*/ 2147483646 w 94"/>
              <a:gd name="T75" fmla="*/ 2147483646 h 317"/>
              <a:gd name="T76" fmla="*/ 2147483646 w 94"/>
              <a:gd name="T77" fmla="*/ 2147483646 h 317"/>
              <a:gd name="T78" fmla="*/ 2147483646 w 94"/>
              <a:gd name="T79" fmla="*/ 2147483646 h 317"/>
              <a:gd name="T80" fmla="*/ 2147483646 w 94"/>
              <a:gd name="T81" fmla="*/ 2147483646 h 317"/>
              <a:gd name="T82" fmla="*/ 2147483646 w 94"/>
              <a:gd name="T83" fmla="*/ 2147483646 h 317"/>
              <a:gd name="T84" fmla="*/ 2147483646 w 94"/>
              <a:gd name="T85" fmla="*/ 2147483646 h 317"/>
              <a:gd name="T86" fmla="*/ 2147483646 w 94"/>
              <a:gd name="T87" fmla="*/ 2147483646 h 317"/>
              <a:gd name="T88" fmla="*/ 2147483646 w 94"/>
              <a:gd name="T89" fmla="*/ 2147483646 h 317"/>
              <a:gd name="T90" fmla="*/ 2147483646 w 94"/>
              <a:gd name="T91" fmla="*/ 2147483646 h 317"/>
              <a:gd name="T92" fmla="*/ 2147483646 w 94"/>
              <a:gd name="T93" fmla="*/ 2147483646 h 317"/>
              <a:gd name="T94" fmla="*/ 2147483646 w 94"/>
              <a:gd name="T95" fmla="*/ 2147483646 h 317"/>
              <a:gd name="T96" fmla="*/ 2147483646 w 94"/>
              <a:gd name="T97" fmla="*/ 2147483646 h 317"/>
              <a:gd name="T98" fmla="*/ 2147483646 w 94"/>
              <a:gd name="T99" fmla="*/ 2147483646 h 317"/>
              <a:gd name="T100" fmla="*/ 2147483646 w 94"/>
              <a:gd name="T101" fmla="*/ 2147483646 h 317"/>
              <a:gd name="T102" fmla="*/ 2147483646 w 94"/>
              <a:gd name="T103" fmla="*/ 2147483646 h 317"/>
              <a:gd name="T104" fmla="*/ 2147483646 w 94"/>
              <a:gd name="T105" fmla="*/ 2147483646 h 317"/>
              <a:gd name="T106" fmla="*/ 2147483646 w 94"/>
              <a:gd name="T107" fmla="*/ 2147483646 h 317"/>
              <a:gd name="T108" fmla="*/ 2147483646 w 94"/>
              <a:gd name="T109" fmla="*/ 2147483646 h 317"/>
              <a:gd name="T110" fmla="*/ 2147483646 w 94"/>
              <a:gd name="T111" fmla="*/ 2147483646 h 317"/>
              <a:gd name="T112" fmla="*/ 2147483646 w 94"/>
              <a:gd name="T113" fmla="*/ 2147483646 h 317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94"/>
              <a:gd name="T172" fmla="*/ 0 h 317"/>
              <a:gd name="T173" fmla="*/ 94 w 94"/>
              <a:gd name="T174" fmla="*/ 317 h 317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94" h="317">
                <a:moveTo>
                  <a:pt x="0" y="0"/>
                </a:moveTo>
                <a:lnTo>
                  <a:pt x="1" y="4"/>
                </a:lnTo>
                <a:lnTo>
                  <a:pt x="4" y="7"/>
                </a:lnTo>
                <a:lnTo>
                  <a:pt x="5" y="9"/>
                </a:lnTo>
                <a:lnTo>
                  <a:pt x="6" y="13"/>
                </a:lnTo>
                <a:lnTo>
                  <a:pt x="8" y="16"/>
                </a:lnTo>
                <a:lnTo>
                  <a:pt x="10" y="17"/>
                </a:lnTo>
                <a:lnTo>
                  <a:pt x="12" y="20"/>
                </a:lnTo>
                <a:lnTo>
                  <a:pt x="12" y="23"/>
                </a:lnTo>
                <a:lnTo>
                  <a:pt x="13" y="24"/>
                </a:lnTo>
                <a:lnTo>
                  <a:pt x="14" y="27"/>
                </a:lnTo>
                <a:lnTo>
                  <a:pt x="16" y="28"/>
                </a:lnTo>
                <a:lnTo>
                  <a:pt x="17" y="29"/>
                </a:lnTo>
                <a:lnTo>
                  <a:pt x="17" y="32"/>
                </a:lnTo>
                <a:lnTo>
                  <a:pt x="18" y="33"/>
                </a:lnTo>
                <a:lnTo>
                  <a:pt x="18" y="35"/>
                </a:lnTo>
                <a:lnTo>
                  <a:pt x="20" y="36"/>
                </a:lnTo>
                <a:lnTo>
                  <a:pt x="21" y="37"/>
                </a:lnTo>
                <a:lnTo>
                  <a:pt x="21" y="38"/>
                </a:lnTo>
                <a:lnTo>
                  <a:pt x="21" y="40"/>
                </a:lnTo>
                <a:lnTo>
                  <a:pt x="22" y="41"/>
                </a:lnTo>
                <a:lnTo>
                  <a:pt x="22" y="42"/>
                </a:lnTo>
                <a:lnTo>
                  <a:pt x="24" y="44"/>
                </a:lnTo>
                <a:lnTo>
                  <a:pt x="24" y="45"/>
                </a:lnTo>
                <a:lnTo>
                  <a:pt x="25" y="46"/>
                </a:lnTo>
                <a:lnTo>
                  <a:pt x="26" y="48"/>
                </a:lnTo>
                <a:lnTo>
                  <a:pt x="26" y="50"/>
                </a:lnTo>
                <a:lnTo>
                  <a:pt x="26" y="52"/>
                </a:lnTo>
                <a:lnTo>
                  <a:pt x="28" y="53"/>
                </a:lnTo>
                <a:lnTo>
                  <a:pt x="28" y="54"/>
                </a:lnTo>
                <a:lnTo>
                  <a:pt x="29" y="56"/>
                </a:lnTo>
                <a:lnTo>
                  <a:pt x="29" y="58"/>
                </a:lnTo>
                <a:lnTo>
                  <a:pt x="30" y="60"/>
                </a:lnTo>
                <a:lnTo>
                  <a:pt x="32" y="61"/>
                </a:lnTo>
                <a:lnTo>
                  <a:pt x="32" y="62"/>
                </a:lnTo>
                <a:lnTo>
                  <a:pt x="33" y="65"/>
                </a:lnTo>
                <a:lnTo>
                  <a:pt x="33" y="66"/>
                </a:lnTo>
                <a:lnTo>
                  <a:pt x="33" y="68"/>
                </a:lnTo>
                <a:lnTo>
                  <a:pt x="34" y="69"/>
                </a:lnTo>
                <a:lnTo>
                  <a:pt x="34" y="70"/>
                </a:lnTo>
                <a:lnTo>
                  <a:pt x="36" y="70"/>
                </a:lnTo>
                <a:lnTo>
                  <a:pt x="36" y="72"/>
                </a:lnTo>
                <a:lnTo>
                  <a:pt x="36" y="73"/>
                </a:lnTo>
                <a:lnTo>
                  <a:pt x="37" y="74"/>
                </a:lnTo>
                <a:lnTo>
                  <a:pt x="37" y="76"/>
                </a:lnTo>
                <a:lnTo>
                  <a:pt x="37" y="77"/>
                </a:lnTo>
                <a:lnTo>
                  <a:pt x="38" y="78"/>
                </a:lnTo>
                <a:lnTo>
                  <a:pt x="38" y="80"/>
                </a:lnTo>
                <a:lnTo>
                  <a:pt x="38" y="81"/>
                </a:lnTo>
                <a:lnTo>
                  <a:pt x="40" y="81"/>
                </a:lnTo>
                <a:lnTo>
                  <a:pt x="40" y="82"/>
                </a:lnTo>
                <a:lnTo>
                  <a:pt x="40" y="84"/>
                </a:lnTo>
                <a:lnTo>
                  <a:pt x="41" y="85"/>
                </a:lnTo>
                <a:lnTo>
                  <a:pt x="41" y="86"/>
                </a:lnTo>
                <a:lnTo>
                  <a:pt x="41" y="88"/>
                </a:lnTo>
                <a:lnTo>
                  <a:pt x="42" y="89"/>
                </a:lnTo>
                <a:lnTo>
                  <a:pt x="42" y="90"/>
                </a:lnTo>
                <a:lnTo>
                  <a:pt x="44" y="93"/>
                </a:lnTo>
                <a:lnTo>
                  <a:pt x="44" y="94"/>
                </a:lnTo>
                <a:lnTo>
                  <a:pt x="45" y="96"/>
                </a:lnTo>
                <a:lnTo>
                  <a:pt x="45" y="98"/>
                </a:lnTo>
                <a:lnTo>
                  <a:pt x="46" y="100"/>
                </a:lnTo>
                <a:lnTo>
                  <a:pt x="46" y="102"/>
                </a:lnTo>
                <a:lnTo>
                  <a:pt x="48" y="104"/>
                </a:lnTo>
                <a:lnTo>
                  <a:pt x="49" y="106"/>
                </a:lnTo>
                <a:lnTo>
                  <a:pt x="49" y="108"/>
                </a:lnTo>
                <a:lnTo>
                  <a:pt x="50" y="110"/>
                </a:lnTo>
                <a:lnTo>
                  <a:pt x="50" y="112"/>
                </a:lnTo>
                <a:lnTo>
                  <a:pt x="52" y="113"/>
                </a:lnTo>
                <a:lnTo>
                  <a:pt x="52" y="114"/>
                </a:lnTo>
                <a:lnTo>
                  <a:pt x="53" y="117"/>
                </a:lnTo>
                <a:lnTo>
                  <a:pt x="53" y="118"/>
                </a:lnTo>
                <a:lnTo>
                  <a:pt x="53" y="120"/>
                </a:lnTo>
                <a:lnTo>
                  <a:pt x="54" y="120"/>
                </a:lnTo>
                <a:lnTo>
                  <a:pt x="54" y="121"/>
                </a:lnTo>
                <a:lnTo>
                  <a:pt x="54" y="122"/>
                </a:lnTo>
                <a:lnTo>
                  <a:pt x="56" y="124"/>
                </a:lnTo>
                <a:lnTo>
                  <a:pt x="56" y="125"/>
                </a:lnTo>
                <a:lnTo>
                  <a:pt x="56" y="126"/>
                </a:lnTo>
                <a:lnTo>
                  <a:pt x="57" y="128"/>
                </a:lnTo>
                <a:lnTo>
                  <a:pt x="57" y="129"/>
                </a:lnTo>
                <a:lnTo>
                  <a:pt x="57" y="130"/>
                </a:lnTo>
                <a:lnTo>
                  <a:pt x="58" y="131"/>
                </a:lnTo>
                <a:lnTo>
                  <a:pt x="58" y="133"/>
                </a:lnTo>
                <a:lnTo>
                  <a:pt x="58" y="134"/>
                </a:lnTo>
                <a:lnTo>
                  <a:pt x="60" y="135"/>
                </a:lnTo>
                <a:lnTo>
                  <a:pt x="60" y="137"/>
                </a:lnTo>
                <a:lnTo>
                  <a:pt x="60" y="138"/>
                </a:lnTo>
                <a:lnTo>
                  <a:pt x="61" y="141"/>
                </a:lnTo>
                <a:lnTo>
                  <a:pt x="61" y="142"/>
                </a:lnTo>
                <a:lnTo>
                  <a:pt x="62" y="143"/>
                </a:lnTo>
                <a:lnTo>
                  <a:pt x="62" y="146"/>
                </a:lnTo>
                <a:lnTo>
                  <a:pt x="63" y="147"/>
                </a:lnTo>
                <a:lnTo>
                  <a:pt x="63" y="150"/>
                </a:lnTo>
                <a:lnTo>
                  <a:pt x="65" y="153"/>
                </a:lnTo>
                <a:lnTo>
                  <a:pt x="65" y="154"/>
                </a:lnTo>
                <a:lnTo>
                  <a:pt x="66" y="157"/>
                </a:lnTo>
                <a:lnTo>
                  <a:pt x="66" y="158"/>
                </a:lnTo>
                <a:lnTo>
                  <a:pt x="66" y="159"/>
                </a:lnTo>
                <a:lnTo>
                  <a:pt x="67" y="162"/>
                </a:lnTo>
                <a:lnTo>
                  <a:pt x="67" y="163"/>
                </a:lnTo>
                <a:lnTo>
                  <a:pt x="67" y="165"/>
                </a:lnTo>
                <a:lnTo>
                  <a:pt x="69" y="166"/>
                </a:lnTo>
                <a:lnTo>
                  <a:pt x="69" y="167"/>
                </a:lnTo>
                <a:lnTo>
                  <a:pt x="69" y="169"/>
                </a:lnTo>
                <a:lnTo>
                  <a:pt x="70" y="170"/>
                </a:lnTo>
                <a:lnTo>
                  <a:pt x="70" y="171"/>
                </a:lnTo>
                <a:lnTo>
                  <a:pt x="70" y="173"/>
                </a:lnTo>
                <a:lnTo>
                  <a:pt x="71" y="174"/>
                </a:lnTo>
                <a:lnTo>
                  <a:pt x="71" y="175"/>
                </a:lnTo>
                <a:lnTo>
                  <a:pt x="71" y="177"/>
                </a:lnTo>
                <a:lnTo>
                  <a:pt x="71" y="178"/>
                </a:lnTo>
                <a:lnTo>
                  <a:pt x="73" y="179"/>
                </a:lnTo>
                <a:lnTo>
                  <a:pt x="73" y="181"/>
                </a:lnTo>
                <a:lnTo>
                  <a:pt x="73" y="182"/>
                </a:lnTo>
                <a:lnTo>
                  <a:pt x="74" y="183"/>
                </a:lnTo>
                <a:lnTo>
                  <a:pt x="74" y="185"/>
                </a:lnTo>
                <a:lnTo>
                  <a:pt x="74" y="186"/>
                </a:lnTo>
                <a:lnTo>
                  <a:pt x="75" y="187"/>
                </a:lnTo>
                <a:lnTo>
                  <a:pt x="75" y="189"/>
                </a:lnTo>
                <a:lnTo>
                  <a:pt x="75" y="190"/>
                </a:lnTo>
                <a:lnTo>
                  <a:pt x="77" y="193"/>
                </a:lnTo>
                <a:lnTo>
                  <a:pt x="77" y="194"/>
                </a:lnTo>
                <a:lnTo>
                  <a:pt x="78" y="197"/>
                </a:lnTo>
                <a:lnTo>
                  <a:pt x="78" y="198"/>
                </a:lnTo>
                <a:lnTo>
                  <a:pt x="79" y="201"/>
                </a:lnTo>
                <a:lnTo>
                  <a:pt x="79" y="202"/>
                </a:lnTo>
                <a:lnTo>
                  <a:pt x="81" y="205"/>
                </a:lnTo>
                <a:lnTo>
                  <a:pt x="81" y="206"/>
                </a:lnTo>
                <a:lnTo>
                  <a:pt x="82" y="209"/>
                </a:lnTo>
                <a:lnTo>
                  <a:pt x="82" y="210"/>
                </a:lnTo>
                <a:lnTo>
                  <a:pt x="82" y="211"/>
                </a:lnTo>
                <a:lnTo>
                  <a:pt x="83" y="213"/>
                </a:lnTo>
                <a:lnTo>
                  <a:pt x="83" y="214"/>
                </a:lnTo>
                <a:lnTo>
                  <a:pt x="83" y="215"/>
                </a:lnTo>
                <a:lnTo>
                  <a:pt x="83" y="217"/>
                </a:lnTo>
                <a:lnTo>
                  <a:pt x="85" y="218"/>
                </a:lnTo>
                <a:lnTo>
                  <a:pt x="85" y="219"/>
                </a:lnTo>
                <a:lnTo>
                  <a:pt x="85" y="221"/>
                </a:lnTo>
                <a:lnTo>
                  <a:pt x="85" y="222"/>
                </a:lnTo>
                <a:lnTo>
                  <a:pt x="86" y="223"/>
                </a:lnTo>
                <a:lnTo>
                  <a:pt x="86" y="224"/>
                </a:lnTo>
                <a:lnTo>
                  <a:pt x="86" y="226"/>
                </a:lnTo>
                <a:lnTo>
                  <a:pt x="86" y="227"/>
                </a:lnTo>
                <a:lnTo>
                  <a:pt x="86" y="228"/>
                </a:lnTo>
                <a:lnTo>
                  <a:pt x="86" y="230"/>
                </a:lnTo>
                <a:lnTo>
                  <a:pt x="86" y="231"/>
                </a:lnTo>
                <a:lnTo>
                  <a:pt x="86" y="232"/>
                </a:lnTo>
                <a:lnTo>
                  <a:pt x="87" y="234"/>
                </a:lnTo>
                <a:lnTo>
                  <a:pt x="87" y="235"/>
                </a:lnTo>
                <a:lnTo>
                  <a:pt x="87" y="236"/>
                </a:lnTo>
                <a:lnTo>
                  <a:pt x="87" y="238"/>
                </a:lnTo>
                <a:lnTo>
                  <a:pt x="87" y="239"/>
                </a:lnTo>
                <a:lnTo>
                  <a:pt x="87" y="242"/>
                </a:lnTo>
                <a:lnTo>
                  <a:pt x="87" y="243"/>
                </a:lnTo>
                <a:lnTo>
                  <a:pt x="87" y="244"/>
                </a:lnTo>
                <a:lnTo>
                  <a:pt x="87" y="247"/>
                </a:lnTo>
                <a:lnTo>
                  <a:pt x="89" y="248"/>
                </a:lnTo>
                <a:lnTo>
                  <a:pt x="89" y="250"/>
                </a:lnTo>
                <a:lnTo>
                  <a:pt x="89" y="251"/>
                </a:lnTo>
                <a:lnTo>
                  <a:pt x="89" y="252"/>
                </a:lnTo>
                <a:lnTo>
                  <a:pt x="89" y="254"/>
                </a:lnTo>
                <a:lnTo>
                  <a:pt x="89" y="255"/>
                </a:lnTo>
                <a:lnTo>
                  <a:pt x="89" y="256"/>
                </a:lnTo>
                <a:lnTo>
                  <a:pt x="89" y="258"/>
                </a:lnTo>
                <a:lnTo>
                  <a:pt x="89" y="259"/>
                </a:lnTo>
                <a:lnTo>
                  <a:pt x="89" y="260"/>
                </a:lnTo>
                <a:lnTo>
                  <a:pt x="89" y="262"/>
                </a:lnTo>
                <a:lnTo>
                  <a:pt x="90" y="263"/>
                </a:lnTo>
                <a:lnTo>
                  <a:pt x="90" y="264"/>
                </a:lnTo>
                <a:lnTo>
                  <a:pt x="90" y="266"/>
                </a:lnTo>
                <a:lnTo>
                  <a:pt x="90" y="267"/>
                </a:lnTo>
                <a:lnTo>
                  <a:pt x="90" y="268"/>
                </a:lnTo>
                <a:lnTo>
                  <a:pt x="90" y="270"/>
                </a:lnTo>
                <a:lnTo>
                  <a:pt x="90" y="271"/>
                </a:lnTo>
                <a:lnTo>
                  <a:pt x="91" y="271"/>
                </a:lnTo>
                <a:lnTo>
                  <a:pt x="91" y="272"/>
                </a:lnTo>
                <a:lnTo>
                  <a:pt x="91" y="274"/>
                </a:lnTo>
                <a:lnTo>
                  <a:pt x="91" y="275"/>
                </a:lnTo>
                <a:lnTo>
                  <a:pt x="91" y="276"/>
                </a:lnTo>
                <a:lnTo>
                  <a:pt x="91" y="278"/>
                </a:lnTo>
                <a:lnTo>
                  <a:pt x="93" y="279"/>
                </a:lnTo>
                <a:lnTo>
                  <a:pt x="93" y="280"/>
                </a:lnTo>
                <a:lnTo>
                  <a:pt x="93" y="282"/>
                </a:lnTo>
                <a:lnTo>
                  <a:pt x="93" y="283"/>
                </a:lnTo>
                <a:lnTo>
                  <a:pt x="93" y="284"/>
                </a:lnTo>
                <a:lnTo>
                  <a:pt x="94" y="284"/>
                </a:lnTo>
                <a:lnTo>
                  <a:pt x="94" y="286"/>
                </a:lnTo>
                <a:lnTo>
                  <a:pt x="94" y="287"/>
                </a:lnTo>
                <a:lnTo>
                  <a:pt x="94" y="288"/>
                </a:lnTo>
                <a:lnTo>
                  <a:pt x="94" y="290"/>
                </a:lnTo>
                <a:lnTo>
                  <a:pt x="94" y="291"/>
                </a:lnTo>
                <a:lnTo>
                  <a:pt x="94" y="292"/>
                </a:lnTo>
                <a:lnTo>
                  <a:pt x="94" y="294"/>
                </a:lnTo>
                <a:lnTo>
                  <a:pt x="94" y="295"/>
                </a:lnTo>
                <a:lnTo>
                  <a:pt x="94" y="296"/>
                </a:lnTo>
                <a:lnTo>
                  <a:pt x="94" y="298"/>
                </a:lnTo>
                <a:lnTo>
                  <a:pt x="94" y="299"/>
                </a:lnTo>
                <a:lnTo>
                  <a:pt x="94" y="300"/>
                </a:lnTo>
                <a:lnTo>
                  <a:pt x="94" y="302"/>
                </a:lnTo>
                <a:lnTo>
                  <a:pt x="94" y="304"/>
                </a:lnTo>
                <a:lnTo>
                  <a:pt x="93" y="306"/>
                </a:lnTo>
                <a:lnTo>
                  <a:pt x="93" y="308"/>
                </a:lnTo>
                <a:lnTo>
                  <a:pt x="93" y="310"/>
                </a:lnTo>
                <a:lnTo>
                  <a:pt x="93" y="312"/>
                </a:lnTo>
                <a:lnTo>
                  <a:pt x="93" y="315"/>
                </a:lnTo>
                <a:lnTo>
                  <a:pt x="93" y="317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21" name="Freeform 88">
            <a:extLst>
              <a:ext uri="{FF2B5EF4-FFF2-40B4-BE49-F238E27FC236}">
                <a16:creationId xmlns:a16="http://schemas.microsoft.com/office/drawing/2014/main" id="{60B2432E-9893-4FD4-A724-FF652845800E}"/>
              </a:ext>
            </a:extLst>
          </p:cNvPr>
          <p:cNvSpPr>
            <a:spLocks/>
          </p:cNvSpPr>
          <p:nvPr/>
        </p:nvSpPr>
        <p:spPr bwMode="auto">
          <a:xfrm>
            <a:off x="5284788" y="4348162"/>
            <a:ext cx="76200" cy="252413"/>
          </a:xfrm>
          <a:custGeom>
            <a:avLst/>
            <a:gdLst>
              <a:gd name="T0" fmla="*/ 2147483646 w 94"/>
              <a:gd name="T1" fmla="*/ 2147483646 h 317"/>
              <a:gd name="T2" fmla="*/ 2147483646 w 94"/>
              <a:gd name="T3" fmla="*/ 2147483646 h 317"/>
              <a:gd name="T4" fmla="*/ 2147483646 w 94"/>
              <a:gd name="T5" fmla="*/ 2147483646 h 317"/>
              <a:gd name="T6" fmla="*/ 2147483646 w 94"/>
              <a:gd name="T7" fmla="*/ 2147483646 h 317"/>
              <a:gd name="T8" fmla="*/ 2147483646 w 94"/>
              <a:gd name="T9" fmla="*/ 2147483646 h 317"/>
              <a:gd name="T10" fmla="*/ 2147483646 w 94"/>
              <a:gd name="T11" fmla="*/ 2147483646 h 317"/>
              <a:gd name="T12" fmla="*/ 2147483646 w 94"/>
              <a:gd name="T13" fmla="*/ 2147483646 h 317"/>
              <a:gd name="T14" fmla="*/ 2147483646 w 94"/>
              <a:gd name="T15" fmla="*/ 2147483646 h 317"/>
              <a:gd name="T16" fmla="*/ 2147483646 w 94"/>
              <a:gd name="T17" fmla="*/ 2147483646 h 317"/>
              <a:gd name="T18" fmla="*/ 2147483646 w 94"/>
              <a:gd name="T19" fmla="*/ 2147483646 h 317"/>
              <a:gd name="T20" fmla="*/ 2147483646 w 94"/>
              <a:gd name="T21" fmla="*/ 2147483646 h 317"/>
              <a:gd name="T22" fmla="*/ 2147483646 w 94"/>
              <a:gd name="T23" fmla="*/ 2147483646 h 317"/>
              <a:gd name="T24" fmla="*/ 2147483646 w 94"/>
              <a:gd name="T25" fmla="*/ 2147483646 h 317"/>
              <a:gd name="T26" fmla="*/ 2147483646 w 94"/>
              <a:gd name="T27" fmla="*/ 2147483646 h 317"/>
              <a:gd name="T28" fmla="*/ 2147483646 w 94"/>
              <a:gd name="T29" fmla="*/ 2147483646 h 317"/>
              <a:gd name="T30" fmla="*/ 2147483646 w 94"/>
              <a:gd name="T31" fmla="*/ 2147483646 h 317"/>
              <a:gd name="T32" fmla="*/ 2147483646 w 94"/>
              <a:gd name="T33" fmla="*/ 2147483646 h 317"/>
              <a:gd name="T34" fmla="*/ 2147483646 w 94"/>
              <a:gd name="T35" fmla="*/ 2147483646 h 317"/>
              <a:gd name="T36" fmla="*/ 2147483646 w 94"/>
              <a:gd name="T37" fmla="*/ 2147483646 h 317"/>
              <a:gd name="T38" fmla="*/ 2147483646 w 94"/>
              <a:gd name="T39" fmla="*/ 2147483646 h 317"/>
              <a:gd name="T40" fmla="*/ 2147483646 w 94"/>
              <a:gd name="T41" fmla="*/ 2147483646 h 317"/>
              <a:gd name="T42" fmla="*/ 2147483646 w 94"/>
              <a:gd name="T43" fmla="*/ 2147483646 h 317"/>
              <a:gd name="T44" fmla="*/ 2147483646 w 94"/>
              <a:gd name="T45" fmla="*/ 2147483646 h 317"/>
              <a:gd name="T46" fmla="*/ 2147483646 w 94"/>
              <a:gd name="T47" fmla="*/ 2147483646 h 317"/>
              <a:gd name="T48" fmla="*/ 2147483646 w 94"/>
              <a:gd name="T49" fmla="*/ 2147483646 h 317"/>
              <a:gd name="T50" fmla="*/ 2147483646 w 94"/>
              <a:gd name="T51" fmla="*/ 2147483646 h 317"/>
              <a:gd name="T52" fmla="*/ 2147483646 w 94"/>
              <a:gd name="T53" fmla="*/ 2147483646 h 317"/>
              <a:gd name="T54" fmla="*/ 2147483646 w 94"/>
              <a:gd name="T55" fmla="*/ 2147483646 h 317"/>
              <a:gd name="T56" fmla="*/ 2147483646 w 94"/>
              <a:gd name="T57" fmla="*/ 2147483646 h 317"/>
              <a:gd name="T58" fmla="*/ 2147483646 w 94"/>
              <a:gd name="T59" fmla="*/ 2147483646 h 317"/>
              <a:gd name="T60" fmla="*/ 2147483646 w 94"/>
              <a:gd name="T61" fmla="*/ 2147483646 h 317"/>
              <a:gd name="T62" fmla="*/ 2147483646 w 94"/>
              <a:gd name="T63" fmla="*/ 2147483646 h 317"/>
              <a:gd name="T64" fmla="*/ 2147483646 w 94"/>
              <a:gd name="T65" fmla="*/ 2147483646 h 317"/>
              <a:gd name="T66" fmla="*/ 2147483646 w 94"/>
              <a:gd name="T67" fmla="*/ 2147483646 h 317"/>
              <a:gd name="T68" fmla="*/ 2147483646 w 94"/>
              <a:gd name="T69" fmla="*/ 2147483646 h 317"/>
              <a:gd name="T70" fmla="*/ 2147483646 w 94"/>
              <a:gd name="T71" fmla="*/ 2147483646 h 317"/>
              <a:gd name="T72" fmla="*/ 2147483646 w 94"/>
              <a:gd name="T73" fmla="*/ 2147483646 h 317"/>
              <a:gd name="T74" fmla="*/ 2147483646 w 94"/>
              <a:gd name="T75" fmla="*/ 2147483646 h 317"/>
              <a:gd name="T76" fmla="*/ 2147483646 w 94"/>
              <a:gd name="T77" fmla="*/ 2147483646 h 317"/>
              <a:gd name="T78" fmla="*/ 2147483646 w 94"/>
              <a:gd name="T79" fmla="*/ 2147483646 h 317"/>
              <a:gd name="T80" fmla="*/ 2147483646 w 94"/>
              <a:gd name="T81" fmla="*/ 2147483646 h 317"/>
              <a:gd name="T82" fmla="*/ 2147483646 w 94"/>
              <a:gd name="T83" fmla="*/ 2147483646 h 317"/>
              <a:gd name="T84" fmla="*/ 2147483646 w 94"/>
              <a:gd name="T85" fmla="*/ 2147483646 h 317"/>
              <a:gd name="T86" fmla="*/ 2147483646 w 94"/>
              <a:gd name="T87" fmla="*/ 2147483646 h 317"/>
              <a:gd name="T88" fmla="*/ 2147483646 w 94"/>
              <a:gd name="T89" fmla="*/ 2147483646 h 317"/>
              <a:gd name="T90" fmla="*/ 2147483646 w 94"/>
              <a:gd name="T91" fmla="*/ 2147483646 h 317"/>
              <a:gd name="T92" fmla="*/ 2147483646 w 94"/>
              <a:gd name="T93" fmla="*/ 2147483646 h 317"/>
              <a:gd name="T94" fmla="*/ 2147483646 w 94"/>
              <a:gd name="T95" fmla="*/ 2147483646 h 317"/>
              <a:gd name="T96" fmla="*/ 2147483646 w 94"/>
              <a:gd name="T97" fmla="*/ 2147483646 h 317"/>
              <a:gd name="T98" fmla="*/ 2147483646 w 94"/>
              <a:gd name="T99" fmla="*/ 2147483646 h 317"/>
              <a:gd name="T100" fmla="*/ 2147483646 w 94"/>
              <a:gd name="T101" fmla="*/ 2147483646 h 317"/>
              <a:gd name="T102" fmla="*/ 2147483646 w 94"/>
              <a:gd name="T103" fmla="*/ 2147483646 h 317"/>
              <a:gd name="T104" fmla="*/ 2147483646 w 94"/>
              <a:gd name="T105" fmla="*/ 2147483646 h 317"/>
              <a:gd name="T106" fmla="*/ 2147483646 w 94"/>
              <a:gd name="T107" fmla="*/ 2147483646 h 317"/>
              <a:gd name="T108" fmla="*/ 2147483646 w 94"/>
              <a:gd name="T109" fmla="*/ 2147483646 h 317"/>
              <a:gd name="T110" fmla="*/ 2147483646 w 94"/>
              <a:gd name="T111" fmla="*/ 2147483646 h 317"/>
              <a:gd name="T112" fmla="*/ 2147483646 w 94"/>
              <a:gd name="T113" fmla="*/ 2147483646 h 317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94"/>
              <a:gd name="T172" fmla="*/ 0 h 317"/>
              <a:gd name="T173" fmla="*/ 94 w 94"/>
              <a:gd name="T174" fmla="*/ 317 h 317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94" h="317">
                <a:moveTo>
                  <a:pt x="0" y="317"/>
                </a:moveTo>
                <a:lnTo>
                  <a:pt x="1" y="315"/>
                </a:lnTo>
                <a:lnTo>
                  <a:pt x="4" y="311"/>
                </a:lnTo>
                <a:lnTo>
                  <a:pt x="5" y="308"/>
                </a:lnTo>
                <a:lnTo>
                  <a:pt x="6" y="305"/>
                </a:lnTo>
                <a:lnTo>
                  <a:pt x="8" y="303"/>
                </a:lnTo>
                <a:lnTo>
                  <a:pt x="10" y="300"/>
                </a:lnTo>
                <a:lnTo>
                  <a:pt x="12" y="297"/>
                </a:lnTo>
                <a:lnTo>
                  <a:pt x="12" y="295"/>
                </a:lnTo>
                <a:lnTo>
                  <a:pt x="13" y="293"/>
                </a:lnTo>
                <a:lnTo>
                  <a:pt x="14" y="291"/>
                </a:lnTo>
                <a:lnTo>
                  <a:pt x="16" y="289"/>
                </a:lnTo>
                <a:lnTo>
                  <a:pt x="17" y="288"/>
                </a:lnTo>
                <a:lnTo>
                  <a:pt x="17" y="285"/>
                </a:lnTo>
                <a:lnTo>
                  <a:pt x="18" y="284"/>
                </a:lnTo>
                <a:lnTo>
                  <a:pt x="18" y="283"/>
                </a:lnTo>
                <a:lnTo>
                  <a:pt x="20" y="281"/>
                </a:lnTo>
                <a:lnTo>
                  <a:pt x="21" y="280"/>
                </a:lnTo>
                <a:lnTo>
                  <a:pt x="21" y="279"/>
                </a:lnTo>
                <a:lnTo>
                  <a:pt x="21" y="278"/>
                </a:lnTo>
                <a:lnTo>
                  <a:pt x="22" y="276"/>
                </a:lnTo>
                <a:lnTo>
                  <a:pt x="22" y="275"/>
                </a:lnTo>
                <a:lnTo>
                  <a:pt x="24" y="274"/>
                </a:lnTo>
                <a:lnTo>
                  <a:pt x="25" y="272"/>
                </a:lnTo>
                <a:lnTo>
                  <a:pt x="25" y="271"/>
                </a:lnTo>
                <a:lnTo>
                  <a:pt x="26" y="270"/>
                </a:lnTo>
                <a:lnTo>
                  <a:pt x="26" y="268"/>
                </a:lnTo>
                <a:lnTo>
                  <a:pt x="26" y="266"/>
                </a:lnTo>
                <a:lnTo>
                  <a:pt x="28" y="264"/>
                </a:lnTo>
                <a:lnTo>
                  <a:pt x="28" y="263"/>
                </a:lnTo>
                <a:lnTo>
                  <a:pt x="29" y="262"/>
                </a:lnTo>
                <a:lnTo>
                  <a:pt x="29" y="259"/>
                </a:lnTo>
                <a:lnTo>
                  <a:pt x="30" y="258"/>
                </a:lnTo>
                <a:lnTo>
                  <a:pt x="32" y="256"/>
                </a:lnTo>
                <a:lnTo>
                  <a:pt x="32" y="255"/>
                </a:lnTo>
                <a:lnTo>
                  <a:pt x="33" y="252"/>
                </a:lnTo>
                <a:lnTo>
                  <a:pt x="33" y="251"/>
                </a:lnTo>
                <a:lnTo>
                  <a:pt x="33" y="250"/>
                </a:lnTo>
                <a:lnTo>
                  <a:pt x="34" y="248"/>
                </a:lnTo>
                <a:lnTo>
                  <a:pt x="34" y="247"/>
                </a:lnTo>
                <a:lnTo>
                  <a:pt x="36" y="247"/>
                </a:lnTo>
                <a:lnTo>
                  <a:pt x="36" y="246"/>
                </a:lnTo>
                <a:lnTo>
                  <a:pt x="36" y="244"/>
                </a:lnTo>
                <a:lnTo>
                  <a:pt x="37" y="243"/>
                </a:lnTo>
                <a:lnTo>
                  <a:pt x="37" y="242"/>
                </a:lnTo>
                <a:lnTo>
                  <a:pt x="37" y="240"/>
                </a:lnTo>
                <a:lnTo>
                  <a:pt x="38" y="239"/>
                </a:lnTo>
                <a:lnTo>
                  <a:pt x="38" y="238"/>
                </a:lnTo>
                <a:lnTo>
                  <a:pt x="38" y="236"/>
                </a:lnTo>
                <a:lnTo>
                  <a:pt x="40" y="236"/>
                </a:lnTo>
                <a:lnTo>
                  <a:pt x="40" y="235"/>
                </a:lnTo>
                <a:lnTo>
                  <a:pt x="40" y="234"/>
                </a:lnTo>
                <a:lnTo>
                  <a:pt x="41" y="232"/>
                </a:lnTo>
                <a:lnTo>
                  <a:pt x="41" y="231"/>
                </a:lnTo>
                <a:lnTo>
                  <a:pt x="41" y="230"/>
                </a:lnTo>
                <a:lnTo>
                  <a:pt x="42" y="228"/>
                </a:lnTo>
                <a:lnTo>
                  <a:pt x="42" y="227"/>
                </a:lnTo>
                <a:lnTo>
                  <a:pt x="44" y="226"/>
                </a:lnTo>
                <a:lnTo>
                  <a:pt x="44" y="223"/>
                </a:lnTo>
                <a:lnTo>
                  <a:pt x="45" y="222"/>
                </a:lnTo>
                <a:lnTo>
                  <a:pt x="45" y="219"/>
                </a:lnTo>
                <a:lnTo>
                  <a:pt x="46" y="218"/>
                </a:lnTo>
                <a:lnTo>
                  <a:pt x="46" y="215"/>
                </a:lnTo>
                <a:lnTo>
                  <a:pt x="48" y="214"/>
                </a:lnTo>
                <a:lnTo>
                  <a:pt x="49" y="211"/>
                </a:lnTo>
                <a:lnTo>
                  <a:pt x="49" y="210"/>
                </a:lnTo>
                <a:lnTo>
                  <a:pt x="50" y="207"/>
                </a:lnTo>
                <a:lnTo>
                  <a:pt x="50" y="206"/>
                </a:lnTo>
                <a:lnTo>
                  <a:pt x="52" y="204"/>
                </a:lnTo>
                <a:lnTo>
                  <a:pt x="52" y="203"/>
                </a:lnTo>
                <a:lnTo>
                  <a:pt x="53" y="202"/>
                </a:lnTo>
                <a:lnTo>
                  <a:pt x="53" y="200"/>
                </a:lnTo>
                <a:lnTo>
                  <a:pt x="53" y="199"/>
                </a:lnTo>
                <a:lnTo>
                  <a:pt x="54" y="198"/>
                </a:lnTo>
                <a:lnTo>
                  <a:pt x="54" y="196"/>
                </a:lnTo>
                <a:lnTo>
                  <a:pt x="54" y="195"/>
                </a:lnTo>
                <a:lnTo>
                  <a:pt x="56" y="194"/>
                </a:lnTo>
                <a:lnTo>
                  <a:pt x="56" y="192"/>
                </a:lnTo>
                <a:lnTo>
                  <a:pt x="56" y="191"/>
                </a:lnTo>
                <a:lnTo>
                  <a:pt x="57" y="190"/>
                </a:lnTo>
                <a:lnTo>
                  <a:pt x="57" y="188"/>
                </a:lnTo>
                <a:lnTo>
                  <a:pt x="57" y="187"/>
                </a:lnTo>
                <a:lnTo>
                  <a:pt x="58" y="186"/>
                </a:lnTo>
                <a:lnTo>
                  <a:pt x="58" y="185"/>
                </a:lnTo>
                <a:lnTo>
                  <a:pt x="58" y="183"/>
                </a:lnTo>
                <a:lnTo>
                  <a:pt x="60" y="182"/>
                </a:lnTo>
                <a:lnTo>
                  <a:pt x="60" y="181"/>
                </a:lnTo>
                <a:lnTo>
                  <a:pt x="60" y="179"/>
                </a:lnTo>
                <a:lnTo>
                  <a:pt x="61" y="177"/>
                </a:lnTo>
                <a:lnTo>
                  <a:pt x="61" y="175"/>
                </a:lnTo>
                <a:lnTo>
                  <a:pt x="62" y="174"/>
                </a:lnTo>
                <a:lnTo>
                  <a:pt x="62" y="171"/>
                </a:lnTo>
                <a:lnTo>
                  <a:pt x="63" y="170"/>
                </a:lnTo>
                <a:lnTo>
                  <a:pt x="63" y="167"/>
                </a:lnTo>
                <a:lnTo>
                  <a:pt x="65" y="165"/>
                </a:lnTo>
                <a:lnTo>
                  <a:pt x="65" y="163"/>
                </a:lnTo>
                <a:lnTo>
                  <a:pt x="66" y="161"/>
                </a:lnTo>
                <a:lnTo>
                  <a:pt x="66" y="159"/>
                </a:lnTo>
                <a:lnTo>
                  <a:pt x="66" y="158"/>
                </a:lnTo>
                <a:lnTo>
                  <a:pt x="67" y="155"/>
                </a:lnTo>
                <a:lnTo>
                  <a:pt x="67" y="154"/>
                </a:lnTo>
                <a:lnTo>
                  <a:pt x="67" y="153"/>
                </a:lnTo>
                <a:lnTo>
                  <a:pt x="69" y="151"/>
                </a:lnTo>
                <a:lnTo>
                  <a:pt x="69" y="150"/>
                </a:lnTo>
                <a:lnTo>
                  <a:pt x="69" y="149"/>
                </a:lnTo>
                <a:lnTo>
                  <a:pt x="70" y="147"/>
                </a:lnTo>
                <a:lnTo>
                  <a:pt x="70" y="146"/>
                </a:lnTo>
                <a:lnTo>
                  <a:pt x="70" y="145"/>
                </a:lnTo>
                <a:lnTo>
                  <a:pt x="71" y="143"/>
                </a:lnTo>
                <a:lnTo>
                  <a:pt x="71" y="142"/>
                </a:lnTo>
                <a:lnTo>
                  <a:pt x="71" y="141"/>
                </a:lnTo>
                <a:lnTo>
                  <a:pt x="71" y="139"/>
                </a:lnTo>
                <a:lnTo>
                  <a:pt x="73" y="138"/>
                </a:lnTo>
                <a:lnTo>
                  <a:pt x="73" y="137"/>
                </a:lnTo>
                <a:lnTo>
                  <a:pt x="74" y="135"/>
                </a:lnTo>
                <a:lnTo>
                  <a:pt x="74" y="134"/>
                </a:lnTo>
                <a:lnTo>
                  <a:pt x="74" y="131"/>
                </a:lnTo>
                <a:lnTo>
                  <a:pt x="75" y="130"/>
                </a:lnTo>
                <a:lnTo>
                  <a:pt x="75" y="129"/>
                </a:lnTo>
                <a:lnTo>
                  <a:pt x="75" y="127"/>
                </a:lnTo>
                <a:lnTo>
                  <a:pt x="77" y="125"/>
                </a:lnTo>
                <a:lnTo>
                  <a:pt x="77" y="123"/>
                </a:lnTo>
                <a:lnTo>
                  <a:pt x="78" y="121"/>
                </a:lnTo>
                <a:lnTo>
                  <a:pt x="78" y="119"/>
                </a:lnTo>
                <a:lnTo>
                  <a:pt x="79" y="117"/>
                </a:lnTo>
                <a:lnTo>
                  <a:pt x="79" y="115"/>
                </a:lnTo>
                <a:lnTo>
                  <a:pt x="81" y="113"/>
                </a:lnTo>
                <a:lnTo>
                  <a:pt x="81" y="111"/>
                </a:lnTo>
                <a:lnTo>
                  <a:pt x="82" y="110"/>
                </a:lnTo>
                <a:lnTo>
                  <a:pt x="82" y="107"/>
                </a:lnTo>
                <a:lnTo>
                  <a:pt x="82" y="106"/>
                </a:lnTo>
                <a:lnTo>
                  <a:pt x="83" y="105"/>
                </a:lnTo>
                <a:lnTo>
                  <a:pt x="83" y="103"/>
                </a:lnTo>
                <a:lnTo>
                  <a:pt x="83" y="102"/>
                </a:lnTo>
                <a:lnTo>
                  <a:pt x="83" y="101"/>
                </a:lnTo>
                <a:lnTo>
                  <a:pt x="85" y="99"/>
                </a:lnTo>
                <a:lnTo>
                  <a:pt x="85" y="98"/>
                </a:lnTo>
                <a:lnTo>
                  <a:pt x="85" y="97"/>
                </a:lnTo>
                <a:lnTo>
                  <a:pt x="85" y="95"/>
                </a:lnTo>
                <a:lnTo>
                  <a:pt x="86" y="94"/>
                </a:lnTo>
                <a:lnTo>
                  <a:pt x="86" y="93"/>
                </a:lnTo>
                <a:lnTo>
                  <a:pt x="86" y="92"/>
                </a:lnTo>
                <a:lnTo>
                  <a:pt x="86" y="90"/>
                </a:lnTo>
                <a:lnTo>
                  <a:pt x="86" y="89"/>
                </a:lnTo>
                <a:lnTo>
                  <a:pt x="86" y="88"/>
                </a:lnTo>
                <a:lnTo>
                  <a:pt x="86" y="86"/>
                </a:lnTo>
                <a:lnTo>
                  <a:pt x="86" y="85"/>
                </a:lnTo>
                <a:lnTo>
                  <a:pt x="87" y="84"/>
                </a:lnTo>
                <a:lnTo>
                  <a:pt x="87" y="82"/>
                </a:lnTo>
                <a:lnTo>
                  <a:pt x="87" y="81"/>
                </a:lnTo>
                <a:lnTo>
                  <a:pt x="87" y="80"/>
                </a:lnTo>
                <a:lnTo>
                  <a:pt x="87" y="78"/>
                </a:lnTo>
                <a:lnTo>
                  <a:pt x="87" y="76"/>
                </a:lnTo>
                <a:lnTo>
                  <a:pt x="87" y="74"/>
                </a:lnTo>
                <a:lnTo>
                  <a:pt x="87" y="73"/>
                </a:lnTo>
                <a:lnTo>
                  <a:pt x="87" y="70"/>
                </a:lnTo>
                <a:lnTo>
                  <a:pt x="89" y="69"/>
                </a:lnTo>
                <a:lnTo>
                  <a:pt x="89" y="68"/>
                </a:lnTo>
                <a:lnTo>
                  <a:pt x="89" y="66"/>
                </a:lnTo>
                <a:lnTo>
                  <a:pt x="89" y="65"/>
                </a:lnTo>
                <a:lnTo>
                  <a:pt x="89" y="64"/>
                </a:lnTo>
                <a:lnTo>
                  <a:pt x="89" y="62"/>
                </a:lnTo>
                <a:lnTo>
                  <a:pt x="89" y="61"/>
                </a:lnTo>
                <a:lnTo>
                  <a:pt x="89" y="60"/>
                </a:lnTo>
                <a:lnTo>
                  <a:pt x="89" y="58"/>
                </a:lnTo>
                <a:lnTo>
                  <a:pt x="89" y="57"/>
                </a:lnTo>
                <a:lnTo>
                  <a:pt x="89" y="56"/>
                </a:lnTo>
                <a:lnTo>
                  <a:pt x="90" y="54"/>
                </a:lnTo>
                <a:lnTo>
                  <a:pt x="90" y="53"/>
                </a:lnTo>
                <a:lnTo>
                  <a:pt x="90" y="52"/>
                </a:lnTo>
                <a:lnTo>
                  <a:pt x="90" y="50"/>
                </a:lnTo>
                <a:lnTo>
                  <a:pt x="90" y="49"/>
                </a:lnTo>
                <a:lnTo>
                  <a:pt x="90" y="48"/>
                </a:lnTo>
                <a:lnTo>
                  <a:pt x="90" y="46"/>
                </a:lnTo>
                <a:lnTo>
                  <a:pt x="91" y="46"/>
                </a:lnTo>
                <a:lnTo>
                  <a:pt x="91" y="45"/>
                </a:lnTo>
                <a:lnTo>
                  <a:pt x="91" y="44"/>
                </a:lnTo>
                <a:lnTo>
                  <a:pt x="91" y="42"/>
                </a:lnTo>
                <a:lnTo>
                  <a:pt x="91" y="41"/>
                </a:lnTo>
                <a:lnTo>
                  <a:pt x="91" y="40"/>
                </a:lnTo>
                <a:lnTo>
                  <a:pt x="93" y="38"/>
                </a:lnTo>
                <a:lnTo>
                  <a:pt x="93" y="37"/>
                </a:lnTo>
                <a:lnTo>
                  <a:pt x="93" y="36"/>
                </a:lnTo>
                <a:lnTo>
                  <a:pt x="93" y="34"/>
                </a:lnTo>
                <a:lnTo>
                  <a:pt x="93" y="33"/>
                </a:lnTo>
                <a:lnTo>
                  <a:pt x="94" y="33"/>
                </a:lnTo>
                <a:lnTo>
                  <a:pt x="94" y="32"/>
                </a:lnTo>
                <a:lnTo>
                  <a:pt x="94" y="30"/>
                </a:lnTo>
                <a:lnTo>
                  <a:pt x="94" y="29"/>
                </a:lnTo>
                <a:lnTo>
                  <a:pt x="94" y="28"/>
                </a:lnTo>
                <a:lnTo>
                  <a:pt x="94" y="26"/>
                </a:lnTo>
                <a:lnTo>
                  <a:pt x="94" y="25"/>
                </a:lnTo>
                <a:lnTo>
                  <a:pt x="94" y="24"/>
                </a:lnTo>
                <a:lnTo>
                  <a:pt x="94" y="22"/>
                </a:lnTo>
                <a:lnTo>
                  <a:pt x="94" y="21"/>
                </a:lnTo>
                <a:lnTo>
                  <a:pt x="94" y="20"/>
                </a:lnTo>
                <a:lnTo>
                  <a:pt x="94" y="18"/>
                </a:lnTo>
                <a:lnTo>
                  <a:pt x="94" y="17"/>
                </a:lnTo>
                <a:lnTo>
                  <a:pt x="94" y="16"/>
                </a:lnTo>
                <a:lnTo>
                  <a:pt x="94" y="13"/>
                </a:lnTo>
                <a:lnTo>
                  <a:pt x="93" y="12"/>
                </a:lnTo>
                <a:lnTo>
                  <a:pt x="93" y="9"/>
                </a:lnTo>
                <a:lnTo>
                  <a:pt x="93" y="8"/>
                </a:lnTo>
                <a:lnTo>
                  <a:pt x="93" y="5"/>
                </a:lnTo>
                <a:lnTo>
                  <a:pt x="93" y="2"/>
                </a:lnTo>
                <a:lnTo>
                  <a:pt x="93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22" name="Freeform 89">
            <a:extLst>
              <a:ext uri="{FF2B5EF4-FFF2-40B4-BE49-F238E27FC236}">
                <a16:creationId xmlns:a16="http://schemas.microsoft.com/office/drawing/2014/main" id="{1FAA6C2A-4D80-4EF5-B599-64F151C2D2D3}"/>
              </a:ext>
            </a:extLst>
          </p:cNvPr>
          <p:cNvSpPr>
            <a:spLocks/>
          </p:cNvSpPr>
          <p:nvPr/>
        </p:nvSpPr>
        <p:spPr bwMode="auto">
          <a:xfrm>
            <a:off x="3198813" y="4506912"/>
            <a:ext cx="1822450" cy="295275"/>
          </a:xfrm>
          <a:custGeom>
            <a:avLst/>
            <a:gdLst>
              <a:gd name="T0" fmla="*/ 2147483646 w 2073"/>
              <a:gd name="T1" fmla="*/ 0 h 372"/>
              <a:gd name="T2" fmla="*/ 2147483646 w 2073"/>
              <a:gd name="T3" fmla="*/ 2147483646 h 372"/>
              <a:gd name="T4" fmla="*/ 0 w 2073"/>
              <a:gd name="T5" fmla="*/ 2147483646 h 372"/>
              <a:gd name="T6" fmla="*/ 0 60000 65536"/>
              <a:gd name="T7" fmla="*/ 0 60000 65536"/>
              <a:gd name="T8" fmla="*/ 0 60000 65536"/>
              <a:gd name="T9" fmla="*/ 0 w 2073"/>
              <a:gd name="T10" fmla="*/ 0 h 372"/>
              <a:gd name="T11" fmla="*/ 2073 w 2073"/>
              <a:gd name="T12" fmla="*/ 372 h 3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73" h="372">
                <a:moveTo>
                  <a:pt x="2073" y="0"/>
                </a:moveTo>
                <a:lnTo>
                  <a:pt x="2073" y="372"/>
                </a:lnTo>
                <a:lnTo>
                  <a:pt x="0" y="37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23" name="Line 90">
            <a:extLst>
              <a:ext uri="{FF2B5EF4-FFF2-40B4-BE49-F238E27FC236}">
                <a16:creationId xmlns:a16="http://schemas.microsoft.com/office/drawing/2014/main" id="{E48E7E98-F9F8-4172-8E22-7C927E329F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3625" y="3305175"/>
            <a:ext cx="2236788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24" name="Line 91">
            <a:extLst>
              <a:ext uri="{FF2B5EF4-FFF2-40B4-BE49-F238E27FC236}">
                <a16:creationId xmlns:a16="http://schemas.microsoft.com/office/drawing/2014/main" id="{829131A5-75D4-45C7-96D8-C9C716B342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7088" y="4359275"/>
            <a:ext cx="12033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25" name="Line 92">
            <a:extLst>
              <a:ext uri="{FF2B5EF4-FFF2-40B4-BE49-F238E27FC236}">
                <a16:creationId xmlns:a16="http://schemas.microsoft.com/office/drawing/2014/main" id="{7E4DC220-1459-4B3E-AA9F-A3D143F50B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2513" y="3600450"/>
            <a:ext cx="1587" cy="1054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26" name="Line 93">
            <a:extLst>
              <a:ext uri="{FF2B5EF4-FFF2-40B4-BE49-F238E27FC236}">
                <a16:creationId xmlns:a16="http://schemas.microsoft.com/office/drawing/2014/main" id="{7EE28820-F96C-4AAE-B4C7-F16D8B72A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1963" y="3895725"/>
            <a:ext cx="59055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27" name="Line 94">
            <a:extLst>
              <a:ext uri="{FF2B5EF4-FFF2-40B4-BE49-F238E27FC236}">
                <a16:creationId xmlns:a16="http://schemas.microsoft.com/office/drawing/2014/main" id="{F2ADCECC-5E42-458A-8B73-728759D7A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1963" y="3600450"/>
            <a:ext cx="59055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28" name="Freeform 95">
            <a:extLst>
              <a:ext uri="{FF2B5EF4-FFF2-40B4-BE49-F238E27FC236}">
                <a16:creationId xmlns:a16="http://schemas.microsoft.com/office/drawing/2014/main" id="{739762DF-B45A-4A63-9727-8861B6EF1795}"/>
              </a:ext>
            </a:extLst>
          </p:cNvPr>
          <p:cNvSpPr>
            <a:spLocks/>
          </p:cNvSpPr>
          <p:nvPr/>
        </p:nvSpPr>
        <p:spPr bwMode="auto">
          <a:xfrm>
            <a:off x="2027238" y="3895725"/>
            <a:ext cx="295275" cy="1054100"/>
          </a:xfrm>
          <a:custGeom>
            <a:avLst/>
            <a:gdLst>
              <a:gd name="T0" fmla="*/ 2147483646 w 372"/>
              <a:gd name="T1" fmla="*/ 2147483646 h 1328"/>
              <a:gd name="T2" fmla="*/ 0 w 372"/>
              <a:gd name="T3" fmla="*/ 2147483646 h 1328"/>
              <a:gd name="T4" fmla="*/ 0 w 372"/>
              <a:gd name="T5" fmla="*/ 0 h 1328"/>
              <a:gd name="T6" fmla="*/ 0 60000 65536"/>
              <a:gd name="T7" fmla="*/ 0 60000 65536"/>
              <a:gd name="T8" fmla="*/ 0 60000 65536"/>
              <a:gd name="T9" fmla="*/ 0 w 372"/>
              <a:gd name="T10" fmla="*/ 0 h 1328"/>
              <a:gd name="T11" fmla="*/ 372 w 372"/>
              <a:gd name="T12" fmla="*/ 1328 h 13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2" h="1328">
                <a:moveTo>
                  <a:pt x="372" y="1328"/>
                </a:moveTo>
                <a:lnTo>
                  <a:pt x="0" y="1328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29" name="Rectangle 96">
            <a:extLst>
              <a:ext uri="{FF2B5EF4-FFF2-40B4-BE49-F238E27FC236}">
                <a16:creationId xmlns:a16="http://schemas.microsoft.com/office/drawing/2014/main" id="{B11433F2-F3F7-40F9-87B6-5440C491F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0" y="1325562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30" name="Rectangle 97">
            <a:extLst>
              <a:ext uri="{FF2B5EF4-FFF2-40B4-BE49-F238E27FC236}">
                <a16:creationId xmlns:a16="http://schemas.microsoft.com/office/drawing/2014/main" id="{CB982EA2-020C-43AA-8B57-E8070D706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3" y="3014662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31" name="Rectangle 98">
            <a:extLst>
              <a:ext uri="{FF2B5EF4-FFF2-40B4-BE49-F238E27FC236}">
                <a16:creationId xmlns:a16="http://schemas.microsoft.com/office/drawing/2014/main" id="{75D280F3-99CC-4CDB-B185-6E7D43E4B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388" y="3111500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32" name="Rectangle 99">
            <a:extLst>
              <a:ext uri="{FF2B5EF4-FFF2-40B4-BE49-F238E27FC236}">
                <a16:creationId xmlns:a16="http://schemas.microsoft.com/office/drawing/2014/main" id="{8F281624-50D1-4C05-B053-4CFB32EEA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3459162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33" name="Rectangle 100">
            <a:extLst>
              <a:ext uri="{FF2B5EF4-FFF2-40B4-BE49-F238E27FC236}">
                <a16:creationId xmlns:a16="http://schemas.microsoft.com/office/drawing/2014/main" id="{E46601C5-95E4-45FB-A21B-32471EC03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563" y="3556000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34" name="Rectangle 101">
            <a:extLst>
              <a:ext uri="{FF2B5EF4-FFF2-40B4-BE49-F238E27FC236}">
                <a16:creationId xmlns:a16="http://schemas.microsoft.com/office/drawing/2014/main" id="{11A26D40-E65A-433D-9D7B-106B4D8DB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3771900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y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35" name="Line 102">
            <a:extLst>
              <a:ext uri="{FF2B5EF4-FFF2-40B4-BE49-F238E27FC236}">
                <a16:creationId xmlns:a16="http://schemas.microsoft.com/office/drawing/2014/main" id="{D133BE37-51D5-4D82-86FF-5ABB708F6D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3625" y="4191000"/>
            <a:ext cx="147638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36" name="Rectangle 103">
            <a:extLst>
              <a:ext uri="{FF2B5EF4-FFF2-40B4-BE49-F238E27FC236}">
                <a16:creationId xmlns:a16="http://schemas.microsoft.com/office/drawing/2014/main" id="{F252A8A4-6FEB-4C6C-9FF1-61FC18201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975" y="3867150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37" name="Rectangle 104">
            <a:extLst>
              <a:ext uri="{FF2B5EF4-FFF2-40B4-BE49-F238E27FC236}">
                <a16:creationId xmlns:a16="http://schemas.microsoft.com/office/drawing/2014/main" id="{BC9C1430-9445-4113-80E8-F77ACB239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2338" y="4221162"/>
            <a:ext cx="160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38" name="Rectangle 105">
            <a:extLst>
              <a:ext uri="{FF2B5EF4-FFF2-40B4-BE49-F238E27FC236}">
                <a16:creationId xmlns:a16="http://schemas.microsoft.com/office/drawing/2014/main" id="{995F871C-5157-422D-9785-31A244B41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4413" y="4318000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39" name="Rectangle 106">
            <a:extLst>
              <a:ext uri="{FF2B5EF4-FFF2-40B4-BE49-F238E27FC236}">
                <a16:creationId xmlns:a16="http://schemas.microsoft.com/office/drawing/2014/main" id="{899551BF-993C-4671-A1CC-881228E5A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263" y="4318000"/>
            <a:ext cx="173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40" name="Rectangle 107">
            <a:extLst>
              <a:ext uri="{FF2B5EF4-FFF2-40B4-BE49-F238E27FC236}">
                <a16:creationId xmlns:a16="http://schemas.microsoft.com/office/drawing/2014/main" id="{46951C8B-E202-4023-A807-B342B9AA4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4318000"/>
            <a:ext cx="18755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+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41" name="Rectangle 108">
            <a:extLst>
              <a:ext uri="{FF2B5EF4-FFF2-40B4-BE49-F238E27FC236}">
                <a16:creationId xmlns:a16="http://schemas.microsoft.com/office/drawing/2014/main" id="{9B17AA05-4F96-434D-A247-A3FC188DD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2338" y="3184525"/>
            <a:ext cx="1474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42" name="Rectangle 109">
            <a:extLst>
              <a:ext uri="{FF2B5EF4-FFF2-40B4-BE49-F238E27FC236}">
                <a16:creationId xmlns:a16="http://schemas.microsoft.com/office/drawing/2014/main" id="{0AFADFDD-7206-4378-AAB8-8196DC0AD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3300" y="3279775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43" name="Rectangle 110">
            <a:extLst>
              <a:ext uri="{FF2B5EF4-FFF2-40B4-BE49-F238E27FC236}">
                <a16:creationId xmlns:a16="http://schemas.microsoft.com/office/drawing/2014/main" id="{8553838E-AC9C-4F0D-B822-0E7D95B05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325" y="2368550"/>
            <a:ext cx="18723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(a) Block diagram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44" name="Freeform 111">
            <a:extLst>
              <a:ext uri="{FF2B5EF4-FFF2-40B4-BE49-F238E27FC236}">
                <a16:creationId xmlns:a16="http://schemas.microsoft.com/office/drawing/2014/main" id="{82577CCA-6839-4624-B781-A60E3D5DE606}"/>
              </a:ext>
            </a:extLst>
          </p:cNvPr>
          <p:cNvSpPr>
            <a:spLocks/>
          </p:cNvSpPr>
          <p:nvPr/>
        </p:nvSpPr>
        <p:spPr bwMode="auto">
          <a:xfrm>
            <a:off x="3798888" y="3135312"/>
            <a:ext cx="41275" cy="42863"/>
          </a:xfrm>
          <a:custGeom>
            <a:avLst/>
            <a:gdLst>
              <a:gd name="T0" fmla="*/ 0 w 54"/>
              <a:gd name="T1" fmla="*/ 2147483646 h 53"/>
              <a:gd name="T2" fmla="*/ 2147483646 w 54"/>
              <a:gd name="T3" fmla="*/ 2147483646 h 53"/>
              <a:gd name="T4" fmla="*/ 2147483646 w 54"/>
              <a:gd name="T5" fmla="*/ 2147483646 h 53"/>
              <a:gd name="T6" fmla="*/ 2147483646 w 54"/>
              <a:gd name="T7" fmla="*/ 2147483646 h 53"/>
              <a:gd name="T8" fmla="*/ 2147483646 w 54"/>
              <a:gd name="T9" fmla="*/ 2147483646 h 53"/>
              <a:gd name="T10" fmla="*/ 2147483646 w 54"/>
              <a:gd name="T11" fmla="*/ 2147483646 h 53"/>
              <a:gd name="T12" fmla="*/ 2147483646 w 54"/>
              <a:gd name="T13" fmla="*/ 2147483646 h 53"/>
              <a:gd name="T14" fmla="*/ 2147483646 w 54"/>
              <a:gd name="T15" fmla="*/ 2147483646 h 53"/>
              <a:gd name="T16" fmla="*/ 2147483646 w 54"/>
              <a:gd name="T17" fmla="*/ 2147483646 h 53"/>
              <a:gd name="T18" fmla="*/ 2147483646 w 54"/>
              <a:gd name="T19" fmla="*/ 2147483646 h 53"/>
              <a:gd name="T20" fmla="*/ 2147483646 w 54"/>
              <a:gd name="T21" fmla="*/ 0 h 53"/>
              <a:gd name="T22" fmla="*/ 2147483646 w 54"/>
              <a:gd name="T23" fmla="*/ 0 h 53"/>
              <a:gd name="T24" fmla="*/ 2147483646 w 54"/>
              <a:gd name="T25" fmla="*/ 0 h 53"/>
              <a:gd name="T26" fmla="*/ 2147483646 w 54"/>
              <a:gd name="T27" fmla="*/ 2147483646 h 53"/>
              <a:gd name="T28" fmla="*/ 2147483646 w 54"/>
              <a:gd name="T29" fmla="*/ 2147483646 h 53"/>
              <a:gd name="T30" fmla="*/ 2147483646 w 54"/>
              <a:gd name="T31" fmla="*/ 2147483646 h 53"/>
              <a:gd name="T32" fmla="*/ 2147483646 w 54"/>
              <a:gd name="T33" fmla="*/ 2147483646 h 53"/>
              <a:gd name="T34" fmla="*/ 2147483646 w 54"/>
              <a:gd name="T35" fmla="*/ 2147483646 h 53"/>
              <a:gd name="T36" fmla="*/ 2147483646 w 54"/>
              <a:gd name="T37" fmla="*/ 2147483646 h 53"/>
              <a:gd name="T38" fmla="*/ 2147483646 w 54"/>
              <a:gd name="T39" fmla="*/ 2147483646 h 53"/>
              <a:gd name="T40" fmla="*/ 2147483646 w 54"/>
              <a:gd name="T41" fmla="*/ 2147483646 h 53"/>
              <a:gd name="T42" fmla="*/ 2147483646 w 54"/>
              <a:gd name="T43" fmla="*/ 2147483646 h 53"/>
              <a:gd name="T44" fmla="*/ 2147483646 w 54"/>
              <a:gd name="T45" fmla="*/ 2147483646 h 53"/>
              <a:gd name="T46" fmla="*/ 2147483646 w 54"/>
              <a:gd name="T47" fmla="*/ 2147483646 h 53"/>
              <a:gd name="T48" fmla="*/ 2147483646 w 54"/>
              <a:gd name="T49" fmla="*/ 2147483646 h 53"/>
              <a:gd name="T50" fmla="*/ 2147483646 w 54"/>
              <a:gd name="T51" fmla="*/ 2147483646 h 53"/>
              <a:gd name="T52" fmla="*/ 2147483646 w 54"/>
              <a:gd name="T53" fmla="*/ 2147483646 h 53"/>
              <a:gd name="T54" fmla="*/ 2147483646 w 54"/>
              <a:gd name="T55" fmla="*/ 2147483646 h 53"/>
              <a:gd name="T56" fmla="*/ 2147483646 w 54"/>
              <a:gd name="T57" fmla="*/ 2147483646 h 53"/>
              <a:gd name="T58" fmla="*/ 2147483646 w 54"/>
              <a:gd name="T59" fmla="*/ 2147483646 h 53"/>
              <a:gd name="T60" fmla="*/ 2147483646 w 54"/>
              <a:gd name="T61" fmla="*/ 2147483646 h 53"/>
              <a:gd name="T62" fmla="*/ 2147483646 w 54"/>
              <a:gd name="T63" fmla="*/ 2147483646 h 53"/>
              <a:gd name="T64" fmla="*/ 2147483646 w 54"/>
              <a:gd name="T65" fmla="*/ 2147483646 h 53"/>
              <a:gd name="T66" fmla="*/ 2147483646 w 54"/>
              <a:gd name="T67" fmla="*/ 2147483646 h 53"/>
              <a:gd name="T68" fmla="*/ 2147483646 w 54"/>
              <a:gd name="T69" fmla="*/ 2147483646 h 53"/>
              <a:gd name="T70" fmla="*/ 2147483646 w 54"/>
              <a:gd name="T71" fmla="*/ 2147483646 h 53"/>
              <a:gd name="T72" fmla="*/ 2147483646 w 54"/>
              <a:gd name="T73" fmla="*/ 2147483646 h 53"/>
              <a:gd name="T74" fmla="*/ 2147483646 w 54"/>
              <a:gd name="T75" fmla="*/ 2147483646 h 53"/>
              <a:gd name="T76" fmla="*/ 2147483646 w 54"/>
              <a:gd name="T77" fmla="*/ 2147483646 h 53"/>
              <a:gd name="T78" fmla="*/ 2147483646 w 54"/>
              <a:gd name="T79" fmla="*/ 2147483646 h 53"/>
              <a:gd name="T80" fmla="*/ 2147483646 w 54"/>
              <a:gd name="T81" fmla="*/ 2147483646 h 53"/>
              <a:gd name="T82" fmla="*/ 2147483646 w 54"/>
              <a:gd name="T83" fmla="*/ 2147483646 h 53"/>
              <a:gd name="T84" fmla="*/ 2147483646 w 54"/>
              <a:gd name="T85" fmla="*/ 2147483646 h 53"/>
              <a:gd name="T86" fmla="*/ 2147483646 w 54"/>
              <a:gd name="T87" fmla="*/ 2147483646 h 53"/>
              <a:gd name="T88" fmla="*/ 2147483646 w 54"/>
              <a:gd name="T89" fmla="*/ 2147483646 h 53"/>
              <a:gd name="T90" fmla="*/ 2147483646 w 54"/>
              <a:gd name="T91" fmla="*/ 2147483646 h 53"/>
              <a:gd name="T92" fmla="*/ 2147483646 w 54"/>
              <a:gd name="T93" fmla="*/ 2147483646 h 53"/>
              <a:gd name="T94" fmla="*/ 2147483646 w 54"/>
              <a:gd name="T95" fmla="*/ 2147483646 h 53"/>
              <a:gd name="T96" fmla="*/ 2147483646 w 54"/>
              <a:gd name="T97" fmla="*/ 2147483646 h 53"/>
              <a:gd name="T98" fmla="*/ 2147483646 w 54"/>
              <a:gd name="T99" fmla="*/ 2147483646 h 53"/>
              <a:gd name="T100" fmla="*/ 2147483646 w 54"/>
              <a:gd name="T101" fmla="*/ 2147483646 h 53"/>
              <a:gd name="T102" fmla="*/ 2147483646 w 54"/>
              <a:gd name="T103" fmla="*/ 2147483646 h 53"/>
              <a:gd name="T104" fmla="*/ 2147483646 w 54"/>
              <a:gd name="T105" fmla="*/ 2147483646 h 53"/>
              <a:gd name="T106" fmla="*/ 2147483646 w 54"/>
              <a:gd name="T107" fmla="*/ 2147483646 h 53"/>
              <a:gd name="T108" fmla="*/ 2147483646 w 54"/>
              <a:gd name="T109" fmla="*/ 2147483646 h 53"/>
              <a:gd name="T110" fmla="*/ 0 w 54"/>
              <a:gd name="T111" fmla="*/ 2147483646 h 53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54"/>
              <a:gd name="T169" fmla="*/ 0 h 53"/>
              <a:gd name="T170" fmla="*/ 54 w 54"/>
              <a:gd name="T171" fmla="*/ 53 h 53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54" h="53">
                <a:moveTo>
                  <a:pt x="0" y="21"/>
                </a:moveTo>
                <a:lnTo>
                  <a:pt x="0" y="32"/>
                </a:lnTo>
                <a:lnTo>
                  <a:pt x="0" y="31"/>
                </a:lnTo>
                <a:lnTo>
                  <a:pt x="0" y="29"/>
                </a:lnTo>
                <a:lnTo>
                  <a:pt x="0" y="28"/>
                </a:lnTo>
                <a:lnTo>
                  <a:pt x="2" y="25"/>
                </a:lnTo>
                <a:lnTo>
                  <a:pt x="2" y="24"/>
                </a:lnTo>
                <a:lnTo>
                  <a:pt x="2" y="23"/>
                </a:lnTo>
                <a:lnTo>
                  <a:pt x="3" y="21"/>
                </a:lnTo>
                <a:lnTo>
                  <a:pt x="3" y="20"/>
                </a:lnTo>
                <a:lnTo>
                  <a:pt x="3" y="19"/>
                </a:lnTo>
                <a:lnTo>
                  <a:pt x="4" y="17"/>
                </a:lnTo>
                <a:lnTo>
                  <a:pt x="6" y="16"/>
                </a:lnTo>
                <a:lnTo>
                  <a:pt x="6" y="15"/>
                </a:lnTo>
                <a:lnTo>
                  <a:pt x="7" y="13"/>
                </a:lnTo>
                <a:lnTo>
                  <a:pt x="8" y="12"/>
                </a:lnTo>
                <a:lnTo>
                  <a:pt x="8" y="11"/>
                </a:lnTo>
                <a:lnTo>
                  <a:pt x="10" y="9"/>
                </a:lnTo>
                <a:lnTo>
                  <a:pt x="11" y="8"/>
                </a:lnTo>
                <a:lnTo>
                  <a:pt x="12" y="8"/>
                </a:lnTo>
                <a:lnTo>
                  <a:pt x="14" y="7"/>
                </a:lnTo>
                <a:lnTo>
                  <a:pt x="15" y="5"/>
                </a:lnTo>
                <a:lnTo>
                  <a:pt x="16" y="5"/>
                </a:lnTo>
                <a:lnTo>
                  <a:pt x="18" y="4"/>
                </a:lnTo>
                <a:lnTo>
                  <a:pt x="19" y="3"/>
                </a:lnTo>
                <a:lnTo>
                  <a:pt x="20" y="3"/>
                </a:lnTo>
                <a:lnTo>
                  <a:pt x="22" y="3"/>
                </a:lnTo>
                <a:lnTo>
                  <a:pt x="23" y="1"/>
                </a:lnTo>
                <a:lnTo>
                  <a:pt x="24" y="1"/>
                </a:lnTo>
                <a:lnTo>
                  <a:pt x="26" y="1"/>
                </a:lnTo>
                <a:lnTo>
                  <a:pt x="28" y="0"/>
                </a:lnTo>
                <a:lnTo>
                  <a:pt x="30" y="0"/>
                </a:lnTo>
                <a:lnTo>
                  <a:pt x="31" y="0"/>
                </a:lnTo>
                <a:lnTo>
                  <a:pt x="32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7" y="0"/>
                </a:lnTo>
                <a:lnTo>
                  <a:pt x="28" y="1"/>
                </a:lnTo>
                <a:lnTo>
                  <a:pt x="30" y="1"/>
                </a:lnTo>
                <a:lnTo>
                  <a:pt x="31" y="1"/>
                </a:lnTo>
                <a:lnTo>
                  <a:pt x="32" y="3"/>
                </a:lnTo>
                <a:lnTo>
                  <a:pt x="34" y="3"/>
                </a:lnTo>
                <a:lnTo>
                  <a:pt x="35" y="3"/>
                </a:lnTo>
                <a:lnTo>
                  <a:pt x="36" y="4"/>
                </a:lnTo>
                <a:lnTo>
                  <a:pt x="38" y="5"/>
                </a:lnTo>
                <a:lnTo>
                  <a:pt x="39" y="5"/>
                </a:lnTo>
                <a:lnTo>
                  <a:pt x="40" y="7"/>
                </a:lnTo>
                <a:lnTo>
                  <a:pt x="42" y="8"/>
                </a:lnTo>
                <a:lnTo>
                  <a:pt x="43" y="8"/>
                </a:lnTo>
                <a:lnTo>
                  <a:pt x="44" y="9"/>
                </a:lnTo>
                <a:lnTo>
                  <a:pt x="46" y="11"/>
                </a:lnTo>
                <a:lnTo>
                  <a:pt x="47" y="12"/>
                </a:lnTo>
                <a:lnTo>
                  <a:pt x="47" y="13"/>
                </a:lnTo>
                <a:lnTo>
                  <a:pt x="48" y="15"/>
                </a:lnTo>
                <a:lnTo>
                  <a:pt x="50" y="16"/>
                </a:lnTo>
                <a:lnTo>
                  <a:pt x="50" y="17"/>
                </a:lnTo>
                <a:lnTo>
                  <a:pt x="51" y="19"/>
                </a:lnTo>
                <a:lnTo>
                  <a:pt x="51" y="20"/>
                </a:lnTo>
                <a:lnTo>
                  <a:pt x="52" y="21"/>
                </a:lnTo>
                <a:lnTo>
                  <a:pt x="52" y="23"/>
                </a:lnTo>
                <a:lnTo>
                  <a:pt x="52" y="24"/>
                </a:lnTo>
                <a:lnTo>
                  <a:pt x="54" y="25"/>
                </a:lnTo>
                <a:lnTo>
                  <a:pt x="54" y="28"/>
                </a:lnTo>
                <a:lnTo>
                  <a:pt x="54" y="29"/>
                </a:lnTo>
                <a:lnTo>
                  <a:pt x="54" y="31"/>
                </a:lnTo>
                <a:lnTo>
                  <a:pt x="54" y="32"/>
                </a:lnTo>
                <a:lnTo>
                  <a:pt x="54" y="21"/>
                </a:lnTo>
                <a:lnTo>
                  <a:pt x="54" y="23"/>
                </a:lnTo>
                <a:lnTo>
                  <a:pt x="54" y="24"/>
                </a:lnTo>
                <a:lnTo>
                  <a:pt x="54" y="27"/>
                </a:lnTo>
                <a:lnTo>
                  <a:pt x="54" y="28"/>
                </a:lnTo>
                <a:lnTo>
                  <a:pt x="52" y="29"/>
                </a:lnTo>
                <a:lnTo>
                  <a:pt x="52" y="31"/>
                </a:lnTo>
                <a:lnTo>
                  <a:pt x="52" y="32"/>
                </a:lnTo>
                <a:lnTo>
                  <a:pt x="51" y="33"/>
                </a:lnTo>
                <a:lnTo>
                  <a:pt x="51" y="35"/>
                </a:lnTo>
                <a:lnTo>
                  <a:pt x="50" y="36"/>
                </a:lnTo>
                <a:lnTo>
                  <a:pt x="50" y="37"/>
                </a:lnTo>
                <a:lnTo>
                  <a:pt x="48" y="38"/>
                </a:lnTo>
                <a:lnTo>
                  <a:pt x="47" y="40"/>
                </a:lnTo>
                <a:lnTo>
                  <a:pt x="47" y="41"/>
                </a:lnTo>
                <a:lnTo>
                  <a:pt x="46" y="42"/>
                </a:lnTo>
                <a:lnTo>
                  <a:pt x="44" y="44"/>
                </a:lnTo>
                <a:lnTo>
                  <a:pt x="43" y="45"/>
                </a:lnTo>
                <a:lnTo>
                  <a:pt x="42" y="46"/>
                </a:lnTo>
                <a:lnTo>
                  <a:pt x="40" y="46"/>
                </a:lnTo>
                <a:lnTo>
                  <a:pt x="39" y="48"/>
                </a:lnTo>
                <a:lnTo>
                  <a:pt x="38" y="49"/>
                </a:lnTo>
                <a:lnTo>
                  <a:pt x="36" y="49"/>
                </a:lnTo>
                <a:lnTo>
                  <a:pt x="35" y="50"/>
                </a:lnTo>
                <a:lnTo>
                  <a:pt x="34" y="50"/>
                </a:lnTo>
                <a:lnTo>
                  <a:pt x="32" y="52"/>
                </a:lnTo>
                <a:lnTo>
                  <a:pt x="31" y="52"/>
                </a:lnTo>
                <a:lnTo>
                  <a:pt x="30" y="52"/>
                </a:lnTo>
                <a:lnTo>
                  <a:pt x="28" y="53"/>
                </a:lnTo>
                <a:lnTo>
                  <a:pt x="27" y="53"/>
                </a:lnTo>
                <a:lnTo>
                  <a:pt x="24" y="53"/>
                </a:lnTo>
                <a:lnTo>
                  <a:pt x="23" y="53"/>
                </a:lnTo>
                <a:lnTo>
                  <a:pt x="22" y="53"/>
                </a:lnTo>
                <a:lnTo>
                  <a:pt x="32" y="53"/>
                </a:lnTo>
                <a:lnTo>
                  <a:pt x="31" y="53"/>
                </a:lnTo>
                <a:lnTo>
                  <a:pt x="30" y="53"/>
                </a:lnTo>
                <a:lnTo>
                  <a:pt x="28" y="53"/>
                </a:lnTo>
                <a:lnTo>
                  <a:pt x="26" y="53"/>
                </a:lnTo>
                <a:lnTo>
                  <a:pt x="24" y="52"/>
                </a:lnTo>
                <a:lnTo>
                  <a:pt x="23" y="52"/>
                </a:lnTo>
                <a:lnTo>
                  <a:pt x="22" y="52"/>
                </a:lnTo>
                <a:lnTo>
                  <a:pt x="20" y="50"/>
                </a:lnTo>
                <a:lnTo>
                  <a:pt x="19" y="50"/>
                </a:lnTo>
                <a:lnTo>
                  <a:pt x="18" y="49"/>
                </a:lnTo>
                <a:lnTo>
                  <a:pt x="16" y="49"/>
                </a:lnTo>
                <a:lnTo>
                  <a:pt x="15" y="48"/>
                </a:lnTo>
                <a:lnTo>
                  <a:pt x="14" y="46"/>
                </a:lnTo>
                <a:lnTo>
                  <a:pt x="12" y="46"/>
                </a:lnTo>
                <a:lnTo>
                  <a:pt x="11" y="45"/>
                </a:lnTo>
                <a:lnTo>
                  <a:pt x="10" y="44"/>
                </a:lnTo>
                <a:lnTo>
                  <a:pt x="8" y="42"/>
                </a:lnTo>
                <a:lnTo>
                  <a:pt x="8" y="41"/>
                </a:lnTo>
                <a:lnTo>
                  <a:pt x="7" y="40"/>
                </a:lnTo>
                <a:lnTo>
                  <a:pt x="6" y="38"/>
                </a:lnTo>
                <a:lnTo>
                  <a:pt x="6" y="37"/>
                </a:lnTo>
                <a:lnTo>
                  <a:pt x="4" y="36"/>
                </a:lnTo>
                <a:lnTo>
                  <a:pt x="3" y="35"/>
                </a:lnTo>
                <a:lnTo>
                  <a:pt x="3" y="33"/>
                </a:lnTo>
                <a:lnTo>
                  <a:pt x="3" y="32"/>
                </a:lnTo>
                <a:lnTo>
                  <a:pt x="2" y="31"/>
                </a:lnTo>
                <a:lnTo>
                  <a:pt x="2" y="29"/>
                </a:lnTo>
                <a:lnTo>
                  <a:pt x="2" y="28"/>
                </a:lnTo>
                <a:lnTo>
                  <a:pt x="0" y="27"/>
                </a:lnTo>
                <a:lnTo>
                  <a:pt x="0" y="24"/>
                </a:lnTo>
                <a:lnTo>
                  <a:pt x="0" y="23"/>
                </a:lnTo>
                <a:lnTo>
                  <a:pt x="0" y="21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45" name="Freeform 112">
            <a:extLst>
              <a:ext uri="{FF2B5EF4-FFF2-40B4-BE49-F238E27FC236}">
                <a16:creationId xmlns:a16="http://schemas.microsoft.com/office/drawing/2014/main" id="{0E4A840E-86A3-474F-B45F-040261CCE16A}"/>
              </a:ext>
            </a:extLst>
          </p:cNvPr>
          <p:cNvSpPr>
            <a:spLocks/>
          </p:cNvSpPr>
          <p:nvPr/>
        </p:nvSpPr>
        <p:spPr bwMode="auto">
          <a:xfrm>
            <a:off x="2300288" y="3578225"/>
            <a:ext cx="42862" cy="42862"/>
          </a:xfrm>
          <a:custGeom>
            <a:avLst/>
            <a:gdLst>
              <a:gd name="T0" fmla="*/ 0 w 53"/>
              <a:gd name="T1" fmla="*/ 2147483646 h 53"/>
              <a:gd name="T2" fmla="*/ 2147483646 w 53"/>
              <a:gd name="T3" fmla="*/ 2147483646 h 53"/>
              <a:gd name="T4" fmla="*/ 2147483646 w 53"/>
              <a:gd name="T5" fmla="*/ 2147483646 h 53"/>
              <a:gd name="T6" fmla="*/ 2147483646 w 53"/>
              <a:gd name="T7" fmla="*/ 2147483646 h 53"/>
              <a:gd name="T8" fmla="*/ 2147483646 w 53"/>
              <a:gd name="T9" fmla="*/ 2147483646 h 53"/>
              <a:gd name="T10" fmla="*/ 2147483646 w 53"/>
              <a:gd name="T11" fmla="*/ 2147483646 h 53"/>
              <a:gd name="T12" fmla="*/ 2147483646 w 53"/>
              <a:gd name="T13" fmla="*/ 2147483646 h 53"/>
              <a:gd name="T14" fmla="*/ 2147483646 w 53"/>
              <a:gd name="T15" fmla="*/ 2147483646 h 53"/>
              <a:gd name="T16" fmla="*/ 2147483646 w 53"/>
              <a:gd name="T17" fmla="*/ 2147483646 h 53"/>
              <a:gd name="T18" fmla="*/ 2147483646 w 53"/>
              <a:gd name="T19" fmla="*/ 2147483646 h 53"/>
              <a:gd name="T20" fmla="*/ 2147483646 w 53"/>
              <a:gd name="T21" fmla="*/ 0 h 53"/>
              <a:gd name="T22" fmla="*/ 2147483646 w 53"/>
              <a:gd name="T23" fmla="*/ 0 h 53"/>
              <a:gd name="T24" fmla="*/ 2147483646 w 53"/>
              <a:gd name="T25" fmla="*/ 0 h 53"/>
              <a:gd name="T26" fmla="*/ 2147483646 w 53"/>
              <a:gd name="T27" fmla="*/ 2147483646 h 53"/>
              <a:gd name="T28" fmla="*/ 2147483646 w 53"/>
              <a:gd name="T29" fmla="*/ 2147483646 h 53"/>
              <a:gd name="T30" fmla="*/ 2147483646 w 53"/>
              <a:gd name="T31" fmla="*/ 2147483646 h 53"/>
              <a:gd name="T32" fmla="*/ 2147483646 w 53"/>
              <a:gd name="T33" fmla="*/ 2147483646 h 53"/>
              <a:gd name="T34" fmla="*/ 2147483646 w 53"/>
              <a:gd name="T35" fmla="*/ 2147483646 h 53"/>
              <a:gd name="T36" fmla="*/ 2147483646 w 53"/>
              <a:gd name="T37" fmla="*/ 2147483646 h 53"/>
              <a:gd name="T38" fmla="*/ 2147483646 w 53"/>
              <a:gd name="T39" fmla="*/ 2147483646 h 53"/>
              <a:gd name="T40" fmla="*/ 2147483646 w 53"/>
              <a:gd name="T41" fmla="*/ 2147483646 h 53"/>
              <a:gd name="T42" fmla="*/ 2147483646 w 53"/>
              <a:gd name="T43" fmla="*/ 2147483646 h 53"/>
              <a:gd name="T44" fmla="*/ 2147483646 w 53"/>
              <a:gd name="T45" fmla="*/ 2147483646 h 53"/>
              <a:gd name="T46" fmla="*/ 2147483646 w 53"/>
              <a:gd name="T47" fmla="*/ 2147483646 h 53"/>
              <a:gd name="T48" fmla="*/ 2147483646 w 53"/>
              <a:gd name="T49" fmla="*/ 2147483646 h 53"/>
              <a:gd name="T50" fmla="*/ 2147483646 w 53"/>
              <a:gd name="T51" fmla="*/ 2147483646 h 53"/>
              <a:gd name="T52" fmla="*/ 2147483646 w 53"/>
              <a:gd name="T53" fmla="*/ 2147483646 h 53"/>
              <a:gd name="T54" fmla="*/ 2147483646 w 53"/>
              <a:gd name="T55" fmla="*/ 2147483646 h 53"/>
              <a:gd name="T56" fmla="*/ 2147483646 w 53"/>
              <a:gd name="T57" fmla="*/ 2147483646 h 53"/>
              <a:gd name="T58" fmla="*/ 2147483646 w 53"/>
              <a:gd name="T59" fmla="*/ 2147483646 h 53"/>
              <a:gd name="T60" fmla="*/ 2147483646 w 53"/>
              <a:gd name="T61" fmla="*/ 2147483646 h 53"/>
              <a:gd name="T62" fmla="*/ 2147483646 w 53"/>
              <a:gd name="T63" fmla="*/ 2147483646 h 53"/>
              <a:gd name="T64" fmla="*/ 2147483646 w 53"/>
              <a:gd name="T65" fmla="*/ 2147483646 h 53"/>
              <a:gd name="T66" fmla="*/ 2147483646 w 53"/>
              <a:gd name="T67" fmla="*/ 2147483646 h 53"/>
              <a:gd name="T68" fmla="*/ 2147483646 w 53"/>
              <a:gd name="T69" fmla="*/ 2147483646 h 53"/>
              <a:gd name="T70" fmla="*/ 2147483646 w 53"/>
              <a:gd name="T71" fmla="*/ 2147483646 h 53"/>
              <a:gd name="T72" fmla="*/ 2147483646 w 53"/>
              <a:gd name="T73" fmla="*/ 2147483646 h 53"/>
              <a:gd name="T74" fmla="*/ 2147483646 w 53"/>
              <a:gd name="T75" fmla="*/ 2147483646 h 53"/>
              <a:gd name="T76" fmla="*/ 2147483646 w 53"/>
              <a:gd name="T77" fmla="*/ 2147483646 h 53"/>
              <a:gd name="T78" fmla="*/ 2147483646 w 53"/>
              <a:gd name="T79" fmla="*/ 2147483646 h 53"/>
              <a:gd name="T80" fmla="*/ 2147483646 w 53"/>
              <a:gd name="T81" fmla="*/ 2147483646 h 53"/>
              <a:gd name="T82" fmla="*/ 2147483646 w 53"/>
              <a:gd name="T83" fmla="*/ 2147483646 h 53"/>
              <a:gd name="T84" fmla="*/ 2147483646 w 53"/>
              <a:gd name="T85" fmla="*/ 2147483646 h 53"/>
              <a:gd name="T86" fmla="*/ 2147483646 w 53"/>
              <a:gd name="T87" fmla="*/ 2147483646 h 53"/>
              <a:gd name="T88" fmla="*/ 2147483646 w 53"/>
              <a:gd name="T89" fmla="*/ 2147483646 h 53"/>
              <a:gd name="T90" fmla="*/ 2147483646 w 53"/>
              <a:gd name="T91" fmla="*/ 2147483646 h 53"/>
              <a:gd name="T92" fmla="*/ 2147483646 w 53"/>
              <a:gd name="T93" fmla="*/ 2147483646 h 53"/>
              <a:gd name="T94" fmla="*/ 2147483646 w 53"/>
              <a:gd name="T95" fmla="*/ 2147483646 h 53"/>
              <a:gd name="T96" fmla="*/ 2147483646 w 53"/>
              <a:gd name="T97" fmla="*/ 2147483646 h 53"/>
              <a:gd name="T98" fmla="*/ 2147483646 w 53"/>
              <a:gd name="T99" fmla="*/ 2147483646 h 53"/>
              <a:gd name="T100" fmla="*/ 2147483646 w 53"/>
              <a:gd name="T101" fmla="*/ 2147483646 h 53"/>
              <a:gd name="T102" fmla="*/ 2147483646 w 53"/>
              <a:gd name="T103" fmla="*/ 2147483646 h 53"/>
              <a:gd name="T104" fmla="*/ 2147483646 w 53"/>
              <a:gd name="T105" fmla="*/ 2147483646 h 53"/>
              <a:gd name="T106" fmla="*/ 2147483646 w 53"/>
              <a:gd name="T107" fmla="*/ 2147483646 h 53"/>
              <a:gd name="T108" fmla="*/ 2147483646 w 53"/>
              <a:gd name="T109" fmla="*/ 2147483646 h 53"/>
              <a:gd name="T110" fmla="*/ 0 w 53"/>
              <a:gd name="T111" fmla="*/ 2147483646 h 53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53"/>
              <a:gd name="T169" fmla="*/ 0 h 53"/>
              <a:gd name="T170" fmla="*/ 53 w 53"/>
              <a:gd name="T171" fmla="*/ 53 h 53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53" h="53">
                <a:moveTo>
                  <a:pt x="0" y="21"/>
                </a:moveTo>
                <a:lnTo>
                  <a:pt x="0" y="32"/>
                </a:lnTo>
                <a:lnTo>
                  <a:pt x="0" y="31"/>
                </a:lnTo>
                <a:lnTo>
                  <a:pt x="0" y="29"/>
                </a:lnTo>
                <a:lnTo>
                  <a:pt x="0" y="28"/>
                </a:lnTo>
                <a:lnTo>
                  <a:pt x="1" y="25"/>
                </a:lnTo>
                <a:lnTo>
                  <a:pt x="1" y="24"/>
                </a:lnTo>
                <a:lnTo>
                  <a:pt x="1" y="23"/>
                </a:lnTo>
                <a:lnTo>
                  <a:pt x="2" y="21"/>
                </a:lnTo>
                <a:lnTo>
                  <a:pt x="2" y="20"/>
                </a:lnTo>
                <a:lnTo>
                  <a:pt x="2" y="19"/>
                </a:lnTo>
                <a:lnTo>
                  <a:pt x="4" y="17"/>
                </a:lnTo>
                <a:lnTo>
                  <a:pt x="5" y="16"/>
                </a:lnTo>
                <a:lnTo>
                  <a:pt x="5" y="15"/>
                </a:lnTo>
                <a:lnTo>
                  <a:pt x="6" y="13"/>
                </a:lnTo>
                <a:lnTo>
                  <a:pt x="8" y="12"/>
                </a:lnTo>
                <a:lnTo>
                  <a:pt x="8" y="11"/>
                </a:lnTo>
                <a:lnTo>
                  <a:pt x="9" y="9"/>
                </a:lnTo>
                <a:lnTo>
                  <a:pt x="10" y="8"/>
                </a:lnTo>
                <a:lnTo>
                  <a:pt x="12" y="8"/>
                </a:lnTo>
                <a:lnTo>
                  <a:pt x="13" y="7"/>
                </a:lnTo>
                <a:lnTo>
                  <a:pt x="14" y="5"/>
                </a:lnTo>
                <a:lnTo>
                  <a:pt x="16" y="5"/>
                </a:lnTo>
                <a:lnTo>
                  <a:pt x="17" y="4"/>
                </a:lnTo>
                <a:lnTo>
                  <a:pt x="18" y="3"/>
                </a:lnTo>
                <a:lnTo>
                  <a:pt x="20" y="3"/>
                </a:lnTo>
                <a:lnTo>
                  <a:pt x="21" y="3"/>
                </a:lnTo>
                <a:lnTo>
                  <a:pt x="22" y="1"/>
                </a:lnTo>
                <a:lnTo>
                  <a:pt x="24" y="1"/>
                </a:lnTo>
                <a:lnTo>
                  <a:pt x="25" y="1"/>
                </a:lnTo>
                <a:lnTo>
                  <a:pt x="28" y="0"/>
                </a:lnTo>
                <a:lnTo>
                  <a:pt x="29" y="0"/>
                </a:lnTo>
                <a:lnTo>
                  <a:pt x="30" y="0"/>
                </a:lnTo>
                <a:lnTo>
                  <a:pt x="32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8" y="1"/>
                </a:lnTo>
                <a:lnTo>
                  <a:pt x="29" y="1"/>
                </a:lnTo>
                <a:lnTo>
                  <a:pt x="30" y="1"/>
                </a:lnTo>
                <a:lnTo>
                  <a:pt x="32" y="3"/>
                </a:lnTo>
                <a:lnTo>
                  <a:pt x="33" y="3"/>
                </a:lnTo>
                <a:lnTo>
                  <a:pt x="34" y="3"/>
                </a:lnTo>
                <a:lnTo>
                  <a:pt x="36" y="4"/>
                </a:lnTo>
                <a:lnTo>
                  <a:pt x="37" y="5"/>
                </a:lnTo>
                <a:lnTo>
                  <a:pt x="38" y="5"/>
                </a:lnTo>
                <a:lnTo>
                  <a:pt x="40" y="7"/>
                </a:lnTo>
                <a:lnTo>
                  <a:pt x="41" y="8"/>
                </a:lnTo>
                <a:lnTo>
                  <a:pt x="42" y="8"/>
                </a:lnTo>
                <a:lnTo>
                  <a:pt x="44" y="9"/>
                </a:lnTo>
                <a:lnTo>
                  <a:pt x="45" y="11"/>
                </a:lnTo>
                <a:lnTo>
                  <a:pt x="46" y="12"/>
                </a:lnTo>
                <a:lnTo>
                  <a:pt x="46" y="13"/>
                </a:lnTo>
                <a:lnTo>
                  <a:pt x="48" y="15"/>
                </a:lnTo>
                <a:lnTo>
                  <a:pt x="49" y="16"/>
                </a:lnTo>
                <a:lnTo>
                  <a:pt x="49" y="17"/>
                </a:lnTo>
                <a:lnTo>
                  <a:pt x="50" y="19"/>
                </a:lnTo>
                <a:lnTo>
                  <a:pt x="50" y="20"/>
                </a:lnTo>
                <a:lnTo>
                  <a:pt x="52" y="21"/>
                </a:lnTo>
                <a:lnTo>
                  <a:pt x="52" y="23"/>
                </a:lnTo>
                <a:lnTo>
                  <a:pt x="52" y="24"/>
                </a:lnTo>
                <a:lnTo>
                  <a:pt x="53" y="25"/>
                </a:lnTo>
                <a:lnTo>
                  <a:pt x="53" y="28"/>
                </a:lnTo>
                <a:lnTo>
                  <a:pt x="53" y="29"/>
                </a:lnTo>
                <a:lnTo>
                  <a:pt x="53" y="31"/>
                </a:lnTo>
                <a:lnTo>
                  <a:pt x="53" y="32"/>
                </a:lnTo>
                <a:lnTo>
                  <a:pt x="53" y="21"/>
                </a:lnTo>
                <a:lnTo>
                  <a:pt x="53" y="23"/>
                </a:lnTo>
                <a:lnTo>
                  <a:pt x="53" y="24"/>
                </a:lnTo>
                <a:lnTo>
                  <a:pt x="53" y="27"/>
                </a:lnTo>
                <a:lnTo>
                  <a:pt x="53" y="28"/>
                </a:lnTo>
                <a:lnTo>
                  <a:pt x="52" y="29"/>
                </a:lnTo>
                <a:lnTo>
                  <a:pt x="52" y="31"/>
                </a:lnTo>
                <a:lnTo>
                  <a:pt x="52" y="32"/>
                </a:lnTo>
                <a:lnTo>
                  <a:pt x="50" y="33"/>
                </a:lnTo>
                <a:lnTo>
                  <a:pt x="50" y="35"/>
                </a:lnTo>
                <a:lnTo>
                  <a:pt x="49" y="36"/>
                </a:lnTo>
                <a:lnTo>
                  <a:pt x="49" y="37"/>
                </a:lnTo>
                <a:lnTo>
                  <a:pt x="48" y="38"/>
                </a:lnTo>
                <a:lnTo>
                  <a:pt x="46" y="40"/>
                </a:lnTo>
                <a:lnTo>
                  <a:pt x="46" y="41"/>
                </a:lnTo>
                <a:lnTo>
                  <a:pt x="45" y="42"/>
                </a:lnTo>
                <a:lnTo>
                  <a:pt x="44" y="44"/>
                </a:lnTo>
                <a:lnTo>
                  <a:pt x="42" y="45"/>
                </a:lnTo>
                <a:lnTo>
                  <a:pt x="41" y="46"/>
                </a:lnTo>
                <a:lnTo>
                  <a:pt x="40" y="46"/>
                </a:lnTo>
                <a:lnTo>
                  <a:pt x="38" y="48"/>
                </a:lnTo>
                <a:lnTo>
                  <a:pt x="37" y="49"/>
                </a:lnTo>
                <a:lnTo>
                  <a:pt x="36" y="49"/>
                </a:lnTo>
                <a:lnTo>
                  <a:pt x="34" y="50"/>
                </a:lnTo>
                <a:lnTo>
                  <a:pt x="33" y="50"/>
                </a:lnTo>
                <a:lnTo>
                  <a:pt x="32" y="52"/>
                </a:lnTo>
                <a:lnTo>
                  <a:pt x="30" y="52"/>
                </a:lnTo>
                <a:lnTo>
                  <a:pt x="29" y="52"/>
                </a:lnTo>
                <a:lnTo>
                  <a:pt x="28" y="53"/>
                </a:lnTo>
                <a:lnTo>
                  <a:pt x="26" y="53"/>
                </a:lnTo>
                <a:lnTo>
                  <a:pt x="24" y="53"/>
                </a:lnTo>
                <a:lnTo>
                  <a:pt x="22" y="53"/>
                </a:lnTo>
                <a:lnTo>
                  <a:pt x="21" y="53"/>
                </a:lnTo>
                <a:lnTo>
                  <a:pt x="32" y="53"/>
                </a:lnTo>
                <a:lnTo>
                  <a:pt x="30" y="53"/>
                </a:lnTo>
                <a:lnTo>
                  <a:pt x="29" y="53"/>
                </a:lnTo>
                <a:lnTo>
                  <a:pt x="28" y="53"/>
                </a:lnTo>
                <a:lnTo>
                  <a:pt x="25" y="53"/>
                </a:lnTo>
                <a:lnTo>
                  <a:pt x="24" y="52"/>
                </a:lnTo>
                <a:lnTo>
                  <a:pt x="22" y="52"/>
                </a:lnTo>
                <a:lnTo>
                  <a:pt x="21" y="52"/>
                </a:lnTo>
                <a:lnTo>
                  <a:pt x="20" y="50"/>
                </a:lnTo>
                <a:lnTo>
                  <a:pt x="18" y="50"/>
                </a:lnTo>
                <a:lnTo>
                  <a:pt x="17" y="49"/>
                </a:lnTo>
                <a:lnTo>
                  <a:pt x="16" y="49"/>
                </a:lnTo>
                <a:lnTo>
                  <a:pt x="14" y="48"/>
                </a:lnTo>
                <a:lnTo>
                  <a:pt x="13" y="46"/>
                </a:lnTo>
                <a:lnTo>
                  <a:pt x="12" y="46"/>
                </a:lnTo>
                <a:lnTo>
                  <a:pt x="10" y="45"/>
                </a:lnTo>
                <a:lnTo>
                  <a:pt x="9" y="44"/>
                </a:lnTo>
                <a:lnTo>
                  <a:pt x="8" y="42"/>
                </a:lnTo>
                <a:lnTo>
                  <a:pt x="8" y="41"/>
                </a:lnTo>
                <a:lnTo>
                  <a:pt x="6" y="40"/>
                </a:lnTo>
                <a:lnTo>
                  <a:pt x="5" y="38"/>
                </a:lnTo>
                <a:lnTo>
                  <a:pt x="5" y="37"/>
                </a:lnTo>
                <a:lnTo>
                  <a:pt x="4" y="36"/>
                </a:lnTo>
                <a:lnTo>
                  <a:pt x="2" y="35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29"/>
                </a:lnTo>
                <a:lnTo>
                  <a:pt x="1" y="28"/>
                </a:lnTo>
                <a:lnTo>
                  <a:pt x="0" y="27"/>
                </a:lnTo>
                <a:lnTo>
                  <a:pt x="0" y="24"/>
                </a:lnTo>
                <a:lnTo>
                  <a:pt x="0" y="23"/>
                </a:lnTo>
                <a:lnTo>
                  <a:pt x="0" y="21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46" name="Freeform 113">
            <a:extLst>
              <a:ext uri="{FF2B5EF4-FFF2-40B4-BE49-F238E27FC236}">
                <a16:creationId xmlns:a16="http://schemas.microsoft.com/office/drawing/2014/main" id="{3173D354-94BB-4B83-98A8-6266FAB63B2F}"/>
              </a:ext>
            </a:extLst>
          </p:cNvPr>
          <p:cNvSpPr>
            <a:spLocks/>
          </p:cNvSpPr>
          <p:nvPr/>
        </p:nvSpPr>
        <p:spPr bwMode="auto">
          <a:xfrm>
            <a:off x="2005013" y="3873500"/>
            <a:ext cx="42862" cy="42862"/>
          </a:xfrm>
          <a:custGeom>
            <a:avLst/>
            <a:gdLst>
              <a:gd name="T0" fmla="*/ 0 w 53"/>
              <a:gd name="T1" fmla="*/ 2147483646 h 53"/>
              <a:gd name="T2" fmla="*/ 2147483646 w 53"/>
              <a:gd name="T3" fmla="*/ 2147483646 h 53"/>
              <a:gd name="T4" fmla="*/ 2147483646 w 53"/>
              <a:gd name="T5" fmla="*/ 2147483646 h 53"/>
              <a:gd name="T6" fmla="*/ 2147483646 w 53"/>
              <a:gd name="T7" fmla="*/ 2147483646 h 53"/>
              <a:gd name="T8" fmla="*/ 2147483646 w 53"/>
              <a:gd name="T9" fmla="*/ 2147483646 h 53"/>
              <a:gd name="T10" fmla="*/ 2147483646 w 53"/>
              <a:gd name="T11" fmla="*/ 2147483646 h 53"/>
              <a:gd name="T12" fmla="*/ 2147483646 w 53"/>
              <a:gd name="T13" fmla="*/ 2147483646 h 53"/>
              <a:gd name="T14" fmla="*/ 2147483646 w 53"/>
              <a:gd name="T15" fmla="*/ 2147483646 h 53"/>
              <a:gd name="T16" fmla="*/ 2147483646 w 53"/>
              <a:gd name="T17" fmla="*/ 2147483646 h 53"/>
              <a:gd name="T18" fmla="*/ 2147483646 w 53"/>
              <a:gd name="T19" fmla="*/ 2147483646 h 53"/>
              <a:gd name="T20" fmla="*/ 2147483646 w 53"/>
              <a:gd name="T21" fmla="*/ 0 h 53"/>
              <a:gd name="T22" fmla="*/ 2147483646 w 53"/>
              <a:gd name="T23" fmla="*/ 0 h 53"/>
              <a:gd name="T24" fmla="*/ 2147483646 w 53"/>
              <a:gd name="T25" fmla="*/ 0 h 53"/>
              <a:gd name="T26" fmla="*/ 2147483646 w 53"/>
              <a:gd name="T27" fmla="*/ 2147483646 h 53"/>
              <a:gd name="T28" fmla="*/ 2147483646 w 53"/>
              <a:gd name="T29" fmla="*/ 2147483646 h 53"/>
              <a:gd name="T30" fmla="*/ 2147483646 w 53"/>
              <a:gd name="T31" fmla="*/ 2147483646 h 53"/>
              <a:gd name="T32" fmla="*/ 2147483646 w 53"/>
              <a:gd name="T33" fmla="*/ 2147483646 h 53"/>
              <a:gd name="T34" fmla="*/ 2147483646 w 53"/>
              <a:gd name="T35" fmla="*/ 2147483646 h 53"/>
              <a:gd name="T36" fmla="*/ 2147483646 w 53"/>
              <a:gd name="T37" fmla="*/ 2147483646 h 53"/>
              <a:gd name="T38" fmla="*/ 2147483646 w 53"/>
              <a:gd name="T39" fmla="*/ 2147483646 h 53"/>
              <a:gd name="T40" fmla="*/ 2147483646 w 53"/>
              <a:gd name="T41" fmla="*/ 2147483646 h 53"/>
              <a:gd name="T42" fmla="*/ 2147483646 w 53"/>
              <a:gd name="T43" fmla="*/ 2147483646 h 53"/>
              <a:gd name="T44" fmla="*/ 2147483646 w 53"/>
              <a:gd name="T45" fmla="*/ 2147483646 h 53"/>
              <a:gd name="T46" fmla="*/ 2147483646 w 53"/>
              <a:gd name="T47" fmla="*/ 2147483646 h 53"/>
              <a:gd name="T48" fmla="*/ 2147483646 w 53"/>
              <a:gd name="T49" fmla="*/ 2147483646 h 53"/>
              <a:gd name="T50" fmla="*/ 2147483646 w 53"/>
              <a:gd name="T51" fmla="*/ 2147483646 h 53"/>
              <a:gd name="T52" fmla="*/ 2147483646 w 53"/>
              <a:gd name="T53" fmla="*/ 2147483646 h 53"/>
              <a:gd name="T54" fmla="*/ 2147483646 w 53"/>
              <a:gd name="T55" fmla="*/ 2147483646 h 53"/>
              <a:gd name="T56" fmla="*/ 2147483646 w 53"/>
              <a:gd name="T57" fmla="*/ 2147483646 h 53"/>
              <a:gd name="T58" fmla="*/ 2147483646 w 53"/>
              <a:gd name="T59" fmla="*/ 2147483646 h 53"/>
              <a:gd name="T60" fmla="*/ 2147483646 w 53"/>
              <a:gd name="T61" fmla="*/ 2147483646 h 53"/>
              <a:gd name="T62" fmla="*/ 2147483646 w 53"/>
              <a:gd name="T63" fmla="*/ 2147483646 h 53"/>
              <a:gd name="T64" fmla="*/ 2147483646 w 53"/>
              <a:gd name="T65" fmla="*/ 2147483646 h 53"/>
              <a:gd name="T66" fmla="*/ 2147483646 w 53"/>
              <a:gd name="T67" fmla="*/ 2147483646 h 53"/>
              <a:gd name="T68" fmla="*/ 2147483646 w 53"/>
              <a:gd name="T69" fmla="*/ 2147483646 h 53"/>
              <a:gd name="T70" fmla="*/ 2147483646 w 53"/>
              <a:gd name="T71" fmla="*/ 2147483646 h 53"/>
              <a:gd name="T72" fmla="*/ 2147483646 w 53"/>
              <a:gd name="T73" fmla="*/ 2147483646 h 53"/>
              <a:gd name="T74" fmla="*/ 2147483646 w 53"/>
              <a:gd name="T75" fmla="*/ 2147483646 h 53"/>
              <a:gd name="T76" fmla="*/ 2147483646 w 53"/>
              <a:gd name="T77" fmla="*/ 2147483646 h 53"/>
              <a:gd name="T78" fmla="*/ 2147483646 w 53"/>
              <a:gd name="T79" fmla="*/ 2147483646 h 53"/>
              <a:gd name="T80" fmla="*/ 2147483646 w 53"/>
              <a:gd name="T81" fmla="*/ 2147483646 h 53"/>
              <a:gd name="T82" fmla="*/ 2147483646 w 53"/>
              <a:gd name="T83" fmla="*/ 2147483646 h 53"/>
              <a:gd name="T84" fmla="*/ 2147483646 w 53"/>
              <a:gd name="T85" fmla="*/ 2147483646 h 53"/>
              <a:gd name="T86" fmla="*/ 2147483646 w 53"/>
              <a:gd name="T87" fmla="*/ 2147483646 h 53"/>
              <a:gd name="T88" fmla="*/ 2147483646 w 53"/>
              <a:gd name="T89" fmla="*/ 2147483646 h 53"/>
              <a:gd name="T90" fmla="*/ 2147483646 w 53"/>
              <a:gd name="T91" fmla="*/ 2147483646 h 53"/>
              <a:gd name="T92" fmla="*/ 2147483646 w 53"/>
              <a:gd name="T93" fmla="*/ 2147483646 h 53"/>
              <a:gd name="T94" fmla="*/ 2147483646 w 53"/>
              <a:gd name="T95" fmla="*/ 2147483646 h 53"/>
              <a:gd name="T96" fmla="*/ 2147483646 w 53"/>
              <a:gd name="T97" fmla="*/ 2147483646 h 53"/>
              <a:gd name="T98" fmla="*/ 2147483646 w 53"/>
              <a:gd name="T99" fmla="*/ 2147483646 h 53"/>
              <a:gd name="T100" fmla="*/ 2147483646 w 53"/>
              <a:gd name="T101" fmla="*/ 2147483646 h 53"/>
              <a:gd name="T102" fmla="*/ 2147483646 w 53"/>
              <a:gd name="T103" fmla="*/ 2147483646 h 53"/>
              <a:gd name="T104" fmla="*/ 2147483646 w 53"/>
              <a:gd name="T105" fmla="*/ 2147483646 h 53"/>
              <a:gd name="T106" fmla="*/ 2147483646 w 53"/>
              <a:gd name="T107" fmla="*/ 2147483646 h 53"/>
              <a:gd name="T108" fmla="*/ 2147483646 w 53"/>
              <a:gd name="T109" fmla="*/ 2147483646 h 53"/>
              <a:gd name="T110" fmla="*/ 0 w 53"/>
              <a:gd name="T111" fmla="*/ 2147483646 h 53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53"/>
              <a:gd name="T169" fmla="*/ 0 h 53"/>
              <a:gd name="T170" fmla="*/ 53 w 53"/>
              <a:gd name="T171" fmla="*/ 53 h 53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53" h="53">
                <a:moveTo>
                  <a:pt x="0" y="21"/>
                </a:moveTo>
                <a:lnTo>
                  <a:pt x="0" y="32"/>
                </a:lnTo>
                <a:lnTo>
                  <a:pt x="0" y="31"/>
                </a:lnTo>
                <a:lnTo>
                  <a:pt x="0" y="29"/>
                </a:lnTo>
                <a:lnTo>
                  <a:pt x="0" y="28"/>
                </a:lnTo>
                <a:lnTo>
                  <a:pt x="1" y="25"/>
                </a:lnTo>
                <a:lnTo>
                  <a:pt x="1" y="24"/>
                </a:lnTo>
                <a:lnTo>
                  <a:pt x="1" y="23"/>
                </a:lnTo>
                <a:lnTo>
                  <a:pt x="2" y="21"/>
                </a:lnTo>
                <a:lnTo>
                  <a:pt x="2" y="20"/>
                </a:lnTo>
                <a:lnTo>
                  <a:pt x="2" y="19"/>
                </a:lnTo>
                <a:lnTo>
                  <a:pt x="4" y="17"/>
                </a:lnTo>
                <a:lnTo>
                  <a:pt x="5" y="16"/>
                </a:lnTo>
                <a:lnTo>
                  <a:pt x="5" y="15"/>
                </a:lnTo>
                <a:lnTo>
                  <a:pt x="6" y="13"/>
                </a:lnTo>
                <a:lnTo>
                  <a:pt x="8" y="12"/>
                </a:lnTo>
                <a:lnTo>
                  <a:pt x="8" y="11"/>
                </a:lnTo>
                <a:lnTo>
                  <a:pt x="9" y="9"/>
                </a:lnTo>
                <a:lnTo>
                  <a:pt x="10" y="8"/>
                </a:lnTo>
                <a:lnTo>
                  <a:pt x="12" y="8"/>
                </a:lnTo>
                <a:lnTo>
                  <a:pt x="13" y="7"/>
                </a:lnTo>
                <a:lnTo>
                  <a:pt x="14" y="5"/>
                </a:lnTo>
                <a:lnTo>
                  <a:pt x="16" y="5"/>
                </a:lnTo>
                <a:lnTo>
                  <a:pt x="17" y="4"/>
                </a:lnTo>
                <a:lnTo>
                  <a:pt x="18" y="3"/>
                </a:lnTo>
                <a:lnTo>
                  <a:pt x="20" y="3"/>
                </a:lnTo>
                <a:lnTo>
                  <a:pt x="21" y="3"/>
                </a:lnTo>
                <a:lnTo>
                  <a:pt x="22" y="1"/>
                </a:lnTo>
                <a:lnTo>
                  <a:pt x="24" y="1"/>
                </a:lnTo>
                <a:lnTo>
                  <a:pt x="25" y="1"/>
                </a:lnTo>
                <a:lnTo>
                  <a:pt x="28" y="0"/>
                </a:lnTo>
                <a:lnTo>
                  <a:pt x="29" y="0"/>
                </a:lnTo>
                <a:lnTo>
                  <a:pt x="30" y="0"/>
                </a:lnTo>
                <a:lnTo>
                  <a:pt x="32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8" y="1"/>
                </a:lnTo>
                <a:lnTo>
                  <a:pt x="29" y="1"/>
                </a:lnTo>
                <a:lnTo>
                  <a:pt x="30" y="1"/>
                </a:lnTo>
                <a:lnTo>
                  <a:pt x="32" y="3"/>
                </a:lnTo>
                <a:lnTo>
                  <a:pt x="33" y="3"/>
                </a:lnTo>
                <a:lnTo>
                  <a:pt x="34" y="3"/>
                </a:lnTo>
                <a:lnTo>
                  <a:pt x="36" y="4"/>
                </a:lnTo>
                <a:lnTo>
                  <a:pt x="37" y="5"/>
                </a:lnTo>
                <a:lnTo>
                  <a:pt x="38" y="5"/>
                </a:lnTo>
                <a:lnTo>
                  <a:pt x="40" y="7"/>
                </a:lnTo>
                <a:lnTo>
                  <a:pt x="41" y="8"/>
                </a:lnTo>
                <a:lnTo>
                  <a:pt x="42" y="8"/>
                </a:lnTo>
                <a:lnTo>
                  <a:pt x="44" y="9"/>
                </a:lnTo>
                <a:lnTo>
                  <a:pt x="45" y="11"/>
                </a:lnTo>
                <a:lnTo>
                  <a:pt x="46" y="12"/>
                </a:lnTo>
                <a:lnTo>
                  <a:pt x="46" y="13"/>
                </a:lnTo>
                <a:lnTo>
                  <a:pt x="48" y="15"/>
                </a:lnTo>
                <a:lnTo>
                  <a:pt x="49" y="16"/>
                </a:lnTo>
                <a:lnTo>
                  <a:pt x="49" y="17"/>
                </a:lnTo>
                <a:lnTo>
                  <a:pt x="50" y="19"/>
                </a:lnTo>
                <a:lnTo>
                  <a:pt x="50" y="20"/>
                </a:lnTo>
                <a:lnTo>
                  <a:pt x="52" y="21"/>
                </a:lnTo>
                <a:lnTo>
                  <a:pt x="52" y="23"/>
                </a:lnTo>
                <a:lnTo>
                  <a:pt x="52" y="24"/>
                </a:lnTo>
                <a:lnTo>
                  <a:pt x="53" y="25"/>
                </a:lnTo>
                <a:lnTo>
                  <a:pt x="53" y="28"/>
                </a:lnTo>
                <a:lnTo>
                  <a:pt x="53" y="29"/>
                </a:lnTo>
                <a:lnTo>
                  <a:pt x="53" y="31"/>
                </a:lnTo>
                <a:lnTo>
                  <a:pt x="53" y="32"/>
                </a:lnTo>
                <a:lnTo>
                  <a:pt x="53" y="21"/>
                </a:lnTo>
                <a:lnTo>
                  <a:pt x="53" y="23"/>
                </a:lnTo>
                <a:lnTo>
                  <a:pt x="53" y="24"/>
                </a:lnTo>
                <a:lnTo>
                  <a:pt x="53" y="27"/>
                </a:lnTo>
                <a:lnTo>
                  <a:pt x="53" y="28"/>
                </a:lnTo>
                <a:lnTo>
                  <a:pt x="52" y="29"/>
                </a:lnTo>
                <a:lnTo>
                  <a:pt x="52" y="31"/>
                </a:lnTo>
                <a:lnTo>
                  <a:pt x="52" y="32"/>
                </a:lnTo>
                <a:lnTo>
                  <a:pt x="50" y="33"/>
                </a:lnTo>
                <a:lnTo>
                  <a:pt x="50" y="35"/>
                </a:lnTo>
                <a:lnTo>
                  <a:pt x="49" y="36"/>
                </a:lnTo>
                <a:lnTo>
                  <a:pt x="49" y="37"/>
                </a:lnTo>
                <a:lnTo>
                  <a:pt x="48" y="39"/>
                </a:lnTo>
                <a:lnTo>
                  <a:pt x="46" y="40"/>
                </a:lnTo>
                <a:lnTo>
                  <a:pt x="46" y="41"/>
                </a:lnTo>
                <a:lnTo>
                  <a:pt x="45" y="42"/>
                </a:lnTo>
                <a:lnTo>
                  <a:pt x="44" y="44"/>
                </a:lnTo>
                <a:lnTo>
                  <a:pt x="42" y="45"/>
                </a:lnTo>
                <a:lnTo>
                  <a:pt x="41" y="46"/>
                </a:lnTo>
                <a:lnTo>
                  <a:pt x="40" y="46"/>
                </a:lnTo>
                <a:lnTo>
                  <a:pt x="38" y="48"/>
                </a:lnTo>
                <a:lnTo>
                  <a:pt x="37" y="49"/>
                </a:lnTo>
                <a:lnTo>
                  <a:pt x="36" y="49"/>
                </a:lnTo>
                <a:lnTo>
                  <a:pt x="34" y="50"/>
                </a:lnTo>
                <a:lnTo>
                  <a:pt x="33" y="50"/>
                </a:lnTo>
                <a:lnTo>
                  <a:pt x="32" y="52"/>
                </a:lnTo>
                <a:lnTo>
                  <a:pt x="30" y="52"/>
                </a:lnTo>
                <a:lnTo>
                  <a:pt x="29" y="52"/>
                </a:lnTo>
                <a:lnTo>
                  <a:pt x="28" y="53"/>
                </a:lnTo>
                <a:lnTo>
                  <a:pt x="26" y="53"/>
                </a:lnTo>
                <a:lnTo>
                  <a:pt x="24" y="53"/>
                </a:lnTo>
                <a:lnTo>
                  <a:pt x="22" y="53"/>
                </a:lnTo>
                <a:lnTo>
                  <a:pt x="21" y="53"/>
                </a:lnTo>
                <a:lnTo>
                  <a:pt x="32" y="53"/>
                </a:lnTo>
                <a:lnTo>
                  <a:pt x="30" y="53"/>
                </a:lnTo>
                <a:lnTo>
                  <a:pt x="29" y="53"/>
                </a:lnTo>
                <a:lnTo>
                  <a:pt x="28" y="53"/>
                </a:lnTo>
                <a:lnTo>
                  <a:pt x="25" y="53"/>
                </a:lnTo>
                <a:lnTo>
                  <a:pt x="24" y="52"/>
                </a:lnTo>
                <a:lnTo>
                  <a:pt x="22" y="52"/>
                </a:lnTo>
                <a:lnTo>
                  <a:pt x="21" y="52"/>
                </a:lnTo>
                <a:lnTo>
                  <a:pt x="20" y="50"/>
                </a:lnTo>
                <a:lnTo>
                  <a:pt x="18" y="50"/>
                </a:lnTo>
                <a:lnTo>
                  <a:pt x="17" y="49"/>
                </a:lnTo>
                <a:lnTo>
                  <a:pt x="16" y="49"/>
                </a:lnTo>
                <a:lnTo>
                  <a:pt x="14" y="48"/>
                </a:lnTo>
                <a:lnTo>
                  <a:pt x="13" y="46"/>
                </a:lnTo>
                <a:lnTo>
                  <a:pt x="12" y="46"/>
                </a:lnTo>
                <a:lnTo>
                  <a:pt x="10" y="45"/>
                </a:lnTo>
                <a:lnTo>
                  <a:pt x="9" y="44"/>
                </a:lnTo>
                <a:lnTo>
                  <a:pt x="8" y="42"/>
                </a:lnTo>
                <a:lnTo>
                  <a:pt x="8" y="41"/>
                </a:lnTo>
                <a:lnTo>
                  <a:pt x="6" y="40"/>
                </a:lnTo>
                <a:lnTo>
                  <a:pt x="5" y="39"/>
                </a:lnTo>
                <a:lnTo>
                  <a:pt x="5" y="37"/>
                </a:lnTo>
                <a:lnTo>
                  <a:pt x="4" y="36"/>
                </a:lnTo>
                <a:lnTo>
                  <a:pt x="2" y="35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29"/>
                </a:lnTo>
                <a:lnTo>
                  <a:pt x="1" y="28"/>
                </a:lnTo>
                <a:lnTo>
                  <a:pt x="0" y="27"/>
                </a:lnTo>
                <a:lnTo>
                  <a:pt x="0" y="24"/>
                </a:lnTo>
                <a:lnTo>
                  <a:pt x="0" y="23"/>
                </a:lnTo>
                <a:lnTo>
                  <a:pt x="0" y="21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47" name="Freeform 114">
            <a:extLst>
              <a:ext uri="{FF2B5EF4-FFF2-40B4-BE49-F238E27FC236}">
                <a16:creationId xmlns:a16="http://schemas.microsoft.com/office/drawing/2014/main" id="{CA41F33D-F114-44F0-83EB-08C59DD5A545}"/>
              </a:ext>
            </a:extLst>
          </p:cNvPr>
          <p:cNvSpPr>
            <a:spLocks/>
          </p:cNvSpPr>
          <p:nvPr/>
        </p:nvSpPr>
        <p:spPr bwMode="auto">
          <a:xfrm>
            <a:off x="3503613" y="3725862"/>
            <a:ext cx="41275" cy="42863"/>
          </a:xfrm>
          <a:custGeom>
            <a:avLst/>
            <a:gdLst>
              <a:gd name="T0" fmla="*/ 0 w 54"/>
              <a:gd name="T1" fmla="*/ 2147483646 h 53"/>
              <a:gd name="T2" fmla="*/ 2147483646 w 54"/>
              <a:gd name="T3" fmla="*/ 2147483646 h 53"/>
              <a:gd name="T4" fmla="*/ 2147483646 w 54"/>
              <a:gd name="T5" fmla="*/ 2147483646 h 53"/>
              <a:gd name="T6" fmla="*/ 2147483646 w 54"/>
              <a:gd name="T7" fmla="*/ 2147483646 h 53"/>
              <a:gd name="T8" fmla="*/ 2147483646 w 54"/>
              <a:gd name="T9" fmla="*/ 2147483646 h 53"/>
              <a:gd name="T10" fmla="*/ 2147483646 w 54"/>
              <a:gd name="T11" fmla="*/ 2147483646 h 53"/>
              <a:gd name="T12" fmla="*/ 2147483646 w 54"/>
              <a:gd name="T13" fmla="*/ 2147483646 h 53"/>
              <a:gd name="T14" fmla="*/ 2147483646 w 54"/>
              <a:gd name="T15" fmla="*/ 2147483646 h 53"/>
              <a:gd name="T16" fmla="*/ 2147483646 w 54"/>
              <a:gd name="T17" fmla="*/ 2147483646 h 53"/>
              <a:gd name="T18" fmla="*/ 2147483646 w 54"/>
              <a:gd name="T19" fmla="*/ 2147483646 h 53"/>
              <a:gd name="T20" fmla="*/ 2147483646 w 54"/>
              <a:gd name="T21" fmla="*/ 0 h 53"/>
              <a:gd name="T22" fmla="*/ 2147483646 w 54"/>
              <a:gd name="T23" fmla="*/ 0 h 53"/>
              <a:gd name="T24" fmla="*/ 2147483646 w 54"/>
              <a:gd name="T25" fmla="*/ 0 h 53"/>
              <a:gd name="T26" fmla="*/ 2147483646 w 54"/>
              <a:gd name="T27" fmla="*/ 2147483646 h 53"/>
              <a:gd name="T28" fmla="*/ 2147483646 w 54"/>
              <a:gd name="T29" fmla="*/ 2147483646 h 53"/>
              <a:gd name="T30" fmla="*/ 2147483646 w 54"/>
              <a:gd name="T31" fmla="*/ 2147483646 h 53"/>
              <a:gd name="T32" fmla="*/ 2147483646 w 54"/>
              <a:gd name="T33" fmla="*/ 2147483646 h 53"/>
              <a:gd name="T34" fmla="*/ 2147483646 w 54"/>
              <a:gd name="T35" fmla="*/ 2147483646 h 53"/>
              <a:gd name="T36" fmla="*/ 2147483646 w 54"/>
              <a:gd name="T37" fmla="*/ 2147483646 h 53"/>
              <a:gd name="T38" fmla="*/ 2147483646 w 54"/>
              <a:gd name="T39" fmla="*/ 2147483646 h 53"/>
              <a:gd name="T40" fmla="*/ 2147483646 w 54"/>
              <a:gd name="T41" fmla="*/ 2147483646 h 53"/>
              <a:gd name="T42" fmla="*/ 2147483646 w 54"/>
              <a:gd name="T43" fmla="*/ 2147483646 h 53"/>
              <a:gd name="T44" fmla="*/ 2147483646 w 54"/>
              <a:gd name="T45" fmla="*/ 2147483646 h 53"/>
              <a:gd name="T46" fmla="*/ 2147483646 w 54"/>
              <a:gd name="T47" fmla="*/ 2147483646 h 53"/>
              <a:gd name="T48" fmla="*/ 2147483646 w 54"/>
              <a:gd name="T49" fmla="*/ 2147483646 h 53"/>
              <a:gd name="T50" fmla="*/ 2147483646 w 54"/>
              <a:gd name="T51" fmla="*/ 2147483646 h 53"/>
              <a:gd name="T52" fmla="*/ 2147483646 w 54"/>
              <a:gd name="T53" fmla="*/ 2147483646 h 53"/>
              <a:gd name="T54" fmla="*/ 2147483646 w 54"/>
              <a:gd name="T55" fmla="*/ 2147483646 h 53"/>
              <a:gd name="T56" fmla="*/ 2147483646 w 54"/>
              <a:gd name="T57" fmla="*/ 2147483646 h 53"/>
              <a:gd name="T58" fmla="*/ 2147483646 w 54"/>
              <a:gd name="T59" fmla="*/ 2147483646 h 53"/>
              <a:gd name="T60" fmla="*/ 2147483646 w 54"/>
              <a:gd name="T61" fmla="*/ 2147483646 h 53"/>
              <a:gd name="T62" fmla="*/ 2147483646 w 54"/>
              <a:gd name="T63" fmla="*/ 2147483646 h 53"/>
              <a:gd name="T64" fmla="*/ 2147483646 w 54"/>
              <a:gd name="T65" fmla="*/ 2147483646 h 53"/>
              <a:gd name="T66" fmla="*/ 2147483646 w 54"/>
              <a:gd name="T67" fmla="*/ 2147483646 h 53"/>
              <a:gd name="T68" fmla="*/ 2147483646 w 54"/>
              <a:gd name="T69" fmla="*/ 2147483646 h 53"/>
              <a:gd name="T70" fmla="*/ 2147483646 w 54"/>
              <a:gd name="T71" fmla="*/ 2147483646 h 53"/>
              <a:gd name="T72" fmla="*/ 2147483646 w 54"/>
              <a:gd name="T73" fmla="*/ 2147483646 h 53"/>
              <a:gd name="T74" fmla="*/ 2147483646 w 54"/>
              <a:gd name="T75" fmla="*/ 2147483646 h 53"/>
              <a:gd name="T76" fmla="*/ 2147483646 w 54"/>
              <a:gd name="T77" fmla="*/ 2147483646 h 53"/>
              <a:gd name="T78" fmla="*/ 2147483646 w 54"/>
              <a:gd name="T79" fmla="*/ 2147483646 h 53"/>
              <a:gd name="T80" fmla="*/ 2147483646 w 54"/>
              <a:gd name="T81" fmla="*/ 2147483646 h 53"/>
              <a:gd name="T82" fmla="*/ 2147483646 w 54"/>
              <a:gd name="T83" fmla="*/ 2147483646 h 53"/>
              <a:gd name="T84" fmla="*/ 2147483646 w 54"/>
              <a:gd name="T85" fmla="*/ 2147483646 h 53"/>
              <a:gd name="T86" fmla="*/ 2147483646 w 54"/>
              <a:gd name="T87" fmla="*/ 2147483646 h 53"/>
              <a:gd name="T88" fmla="*/ 2147483646 w 54"/>
              <a:gd name="T89" fmla="*/ 2147483646 h 53"/>
              <a:gd name="T90" fmla="*/ 2147483646 w 54"/>
              <a:gd name="T91" fmla="*/ 2147483646 h 53"/>
              <a:gd name="T92" fmla="*/ 2147483646 w 54"/>
              <a:gd name="T93" fmla="*/ 2147483646 h 53"/>
              <a:gd name="T94" fmla="*/ 2147483646 w 54"/>
              <a:gd name="T95" fmla="*/ 2147483646 h 53"/>
              <a:gd name="T96" fmla="*/ 2147483646 w 54"/>
              <a:gd name="T97" fmla="*/ 2147483646 h 53"/>
              <a:gd name="T98" fmla="*/ 2147483646 w 54"/>
              <a:gd name="T99" fmla="*/ 2147483646 h 53"/>
              <a:gd name="T100" fmla="*/ 2147483646 w 54"/>
              <a:gd name="T101" fmla="*/ 2147483646 h 53"/>
              <a:gd name="T102" fmla="*/ 2147483646 w 54"/>
              <a:gd name="T103" fmla="*/ 2147483646 h 53"/>
              <a:gd name="T104" fmla="*/ 2147483646 w 54"/>
              <a:gd name="T105" fmla="*/ 2147483646 h 53"/>
              <a:gd name="T106" fmla="*/ 2147483646 w 54"/>
              <a:gd name="T107" fmla="*/ 2147483646 h 53"/>
              <a:gd name="T108" fmla="*/ 2147483646 w 54"/>
              <a:gd name="T109" fmla="*/ 2147483646 h 53"/>
              <a:gd name="T110" fmla="*/ 0 w 54"/>
              <a:gd name="T111" fmla="*/ 2147483646 h 53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54"/>
              <a:gd name="T169" fmla="*/ 0 h 53"/>
              <a:gd name="T170" fmla="*/ 54 w 54"/>
              <a:gd name="T171" fmla="*/ 53 h 53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54" h="53">
                <a:moveTo>
                  <a:pt x="0" y="21"/>
                </a:moveTo>
                <a:lnTo>
                  <a:pt x="0" y="32"/>
                </a:lnTo>
                <a:lnTo>
                  <a:pt x="0" y="31"/>
                </a:lnTo>
                <a:lnTo>
                  <a:pt x="0" y="29"/>
                </a:lnTo>
                <a:lnTo>
                  <a:pt x="0" y="28"/>
                </a:lnTo>
                <a:lnTo>
                  <a:pt x="2" y="25"/>
                </a:lnTo>
                <a:lnTo>
                  <a:pt x="2" y="24"/>
                </a:lnTo>
                <a:lnTo>
                  <a:pt x="2" y="23"/>
                </a:lnTo>
                <a:lnTo>
                  <a:pt x="3" y="21"/>
                </a:lnTo>
                <a:lnTo>
                  <a:pt x="3" y="20"/>
                </a:lnTo>
                <a:lnTo>
                  <a:pt x="3" y="19"/>
                </a:lnTo>
                <a:lnTo>
                  <a:pt x="4" y="17"/>
                </a:lnTo>
                <a:lnTo>
                  <a:pt x="6" y="16"/>
                </a:lnTo>
                <a:lnTo>
                  <a:pt x="6" y="15"/>
                </a:lnTo>
                <a:lnTo>
                  <a:pt x="7" y="13"/>
                </a:lnTo>
                <a:lnTo>
                  <a:pt x="8" y="12"/>
                </a:lnTo>
                <a:lnTo>
                  <a:pt x="8" y="11"/>
                </a:lnTo>
                <a:lnTo>
                  <a:pt x="10" y="9"/>
                </a:lnTo>
                <a:lnTo>
                  <a:pt x="11" y="8"/>
                </a:lnTo>
                <a:lnTo>
                  <a:pt x="12" y="8"/>
                </a:lnTo>
                <a:lnTo>
                  <a:pt x="14" y="7"/>
                </a:lnTo>
                <a:lnTo>
                  <a:pt x="15" y="5"/>
                </a:lnTo>
                <a:lnTo>
                  <a:pt x="16" y="5"/>
                </a:lnTo>
                <a:lnTo>
                  <a:pt x="18" y="4"/>
                </a:lnTo>
                <a:lnTo>
                  <a:pt x="19" y="3"/>
                </a:lnTo>
                <a:lnTo>
                  <a:pt x="20" y="3"/>
                </a:lnTo>
                <a:lnTo>
                  <a:pt x="22" y="3"/>
                </a:lnTo>
                <a:lnTo>
                  <a:pt x="23" y="1"/>
                </a:lnTo>
                <a:lnTo>
                  <a:pt x="24" y="1"/>
                </a:lnTo>
                <a:lnTo>
                  <a:pt x="26" y="1"/>
                </a:lnTo>
                <a:lnTo>
                  <a:pt x="28" y="0"/>
                </a:lnTo>
                <a:lnTo>
                  <a:pt x="30" y="0"/>
                </a:lnTo>
                <a:lnTo>
                  <a:pt x="31" y="0"/>
                </a:lnTo>
                <a:lnTo>
                  <a:pt x="32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7" y="0"/>
                </a:lnTo>
                <a:lnTo>
                  <a:pt x="28" y="1"/>
                </a:lnTo>
                <a:lnTo>
                  <a:pt x="30" y="1"/>
                </a:lnTo>
                <a:lnTo>
                  <a:pt x="31" y="1"/>
                </a:lnTo>
                <a:lnTo>
                  <a:pt x="32" y="3"/>
                </a:lnTo>
                <a:lnTo>
                  <a:pt x="34" y="3"/>
                </a:lnTo>
                <a:lnTo>
                  <a:pt x="35" y="3"/>
                </a:lnTo>
                <a:lnTo>
                  <a:pt x="36" y="4"/>
                </a:lnTo>
                <a:lnTo>
                  <a:pt x="38" y="5"/>
                </a:lnTo>
                <a:lnTo>
                  <a:pt x="39" y="5"/>
                </a:lnTo>
                <a:lnTo>
                  <a:pt x="40" y="7"/>
                </a:lnTo>
                <a:lnTo>
                  <a:pt x="42" y="8"/>
                </a:lnTo>
                <a:lnTo>
                  <a:pt x="43" y="8"/>
                </a:lnTo>
                <a:lnTo>
                  <a:pt x="44" y="9"/>
                </a:lnTo>
                <a:lnTo>
                  <a:pt x="46" y="11"/>
                </a:lnTo>
                <a:lnTo>
                  <a:pt x="47" y="12"/>
                </a:lnTo>
                <a:lnTo>
                  <a:pt x="47" y="13"/>
                </a:lnTo>
                <a:lnTo>
                  <a:pt x="48" y="15"/>
                </a:lnTo>
                <a:lnTo>
                  <a:pt x="50" y="16"/>
                </a:lnTo>
                <a:lnTo>
                  <a:pt x="50" y="17"/>
                </a:lnTo>
                <a:lnTo>
                  <a:pt x="51" y="19"/>
                </a:lnTo>
                <a:lnTo>
                  <a:pt x="51" y="20"/>
                </a:lnTo>
                <a:lnTo>
                  <a:pt x="52" y="21"/>
                </a:lnTo>
                <a:lnTo>
                  <a:pt x="52" y="23"/>
                </a:lnTo>
                <a:lnTo>
                  <a:pt x="52" y="24"/>
                </a:lnTo>
                <a:lnTo>
                  <a:pt x="54" y="25"/>
                </a:lnTo>
                <a:lnTo>
                  <a:pt x="54" y="28"/>
                </a:lnTo>
                <a:lnTo>
                  <a:pt x="54" y="29"/>
                </a:lnTo>
                <a:lnTo>
                  <a:pt x="54" y="31"/>
                </a:lnTo>
                <a:lnTo>
                  <a:pt x="54" y="32"/>
                </a:lnTo>
                <a:lnTo>
                  <a:pt x="54" y="21"/>
                </a:lnTo>
                <a:lnTo>
                  <a:pt x="54" y="23"/>
                </a:lnTo>
                <a:lnTo>
                  <a:pt x="54" y="24"/>
                </a:lnTo>
                <a:lnTo>
                  <a:pt x="54" y="27"/>
                </a:lnTo>
                <a:lnTo>
                  <a:pt x="54" y="28"/>
                </a:lnTo>
                <a:lnTo>
                  <a:pt x="52" y="29"/>
                </a:lnTo>
                <a:lnTo>
                  <a:pt x="52" y="31"/>
                </a:lnTo>
                <a:lnTo>
                  <a:pt x="52" y="32"/>
                </a:lnTo>
                <a:lnTo>
                  <a:pt x="51" y="33"/>
                </a:lnTo>
                <a:lnTo>
                  <a:pt x="51" y="35"/>
                </a:lnTo>
                <a:lnTo>
                  <a:pt x="50" y="36"/>
                </a:lnTo>
                <a:lnTo>
                  <a:pt x="50" y="37"/>
                </a:lnTo>
                <a:lnTo>
                  <a:pt x="48" y="38"/>
                </a:lnTo>
                <a:lnTo>
                  <a:pt x="47" y="40"/>
                </a:lnTo>
                <a:lnTo>
                  <a:pt x="47" y="41"/>
                </a:lnTo>
                <a:lnTo>
                  <a:pt x="46" y="42"/>
                </a:lnTo>
                <a:lnTo>
                  <a:pt x="44" y="44"/>
                </a:lnTo>
                <a:lnTo>
                  <a:pt x="43" y="45"/>
                </a:lnTo>
                <a:lnTo>
                  <a:pt x="42" y="46"/>
                </a:lnTo>
                <a:lnTo>
                  <a:pt x="40" y="46"/>
                </a:lnTo>
                <a:lnTo>
                  <a:pt x="39" y="48"/>
                </a:lnTo>
                <a:lnTo>
                  <a:pt x="38" y="49"/>
                </a:lnTo>
                <a:lnTo>
                  <a:pt x="36" y="49"/>
                </a:lnTo>
                <a:lnTo>
                  <a:pt x="35" y="50"/>
                </a:lnTo>
                <a:lnTo>
                  <a:pt x="34" y="50"/>
                </a:lnTo>
                <a:lnTo>
                  <a:pt x="32" y="52"/>
                </a:lnTo>
                <a:lnTo>
                  <a:pt x="31" y="52"/>
                </a:lnTo>
                <a:lnTo>
                  <a:pt x="30" y="52"/>
                </a:lnTo>
                <a:lnTo>
                  <a:pt x="28" y="53"/>
                </a:lnTo>
                <a:lnTo>
                  <a:pt x="27" y="53"/>
                </a:lnTo>
                <a:lnTo>
                  <a:pt x="24" y="53"/>
                </a:lnTo>
                <a:lnTo>
                  <a:pt x="23" y="53"/>
                </a:lnTo>
                <a:lnTo>
                  <a:pt x="22" y="53"/>
                </a:lnTo>
                <a:lnTo>
                  <a:pt x="32" y="53"/>
                </a:lnTo>
                <a:lnTo>
                  <a:pt x="31" y="53"/>
                </a:lnTo>
                <a:lnTo>
                  <a:pt x="30" y="53"/>
                </a:lnTo>
                <a:lnTo>
                  <a:pt x="28" y="53"/>
                </a:lnTo>
                <a:lnTo>
                  <a:pt x="26" y="53"/>
                </a:lnTo>
                <a:lnTo>
                  <a:pt x="24" y="52"/>
                </a:lnTo>
                <a:lnTo>
                  <a:pt x="23" y="52"/>
                </a:lnTo>
                <a:lnTo>
                  <a:pt x="22" y="52"/>
                </a:lnTo>
                <a:lnTo>
                  <a:pt x="20" y="50"/>
                </a:lnTo>
                <a:lnTo>
                  <a:pt x="19" y="50"/>
                </a:lnTo>
                <a:lnTo>
                  <a:pt x="18" y="49"/>
                </a:lnTo>
                <a:lnTo>
                  <a:pt x="16" y="49"/>
                </a:lnTo>
                <a:lnTo>
                  <a:pt x="15" y="48"/>
                </a:lnTo>
                <a:lnTo>
                  <a:pt x="14" y="46"/>
                </a:lnTo>
                <a:lnTo>
                  <a:pt x="12" y="46"/>
                </a:lnTo>
                <a:lnTo>
                  <a:pt x="11" y="45"/>
                </a:lnTo>
                <a:lnTo>
                  <a:pt x="10" y="44"/>
                </a:lnTo>
                <a:lnTo>
                  <a:pt x="8" y="42"/>
                </a:lnTo>
                <a:lnTo>
                  <a:pt x="8" y="41"/>
                </a:lnTo>
                <a:lnTo>
                  <a:pt x="7" y="40"/>
                </a:lnTo>
                <a:lnTo>
                  <a:pt x="6" y="38"/>
                </a:lnTo>
                <a:lnTo>
                  <a:pt x="6" y="37"/>
                </a:lnTo>
                <a:lnTo>
                  <a:pt x="4" y="36"/>
                </a:lnTo>
                <a:lnTo>
                  <a:pt x="3" y="35"/>
                </a:lnTo>
                <a:lnTo>
                  <a:pt x="3" y="33"/>
                </a:lnTo>
                <a:lnTo>
                  <a:pt x="3" y="32"/>
                </a:lnTo>
                <a:lnTo>
                  <a:pt x="2" y="31"/>
                </a:lnTo>
                <a:lnTo>
                  <a:pt x="2" y="29"/>
                </a:lnTo>
                <a:lnTo>
                  <a:pt x="2" y="28"/>
                </a:lnTo>
                <a:lnTo>
                  <a:pt x="0" y="27"/>
                </a:lnTo>
                <a:lnTo>
                  <a:pt x="0" y="24"/>
                </a:lnTo>
                <a:lnTo>
                  <a:pt x="0" y="23"/>
                </a:lnTo>
                <a:lnTo>
                  <a:pt x="0" y="21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48" name="Rectangle 115">
            <a:extLst>
              <a:ext uri="{FF2B5EF4-FFF2-40B4-BE49-F238E27FC236}">
                <a16:creationId xmlns:a16="http://schemas.microsoft.com/office/drawing/2014/main" id="{DB1E141A-20BA-4D74-8CFA-4FD47F558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150" y="5346700"/>
            <a:ext cx="20542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(b) Detailed diagram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49" name="AutoShape 119">
            <a:extLst>
              <a:ext uri="{FF2B5EF4-FFF2-40B4-BE49-F238E27FC236}">
                <a16:creationId xmlns:a16="http://schemas.microsoft.com/office/drawing/2014/main" id="{065F6578-5CBA-4DBC-BBE0-81F177572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1913" y="4549775"/>
            <a:ext cx="596900" cy="496887"/>
          </a:xfrm>
          <a:prstGeom prst="flowChartDelay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50" name="AutoShape 121">
            <a:extLst>
              <a:ext uri="{FF2B5EF4-FFF2-40B4-BE49-F238E27FC236}">
                <a16:creationId xmlns:a16="http://schemas.microsoft.com/office/drawing/2014/main" id="{8157A729-41C9-4FC2-BF81-45F201846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3959225"/>
            <a:ext cx="596900" cy="496887"/>
          </a:xfrm>
          <a:prstGeom prst="flowChartDelay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251" name="Title 1">
            <a:extLst>
              <a:ext uri="{FF2B5EF4-FFF2-40B4-BE49-F238E27FC236}">
                <a16:creationId xmlns:a16="http://schemas.microsoft.com/office/drawing/2014/main" id="{57AD5DE0-26BF-4A27-812C-3FFB8CDA5384}"/>
              </a:ext>
            </a:extLst>
          </p:cNvPr>
          <p:cNvSpPr txBox="1">
            <a:spLocks/>
          </p:cNvSpPr>
          <p:nvPr/>
        </p:nvSpPr>
        <p:spPr bwMode="auto">
          <a:xfrm>
            <a:off x="0" y="20638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 decomposed implementation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of the full-adder circuit</a:t>
            </a:r>
          </a:p>
        </p:txBody>
      </p:sp>
      <p:sp>
        <p:nvSpPr>
          <p:cNvPr id="49252" name="TextBox 125">
            <a:extLst>
              <a:ext uri="{FF2B5EF4-FFF2-40B4-BE49-F238E27FC236}">
                <a16:creationId xmlns:a16="http://schemas.microsoft.com/office/drawing/2014/main" id="{29AAE590-5CE5-4718-A3E2-DAFE84CB4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200" y="6477000"/>
            <a:ext cx="2463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3.4 from the textbook 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3">
            <a:extLst>
              <a:ext uri="{FF2B5EF4-FFF2-40B4-BE49-F238E27FC236}">
                <a16:creationId xmlns:a16="http://schemas.microsoft.com/office/drawing/2014/main" id="{24B79296-68FE-41A5-BF50-B246600B6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838" y="3198813"/>
            <a:ext cx="906462" cy="590550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78" name="Freeform 24">
            <a:extLst>
              <a:ext uri="{FF2B5EF4-FFF2-40B4-BE49-F238E27FC236}">
                <a16:creationId xmlns:a16="http://schemas.microsoft.com/office/drawing/2014/main" id="{C7B164C6-8279-48CF-915D-D1DFB22BAED8}"/>
              </a:ext>
            </a:extLst>
          </p:cNvPr>
          <p:cNvSpPr>
            <a:spLocks/>
          </p:cNvSpPr>
          <p:nvPr/>
        </p:nvSpPr>
        <p:spPr bwMode="auto">
          <a:xfrm>
            <a:off x="2362200" y="3325813"/>
            <a:ext cx="125413" cy="42862"/>
          </a:xfrm>
          <a:custGeom>
            <a:avLst/>
            <a:gdLst>
              <a:gd name="T0" fmla="*/ 0 w 160"/>
              <a:gd name="T1" fmla="*/ 2147483646 h 54"/>
              <a:gd name="T2" fmla="*/ 2147483646 w 160"/>
              <a:gd name="T3" fmla="*/ 2147483646 h 54"/>
              <a:gd name="T4" fmla="*/ 0 w 160"/>
              <a:gd name="T5" fmla="*/ 0 h 54"/>
              <a:gd name="T6" fmla="*/ 0 w 160"/>
              <a:gd name="T7" fmla="*/ 2147483646 h 54"/>
              <a:gd name="T8" fmla="*/ 0 w 160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54"/>
              <a:gd name="T17" fmla="*/ 160 w 160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54">
                <a:moveTo>
                  <a:pt x="0" y="54"/>
                </a:moveTo>
                <a:lnTo>
                  <a:pt x="160" y="27"/>
                </a:lnTo>
                <a:lnTo>
                  <a:pt x="0" y="0"/>
                </a:lnTo>
                <a:lnTo>
                  <a:pt x="0" y="27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79" name="Line 25">
            <a:extLst>
              <a:ext uri="{FF2B5EF4-FFF2-40B4-BE49-F238E27FC236}">
                <a16:creationId xmlns:a16="http://schemas.microsoft.com/office/drawing/2014/main" id="{08D250FD-6195-4621-BA06-68271F602A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54163" y="3346450"/>
            <a:ext cx="785812" cy="17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0" name="Freeform 26">
            <a:extLst>
              <a:ext uri="{FF2B5EF4-FFF2-40B4-BE49-F238E27FC236}">
                <a16:creationId xmlns:a16="http://schemas.microsoft.com/office/drawing/2014/main" id="{97B85F89-3072-40D3-875D-EBA6A498E4D4}"/>
              </a:ext>
            </a:extLst>
          </p:cNvPr>
          <p:cNvSpPr>
            <a:spLocks/>
          </p:cNvSpPr>
          <p:nvPr/>
        </p:nvSpPr>
        <p:spPr bwMode="auto">
          <a:xfrm>
            <a:off x="2362200" y="3621088"/>
            <a:ext cx="125413" cy="42862"/>
          </a:xfrm>
          <a:custGeom>
            <a:avLst/>
            <a:gdLst>
              <a:gd name="T0" fmla="*/ 0 w 160"/>
              <a:gd name="T1" fmla="*/ 2147483646 h 54"/>
              <a:gd name="T2" fmla="*/ 2147483646 w 160"/>
              <a:gd name="T3" fmla="*/ 2147483646 h 54"/>
              <a:gd name="T4" fmla="*/ 0 w 160"/>
              <a:gd name="T5" fmla="*/ 0 h 54"/>
              <a:gd name="T6" fmla="*/ 0 w 160"/>
              <a:gd name="T7" fmla="*/ 2147483646 h 54"/>
              <a:gd name="T8" fmla="*/ 0 w 160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54"/>
              <a:gd name="T17" fmla="*/ 160 w 160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54">
                <a:moveTo>
                  <a:pt x="0" y="54"/>
                </a:moveTo>
                <a:lnTo>
                  <a:pt x="160" y="27"/>
                </a:lnTo>
                <a:lnTo>
                  <a:pt x="0" y="0"/>
                </a:lnTo>
                <a:lnTo>
                  <a:pt x="0" y="27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1" name="Line 27">
            <a:extLst>
              <a:ext uri="{FF2B5EF4-FFF2-40B4-BE49-F238E27FC236}">
                <a16:creationId xmlns:a16="http://schemas.microsoft.com/office/drawing/2014/main" id="{FF900882-6730-4D86-8213-E3F6C49382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54163" y="3641725"/>
            <a:ext cx="785812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2" name="Freeform 28">
            <a:extLst>
              <a:ext uri="{FF2B5EF4-FFF2-40B4-BE49-F238E27FC236}">
                <a16:creationId xmlns:a16="http://schemas.microsoft.com/office/drawing/2014/main" id="{89F1F74E-3F20-4466-A4E0-4A4C360AF28F}"/>
              </a:ext>
            </a:extLst>
          </p:cNvPr>
          <p:cNvSpPr>
            <a:spLocks/>
          </p:cNvSpPr>
          <p:nvPr/>
        </p:nvSpPr>
        <p:spPr bwMode="auto">
          <a:xfrm>
            <a:off x="4154488" y="3325813"/>
            <a:ext cx="127000" cy="42862"/>
          </a:xfrm>
          <a:custGeom>
            <a:avLst/>
            <a:gdLst>
              <a:gd name="T0" fmla="*/ 0 w 159"/>
              <a:gd name="T1" fmla="*/ 2147483646 h 54"/>
              <a:gd name="T2" fmla="*/ 2147483646 w 159"/>
              <a:gd name="T3" fmla="*/ 2147483646 h 54"/>
              <a:gd name="T4" fmla="*/ 0 w 159"/>
              <a:gd name="T5" fmla="*/ 0 h 54"/>
              <a:gd name="T6" fmla="*/ 0 w 159"/>
              <a:gd name="T7" fmla="*/ 2147483646 h 54"/>
              <a:gd name="T8" fmla="*/ 0 w 159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54"/>
              <a:gd name="T17" fmla="*/ 159 w 159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54">
                <a:moveTo>
                  <a:pt x="0" y="54"/>
                </a:moveTo>
                <a:lnTo>
                  <a:pt x="159" y="27"/>
                </a:lnTo>
                <a:lnTo>
                  <a:pt x="0" y="0"/>
                </a:lnTo>
                <a:lnTo>
                  <a:pt x="0" y="27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3" name="Line 29">
            <a:extLst>
              <a:ext uri="{FF2B5EF4-FFF2-40B4-BE49-F238E27FC236}">
                <a16:creationId xmlns:a16="http://schemas.microsoft.com/office/drawing/2014/main" id="{28DFDEC5-21E5-402C-B420-CE329DA273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6300" y="3346450"/>
            <a:ext cx="71755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4" name="Line 30">
            <a:extLst>
              <a:ext uri="{FF2B5EF4-FFF2-40B4-BE49-F238E27FC236}">
                <a16:creationId xmlns:a16="http://schemas.microsoft.com/office/drawing/2014/main" id="{13DE98EF-D715-45F5-9C6B-9A6459B124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6300" y="3641725"/>
            <a:ext cx="2382838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5" name="Rectangle 31">
            <a:extLst>
              <a:ext uri="{FF2B5EF4-FFF2-40B4-BE49-F238E27FC236}">
                <a16:creationId xmlns:a16="http://schemas.microsoft.com/office/drawing/2014/main" id="{BE062E3B-2FF9-4B68-BE08-C5179D788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2903538"/>
            <a:ext cx="906463" cy="590550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6" name="Freeform 32">
            <a:extLst>
              <a:ext uri="{FF2B5EF4-FFF2-40B4-BE49-F238E27FC236}">
                <a16:creationId xmlns:a16="http://schemas.microsoft.com/office/drawing/2014/main" id="{68FEBA36-F207-4013-88C9-D5567D3E3129}"/>
              </a:ext>
            </a:extLst>
          </p:cNvPr>
          <p:cNvSpPr>
            <a:spLocks/>
          </p:cNvSpPr>
          <p:nvPr/>
        </p:nvSpPr>
        <p:spPr bwMode="auto">
          <a:xfrm>
            <a:off x="4154488" y="3030538"/>
            <a:ext cx="127000" cy="42862"/>
          </a:xfrm>
          <a:custGeom>
            <a:avLst/>
            <a:gdLst>
              <a:gd name="T0" fmla="*/ 0 w 159"/>
              <a:gd name="T1" fmla="*/ 2147483646 h 54"/>
              <a:gd name="T2" fmla="*/ 2147483646 w 159"/>
              <a:gd name="T3" fmla="*/ 2147483646 h 54"/>
              <a:gd name="T4" fmla="*/ 0 w 159"/>
              <a:gd name="T5" fmla="*/ 0 h 54"/>
              <a:gd name="T6" fmla="*/ 0 w 159"/>
              <a:gd name="T7" fmla="*/ 2147483646 h 54"/>
              <a:gd name="T8" fmla="*/ 0 w 159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54"/>
              <a:gd name="T17" fmla="*/ 159 w 159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54">
                <a:moveTo>
                  <a:pt x="0" y="54"/>
                </a:moveTo>
                <a:lnTo>
                  <a:pt x="159" y="27"/>
                </a:lnTo>
                <a:lnTo>
                  <a:pt x="0" y="0"/>
                </a:lnTo>
                <a:lnTo>
                  <a:pt x="0" y="27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7" name="Line 33">
            <a:extLst>
              <a:ext uri="{FF2B5EF4-FFF2-40B4-BE49-F238E27FC236}">
                <a16:creationId xmlns:a16="http://schemas.microsoft.com/office/drawing/2014/main" id="{13978BB1-8C9E-45B8-8505-6A92CA0AF3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54163" y="3051175"/>
            <a:ext cx="2579687" cy="285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8" name="Line 34">
            <a:extLst>
              <a:ext uri="{FF2B5EF4-FFF2-40B4-BE49-F238E27FC236}">
                <a16:creationId xmlns:a16="http://schemas.microsoft.com/office/drawing/2014/main" id="{EE46C494-EB80-4F78-AC1C-DBDA7520271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08588" y="3052763"/>
            <a:ext cx="1695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9" name="Line 35">
            <a:extLst>
              <a:ext uri="{FF2B5EF4-FFF2-40B4-BE49-F238E27FC236}">
                <a16:creationId xmlns:a16="http://schemas.microsoft.com/office/drawing/2014/main" id="{4E06C4A0-DE8E-4CC8-A10C-3172FA556F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8588" y="3346450"/>
            <a:ext cx="59055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90" name="Rectangle 36">
            <a:extLst>
              <a:ext uri="{FF2B5EF4-FFF2-40B4-BE49-F238E27FC236}">
                <a16:creationId xmlns:a16="http://schemas.microsoft.com/office/drawing/2014/main" id="{1BC5D10B-690D-44C1-A887-09B5DDF2A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0" y="3402013"/>
            <a:ext cx="3746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HA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91" name="Line 37">
            <a:extLst>
              <a:ext uri="{FF2B5EF4-FFF2-40B4-BE49-F238E27FC236}">
                <a16:creationId xmlns:a16="http://schemas.microsoft.com/office/drawing/2014/main" id="{4D5A91CD-9993-4D10-9AD8-7E3217206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9138" y="3346450"/>
            <a:ext cx="3175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92" name="Line 38">
            <a:extLst>
              <a:ext uri="{FF2B5EF4-FFF2-40B4-BE49-F238E27FC236}">
                <a16:creationId xmlns:a16="http://schemas.microsoft.com/office/drawing/2014/main" id="{A69E842F-2E97-4A2E-A050-0F3AE2079A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9138" y="3641725"/>
            <a:ext cx="3175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93" name="Freeform 40">
            <a:extLst>
              <a:ext uri="{FF2B5EF4-FFF2-40B4-BE49-F238E27FC236}">
                <a16:creationId xmlns:a16="http://schemas.microsoft.com/office/drawing/2014/main" id="{C2C095D4-39DA-4C9B-994A-A0D42AE8DFD1}"/>
              </a:ext>
            </a:extLst>
          </p:cNvPr>
          <p:cNvSpPr>
            <a:spLocks/>
          </p:cNvSpPr>
          <p:nvPr/>
        </p:nvSpPr>
        <p:spPr bwMode="auto">
          <a:xfrm>
            <a:off x="6078538" y="3244850"/>
            <a:ext cx="631825" cy="250825"/>
          </a:xfrm>
          <a:custGeom>
            <a:avLst/>
            <a:gdLst>
              <a:gd name="T0" fmla="*/ 2147483646 w 794"/>
              <a:gd name="T1" fmla="*/ 0 h 316"/>
              <a:gd name="T2" fmla="*/ 2147483646 w 794"/>
              <a:gd name="T3" fmla="*/ 2147483646 h 316"/>
              <a:gd name="T4" fmla="*/ 2147483646 w 794"/>
              <a:gd name="T5" fmla="*/ 2147483646 h 316"/>
              <a:gd name="T6" fmla="*/ 2147483646 w 794"/>
              <a:gd name="T7" fmla="*/ 2147483646 h 316"/>
              <a:gd name="T8" fmla="*/ 2147483646 w 794"/>
              <a:gd name="T9" fmla="*/ 2147483646 h 316"/>
              <a:gd name="T10" fmla="*/ 2147483646 w 794"/>
              <a:gd name="T11" fmla="*/ 2147483646 h 316"/>
              <a:gd name="T12" fmla="*/ 2147483646 w 794"/>
              <a:gd name="T13" fmla="*/ 2147483646 h 316"/>
              <a:gd name="T14" fmla="*/ 2147483646 w 794"/>
              <a:gd name="T15" fmla="*/ 2147483646 h 316"/>
              <a:gd name="T16" fmla="*/ 2147483646 w 794"/>
              <a:gd name="T17" fmla="*/ 2147483646 h 316"/>
              <a:gd name="T18" fmla="*/ 2147483646 w 794"/>
              <a:gd name="T19" fmla="*/ 2147483646 h 316"/>
              <a:gd name="T20" fmla="*/ 2147483646 w 794"/>
              <a:gd name="T21" fmla="*/ 2147483646 h 316"/>
              <a:gd name="T22" fmla="*/ 2147483646 w 794"/>
              <a:gd name="T23" fmla="*/ 2147483646 h 316"/>
              <a:gd name="T24" fmla="*/ 2147483646 w 794"/>
              <a:gd name="T25" fmla="*/ 2147483646 h 316"/>
              <a:gd name="T26" fmla="*/ 2147483646 w 794"/>
              <a:gd name="T27" fmla="*/ 2147483646 h 316"/>
              <a:gd name="T28" fmla="*/ 2147483646 w 794"/>
              <a:gd name="T29" fmla="*/ 2147483646 h 316"/>
              <a:gd name="T30" fmla="*/ 2147483646 w 794"/>
              <a:gd name="T31" fmla="*/ 2147483646 h 316"/>
              <a:gd name="T32" fmla="*/ 2147483646 w 794"/>
              <a:gd name="T33" fmla="*/ 2147483646 h 316"/>
              <a:gd name="T34" fmla="*/ 2147483646 w 794"/>
              <a:gd name="T35" fmla="*/ 2147483646 h 316"/>
              <a:gd name="T36" fmla="*/ 2147483646 w 794"/>
              <a:gd name="T37" fmla="*/ 2147483646 h 316"/>
              <a:gd name="T38" fmla="*/ 2147483646 w 794"/>
              <a:gd name="T39" fmla="*/ 2147483646 h 316"/>
              <a:gd name="T40" fmla="*/ 2147483646 w 794"/>
              <a:gd name="T41" fmla="*/ 2147483646 h 316"/>
              <a:gd name="T42" fmla="*/ 2147483646 w 794"/>
              <a:gd name="T43" fmla="*/ 2147483646 h 316"/>
              <a:gd name="T44" fmla="*/ 2147483646 w 794"/>
              <a:gd name="T45" fmla="*/ 2147483646 h 316"/>
              <a:gd name="T46" fmla="*/ 2147483646 w 794"/>
              <a:gd name="T47" fmla="*/ 2147483646 h 316"/>
              <a:gd name="T48" fmla="*/ 2147483646 w 794"/>
              <a:gd name="T49" fmla="*/ 2147483646 h 316"/>
              <a:gd name="T50" fmla="*/ 2147483646 w 794"/>
              <a:gd name="T51" fmla="*/ 2147483646 h 316"/>
              <a:gd name="T52" fmla="*/ 2147483646 w 794"/>
              <a:gd name="T53" fmla="*/ 2147483646 h 316"/>
              <a:gd name="T54" fmla="*/ 2147483646 w 794"/>
              <a:gd name="T55" fmla="*/ 2147483646 h 316"/>
              <a:gd name="T56" fmla="*/ 2147483646 w 794"/>
              <a:gd name="T57" fmla="*/ 2147483646 h 316"/>
              <a:gd name="T58" fmla="*/ 2147483646 w 794"/>
              <a:gd name="T59" fmla="*/ 2147483646 h 316"/>
              <a:gd name="T60" fmla="*/ 2147483646 w 794"/>
              <a:gd name="T61" fmla="*/ 2147483646 h 316"/>
              <a:gd name="T62" fmla="*/ 2147483646 w 794"/>
              <a:gd name="T63" fmla="*/ 2147483646 h 316"/>
              <a:gd name="T64" fmla="*/ 2147483646 w 794"/>
              <a:gd name="T65" fmla="*/ 2147483646 h 316"/>
              <a:gd name="T66" fmla="*/ 2147483646 w 794"/>
              <a:gd name="T67" fmla="*/ 2147483646 h 316"/>
              <a:gd name="T68" fmla="*/ 2147483646 w 794"/>
              <a:gd name="T69" fmla="*/ 2147483646 h 316"/>
              <a:gd name="T70" fmla="*/ 2147483646 w 794"/>
              <a:gd name="T71" fmla="*/ 2147483646 h 316"/>
              <a:gd name="T72" fmla="*/ 2147483646 w 794"/>
              <a:gd name="T73" fmla="*/ 2147483646 h 316"/>
              <a:gd name="T74" fmla="*/ 2147483646 w 794"/>
              <a:gd name="T75" fmla="*/ 2147483646 h 316"/>
              <a:gd name="T76" fmla="*/ 2147483646 w 794"/>
              <a:gd name="T77" fmla="*/ 2147483646 h 316"/>
              <a:gd name="T78" fmla="*/ 2147483646 w 794"/>
              <a:gd name="T79" fmla="*/ 2147483646 h 316"/>
              <a:gd name="T80" fmla="*/ 2147483646 w 794"/>
              <a:gd name="T81" fmla="*/ 2147483646 h 316"/>
              <a:gd name="T82" fmla="*/ 2147483646 w 794"/>
              <a:gd name="T83" fmla="*/ 2147483646 h 316"/>
              <a:gd name="T84" fmla="*/ 2147483646 w 794"/>
              <a:gd name="T85" fmla="*/ 2147483646 h 316"/>
              <a:gd name="T86" fmla="*/ 2147483646 w 794"/>
              <a:gd name="T87" fmla="*/ 2147483646 h 316"/>
              <a:gd name="T88" fmla="*/ 2147483646 w 794"/>
              <a:gd name="T89" fmla="*/ 2147483646 h 316"/>
              <a:gd name="T90" fmla="*/ 2147483646 w 794"/>
              <a:gd name="T91" fmla="*/ 2147483646 h 316"/>
              <a:gd name="T92" fmla="*/ 2147483646 w 794"/>
              <a:gd name="T93" fmla="*/ 2147483646 h 316"/>
              <a:gd name="T94" fmla="*/ 2147483646 w 794"/>
              <a:gd name="T95" fmla="*/ 2147483646 h 316"/>
              <a:gd name="T96" fmla="*/ 2147483646 w 794"/>
              <a:gd name="T97" fmla="*/ 2147483646 h 316"/>
              <a:gd name="T98" fmla="*/ 2147483646 w 794"/>
              <a:gd name="T99" fmla="*/ 2147483646 h 316"/>
              <a:gd name="T100" fmla="*/ 2147483646 w 794"/>
              <a:gd name="T101" fmla="*/ 2147483646 h 316"/>
              <a:gd name="T102" fmla="*/ 2147483646 w 794"/>
              <a:gd name="T103" fmla="*/ 2147483646 h 316"/>
              <a:gd name="T104" fmla="*/ 2147483646 w 794"/>
              <a:gd name="T105" fmla="*/ 2147483646 h 316"/>
              <a:gd name="T106" fmla="*/ 2147483646 w 794"/>
              <a:gd name="T107" fmla="*/ 2147483646 h 316"/>
              <a:gd name="T108" fmla="*/ 2147483646 w 794"/>
              <a:gd name="T109" fmla="*/ 2147483646 h 316"/>
              <a:gd name="T110" fmla="*/ 2147483646 w 794"/>
              <a:gd name="T111" fmla="*/ 2147483646 h 316"/>
              <a:gd name="T112" fmla="*/ 2147483646 w 794"/>
              <a:gd name="T113" fmla="*/ 2147483646 h 316"/>
              <a:gd name="T114" fmla="*/ 2147483646 w 794"/>
              <a:gd name="T115" fmla="*/ 2147483646 h 316"/>
              <a:gd name="T116" fmla="*/ 2147483646 w 794"/>
              <a:gd name="T117" fmla="*/ 2147483646 h 316"/>
              <a:gd name="T118" fmla="*/ 2147483646 w 794"/>
              <a:gd name="T119" fmla="*/ 2147483646 h 316"/>
              <a:gd name="T120" fmla="*/ 2147483646 w 794"/>
              <a:gd name="T121" fmla="*/ 2147483646 h 31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794"/>
              <a:gd name="T184" fmla="*/ 0 h 316"/>
              <a:gd name="T185" fmla="*/ 794 w 794"/>
              <a:gd name="T186" fmla="*/ 316 h 31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794" h="316">
                <a:moveTo>
                  <a:pt x="0" y="0"/>
                </a:moveTo>
                <a:lnTo>
                  <a:pt x="30" y="0"/>
                </a:lnTo>
                <a:lnTo>
                  <a:pt x="59" y="0"/>
                </a:lnTo>
                <a:lnTo>
                  <a:pt x="86" y="0"/>
                </a:lnTo>
                <a:lnTo>
                  <a:pt x="110" y="0"/>
                </a:lnTo>
                <a:lnTo>
                  <a:pt x="134" y="0"/>
                </a:lnTo>
                <a:lnTo>
                  <a:pt x="155" y="0"/>
                </a:lnTo>
                <a:lnTo>
                  <a:pt x="175" y="0"/>
                </a:lnTo>
                <a:lnTo>
                  <a:pt x="194" y="0"/>
                </a:lnTo>
                <a:lnTo>
                  <a:pt x="211" y="0"/>
                </a:lnTo>
                <a:lnTo>
                  <a:pt x="227" y="0"/>
                </a:lnTo>
                <a:lnTo>
                  <a:pt x="240" y="0"/>
                </a:lnTo>
                <a:lnTo>
                  <a:pt x="253" y="1"/>
                </a:lnTo>
                <a:lnTo>
                  <a:pt x="265" y="1"/>
                </a:lnTo>
                <a:lnTo>
                  <a:pt x="276" y="1"/>
                </a:lnTo>
                <a:lnTo>
                  <a:pt x="287" y="1"/>
                </a:lnTo>
                <a:lnTo>
                  <a:pt x="296" y="1"/>
                </a:lnTo>
                <a:lnTo>
                  <a:pt x="304" y="1"/>
                </a:lnTo>
                <a:lnTo>
                  <a:pt x="311" y="1"/>
                </a:lnTo>
                <a:lnTo>
                  <a:pt x="317" y="1"/>
                </a:lnTo>
                <a:lnTo>
                  <a:pt x="322" y="1"/>
                </a:lnTo>
                <a:lnTo>
                  <a:pt x="328" y="1"/>
                </a:lnTo>
                <a:lnTo>
                  <a:pt x="332" y="1"/>
                </a:lnTo>
                <a:lnTo>
                  <a:pt x="336" y="1"/>
                </a:lnTo>
                <a:lnTo>
                  <a:pt x="338" y="1"/>
                </a:lnTo>
                <a:lnTo>
                  <a:pt x="342" y="1"/>
                </a:lnTo>
                <a:lnTo>
                  <a:pt x="345" y="1"/>
                </a:lnTo>
                <a:lnTo>
                  <a:pt x="348" y="1"/>
                </a:lnTo>
                <a:lnTo>
                  <a:pt x="349" y="1"/>
                </a:lnTo>
                <a:lnTo>
                  <a:pt x="352" y="1"/>
                </a:lnTo>
                <a:lnTo>
                  <a:pt x="353" y="1"/>
                </a:lnTo>
                <a:lnTo>
                  <a:pt x="356" y="3"/>
                </a:lnTo>
                <a:lnTo>
                  <a:pt x="358" y="3"/>
                </a:lnTo>
                <a:lnTo>
                  <a:pt x="360" y="3"/>
                </a:lnTo>
                <a:lnTo>
                  <a:pt x="362" y="3"/>
                </a:lnTo>
                <a:lnTo>
                  <a:pt x="364" y="3"/>
                </a:lnTo>
                <a:lnTo>
                  <a:pt x="366" y="3"/>
                </a:lnTo>
                <a:lnTo>
                  <a:pt x="368" y="3"/>
                </a:lnTo>
                <a:lnTo>
                  <a:pt x="369" y="3"/>
                </a:lnTo>
                <a:lnTo>
                  <a:pt x="370" y="3"/>
                </a:lnTo>
                <a:lnTo>
                  <a:pt x="372" y="3"/>
                </a:lnTo>
                <a:lnTo>
                  <a:pt x="374" y="4"/>
                </a:lnTo>
                <a:lnTo>
                  <a:pt x="376" y="4"/>
                </a:lnTo>
                <a:lnTo>
                  <a:pt x="377" y="4"/>
                </a:lnTo>
                <a:lnTo>
                  <a:pt x="378" y="4"/>
                </a:lnTo>
                <a:lnTo>
                  <a:pt x="380" y="4"/>
                </a:lnTo>
                <a:lnTo>
                  <a:pt x="381" y="4"/>
                </a:lnTo>
                <a:lnTo>
                  <a:pt x="382" y="4"/>
                </a:lnTo>
                <a:lnTo>
                  <a:pt x="384" y="4"/>
                </a:lnTo>
                <a:lnTo>
                  <a:pt x="385" y="4"/>
                </a:lnTo>
                <a:lnTo>
                  <a:pt x="386" y="5"/>
                </a:lnTo>
                <a:lnTo>
                  <a:pt x="388" y="5"/>
                </a:lnTo>
                <a:lnTo>
                  <a:pt x="389" y="5"/>
                </a:lnTo>
                <a:lnTo>
                  <a:pt x="390" y="5"/>
                </a:lnTo>
                <a:lnTo>
                  <a:pt x="392" y="5"/>
                </a:lnTo>
                <a:lnTo>
                  <a:pt x="393" y="5"/>
                </a:lnTo>
                <a:lnTo>
                  <a:pt x="394" y="5"/>
                </a:lnTo>
                <a:lnTo>
                  <a:pt x="396" y="5"/>
                </a:lnTo>
                <a:lnTo>
                  <a:pt x="398" y="7"/>
                </a:lnTo>
                <a:lnTo>
                  <a:pt x="400" y="7"/>
                </a:lnTo>
                <a:lnTo>
                  <a:pt x="401" y="7"/>
                </a:lnTo>
                <a:lnTo>
                  <a:pt x="404" y="7"/>
                </a:lnTo>
                <a:lnTo>
                  <a:pt x="405" y="7"/>
                </a:lnTo>
                <a:lnTo>
                  <a:pt x="408" y="8"/>
                </a:lnTo>
                <a:lnTo>
                  <a:pt x="410" y="8"/>
                </a:lnTo>
                <a:lnTo>
                  <a:pt x="412" y="8"/>
                </a:lnTo>
                <a:lnTo>
                  <a:pt x="413" y="8"/>
                </a:lnTo>
                <a:lnTo>
                  <a:pt x="415" y="9"/>
                </a:lnTo>
                <a:lnTo>
                  <a:pt x="417" y="9"/>
                </a:lnTo>
                <a:lnTo>
                  <a:pt x="418" y="9"/>
                </a:lnTo>
                <a:lnTo>
                  <a:pt x="419" y="9"/>
                </a:lnTo>
                <a:lnTo>
                  <a:pt x="421" y="9"/>
                </a:lnTo>
                <a:lnTo>
                  <a:pt x="422" y="9"/>
                </a:lnTo>
                <a:lnTo>
                  <a:pt x="423" y="11"/>
                </a:lnTo>
                <a:lnTo>
                  <a:pt x="425" y="11"/>
                </a:lnTo>
                <a:lnTo>
                  <a:pt x="426" y="11"/>
                </a:lnTo>
                <a:lnTo>
                  <a:pt x="427" y="11"/>
                </a:lnTo>
                <a:lnTo>
                  <a:pt x="429" y="11"/>
                </a:lnTo>
                <a:lnTo>
                  <a:pt x="430" y="12"/>
                </a:lnTo>
                <a:lnTo>
                  <a:pt x="431" y="12"/>
                </a:lnTo>
                <a:lnTo>
                  <a:pt x="433" y="12"/>
                </a:lnTo>
                <a:lnTo>
                  <a:pt x="434" y="12"/>
                </a:lnTo>
                <a:lnTo>
                  <a:pt x="435" y="13"/>
                </a:lnTo>
                <a:lnTo>
                  <a:pt x="437" y="13"/>
                </a:lnTo>
                <a:lnTo>
                  <a:pt x="438" y="13"/>
                </a:lnTo>
                <a:lnTo>
                  <a:pt x="439" y="15"/>
                </a:lnTo>
                <a:lnTo>
                  <a:pt x="441" y="15"/>
                </a:lnTo>
                <a:lnTo>
                  <a:pt x="442" y="15"/>
                </a:lnTo>
                <a:lnTo>
                  <a:pt x="445" y="16"/>
                </a:lnTo>
                <a:lnTo>
                  <a:pt x="446" y="16"/>
                </a:lnTo>
                <a:lnTo>
                  <a:pt x="449" y="17"/>
                </a:lnTo>
                <a:lnTo>
                  <a:pt x="450" y="17"/>
                </a:lnTo>
                <a:lnTo>
                  <a:pt x="453" y="19"/>
                </a:lnTo>
                <a:lnTo>
                  <a:pt x="455" y="19"/>
                </a:lnTo>
                <a:lnTo>
                  <a:pt x="458" y="20"/>
                </a:lnTo>
                <a:lnTo>
                  <a:pt x="459" y="20"/>
                </a:lnTo>
                <a:lnTo>
                  <a:pt x="462" y="21"/>
                </a:lnTo>
                <a:lnTo>
                  <a:pt x="465" y="21"/>
                </a:lnTo>
                <a:lnTo>
                  <a:pt x="466" y="23"/>
                </a:lnTo>
                <a:lnTo>
                  <a:pt x="467" y="23"/>
                </a:lnTo>
                <a:lnTo>
                  <a:pt x="470" y="24"/>
                </a:lnTo>
                <a:lnTo>
                  <a:pt x="471" y="24"/>
                </a:lnTo>
                <a:lnTo>
                  <a:pt x="473" y="24"/>
                </a:lnTo>
                <a:lnTo>
                  <a:pt x="474" y="25"/>
                </a:lnTo>
                <a:lnTo>
                  <a:pt x="475" y="25"/>
                </a:lnTo>
                <a:lnTo>
                  <a:pt x="477" y="25"/>
                </a:lnTo>
                <a:lnTo>
                  <a:pt x="478" y="27"/>
                </a:lnTo>
                <a:lnTo>
                  <a:pt x="479" y="27"/>
                </a:lnTo>
                <a:lnTo>
                  <a:pt x="481" y="27"/>
                </a:lnTo>
                <a:lnTo>
                  <a:pt x="482" y="28"/>
                </a:lnTo>
                <a:lnTo>
                  <a:pt x="483" y="28"/>
                </a:lnTo>
                <a:lnTo>
                  <a:pt x="485" y="29"/>
                </a:lnTo>
                <a:lnTo>
                  <a:pt x="486" y="29"/>
                </a:lnTo>
                <a:lnTo>
                  <a:pt x="487" y="31"/>
                </a:lnTo>
                <a:lnTo>
                  <a:pt x="489" y="31"/>
                </a:lnTo>
                <a:lnTo>
                  <a:pt x="490" y="32"/>
                </a:lnTo>
                <a:lnTo>
                  <a:pt x="491" y="32"/>
                </a:lnTo>
                <a:lnTo>
                  <a:pt x="493" y="33"/>
                </a:lnTo>
                <a:lnTo>
                  <a:pt x="494" y="33"/>
                </a:lnTo>
                <a:lnTo>
                  <a:pt x="495" y="35"/>
                </a:lnTo>
                <a:lnTo>
                  <a:pt x="498" y="35"/>
                </a:lnTo>
                <a:lnTo>
                  <a:pt x="499" y="36"/>
                </a:lnTo>
                <a:lnTo>
                  <a:pt x="501" y="37"/>
                </a:lnTo>
                <a:lnTo>
                  <a:pt x="503" y="37"/>
                </a:lnTo>
                <a:lnTo>
                  <a:pt x="505" y="39"/>
                </a:lnTo>
                <a:lnTo>
                  <a:pt x="507" y="40"/>
                </a:lnTo>
                <a:lnTo>
                  <a:pt x="510" y="41"/>
                </a:lnTo>
                <a:lnTo>
                  <a:pt x="511" y="41"/>
                </a:lnTo>
                <a:lnTo>
                  <a:pt x="512" y="43"/>
                </a:lnTo>
                <a:lnTo>
                  <a:pt x="514" y="44"/>
                </a:lnTo>
                <a:lnTo>
                  <a:pt x="516" y="44"/>
                </a:lnTo>
                <a:lnTo>
                  <a:pt x="518" y="45"/>
                </a:lnTo>
                <a:lnTo>
                  <a:pt x="519" y="45"/>
                </a:lnTo>
                <a:lnTo>
                  <a:pt x="520" y="47"/>
                </a:lnTo>
                <a:lnTo>
                  <a:pt x="522" y="47"/>
                </a:lnTo>
                <a:lnTo>
                  <a:pt x="523" y="48"/>
                </a:lnTo>
                <a:lnTo>
                  <a:pt x="524" y="49"/>
                </a:lnTo>
                <a:lnTo>
                  <a:pt x="526" y="49"/>
                </a:lnTo>
                <a:lnTo>
                  <a:pt x="527" y="51"/>
                </a:lnTo>
                <a:lnTo>
                  <a:pt x="528" y="51"/>
                </a:lnTo>
                <a:lnTo>
                  <a:pt x="530" y="52"/>
                </a:lnTo>
                <a:lnTo>
                  <a:pt x="531" y="52"/>
                </a:lnTo>
                <a:lnTo>
                  <a:pt x="532" y="53"/>
                </a:lnTo>
                <a:lnTo>
                  <a:pt x="534" y="53"/>
                </a:lnTo>
                <a:lnTo>
                  <a:pt x="534" y="55"/>
                </a:lnTo>
                <a:lnTo>
                  <a:pt x="535" y="55"/>
                </a:lnTo>
                <a:lnTo>
                  <a:pt x="536" y="56"/>
                </a:lnTo>
                <a:lnTo>
                  <a:pt x="538" y="56"/>
                </a:lnTo>
                <a:lnTo>
                  <a:pt x="539" y="57"/>
                </a:lnTo>
                <a:lnTo>
                  <a:pt x="540" y="57"/>
                </a:lnTo>
                <a:lnTo>
                  <a:pt x="542" y="59"/>
                </a:lnTo>
                <a:lnTo>
                  <a:pt x="543" y="59"/>
                </a:lnTo>
                <a:lnTo>
                  <a:pt x="546" y="60"/>
                </a:lnTo>
                <a:lnTo>
                  <a:pt x="547" y="61"/>
                </a:lnTo>
                <a:lnTo>
                  <a:pt x="548" y="63"/>
                </a:lnTo>
                <a:lnTo>
                  <a:pt x="551" y="63"/>
                </a:lnTo>
                <a:lnTo>
                  <a:pt x="552" y="64"/>
                </a:lnTo>
                <a:lnTo>
                  <a:pt x="554" y="65"/>
                </a:lnTo>
                <a:lnTo>
                  <a:pt x="556" y="66"/>
                </a:lnTo>
                <a:lnTo>
                  <a:pt x="558" y="66"/>
                </a:lnTo>
                <a:lnTo>
                  <a:pt x="559" y="68"/>
                </a:lnTo>
                <a:lnTo>
                  <a:pt x="560" y="68"/>
                </a:lnTo>
                <a:lnTo>
                  <a:pt x="562" y="69"/>
                </a:lnTo>
                <a:lnTo>
                  <a:pt x="563" y="69"/>
                </a:lnTo>
                <a:lnTo>
                  <a:pt x="563" y="70"/>
                </a:lnTo>
                <a:lnTo>
                  <a:pt x="564" y="70"/>
                </a:lnTo>
                <a:lnTo>
                  <a:pt x="566" y="72"/>
                </a:lnTo>
                <a:lnTo>
                  <a:pt x="567" y="72"/>
                </a:lnTo>
                <a:lnTo>
                  <a:pt x="567" y="73"/>
                </a:lnTo>
                <a:lnTo>
                  <a:pt x="568" y="73"/>
                </a:lnTo>
                <a:lnTo>
                  <a:pt x="570" y="73"/>
                </a:lnTo>
                <a:lnTo>
                  <a:pt x="570" y="74"/>
                </a:lnTo>
                <a:lnTo>
                  <a:pt x="571" y="74"/>
                </a:lnTo>
                <a:lnTo>
                  <a:pt x="572" y="76"/>
                </a:lnTo>
                <a:lnTo>
                  <a:pt x="574" y="76"/>
                </a:lnTo>
                <a:lnTo>
                  <a:pt x="575" y="77"/>
                </a:lnTo>
                <a:lnTo>
                  <a:pt x="576" y="78"/>
                </a:lnTo>
                <a:lnTo>
                  <a:pt x="578" y="78"/>
                </a:lnTo>
                <a:lnTo>
                  <a:pt x="579" y="80"/>
                </a:lnTo>
                <a:lnTo>
                  <a:pt x="580" y="80"/>
                </a:lnTo>
                <a:lnTo>
                  <a:pt x="580" y="81"/>
                </a:lnTo>
                <a:lnTo>
                  <a:pt x="582" y="82"/>
                </a:lnTo>
                <a:lnTo>
                  <a:pt x="583" y="82"/>
                </a:lnTo>
                <a:lnTo>
                  <a:pt x="586" y="84"/>
                </a:lnTo>
                <a:lnTo>
                  <a:pt x="587" y="85"/>
                </a:lnTo>
                <a:lnTo>
                  <a:pt x="588" y="85"/>
                </a:lnTo>
                <a:lnTo>
                  <a:pt x="590" y="86"/>
                </a:lnTo>
                <a:lnTo>
                  <a:pt x="591" y="88"/>
                </a:lnTo>
                <a:lnTo>
                  <a:pt x="592" y="88"/>
                </a:lnTo>
                <a:lnTo>
                  <a:pt x="594" y="89"/>
                </a:lnTo>
                <a:lnTo>
                  <a:pt x="595" y="90"/>
                </a:lnTo>
                <a:lnTo>
                  <a:pt x="596" y="90"/>
                </a:lnTo>
                <a:lnTo>
                  <a:pt x="598" y="92"/>
                </a:lnTo>
                <a:lnTo>
                  <a:pt x="599" y="93"/>
                </a:lnTo>
                <a:lnTo>
                  <a:pt x="600" y="93"/>
                </a:lnTo>
                <a:lnTo>
                  <a:pt x="601" y="94"/>
                </a:lnTo>
                <a:lnTo>
                  <a:pt x="603" y="96"/>
                </a:lnTo>
                <a:lnTo>
                  <a:pt x="604" y="96"/>
                </a:lnTo>
                <a:lnTo>
                  <a:pt x="604" y="97"/>
                </a:lnTo>
                <a:lnTo>
                  <a:pt x="605" y="97"/>
                </a:lnTo>
                <a:lnTo>
                  <a:pt x="607" y="98"/>
                </a:lnTo>
                <a:lnTo>
                  <a:pt x="608" y="98"/>
                </a:lnTo>
                <a:lnTo>
                  <a:pt x="608" y="100"/>
                </a:lnTo>
                <a:lnTo>
                  <a:pt x="609" y="100"/>
                </a:lnTo>
                <a:lnTo>
                  <a:pt x="609" y="101"/>
                </a:lnTo>
                <a:lnTo>
                  <a:pt x="611" y="101"/>
                </a:lnTo>
                <a:lnTo>
                  <a:pt x="612" y="102"/>
                </a:lnTo>
                <a:lnTo>
                  <a:pt x="613" y="104"/>
                </a:lnTo>
                <a:lnTo>
                  <a:pt x="615" y="105"/>
                </a:lnTo>
                <a:lnTo>
                  <a:pt x="616" y="105"/>
                </a:lnTo>
                <a:lnTo>
                  <a:pt x="616" y="106"/>
                </a:lnTo>
                <a:lnTo>
                  <a:pt x="617" y="106"/>
                </a:lnTo>
                <a:lnTo>
                  <a:pt x="619" y="108"/>
                </a:lnTo>
                <a:lnTo>
                  <a:pt x="620" y="109"/>
                </a:lnTo>
                <a:lnTo>
                  <a:pt x="621" y="109"/>
                </a:lnTo>
                <a:lnTo>
                  <a:pt x="621" y="110"/>
                </a:lnTo>
                <a:lnTo>
                  <a:pt x="623" y="110"/>
                </a:lnTo>
                <a:lnTo>
                  <a:pt x="624" y="112"/>
                </a:lnTo>
                <a:lnTo>
                  <a:pt x="625" y="112"/>
                </a:lnTo>
                <a:lnTo>
                  <a:pt x="625" y="113"/>
                </a:lnTo>
                <a:lnTo>
                  <a:pt x="627" y="113"/>
                </a:lnTo>
                <a:lnTo>
                  <a:pt x="627" y="114"/>
                </a:lnTo>
                <a:lnTo>
                  <a:pt x="628" y="114"/>
                </a:lnTo>
                <a:lnTo>
                  <a:pt x="629" y="116"/>
                </a:lnTo>
                <a:lnTo>
                  <a:pt x="631" y="117"/>
                </a:lnTo>
                <a:lnTo>
                  <a:pt x="632" y="117"/>
                </a:lnTo>
                <a:lnTo>
                  <a:pt x="632" y="118"/>
                </a:lnTo>
                <a:lnTo>
                  <a:pt x="633" y="118"/>
                </a:lnTo>
                <a:lnTo>
                  <a:pt x="635" y="120"/>
                </a:lnTo>
                <a:lnTo>
                  <a:pt x="636" y="121"/>
                </a:lnTo>
                <a:lnTo>
                  <a:pt x="637" y="121"/>
                </a:lnTo>
                <a:lnTo>
                  <a:pt x="639" y="122"/>
                </a:lnTo>
                <a:lnTo>
                  <a:pt x="640" y="122"/>
                </a:lnTo>
                <a:lnTo>
                  <a:pt x="641" y="124"/>
                </a:lnTo>
                <a:lnTo>
                  <a:pt x="641" y="125"/>
                </a:lnTo>
                <a:lnTo>
                  <a:pt x="643" y="125"/>
                </a:lnTo>
                <a:lnTo>
                  <a:pt x="644" y="126"/>
                </a:lnTo>
                <a:lnTo>
                  <a:pt x="645" y="126"/>
                </a:lnTo>
                <a:lnTo>
                  <a:pt x="645" y="128"/>
                </a:lnTo>
                <a:lnTo>
                  <a:pt x="647" y="128"/>
                </a:lnTo>
                <a:lnTo>
                  <a:pt x="648" y="129"/>
                </a:lnTo>
                <a:lnTo>
                  <a:pt x="649" y="129"/>
                </a:lnTo>
                <a:lnTo>
                  <a:pt x="649" y="130"/>
                </a:lnTo>
                <a:lnTo>
                  <a:pt x="651" y="130"/>
                </a:lnTo>
                <a:lnTo>
                  <a:pt x="651" y="132"/>
                </a:lnTo>
                <a:lnTo>
                  <a:pt x="652" y="132"/>
                </a:lnTo>
                <a:lnTo>
                  <a:pt x="653" y="133"/>
                </a:lnTo>
                <a:lnTo>
                  <a:pt x="655" y="134"/>
                </a:lnTo>
                <a:lnTo>
                  <a:pt x="656" y="136"/>
                </a:lnTo>
                <a:lnTo>
                  <a:pt x="657" y="137"/>
                </a:lnTo>
                <a:lnTo>
                  <a:pt x="659" y="138"/>
                </a:lnTo>
                <a:lnTo>
                  <a:pt x="660" y="140"/>
                </a:lnTo>
                <a:lnTo>
                  <a:pt x="661" y="141"/>
                </a:lnTo>
                <a:lnTo>
                  <a:pt x="663" y="142"/>
                </a:lnTo>
                <a:lnTo>
                  <a:pt x="664" y="144"/>
                </a:lnTo>
                <a:lnTo>
                  <a:pt x="665" y="145"/>
                </a:lnTo>
                <a:lnTo>
                  <a:pt x="667" y="146"/>
                </a:lnTo>
                <a:lnTo>
                  <a:pt x="668" y="148"/>
                </a:lnTo>
                <a:lnTo>
                  <a:pt x="669" y="149"/>
                </a:lnTo>
                <a:lnTo>
                  <a:pt x="671" y="150"/>
                </a:lnTo>
                <a:lnTo>
                  <a:pt x="672" y="152"/>
                </a:lnTo>
                <a:lnTo>
                  <a:pt x="673" y="153"/>
                </a:lnTo>
                <a:lnTo>
                  <a:pt x="673" y="154"/>
                </a:lnTo>
                <a:lnTo>
                  <a:pt x="675" y="154"/>
                </a:lnTo>
                <a:lnTo>
                  <a:pt x="676" y="156"/>
                </a:lnTo>
                <a:lnTo>
                  <a:pt x="676" y="157"/>
                </a:lnTo>
                <a:lnTo>
                  <a:pt x="677" y="157"/>
                </a:lnTo>
                <a:lnTo>
                  <a:pt x="677" y="158"/>
                </a:lnTo>
                <a:lnTo>
                  <a:pt x="679" y="159"/>
                </a:lnTo>
                <a:lnTo>
                  <a:pt x="680" y="159"/>
                </a:lnTo>
                <a:lnTo>
                  <a:pt x="680" y="161"/>
                </a:lnTo>
                <a:lnTo>
                  <a:pt x="681" y="162"/>
                </a:lnTo>
                <a:lnTo>
                  <a:pt x="683" y="163"/>
                </a:lnTo>
                <a:lnTo>
                  <a:pt x="684" y="165"/>
                </a:lnTo>
                <a:lnTo>
                  <a:pt x="684" y="166"/>
                </a:lnTo>
                <a:lnTo>
                  <a:pt x="685" y="166"/>
                </a:lnTo>
                <a:lnTo>
                  <a:pt x="687" y="167"/>
                </a:lnTo>
                <a:lnTo>
                  <a:pt x="687" y="169"/>
                </a:lnTo>
                <a:lnTo>
                  <a:pt x="688" y="170"/>
                </a:lnTo>
                <a:lnTo>
                  <a:pt x="689" y="171"/>
                </a:lnTo>
                <a:lnTo>
                  <a:pt x="691" y="173"/>
                </a:lnTo>
                <a:lnTo>
                  <a:pt x="691" y="174"/>
                </a:lnTo>
                <a:lnTo>
                  <a:pt x="692" y="175"/>
                </a:lnTo>
                <a:lnTo>
                  <a:pt x="693" y="177"/>
                </a:lnTo>
                <a:lnTo>
                  <a:pt x="695" y="178"/>
                </a:lnTo>
                <a:lnTo>
                  <a:pt x="696" y="179"/>
                </a:lnTo>
                <a:lnTo>
                  <a:pt x="697" y="182"/>
                </a:lnTo>
                <a:lnTo>
                  <a:pt x="700" y="183"/>
                </a:lnTo>
                <a:lnTo>
                  <a:pt x="701" y="185"/>
                </a:lnTo>
                <a:lnTo>
                  <a:pt x="702" y="186"/>
                </a:lnTo>
                <a:lnTo>
                  <a:pt x="704" y="189"/>
                </a:lnTo>
                <a:lnTo>
                  <a:pt x="704" y="190"/>
                </a:lnTo>
                <a:lnTo>
                  <a:pt x="705" y="191"/>
                </a:lnTo>
                <a:lnTo>
                  <a:pt x="706" y="193"/>
                </a:lnTo>
                <a:lnTo>
                  <a:pt x="708" y="194"/>
                </a:lnTo>
                <a:lnTo>
                  <a:pt x="709" y="194"/>
                </a:lnTo>
                <a:lnTo>
                  <a:pt x="709" y="195"/>
                </a:lnTo>
                <a:lnTo>
                  <a:pt x="710" y="197"/>
                </a:lnTo>
                <a:lnTo>
                  <a:pt x="712" y="198"/>
                </a:lnTo>
                <a:lnTo>
                  <a:pt x="712" y="199"/>
                </a:lnTo>
                <a:lnTo>
                  <a:pt x="713" y="199"/>
                </a:lnTo>
                <a:lnTo>
                  <a:pt x="713" y="201"/>
                </a:lnTo>
                <a:lnTo>
                  <a:pt x="714" y="202"/>
                </a:lnTo>
                <a:lnTo>
                  <a:pt x="714" y="203"/>
                </a:lnTo>
                <a:lnTo>
                  <a:pt x="716" y="205"/>
                </a:lnTo>
                <a:lnTo>
                  <a:pt x="717" y="205"/>
                </a:lnTo>
                <a:lnTo>
                  <a:pt x="717" y="206"/>
                </a:lnTo>
                <a:lnTo>
                  <a:pt x="718" y="207"/>
                </a:lnTo>
                <a:lnTo>
                  <a:pt x="720" y="209"/>
                </a:lnTo>
                <a:lnTo>
                  <a:pt x="720" y="210"/>
                </a:lnTo>
                <a:lnTo>
                  <a:pt x="721" y="211"/>
                </a:lnTo>
                <a:lnTo>
                  <a:pt x="722" y="213"/>
                </a:lnTo>
                <a:lnTo>
                  <a:pt x="724" y="214"/>
                </a:lnTo>
                <a:lnTo>
                  <a:pt x="724" y="215"/>
                </a:lnTo>
                <a:lnTo>
                  <a:pt x="725" y="217"/>
                </a:lnTo>
                <a:lnTo>
                  <a:pt x="726" y="219"/>
                </a:lnTo>
                <a:lnTo>
                  <a:pt x="728" y="221"/>
                </a:lnTo>
                <a:lnTo>
                  <a:pt x="729" y="223"/>
                </a:lnTo>
                <a:lnTo>
                  <a:pt x="730" y="225"/>
                </a:lnTo>
                <a:lnTo>
                  <a:pt x="733" y="227"/>
                </a:lnTo>
                <a:lnTo>
                  <a:pt x="734" y="229"/>
                </a:lnTo>
                <a:lnTo>
                  <a:pt x="736" y="231"/>
                </a:lnTo>
                <a:lnTo>
                  <a:pt x="737" y="233"/>
                </a:lnTo>
                <a:lnTo>
                  <a:pt x="737" y="234"/>
                </a:lnTo>
                <a:lnTo>
                  <a:pt x="738" y="235"/>
                </a:lnTo>
                <a:lnTo>
                  <a:pt x="740" y="238"/>
                </a:lnTo>
                <a:lnTo>
                  <a:pt x="741" y="239"/>
                </a:lnTo>
                <a:lnTo>
                  <a:pt x="742" y="241"/>
                </a:lnTo>
                <a:lnTo>
                  <a:pt x="742" y="242"/>
                </a:lnTo>
                <a:lnTo>
                  <a:pt x="744" y="242"/>
                </a:lnTo>
                <a:lnTo>
                  <a:pt x="745" y="243"/>
                </a:lnTo>
                <a:lnTo>
                  <a:pt x="745" y="245"/>
                </a:lnTo>
                <a:lnTo>
                  <a:pt x="746" y="246"/>
                </a:lnTo>
                <a:lnTo>
                  <a:pt x="746" y="247"/>
                </a:lnTo>
                <a:lnTo>
                  <a:pt x="748" y="249"/>
                </a:lnTo>
                <a:lnTo>
                  <a:pt x="749" y="250"/>
                </a:lnTo>
                <a:lnTo>
                  <a:pt x="750" y="251"/>
                </a:lnTo>
                <a:lnTo>
                  <a:pt x="750" y="252"/>
                </a:lnTo>
                <a:lnTo>
                  <a:pt x="752" y="254"/>
                </a:lnTo>
                <a:lnTo>
                  <a:pt x="753" y="255"/>
                </a:lnTo>
                <a:lnTo>
                  <a:pt x="754" y="256"/>
                </a:lnTo>
                <a:lnTo>
                  <a:pt x="754" y="258"/>
                </a:lnTo>
                <a:lnTo>
                  <a:pt x="756" y="259"/>
                </a:lnTo>
                <a:lnTo>
                  <a:pt x="757" y="260"/>
                </a:lnTo>
                <a:lnTo>
                  <a:pt x="758" y="263"/>
                </a:lnTo>
                <a:lnTo>
                  <a:pt x="760" y="264"/>
                </a:lnTo>
                <a:lnTo>
                  <a:pt x="761" y="266"/>
                </a:lnTo>
                <a:lnTo>
                  <a:pt x="762" y="268"/>
                </a:lnTo>
                <a:lnTo>
                  <a:pt x="764" y="270"/>
                </a:lnTo>
                <a:lnTo>
                  <a:pt x="765" y="272"/>
                </a:lnTo>
                <a:lnTo>
                  <a:pt x="766" y="274"/>
                </a:lnTo>
                <a:lnTo>
                  <a:pt x="768" y="276"/>
                </a:lnTo>
                <a:lnTo>
                  <a:pt x="769" y="279"/>
                </a:lnTo>
                <a:lnTo>
                  <a:pt x="770" y="280"/>
                </a:lnTo>
                <a:lnTo>
                  <a:pt x="772" y="282"/>
                </a:lnTo>
                <a:lnTo>
                  <a:pt x="773" y="283"/>
                </a:lnTo>
                <a:lnTo>
                  <a:pt x="774" y="286"/>
                </a:lnTo>
                <a:lnTo>
                  <a:pt x="776" y="287"/>
                </a:lnTo>
                <a:lnTo>
                  <a:pt x="776" y="288"/>
                </a:lnTo>
                <a:lnTo>
                  <a:pt x="777" y="290"/>
                </a:lnTo>
                <a:lnTo>
                  <a:pt x="778" y="291"/>
                </a:lnTo>
                <a:lnTo>
                  <a:pt x="780" y="292"/>
                </a:lnTo>
                <a:lnTo>
                  <a:pt x="781" y="294"/>
                </a:lnTo>
                <a:lnTo>
                  <a:pt x="781" y="295"/>
                </a:lnTo>
                <a:lnTo>
                  <a:pt x="782" y="296"/>
                </a:lnTo>
                <a:lnTo>
                  <a:pt x="784" y="298"/>
                </a:lnTo>
                <a:lnTo>
                  <a:pt x="784" y="299"/>
                </a:lnTo>
                <a:lnTo>
                  <a:pt x="785" y="300"/>
                </a:lnTo>
                <a:lnTo>
                  <a:pt x="785" y="302"/>
                </a:lnTo>
                <a:lnTo>
                  <a:pt x="786" y="302"/>
                </a:lnTo>
                <a:lnTo>
                  <a:pt x="786" y="303"/>
                </a:lnTo>
                <a:lnTo>
                  <a:pt x="788" y="304"/>
                </a:lnTo>
                <a:lnTo>
                  <a:pt x="788" y="306"/>
                </a:lnTo>
                <a:lnTo>
                  <a:pt x="789" y="307"/>
                </a:lnTo>
                <a:lnTo>
                  <a:pt x="789" y="308"/>
                </a:lnTo>
                <a:lnTo>
                  <a:pt x="790" y="310"/>
                </a:lnTo>
                <a:lnTo>
                  <a:pt x="791" y="311"/>
                </a:lnTo>
                <a:lnTo>
                  <a:pt x="791" y="312"/>
                </a:lnTo>
                <a:lnTo>
                  <a:pt x="793" y="315"/>
                </a:lnTo>
                <a:lnTo>
                  <a:pt x="794" y="316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94" name="Freeform 41">
            <a:extLst>
              <a:ext uri="{FF2B5EF4-FFF2-40B4-BE49-F238E27FC236}">
                <a16:creationId xmlns:a16="http://schemas.microsoft.com/office/drawing/2014/main" id="{81B11BB8-F21B-432B-9B58-B27BF0B704F7}"/>
              </a:ext>
            </a:extLst>
          </p:cNvPr>
          <p:cNvSpPr>
            <a:spLocks/>
          </p:cNvSpPr>
          <p:nvPr/>
        </p:nvSpPr>
        <p:spPr bwMode="auto">
          <a:xfrm>
            <a:off x="6078538" y="3497263"/>
            <a:ext cx="631825" cy="250825"/>
          </a:xfrm>
          <a:custGeom>
            <a:avLst/>
            <a:gdLst>
              <a:gd name="T0" fmla="*/ 2147483646 w 794"/>
              <a:gd name="T1" fmla="*/ 2147483646 h 316"/>
              <a:gd name="T2" fmla="*/ 2147483646 w 794"/>
              <a:gd name="T3" fmla="*/ 2147483646 h 316"/>
              <a:gd name="T4" fmla="*/ 2147483646 w 794"/>
              <a:gd name="T5" fmla="*/ 2147483646 h 316"/>
              <a:gd name="T6" fmla="*/ 2147483646 w 794"/>
              <a:gd name="T7" fmla="*/ 2147483646 h 316"/>
              <a:gd name="T8" fmla="*/ 2147483646 w 794"/>
              <a:gd name="T9" fmla="*/ 2147483646 h 316"/>
              <a:gd name="T10" fmla="*/ 2147483646 w 794"/>
              <a:gd name="T11" fmla="*/ 2147483646 h 316"/>
              <a:gd name="T12" fmla="*/ 2147483646 w 794"/>
              <a:gd name="T13" fmla="*/ 2147483646 h 316"/>
              <a:gd name="T14" fmla="*/ 2147483646 w 794"/>
              <a:gd name="T15" fmla="*/ 2147483646 h 316"/>
              <a:gd name="T16" fmla="*/ 2147483646 w 794"/>
              <a:gd name="T17" fmla="*/ 2147483646 h 316"/>
              <a:gd name="T18" fmla="*/ 2147483646 w 794"/>
              <a:gd name="T19" fmla="*/ 2147483646 h 316"/>
              <a:gd name="T20" fmla="*/ 2147483646 w 794"/>
              <a:gd name="T21" fmla="*/ 2147483646 h 316"/>
              <a:gd name="T22" fmla="*/ 2147483646 w 794"/>
              <a:gd name="T23" fmla="*/ 2147483646 h 316"/>
              <a:gd name="T24" fmla="*/ 2147483646 w 794"/>
              <a:gd name="T25" fmla="*/ 2147483646 h 316"/>
              <a:gd name="T26" fmla="*/ 2147483646 w 794"/>
              <a:gd name="T27" fmla="*/ 2147483646 h 316"/>
              <a:gd name="T28" fmla="*/ 2147483646 w 794"/>
              <a:gd name="T29" fmla="*/ 2147483646 h 316"/>
              <a:gd name="T30" fmla="*/ 2147483646 w 794"/>
              <a:gd name="T31" fmla="*/ 2147483646 h 316"/>
              <a:gd name="T32" fmla="*/ 2147483646 w 794"/>
              <a:gd name="T33" fmla="*/ 2147483646 h 316"/>
              <a:gd name="T34" fmla="*/ 2147483646 w 794"/>
              <a:gd name="T35" fmla="*/ 2147483646 h 316"/>
              <a:gd name="T36" fmla="*/ 2147483646 w 794"/>
              <a:gd name="T37" fmla="*/ 2147483646 h 316"/>
              <a:gd name="T38" fmla="*/ 2147483646 w 794"/>
              <a:gd name="T39" fmla="*/ 2147483646 h 316"/>
              <a:gd name="T40" fmla="*/ 2147483646 w 794"/>
              <a:gd name="T41" fmla="*/ 2147483646 h 316"/>
              <a:gd name="T42" fmla="*/ 2147483646 w 794"/>
              <a:gd name="T43" fmla="*/ 2147483646 h 316"/>
              <a:gd name="T44" fmla="*/ 2147483646 w 794"/>
              <a:gd name="T45" fmla="*/ 2147483646 h 316"/>
              <a:gd name="T46" fmla="*/ 2147483646 w 794"/>
              <a:gd name="T47" fmla="*/ 2147483646 h 316"/>
              <a:gd name="T48" fmla="*/ 2147483646 w 794"/>
              <a:gd name="T49" fmla="*/ 2147483646 h 316"/>
              <a:gd name="T50" fmla="*/ 2147483646 w 794"/>
              <a:gd name="T51" fmla="*/ 2147483646 h 316"/>
              <a:gd name="T52" fmla="*/ 2147483646 w 794"/>
              <a:gd name="T53" fmla="*/ 2147483646 h 316"/>
              <a:gd name="T54" fmla="*/ 2147483646 w 794"/>
              <a:gd name="T55" fmla="*/ 2147483646 h 316"/>
              <a:gd name="T56" fmla="*/ 2147483646 w 794"/>
              <a:gd name="T57" fmla="*/ 2147483646 h 316"/>
              <a:gd name="T58" fmla="*/ 2147483646 w 794"/>
              <a:gd name="T59" fmla="*/ 2147483646 h 316"/>
              <a:gd name="T60" fmla="*/ 2147483646 w 794"/>
              <a:gd name="T61" fmla="*/ 2147483646 h 316"/>
              <a:gd name="T62" fmla="*/ 2147483646 w 794"/>
              <a:gd name="T63" fmla="*/ 2147483646 h 316"/>
              <a:gd name="T64" fmla="*/ 2147483646 w 794"/>
              <a:gd name="T65" fmla="*/ 2147483646 h 316"/>
              <a:gd name="T66" fmla="*/ 2147483646 w 794"/>
              <a:gd name="T67" fmla="*/ 2147483646 h 316"/>
              <a:gd name="T68" fmla="*/ 2147483646 w 794"/>
              <a:gd name="T69" fmla="*/ 2147483646 h 316"/>
              <a:gd name="T70" fmla="*/ 2147483646 w 794"/>
              <a:gd name="T71" fmla="*/ 2147483646 h 316"/>
              <a:gd name="T72" fmla="*/ 2147483646 w 794"/>
              <a:gd name="T73" fmla="*/ 2147483646 h 316"/>
              <a:gd name="T74" fmla="*/ 2147483646 w 794"/>
              <a:gd name="T75" fmla="*/ 2147483646 h 316"/>
              <a:gd name="T76" fmla="*/ 2147483646 w 794"/>
              <a:gd name="T77" fmla="*/ 2147483646 h 316"/>
              <a:gd name="T78" fmla="*/ 2147483646 w 794"/>
              <a:gd name="T79" fmla="*/ 2147483646 h 316"/>
              <a:gd name="T80" fmla="*/ 2147483646 w 794"/>
              <a:gd name="T81" fmla="*/ 2147483646 h 316"/>
              <a:gd name="T82" fmla="*/ 2147483646 w 794"/>
              <a:gd name="T83" fmla="*/ 2147483646 h 316"/>
              <a:gd name="T84" fmla="*/ 2147483646 w 794"/>
              <a:gd name="T85" fmla="*/ 2147483646 h 316"/>
              <a:gd name="T86" fmla="*/ 2147483646 w 794"/>
              <a:gd name="T87" fmla="*/ 2147483646 h 316"/>
              <a:gd name="T88" fmla="*/ 2147483646 w 794"/>
              <a:gd name="T89" fmla="*/ 2147483646 h 316"/>
              <a:gd name="T90" fmla="*/ 2147483646 w 794"/>
              <a:gd name="T91" fmla="*/ 2147483646 h 316"/>
              <a:gd name="T92" fmla="*/ 2147483646 w 794"/>
              <a:gd name="T93" fmla="*/ 2147483646 h 316"/>
              <a:gd name="T94" fmla="*/ 2147483646 w 794"/>
              <a:gd name="T95" fmla="*/ 2147483646 h 316"/>
              <a:gd name="T96" fmla="*/ 2147483646 w 794"/>
              <a:gd name="T97" fmla="*/ 2147483646 h 316"/>
              <a:gd name="T98" fmla="*/ 2147483646 w 794"/>
              <a:gd name="T99" fmla="*/ 2147483646 h 316"/>
              <a:gd name="T100" fmla="*/ 2147483646 w 794"/>
              <a:gd name="T101" fmla="*/ 2147483646 h 316"/>
              <a:gd name="T102" fmla="*/ 2147483646 w 794"/>
              <a:gd name="T103" fmla="*/ 2147483646 h 316"/>
              <a:gd name="T104" fmla="*/ 2147483646 w 794"/>
              <a:gd name="T105" fmla="*/ 2147483646 h 316"/>
              <a:gd name="T106" fmla="*/ 2147483646 w 794"/>
              <a:gd name="T107" fmla="*/ 2147483646 h 316"/>
              <a:gd name="T108" fmla="*/ 2147483646 w 794"/>
              <a:gd name="T109" fmla="*/ 2147483646 h 316"/>
              <a:gd name="T110" fmla="*/ 2147483646 w 794"/>
              <a:gd name="T111" fmla="*/ 2147483646 h 316"/>
              <a:gd name="T112" fmla="*/ 2147483646 w 794"/>
              <a:gd name="T113" fmla="*/ 2147483646 h 316"/>
              <a:gd name="T114" fmla="*/ 2147483646 w 794"/>
              <a:gd name="T115" fmla="*/ 2147483646 h 316"/>
              <a:gd name="T116" fmla="*/ 2147483646 w 794"/>
              <a:gd name="T117" fmla="*/ 2147483646 h 316"/>
              <a:gd name="T118" fmla="*/ 2147483646 w 794"/>
              <a:gd name="T119" fmla="*/ 2147483646 h 316"/>
              <a:gd name="T120" fmla="*/ 2147483646 w 794"/>
              <a:gd name="T121" fmla="*/ 2147483646 h 31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794"/>
              <a:gd name="T184" fmla="*/ 0 h 316"/>
              <a:gd name="T185" fmla="*/ 794 w 794"/>
              <a:gd name="T186" fmla="*/ 316 h 31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794" h="316">
                <a:moveTo>
                  <a:pt x="0" y="316"/>
                </a:moveTo>
                <a:lnTo>
                  <a:pt x="30" y="316"/>
                </a:lnTo>
                <a:lnTo>
                  <a:pt x="59" y="316"/>
                </a:lnTo>
                <a:lnTo>
                  <a:pt x="86" y="316"/>
                </a:lnTo>
                <a:lnTo>
                  <a:pt x="110" y="316"/>
                </a:lnTo>
                <a:lnTo>
                  <a:pt x="134" y="316"/>
                </a:lnTo>
                <a:lnTo>
                  <a:pt x="155" y="316"/>
                </a:lnTo>
                <a:lnTo>
                  <a:pt x="175" y="316"/>
                </a:lnTo>
                <a:lnTo>
                  <a:pt x="194" y="316"/>
                </a:lnTo>
                <a:lnTo>
                  <a:pt x="211" y="316"/>
                </a:lnTo>
                <a:lnTo>
                  <a:pt x="227" y="316"/>
                </a:lnTo>
                <a:lnTo>
                  <a:pt x="240" y="316"/>
                </a:lnTo>
                <a:lnTo>
                  <a:pt x="253" y="316"/>
                </a:lnTo>
                <a:lnTo>
                  <a:pt x="265" y="316"/>
                </a:lnTo>
                <a:lnTo>
                  <a:pt x="276" y="316"/>
                </a:lnTo>
                <a:lnTo>
                  <a:pt x="287" y="316"/>
                </a:lnTo>
                <a:lnTo>
                  <a:pt x="296" y="314"/>
                </a:lnTo>
                <a:lnTo>
                  <a:pt x="304" y="314"/>
                </a:lnTo>
                <a:lnTo>
                  <a:pt x="311" y="314"/>
                </a:lnTo>
                <a:lnTo>
                  <a:pt x="317" y="314"/>
                </a:lnTo>
                <a:lnTo>
                  <a:pt x="322" y="314"/>
                </a:lnTo>
                <a:lnTo>
                  <a:pt x="328" y="314"/>
                </a:lnTo>
                <a:lnTo>
                  <a:pt x="332" y="314"/>
                </a:lnTo>
                <a:lnTo>
                  <a:pt x="336" y="314"/>
                </a:lnTo>
                <a:lnTo>
                  <a:pt x="338" y="314"/>
                </a:lnTo>
                <a:lnTo>
                  <a:pt x="342" y="314"/>
                </a:lnTo>
                <a:lnTo>
                  <a:pt x="345" y="314"/>
                </a:lnTo>
                <a:lnTo>
                  <a:pt x="348" y="314"/>
                </a:lnTo>
                <a:lnTo>
                  <a:pt x="349" y="314"/>
                </a:lnTo>
                <a:lnTo>
                  <a:pt x="352" y="314"/>
                </a:lnTo>
                <a:lnTo>
                  <a:pt x="353" y="314"/>
                </a:lnTo>
                <a:lnTo>
                  <a:pt x="356" y="314"/>
                </a:lnTo>
                <a:lnTo>
                  <a:pt x="358" y="313"/>
                </a:lnTo>
                <a:lnTo>
                  <a:pt x="360" y="313"/>
                </a:lnTo>
                <a:lnTo>
                  <a:pt x="362" y="313"/>
                </a:lnTo>
                <a:lnTo>
                  <a:pt x="364" y="313"/>
                </a:lnTo>
                <a:lnTo>
                  <a:pt x="366" y="313"/>
                </a:lnTo>
                <a:lnTo>
                  <a:pt x="368" y="313"/>
                </a:lnTo>
                <a:lnTo>
                  <a:pt x="369" y="313"/>
                </a:lnTo>
                <a:lnTo>
                  <a:pt x="370" y="313"/>
                </a:lnTo>
                <a:lnTo>
                  <a:pt x="372" y="313"/>
                </a:lnTo>
                <a:lnTo>
                  <a:pt x="374" y="313"/>
                </a:lnTo>
                <a:lnTo>
                  <a:pt x="376" y="313"/>
                </a:lnTo>
                <a:lnTo>
                  <a:pt x="376" y="312"/>
                </a:lnTo>
                <a:lnTo>
                  <a:pt x="377" y="312"/>
                </a:lnTo>
                <a:lnTo>
                  <a:pt x="378" y="312"/>
                </a:lnTo>
                <a:lnTo>
                  <a:pt x="380" y="312"/>
                </a:lnTo>
                <a:lnTo>
                  <a:pt x="381" y="312"/>
                </a:lnTo>
                <a:lnTo>
                  <a:pt x="382" y="312"/>
                </a:lnTo>
                <a:lnTo>
                  <a:pt x="384" y="312"/>
                </a:lnTo>
                <a:lnTo>
                  <a:pt x="385" y="312"/>
                </a:lnTo>
                <a:lnTo>
                  <a:pt x="386" y="312"/>
                </a:lnTo>
                <a:lnTo>
                  <a:pt x="388" y="312"/>
                </a:lnTo>
                <a:lnTo>
                  <a:pt x="389" y="310"/>
                </a:lnTo>
                <a:lnTo>
                  <a:pt x="390" y="310"/>
                </a:lnTo>
                <a:lnTo>
                  <a:pt x="392" y="310"/>
                </a:lnTo>
                <a:lnTo>
                  <a:pt x="393" y="310"/>
                </a:lnTo>
                <a:lnTo>
                  <a:pt x="394" y="310"/>
                </a:lnTo>
                <a:lnTo>
                  <a:pt x="396" y="310"/>
                </a:lnTo>
                <a:lnTo>
                  <a:pt x="398" y="309"/>
                </a:lnTo>
                <a:lnTo>
                  <a:pt x="400" y="309"/>
                </a:lnTo>
                <a:lnTo>
                  <a:pt x="401" y="309"/>
                </a:lnTo>
                <a:lnTo>
                  <a:pt x="404" y="309"/>
                </a:lnTo>
                <a:lnTo>
                  <a:pt x="405" y="309"/>
                </a:lnTo>
                <a:lnTo>
                  <a:pt x="408" y="308"/>
                </a:lnTo>
                <a:lnTo>
                  <a:pt x="410" y="308"/>
                </a:lnTo>
                <a:lnTo>
                  <a:pt x="412" y="308"/>
                </a:lnTo>
                <a:lnTo>
                  <a:pt x="413" y="308"/>
                </a:lnTo>
                <a:lnTo>
                  <a:pt x="415" y="308"/>
                </a:lnTo>
                <a:lnTo>
                  <a:pt x="417" y="307"/>
                </a:lnTo>
                <a:lnTo>
                  <a:pt x="418" y="307"/>
                </a:lnTo>
                <a:lnTo>
                  <a:pt x="419" y="307"/>
                </a:lnTo>
                <a:lnTo>
                  <a:pt x="421" y="307"/>
                </a:lnTo>
                <a:lnTo>
                  <a:pt x="422" y="307"/>
                </a:lnTo>
                <a:lnTo>
                  <a:pt x="423" y="307"/>
                </a:lnTo>
                <a:lnTo>
                  <a:pt x="425" y="305"/>
                </a:lnTo>
                <a:lnTo>
                  <a:pt x="426" y="305"/>
                </a:lnTo>
                <a:lnTo>
                  <a:pt x="427" y="305"/>
                </a:lnTo>
                <a:lnTo>
                  <a:pt x="429" y="305"/>
                </a:lnTo>
                <a:lnTo>
                  <a:pt x="430" y="305"/>
                </a:lnTo>
                <a:lnTo>
                  <a:pt x="431" y="304"/>
                </a:lnTo>
                <a:lnTo>
                  <a:pt x="433" y="304"/>
                </a:lnTo>
                <a:lnTo>
                  <a:pt x="434" y="304"/>
                </a:lnTo>
                <a:lnTo>
                  <a:pt x="435" y="304"/>
                </a:lnTo>
                <a:lnTo>
                  <a:pt x="437" y="303"/>
                </a:lnTo>
                <a:lnTo>
                  <a:pt x="438" y="303"/>
                </a:lnTo>
                <a:lnTo>
                  <a:pt x="439" y="303"/>
                </a:lnTo>
                <a:lnTo>
                  <a:pt x="441" y="301"/>
                </a:lnTo>
                <a:lnTo>
                  <a:pt x="442" y="301"/>
                </a:lnTo>
                <a:lnTo>
                  <a:pt x="445" y="301"/>
                </a:lnTo>
                <a:lnTo>
                  <a:pt x="446" y="300"/>
                </a:lnTo>
                <a:lnTo>
                  <a:pt x="449" y="300"/>
                </a:lnTo>
                <a:lnTo>
                  <a:pt x="450" y="299"/>
                </a:lnTo>
                <a:lnTo>
                  <a:pt x="453" y="299"/>
                </a:lnTo>
                <a:lnTo>
                  <a:pt x="455" y="297"/>
                </a:lnTo>
                <a:lnTo>
                  <a:pt x="458" y="296"/>
                </a:lnTo>
                <a:lnTo>
                  <a:pt x="459" y="296"/>
                </a:lnTo>
                <a:lnTo>
                  <a:pt x="462" y="295"/>
                </a:lnTo>
                <a:lnTo>
                  <a:pt x="465" y="295"/>
                </a:lnTo>
                <a:lnTo>
                  <a:pt x="466" y="293"/>
                </a:lnTo>
                <a:lnTo>
                  <a:pt x="467" y="293"/>
                </a:lnTo>
                <a:lnTo>
                  <a:pt x="470" y="293"/>
                </a:lnTo>
                <a:lnTo>
                  <a:pt x="471" y="292"/>
                </a:lnTo>
                <a:lnTo>
                  <a:pt x="473" y="292"/>
                </a:lnTo>
                <a:lnTo>
                  <a:pt x="474" y="291"/>
                </a:lnTo>
                <a:lnTo>
                  <a:pt x="475" y="291"/>
                </a:lnTo>
                <a:lnTo>
                  <a:pt x="477" y="291"/>
                </a:lnTo>
                <a:lnTo>
                  <a:pt x="478" y="289"/>
                </a:lnTo>
                <a:lnTo>
                  <a:pt x="479" y="289"/>
                </a:lnTo>
                <a:lnTo>
                  <a:pt x="481" y="289"/>
                </a:lnTo>
                <a:lnTo>
                  <a:pt x="482" y="288"/>
                </a:lnTo>
                <a:lnTo>
                  <a:pt x="483" y="288"/>
                </a:lnTo>
                <a:lnTo>
                  <a:pt x="485" y="287"/>
                </a:lnTo>
                <a:lnTo>
                  <a:pt x="486" y="287"/>
                </a:lnTo>
                <a:lnTo>
                  <a:pt x="487" y="285"/>
                </a:lnTo>
                <a:lnTo>
                  <a:pt x="489" y="285"/>
                </a:lnTo>
                <a:lnTo>
                  <a:pt x="490" y="285"/>
                </a:lnTo>
                <a:lnTo>
                  <a:pt x="491" y="284"/>
                </a:lnTo>
                <a:lnTo>
                  <a:pt x="493" y="284"/>
                </a:lnTo>
                <a:lnTo>
                  <a:pt x="494" y="283"/>
                </a:lnTo>
                <a:lnTo>
                  <a:pt x="495" y="281"/>
                </a:lnTo>
                <a:lnTo>
                  <a:pt x="498" y="281"/>
                </a:lnTo>
                <a:lnTo>
                  <a:pt x="499" y="280"/>
                </a:lnTo>
                <a:lnTo>
                  <a:pt x="501" y="280"/>
                </a:lnTo>
                <a:lnTo>
                  <a:pt x="503" y="279"/>
                </a:lnTo>
                <a:lnTo>
                  <a:pt x="505" y="277"/>
                </a:lnTo>
                <a:lnTo>
                  <a:pt x="507" y="276"/>
                </a:lnTo>
                <a:lnTo>
                  <a:pt x="510" y="275"/>
                </a:lnTo>
                <a:lnTo>
                  <a:pt x="511" y="275"/>
                </a:lnTo>
                <a:lnTo>
                  <a:pt x="512" y="273"/>
                </a:lnTo>
                <a:lnTo>
                  <a:pt x="514" y="272"/>
                </a:lnTo>
                <a:lnTo>
                  <a:pt x="516" y="272"/>
                </a:lnTo>
                <a:lnTo>
                  <a:pt x="518" y="271"/>
                </a:lnTo>
                <a:lnTo>
                  <a:pt x="519" y="271"/>
                </a:lnTo>
                <a:lnTo>
                  <a:pt x="520" y="269"/>
                </a:lnTo>
                <a:lnTo>
                  <a:pt x="522" y="269"/>
                </a:lnTo>
                <a:lnTo>
                  <a:pt x="523" y="268"/>
                </a:lnTo>
                <a:lnTo>
                  <a:pt x="524" y="267"/>
                </a:lnTo>
                <a:lnTo>
                  <a:pt x="526" y="267"/>
                </a:lnTo>
                <a:lnTo>
                  <a:pt x="527" y="267"/>
                </a:lnTo>
                <a:lnTo>
                  <a:pt x="528" y="265"/>
                </a:lnTo>
                <a:lnTo>
                  <a:pt x="530" y="264"/>
                </a:lnTo>
                <a:lnTo>
                  <a:pt x="531" y="264"/>
                </a:lnTo>
                <a:lnTo>
                  <a:pt x="532" y="264"/>
                </a:lnTo>
                <a:lnTo>
                  <a:pt x="534" y="263"/>
                </a:lnTo>
                <a:lnTo>
                  <a:pt x="535" y="261"/>
                </a:lnTo>
                <a:lnTo>
                  <a:pt x="536" y="261"/>
                </a:lnTo>
                <a:lnTo>
                  <a:pt x="538" y="260"/>
                </a:lnTo>
                <a:lnTo>
                  <a:pt x="539" y="260"/>
                </a:lnTo>
                <a:lnTo>
                  <a:pt x="540" y="259"/>
                </a:lnTo>
                <a:lnTo>
                  <a:pt x="542" y="257"/>
                </a:lnTo>
                <a:lnTo>
                  <a:pt x="543" y="257"/>
                </a:lnTo>
                <a:lnTo>
                  <a:pt x="546" y="256"/>
                </a:lnTo>
                <a:lnTo>
                  <a:pt x="547" y="255"/>
                </a:lnTo>
                <a:lnTo>
                  <a:pt x="548" y="253"/>
                </a:lnTo>
                <a:lnTo>
                  <a:pt x="551" y="253"/>
                </a:lnTo>
                <a:lnTo>
                  <a:pt x="552" y="252"/>
                </a:lnTo>
                <a:lnTo>
                  <a:pt x="554" y="251"/>
                </a:lnTo>
                <a:lnTo>
                  <a:pt x="556" y="251"/>
                </a:lnTo>
                <a:lnTo>
                  <a:pt x="558" y="249"/>
                </a:lnTo>
                <a:lnTo>
                  <a:pt x="559" y="248"/>
                </a:lnTo>
                <a:lnTo>
                  <a:pt x="560" y="248"/>
                </a:lnTo>
                <a:lnTo>
                  <a:pt x="562" y="247"/>
                </a:lnTo>
                <a:lnTo>
                  <a:pt x="563" y="247"/>
                </a:lnTo>
                <a:lnTo>
                  <a:pt x="563" y="245"/>
                </a:lnTo>
                <a:lnTo>
                  <a:pt x="564" y="245"/>
                </a:lnTo>
                <a:lnTo>
                  <a:pt x="566" y="244"/>
                </a:lnTo>
                <a:lnTo>
                  <a:pt x="567" y="244"/>
                </a:lnTo>
                <a:lnTo>
                  <a:pt x="568" y="243"/>
                </a:lnTo>
                <a:lnTo>
                  <a:pt x="570" y="243"/>
                </a:lnTo>
                <a:lnTo>
                  <a:pt x="570" y="241"/>
                </a:lnTo>
                <a:lnTo>
                  <a:pt x="571" y="241"/>
                </a:lnTo>
                <a:lnTo>
                  <a:pt x="572" y="241"/>
                </a:lnTo>
                <a:lnTo>
                  <a:pt x="572" y="240"/>
                </a:lnTo>
                <a:lnTo>
                  <a:pt x="574" y="240"/>
                </a:lnTo>
                <a:lnTo>
                  <a:pt x="575" y="239"/>
                </a:lnTo>
                <a:lnTo>
                  <a:pt x="576" y="237"/>
                </a:lnTo>
                <a:lnTo>
                  <a:pt x="578" y="237"/>
                </a:lnTo>
                <a:lnTo>
                  <a:pt x="579" y="236"/>
                </a:lnTo>
                <a:lnTo>
                  <a:pt x="580" y="236"/>
                </a:lnTo>
                <a:lnTo>
                  <a:pt x="580" y="235"/>
                </a:lnTo>
                <a:lnTo>
                  <a:pt x="582" y="235"/>
                </a:lnTo>
                <a:lnTo>
                  <a:pt x="583" y="233"/>
                </a:lnTo>
                <a:lnTo>
                  <a:pt x="586" y="232"/>
                </a:lnTo>
                <a:lnTo>
                  <a:pt x="587" y="232"/>
                </a:lnTo>
                <a:lnTo>
                  <a:pt x="588" y="231"/>
                </a:lnTo>
                <a:lnTo>
                  <a:pt x="590" y="229"/>
                </a:lnTo>
                <a:lnTo>
                  <a:pt x="591" y="229"/>
                </a:lnTo>
                <a:lnTo>
                  <a:pt x="592" y="228"/>
                </a:lnTo>
                <a:lnTo>
                  <a:pt x="594" y="227"/>
                </a:lnTo>
                <a:lnTo>
                  <a:pt x="595" y="225"/>
                </a:lnTo>
                <a:lnTo>
                  <a:pt x="596" y="225"/>
                </a:lnTo>
                <a:lnTo>
                  <a:pt x="598" y="224"/>
                </a:lnTo>
                <a:lnTo>
                  <a:pt x="599" y="223"/>
                </a:lnTo>
                <a:lnTo>
                  <a:pt x="600" y="223"/>
                </a:lnTo>
                <a:lnTo>
                  <a:pt x="601" y="221"/>
                </a:lnTo>
                <a:lnTo>
                  <a:pt x="603" y="221"/>
                </a:lnTo>
                <a:lnTo>
                  <a:pt x="603" y="220"/>
                </a:lnTo>
                <a:lnTo>
                  <a:pt x="604" y="220"/>
                </a:lnTo>
                <a:lnTo>
                  <a:pt x="605" y="219"/>
                </a:lnTo>
                <a:lnTo>
                  <a:pt x="607" y="217"/>
                </a:lnTo>
                <a:lnTo>
                  <a:pt x="608" y="217"/>
                </a:lnTo>
                <a:lnTo>
                  <a:pt x="608" y="216"/>
                </a:lnTo>
                <a:lnTo>
                  <a:pt x="609" y="216"/>
                </a:lnTo>
                <a:lnTo>
                  <a:pt x="609" y="215"/>
                </a:lnTo>
                <a:lnTo>
                  <a:pt x="611" y="215"/>
                </a:lnTo>
                <a:lnTo>
                  <a:pt x="612" y="213"/>
                </a:lnTo>
                <a:lnTo>
                  <a:pt x="613" y="212"/>
                </a:lnTo>
                <a:lnTo>
                  <a:pt x="615" y="212"/>
                </a:lnTo>
                <a:lnTo>
                  <a:pt x="616" y="211"/>
                </a:lnTo>
                <a:lnTo>
                  <a:pt x="616" y="210"/>
                </a:lnTo>
                <a:lnTo>
                  <a:pt x="617" y="210"/>
                </a:lnTo>
                <a:lnTo>
                  <a:pt x="619" y="208"/>
                </a:lnTo>
                <a:lnTo>
                  <a:pt x="620" y="207"/>
                </a:lnTo>
                <a:lnTo>
                  <a:pt x="621" y="207"/>
                </a:lnTo>
                <a:lnTo>
                  <a:pt x="621" y="206"/>
                </a:lnTo>
                <a:lnTo>
                  <a:pt x="623" y="206"/>
                </a:lnTo>
                <a:lnTo>
                  <a:pt x="624" y="204"/>
                </a:lnTo>
                <a:lnTo>
                  <a:pt x="625" y="204"/>
                </a:lnTo>
                <a:lnTo>
                  <a:pt x="625" y="203"/>
                </a:lnTo>
                <a:lnTo>
                  <a:pt x="627" y="203"/>
                </a:lnTo>
                <a:lnTo>
                  <a:pt x="627" y="202"/>
                </a:lnTo>
                <a:lnTo>
                  <a:pt x="628" y="202"/>
                </a:lnTo>
                <a:lnTo>
                  <a:pt x="629" y="200"/>
                </a:lnTo>
                <a:lnTo>
                  <a:pt x="631" y="200"/>
                </a:lnTo>
                <a:lnTo>
                  <a:pt x="631" y="199"/>
                </a:lnTo>
                <a:lnTo>
                  <a:pt x="632" y="199"/>
                </a:lnTo>
                <a:lnTo>
                  <a:pt x="632" y="198"/>
                </a:lnTo>
                <a:lnTo>
                  <a:pt x="633" y="198"/>
                </a:lnTo>
                <a:lnTo>
                  <a:pt x="635" y="198"/>
                </a:lnTo>
                <a:lnTo>
                  <a:pt x="635" y="196"/>
                </a:lnTo>
                <a:lnTo>
                  <a:pt x="636" y="196"/>
                </a:lnTo>
                <a:lnTo>
                  <a:pt x="637" y="195"/>
                </a:lnTo>
                <a:lnTo>
                  <a:pt x="639" y="194"/>
                </a:lnTo>
                <a:lnTo>
                  <a:pt x="640" y="194"/>
                </a:lnTo>
                <a:lnTo>
                  <a:pt x="641" y="192"/>
                </a:lnTo>
                <a:lnTo>
                  <a:pt x="643" y="191"/>
                </a:lnTo>
                <a:lnTo>
                  <a:pt x="644" y="191"/>
                </a:lnTo>
                <a:lnTo>
                  <a:pt x="645" y="190"/>
                </a:lnTo>
                <a:lnTo>
                  <a:pt x="647" y="188"/>
                </a:lnTo>
                <a:lnTo>
                  <a:pt x="648" y="188"/>
                </a:lnTo>
                <a:lnTo>
                  <a:pt x="648" y="187"/>
                </a:lnTo>
                <a:lnTo>
                  <a:pt x="649" y="187"/>
                </a:lnTo>
                <a:lnTo>
                  <a:pt x="649" y="186"/>
                </a:lnTo>
                <a:lnTo>
                  <a:pt x="651" y="186"/>
                </a:lnTo>
                <a:lnTo>
                  <a:pt x="652" y="184"/>
                </a:lnTo>
                <a:lnTo>
                  <a:pt x="653" y="183"/>
                </a:lnTo>
                <a:lnTo>
                  <a:pt x="655" y="183"/>
                </a:lnTo>
                <a:lnTo>
                  <a:pt x="655" y="182"/>
                </a:lnTo>
                <a:lnTo>
                  <a:pt x="656" y="182"/>
                </a:lnTo>
                <a:lnTo>
                  <a:pt x="656" y="180"/>
                </a:lnTo>
                <a:lnTo>
                  <a:pt x="657" y="180"/>
                </a:lnTo>
                <a:lnTo>
                  <a:pt x="657" y="179"/>
                </a:lnTo>
                <a:lnTo>
                  <a:pt x="659" y="178"/>
                </a:lnTo>
                <a:lnTo>
                  <a:pt x="660" y="178"/>
                </a:lnTo>
                <a:lnTo>
                  <a:pt x="660" y="176"/>
                </a:lnTo>
                <a:lnTo>
                  <a:pt x="661" y="175"/>
                </a:lnTo>
                <a:lnTo>
                  <a:pt x="663" y="174"/>
                </a:lnTo>
                <a:lnTo>
                  <a:pt x="664" y="174"/>
                </a:lnTo>
                <a:lnTo>
                  <a:pt x="664" y="172"/>
                </a:lnTo>
                <a:lnTo>
                  <a:pt x="665" y="171"/>
                </a:lnTo>
                <a:lnTo>
                  <a:pt x="667" y="170"/>
                </a:lnTo>
                <a:lnTo>
                  <a:pt x="668" y="168"/>
                </a:lnTo>
                <a:lnTo>
                  <a:pt x="669" y="167"/>
                </a:lnTo>
                <a:lnTo>
                  <a:pt x="671" y="166"/>
                </a:lnTo>
                <a:lnTo>
                  <a:pt x="672" y="164"/>
                </a:lnTo>
                <a:lnTo>
                  <a:pt x="673" y="163"/>
                </a:lnTo>
                <a:lnTo>
                  <a:pt x="673" y="162"/>
                </a:lnTo>
                <a:lnTo>
                  <a:pt x="675" y="162"/>
                </a:lnTo>
                <a:lnTo>
                  <a:pt x="676" y="160"/>
                </a:lnTo>
                <a:lnTo>
                  <a:pt x="676" y="159"/>
                </a:lnTo>
                <a:lnTo>
                  <a:pt x="677" y="159"/>
                </a:lnTo>
                <a:lnTo>
                  <a:pt x="677" y="158"/>
                </a:lnTo>
                <a:lnTo>
                  <a:pt x="679" y="156"/>
                </a:lnTo>
                <a:lnTo>
                  <a:pt x="680" y="156"/>
                </a:lnTo>
                <a:lnTo>
                  <a:pt x="680" y="155"/>
                </a:lnTo>
                <a:lnTo>
                  <a:pt x="681" y="155"/>
                </a:lnTo>
                <a:lnTo>
                  <a:pt x="681" y="154"/>
                </a:lnTo>
                <a:lnTo>
                  <a:pt x="683" y="152"/>
                </a:lnTo>
                <a:lnTo>
                  <a:pt x="684" y="151"/>
                </a:lnTo>
                <a:lnTo>
                  <a:pt x="684" y="150"/>
                </a:lnTo>
                <a:lnTo>
                  <a:pt x="685" y="150"/>
                </a:lnTo>
                <a:lnTo>
                  <a:pt x="687" y="148"/>
                </a:lnTo>
                <a:lnTo>
                  <a:pt x="687" y="147"/>
                </a:lnTo>
                <a:lnTo>
                  <a:pt x="688" y="146"/>
                </a:lnTo>
                <a:lnTo>
                  <a:pt x="689" y="144"/>
                </a:lnTo>
                <a:lnTo>
                  <a:pt x="691" y="143"/>
                </a:lnTo>
                <a:lnTo>
                  <a:pt x="691" y="142"/>
                </a:lnTo>
                <a:lnTo>
                  <a:pt x="692" y="140"/>
                </a:lnTo>
                <a:lnTo>
                  <a:pt x="693" y="139"/>
                </a:lnTo>
                <a:lnTo>
                  <a:pt x="695" y="138"/>
                </a:lnTo>
                <a:lnTo>
                  <a:pt x="696" y="136"/>
                </a:lnTo>
                <a:lnTo>
                  <a:pt x="697" y="134"/>
                </a:lnTo>
                <a:lnTo>
                  <a:pt x="700" y="132"/>
                </a:lnTo>
                <a:lnTo>
                  <a:pt x="701" y="131"/>
                </a:lnTo>
                <a:lnTo>
                  <a:pt x="702" y="130"/>
                </a:lnTo>
                <a:lnTo>
                  <a:pt x="704" y="127"/>
                </a:lnTo>
                <a:lnTo>
                  <a:pt x="704" y="126"/>
                </a:lnTo>
                <a:lnTo>
                  <a:pt x="705" y="124"/>
                </a:lnTo>
                <a:lnTo>
                  <a:pt x="706" y="123"/>
                </a:lnTo>
                <a:lnTo>
                  <a:pt x="708" y="122"/>
                </a:lnTo>
                <a:lnTo>
                  <a:pt x="709" y="122"/>
                </a:lnTo>
                <a:lnTo>
                  <a:pt x="709" y="120"/>
                </a:lnTo>
                <a:lnTo>
                  <a:pt x="710" y="119"/>
                </a:lnTo>
                <a:lnTo>
                  <a:pt x="712" y="118"/>
                </a:lnTo>
                <a:lnTo>
                  <a:pt x="712" y="117"/>
                </a:lnTo>
                <a:lnTo>
                  <a:pt x="713" y="117"/>
                </a:lnTo>
                <a:lnTo>
                  <a:pt x="713" y="115"/>
                </a:lnTo>
                <a:lnTo>
                  <a:pt x="714" y="114"/>
                </a:lnTo>
                <a:lnTo>
                  <a:pt x="714" y="113"/>
                </a:lnTo>
                <a:lnTo>
                  <a:pt x="716" y="113"/>
                </a:lnTo>
                <a:lnTo>
                  <a:pt x="717" y="111"/>
                </a:lnTo>
                <a:lnTo>
                  <a:pt x="717" y="110"/>
                </a:lnTo>
                <a:lnTo>
                  <a:pt x="718" y="109"/>
                </a:lnTo>
                <a:lnTo>
                  <a:pt x="720" y="107"/>
                </a:lnTo>
                <a:lnTo>
                  <a:pt x="720" y="106"/>
                </a:lnTo>
                <a:lnTo>
                  <a:pt x="721" y="105"/>
                </a:lnTo>
                <a:lnTo>
                  <a:pt x="722" y="103"/>
                </a:lnTo>
                <a:lnTo>
                  <a:pt x="724" y="102"/>
                </a:lnTo>
                <a:lnTo>
                  <a:pt x="724" y="101"/>
                </a:lnTo>
                <a:lnTo>
                  <a:pt x="725" y="99"/>
                </a:lnTo>
                <a:lnTo>
                  <a:pt x="726" y="97"/>
                </a:lnTo>
                <a:lnTo>
                  <a:pt x="728" y="95"/>
                </a:lnTo>
                <a:lnTo>
                  <a:pt x="729" y="94"/>
                </a:lnTo>
                <a:lnTo>
                  <a:pt x="730" y="91"/>
                </a:lnTo>
                <a:lnTo>
                  <a:pt x="733" y="89"/>
                </a:lnTo>
                <a:lnTo>
                  <a:pt x="734" y="87"/>
                </a:lnTo>
                <a:lnTo>
                  <a:pt x="736" y="86"/>
                </a:lnTo>
                <a:lnTo>
                  <a:pt x="737" y="83"/>
                </a:lnTo>
                <a:lnTo>
                  <a:pt x="737" y="82"/>
                </a:lnTo>
                <a:lnTo>
                  <a:pt x="738" y="81"/>
                </a:lnTo>
                <a:lnTo>
                  <a:pt x="740" y="79"/>
                </a:lnTo>
                <a:lnTo>
                  <a:pt x="741" y="78"/>
                </a:lnTo>
                <a:lnTo>
                  <a:pt x="742" y="77"/>
                </a:lnTo>
                <a:lnTo>
                  <a:pt x="742" y="75"/>
                </a:lnTo>
                <a:lnTo>
                  <a:pt x="744" y="74"/>
                </a:lnTo>
                <a:lnTo>
                  <a:pt x="745" y="73"/>
                </a:lnTo>
                <a:lnTo>
                  <a:pt x="745" y="71"/>
                </a:lnTo>
                <a:lnTo>
                  <a:pt x="746" y="70"/>
                </a:lnTo>
                <a:lnTo>
                  <a:pt x="746" y="69"/>
                </a:lnTo>
                <a:lnTo>
                  <a:pt x="748" y="67"/>
                </a:lnTo>
                <a:lnTo>
                  <a:pt x="749" y="67"/>
                </a:lnTo>
                <a:lnTo>
                  <a:pt x="749" y="66"/>
                </a:lnTo>
                <a:lnTo>
                  <a:pt x="750" y="65"/>
                </a:lnTo>
                <a:lnTo>
                  <a:pt x="750" y="63"/>
                </a:lnTo>
                <a:lnTo>
                  <a:pt x="752" y="62"/>
                </a:lnTo>
                <a:lnTo>
                  <a:pt x="753" y="61"/>
                </a:lnTo>
                <a:lnTo>
                  <a:pt x="754" y="59"/>
                </a:lnTo>
                <a:lnTo>
                  <a:pt x="754" y="58"/>
                </a:lnTo>
                <a:lnTo>
                  <a:pt x="756" y="57"/>
                </a:lnTo>
                <a:lnTo>
                  <a:pt x="757" y="55"/>
                </a:lnTo>
                <a:lnTo>
                  <a:pt x="758" y="54"/>
                </a:lnTo>
                <a:lnTo>
                  <a:pt x="760" y="51"/>
                </a:lnTo>
                <a:lnTo>
                  <a:pt x="761" y="50"/>
                </a:lnTo>
                <a:lnTo>
                  <a:pt x="762" y="49"/>
                </a:lnTo>
                <a:lnTo>
                  <a:pt x="764" y="46"/>
                </a:lnTo>
                <a:lnTo>
                  <a:pt x="765" y="43"/>
                </a:lnTo>
                <a:lnTo>
                  <a:pt x="766" y="42"/>
                </a:lnTo>
                <a:lnTo>
                  <a:pt x="768" y="39"/>
                </a:lnTo>
                <a:lnTo>
                  <a:pt x="769" y="38"/>
                </a:lnTo>
                <a:lnTo>
                  <a:pt x="770" y="35"/>
                </a:lnTo>
                <a:lnTo>
                  <a:pt x="772" y="34"/>
                </a:lnTo>
                <a:lnTo>
                  <a:pt x="773" y="33"/>
                </a:lnTo>
                <a:lnTo>
                  <a:pt x="774" y="31"/>
                </a:lnTo>
                <a:lnTo>
                  <a:pt x="776" y="30"/>
                </a:lnTo>
                <a:lnTo>
                  <a:pt x="776" y="29"/>
                </a:lnTo>
                <a:lnTo>
                  <a:pt x="777" y="27"/>
                </a:lnTo>
                <a:lnTo>
                  <a:pt x="778" y="26"/>
                </a:lnTo>
                <a:lnTo>
                  <a:pt x="778" y="25"/>
                </a:lnTo>
                <a:lnTo>
                  <a:pt x="780" y="24"/>
                </a:lnTo>
                <a:lnTo>
                  <a:pt x="781" y="22"/>
                </a:lnTo>
                <a:lnTo>
                  <a:pt x="781" y="21"/>
                </a:lnTo>
                <a:lnTo>
                  <a:pt x="782" y="21"/>
                </a:lnTo>
                <a:lnTo>
                  <a:pt x="782" y="20"/>
                </a:lnTo>
                <a:lnTo>
                  <a:pt x="784" y="18"/>
                </a:lnTo>
                <a:lnTo>
                  <a:pt x="784" y="17"/>
                </a:lnTo>
                <a:lnTo>
                  <a:pt x="785" y="17"/>
                </a:lnTo>
                <a:lnTo>
                  <a:pt x="785" y="16"/>
                </a:lnTo>
                <a:lnTo>
                  <a:pt x="786" y="14"/>
                </a:lnTo>
                <a:lnTo>
                  <a:pt x="786" y="13"/>
                </a:lnTo>
                <a:lnTo>
                  <a:pt x="788" y="12"/>
                </a:lnTo>
                <a:lnTo>
                  <a:pt x="788" y="10"/>
                </a:lnTo>
                <a:lnTo>
                  <a:pt x="789" y="9"/>
                </a:lnTo>
                <a:lnTo>
                  <a:pt x="789" y="8"/>
                </a:lnTo>
                <a:lnTo>
                  <a:pt x="790" y="6"/>
                </a:lnTo>
                <a:lnTo>
                  <a:pt x="791" y="5"/>
                </a:lnTo>
                <a:lnTo>
                  <a:pt x="791" y="4"/>
                </a:lnTo>
                <a:lnTo>
                  <a:pt x="793" y="2"/>
                </a:lnTo>
                <a:lnTo>
                  <a:pt x="794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95" name="Freeform 42">
            <a:extLst>
              <a:ext uri="{FF2B5EF4-FFF2-40B4-BE49-F238E27FC236}">
                <a16:creationId xmlns:a16="http://schemas.microsoft.com/office/drawing/2014/main" id="{82A08ECA-345C-452A-861E-770720F2EEAA}"/>
              </a:ext>
            </a:extLst>
          </p:cNvPr>
          <p:cNvSpPr>
            <a:spLocks/>
          </p:cNvSpPr>
          <p:nvPr/>
        </p:nvSpPr>
        <p:spPr bwMode="auto">
          <a:xfrm>
            <a:off x="6072188" y="3244850"/>
            <a:ext cx="76200" cy="252413"/>
          </a:xfrm>
          <a:custGeom>
            <a:avLst/>
            <a:gdLst>
              <a:gd name="T0" fmla="*/ 2147483646 w 94"/>
              <a:gd name="T1" fmla="*/ 2147483646 h 318"/>
              <a:gd name="T2" fmla="*/ 2147483646 w 94"/>
              <a:gd name="T3" fmla="*/ 2147483646 h 318"/>
              <a:gd name="T4" fmla="*/ 2147483646 w 94"/>
              <a:gd name="T5" fmla="*/ 2147483646 h 318"/>
              <a:gd name="T6" fmla="*/ 2147483646 w 94"/>
              <a:gd name="T7" fmla="*/ 2147483646 h 318"/>
              <a:gd name="T8" fmla="*/ 2147483646 w 94"/>
              <a:gd name="T9" fmla="*/ 2147483646 h 318"/>
              <a:gd name="T10" fmla="*/ 2147483646 w 94"/>
              <a:gd name="T11" fmla="*/ 2147483646 h 318"/>
              <a:gd name="T12" fmla="*/ 2147483646 w 94"/>
              <a:gd name="T13" fmla="*/ 2147483646 h 318"/>
              <a:gd name="T14" fmla="*/ 2147483646 w 94"/>
              <a:gd name="T15" fmla="*/ 2147483646 h 318"/>
              <a:gd name="T16" fmla="*/ 2147483646 w 94"/>
              <a:gd name="T17" fmla="*/ 2147483646 h 318"/>
              <a:gd name="T18" fmla="*/ 2147483646 w 94"/>
              <a:gd name="T19" fmla="*/ 2147483646 h 318"/>
              <a:gd name="T20" fmla="*/ 2147483646 w 94"/>
              <a:gd name="T21" fmla="*/ 2147483646 h 318"/>
              <a:gd name="T22" fmla="*/ 2147483646 w 94"/>
              <a:gd name="T23" fmla="*/ 2147483646 h 318"/>
              <a:gd name="T24" fmla="*/ 2147483646 w 94"/>
              <a:gd name="T25" fmla="*/ 2147483646 h 318"/>
              <a:gd name="T26" fmla="*/ 2147483646 w 94"/>
              <a:gd name="T27" fmla="*/ 2147483646 h 318"/>
              <a:gd name="T28" fmla="*/ 2147483646 w 94"/>
              <a:gd name="T29" fmla="*/ 2147483646 h 318"/>
              <a:gd name="T30" fmla="*/ 2147483646 w 94"/>
              <a:gd name="T31" fmla="*/ 2147483646 h 318"/>
              <a:gd name="T32" fmla="*/ 2147483646 w 94"/>
              <a:gd name="T33" fmla="*/ 2147483646 h 318"/>
              <a:gd name="T34" fmla="*/ 2147483646 w 94"/>
              <a:gd name="T35" fmla="*/ 2147483646 h 318"/>
              <a:gd name="T36" fmla="*/ 2147483646 w 94"/>
              <a:gd name="T37" fmla="*/ 2147483646 h 318"/>
              <a:gd name="T38" fmla="*/ 2147483646 w 94"/>
              <a:gd name="T39" fmla="*/ 2147483646 h 318"/>
              <a:gd name="T40" fmla="*/ 2147483646 w 94"/>
              <a:gd name="T41" fmla="*/ 2147483646 h 318"/>
              <a:gd name="T42" fmla="*/ 2147483646 w 94"/>
              <a:gd name="T43" fmla="*/ 2147483646 h 318"/>
              <a:gd name="T44" fmla="*/ 2147483646 w 94"/>
              <a:gd name="T45" fmla="*/ 2147483646 h 318"/>
              <a:gd name="T46" fmla="*/ 2147483646 w 94"/>
              <a:gd name="T47" fmla="*/ 2147483646 h 318"/>
              <a:gd name="T48" fmla="*/ 2147483646 w 94"/>
              <a:gd name="T49" fmla="*/ 2147483646 h 318"/>
              <a:gd name="T50" fmla="*/ 2147483646 w 94"/>
              <a:gd name="T51" fmla="*/ 2147483646 h 318"/>
              <a:gd name="T52" fmla="*/ 2147483646 w 94"/>
              <a:gd name="T53" fmla="*/ 2147483646 h 318"/>
              <a:gd name="T54" fmla="*/ 2147483646 w 94"/>
              <a:gd name="T55" fmla="*/ 2147483646 h 318"/>
              <a:gd name="T56" fmla="*/ 2147483646 w 94"/>
              <a:gd name="T57" fmla="*/ 2147483646 h 318"/>
              <a:gd name="T58" fmla="*/ 2147483646 w 94"/>
              <a:gd name="T59" fmla="*/ 2147483646 h 318"/>
              <a:gd name="T60" fmla="*/ 2147483646 w 94"/>
              <a:gd name="T61" fmla="*/ 2147483646 h 318"/>
              <a:gd name="T62" fmla="*/ 2147483646 w 94"/>
              <a:gd name="T63" fmla="*/ 2147483646 h 318"/>
              <a:gd name="T64" fmla="*/ 2147483646 w 94"/>
              <a:gd name="T65" fmla="*/ 2147483646 h 318"/>
              <a:gd name="T66" fmla="*/ 2147483646 w 94"/>
              <a:gd name="T67" fmla="*/ 2147483646 h 318"/>
              <a:gd name="T68" fmla="*/ 2147483646 w 94"/>
              <a:gd name="T69" fmla="*/ 2147483646 h 318"/>
              <a:gd name="T70" fmla="*/ 2147483646 w 94"/>
              <a:gd name="T71" fmla="*/ 2147483646 h 318"/>
              <a:gd name="T72" fmla="*/ 2147483646 w 94"/>
              <a:gd name="T73" fmla="*/ 2147483646 h 318"/>
              <a:gd name="T74" fmla="*/ 2147483646 w 94"/>
              <a:gd name="T75" fmla="*/ 2147483646 h 318"/>
              <a:gd name="T76" fmla="*/ 2147483646 w 94"/>
              <a:gd name="T77" fmla="*/ 2147483646 h 318"/>
              <a:gd name="T78" fmla="*/ 2147483646 w 94"/>
              <a:gd name="T79" fmla="*/ 2147483646 h 318"/>
              <a:gd name="T80" fmla="*/ 2147483646 w 94"/>
              <a:gd name="T81" fmla="*/ 2147483646 h 318"/>
              <a:gd name="T82" fmla="*/ 2147483646 w 94"/>
              <a:gd name="T83" fmla="*/ 2147483646 h 318"/>
              <a:gd name="T84" fmla="*/ 2147483646 w 94"/>
              <a:gd name="T85" fmla="*/ 2147483646 h 318"/>
              <a:gd name="T86" fmla="*/ 2147483646 w 94"/>
              <a:gd name="T87" fmla="*/ 2147483646 h 318"/>
              <a:gd name="T88" fmla="*/ 2147483646 w 94"/>
              <a:gd name="T89" fmla="*/ 2147483646 h 318"/>
              <a:gd name="T90" fmla="*/ 2147483646 w 94"/>
              <a:gd name="T91" fmla="*/ 2147483646 h 318"/>
              <a:gd name="T92" fmla="*/ 2147483646 w 94"/>
              <a:gd name="T93" fmla="*/ 2147483646 h 318"/>
              <a:gd name="T94" fmla="*/ 2147483646 w 94"/>
              <a:gd name="T95" fmla="*/ 2147483646 h 318"/>
              <a:gd name="T96" fmla="*/ 2147483646 w 94"/>
              <a:gd name="T97" fmla="*/ 2147483646 h 318"/>
              <a:gd name="T98" fmla="*/ 2147483646 w 94"/>
              <a:gd name="T99" fmla="*/ 2147483646 h 318"/>
              <a:gd name="T100" fmla="*/ 2147483646 w 94"/>
              <a:gd name="T101" fmla="*/ 2147483646 h 318"/>
              <a:gd name="T102" fmla="*/ 2147483646 w 94"/>
              <a:gd name="T103" fmla="*/ 2147483646 h 318"/>
              <a:gd name="T104" fmla="*/ 2147483646 w 94"/>
              <a:gd name="T105" fmla="*/ 2147483646 h 318"/>
              <a:gd name="T106" fmla="*/ 2147483646 w 94"/>
              <a:gd name="T107" fmla="*/ 2147483646 h 318"/>
              <a:gd name="T108" fmla="*/ 2147483646 w 94"/>
              <a:gd name="T109" fmla="*/ 2147483646 h 318"/>
              <a:gd name="T110" fmla="*/ 2147483646 w 94"/>
              <a:gd name="T111" fmla="*/ 2147483646 h 318"/>
              <a:gd name="T112" fmla="*/ 2147483646 w 94"/>
              <a:gd name="T113" fmla="*/ 2147483646 h 31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94"/>
              <a:gd name="T172" fmla="*/ 0 h 318"/>
              <a:gd name="T173" fmla="*/ 94 w 94"/>
              <a:gd name="T174" fmla="*/ 318 h 31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94" h="318">
                <a:moveTo>
                  <a:pt x="0" y="0"/>
                </a:moveTo>
                <a:lnTo>
                  <a:pt x="2" y="4"/>
                </a:lnTo>
                <a:lnTo>
                  <a:pt x="4" y="8"/>
                </a:lnTo>
                <a:lnTo>
                  <a:pt x="5" y="11"/>
                </a:lnTo>
                <a:lnTo>
                  <a:pt x="8" y="13"/>
                </a:lnTo>
                <a:lnTo>
                  <a:pt x="9" y="16"/>
                </a:lnTo>
                <a:lnTo>
                  <a:pt x="10" y="19"/>
                </a:lnTo>
                <a:lnTo>
                  <a:pt x="12" y="21"/>
                </a:lnTo>
                <a:lnTo>
                  <a:pt x="13" y="23"/>
                </a:lnTo>
                <a:lnTo>
                  <a:pt x="14" y="25"/>
                </a:lnTo>
                <a:lnTo>
                  <a:pt x="14" y="27"/>
                </a:lnTo>
                <a:lnTo>
                  <a:pt x="16" y="29"/>
                </a:lnTo>
                <a:lnTo>
                  <a:pt x="17" y="31"/>
                </a:lnTo>
                <a:lnTo>
                  <a:pt x="17" y="32"/>
                </a:lnTo>
                <a:lnTo>
                  <a:pt x="18" y="33"/>
                </a:lnTo>
                <a:lnTo>
                  <a:pt x="20" y="35"/>
                </a:lnTo>
                <a:lnTo>
                  <a:pt x="20" y="37"/>
                </a:lnTo>
                <a:lnTo>
                  <a:pt x="21" y="39"/>
                </a:lnTo>
                <a:lnTo>
                  <a:pt x="22" y="40"/>
                </a:lnTo>
                <a:lnTo>
                  <a:pt x="22" y="41"/>
                </a:lnTo>
                <a:lnTo>
                  <a:pt x="24" y="43"/>
                </a:lnTo>
                <a:lnTo>
                  <a:pt x="24" y="44"/>
                </a:lnTo>
                <a:lnTo>
                  <a:pt x="24" y="45"/>
                </a:lnTo>
                <a:lnTo>
                  <a:pt x="25" y="47"/>
                </a:lnTo>
                <a:lnTo>
                  <a:pt x="25" y="48"/>
                </a:lnTo>
                <a:lnTo>
                  <a:pt x="26" y="49"/>
                </a:lnTo>
                <a:lnTo>
                  <a:pt x="26" y="51"/>
                </a:lnTo>
                <a:lnTo>
                  <a:pt x="28" y="52"/>
                </a:lnTo>
                <a:lnTo>
                  <a:pt x="28" y="53"/>
                </a:lnTo>
                <a:lnTo>
                  <a:pt x="29" y="56"/>
                </a:lnTo>
                <a:lnTo>
                  <a:pt x="29" y="57"/>
                </a:lnTo>
                <a:lnTo>
                  <a:pt x="30" y="59"/>
                </a:lnTo>
                <a:lnTo>
                  <a:pt x="30" y="61"/>
                </a:lnTo>
                <a:lnTo>
                  <a:pt x="32" y="63"/>
                </a:lnTo>
                <a:lnTo>
                  <a:pt x="32" y="64"/>
                </a:lnTo>
                <a:lnTo>
                  <a:pt x="33" y="65"/>
                </a:lnTo>
                <a:lnTo>
                  <a:pt x="33" y="66"/>
                </a:lnTo>
                <a:lnTo>
                  <a:pt x="34" y="68"/>
                </a:lnTo>
                <a:lnTo>
                  <a:pt x="34" y="69"/>
                </a:lnTo>
                <a:lnTo>
                  <a:pt x="34" y="70"/>
                </a:lnTo>
                <a:lnTo>
                  <a:pt x="36" y="72"/>
                </a:lnTo>
                <a:lnTo>
                  <a:pt x="36" y="73"/>
                </a:lnTo>
                <a:lnTo>
                  <a:pt x="36" y="74"/>
                </a:lnTo>
                <a:lnTo>
                  <a:pt x="37" y="76"/>
                </a:lnTo>
                <a:lnTo>
                  <a:pt x="37" y="77"/>
                </a:lnTo>
                <a:lnTo>
                  <a:pt x="38" y="78"/>
                </a:lnTo>
                <a:lnTo>
                  <a:pt x="38" y="80"/>
                </a:lnTo>
                <a:lnTo>
                  <a:pt x="40" y="81"/>
                </a:lnTo>
                <a:lnTo>
                  <a:pt x="40" y="82"/>
                </a:lnTo>
                <a:lnTo>
                  <a:pt x="40" y="84"/>
                </a:lnTo>
                <a:lnTo>
                  <a:pt x="41" y="85"/>
                </a:lnTo>
                <a:lnTo>
                  <a:pt x="41" y="86"/>
                </a:lnTo>
                <a:lnTo>
                  <a:pt x="41" y="88"/>
                </a:lnTo>
                <a:lnTo>
                  <a:pt x="42" y="89"/>
                </a:lnTo>
                <a:lnTo>
                  <a:pt x="42" y="90"/>
                </a:lnTo>
                <a:lnTo>
                  <a:pt x="42" y="92"/>
                </a:lnTo>
                <a:lnTo>
                  <a:pt x="44" y="93"/>
                </a:lnTo>
                <a:lnTo>
                  <a:pt x="44" y="94"/>
                </a:lnTo>
                <a:lnTo>
                  <a:pt x="45" y="97"/>
                </a:lnTo>
                <a:lnTo>
                  <a:pt x="45" y="98"/>
                </a:lnTo>
                <a:lnTo>
                  <a:pt x="46" y="101"/>
                </a:lnTo>
                <a:lnTo>
                  <a:pt x="48" y="102"/>
                </a:lnTo>
                <a:lnTo>
                  <a:pt x="48" y="105"/>
                </a:lnTo>
                <a:lnTo>
                  <a:pt x="49" y="108"/>
                </a:lnTo>
                <a:lnTo>
                  <a:pt x="49" y="109"/>
                </a:lnTo>
                <a:lnTo>
                  <a:pt x="50" y="110"/>
                </a:lnTo>
                <a:lnTo>
                  <a:pt x="51" y="113"/>
                </a:lnTo>
                <a:lnTo>
                  <a:pt x="51" y="114"/>
                </a:lnTo>
                <a:lnTo>
                  <a:pt x="51" y="116"/>
                </a:lnTo>
                <a:lnTo>
                  <a:pt x="53" y="117"/>
                </a:lnTo>
                <a:lnTo>
                  <a:pt x="53" y="118"/>
                </a:lnTo>
                <a:lnTo>
                  <a:pt x="54" y="120"/>
                </a:lnTo>
                <a:lnTo>
                  <a:pt x="54" y="121"/>
                </a:lnTo>
                <a:lnTo>
                  <a:pt x="54" y="122"/>
                </a:lnTo>
                <a:lnTo>
                  <a:pt x="55" y="124"/>
                </a:lnTo>
                <a:lnTo>
                  <a:pt x="55" y="125"/>
                </a:lnTo>
                <a:lnTo>
                  <a:pt x="55" y="126"/>
                </a:lnTo>
                <a:lnTo>
                  <a:pt x="57" y="126"/>
                </a:lnTo>
                <a:lnTo>
                  <a:pt x="57" y="128"/>
                </a:lnTo>
                <a:lnTo>
                  <a:pt x="57" y="129"/>
                </a:lnTo>
                <a:lnTo>
                  <a:pt x="57" y="130"/>
                </a:lnTo>
                <a:lnTo>
                  <a:pt x="58" y="132"/>
                </a:lnTo>
                <a:lnTo>
                  <a:pt x="58" y="133"/>
                </a:lnTo>
                <a:lnTo>
                  <a:pt x="58" y="134"/>
                </a:lnTo>
                <a:lnTo>
                  <a:pt x="59" y="136"/>
                </a:lnTo>
                <a:lnTo>
                  <a:pt x="59" y="137"/>
                </a:lnTo>
                <a:lnTo>
                  <a:pt x="59" y="138"/>
                </a:lnTo>
                <a:lnTo>
                  <a:pt x="61" y="140"/>
                </a:lnTo>
                <a:lnTo>
                  <a:pt x="61" y="141"/>
                </a:lnTo>
                <a:lnTo>
                  <a:pt x="61" y="144"/>
                </a:lnTo>
                <a:lnTo>
                  <a:pt x="62" y="145"/>
                </a:lnTo>
                <a:lnTo>
                  <a:pt x="62" y="146"/>
                </a:lnTo>
                <a:lnTo>
                  <a:pt x="63" y="149"/>
                </a:lnTo>
                <a:lnTo>
                  <a:pt x="63" y="152"/>
                </a:lnTo>
                <a:lnTo>
                  <a:pt x="65" y="153"/>
                </a:lnTo>
                <a:lnTo>
                  <a:pt x="65" y="156"/>
                </a:lnTo>
                <a:lnTo>
                  <a:pt x="66" y="157"/>
                </a:lnTo>
                <a:lnTo>
                  <a:pt x="66" y="159"/>
                </a:lnTo>
                <a:lnTo>
                  <a:pt x="67" y="161"/>
                </a:lnTo>
                <a:lnTo>
                  <a:pt x="67" y="162"/>
                </a:lnTo>
                <a:lnTo>
                  <a:pt x="67" y="163"/>
                </a:lnTo>
                <a:lnTo>
                  <a:pt x="69" y="165"/>
                </a:lnTo>
                <a:lnTo>
                  <a:pt x="69" y="166"/>
                </a:lnTo>
                <a:lnTo>
                  <a:pt x="69" y="167"/>
                </a:lnTo>
                <a:lnTo>
                  <a:pt x="70" y="169"/>
                </a:lnTo>
                <a:lnTo>
                  <a:pt x="70" y="170"/>
                </a:lnTo>
                <a:lnTo>
                  <a:pt x="70" y="171"/>
                </a:lnTo>
                <a:lnTo>
                  <a:pt x="70" y="173"/>
                </a:lnTo>
                <a:lnTo>
                  <a:pt x="71" y="174"/>
                </a:lnTo>
                <a:lnTo>
                  <a:pt x="71" y="175"/>
                </a:lnTo>
                <a:lnTo>
                  <a:pt x="71" y="177"/>
                </a:lnTo>
                <a:lnTo>
                  <a:pt x="73" y="178"/>
                </a:lnTo>
                <a:lnTo>
                  <a:pt x="73" y="179"/>
                </a:lnTo>
                <a:lnTo>
                  <a:pt x="73" y="181"/>
                </a:lnTo>
                <a:lnTo>
                  <a:pt x="74" y="182"/>
                </a:lnTo>
                <a:lnTo>
                  <a:pt x="74" y="183"/>
                </a:lnTo>
                <a:lnTo>
                  <a:pt x="74" y="185"/>
                </a:lnTo>
                <a:lnTo>
                  <a:pt x="74" y="186"/>
                </a:lnTo>
                <a:lnTo>
                  <a:pt x="75" y="187"/>
                </a:lnTo>
                <a:lnTo>
                  <a:pt x="75" y="190"/>
                </a:lnTo>
                <a:lnTo>
                  <a:pt x="77" y="191"/>
                </a:lnTo>
                <a:lnTo>
                  <a:pt x="77" y="193"/>
                </a:lnTo>
                <a:lnTo>
                  <a:pt x="77" y="195"/>
                </a:lnTo>
                <a:lnTo>
                  <a:pt x="78" y="197"/>
                </a:lnTo>
                <a:lnTo>
                  <a:pt x="78" y="199"/>
                </a:lnTo>
                <a:lnTo>
                  <a:pt x="79" y="201"/>
                </a:lnTo>
                <a:lnTo>
                  <a:pt x="79" y="203"/>
                </a:lnTo>
                <a:lnTo>
                  <a:pt x="81" y="206"/>
                </a:lnTo>
                <a:lnTo>
                  <a:pt x="81" y="207"/>
                </a:lnTo>
                <a:lnTo>
                  <a:pt x="82" y="209"/>
                </a:lnTo>
                <a:lnTo>
                  <a:pt x="82" y="210"/>
                </a:lnTo>
                <a:lnTo>
                  <a:pt x="82" y="213"/>
                </a:lnTo>
                <a:lnTo>
                  <a:pt x="83" y="214"/>
                </a:lnTo>
                <a:lnTo>
                  <a:pt x="83" y="215"/>
                </a:lnTo>
                <a:lnTo>
                  <a:pt x="83" y="217"/>
                </a:lnTo>
                <a:lnTo>
                  <a:pt x="85" y="218"/>
                </a:lnTo>
                <a:lnTo>
                  <a:pt x="85" y="219"/>
                </a:lnTo>
                <a:lnTo>
                  <a:pt x="85" y="221"/>
                </a:lnTo>
                <a:lnTo>
                  <a:pt x="85" y="222"/>
                </a:lnTo>
                <a:lnTo>
                  <a:pt x="86" y="223"/>
                </a:lnTo>
                <a:lnTo>
                  <a:pt x="86" y="225"/>
                </a:lnTo>
                <a:lnTo>
                  <a:pt x="86" y="226"/>
                </a:lnTo>
                <a:lnTo>
                  <a:pt x="86" y="227"/>
                </a:lnTo>
                <a:lnTo>
                  <a:pt x="86" y="229"/>
                </a:lnTo>
                <a:lnTo>
                  <a:pt x="86" y="230"/>
                </a:lnTo>
                <a:lnTo>
                  <a:pt x="87" y="231"/>
                </a:lnTo>
                <a:lnTo>
                  <a:pt x="87" y="233"/>
                </a:lnTo>
                <a:lnTo>
                  <a:pt x="87" y="234"/>
                </a:lnTo>
                <a:lnTo>
                  <a:pt x="87" y="235"/>
                </a:lnTo>
                <a:lnTo>
                  <a:pt x="87" y="237"/>
                </a:lnTo>
                <a:lnTo>
                  <a:pt x="87" y="239"/>
                </a:lnTo>
                <a:lnTo>
                  <a:pt x="87" y="241"/>
                </a:lnTo>
                <a:lnTo>
                  <a:pt x="87" y="242"/>
                </a:lnTo>
                <a:lnTo>
                  <a:pt x="87" y="245"/>
                </a:lnTo>
                <a:lnTo>
                  <a:pt x="89" y="246"/>
                </a:lnTo>
                <a:lnTo>
                  <a:pt x="89" y="247"/>
                </a:lnTo>
                <a:lnTo>
                  <a:pt x="89" y="250"/>
                </a:lnTo>
                <a:lnTo>
                  <a:pt x="89" y="251"/>
                </a:lnTo>
                <a:lnTo>
                  <a:pt x="89" y="252"/>
                </a:lnTo>
                <a:lnTo>
                  <a:pt x="89" y="254"/>
                </a:lnTo>
                <a:lnTo>
                  <a:pt x="89" y="255"/>
                </a:lnTo>
                <a:lnTo>
                  <a:pt x="89" y="256"/>
                </a:lnTo>
                <a:lnTo>
                  <a:pt x="89" y="258"/>
                </a:lnTo>
                <a:lnTo>
                  <a:pt x="89" y="259"/>
                </a:lnTo>
                <a:lnTo>
                  <a:pt x="89" y="260"/>
                </a:lnTo>
                <a:lnTo>
                  <a:pt x="90" y="262"/>
                </a:lnTo>
                <a:lnTo>
                  <a:pt x="90" y="263"/>
                </a:lnTo>
                <a:lnTo>
                  <a:pt x="90" y="264"/>
                </a:lnTo>
                <a:lnTo>
                  <a:pt x="90" y="266"/>
                </a:lnTo>
                <a:lnTo>
                  <a:pt x="90" y="267"/>
                </a:lnTo>
                <a:lnTo>
                  <a:pt x="90" y="268"/>
                </a:lnTo>
                <a:lnTo>
                  <a:pt x="90" y="270"/>
                </a:lnTo>
                <a:lnTo>
                  <a:pt x="91" y="271"/>
                </a:lnTo>
                <a:lnTo>
                  <a:pt x="91" y="272"/>
                </a:lnTo>
                <a:lnTo>
                  <a:pt x="91" y="274"/>
                </a:lnTo>
                <a:lnTo>
                  <a:pt x="91" y="275"/>
                </a:lnTo>
                <a:lnTo>
                  <a:pt x="91" y="276"/>
                </a:lnTo>
                <a:lnTo>
                  <a:pt x="91" y="278"/>
                </a:lnTo>
                <a:lnTo>
                  <a:pt x="93" y="278"/>
                </a:lnTo>
                <a:lnTo>
                  <a:pt x="93" y="279"/>
                </a:lnTo>
                <a:lnTo>
                  <a:pt x="93" y="280"/>
                </a:lnTo>
                <a:lnTo>
                  <a:pt x="93" y="282"/>
                </a:lnTo>
                <a:lnTo>
                  <a:pt x="93" y="283"/>
                </a:lnTo>
                <a:lnTo>
                  <a:pt x="94" y="284"/>
                </a:lnTo>
                <a:lnTo>
                  <a:pt x="94" y="286"/>
                </a:lnTo>
                <a:lnTo>
                  <a:pt x="94" y="287"/>
                </a:lnTo>
                <a:lnTo>
                  <a:pt x="94" y="288"/>
                </a:lnTo>
                <a:lnTo>
                  <a:pt x="94" y="290"/>
                </a:lnTo>
                <a:lnTo>
                  <a:pt x="94" y="291"/>
                </a:lnTo>
                <a:lnTo>
                  <a:pt x="94" y="292"/>
                </a:lnTo>
                <a:lnTo>
                  <a:pt x="94" y="294"/>
                </a:lnTo>
                <a:lnTo>
                  <a:pt x="94" y="295"/>
                </a:lnTo>
                <a:lnTo>
                  <a:pt x="94" y="296"/>
                </a:lnTo>
                <a:lnTo>
                  <a:pt x="94" y="298"/>
                </a:lnTo>
                <a:lnTo>
                  <a:pt x="94" y="299"/>
                </a:lnTo>
                <a:lnTo>
                  <a:pt x="94" y="300"/>
                </a:lnTo>
                <a:lnTo>
                  <a:pt x="94" y="302"/>
                </a:lnTo>
                <a:lnTo>
                  <a:pt x="94" y="303"/>
                </a:lnTo>
                <a:lnTo>
                  <a:pt x="94" y="304"/>
                </a:lnTo>
                <a:lnTo>
                  <a:pt x="94" y="307"/>
                </a:lnTo>
                <a:lnTo>
                  <a:pt x="94" y="308"/>
                </a:lnTo>
                <a:lnTo>
                  <a:pt x="93" y="311"/>
                </a:lnTo>
                <a:lnTo>
                  <a:pt x="93" y="314"/>
                </a:lnTo>
                <a:lnTo>
                  <a:pt x="93" y="315"/>
                </a:lnTo>
                <a:lnTo>
                  <a:pt x="93" y="31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96" name="Freeform 43">
            <a:extLst>
              <a:ext uri="{FF2B5EF4-FFF2-40B4-BE49-F238E27FC236}">
                <a16:creationId xmlns:a16="http://schemas.microsoft.com/office/drawing/2014/main" id="{52F01D4F-B088-4097-9317-FF763B8E60D4}"/>
              </a:ext>
            </a:extLst>
          </p:cNvPr>
          <p:cNvSpPr>
            <a:spLocks/>
          </p:cNvSpPr>
          <p:nvPr/>
        </p:nvSpPr>
        <p:spPr bwMode="auto">
          <a:xfrm>
            <a:off x="6072188" y="3495675"/>
            <a:ext cx="76200" cy="252413"/>
          </a:xfrm>
          <a:custGeom>
            <a:avLst/>
            <a:gdLst>
              <a:gd name="T0" fmla="*/ 2147483646 w 94"/>
              <a:gd name="T1" fmla="*/ 2147483646 h 318"/>
              <a:gd name="T2" fmla="*/ 2147483646 w 94"/>
              <a:gd name="T3" fmla="*/ 2147483646 h 318"/>
              <a:gd name="T4" fmla="*/ 2147483646 w 94"/>
              <a:gd name="T5" fmla="*/ 2147483646 h 318"/>
              <a:gd name="T6" fmla="*/ 2147483646 w 94"/>
              <a:gd name="T7" fmla="*/ 2147483646 h 318"/>
              <a:gd name="T8" fmla="*/ 2147483646 w 94"/>
              <a:gd name="T9" fmla="*/ 2147483646 h 318"/>
              <a:gd name="T10" fmla="*/ 2147483646 w 94"/>
              <a:gd name="T11" fmla="*/ 2147483646 h 318"/>
              <a:gd name="T12" fmla="*/ 2147483646 w 94"/>
              <a:gd name="T13" fmla="*/ 2147483646 h 318"/>
              <a:gd name="T14" fmla="*/ 2147483646 w 94"/>
              <a:gd name="T15" fmla="*/ 2147483646 h 318"/>
              <a:gd name="T16" fmla="*/ 2147483646 w 94"/>
              <a:gd name="T17" fmla="*/ 2147483646 h 318"/>
              <a:gd name="T18" fmla="*/ 2147483646 w 94"/>
              <a:gd name="T19" fmla="*/ 2147483646 h 318"/>
              <a:gd name="T20" fmla="*/ 2147483646 w 94"/>
              <a:gd name="T21" fmla="*/ 2147483646 h 318"/>
              <a:gd name="T22" fmla="*/ 2147483646 w 94"/>
              <a:gd name="T23" fmla="*/ 2147483646 h 318"/>
              <a:gd name="T24" fmla="*/ 2147483646 w 94"/>
              <a:gd name="T25" fmla="*/ 2147483646 h 318"/>
              <a:gd name="T26" fmla="*/ 2147483646 w 94"/>
              <a:gd name="T27" fmla="*/ 2147483646 h 318"/>
              <a:gd name="T28" fmla="*/ 2147483646 w 94"/>
              <a:gd name="T29" fmla="*/ 2147483646 h 318"/>
              <a:gd name="T30" fmla="*/ 2147483646 w 94"/>
              <a:gd name="T31" fmla="*/ 2147483646 h 318"/>
              <a:gd name="T32" fmla="*/ 2147483646 w 94"/>
              <a:gd name="T33" fmla="*/ 2147483646 h 318"/>
              <a:gd name="T34" fmla="*/ 2147483646 w 94"/>
              <a:gd name="T35" fmla="*/ 2147483646 h 318"/>
              <a:gd name="T36" fmla="*/ 2147483646 w 94"/>
              <a:gd name="T37" fmla="*/ 2147483646 h 318"/>
              <a:gd name="T38" fmla="*/ 2147483646 w 94"/>
              <a:gd name="T39" fmla="*/ 2147483646 h 318"/>
              <a:gd name="T40" fmla="*/ 2147483646 w 94"/>
              <a:gd name="T41" fmla="*/ 2147483646 h 318"/>
              <a:gd name="T42" fmla="*/ 2147483646 w 94"/>
              <a:gd name="T43" fmla="*/ 2147483646 h 318"/>
              <a:gd name="T44" fmla="*/ 2147483646 w 94"/>
              <a:gd name="T45" fmla="*/ 2147483646 h 318"/>
              <a:gd name="T46" fmla="*/ 2147483646 w 94"/>
              <a:gd name="T47" fmla="*/ 2147483646 h 318"/>
              <a:gd name="T48" fmla="*/ 2147483646 w 94"/>
              <a:gd name="T49" fmla="*/ 2147483646 h 318"/>
              <a:gd name="T50" fmla="*/ 2147483646 w 94"/>
              <a:gd name="T51" fmla="*/ 2147483646 h 318"/>
              <a:gd name="T52" fmla="*/ 2147483646 w 94"/>
              <a:gd name="T53" fmla="*/ 2147483646 h 318"/>
              <a:gd name="T54" fmla="*/ 2147483646 w 94"/>
              <a:gd name="T55" fmla="*/ 2147483646 h 318"/>
              <a:gd name="T56" fmla="*/ 2147483646 w 94"/>
              <a:gd name="T57" fmla="*/ 2147483646 h 318"/>
              <a:gd name="T58" fmla="*/ 2147483646 w 94"/>
              <a:gd name="T59" fmla="*/ 2147483646 h 318"/>
              <a:gd name="T60" fmla="*/ 2147483646 w 94"/>
              <a:gd name="T61" fmla="*/ 2147483646 h 318"/>
              <a:gd name="T62" fmla="*/ 2147483646 w 94"/>
              <a:gd name="T63" fmla="*/ 2147483646 h 318"/>
              <a:gd name="T64" fmla="*/ 2147483646 w 94"/>
              <a:gd name="T65" fmla="*/ 2147483646 h 318"/>
              <a:gd name="T66" fmla="*/ 2147483646 w 94"/>
              <a:gd name="T67" fmla="*/ 2147483646 h 318"/>
              <a:gd name="T68" fmla="*/ 2147483646 w 94"/>
              <a:gd name="T69" fmla="*/ 2147483646 h 318"/>
              <a:gd name="T70" fmla="*/ 2147483646 w 94"/>
              <a:gd name="T71" fmla="*/ 2147483646 h 318"/>
              <a:gd name="T72" fmla="*/ 2147483646 w 94"/>
              <a:gd name="T73" fmla="*/ 2147483646 h 318"/>
              <a:gd name="T74" fmla="*/ 2147483646 w 94"/>
              <a:gd name="T75" fmla="*/ 2147483646 h 318"/>
              <a:gd name="T76" fmla="*/ 2147483646 w 94"/>
              <a:gd name="T77" fmla="*/ 2147483646 h 318"/>
              <a:gd name="T78" fmla="*/ 2147483646 w 94"/>
              <a:gd name="T79" fmla="*/ 2147483646 h 318"/>
              <a:gd name="T80" fmla="*/ 2147483646 w 94"/>
              <a:gd name="T81" fmla="*/ 2147483646 h 318"/>
              <a:gd name="T82" fmla="*/ 2147483646 w 94"/>
              <a:gd name="T83" fmla="*/ 2147483646 h 318"/>
              <a:gd name="T84" fmla="*/ 2147483646 w 94"/>
              <a:gd name="T85" fmla="*/ 2147483646 h 318"/>
              <a:gd name="T86" fmla="*/ 2147483646 w 94"/>
              <a:gd name="T87" fmla="*/ 2147483646 h 318"/>
              <a:gd name="T88" fmla="*/ 2147483646 w 94"/>
              <a:gd name="T89" fmla="*/ 2147483646 h 318"/>
              <a:gd name="T90" fmla="*/ 2147483646 w 94"/>
              <a:gd name="T91" fmla="*/ 2147483646 h 318"/>
              <a:gd name="T92" fmla="*/ 2147483646 w 94"/>
              <a:gd name="T93" fmla="*/ 2147483646 h 318"/>
              <a:gd name="T94" fmla="*/ 2147483646 w 94"/>
              <a:gd name="T95" fmla="*/ 2147483646 h 318"/>
              <a:gd name="T96" fmla="*/ 2147483646 w 94"/>
              <a:gd name="T97" fmla="*/ 2147483646 h 318"/>
              <a:gd name="T98" fmla="*/ 2147483646 w 94"/>
              <a:gd name="T99" fmla="*/ 2147483646 h 318"/>
              <a:gd name="T100" fmla="*/ 2147483646 w 94"/>
              <a:gd name="T101" fmla="*/ 2147483646 h 318"/>
              <a:gd name="T102" fmla="*/ 2147483646 w 94"/>
              <a:gd name="T103" fmla="*/ 2147483646 h 318"/>
              <a:gd name="T104" fmla="*/ 2147483646 w 94"/>
              <a:gd name="T105" fmla="*/ 2147483646 h 318"/>
              <a:gd name="T106" fmla="*/ 2147483646 w 94"/>
              <a:gd name="T107" fmla="*/ 2147483646 h 318"/>
              <a:gd name="T108" fmla="*/ 2147483646 w 94"/>
              <a:gd name="T109" fmla="*/ 2147483646 h 318"/>
              <a:gd name="T110" fmla="*/ 2147483646 w 94"/>
              <a:gd name="T111" fmla="*/ 2147483646 h 318"/>
              <a:gd name="T112" fmla="*/ 2147483646 w 94"/>
              <a:gd name="T113" fmla="*/ 2147483646 h 31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94"/>
              <a:gd name="T172" fmla="*/ 0 h 318"/>
              <a:gd name="T173" fmla="*/ 94 w 94"/>
              <a:gd name="T174" fmla="*/ 318 h 31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94" h="318">
                <a:moveTo>
                  <a:pt x="0" y="318"/>
                </a:moveTo>
                <a:lnTo>
                  <a:pt x="2" y="314"/>
                </a:lnTo>
                <a:lnTo>
                  <a:pt x="4" y="311"/>
                </a:lnTo>
                <a:lnTo>
                  <a:pt x="5" y="307"/>
                </a:lnTo>
                <a:lnTo>
                  <a:pt x="8" y="305"/>
                </a:lnTo>
                <a:lnTo>
                  <a:pt x="9" y="302"/>
                </a:lnTo>
                <a:lnTo>
                  <a:pt x="10" y="299"/>
                </a:lnTo>
                <a:lnTo>
                  <a:pt x="12" y="298"/>
                </a:lnTo>
                <a:lnTo>
                  <a:pt x="13" y="295"/>
                </a:lnTo>
                <a:lnTo>
                  <a:pt x="14" y="293"/>
                </a:lnTo>
                <a:lnTo>
                  <a:pt x="14" y="291"/>
                </a:lnTo>
                <a:lnTo>
                  <a:pt x="16" y="290"/>
                </a:lnTo>
                <a:lnTo>
                  <a:pt x="17" y="287"/>
                </a:lnTo>
                <a:lnTo>
                  <a:pt x="17" y="286"/>
                </a:lnTo>
                <a:lnTo>
                  <a:pt x="18" y="285"/>
                </a:lnTo>
                <a:lnTo>
                  <a:pt x="20" y="283"/>
                </a:lnTo>
                <a:lnTo>
                  <a:pt x="20" y="282"/>
                </a:lnTo>
                <a:lnTo>
                  <a:pt x="21" y="281"/>
                </a:lnTo>
                <a:lnTo>
                  <a:pt x="21" y="279"/>
                </a:lnTo>
                <a:lnTo>
                  <a:pt x="22" y="278"/>
                </a:lnTo>
                <a:lnTo>
                  <a:pt x="22" y="277"/>
                </a:lnTo>
                <a:lnTo>
                  <a:pt x="24" y="275"/>
                </a:lnTo>
                <a:lnTo>
                  <a:pt x="24" y="274"/>
                </a:lnTo>
                <a:lnTo>
                  <a:pt x="24" y="273"/>
                </a:lnTo>
                <a:lnTo>
                  <a:pt x="25" y="271"/>
                </a:lnTo>
                <a:lnTo>
                  <a:pt x="25" y="270"/>
                </a:lnTo>
                <a:lnTo>
                  <a:pt x="26" y="269"/>
                </a:lnTo>
                <a:lnTo>
                  <a:pt x="26" y="267"/>
                </a:lnTo>
                <a:lnTo>
                  <a:pt x="28" y="266"/>
                </a:lnTo>
                <a:lnTo>
                  <a:pt x="28" y="265"/>
                </a:lnTo>
                <a:lnTo>
                  <a:pt x="29" y="263"/>
                </a:lnTo>
                <a:lnTo>
                  <a:pt x="29" y="261"/>
                </a:lnTo>
                <a:lnTo>
                  <a:pt x="30" y="259"/>
                </a:lnTo>
                <a:lnTo>
                  <a:pt x="30" y="258"/>
                </a:lnTo>
                <a:lnTo>
                  <a:pt x="32" y="255"/>
                </a:lnTo>
                <a:lnTo>
                  <a:pt x="32" y="254"/>
                </a:lnTo>
                <a:lnTo>
                  <a:pt x="33" y="253"/>
                </a:lnTo>
                <a:lnTo>
                  <a:pt x="33" y="251"/>
                </a:lnTo>
                <a:lnTo>
                  <a:pt x="34" y="250"/>
                </a:lnTo>
                <a:lnTo>
                  <a:pt x="34" y="249"/>
                </a:lnTo>
                <a:lnTo>
                  <a:pt x="34" y="247"/>
                </a:lnTo>
                <a:lnTo>
                  <a:pt x="36" y="246"/>
                </a:lnTo>
                <a:lnTo>
                  <a:pt x="36" y="245"/>
                </a:lnTo>
                <a:lnTo>
                  <a:pt x="37" y="243"/>
                </a:lnTo>
                <a:lnTo>
                  <a:pt x="37" y="242"/>
                </a:lnTo>
                <a:lnTo>
                  <a:pt x="37" y="241"/>
                </a:lnTo>
                <a:lnTo>
                  <a:pt x="38" y="239"/>
                </a:lnTo>
                <a:lnTo>
                  <a:pt x="38" y="238"/>
                </a:lnTo>
                <a:lnTo>
                  <a:pt x="40" y="237"/>
                </a:lnTo>
                <a:lnTo>
                  <a:pt x="40" y="235"/>
                </a:lnTo>
                <a:lnTo>
                  <a:pt x="40" y="234"/>
                </a:lnTo>
                <a:lnTo>
                  <a:pt x="41" y="234"/>
                </a:lnTo>
                <a:lnTo>
                  <a:pt x="41" y="233"/>
                </a:lnTo>
                <a:lnTo>
                  <a:pt x="41" y="231"/>
                </a:lnTo>
                <a:lnTo>
                  <a:pt x="42" y="230"/>
                </a:lnTo>
                <a:lnTo>
                  <a:pt x="42" y="229"/>
                </a:lnTo>
                <a:lnTo>
                  <a:pt x="42" y="226"/>
                </a:lnTo>
                <a:lnTo>
                  <a:pt x="44" y="225"/>
                </a:lnTo>
                <a:lnTo>
                  <a:pt x="44" y="223"/>
                </a:lnTo>
                <a:lnTo>
                  <a:pt x="45" y="222"/>
                </a:lnTo>
                <a:lnTo>
                  <a:pt x="45" y="219"/>
                </a:lnTo>
                <a:lnTo>
                  <a:pt x="46" y="217"/>
                </a:lnTo>
                <a:lnTo>
                  <a:pt x="48" y="215"/>
                </a:lnTo>
                <a:lnTo>
                  <a:pt x="48" y="213"/>
                </a:lnTo>
                <a:lnTo>
                  <a:pt x="49" y="212"/>
                </a:lnTo>
                <a:lnTo>
                  <a:pt x="49" y="209"/>
                </a:lnTo>
                <a:lnTo>
                  <a:pt x="50" y="208"/>
                </a:lnTo>
                <a:lnTo>
                  <a:pt x="51" y="206"/>
                </a:lnTo>
                <a:lnTo>
                  <a:pt x="51" y="204"/>
                </a:lnTo>
                <a:lnTo>
                  <a:pt x="51" y="202"/>
                </a:lnTo>
                <a:lnTo>
                  <a:pt x="53" y="201"/>
                </a:lnTo>
                <a:lnTo>
                  <a:pt x="53" y="200"/>
                </a:lnTo>
                <a:lnTo>
                  <a:pt x="54" y="198"/>
                </a:lnTo>
                <a:lnTo>
                  <a:pt x="54" y="197"/>
                </a:lnTo>
                <a:lnTo>
                  <a:pt x="54" y="196"/>
                </a:lnTo>
                <a:lnTo>
                  <a:pt x="55" y="194"/>
                </a:lnTo>
                <a:lnTo>
                  <a:pt x="55" y="193"/>
                </a:lnTo>
                <a:lnTo>
                  <a:pt x="57" y="192"/>
                </a:lnTo>
                <a:lnTo>
                  <a:pt x="57" y="190"/>
                </a:lnTo>
                <a:lnTo>
                  <a:pt x="57" y="189"/>
                </a:lnTo>
                <a:lnTo>
                  <a:pt x="57" y="188"/>
                </a:lnTo>
                <a:lnTo>
                  <a:pt x="58" y="186"/>
                </a:lnTo>
                <a:lnTo>
                  <a:pt x="58" y="185"/>
                </a:lnTo>
                <a:lnTo>
                  <a:pt x="58" y="184"/>
                </a:lnTo>
                <a:lnTo>
                  <a:pt x="59" y="182"/>
                </a:lnTo>
                <a:lnTo>
                  <a:pt x="59" y="181"/>
                </a:lnTo>
                <a:lnTo>
                  <a:pt x="59" y="180"/>
                </a:lnTo>
                <a:lnTo>
                  <a:pt x="61" y="178"/>
                </a:lnTo>
                <a:lnTo>
                  <a:pt x="61" y="177"/>
                </a:lnTo>
                <a:lnTo>
                  <a:pt x="61" y="176"/>
                </a:lnTo>
                <a:lnTo>
                  <a:pt x="62" y="173"/>
                </a:lnTo>
                <a:lnTo>
                  <a:pt x="62" y="172"/>
                </a:lnTo>
                <a:lnTo>
                  <a:pt x="63" y="169"/>
                </a:lnTo>
                <a:lnTo>
                  <a:pt x="63" y="168"/>
                </a:lnTo>
                <a:lnTo>
                  <a:pt x="65" y="165"/>
                </a:lnTo>
                <a:lnTo>
                  <a:pt x="65" y="162"/>
                </a:lnTo>
                <a:lnTo>
                  <a:pt x="66" y="161"/>
                </a:lnTo>
                <a:lnTo>
                  <a:pt x="66" y="160"/>
                </a:lnTo>
                <a:lnTo>
                  <a:pt x="67" y="157"/>
                </a:lnTo>
                <a:lnTo>
                  <a:pt x="67" y="156"/>
                </a:lnTo>
                <a:lnTo>
                  <a:pt x="67" y="154"/>
                </a:lnTo>
                <a:lnTo>
                  <a:pt x="69" y="153"/>
                </a:lnTo>
                <a:lnTo>
                  <a:pt x="69" y="152"/>
                </a:lnTo>
                <a:lnTo>
                  <a:pt x="69" y="150"/>
                </a:lnTo>
                <a:lnTo>
                  <a:pt x="70" y="149"/>
                </a:lnTo>
                <a:lnTo>
                  <a:pt x="70" y="148"/>
                </a:lnTo>
                <a:lnTo>
                  <a:pt x="70" y="146"/>
                </a:lnTo>
                <a:lnTo>
                  <a:pt x="70" y="145"/>
                </a:lnTo>
                <a:lnTo>
                  <a:pt x="71" y="144"/>
                </a:lnTo>
                <a:lnTo>
                  <a:pt x="71" y="142"/>
                </a:lnTo>
                <a:lnTo>
                  <a:pt x="71" y="141"/>
                </a:lnTo>
                <a:lnTo>
                  <a:pt x="73" y="140"/>
                </a:lnTo>
                <a:lnTo>
                  <a:pt x="73" y="138"/>
                </a:lnTo>
                <a:lnTo>
                  <a:pt x="73" y="137"/>
                </a:lnTo>
                <a:lnTo>
                  <a:pt x="74" y="136"/>
                </a:lnTo>
                <a:lnTo>
                  <a:pt x="74" y="134"/>
                </a:lnTo>
                <a:lnTo>
                  <a:pt x="74" y="133"/>
                </a:lnTo>
                <a:lnTo>
                  <a:pt x="74" y="132"/>
                </a:lnTo>
                <a:lnTo>
                  <a:pt x="75" y="130"/>
                </a:lnTo>
                <a:lnTo>
                  <a:pt x="75" y="129"/>
                </a:lnTo>
                <a:lnTo>
                  <a:pt x="77" y="126"/>
                </a:lnTo>
                <a:lnTo>
                  <a:pt x="77" y="125"/>
                </a:lnTo>
                <a:lnTo>
                  <a:pt x="77" y="124"/>
                </a:lnTo>
                <a:lnTo>
                  <a:pt x="78" y="121"/>
                </a:lnTo>
                <a:lnTo>
                  <a:pt x="78" y="119"/>
                </a:lnTo>
                <a:lnTo>
                  <a:pt x="79" y="117"/>
                </a:lnTo>
                <a:lnTo>
                  <a:pt x="79" y="115"/>
                </a:lnTo>
                <a:lnTo>
                  <a:pt x="81" y="113"/>
                </a:lnTo>
                <a:lnTo>
                  <a:pt x="81" y="111"/>
                </a:lnTo>
                <a:lnTo>
                  <a:pt x="82" y="109"/>
                </a:lnTo>
                <a:lnTo>
                  <a:pt x="82" y="108"/>
                </a:lnTo>
                <a:lnTo>
                  <a:pt x="82" y="107"/>
                </a:lnTo>
                <a:lnTo>
                  <a:pt x="83" y="105"/>
                </a:lnTo>
                <a:lnTo>
                  <a:pt x="83" y="104"/>
                </a:lnTo>
                <a:lnTo>
                  <a:pt x="83" y="103"/>
                </a:lnTo>
                <a:lnTo>
                  <a:pt x="85" y="101"/>
                </a:lnTo>
                <a:lnTo>
                  <a:pt x="85" y="100"/>
                </a:lnTo>
                <a:lnTo>
                  <a:pt x="85" y="99"/>
                </a:lnTo>
                <a:lnTo>
                  <a:pt x="85" y="97"/>
                </a:lnTo>
                <a:lnTo>
                  <a:pt x="85" y="96"/>
                </a:lnTo>
                <a:lnTo>
                  <a:pt x="86" y="96"/>
                </a:lnTo>
                <a:lnTo>
                  <a:pt x="86" y="95"/>
                </a:lnTo>
                <a:lnTo>
                  <a:pt x="86" y="93"/>
                </a:lnTo>
                <a:lnTo>
                  <a:pt x="86" y="92"/>
                </a:lnTo>
                <a:lnTo>
                  <a:pt x="86" y="91"/>
                </a:lnTo>
                <a:lnTo>
                  <a:pt x="86" y="89"/>
                </a:lnTo>
                <a:lnTo>
                  <a:pt x="86" y="88"/>
                </a:lnTo>
                <a:lnTo>
                  <a:pt x="87" y="87"/>
                </a:lnTo>
                <a:lnTo>
                  <a:pt x="87" y="85"/>
                </a:lnTo>
                <a:lnTo>
                  <a:pt x="87" y="84"/>
                </a:lnTo>
                <a:lnTo>
                  <a:pt x="87" y="83"/>
                </a:lnTo>
                <a:lnTo>
                  <a:pt x="87" y="81"/>
                </a:lnTo>
                <a:lnTo>
                  <a:pt x="87" y="80"/>
                </a:lnTo>
                <a:lnTo>
                  <a:pt x="87" y="77"/>
                </a:lnTo>
                <a:lnTo>
                  <a:pt x="87" y="76"/>
                </a:lnTo>
                <a:lnTo>
                  <a:pt x="87" y="75"/>
                </a:lnTo>
                <a:lnTo>
                  <a:pt x="89" y="72"/>
                </a:lnTo>
                <a:lnTo>
                  <a:pt x="89" y="71"/>
                </a:lnTo>
                <a:lnTo>
                  <a:pt x="89" y="69"/>
                </a:lnTo>
                <a:lnTo>
                  <a:pt x="89" y="67"/>
                </a:lnTo>
                <a:lnTo>
                  <a:pt x="89" y="65"/>
                </a:lnTo>
                <a:lnTo>
                  <a:pt x="89" y="64"/>
                </a:lnTo>
                <a:lnTo>
                  <a:pt x="89" y="63"/>
                </a:lnTo>
                <a:lnTo>
                  <a:pt x="89" y="61"/>
                </a:lnTo>
                <a:lnTo>
                  <a:pt x="89" y="60"/>
                </a:lnTo>
                <a:lnTo>
                  <a:pt x="89" y="59"/>
                </a:lnTo>
                <a:lnTo>
                  <a:pt x="89" y="57"/>
                </a:lnTo>
                <a:lnTo>
                  <a:pt x="90" y="57"/>
                </a:lnTo>
                <a:lnTo>
                  <a:pt x="90" y="56"/>
                </a:lnTo>
                <a:lnTo>
                  <a:pt x="90" y="55"/>
                </a:lnTo>
                <a:lnTo>
                  <a:pt x="90" y="53"/>
                </a:lnTo>
                <a:lnTo>
                  <a:pt x="90" y="52"/>
                </a:lnTo>
                <a:lnTo>
                  <a:pt x="90" y="51"/>
                </a:lnTo>
                <a:lnTo>
                  <a:pt x="90" y="49"/>
                </a:lnTo>
                <a:lnTo>
                  <a:pt x="90" y="48"/>
                </a:lnTo>
                <a:lnTo>
                  <a:pt x="91" y="48"/>
                </a:lnTo>
                <a:lnTo>
                  <a:pt x="91" y="47"/>
                </a:lnTo>
                <a:lnTo>
                  <a:pt x="91" y="45"/>
                </a:lnTo>
                <a:lnTo>
                  <a:pt x="91" y="44"/>
                </a:lnTo>
                <a:lnTo>
                  <a:pt x="91" y="43"/>
                </a:lnTo>
                <a:lnTo>
                  <a:pt x="91" y="41"/>
                </a:lnTo>
                <a:lnTo>
                  <a:pt x="93" y="40"/>
                </a:lnTo>
                <a:lnTo>
                  <a:pt x="93" y="39"/>
                </a:lnTo>
                <a:lnTo>
                  <a:pt x="93" y="37"/>
                </a:lnTo>
                <a:lnTo>
                  <a:pt x="93" y="36"/>
                </a:lnTo>
                <a:lnTo>
                  <a:pt x="93" y="35"/>
                </a:lnTo>
                <a:lnTo>
                  <a:pt x="94" y="33"/>
                </a:lnTo>
                <a:lnTo>
                  <a:pt x="94" y="32"/>
                </a:lnTo>
                <a:lnTo>
                  <a:pt x="94" y="31"/>
                </a:lnTo>
                <a:lnTo>
                  <a:pt x="94" y="29"/>
                </a:lnTo>
                <a:lnTo>
                  <a:pt x="94" y="28"/>
                </a:lnTo>
                <a:lnTo>
                  <a:pt x="94" y="27"/>
                </a:lnTo>
                <a:lnTo>
                  <a:pt x="94" y="26"/>
                </a:lnTo>
                <a:lnTo>
                  <a:pt x="94" y="24"/>
                </a:lnTo>
                <a:lnTo>
                  <a:pt x="94" y="23"/>
                </a:lnTo>
                <a:lnTo>
                  <a:pt x="94" y="22"/>
                </a:lnTo>
                <a:lnTo>
                  <a:pt x="94" y="20"/>
                </a:lnTo>
                <a:lnTo>
                  <a:pt x="94" y="19"/>
                </a:lnTo>
                <a:lnTo>
                  <a:pt x="94" y="16"/>
                </a:lnTo>
                <a:lnTo>
                  <a:pt x="94" y="15"/>
                </a:lnTo>
                <a:lnTo>
                  <a:pt x="94" y="14"/>
                </a:lnTo>
                <a:lnTo>
                  <a:pt x="94" y="12"/>
                </a:lnTo>
                <a:lnTo>
                  <a:pt x="94" y="10"/>
                </a:lnTo>
                <a:lnTo>
                  <a:pt x="93" y="7"/>
                </a:lnTo>
                <a:lnTo>
                  <a:pt x="93" y="6"/>
                </a:lnTo>
                <a:lnTo>
                  <a:pt x="93" y="3"/>
                </a:lnTo>
                <a:lnTo>
                  <a:pt x="93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97" name="Line 44">
            <a:extLst>
              <a:ext uri="{FF2B5EF4-FFF2-40B4-BE49-F238E27FC236}">
                <a16:creationId xmlns:a16="http://schemas.microsoft.com/office/drawing/2014/main" id="{74CEBFA0-21D0-431C-A921-44640891F50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10363" y="3495675"/>
            <a:ext cx="166687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98" name="Rectangle 45">
            <a:extLst>
              <a:ext uri="{FF2B5EF4-FFF2-40B4-BE49-F238E27FC236}">
                <a16:creationId xmlns:a16="http://schemas.microsoft.com/office/drawing/2014/main" id="{06B1DF04-A49A-4623-8CD4-E5FD8FCF4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25" y="3103563"/>
            <a:ext cx="3746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HA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99" name="Rectangle 46">
            <a:extLst>
              <a:ext uri="{FF2B5EF4-FFF2-40B4-BE49-F238E27FC236}">
                <a16:creationId xmlns:a16="http://schemas.microsoft.com/office/drawing/2014/main" id="{0D073314-B843-4A19-841E-CA403E2EA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3128963"/>
            <a:ext cx="212725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200" name="Rectangle 47">
            <a:extLst>
              <a:ext uri="{FF2B5EF4-FFF2-40B4-BE49-F238E27FC236}">
                <a16:creationId xmlns:a16="http://schemas.microsoft.com/office/drawing/2014/main" id="{C34E64FF-0C11-4600-A0A1-021A79D80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3424238"/>
            <a:ext cx="223837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201" name="Rectangle 48">
            <a:extLst>
              <a:ext uri="{FF2B5EF4-FFF2-40B4-BE49-F238E27FC236}">
                <a16:creationId xmlns:a16="http://schemas.microsoft.com/office/drawing/2014/main" id="{19D54E95-8071-4B7B-B064-3C85FA567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25" y="2830513"/>
            <a:ext cx="212725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202" name="Rectangle 49">
            <a:extLst>
              <a:ext uri="{FF2B5EF4-FFF2-40B4-BE49-F238E27FC236}">
                <a16:creationId xmlns:a16="http://schemas.microsoft.com/office/drawing/2014/main" id="{FCB8D7F0-4399-451B-90DA-78C722B12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863" y="3125788"/>
            <a:ext cx="223837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203" name="Rectangle 50">
            <a:extLst>
              <a:ext uri="{FF2B5EF4-FFF2-40B4-BE49-F238E27FC236}">
                <a16:creationId xmlns:a16="http://schemas.microsoft.com/office/drawing/2014/main" id="{BF1C7D3D-3CC0-4026-901E-D9B3DFD41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908300"/>
            <a:ext cx="223838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204" name="Rectangle 51">
            <a:extLst>
              <a:ext uri="{FF2B5EF4-FFF2-40B4-BE49-F238E27FC236}">
                <a16:creationId xmlns:a16="http://schemas.microsoft.com/office/drawing/2014/main" id="{9B3CF05F-E481-4F69-843D-4BBEC87C1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7475" y="3005138"/>
            <a:ext cx="141288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205" name="Rectangle 52">
            <a:extLst>
              <a:ext uri="{FF2B5EF4-FFF2-40B4-BE49-F238E27FC236}">
                <a16:creationId xmlns:a16="http://schemas.microsoft.com/office/drawing/2014/main" id="{D1DC827E-15B3-4062-9E15-EFB6EBD53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575" y="3225800"/>
            <a:ext cx="223838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206" name="Rectangle 53">
            <a:extLst>
              <a:ext uri="{FF2B5EF4-FFF2-40B4-BE49-F238E27FC236}">
                <a16:creationId xmlns:a16="http://schemas.microsoft.com/office/drawing/2014/main" id="{62A770CF-A97F-43B4-B034-1CC515438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322638"/>
            <a:ext cx="141288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207" name="Rectangle 54">
            <a:extLst>
              <a:ext uri="{FF2B5EF4-FFF2-40B4-BE49-F238E27FC236}">
                <a16:creationId xmlns:a16="http://schemas.microsoft.com/office/drawing/2014/main" id="{FF4E6E73-00F4-4322-B216-3288C8C12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575" y="3506788"/>
            <a:ext cx="223838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y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208" name="Rectangle 55">
            <a:extLst>
              <a:ext uri="{FF2B5EF4-FFF2-40B4-BE49-F238E27FC236}">
                <a16:creationId xmlns:a16="http://schemas.microsoft.com/office/drawing/2014/main" id="{2FA55BF4-CC36-4B0F-A744-19F5425AC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063" y="3603625"/>
            <a:ext cx="141287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50209" name="Group 2">
            <a:extLst>
              <a:ext uri="{FF2B5EF4-FFF2-40B4-BE49-F238E27FC236}">
                <a16:creationId xmlns:a16="http://schemas.microsoft.com/office/drawing/2014/main" id="{8DE0248A-BE82-44A0-9D63-07C3FE11F352}"/>
              </a:ext>
            </a:extLst>
          </p:cNvPr>
          <p:cNvGrpSpPr>
            <a:grpSpLocks/>
          </p:cNvGrpSpPr>
          <p:nvPr/>
        </p:nvGrpSpPr>
        <p:grpSpPr bwMode="auto">
          <a:xfrm>
            <a:off x="7905750" y="3316288"/>
            <a:ext cx="465138" cy="307975"/>
            <a:chOff x="7459663" y="3367088"/>
            <a:chExt cx="465137" cy="307975"/>
          </a:xfrm>
        </p:grpSpPr>
        <p:sp>
          <p:nvSpPr>
            <p:cNvPr id="50221" name="Rectangle 56">
              <a:extLst>
                <a:ext uri="{FF2B5EF4-FFF2-40B4-BE49-F238E27FC236}">
                  <a16:creationId xmlns:a16="http://schemas.microsoft.com/office/drawing/2014/main" id="{B59B78E8-03C0-4810-841E-75D119687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9663" y="3367088"/>
              <a:ext cx="223837" cy="271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c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222" name="Rectangle 57">
              <a:extLst>
                <a:ext uri="{FF2B5EF4-FFF2-40B4-BE49-F238E27FC236}">
                  <a16:creationId xmlns:a16="http://schemas.microsoft.com/office/drawing/2014/main" id="{9FFE1C61-0052-4D89-A5FB-0FF96027A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1738" y="3463925"/>
              <a:ext cx="141287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i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223" name="Rectangle 58">
              <a:extLst>
                <a:ext uri="{FF2B5EF4-FFF2-40B4-BE49-F238E27FC236}">
                  <a16:creationId xmlns:a16="http://schemas.microsoft.com/office/drawing/2014/main" id="{7228D645-90BE-4B1A-867B-B861453BC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8588" y="3463925"/>
              <a:ext cx="176212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224" name="Rectangle 59">
              <a:extLst>
                <a:ext uri="{FF2B5EF4-FFF2-40B4-BE49-F238E27FC236}">
                  <a16:creationId xmlns:a16="http://schemas.microsoft.com/office/drawing/2014/main" id="{2F8E01CF-54EB-4CCD-9B11-18101174D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7938" y="3463925"/>
              <a:ext cx="185737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+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50210" name="Group 3">
            <a:extLst>
              <a:ext uri="{FF2B5EF4-FFF2-40B4-BE49-F238E27FC236}">
                <a16:creationId xmlns:a16="http://schemas.microsoft.com/office/drawing/2014/main" id="{9EF0310F-E4CC-4D5A-8990-EFBA95AADF73}"/>
              </a:ext>
            </a:extLst>
          </p:cNvPr>
          <p:cNvGrpSpPr>
            <a:grpSpLocks/>
          </p:cNvGrpSpPr>
          <p:nvPr/>
        </p:nvGrpSpPr>
        <p:grpSpPr bwMode="auto">
          <a:xfrm>
            <a:off x="7947025" y="2873375"/>
            <a:ext cx="220663" cy="306388"/>
            <a:chOff x="7473950" y="2917825"/>
            <a:chExt cx="220663" cy="306388"/>
          </a:xfrm>
        </p:grpSpPr>
        <p:sp>
          <p:nvSpPr>
            <p:cNvPr id="50219" name="Rectangle 60">
              <a:extLst>
                <a:ext uri="{FF2B5EF4-FFF2-40B4-BE49-F238E27FC236}">
                  <a16:creationId xmlns:a16="http://schemas.microsoft.com/office/drawing/2014/main" id="{7EEFADB3-5CB0-4876-BF16-E2261B766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3950" y="2917825"/>
              <a:ext cx="212725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220" name="Rectangle 96">
              <a:extLst>
                <a:ext uri="{FF2B5EF4-FFF2-40B4-BE49-F238E27FC236}">
                  <a16:creationId xmlns:a16="http://schemas.microsoft.com/office/drawing/2014/main" id="{9C793369-D5F4-478E-B274-269E09ACD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3325" y="3013075"/>
              <a:ext cx="141288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i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50211" name="Title 1">
            <a:extLst>
              <a:ext uri="{FF2B5EF4-FFF2-40B4-BE49-F238E27FC236}">
                <a16:creationId xmlns:a16="http://schemas.microsoft.com/office/drawing/2014/main" id="{08B6E78E-0F19-4505-86AD-E980D7E9CC69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The Full-Adder Abstraction</a:t>
            </a:r>
          </a:p>
        </p:txBody>
      </p:sp>
      <p:sp>
        <p:nvSpPr>
          <p:cNvPr id="50212" name="Rectangle 1">
            <a:extLst>
              <a:ext uri="{FF2B5EF4-FFF2-40B4-BE49-F238E27FC236}">
                <a16:creationId xmlns:a16="http://schemas.microsoft.com/office/drawing/2014/main" id="{4F12276B-6C62-4511-A3D9-FAEEBDA6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5838" y="2590800"/>
            <a:ext cx="4621212" cy="1624013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50213" name="Group 4">
            <a:extLst>
              <a:ext uri="{FF2B5EF4-FFF2-40B4-BE49-F238E27FC236}">
                <a16:creationId xmlns:a16="http://schemas.microsoft.com/office/drawing/2014/main" id="{751489C3-A2FE-464A-A94C-9B4C16C7D0BE}"/>
              </a:ext>
            </a:extLst>
          </p:cNvPr>
          <p:cNvGrpSpPr>
            <a:grpSpLocks/>
          </p:cNvGrpSpPr>
          <p:nvPr/>
        </p:nvGrpSpPr>
        <p:grpSpPr bwMode="auto">
          <a:xfrm>
            <a:off x="6873875" y="3033713"/>
            <a:ext cx="865188" cy="42862"/>
            <a:chOff x="6995820" y="2209800"/>
            <a:chExt cx="865188" cy="42862"/>
          </a:xfrm>
        </p:grpSpPr>
        <p:sp>
          <p:nvSpPr>
            <p:cNvPr id="50217" name="Freeform 28">
              <a:extLst>
                <a:ext uri="{FF2B5EF4-FFF2-40B4-BE49-F238E27FC236}">
                  <a16:creationId xmlns:a16="http://schemas.microsoft.com/office/drawing/2014/main" id="{98B7ACB4-A2B7-4D13-9869-021B00822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4008" y="2209800"/>
              <a:ext cx="127000" cy="42862"/>
            </a:xfrm>
            <a:custGeom>
              <a:avLst/>
              <a:gdLst>
                <a:gd name="T0" fmla="*/ 0 w 159"/>
                <a:gd name="T1" fmla="*/ 2147483646 h 54"/>
                <a:gd name="T2" fmla="*/ 2147483646 w 159"/>
                <a:gd name="T3" fmla="*/ 2147483646 h 54"/>
                <a:gd name="T4" fmla="*/ 0 w 159"/>
                <a:gd name="T5" fmla="*/ 0 h 54"/>
                <a:gd name="T6" fmla="*/ 0 w 159"/>
                <a:gd name="T7" fmla="*/ 2147483646 h 54"/>
                <a:gd name="T8" fmla="*/ 0 w 159"/>
                <a:gd name="T9" fmla="*/ 2147483646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9"/>
                <a:gd name="T16" fmla="*/ 0 h 54"/>
                <a:gd name="T17" fmla="*/ 159 w 159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9" h="54">
                  <a:moveTo>
                    <a:pt x="0" y="54"/>
                  </a:moveTo>
                  <a:lnTo>
                    <a:pt x="159" y="27"/>
                  </a:lnTo>
                  <a:lnTo>
                    <a:pt x="0" y="0"/>
                  </a:lnTo>
                  <a:lnTo>
                    <a:pt x="0" y="2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218" name="Line 29">
              <a:extLst>
                <a:ext uri="{FF2B5EF4-FFF2-40B4-BE49-F238E27FC236}">
                  <a16:creationId xmlns:a16="http://schemas.microsoft.com/office/drawing/2014/main" id="{2623DD83-DE12-4003-A909-E3327AFF15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95820" y="2230437"/>
              <a:ext cx="71755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50214" name="Group 113">
            <a:extLst>
              <a:ext uri="{FF2B5EF4-FFF2-40B4-BE49-F238E27FC236}">
                <a16:creationId xmlns:a16="http://schemas.microsoft.com/office/drawing/2014/main" id="{F093FE3B-1A89-440F-A3A2-0BD285A8FBFD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3481388"/>
            <a:ext cx="865188" cy="42862"/>
            <a:chOff x="6995820" y="2209800"/>
            <a:chExt cx="865188" cy="42862"/>
          </a:xfrm>
        </p:grpSpPr>
        <p:sp>
          <p:nvSpPr>
            <p:cNvPr id="50215" name="Freeform 28">
              <a:extLst>
                <a:ext uri="{FF2B5EF4-FFF2-40B4-BE49-F238E27FC236}">
                  <a16:creationId xmlns:a16="http://schemas.microsoft.com/office/drawing/2014/main" id="{7F50D405-0621-4B9B-91A1-D88885566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4008" y="2209800"/>
              <a:ext cx="127000" cy="42862"/>
            </a:xfrm>
            <a:custGeom>
              <a:avLst/>
              <a:gdLst>
                <a:gd name="T0" fmla="*/ 0 w 159"/>
                <a:gd name="T1" fmla="*/ 2147483646 h 54"/>
                <a:gd name="T2" fmla="*/ 2147483646 w 159"/>
                <a:gd name="T3" fmla="*/ 2147483646 h 54"/>
                <a:gd name="T4" fmla="*/ 0 w 159"/>
                <a:gd name="T5" fmla="*/ 0 h 54"/>
                <a:gd name="T6" fmla="*/ 0 w 159"/>
                <a:gd name="T7" fmla="*/ 2147483646 h 54"/>
                <a:gd name="T8" fmla="*/ 0 w 159"/>
                <a:gd name="T9" fmla="*/ 2147483646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9"/>
                <a:gd name="T16" fmla="*/ 0 h 54"/>
                <a:gd name="T17" fmla="*/ 159 w 159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9" h="54">
                  <a:moveTo>
                    <a:pt x="0" y="54"/>
                  </a:moveTo>
                  <a:lnTo>
                    <a:pt x="159" y="27"/>
                  </a:lnTo>
                  <a:lnTo>
                    <a:pt x="0" y="0"/>
                  </a:lnTo>
                  <a:lnTo>
                    <a:pt x="0" y="2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216" name="Line 29">
              <a:extLst>
                <a:ext uri="{FF2B5EF4-FFF2-40B4-BE49-F238E27FC236}">
                  <a16:creationId xmlns:a16="http://schemas.microsoft.com/office/drawing/2014/main" id="{B346A0B4-700F-43BF-B08C-7B3062FEB5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95820" y="2230437"/>
              <a:ext cx="71755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36">
            <a:extLst>
              <a:ext uri="{FF2B5EF4-FFF2-40B4-BE49-F238E27FC236}">
                <a16:creationId xmlns:a16="http://schemas.microsoft.com/office/drawing/2014/main" id="{25FEE161-2F6D-4EC3-8292-4201B0A9A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75" y="3128963"/>
            <a:ext cx="49371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FA</a:t>
            </a:r>
            <a:endParaRPr kumimoji="0" lang="en-US" altLang="en-US" sz="4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02" name="Rectangle 50">
            <a:extLst>
              <a:ext uri="{FF2B5EF4-FFF2-40B4-BE49-F238E27FC236}">
                <a16:creationId xmlns:a16="http://schemas.microsoft.com/office/drawing/2014/main" id="{9D4B2B1B-608A-4599-A53E-6EA777E4C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908300"/>
            <a:ext cx="223838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03" name="Rectangle 51">
            <a:extLst>
              <a:ext uri="{FF2B5EF4-FFF2-40B4-BE49-F238E27FC236}">
                <a16:creationId xmlns:a16="http://schemas.microsoft.com/office/drawing/2014/main" id="{A1C79778-AB96-4D1C-95E6-203526150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7475" y="3005138"/>
            <a:ext cx="141288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04" name="Rectangle 52">
            <a:extLst>
              <a:ext uri="{FF2B5EF4-FFF2-40B4-BE49-F238E27FC236}">
                <a16:creationId xmlns:a16="http://schemas.microsoft.com/office/drawing/2014/main" id="{902134EB-F707-446F-9411-80323E5CD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575" y="3225800"/>
            <a:ext cx="223838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05" name="Rectangle 53">
            <a:extLst>
              <a:ext uri="{FF2B5EF4-FFF2-40B4-BE49-F238E27FC236}">
                <a16:creationId xmlns:a16="http://schemas.microsoft.com/office/drawing/2014/main" id="{C6294A8A-FC07-410B-B3EE-454432B66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322638"/>
            <a:ext cx="141288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06" name="Rectangle 54">
            <a:extLst>
              <a:ext uri="{FF2B5EF4-FFF2-40B4-BE49-F238E27FC236}">
                <a16:creationId xmlns:a16="http://schemas.microsoft.com/office/drawing/2014/main" id="{B3F936AB-63BC-47A6-A854-EA1724B7B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575" y="3506788"/>
            <a:ext cx="223838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y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07" name="Rectangle 55">
            <a:extLst>
              <a:ext uri="{FF2B5EF4-FFF2-40B4-BE49-F238E27FC236}">
                <a16:creationId xmlns:a16="http://schemas.microsoft.com/office/drawing/2014/main" id="{9575EB6B-13FD-4D75-839A-3CB6A279E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063" y="3603625"/>
            <a:ext cx="141287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i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51208" name="Group 2">
            <a:extLst>
              <a:ext uri="{FF2B5EF4-FFF2-40B4-BE49-F238E27FC236}">
                <a16:creationId xmlns:a16="http://schemas.microsoft.com/office/drawing/2014/main" id="{1FFFD1C2-50DB-4818-B72D-A290840FEF44}"/>
              </a:ext>
            </a:extLst>
          </p:cNvPr>
          <p:cNvGrpSpPr>
            <a:grpSpLocks/>
          </p:cNvGrpSpPr>
          <p:nvPr/>
        </p:nvGrpSpPr>
        <p:grpSpPr bwMode="auto">
          <a:xfrm>
            <a:off x="7905750" y="3316288"/>
            <a:ext cx="465138" cy="307975"/>
            <a:chOff x="7459663" y="3367088"/>
            <a:chExt cx="465137" cy="307975"/>
          </a:xfrm>
        </p:grpSpPr>
        <p:sp>
          <p:nvSpPr>
            <p:cNvPr id="51219" name="Rectangle 56">
              <a:extLst>
                <a:ext uri="{FF2B5EF4-FFF2-40B4-BE49-F238E27FC236}">
                  <a16:creationId xmlns:a16="http://schemas.microsoft.com/office/drawing/2014/main" id="{EA23B3CB-3151-4905-AAB1-CED2626F0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9663" y="3367088"/>
              <a:ext cx="223837" cy="271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c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20" name="Rectangle 57">
              <a:extLst>
                <a:ext uri="{FF2B5EF4-FFF2-40B4-BE49-F238E27FC236}">
                  <a16:creationId xmlns:a16="http://schemas.microsoft.com/office/drawing/2014/main" id="{6912C305-9DA3-4560-989E-1F72C20EF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1738" y="3463925"/>
              <a:ext cx="141287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i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21" name="Rectangle 58">
              <a:extLst>
                <a:ext uri="{FF2B5EF4-FFF2-40B4-BE49-F238E27FC236}">
                  <a16:creationId xmlns:a16="http://schemas.microsoft.com/office/drawing/2014/main" id="{5E852F52-AF76-4D78-B480-3D17C465D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8588" y="3463925"/>
              <a:ext cx="176212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22" name="Rectangle 59">
              <a:extLst>
                <a:ext uri="{FF2B5EF4-FFF2-40B4-BE49-F238E27FC236}">
                  <a16:creationId xmlns:a16="http://schemas.microsoft.com/office/drawing/2014/main" id="{DCD8DE2A-6B95-4731-979E-174975B39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7938" y="3463925"/>
              <a:ext cx="185737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+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51209" name="Group 3">
            <a:extLst>
              <a:ext uri="{FF2B5EF4-FFF2-40B4-BE49-F238E27FC236}">
                <a16:creationId xmlns:a16="http://schemas.microsoft.com/office/drawing/2014/main" id="{F712AD45-55C9-4B60-A899-CFC69DE5E690}"/>
              </a:ext>
            </a:extLst>
          </p:cNvPr>
          <p:cNvGrpSpPr>
            <a:grpSpLocks/>
          </p:cNvGrpSpPr>
          <p:nvPr/>
        </p:nvGrpSpPr>
        <p:grpSpPr bwMode="auto">
          <a:xfrm>
            <a:off x="7947025" y="2873375"/>
            <a:ext cx="220663" cy="306388"/>
            <a:chOff x="7473950" y="2917825"/>
            <a:chExt cx="220663" cy="306388"/>
          </a:xfrm>
        </p:grpSpPr>
        <p:sp>
          <p:nvSpPr>
            <p:cNvPr id="51217" name="Rectangle 60">
              <a:extLst>
                <a:ext uri="{FF2B5EF4-FFF2-40B4-BE49-F238E27FC236}">
                  <a16:creationId xmlns:a16="http://schemas.microsoft.com/office/drawing/2014/main" id="{E17976A4-58CA-4762-9D07-EC3C102F4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3950" y="2917825"/>
              <a:ext cx="212725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18" name="Rectangle 96">
              <a:extLst>
                <a:ext uri="{FF2B5EF4-FFF2-40B4-BE49-F238E27FC236}">
                  <a16:creationId xmlns:a16="http://schemas.microsoft.com/office/drawing/2014/main" id="{3FD2DF97-A616-4F49-BD2E-9D4B907C2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3325" y="3013075"/>
              <a:ext cx="141288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i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51210" name="Title 1">
            <a:extLst>
              <a:ext uri="{FF2B5EF4-FFF2-40B4-BE49-F238E27FC236}">
                <a16:creationId xmlns:a16="http://schemas.microsoft.com/office/drawing/2014/main" id="{C6B01819-38D7-459A-9414-55CB385AED79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The Full-Adder Abstraction</a:t>
            </a:r>
          </a:p>
        </p:txBody>
      </p:sp>
      <p:sp>
        <p:nvSpPr>
          <p:cNvPr id="51211" name="Rectangle 1">
            <a:extLst>
              <a:ext uri="{FF2B5EF4-FFF2-40B4-BE49-F238E27FC236}">
                <a16:creationId xmlns:a16="http://schemas.microsoft.com/office/drawing/2014/main" id="{D19A76FF-018B-4E6A-B5A1-9778931F0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5838" y="2590800"/>
            <a:ext cx="4621212" cy="1624013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51212" name="Straight Arrow Connector 6">
            <a:extLst>
              <a:ext uri="{FF2B5EF4-FFF2-40B4-BE49-F238E27FC236}">
                <a16:creationId xmlns:a16="http://schemas.microsoft.com/office/drawing/2014/main" id="{E6C97072-DD8F-4F19-8B38-1E1BE4325E8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520825" y="3094038"/>
            <a:ext cx="735013" cy="127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3" name="Straight Arrow Connector 53">
            <a:extLst>
              <a:ext uri="{FF2B5EF4-FFF2-40B4-BE49-F238E27FC236}">
                <a16:creationId xmlns:a16="http://schemas.microsoft.com/office/drawing/2014/main" id="{00759A96-DF67-4016-A1A1-3F69523EE77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524000" y="3414713"/>
            <a:ext cx="736600" cy="142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4" name="Straight Arrow Connector 54">
            <a:extLst>
              <a:ext uri="{FF2B5EF4-FFF2-40B4-BE49-F238E27FC236}">
                <a16:creationId xmlns:a16="http://schemas.microsoft.com/office/drawing/2014/main" id="{08E68853-3751-486F-A3B4-EE3A4482C10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527175" y="3657600"/>
            <a:ext cx="736600" cy="142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5" name="Straight Arrow Connector 55">
            <a:extLst>
              <a:ext uri="{FF2B5EF4-FFF2-40B4-BE49-F238E27FC236}">
                <a16:creationId xmlns:a16="http://schemas.microsoft.com/office/drawing/2014/main" id="{C5A0F39F-AF81-482A-AC83-F4747C774CA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91338" y="3489325"/>
            <a:ext cx="736600" cy="142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6" name="Straight Arrow Connector 56">
            <a:extLst>
              <a:ext uri="{FF2B5EF4-FFF2-40B4-BE49-F238E27FC236}">
                <a16:creationId xmlns:a16="http://schemas.microsoft.com/office/drawing/2014/main" id="{1448F510-01ED-48AE-876F-58AC8EA1CC5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94513" y="3033713"/>
            <a:ext cx="736600" cy="142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36">
            <a:extLst>
              <a:ext uri="{FF2B5EF4-FFF2-40B4-BE49-F238E27FC236}">
                <a16:creationId xmlns:a16="http://schemas.microsoft.com/office/drawing/2014/main" id="{BA1A1116-7A6A-4855-A92F-1168E4441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75" y="3128963"/>
            <a:ext cx="49371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FA</a:t>
            </a:r>
            <a:endParaRPr kumimoji="0" lang="en-US" altLang="en-US" sz="4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26" name="Title 1">
            <a:extLst>
              <a:ext uri="{FF2B5EF4-FFF2-40B4-BE49-F238E27FC236}">
                <a16:creationId xmlns:a16="http://schemas.microsoft.com/office/drawing/2014/main" id="{69A363F6-9967-45A2-94AB-798473FBBB08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We can place the arrows anywhere</a:t>
            </a:r>
          </a:p>
        </p:txBody>
      </p:sp>
      <p:sp>
        <p:nvSpPr>
          <p:cNvPr id="52227" name="Rectangle 1">
            <a:extLst>
              <a:ext uri="{FF2B5EF4-FFF2-40B4-BE49-F238E27FC236}">
                <a16:creationId xmlns:a16="http://schemas.microsoft.com/office/drawing/2014/main" id="{07859D22-7576-4C19-9C31-16F20CF44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5838" y="2590800"/>
            <a:ext cx="4621212" cy="1624013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52228" name="Straight Arrow Connector 53">
            <a:extLst>
              <a:ext uri="{FF2B5EF4-FFF2-40B4-BE49-F238E27FC236}">
                <a16:creationId xmlns:a16="http://schemas.microsoft.com/office/drawing/2014/main" id="{61351DCE-284A-45C9-86C1-D187E6DD208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3124200" y="2209800"/>
            <a:ext cx="736600" cy="127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29" name="Straight Arrow Connector 56">
            <a:extLst>
              <a:ext uri="{FF2B5EF4-FFF2-40B4-BE49-F238E27FC236}">
                <a16:creationId xmlns:a16="http://schemas.microsoft.com/office/drawing/2014/main" id="{775C3208-4211-4632-A3C3-36D824333341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6858000" y="3429000"/>
            <a:ext cx="736600" cy="142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0" name="Straight Arrow Connector 23">
            <a:extLst>
              <a:ext uri="{FF2B5EF4-FFF2-40B4-BE49-F238E27FC236}">
                <a16:creationId xmlns:a16="http://schemas.microsoft.com/office/drawing/2014/main" id="{D068E80F-D7EF-47CD-A196-06614E3EF82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5125244" y="2189956"/>
            <a:ext cx="736600" cy="142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1" name="Straight Arrow Connector 24">
            <a:extLst>
              <a:ext uri="{FF2B5EF4-FFF2-40B4-BE49-F238E27FC236}">
                <a16:creationId xmlns:a16="http://schemas.microsoft.com/office/drawing/2014/main" id="{48D83477-EF55-47EB-A11C-B242201D20B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4210844" y="4552156"/>
            <a:ext cx="736600" cy="142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232" name="TextBox 4">
            <a:extLst>
              <a:ext uri="{FF2B5EF4-FFF2-40B4-BE49-F238E27FC236}">
                <a16:creationId xmlns:a16="http://schemas.microsoft.com/office/drawing/2014/main" id="{B51FAC20-250B-4777-8C4C-16AC5EDBB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290638"/>
            <a:ext cx="442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i</a:t>
            </a:r>
          </a:p>
        </p:txBody>
      </p:sp>
      <p:sp>
        <p:nvSpPr>
          <p:cNvPr id="52233" name="TextBox 26">
            <a:extLst>
              <a:ext uri="{FF2B5EF4-FFF2-40B4-BE49-F238E27FC236}">
                <a16:creationId xmlns:a16="http://schemas.microsoft.com/office/drawing/2014/main" id="{744A9D4B-E150-43BE-A672-4476DAA28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295400"/>
            <a:ext cx="442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y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i</a:t>
            </a:r>
          </a:p>
        </p:txBody>
      </p:sp>
      <p:sp>
        <p:nvSpPr>
          <p:cNvPr id="52234" name="TextBox 27">
            <a:extLst>
              <a:ext uri="{FF2B5EF4-FFF2-40B4-BE49-F238E27FC236}">
                <a16:creationId xmlns:a16="http://schemas.microsoft.com/office/drawing/2014/main" id="{D8FE3D69-60C2-46BE-80FB-DE6304215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663" y="5029200"/>
            <a:ext cx="425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s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i</a:t>
            </a:r>
          </a:p>
        </p:txBody>
      </p:sp>
      <p:cxnSp>
        <p:nvCxnSpPr>
          <p:cNvPr id="52235" name="Straight Arrow Connector 28">
            <a:extLst>
              <a:ext uri="{FF2B5EF4-FFF2-40B4-BE49-F238E27FC236}">
                <a16:creationId xmlns:a16="http://schemas.microsoft.com/office/drawing/2014/main" id="{A085CECA-40FD-48B0-9E3A-0030174B7971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1524000" y="3429000"/>
            <a:ext cx="736600" cy="142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236" name="TextBox 29">
            <a:extLst>
              <a:ext uri="{FF2B5EF4-FFF2-40B4-BE49-F238E27FC236}">
                <a16:creationId xmlns:a16="http://schemas.microsoft.com/office/drawing/2014/main" id="{BF7A7E9D-6BD9-4F32-BD7C-A130EDFD2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3124200"/>
            <a:ext cx="6842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i+1</a:t>
            </a:r>
          </a:p>
        </p:txBody>
      </p:sp>
      <p:sp>
        <p:nvSpPr>
          <p:cNvPr id="52237" name="TextBox 30">
            <a:extLst>
              <a:ext uri="{FF2B5EF4-FFF2-40B4-BE49-F238E27FC236}">
                <a16:creationId xmlns:a16="http://schemas.microsoft.com/office/drawing/2014/main" id="{24BB7F78-2249-4792-891E-794307362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3200400"/>
            <a:ext cx="442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4">
            <a:extLst>
              <a:ext uri="{FF2B5EF4-FFF2-40B4-BE49-F238E27FC236}">
                <a16:creationId xmlns:a16="http://schemas.microsoft.com/office/drawing/2014/main" id="{C8A8EE1F-987B-4D9B-A1E6-FF1138BDB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271838"/>
            <a:ext cx="884238" cy="588962"/>
          </a:xfrm>
          <a:prstGeom prst="rect">
            <a:avLst/>
          </a:prstGeom>
          <a:solidFill>
            <a:srgbClr val="FFFFFF"/>
          </a:solidFill>
          <a:ln w="206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0" name="Freeform 5">
            <a:extLst>
              <a:ext uri="{FF2B5EF4-FFF2-40B4-BE49-F238E27FC236}">
                <a16:creationId xmlns:a16="http://schemas.microsoft.com/office/drawing/2014/main" id="{35FACC68-567A-45C8-B162-979CAD777653}"/>
              </a:ext>
            </a:extLst>
          </p:cNvPr>
          <p:cNvSpPr>
            <a:spLocks/>
          </p:cNvSpPr>
          <p:nvPr/>
        </p:nvSpPr>
        <p:spPr bwMode="auto">
          <a:xfrm>
            <a:off x="1206500" y="3544888"/>
            <a:ext cx="127000" cy="63500"/>
          </a:xfrm>
          <a:custGeom>
            <a:avLst/>
            <a:gdLst>
              <a:gd name="T0" fmla="*/ 2147483646 w 159"/>
              <a:gd name="T1" fmla="*/ 0 h 79"/>
              <a:gd name="T2" fmla="*/ 0 w 159"/>
              <a:gd name="T3" fmla="*/ 2147483646 h 79"/>
              <a:gd name="T4" fmla="*/ 2147483646 w 159"/>
              <a:gd name="T5" fmla="*/ 2147483646 h 79"/>
              <a:gd name="T6" fmla="*/ 2147483646 w 159"/>
              <a:gd name="T7" fmla="*/ 2147483646 h 79"/>
              <a:gd name="T8" fmla="*/ 2147483646 w 15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79"/>
              <a:gd name="T17" fmla="*/ 159 w 15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79">
                <a:moveTo>
                  <a:pt x="159" y="0"/>
                </a:moveTo>
                <a:lnTo>
                  <a:pt x="0" y="26"/>
                </a:lnTo>
                <a:lnTo>
                  <a:pt x="159" y="79"/>
                </a:lnTo>
                <a:lnTo>
                  <a:pt x="159" y="26"/>
                </a:lnTo>
                <a:lnTo>
                  <a:pt x="159" y="0"/>
                </a:lnTo>
                <a:close/>
              </a:path>
            </a:pathLst>
          </a:custGeom>
          <a:solidFill>
            <a:schemeClr val="tx1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1" name="Line 6">
            <a:extLst>
              <a:ext uri="{FF2B5EF4-FFF2-40B4-BE49-F238E27FC236}">
                <a16:creationId xmlns:a16="http://schemas.microsoft.com/office/drawing/2014/main" id="{F0DFC33F-18DF-4FAD-8032-2D476C049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3565525"/>
            <a:ext cx="4413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2" name="Freeform 7">
            <a:extLst>
              <a:ext uri="{FF2B5EF4-FFF2-40B4-BE49-F238E27FC236}">
                <a16:creationId xmlns:a16="http://schemas.microsoft.com/office/drawing/2014/main" id="{6D16D05A-ECA7-4481-8D19-C46E53DA9EA2}"/>
              </a:ext>
            </a:extLst>
          </p:cNvPr>
          <p:cNvSpPr>
            <a:spLocks/>
          </p:cNvSpPr>
          <p:nvPr/>
        </p:nvSpPr>
        <p:spPr bwMode="auto">
          <a:xfrm>
            <a:off x="2700338" y="3544888"/>
            <a:ext cx="127000" cy="63500"/>
          </a:xfrm>
          <a:custGeom>
            <a:avLst/>
            <a:gdLst>
              <a:gd name="T0" fmla="*/ 2147483646 w 159"/>
              <a:gd name="T1" fmla="*/ 0 h 79"/>
              <a:gd name="T2" fmla="*/ 0 w 159"/>
              <a:gd name="T3" fmla="*/ 2147483646 h 79"/>
              <a:gd name="T4" fmla="*/ 2147483646 w 159"/>
              <a:gd name="T5" fmla="*/ 2147483646 h 79"/>
              <a:gd name="T6" fmla="*/ 2147483646 w 159"/>
              <a:gd name="T7" fmla="*/ 2147483646 h 79"/>
              <a:gd name="T8" fmla="*/ 2147483646 w 15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79"/>
              <a:gd name="T17" fmla="*/ 159 w 15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79">
                <a:moveTo>
                  <a:pt x="159" y="0"/>
                </a:moveTo>
                <a:lnTo>
                  <a:pt x="0" y="26"/>
                </a:lnTo>
                <a:lnTo>
                  <a:pt x="159" y="79"/>
                </a:lnTo>
                <a:lnTo>
                  <a:pt x="159" y="26"/>
                </a:lnTo>
                <a:lnTo>
                  <a:pt x="159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3" name="Line 8">
            <a:extLst>
              <a:ext uri="{FF2B5EF4-FFF2-40B4-BE49-F238E27FC236}">
                <a16:creationId xmlns:a16="http://schemas.microsoft.com/office/drawing/2014/main" id="{BE7094F2-E87C-4701-90A5-9950832563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27338" y="3565525"/>
            <a:ext cx="29527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4" name="Rectangle 9">
            <a:extLst>
              <a:ext uri="{FF2B5EF4-FFF2-40B4-BE49-F238E27FC236}">
                <a16:creationId xmlns:a16="http://schemas.microsoft.com/office/drawing/2014/main" id="{B2A5DD4D-85EB-4D9B-A49F-5781852A3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0" y="3478213"/>
            <a:ext cx="3397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FA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5" name="Rectangle 10">
            <a:extLst>
              <a:ext uri="{FF2B5EF4-FFF2-40B4-BE49-F238E27FC236}">
                <a16:creationId xmlns:a16="http://schemas.microsoft.com/office/drawing/2014/main" id="{AF1D2597-43FF-4516-9BF9-90206CFBA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2352675"/>
            <a:ext cx="2238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6" name="Rectangle 11">
            <a:extLst>
              <a:ext uri="{FF2B5EF4-FFF2-40B4-BE49-F238E27FC236}">
                <a16:creationId xmlns:a16="http://schemas.microsoft.com/office/drawing/2014/main" id="{3EAA2583-6A98-4B59-A6A0-2BE52C5A6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447925"/>
            <a:ext cx="1905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n –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7" name="Rectangle 12">
            <a:extLst>
              <a:ext uri="{FF2B5EF4-FFF2-40B4-BE49-F238E27FC236}">
                <a16:creationId xmlns:a16="http://schemas.microsoft.com/office/drawing/2014/main" id="{DBAC634A-C6E9-4774-AB9A-00BC84FA8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244792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8" name="Rectangle 14">
            <a:extLst>
              <a:ext uri="{FF2B5EF4-FFF2-40B4-BE49-F238E27FC236}">
                <a16:creationId xmlns:a16="http://schemas.microsoft.com/office/drawing/2014/main" id="{D4ED23CC-EC9A-4DDD-9215-A6051E417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088" y="3419475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9" name="Rectangle 15">
            <a:extLst>
              <a:ext uri="{FF2B5EF4-FFF2-40B4-BE49-F238E27FC236}">
                <a16:creationId xmlns:a16="http://schemas.microsoft.com/office/drawing/2014/main" id="{BF648DCF-C969-49EA-899A-B03DBC369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3513138"/>
            <a:ext cx="176212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n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60" name="Rectangle 16">
            <a:extLst>
              <a:ext uri="{FF2B5EF4-FFF2-40B4-BE49-F238E27FC236}">
                <a16:creationId xmlns:a16="http://schemas.microsoft.com/office/drawing/2014/main" id="{A52D1B26-16BC-41D1-833E-9A43772B4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963" y="3417888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61" name="Rectangle 17">
            <a:extLst>
              <a:ext uri="{FF2B5EF4-FFF2-40B4-BE49-F238E27FC236}">
                <a16:creationId xmlns:a16="http://schemas.microsoft.com/office/drawing/2014/main" id="{952D76F7-16D6-4E12-93F7-6476C3D5B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3511550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n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62" name="Rectangle 18">
            <a:extLst>
              <a:ext uri="{FF2B5EF4-FFF2-40B4-BE49-F238E27FC236}">
                <a16:creationId xmlns:a16="http://schemas.microsoft.com/office/drawing/2014/main" id="{DE3AFB76-BCDF-4042-96E4-B632E1C3E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8700" y="3511550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63" name="Freeform 19">
            <a:extLst>
              <a:ext uri="{FF2B5EF4-FFF2-40B4-BE49-F238E27FC236}">
                <a16:creationId xmlns:a16="http://schemas.microsoft.com/office/drawing/2014/main" id="{3F548218-75B5-48D8-B2F5-B34561DC1A70}"/>
              </a:ext>
            </a:extLst>
          </p:cNvPr>
          <p:cNvSpPr>
            <a:spLocks/>
          </p:cNvSpPr>
          <p:nvPr/>
        </p:nvSpPr>
        <p:spPr bwMode="auto">
          <a:xfrm>
            <a:off x="2195513" y="4302125"/>
            <a:ext cx="42862" cy="127000"/>
          </a:xfrm>
          <a:custGeom>
            <a:avLst/>
            <a:gdLst>
              <a:gd name="T0" fmla="*/ 0 w 53"/>
              <a:gd name="T1" fmla="*/ 0 h 159"/>
              <a:gd name="T2" fmla="*/ 2147483646 w 53"/>
              <a:gd name="T3" fmla="*/ 2147483646 h 159"/>
              <a:gd name="T4" fmla="*/ 2147483646 w 53"/>
              <a:gd name="T5" fmla="*/ 0 h 159"/>
              <a:gd name="T6" fmla="*/ 2147483646 w 53"/>
              <a:gd name="T7" fmla="*/ 0 h 159"/>
              <a:gd name="T8" fmla="*/ 0 w 53"/>
              <a:gd name="T9" fmla="*/ 0 h 1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159"/>
              <a:gd name="T17" fmla="*/ 53 w 53"/>
              <a:gd name="T18" fmla="*/ 159 h 1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159">
                <a:moveTo>
                  <a:pt x="0" y="0"/>
                </a:moveTo>
                <a:lnTo>
                  <a:pt x="26" y="159"/>
                </a:lnTo>
                <a:lnTo>
                  <a:pt x="53" y="0"/>
                </a:lnTo>
                <a:lnTo>
                  <a:pt x="2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64" name="Line 20">
            <a:extLst>
              <a:ext uri="{FF2B5EF4-FFF2-40B4-BE49-F238E27FC236}">
                <a16:creationId xmlns:a16="http://schemas.microsoft.com/office/drawing/2014/main" id="{C9AAEC7C-2092-4E8B-AF9C-1098D55E2A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17738" y="3860800"/>
            <a:ext cx="1587" cy="4413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65" name="Freeform 21">
            <a:extLst>
              <a:ext uri="{FF2B5EF4-FFF2-40B4-BE49-F238E27FC236}">
                <a16:creationId xmlns:a16="http://schemas.microsoft.com/office/drawing/2014/main" id="{79D54F9A-53E8-49C8-B3F7-22A2D095CD0C}"/>
              </a:ext>
            </a:extLst>
          </p:cNvPr>
          <p:cNvSpPr>
            <a:spLocks/>
          </p:cNvSpPr>
          <p:nvPr/>
        </p:nvSpPr>
        <p:spPr bwMode="auto">
          <a:xfrm>
            <a:off x="2406650" y="3124200"/>
            <a:ext cx="63500" cy="125413"/>
          </a:xfrm>
          <a:custGeom>
            <a:avLst/>
            <a:gdLst>
              <a:gd name="T0" fmla="*/ 0 w 79"/>
              <a:gd name="T1" fmla="*/ 0 h 160"/>
              <a:gd name="T2" fmla="*/ 2147483646 w 79"/>
              <a:gd name="T3" fmla="*/ 2147483646 h 160"/>
              <a:gd name="T4" fmla="*/ 2147483646 w 79"/>
              <a:gd name="T5" fmla="*/ 0 h 160"/>
              <a:gd name="T6" fmla="*/ 2147483646 w 79"/>
              <a:gd name="T7" fmla="*/ 0 h 160"/>
              <a:gd name="T8" fmla="*/ 0 w 79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160"/>
              <a:gd name="T17" fmla="*/ 79 w 79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160">
                <a:moveTo>
                  <a:pt x="0" y="0"/>
                </a:moveTo>
                <a:lnTo>
                  <a:pt x="53" y="160"/>
                </a:lnTo>
                <a:lnTo>
                  <a:pt x="79" y="0"/>
                </a:ln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66" name="Line 22">
            <a:extLst>
              <a:ext uri="{FF2B5EF4-FFF2-40B4-BE49-F238E27FC236}">
                <a16:creationId xmlns:a16="http://schemas.microsoft.com/office/drawing/2014/main" id="{9226772E-4EFD-4EDB-AB40-018D5132F9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7925" y="2681288"/>
            <a:ext cx="1588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67" name="Freeform 23">
            <a:extLst>
              <a:ext uri="{FF2B5EF4-FFF2-40B4-BE49-F238E27FC236}">
                <a16:creationId xmlns:a16="http://schemas.microsoft.com/office/drawing/2014/main" id="{9580C3DE-F4B9-47DC-80ED-4E9826FEB76B}"/>
              </a:ext>
            </a:extLst>
          </p:cNvPr>
          <p:cNvSpPr>
            <a:spLocks/>
          </p:cNvSpPr>
          <p:nvPr/>
        </p:nvSpPr>
        <p:spPr bwMode="auto">
          <a:xfrm>
            <a:off x="1965325" y="3124200"/>
            <a:ext cx="61913" cy="125413"/>
          </a:xfrm>
          <a:custGeom>
            <a:avLst/>
            <a:gdLst>
              <a:gd name="T0" fmla="*/ 0 w 80"/>
              <a:gd name="T1" fmla="*/ 0 h 160"/>
              <a:gd name="T2" fmla="*/ 2147483646 w 80"/>
              <a:gd name="T3" fmla="*/ 2147483646 h 160"/>
              <a:gd name="T4" fmla="*/ 2147483646 w 80"/>
              <a:gd name="T5" fmla="*/ 0 h 160"/>
              <a:gd name="T6" fmla="*/ 2147483646 w 80"/>
              <a:gd name="T7" fmla="*/ 0 h 160"/>
              <a:gd name="T8" fmla="*/ 0 w 80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160"/>
              <a:gd name="T17" fmla="*/ 80 w 80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160">
                <a:moveTo>
                  <a:pt x="0" y="0"/>
                </a:moveTo>
                <a:lnTo>
                  <a:pt x="27" y="160"/>
                </a:lnTo>
                <a:lnTo>
                  <a:pt x="80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68" name="Line 24">
            <a:extLst>
              <a:ext uri="{FF2B5EF4-FFF2-40B4-BE49-F238E27FC236}">
                <a16:creationId xmlns:a16="http://schemas.microsoft.com/office/drawing/2014/main" id="{7F50AEAD-0EE9-49A3-9159-8454C21D4E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5963" y="2681288"/>
            <a:ext cx="1587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69" name="Rectangle 25">
            <a:extLst>
              <a:ext uri="{FF2B5EF4-FFF2-40B4-BE49-F238E27FC236}">
                <a16:creationId xmlns:a16="http://schemas.microsoft.com/office/drawing/2014/main" id="{E70C7EE6-6847-43E3-A2F1-DAFFDFC04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3511550"/>
            <a:ext cx="166688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”</a:t>
            </a: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70" name="Rectangle 26">
            <a:extLst>
              <a:ext uri="{FF2B5EF4-FFF2-40B4-BE49-F238E27FC236}">
                <a16:creationId xmlns:a16="http://schemas.microsoft.com/office/drawing/2014/main" id="{9C04768D-0842-4BDD-ABE0-5D697288A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352675"/>
            <a:ext cx="2238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y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71" name="Rectangle 27">
            <a:extLst>
              <a:ext uri="{FF2B5EF4-FFF2-40B4-BE49-F238E27FC236}">
                <a16:creationId xmlns:a16="http://schemas.microsoft.com/office/drawing/2014/main" id="{989B778B-99EF-494A-A0B6-71D3B1D9C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244792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n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72" name="Rectangle 28">
            <a:extLst>
              <a:ext uri="{FF2B5EF4-FFF2-40B4-BE49-F238E27FC236}">
                <a16:creationId xmlns:a16="http://schemas.microsoft.com/office/drawing/2014/main" id="{13FE5854-BD0A-4C5A-845E-617151D04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244792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73" name="Rectangle 29">
            <a:extLst>
              <a:ext uri="{FF2B5EF4-FFF2-40B4-BE49-F238E27FC236}">
                <a16:creationId xmlns:a16="http://schemas.microsoft.com/office/drawing/2014/main" id="{00841C43-4269-445B-8F18-65EF3FD8B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2447925"/>
            <a:ext cx="1143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–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74" name="Rectangle 30">
            <a:extLst>
              <a:ext uri="{FF2B5EF4-FFF2-40B4-BE49-F238E27FC236}">
                <a16:creationId xmlns:a16="http://schemas.microsoft.com/office/drawing/2014/main" id="{7A93ED93-AB18-484C-BF3B-8622C0F08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938" y="4456113"/>
            <a:ext cx="2111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75" name="Rectangle 31">
            <a:extLst>
              <a:ext uri="{FF2B5EF4-FFF2-40B4-BE49-F238E27FC236}">
                <a16:creationId xmlns:a16="http://schemas.microsoft.com/office/drawing/2014/main" id="{A4D08F73-C398-4499-82F1-42804CF09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00" y="45497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n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76" name="Rectangle 32">
            <a:extLst>
              <a:ext uri="{FF2B5EF4-FFF2-40B4-BE49-F238E27FC236}">
                <a16:creationId xmlns:a16="http://schemas.microsoft.com/office/drawing/2014/main" id="{A66A9DF2-4503-41DB-B648-3BEFD440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454977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77" name="Rectangle 33">
            <a:extLst>
              <a:ext uri="{FF2B5EF4-FFF2-40B4-BE49-F238E27FC236}">
                <a16:creationId xmlns:a16="http://schemas.microsoft.com/office/drawing/2014/main" id="{C4AE4058-2C19-4FC9-9B74-91B3565D5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3271838"/>
            <a:ext cx="882650" cy="588962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78" name="Freeform 34">
            <a:extLst>
              <a:ext uri="{FF2B5EF4-FFF2-40B4-BE49-F238E27FC236}">
                <a16:creationId xmlns:a16="http://schemas.microsoft.com/office/drawing/2014/main" id="{CE2E3EE4-E56F-419B-B17C-E18E212A0148}"/>
              </a:ext>
            </a:extLst>
          </p:cNvPr>
          <p:cNvSpPr>
            <a:spLocks/>
          </p:cNvSpPr>
          <p:nvPr/>
        </p:nvSpPr>
        <p:spPr bwMode="auto">
          <a:xfrm>
            <a:off x="4679950" y="3544888"/>
            <a:ext cx="125413" cy="63500"/>
          </a:xfrm>
          <a:custGeom>
            <a:avLst/>
            <a:gdLst>
              <a:gd name="T0" fmla="*/ 2147483646 w 159"/>
              <a:gd name="T1" fmla="*/ 0 h 79"/>
              <a:gd name="T2" fmla="*/ 0 w 159"/>
              <a:gd name="T3" fmla="*/ 2147483646 h 79"/>
              <a:gd name="T4" fmla="*/ 2147483646 w 159"/>
              <a:gd name="T5" fmla="*/ 2147483646 h 79"/>
              <a:gd name="T6" fmla="*/ 2147483646 w 159"/>
              <a:gd name="T7" fmla="*/ 2147483646 h 79"/>
              <a:gd name="T8" fmla="*/ 2147483646 w 15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79"/>
              <a:gd name="T17" fmla="*/ 159 w 15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79">
                <a:moveTo>
                  <a:pt x="159" y="0"/>
                </a:moveTo>
                <a:lnTo>
                  <a:pt x="0" y="26"/>
                </a:lnTo>
                <a:lnTo>
                  <a:pt x="159" y="79"/>
                </a:lnTo>
                <a:lnTo>
                  <a:pt x="159" y="26"/>
                </a:lnTo>
                <a:lnTo>
                  <a:pt x="159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79" name="Line 35">
            <a:extLst>
              <a:ext uri="{FF2B5EF4-FFF2-40B4-BE49-F238E27FC236}">
                <a16:creationId xmlns:a16="http://schemas.microsoft.com/office/drawing/2014/main" id="{F7D44278-988B-4717-AD49-515E69A4EA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5363" y="3565525"/>
            <a:ext cx="29527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80" name="Freeform 36">
            <a:extLst>
              <a:ext uri="{FF2B5EF4-FFF2-40B4-BE49-F238E27FC236}">
                <a16:creationId xmlns:a16="http://schemas.microsoft.com/office/drawing/2014/main" id="{387A2114-5D27-4B48-B6D0-6ECEC1ED738C}"/>
              </a:ext>
            </a:extLst>
          </p:cNvPr>
          <p:cNvSpPr>
            <a:spLocks/>
          </p:cNvSpPr>
          <p:nvPr/>
        </p:nvSpPr>
        <p:spPr bwMode="auto">
          <a:xfrm>
            <a:off x="6026150" y="3544888"/>
            <a:ext cx="127000" cy="63500"/>
          </a:xfrm>
          <a:custGeom>
            <a:avLst/>
            <a:gdLst>
              <a:gd name="T0" fmla="*/ 2147483646 w 159"/>
              <a:gd name="T1" fmla="*/ 0 h 79"/>
              <a:gd name="T2" fmla="*/ 0 w 159"/>
              <a:gd name="T3" fmla="*/ 2147483646 h 79"/>
              <a:gd name="T4" fmla="*/ 2147483646 w 159"/>
              <a:gd name="T5" fmla="*/ 2147483646 h 79"/>
              <a:gd name="T6" fmla="*/ 2147483646 w 159"/>
              <a:gd name="T7" fmla="*/ 2147483646 h 79"/>
              <a:gd name="T8" fmla="*/ 2147483646 w 15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79"/>
              <a:gd name="T17" fmla="*/ 159 w 15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79">
                <a:moveTo>
                  <a:pt x="159" y="0"/>
                </a:moveTo>
                <a:lnTo>
                  <a:pt x="0" y="26"/>
                </a:lnTo>
                <a:lnTo>
                  <a:pt x="159" y="79"/>
                </a:lnTo>
                <a:lnTo>
                  <a:pt x="159" y="26"/>
                </a:lnTo>
                <a:lnTo>
                  <a:pt x="159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81" name="Line 37">
            <a:extLst>
              <a:ext uri="{FF2B5EF4-FFF2-40B4-BE49-F238E27FC236}">
                <a16:creationId xmlns:a16="http://schemas.microsoft.com/office/drawing/2014/main" id="{BC67BE75-0A18-4639-B82C-753821F3FE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53150" y="3565525"/>
            <a:ext cx="4413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82" name="Rectangle 38">
            <a:extLst>
              <a:ext uri="{FF2B5EF4-FFF2-40B4-BE49-F238E27FC236}">
                <a16:creationId xmlns:a16="http://schemas.microsoft.com/office/drawing/2014/main" id="{06FF1606-A319-47BF-BADE-CCD4A798A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025" y="4549775"/>
            <a:ext cx="1143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–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83" name="Rectangle 39">
            <a:extLst>
              <a:ext uri="{FF2B5EF4-FFF2-40B4-BE49-F238E27FC236}">
                <a16:creationId xmlns:a16="http://schemas.microsoft.com/office/drawing/2014/main" id="{6F07E937-AEB3-481E-86F9-E9691C19A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900" y="3478213"/>
            <a:ext cx="3397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FA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84" name="Rectangle 40">
            <a:extLst>
              <a:ext uri="{FF2B5EF4-FFF2-40B4-BE49-F238E27FC236}">
                <a16:creationId xmlns:a16="http://schemas.microsoft.com/office/drawing/2014/main" id="{256995BA-CA82-4571-A39A-127EC3A7D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688" y="2347913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85" name="Rectangle 41">
            <a:extLst>
              <a:ext uri="{FF2B5EF4-FFF2-40B4-BE49-F238E27FC236}">
                <a16:creationId xmlns:a16="http://schemas.microsoft.com/office/drawing/2014/main" id="{773E2A8A-5BC3-4BF7-A66C-4D3AF4B50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24415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86" name="Rectangle 42">
            <a:extLst>
              <a:ext uri="{FF2B5EF4-FFF2-40B4-BE49-F238E27FC236}">
                <a16:creationId xmlns:a16="http://schemas.microsoft.com/office/drawing/2014/main" id="{D75B82C8-72A5-4F6A-9F2B-4A252FF31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488" y="3435350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87" name="Freeform 43">
            <a:extLst>
              <a:ext uri="{FF2B5EF4-FFF2-40B4-BE49-F238E27FC236}">
                <a16:creationId xmlns:a16="http://schemas.microsoft.com/office/drawing/2014/main" id="{E22B8372-9FAF-4F6D-91A0-71DDA2A51267}"/>
              </a:ext>
            </a:extLst>
          </p:cNvPr>
          <p:cNvSpPr>
            <a:spLocks/>
          </p:cNvSpPr>
          <p:nvPr/>
        </p:nvSpPr>
        <p:spPr bwMode="auto">
          <a:xfrm>
            <a:off x="5521325" y="4302125"/>
            <a:ext cx="41275" cy="127000"/>
          </a:xfrm>
          <a:custGeom>
            <a:avLst/>
            <a:gdLst>
              <a:gd name="T0" fmla="*/ 0 w 53"/>
              <a:gd name="T1" fmla="*/ 0 h 159"/>
              <a:gd name="T2" fmla="*/ 2147483646 w 53"/>
              <a:gd name="T3" fmla="*/ 2147483646 h 159"/>
              <a:gd name="T4" fmla="*/ 2147483646 w 53"/>
              <a:gd name="T5" fmla="*/ 0 h 159"/>
              <a:gd name="T6" fmla="*/ 2147483646 w 53"/>
              <a:gd name="T7" fmla="*/ 0 h 159"/>
              <a:gd name="T8" fmla="*/ 0 w 53"/>
              <a:gd name="T9" fmla="*/ 0 h 1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159"/>
              <a:gd name="T17" fmla="*/ 53 w 53"/>
              <a:gd name="T18" fmla="*/ 159 h 1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159">
                <a:moveTo>
                  <a:pt x="0" y="0"/>
                </a:moveTo>
                <a:lnTo>
                  <a:pt x="26" y="159"/>
                </a:lnTo>
                <a:lnTo>
                  <a:pt x="53" y="0"/>
                </a:lnTo>
                <a:lnTo>
                  <a:pt x="2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88" name="Line 44">
            <a:extLst>
              <a:ext uri="{FF2B5EF4-FFF2-40B4-BE49-F238E27FC236}">
                <a16:creationId xmlns:a16="http://schemas.microsoft.com/office/drawing/2014/main" id="{1001FBFB-9777-4B3D-B1AD-FBC24EAAEC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41963" y="3860800"/>
            <a:ext cx="1587" cy="4413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89" name="Freeform 45">
            <a:extLst>
              <a:ext uri="{FF2B5EF4-FFF2-40B4-BE49-F238E27FC236}">
                <a16:creationId xmlns:a16="http://schemas.microsoft.com/office/drawing/2014/main" id="{A07D86FC-FB78-4546-BA09-6A44A9069FC3}"/>
              </a:ext>
            </a:extLst>
          </p:cNvPr>
          <p:cNvSpPr>
            <a:spLocks/>
          </p:cNvSpPr>
          <p:nvPr/>
        </p:nvSpPr>
        <p:spPr bwMode="auto">
          <a:xfrm>
            <a:off x="5730875" y="3124200"/>
            <a:ext cx="63500" cy="125413"/>
          </a:xfrm>
          <a:custGeom>
            <a:avLst/>
            <a:gdLst>
              <a:gd name="T0" fmla="*/ 0 w 79"/>
              <a:gd name="T1" fmla="*/ 0 h 160"/>
              <a:gd name="T2" fmla="*/ 2147483646 w 79"/>
              <a:gd name="T3" fmla="*/ 2147483646 h 160"/>
              <a:gd name="T4" fmla="*/ 2147483646 w 79"/>
              <a:gd name="T5" fmla="*/ 0 h 160"/>
              <a:gd name="T6" fmla="*/ 2147483646 w 79"/>
              <a:gd name="T7" fmla="*/ 0 h 160"/>
              <a:gd name="T8" fmla="*/ 0 w 79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160"/>
              <a:gd name="T17" fmla="*/ 79 w 79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160">
                <a:moveTo>
                  <a:pt x="0" y="0"/>
                </a:moveTo>
                <a:lnTo>
                  <a:pt x="53" y="160"/>
                </a:lnTo>
                <a:lnTo>
                  <a:pt x="79" y="0"/>
                </a:ln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90" name="Line 46">
            <a:extLst>
              <a:ext uri="{FF2B5EF4-FFF2-40B4-BE49-F238E27FC236}">
                <a16:creationId xmlns:a16="http://schemas.microsoft.com/office/drawing/2014/main" id="{713FA2CF-5318-485C-A5DD-94BB6E6990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3738" y="2681288"/>
            <a:ext cx="1587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91" name="Freeform 47">
            <a:extLst>
              <a:ext uri="{FF2B5EF4-FFF2-40B4-BE49-F238E27FC236}">
                <a16:creationId xmlns:a16="http://schemas.microsoft.com/office/drawing/2014/main" id="{A27E76F2-FB7C-4347-8A47-E847209FC88B}"/>
              </a:ext>
            </a:extLst>
          </p:cNvPr>
          <p:cNvSpPr>
            <a:spLocks/>
          </p:cNvSpPr>
          <p:nvPr/>
        </p:nvSpPr>
        <p:spPr bwMode="auto">
          <a:xfrm>
            <a:off x="5289550" y="3124200"/>
            <a:ext cx="63500" cy="125413"/>
          </a:xfrm>
          <a:custGeom>
            <a:avLst/>
            <a:gdLst>
              <a:gd name="T0" fmla="*/ 0 w 80"/>
              <a:gd name="T1" fmla="*/ 0 h 160"/>
              <a:gd name="T2" fmla="*/ 2147483646 w 80"/>
              <a:gd name="T3" fmla="*/ 2147483646 h 160"/>
              <a:gd name="T4" fmla="*/ 2147483646 w 80"/>
              <a:gd name="T5" fmla="*/ 0 h 160"/>
              <a:gd name="T6" fmla="*/ 2147483646 w 80"/>
              <a:gd name="T7" fmla="*/ 0 h 160"/>
              <a:gd name="T8" fmla="*/ 0 w 80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160"/>
              <a:gd name="T17" fmla="*/ 80 w 80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160">
                <a:moveTo>
                  <a:pt x="0" y="0"/>
                </a:moveTo>
                <a:lnTo>
                  <a:pt x="27" y="160"/>
                </a:lnTo>
                <a:lnTo>
                  <a:pt x="80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92" name="Line 48">
            <a:extLst>
              <a:ext uri="{FF2B5EF4-FFF2-40B4-BE49-F238E27FC236}">
                <a16:creationId xmlns:a16="http://schemas.microsoft.com/office/drawing/2014/main" id="{CBA101A6-52D6-4E7C-B9DC-41FD41EF34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0188" y="2681288"/>
            <a:ext cx="1587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93" name="Rectangle 49">
            <a:extLst>
              <a:ext uri="{FF2B5EF4-FFF2-40B4-BE49-F238E27FC236}">
                <a16:creationId xmlns:a16="http://schemas.microsoft.com/office/drawing/2014/main" id="{8160A118-BBEF-42A8-8C3B-8A3AB95DD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3529013"/>
            <a:ext cx="176213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94" name="Rectangle 50">
            <a:extLst>
              <a:ext uri="{FF2B5EF4-FFF2-40B4-BE49-F238E27FC236}">
                <a16:creationId xmlns:a16="http://schemas.microsoft.com/office/drawing/2014/main" id="{3F3CEF27-4E97-47AC-A5AF-899FDE26E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300" y="2347913"/>
            <a:ext cx="2238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y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95" name="Rectangle 51">
            <a:extLst>
              <a:ext uri="{FF2B5EF4-FFF2-40B4-BE49-F238E27FC236}">
                <a16:creationId xmlns:a16="http://schemas.microsoft.com/office/drawing/2014/main" id="{ACA90144-D513-4110-9F70-87F32BE43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24415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96" name="Rectangle 52">
            <a:extLst>
              <a:ext uri="{FF2B5EF4-FFF2-40B4-BE49-F238E27FC236}">
                <a16:creationId xmlns:a16="http://schemas.microsoft.com/office/drawing/2014/main" id="{CA4AF89C-267C-40E7-92DC-208E7DFFB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4456113"/>
            <a:ext cx="2111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97" name="Rectangle 53">
            <a:extLst>
              <a:ext uri="{FF2B5EF4-FFF2-40B4-BE49-F238E27FC236}">
                <a16:creationId xmlns:a16="http://schemas.microsoft.com/office/drawing/2014/main" id="{94035E04-5996-4F60-BA37-0BD03DA89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475" y="3271838"/>
            <a:ext cx="884238" cy="588962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98" name="Freeform 54">
            <a:extLst>
              <a:ext uri="{FF2B5EF4-FFF2-40B4-BE49-F238E27FC236}">
                <a16:creationId xmlns:a16="http://schemas.microsoft.com/office/drawing/2014/main" id="{6F876542-1BE1-4B82-B8FA-B5E67D055395}"/>
              </a:ext>
            </a:extLst>
          </p:cNvPr>
          <p:cNvSpPr>
            <a:spLocks/>
          </p:cNvSpPr>
          <p:nvPr/>
        </p:nvSpPr>
        <p:spPr bwMode="auto">
          <a:xfrm>
            <a:off x="7519988" y="3544888"/>
            <a:ext cx="127000" cy="63500"/>
          </a:xfrm>
          <a:custGeom>
            <a:avLst/>
            <a:gdLst>
              <a:gd name="T0" fmla="*/ 2147483646 w 159"/>
              <a:gd name="T1" fmla="*/ 0 h 79"/>
              <a:gd name="T2" fmla="*/ 0 w 159"/>
              <a:gd name="T3" fmla="*/ 2147483646 h 79"/>
              <a:gd name="T4" fmla="*/ 2147483646 w 159"/>
              <a:gd name="T5" fmla="*/ 2147483646 h 79"/>
              <a:gd name="T6" fmla="*/ 2147483646 w 159"/>
              <a:gd name="T7" fmla="*/ 2147483646 h 79"/>
              <a:gd name="T8" fmla="*/ 2147483646 w 15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79"/>
              <a:gd name="T17" fmla="*/ 159 w 15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79">
                <a:moveTo>
                  <a:pt x="159" y="0"/>
                </a:moveTo>
                <a:lnTo>
                  <a:pt x="0" y="26"/>
                </a:lnTo>
                <a:lnTo>
                  <a:pt x="159" y="79"/>
                </a:lnTo>
                <a:lnTo>
                  <a:pt x="159" y="26"/>
                </a:lnTo>
                <a:lnTo>
                  <a:pt x="159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99" name="Line 55">
            <a:extLst>
              <a:ext uri="{FF2B5EF4-FFF2-40B4-BE49-F238E27FC236}">
                <a16:creationId xmlns:a16="http://schemas.microsoft.com/office/drawing/2014/main" id="{D1185962-44A8-44D9-A363-2ED4FD4E20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46988" y="3565525"/>
            <a:ext cx="4413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00" name="Rectangle 56">
            <a:extLst>
              <a:ext uri="{FF2B5EF4-FFF2-40B4-BE49-F238E27FC236}">
                <a16:creationId xmlns:a16="http://schemas.microsoft.com/office/drawing/2014/main" id="{5BA1EB34-64AB-41CF-A658-D7A61C4BD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454977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01" name="Freeform 57">
            <a:extLst>
              <a:ext uri="{FF2B5EF4-FFF2-40B4-BE49-F238E27FC236}">
                <a16:creationId xmlns:a16="http://schemas.microsoft.com/office/drawing/2014/main" id="{1F93F221-24B6-41B7-B41D-6E2C6D0861B8}"/>
              </a:ext>
            </a:extLst>
          </p:cNvPr>
          <p:cNvSpPr>
            <a:spLocks/>
          </p:cNvSpPr>
          <p:nvPr/>
        </p:nvSpPr>
        <p:spPr bwMode="auto">
          <a:xfrm>
            <a:off x="7015163" y="4302125"/>
            <a:ext cx="42862" cy="127000"/>
          </a:xfrm>
          <a:custGeom>
            <a:avLst/>
            <a:gdLst>
              <a:gd name="T0" fmla="*/ 0 w 53"/>
              <a:gd name="T1" fmla="*/ 0 h 159"/>
              <a:gd name="T2" fmla="*/ 2147483646 w 53"/>
              <a:gd name="T3" fmla="*/ 2147483646 h 159"/>
              <a:gd name="T4" fmla="*/ 2147483646 w 53"/>
              <a:gd name="T5" fmla="*/ 0 h 159"/>
              <a:gd name="T6" fmla="*/ 2147483646 w 53"/>
              <a:gd name="T7" fmla="*/ 0 h 159"/>
              <a:gd name="T8" fmla="*/ 0 w 53"/>
              <a:gd name="T9" fmla="*/ 0 h 1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159"/>
              <a:gd name="T17" fmla="*/ 53 w 53"/>
              <a:gd name="T18" fmla="*/ 159 h 1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159">
                <a:moveTo>
                  <a:pt x="0" y="0"/>
                </a:moveTo>
                <a:lnTo>
                  <a:pt x="27" y="159"/>
                </a:lnTo>
                <a:lnTo>
                  <a:pt x="53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02" name="Line 58">
            <a:extLst>
              <a:ext uri="{FF2B5EF4-FFF2-40B4-BE49-F238E27FC236}">
                <a16:creationId xmlns:a16="http://schemas.microsoft.com/office/drawing/2014/main" id="{8444E67C-2B37-45D8-92CB-D0C587979C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5800" y="3860800"/>
            <a:ext cx="1588" cy="4413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03" name="Freeform 59">
            <a:extLst>
              <a:ext uri="{FF2B5EF4-FFF2-40B4-BE49-F238E27FC236}">
                <a16:creationId xmlns:a16="http://schemas.microsoft.com/office/drawing/2014/main" id="{358BFF05-A3C4-43D3-8F2C-1769636227A9}"/>
              </a:ext>
            </a:extLst>
          </p:cNvPr>
          <p:cNvSpPr>
            <a:spLocks/>
          </p:cNvSpPr>
          <p:nvPr/>
        </p:nvSpPr>
        <p:spPr bwMode="auto">
          <a:xfrm>
            <a:off x="7226300" y="3124200"/>
            <a:ext cx="61913" cy="125413"/>
          </a:xfrm>
          <a:custGeom>
            <a:avLst/>
            <a:gdLst>
              <a:gd name="T0" fmla="*/ 0 w 80"/>
              <a:gd name="T1" fmla="*/ 0 h 160"/>
              <a:gd name="T2" fmla="*/ 2147483646 w 80"/>
              <a:gd name="T3" fmla="*/ 2147483646 h 160"/>
              <a:gd name="T4" fmla="*/ 2147483646 w 80"/>
              <a:gd name="T5" fmla="*/ 0 h 160"/>
              <a:gd name="T6" fmla="*/ 2147483646 w 80"/>
              <a:gd name="T7" fmla="*/ 0 h 160"/>
              <a:gd name="T8" fmla="*/ 0 w 80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160"/>
              <a:gd name="T17" fmla="*/ 80 w 80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160">
                <a:moveTo>
                  <a:pt x="0" y="0"/>
                </a:moveTo>
                <a:lnTo>
                  <a:pt x="53" y="160"/>
                </a:lnTo>
                <a:lnTo>
                  <a:pt x="80" y="0"/>
                </a:ln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04" name="Line 60">
            <a:extLst>
              <a:ext uri="{FF2B5EF4-FFF2-40B4-BE49-F238E27FC236}">
                <a16:creationId xmlns:a16="http://schemas.microsoft.com/office/drawing/2014/main" id="{2FE27977-C290-4F67-A333-F03D930E1E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67575" y="2681288"/>
            <a:ext cx="1588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05" name="Freeform 61">
            <a:extLst>
              <a:ext uri="{FF2B5EF4-FFF2-40B4-BE49-F238E27FC236}">
                <a16:creationId xmlns:a16="http://schemas.microsoft.com/office/drawing/2014/main" id="{AB8B336A-E2E6-4A42-9534-26553518F564}"/>
              </a:ext>
            </a:extLst>
          </p:cNvPr>
          <p:cNvSpPr>
            <a:spLocks/>
          </p:cNvSpPr>
          <p:nvPr/>
        </p:nvSpPr>
        <p:spPr bwMode="auto">
          <a:xfrm>
            <a:off x="6783388" y="3124200"/>
            <a:ext cx="63500" cy="125413"/>
          </a:xfrm>
          <a:custGeom>
            <a:avLst/>
            <a:gdLst>
              <a:gd name="T0" fmla="*/ 0 w 80"/>
              <a:gd name="T1" fmla="*/ 0 h 160"/>
              <a:gd name="T2" fmla="*/ 2147483646 w 80"/>
              <a:gd name="T3" fmla="*/ 2147483646 h 160"/>
              <a:gd name="T4" fmla="*/ 2147483646 w 80"/>
              <a:gd name="T5" fmla="*/ 0 h 160"/>
              <a:gd name="T6" fmla="*/ 2147483646 w 80"/>
              <a:gd name="T7" fmla="*/ 0 h 160"/>
              <a:gd name="T8" fmla="*/ 0 w 80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160"/>
              <a:gd name="T17" fmla="*/ 80 w 80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160">
                <a:moveTo>
                  <a:pt x="0" y="0"/>
                </a:moveTo>
                <a:lnTo>
                  <a:pt x="27" y="160"/>
                </a:lnTo>
                <a:lnTo>
                  <a:pt x="80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06" name="Line 62">
            <a:extLst>
              <a:ext uri="{FF2B5EF4-FFF2-40B4-BE49-F238E27FC236}">
                <a16:creationId xmlns:a16="http://schemas.microsoft.com/office/drawing/2014/main" id="{0874A942-D6E9-4B30-B36F-118C4ECF35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2681288"/>
            <a:ext cx="1588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07" name="Rectangle 63">
            <a:extLst>
              <a:ext uri="{FF2B5EF4-FFF2-40B4-BE49-F238E27FC236}">
                <a16:creationId xmlns:a16="http://schemas.microsoft.com/office/drawing/2014/main" id="{49881661-E5E3-467B-A0F8-54E75BB1C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3563" y="3478213"/>
            <a:ext cx="3397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FA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08" name="Rectangle 64">
            <a:extLst>
              <a:ext uri="{FF2B5EF4-FFF2-40B4-BE49-F238E27FC236}">
                <a16:creationId xmlns:a16="http://schemas.microsoft.com/office/drawing/2014/main" id="{22693F6D-A6CC-4A5D-A5FF-6AD2E06E1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0300" y="3221038"/>
            <a:ext cx="2238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09" name="Rectangle 65">
            <a:extLst>
              <a:ext uri="{FF2B5EF4-FFF2-40B4-BE49-F238E27FC236}">
                <a16:creationId xmlns:a16="http://schemas.microsoft.com/office/drawing/2014/main" id="{2818DC30-8F12-4A1F-9750-50E879BF0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75" y="3316288"/>
            <a:ext cx="176213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10" name="Rectangle 66">
            <a:extLst>
              <a:ext uri="{FF2B5EF4-FFF2-40B4-BE49-F238E27FC236}">
                <a16:creationId xmlns:a16="http://schemas.microsoft.com/office/drawing/2014/main" id="{1E1DF12B-8D14-4132-B96B-6554F9BC2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347913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11" name="Rectangle 67">
            <a:extLst>
              <a:ext uri="{FF2B5EF4-FFF2-40B4-BE49-F238E27FC236}">
                <a16:creationId xmlns:a16="http://schemas.microsoft.com/office/drawing/2014/main" id="{86C78CBE-34FD-49D8-ADF3-B0450CC56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4663" y="244157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12" name="Rectangle 68">
            <a:extLst>
              <a:ext uri="{FF2B5EF4-FFF2-40B4-BE49-F238E27FC236}">
                <a16:creationId xmlns:a16="http://schemas.microsoft.com/office/drawing/2014/main" id="{495FC529-1855-40DE-8C6F-75E42ADC8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2347913"/>
            <a:ext cx="2238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y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13" name="Rectangle 69">
            <a:extLst>
              <a:ext uri="{FF2B5EF4-FFF2-40B4-BE49-F238E27FC236}">
                <a16:creationId xmlns:a16="http://schemas.microsoft.com/office/drawing/2014/main" id="{3A99BF80-9F14-4A3E-9821-276864972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275" y="24415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14" name="Rectangle 70">
            <a:extLst>
              <a:ext uri="{FF2B5EF4-FFF2-40B4-BE49-F238E27FC236}">
                <a16:creationId xmlns:a16="http://schemas.microsoft.com/office/drawing/2014/main" id="{967165D9-0514-44EE-AB3B-BCD5B7508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838" y="4456113"/>
            <a:ext cx="2111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15" name="Rectangle 71">
            <a:extLst>
              <a:ext uri="{FF2B5EF4-FFF2-40B4-BE49-F238E27FC236}">
                <a16:creationId xmlns:a16="http://schemas.microsoft.com/office/drawing/2014/main" id="{C3DCA3FE-3DDE-46F9-B819-66378276D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800" y="45497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16" name="Rectangle 72">
            <a:extLst>
              <a:ext uri="{FF2B5EF4-FFF2-40B4-BE49-F238E27FC236}">
                <a16:creationId xmlns:a16="http://schemas.microsoft.com/office/drawing/2014/main" id="{7508CA2C-889E-4ABF-B546-0E73C8E92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3433763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17" name="Freeform 73">
            <a:extLst>
              <a:ext uri="{FF2B5EF4-FFF2-40B4-BE49-F238E27FC236}">
                <a16:creationId xmlns:a16="http://schemas.microsoft.com/office/drawing/2014/main" id="{54B9F01C-6D36-4FF3-83F8-09FBE8B3AEBF}"/>
              </a:ext>
            </a:extLst>
          </p:cNvPr>
          <p:cNvSpPr>
            <a:spLocks/>
          </p:cNvSpPr>
          <p:nvPr/>
        </p:nvSpPr>
        <p:spPr bwMode="auto">
          <a:xfrm>
            <a:off x="3836988" y="3544888"/>
            <a:ext cx="42862" cy="41275"/>
          </a:xfrm>
          <a:custGeom>
            <a:avLst/>
            <a:gdLst>
              <a:gd name="T0" fmla="*/ 0 w 53"/>
              <a:gd name="T1" fmla="*/ 2147483646 h 53"/>
              <a:gd name="T2" fmla="*/ 0 w 53"/>
              <a:gd name="T3" fmla="*/ 2147483646 h 53"/>
              <a:gd name="T4" fmla="*/ 2147483646 w 53"/>
              <a:gd name="T5" fmla="*/ 2147483646 h 53"/>
              <a:gd name="T6" fmla="*/ 2147483646 w 53"/>
              <a:gd name="T7" fmla="*/ 2147483646 h 53"/>
              <a:gd name="T8" fmla="*/ 2147483646 w 53"/>
              <a:gd name="T9" fmla="*/ 2147483646 h 53"/>
              <a:gd name="T10" fmla="*/ 2147483646 w 53"/>
              <a:gd name="T11" fmla="*/ 2147483646 h 53"/>
              <a:gd name="T12" fmla="*/ 2147483646 w 53"/>
              <a:gd name="T13" fmla="*/ 2147483646 h 53"/>
              <a:gd name="T14" fmla="*/ 2147483646 w 53"/>
              <a:gd name="T15" fmla="*/ 2147483646 h 53"/>
              <a:gd name="T16" fmla="*/ 2147483646 w 53"/>
              <a:gd name="T17" fmla="*/ 2147483646 h 53"/>
              <a:gd name="T18" fmla="*/ 2147483646 w 53"/>
              <a:gd name="T19" fmla="*/ 0 h 53"/>
              <a:gd name="T20" fmla="*/ 2147483646 w 53"/>
              <a:gd name="T21" fmla="*/ 0 h 53"/>
              <a:gd name="T22" fmla="*/ 2147483646 w 53"/>
              <a:gd name="T23" fmla="*/ 0 h 53"/>
              <a:gd name="T24" fmla="*/ 2147483646 w 53"/>
              <a:gd name="T25" fmla="*/ 0 h 53"/>
              <a:gd name="T26" fmla="*/ 2147483646 w 53"/>
              <a:gd name="T27" fmla="*/ 2147483646 h 53"/>
              <a:gd name="T28" fmla="*/ 2147483646 w 53"/>
              <a:gd name="T29" fmla="*/ 2147483646 h 53"/>
              <a:gd name="T30" fmla="*/ 2147483646 w 53"/>
              <a:gd name="T31" fmla="*/ 2147483646 h 53"/>
              <a:gd name="T32" fmla="*/ 2147483646 w 53"/>
              <a:gd name="T33" fmla="*/ 2147483646 h 53"/>
              <a:gd name="T34" fmla="*/ 2147483646 w 53"/>
              <a:gd name="T35" fmla="*/ 2147483646 h 53"/>
              <a:gd name="T36" fmla="*/ 2147483646 w 53"/>
              <a:gd name="T37" fmla="*/ 2147483646 h 53"/>
              <a:gd name="T38" fmla="*/ 2147483646 w 53"/>
              <a:gd name="T39" fmla="*/ 2147483646 h 53"/>
              <a:gd name="T40" fmla="*/ 2147483646 w 53"/>
              <a:gd name="T41" fmla="*/ 2147483646 h 53"/>
              <a:gd name="T42" fmla="*/ 2147483646 w 53"/>
              <a:gd name="T43" fmla="*/ 2147483646 h 53"/>
              <a:gd name="T44" fmla="*/ 2147483646 w 53"/>
              <a:gd name="T45" fmla="*/ 2147483646 h 53"/>
              <a:gd name="T46" fmla="*/ 2147483646 w 53"/>
              <a:gd name="T47" fmla="*/ 2147483646 h 53"/>
              <a:gd name="T48" fmla="*/ 2147483646 w 53"/>
              <a:gd name="T49" fmla="*/ 2147483646 h 53"/>
              <a:gd name="T50" fmla="*/ 2147483646 w 53"/>
              <a:gd name="T51" fmla="*/ 2147483646 h 53"/>
              <a:gd name="T52" fmla="*/ 2147483646 w 53"/>
              <a:gd name="T53" fmla="*/ 2147483646 h 53"/>
              <a:gd name="T54" fmla="*/ 2147483646 w 53"/>
              <a:gd name="T55" fmla="*/ 2147483646 h 53"/>
              <a:gd name="T56" fmla="*/ 2147483646 w 53"/>
              <a:gd name="T57" fmla="*/ 2147483646 h 53"/>
              <a:gd name="T58" fmla="*/ 2147483646 w 53"/>
              <a:gd name="T59" fmla="*/ 2147483646 h 53"/>
              <a:gd name="T60" fmla="*/ 2147483646 w 53"/>
              <a:gd name="T61" fmla="*/ 2147483646 h 53"/>
              <a:gd name="T62" fmla="*/ 2147483646 w 53"/>
              <a:gd name="T63" fmla="*/ 2147483646 h 53"/>
              <a:gd name="T64" fmla="*/ 2147483646 w 53"/>
              <a:gd name="T65" fmla="*/ 2147483646 h 53"/>
              <a:gd name="T66" fmla="*/ 2147483646 w 53"/>
              <a:gd name="T67" fmla="*/ 2147483646 h 53"/>
              <a:gd name="T68" fmla="*/ 2147483646 w 53"/>
              <a:gd name="T69" fmla="*/ 2147483646 h 53"/>
              <a:gd name="T70" fmla="*/ 2147483646 w 53"/>
              <a:gd name="T71" fmla="*/ 2147483646 h 53"/>
              <a:gd name="T72" fmla="*/ 2147483646 w 53"/>
              <a:gd name="T73" fmla="*/ 2147483646 h 53"/>
              <a:gd name="T74" fmla="*/ 2147483646 w 53"/>
              <a:gd name="T75" fmla="*/ 2147483646 h 53"/>
              <a:gd name="T76" fmla="*/ 2147483646 w 53"/>
              <a:gd name="T77" fmla="*/ 2147483646 h 53"/>
              <a:gd name="T78" fmla="*/ 2147483646 w 53"/>
              <a:gd name="T79" fmla="*/ 2147483646 h 53"/>
              <a:gd name="T80" fmla="*/ 2147483646 w 53"/>
              <a:gd name="T81" fmla="*/ 2147483646 h 53"/>
              <a:gd name="T82" fmla="*/ 2147483646 w 53"/>
              <a:gd name="T83" fmla="*/ 2147483646 h 53"/>
              <a:gd name="T84" fmla="*/ 2147483646 w 53"/>
              <a:gd name="T85" fmla="*/ 2147483646 h 53"/>
              <a:gd name="T86" fmla="*/ 2147483646 w 53"/>
              <a:gd name="T87" fmla="*/ 2147483646 h 53"/>
              <a:gd name="T88" fmla="*/ 2147483646 w 53"/>
              <a:gd name="T89" fmla="*/ 2147483646 h 53"/>
              <a:gd name="T90" fmla="*/ 2147483646 w 53"/>
              <a:gd name="T91" fmla="*/ 2147483646 h 53"/>
              <a:gd name="T92" fmla="*/ 2147483646 w 53"/>
              <a:gd name="T93" fmla="*/ 2147483646 h 53"/>
              <a:gd name="T94" fmla="*/ 2147483646 w 53"/>
              <a:gd name="T95" fmla="*/ 2147483646 h 53"/>
              <a:gd name="T96" fmla="*/ 2147483646 w 53"/>
              <a:gd name="T97" fmla="*/ 2147483646 h 53"/>
              <a:gd name="T98" fmla="*/ 2147483646 w 53"/>
              <a:gd name="T99" fmla="*/ 2147483646 h 53"/>
              <a:gd name="T100" fmla="*/ 2147483646 w 53"/>
              <a:gd name="T101" fmla="*/ 2147483646 h 53"/>
              <a:gd name="T102" fmla="*/ 2147483646 w 53"/>
              <a:gd name="T103" fmla="*/ 2147483646 h 53"/>
              <a:gd name="T104" fmla="*/ 2147483646 w 53"/>
              <a:gd name="T105" fmla="*/ 2147483646 h 53"/>
              <a:gd name="T106" fmla="*/ 2147483646 w 53"/>
              <a:gd name="T107" fmla="*/ 2147483646 h 53"/>
              <a:gd name="T108" fmla="*/ 0 w 53"/>
              <a:gd name="T109" fmla="*/ 2147483646 h 53"/>
              <a:gd name="T110" fmla="*/ 0 w 53"/>
              <a:gd name="T111" fmla="*/ 2147483646 h 53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53"/>
              <a:gd name="T169" fmla="*/ 0 h 53"/>
              <a:gd name="T170" fmla="*/ 53 w 53"/>
              <a:gd name="T171" fmla="*/ 53 h 53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53" h="53">
                <a:moveTo>
                  <a:pt x="0" y="22"/>
                </a:moveTo>
                <a:lnTo>
                  <a:pt x="0" y="29"/>
                </a:lnTo>
                <a:lnTo>
                  <a:pt x="0" y="28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1" y="22"/>
                </a:lnTo>
                <a:lnTo>
                  <a:pt x="1" y="21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4" y="14"/>
                </a:lnTo>
                <a:lnTo>
                  <a:pt x="5" y="13"/>
                </a:lnTo>
                <a:lnTo>
                  <a:pt x="5" y="12"/>
                </a:lnTo>
                <a:lnTo>
                  <a:pt x="6" y="10"/>
                </a:lnTo>
                <a:lnTo>
                  <a:pt x="8" y="9"/>
                </a:lnTo>
                <a:lnTo>
                  <a:pt x="9" y="8"/>
                </a:lnTo>
                <a:lnTo>
                  <a:pt x="10" y="6"/>
                </a:lnTo>
                <a:lnTo>
                  <a:pt x="12" y="5"/>
                </a:lnTo>
                <a:lnTo>
                  <a:pt x="13" y="4"/>
                </a:lnTo>
                <a:lnTo>
                  <a:pt x="14" y="4"/>
                </a:lnTo>
                <a:lnTo>
                  <a:pt x="16" y="2"/>
                </a:lnTo>
                <a:lnTo>
                  <a:pt x="17" y="2"/>
                </a:lnTo>
                <a:lnTo>
                  <a:pt x="18" y="1"/>
                </a:lnTo>
                <a:lnTo>
                  <a:pt x="20" y="1"/>
                </a:lnTo>
                <a:lnTo>
                  <a:pt x="21" y="1"/>
                </a:lnTo>
                <a:lnTo>
                  <a:pt x="22" y="0"/>
                </a:lnTo>
                <a:lnTo>
                  <a:pt x="23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9" y="0"/>
                </a:lnTo>
                <a:lnTo>
                  <a:pt x="22" y="0"/>
                </a:lnTo>
                <a:lnTo>
                  <a:pt x="23" y="0"/>
                </a:lnTo>
                <a:lnTo>
                  <a:pt x="26" y="0"/>
                </a:lnTo>
                <a:lnTo>
                  <a:pt x="27" y="0"/>
                </a:lnTo>
                <a:lnTo>
                  <a:pt x="29" y="0"/>
                </a:lnTo>
                <a:lnTo>
                  <a:pt x="30" y="0"/>
                </a:lnTo>
                <a:lnTo>
                  <a:pt x="31" y="1"/>
                </a:lnTo>
                <a:lnTo>
                  <a:pt x="33" y="1"/>
                </a:lnTo>
                <a:lnTo>
                  <a:pt x="34" y="1"/>
                </a:lnTo>
                <a:lnTo>
                  <a:pt x="35" y="2"/>
                </a:lnTo>
                <a:lnTo>
                  <a:pt x="37" y="2"/>
                </a:lnTo>
                <a:lnTo>
                  <a:pt x="38" y="4"/>
                </a:lnTo>
                <a:lnTo>
                  <a:pt x="39" y="4"/>
                </a:lnTo>
                <a:lnTo>
                  <a:pt x="41" y="5"/>
                </a:lnTo>
                <a:lnTo>
                  <a:pt x="42" y="6"/>
                </a:lnTo>
                <a:lnTo>
                  <a:pt x="42" y="8"/>
                </a:lnTo>
                <a:lnTo>
                  <a:pt x="43" y="8"/>
                </a:lnTo>
                <a:lnTo>
                  <a:pt x="45" y="9"/>
                </a:lnTo>
                <a:lnTo>
                  <a:pt x="46" y="10"/>
                </a:lnTo>
                <a:lnTo>
                  <a:pt x="46" y="12"/>
                </a:lnTo>
                <a:lnTo>
                  <a:pt x="47" y="13"/>
                </a:lnTo>
                <a:lnTo>
                  <a:pt x="49" y="14"/>
                </a:lnTo>
                <a:lnTo>
                  <a:pt x="50" y="16"/>
                </a:lnTo>
                <a:lnTo>
                  <a:pt x="50" y="17"/>
                </a:lnTo>
                <a:lnTo>
                  <a:pt x="51" y="18"/>
                </a:lnTo>
                <a:lnTo>
                  <a:pt x="51" y="21"/>
                </a:lnTo>
                <a:lnTo>
                  <a:pt x="51" y="22"/>
                </a:lnTo>
                <a:lnTo>
                  <a:pt x="51" y="24"/>
                </a:lnTo>
                <a:lnTo>
                  <a:pt x="53" y="25"/>
                </a:lnTo>
                <a:lnTo>
                  <a:pt x="53" y="26"/>
                </a:lnTo>
                <a:lnTo>
                  <a:pt x="53" y="28"/>
                </a:lnTo>
                <a:lnTo>
                  <a:pt x="53" y="29"/>
                </a:lnTo>
                <a:lnTo>
                  <a:pt x="53" y="22"/>
                </a:lnTo>
                <a:lnTo>
                  <a:pt x="53" y="24"/>
                </a:lnTo>
                <a:lnTo>
                  <a:pt x="53" y="25"/>
                </a:lnTo>
                <a:lnTo>
                  <a:pt x="53" y="26"/>
                </a:lnTo>
                <a:lnTo>
                  <a:pt x="51" y="29"/>
                </a:lnTo>
                <a:lnTo>
                  <a:pt x="51" y="30"/>
                </a:lnTo>
                <a:lnTo>
                  <a:pt x="51" y="31"/>
                </a:lnTo>
                <a:lnTo>
                  <a:pt x="51" y="33"/>
                </a:lnTo>
                <a:lnTo>
                  <a:pt x="50" y="34"/>
                </a:lnTo>
                <a:lnTo>
                  <a:pt x="50" y="35"/>
                </a:lnTo>
                <a:lnTo>
                  <a:pt x="49" y="37"/>
                </a:lnTo>
                <a:lnTo>
                  <a:pt x="49" y="38"/>
                </a:lnTo>
                <a:lnTo>
                  <a:pt x="47" y="39"/>
                </a:lnTo>
                <a:lnTo>
                  <a:pt x="46" y="41"/>
                </a:lnTo>
                <a:lnTo>
                  <a:pt x="45" y="42"/>
                </a:lnTo>
                <a:lnTo>
                  <a:pt x="43" y="43"/>
                </a:lnTo>
                <a:lnTo>
                  <a:pt x="42" y="45"/>
                </a:lnTo>
                <a:lnTo>
                  <a:pt x="41" y="46"/>
                </a:lnTo>
                <a:lnTo>
                  <a:pt x="39" y="47"/>
                </a:lnTo>
                <a:lnTo>
                  <a:pt x="38" y="47"/>
                </a:lnTo>
                <a:lnTo>
                  <a:pt x="37" y="49"/>
                </a:lnTo>
                <a:lnTo>
                  <a:pt x="35" y="49"/>
                </a:lnTo>
                <a:lnTo>
                  <a:pt x="34" y="50"/>
                </a:lnTo>
                <a:lnTo>
                  <a:pt x="33" y="50"/>
                </a:lnTo>
                <a:lnTo>
                  <a:pt x="31" y="51"/>
                </a:lnTo>
                <a:lnTo>
                  <a:pt x="30" y="51"/>
                </a:lnTo>
                <a:lnTo>
                  <a:pt x="29" y="51"/>
                </a:lnTo>
                <a:lnTo>
                  <a:pt x="27" y="51"/>
                </a:lnTo>
                <a:lnTo>
                  <a:pt x="26" y="53"/>
                </a:lnTo>
                <a:lnTo>
                  <a:pt x="23" y="53"/>
                </a:lnTo>
                <a:lnTo>
                  <a:pt x="22" y="53"/>
                </a:lnTo>
                <a:lnTo>
                  <a:pt x="29" y="53"/>
                </a:lnTo>
                <a:lnTo>
                  <a:pt x="27" y="53"/>
                </a:lnTo>
                <a:lnTo>
                  <a:pt x="26" y="53"/>
                </a:lnTo>
                <a:lnTo>
                  <a:pt x="25" y="51"/>
                </a:lnTo>
                <a:lnTo>
                  <a:pt x="23" y="51"/>
                </a:lnTo>
                <a:lnTo>
                  <a:pt x="22" y="51"/>
                </a:lnTo>
                <a:lnTo>
                  <a:pt x="21" y="51"/>
                </a:lnTo>
                <a:lnTo>
                  <a:pt x="20" y="50"/>
                </a:lnTo>
                <a:lnTo>
                  <a:pt x="18" y="50"/>
                </a:lnTo>
                <a:lnTo>
                  <a:pt x="17" y="49"/>
                </a:lnTo>
                <a:lnTo>
                  <a:pt x="16" y="49"/>
                </a:lnTo>
                <a:lnTo>
                  <a:pt x="14" y="47"/>
                </a:lnTo>
                <a:lnTo>
                  <a:pt x="13" y="47"/>
                </a:lnTo>
                <a:lnTo>
                  <a:pt x="12" y="46"/>
                </a:lnTo>
                <a:lnTo>
                  <a:pt x="10" y="45"/>
                </a:lnTo>
                <a:lnTo>
                  <a:pt x="9" y="45"/>
                </a:lnTo>
                <a:lnTo>
                  <a:pt x="9" y="43"/>
                </a:lnTo>
                <a:lnTo>
                  <a:pt x="8" y="42"/>
                </a:lnTo>
                <a:lnTo>
                  <a:pt x="6" y="41"/>
                </a:lnTo>
                <a:lnTo>
                  <a:pt x="5" y="41"/>
                </a:lnTo>
                <a:lnTo>
                  <a:pt x="5" y="39"/>
                </a:lnTo>
                <a:lnTo>
                  <a:pt x="4" y="38"/>
                </a:lnTo>
                <a:lnTo>
                  <a:pt x="4" y="37"/>
                </a:lnTo>
                <a:lnTo>
                  <a:pt x="2" y="35"/>
                </a:lnTo>
                <a:lnTo>
                  <a:pt x="2" y="34"/>
                </a:lnTo>
                <a:lnTo>
                  <a:pt x="1" y="33"/>
                </a:lnTo>
                <a:lnTo>
                  <a:pt x="1" y="31"/>
                </a:lnTo>
                <a:lnTo>
                  <a:pt x="1" y="30"/>
                </a:lnTo>
                <a:lnTo>
                  <a:pt x="0" y="29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18" name="Freeform 74">
            <a:extLst>
              <a:ext uri="{FF2B5EF4-FFF2-40B4-BE49-F238E27FC236}">
                <a16:creationId xmlns:a16="http://schemas.microsoft.com/office/drawing/2014/main" id="{C8936017-BBC4-4FDD-9B67-6121D7011E6F}"/>
              </a:ext>
            </a:extLst>
          </p:cNvPr>
          <p:cNvSpPr>
            <a:spLocks/>
          </p:cNvSpPr>
          <p:nvPr/>
        </p:nvSpPr>
        <p:spPr bwMode="auto">
          <a:xfrm>
            <a:off x="4005263" y="3544888"/>
            <a:ext cx="42862" cy="41275"/>
          </a:xfrm>
          <a:custGeom>
            <a:avLst/>
            <a:gdLst>
              <a:gd name="T0" fmla="*/ 0 w 53"/>
              <a:gd name="T1" fmla="*/ 2147483646 h 53"/>
              <a:gd name="T2" fmla="*/ 0 w 53"/>
              <a:gd name="T3" fmla="*/ 2147483646 h 53"/>
              <a:gd name="T4" fmla="*/ 2147483646 w 53"/>
              <a:gd name="T5" fmla="*/ 2147483646 h 53"/>
              <a:gd name="T6" fmla="*/ 2147483646 w 53"/>
              <a:gd name="T7" fmla="*/ 2147483646 h 53"/>
              <a:gd name="T8" fmla="*/ 2147483646 w 53"/>
              <a:gd name="T9" fmla="*/ 2147483646 h 53"/>
              <a:gd name="T10" fmla="*/ 2147483646 w 53"/>
              <a:gd name="T11" fmla="*/ 2147483646 h 53"/>
              <a:gd name="T12" fmla="*/ 2147483646 w 53"/>
              <a:gd name="T13" fmla="*/ 2147483646 h 53"/>
              <a:gd name="T14" fmla="*/ 2147483646 w 53"/>
              <a:gd name="T15" fmla="*/ 2147483646 h 53"/>
              <a:gd name="T16" fmla="*/ 2147483646 w 53"/>
              <a:gd name="T17" fmla="*/ 2147483646 h 53"/>
              <a:gd name="T18" fmla="*/ 2147483646 w 53"/>
              <a:gd name="T19" fmla="*/ 0 h 53"/>
              <a:gd name="T20" fmla="*/ 2147483646 w 53"/>
              <a:gd name="T21" fmla="*/ 0 h 53"/>
              <a:gd name="T22" fmla="*/ 2147483646 w 53"/>
              <a:gd name="T23" fmla="*/ 0 h 53"/>
              <a:gd name="T24" fmla="*/ 2147483646 w 53"/>
              <a:gd name="T25" fmla="*/ 0 h 53"/>
              <a:gd name="T26" fmla="*/ 2147483646 w 53"/>
              <a:gd name="T27" fmla="*/ 2147483646 h 53"/>
              <a:gd name="T28" fmla="*/ 2147483646 w 53"/>
              <a:gd name="T29" fmla="*/ 2147483646 h 53"/>
              <a:gd name="T30" fmla="*/ 2147483646 w 53"/>
              <a:gd name="T31" fmla="*/ 2147483646 h 53"/>
              <a:gd name="T32" fmla="*/ 2147483646 w 53"/>
              <a:gd name="T33" fmla="*/ 2147483646 h 53"/>
              <a:gd name="T34" fmla="*/ 2147483646 w 53"/>
              <a:gd name="T35" fmla="*/ 2147483646 h 53"/>
              <a:gd name="T36" fmla="*/ 2147483646 w 53"/>
              <a:gd name="T37" fmla="*/ 2147483646 h 53"/>
              <a:gd name="T38" fmla="*/ 2147483646 w 53"/>
              <a:gd name="T39" fmla="*/ 2147483646 h 53"/>
              <a:gd name="T40" fmla="*/ 2147483646 w 53"/>
              <a:gd name="T41" fmla="*/ 2147483646 h 53"/>
              <a:gd name="T42" fmla="*/ 2147483646 w 53"/>
              <a:gd name="T43" fmla="*/ 2147483646 h 53"/>
              <a:gd name="T44" fmla="*/ 2147483646 w 53"/>
              <a:gd name="T45" fmla="*/ 2147483646 h 53"/>
              <a:gd name="T46" fmla="*/ 2147483646 w 53"/>
              <a:gd name="T47" fmla="*/ 2147483646 h 53"/>
              <a:gd name="T48" fmla="*/ 2147483646 w 53"/>
              <a:gd name="T49" fmla="*/ 2147483646 h 53"/>
              <a:gd name="T50" fmla="*/ 2147483646 w 53"/>
              <a:gd name="T51" fmla="*/ 2147483646 h 53"/>
              <a:gd name="T52" fmla="*/ 2147483646 w 53"/>
              <a:gd name="T53" fmla="*/ 2147483646 h 53"/>
              <a:gd name="T54" fmla="*/ 2147483646 w 53"/>
              <a:gd name="T55" fmla="*/ 2147483646 h 53"/>
              <a:gd name="T56" fmla="*/ 2147483646 w 53"/>
              <a:gd name="T57" fmla="*/ 2147483646 h 53"/>
              <a:gd name="T58" fmla="*/ 2147483646 w 53"/>
              <a:gd name="T59" fmla="*/ 2147483646 h 53"/>
              <a:gd name="T60" fmla="*/ 2147483646 w 53"/>
              <a:gd name="T61" fmla="*/ 2147483646 h 53"/>
              <a:gd name="T62" fmla="*/ 2147483646 w 53"/>
              <a:gd name="T63" fmla="*/ 2147483646 h 53"/>
              <a:gd name="T64" fmla="*/ 2147483646 w 53"/>
              <a:gd name="T65" fmla="*/ 2147483646 h 53"/>
              <a:gd name="T66" fmla="*/ 2147483646 w 53"/>
              <a:gd name="T67" fmla="*/ 2147483646 h 53"/>
              <a:gd name="T68" fmla="*/ 2147483646 w 53"/>
              <a:gd name="T69" fmla="*/ 2147483646 h 53"/>
              <a:gd name="T70" fmla="*/ 2147483646 w 53"/>
              <a:gd name="T71" fmla="*/ 2147483646 h 53"/>
              <a:gd name="T72" fmla="*/ 2147483646 w 53"/>
              <a:gd name="T73" fmla="*/ 2147483646 h 53"/>
              <a:gd name="T74" fmla="*/ 2147483646 w 53"/>
              <a:gd name="T75" fmla="*/ 2147483646 h 53"/>
              <a:gd name="T76" fmla="*/ 2147483646 w 53"/>
              <a:gd name="T77" fmla="*/ 2147483646 h 53"/>
              <a:gd name="T78" fmla="*/ 2147483646 w 53"/>
              <a:gd name="T79" fmla="*/ 2147483646 h 53"/>
              <a:gd name="T80" fmla="*/ 2147483646 w 53"/>
              <a:gd name="T81" fmla="*/ 2147483646 h 53"/>
              <a:gd name="T82" fmla="*/ 2147483646 w 53"/>
              <a:gd name="T83" fmla="*/ 2147483646 h 53"/>
              <a:gd name="T84" fmla="*/ 2147483646 w 53"/>
              <a:gd name="T85" fmla="*/ 2147483646 h 53"/>
              <a:gd name="T86" fmla="*/ 2147483646 w 53"/>
              <a:gd name="T87" fmla="*/ 2147483646 h 53"/>
              <a:gd name="T88" fmla="*/ 2147483646 w 53"/>
              <a:gd name="T89" fmla="*/ 2147483646 h 53"/>
              <a:gd name="T90" fmla="*/ 2147483646 w 53"/>
              <a:gd name="T91" fmla="*/ 2147483646 h 53"/>
              <a:gd name="T92" fmla="*/ 2147483646 w 53"/>
              <a:gd name="T93" fmla="*/ 2147483646 h 53"/>
              <a:gd name="T94" fmla="*/ 2147483646 w 53"/>
              <a:gd name="T95" fmla="*/ 2147483646 h 53"/>
              <a:gd name="T96" fmla="*/ 2147483646 w 53"/>
              <a:gd name="T97" fmla="*/ 2147483646 h 53"/>
              <a:gd name="T98" fmla="*/ 2147483646 w 53"/>
              <a:gd name="T99" fmla="*/ 2147483646 h 53"/>
              <a:gd name="T100" fmla="*/ 2147483646 w 53"/>
              <a:gd name="T101" fmla="*/ 2147483646 h 53"/>
              <a:gd name="T102" fmla="*/ 2147483646 w 53"/>
              <a:gd name="T103" fmla="*/ 2147483646 h 53"/>
              <a:gd name="T104" fmla="*/ 2147483646 w 53"/>
              <a:gd name="T105" fmla="*/ 2147483646 h 53"/>
              <a:gd name="T106" fmla="*/ 2147483646 w 53"/>
              <a:gd name="T107" fmla="*/ 2147483646 h 53"/>
              <a:gd name="T108" fmla="*/ 0 w 53"/>
              <a:gd name="T109" fmla="*/ 2147483646 h 53"/>
              <a:gd name="T110" fmla="*/ 0 w 53"/>
              <a:gd name="T111" fmla="*/ 2147483646 h 53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53"/>
              <a:gd name="T169" fmla="*/ 0 h 53"/>
              <a:gd name="T170" fmla="*/ 53 w 53"/>
              <a:gd name="T171" fmla="*/ 53 h 53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53" h="53">
                <a:moveTo>
                  <a:pt x="0" y="22"/>
                </a:moveTo>
                <a:lnTo>
                  <a:pt x="0" y="29"/>
                </a:lnTo>
                <a:lnTo>
                  <a:pt x="0" y="28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1" y="22"/>
                </a:lnTo>
                <a:lnTo>
                  <a:pt x="1" y="21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4" y="14"/>
                </a:lnTo>
                <a:lnTo>
                  <a:pt x="5" y="13"/>
                </a:lnTo>
                <a:lnTo>
                  <a:pt x="5" y="12"/>
                </a:lnTo>
                <a:lnTo>
                  <a:pt x="6" y="10"/>
                </a:lnTo>
                <a:lnTo>
                  <a:pt x="8" y="9"/>
                </a:lnTo>
                <a:lnTo>
                  <a:pt x="9" y="8"/>
                </a:lnTo>
                <a:lnTo>
                  <a:pt x="10" y="6"/>
                </a:lnTo>
                <a:lnTo>
                  <a:pt x="12" y="5"/>
                </a:lnTo>
                <a:lnTo>
                  <a:pt x="13" y="4"/>
                </a:lnTo>
                <a:lnTo>
                  <a:pt x="14" y="4"/>
                </a:lnTo>
                <a:lnTo>
                  <a:pt x="16" y="2"/>
                </a:lnTo>
                <a:lnTo>
                  <a:pt x="17" y="2"/>
                </a:lnTo>
                <a:lnTo>
                  <a:pt x="18" y="1"/>
                </a:lnTo>
                <a:lnTo>
                  <a:pt x="20" y="1"/>
                </a:lnTo>
                <a:lnTo>
                  <a:pt x="21" y="1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8" y="0"/>
                </a:lnTo>
                <a:lnTo>
                  <a:pt x="2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8" y="0"/>
                </a:lnTo>
                <a:lnTo>
                  <a:pt x="29" y="0"/>
                </a:lnTo>
                <a:lnTo>
                  <a:pt x="30" y="0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6" y="2"/>
                </a:lnTo>
                <a:lnTo>
                  <a:pt x="37" y="2"/>
                </a:lnTo>
                <a:lnTo>
                  <a:pt x="38" y="4"/>
                </a:lnTo>
                <a:lnTo>
                  <a:pt x="39" y="4"/>
                </a:lnTo>
                <a:lnTo>
                  <a:pt x="41" y="5"/>
                </a:lnTo>
                <a:lnTo>
                  <a:pt x="42" y="6"/>
                </a:lnTo>
                <a:lnTo>
                  <a:pt x="42" y="8"/>
                </a:lnTo>
                <a:lnTo>
                  <a:pt x="43" y="8"/>
                </a:lnTo>
                <a:lnTo>
                  <a:pt x="45" y="9"/>
                </a:lnTo>
                <a:lnTo>
                  <a:pt x="46" y="10"/>
                </a:lnTo>
                <a:lnTo>
                  <a:pt x="46" y="12"/>
                </a:lnTo>
                <a:lnTo>
                  <a:pt x="47" y="13"/>
                </a:lnTo>
                <a:lnTo>
                  <a:pt x="49" y="14"/>
                </a:lnTo>
                <a:lnTo>
                  <a:pt x="50" y="16"/>
                </a:lnTo>
                <a:lnTo>
                  <a:pt x="50" y="17"/>
                </a:lnTo>
                <a:lnTo>
                  <a:pt x="51" y="18"/>
                </a:lnTo>
                <a:lnTo>
                  <a:pt x="51" y="21"/>
                </a:lnTo>
                <a:lnTo>
                  <a:pt x="51" y="22"/>
                </a:lnTo>
                <a:lnTo>
                  <a:pt x="51" y="24"/>
                </a:lnTo>
                <a:lnTo>
                  <a:pt x="53" y="25"/>
                </a:lnTo>
                <a:lnTo>
                  <a:pt x="53" y="26"/>
                </a:lnTo>
                <a:lnTo>
                  <a:pt x="53" y="28"/>
                </a:lnTo>
                <a:lnTo>
                  <a:pt x="53" y="29"/>
                </a:lnTo>
                <a:lnTo>
                  <a:pt x="53" y="22"/>
                </a:lnTo>
                <a:lnTo>
                  <a:pt x="53" y="24"/>
                </a:lnTo>
                <a:lnTo>
                  <a:pt x="53" y="25"/>
                </a:lnTo>
                <a:lnTo>
                  <a:pt x="53" y="26"/>
                </a:lnTo>
                <a:lnTo>
                  <a:pt x="51" y="29"/>
                </a:lnTo>
                <a:lnTo>
                  <a:pt x="51" y="30"/>
                </a:lnTo>
                <a:lnTo>
                  <a:pt x="51" y="31"/>
                </a:lnTo>
                <a:lnTo>
                  <a:pt x="51" y="33"/>
                </a:lnTo>
                <a:lnTo>
                  <a:pt x="50" y="34"/>
                </a:lnTo>
                <a:lnTo>
                  <a:pt x="50" y="35"/>
                </a:lnTo>
                <a:lnTo>
                  <a:pt x="49" y="37"/>
                </a:lnTo>
                <a:lnTo>
                  <a:pt x="49" y="38"/>
                </a:lnTo>
                <a:lnTo>
                  <a:pt x="47" y="39"/>
                </a:lnTo>
                <a:lnTo>
                  <a:pt x="46" y="41"/>
                </a:lnTo>
                <a:lnTo>
                  <a:pt x="45" y="42"/>
                </a:lnTo>
                <a:lnTo>
                  <a:pt x="43" y="43"/>
                </a:lnTo>
                <a:lnTo>
                  <a:pt x="42" y="45"/>
                </a:lnTo>
                <a:lnTo>
                  <a:pt x="41" y="46"/>
                </a:lnTo>
                <a:lnTo>
                  <a:pt x="39" y="47"/>
                </a:lnTo>
                <a:lnTo>
                  <a:pt x="38" y="47"/>
                </a:lnTo>
                <a:lnTo>
                  <a:pt x="37" y="49"/>
                </a:lnTo>
                <a:lnTo>
                  <a:pt x="36" y="49"/>
                </a:lnTo>
                <a:lnTo>
                  <a:pt x="34" y="50"/>
                </a:lnTo>
                <a:lnTo>
                  <a:pt x="33" y="50"/>
                </a:lnTo>
                <a:lnTo>
                  <a:pt x="32" y="51"/>
                </a:lnTo>
                <a:lnTo>
                  <a:pt x="30" y="51"/>
                </a:lnTo>
                <a:lnTo>
                  <a:pt x="29" y="51"/>
                </a:lnTo>
                <a:lnTo>
                  <a:pt x="28" y="51"/>
                </a:lnTo>
                <a:lnTo>
                  <a:pt x="26" y="53"/>
                </a:lnTo>
                <a:lnTo>
                  <a:pt x="24" y="53"/>
                </a:lnTo>
                <a:lnTo>
                  <a:pt x="22" y="53"/>
                </a:lnTo>
                <a:lnTo>
                  <a:pt x="29" y="53"/>
                </a:lnTo>
                <a:lnTo>
                  <a:pt x="28" y="53"/>
                </a:lnTo>
                <a:lnTo>
                  <a:pt x="26" y="53"/>
                </a:lnTo>
                <a:lnTo>
                  <a:pt x="25" y="51"/>
                </a:lnTo>
                <a:lnTo>
                  <a:pt x="24" y="51"/>
                </a:lnTo>
                <a:lnTo>
                  <a:pt x="22" y="51"/>
                </a:lnTo>
                <a:lnTo>
                  <a:pt x="21" y="51"/>
                </a:lnTo>
                <a:lnTo>
                  <a:pt x="20" y="50"/>
                </a:lnTo>
                <a:lnTo>
                  <a:pt x="18" y="50"/>
                </a:lnTo>
                <a:lnTo>
                  <a:pt x="17" y="49"/>
                </a:lnTo>
                <a:lnTo>
                  <a:pt x="16" y="49"/>
                </a:lnTo>
                <a:lnTo>
                  <a:pt x="14" y="47"/>
                </a:lnTo>
                <a:lnTo>
                  <a:pt x="13" y="47"/>
                </a:lnTo>
                <a:lnTo>
                  <a:pt x="12" y="46"/>
                </a:lnTo>
                <a:lnTo>
                  <a:pt x="10" y="45"/>
                </a:lnTo>
                <a:lnTo>
                  <a:pt x="9" y="45"/>
                </a:lnTo>
                <a:lnTo>
                  <a:pt x="9" y="43"/>
                </a:lnTo>
                <a:lnTo>
                  <a:pt x="8" y="42"/>
                </a:lnTo>
                <a:lnTo>
                  <a:pt x="6" y="41"/>
                </a:lnTo>
                <a:lnTo>
                  <a:pt x="5" y="41"/>
                </a:lnTo>
                <a:lnTo>
                  <a:pt x="5" y="39"/>
                </a:lnTo>
                <a:lnTo>
                  <a:pt x="4" y="38"/>
                </a:lnTo>
                <a:lnTo>
                  <a:pt x="4" y="37"/>
                </a:lnTo>
                <a:lnTo>
                  <a:pt x="2" y="35"/>
                </a:lnTo>
                <a:lnTo>
                  <a:pt x="2" y="34"/>
                </a:lnTo>
                <a:lnTo>
                  <a:pt x="1" y="33"/>
                </a:lnTo>
                <a:lnTo>
                  <a:pt x="1" y="31"/>
                </a:lnTo>
                <a:lnTo>
                  <a:pt x="1" y="30"/>
                </a:lnTo>
                <a:lnTo>
                  <a:pt x="0" y="29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19" name="Freeform 75">
            <a:extLst>
              <a:ext uri="{FF2B5EF4-FFF2-40B4-BE49-F238E27FC236}">
                <a16:creationId xmlns:a16="http://schemas.microsoft.com/office/drawing/2014/main" id="{FC491DB8-9357-459A-90F0-E21D36214C6E}"/>
              </a:ext>
            </a:extLst>
          </p:cNvPr>
          <p:cNvSpPr>
            <a:spLocks/>
          </p:cNvSpPr>
          <p:nvPr/>
        </p:nvSpPr>
        <p:spPr bwMode="auto">
          <a:xfrm>
            <a:off x="4173538" y="3544888"/>
            <a:ext cx="42862" cy="41275"/>
          </a:xfrm>
          <a:custGeom>
            <a:avLst/>
            <a:gdLst>
              <a:gd name="T0" fmla="*/ 0 w 53"/>
              <a:gd name="T1" fmla="*/ 2147483646 h 53"/>
              <a:gd name="T2" fmla="*/ 0 w 53"/>
              <a:gd name="T3" fmla="*/ 2147483646 h 53"/>
              <a:gd name="T4" fmla="*/ 2147483646 w 53"/>
              <a:gd name="T5" fmla="*/ 2147483646 h 53"/>
              <a:gd name="T6" fmla="*/ 2147483646 w 53"/>
              <a:gd name="T7" fmla="*/ 2147483646 h 53"/>
              <a:gd name="T8" fmla="*/ 2147483646 w 53"/>
              <a:gd name="T9" fmla="*/ 2147483646 h 53"/>
              <a:gd name="T10" fmla="*/ 2147483646 w 53"/>
              <a:gd name="T11" fmla="*/ 2147483646 h 53"/>
              <a:gd name="T12" fmla="*/ 2147483646 w 53"/>
              <a:gd name="T13" fmla="*/ 2147483646 h 53"/>
              <a:gd name="T14" fmla="*/ 2147483646 w 53"/>
              <a:gd name="T15" fmla="*/ 2147483646 h 53"/>
              <a:gd name="T16" fmla="*/ 2147483646 w 53"/>
              <a:gd name="T17" fmla="*/ 2147483646 h 53"/>
              <a:gd name="T18" fmla="*/ 2147483646 w 53"/>
              <a:gd name="T19" fmla="*/ 0 h 53"/>
              <a:gd name="T20" fmla="*/ 2147483646 w 53"/>
              <a:gd name="T21" fmla="*/ 0 h 53"/>
              <a:gd name="T22" fmla="*/ 2147483646 w 53"/>
              <a:gd name="T23" fmla="*/ 0 h 53"/>
              <a:gd name="T24" fmla="*/ 2147483646 w 53"/>
              <a:gd name="T25" fmla="*/ 0 h 53"/>
              <a:gd name="T26" fmla="*/ 2147483646 w 53"/>
              <a:gd name="T27" fmla="*/ 2147483646 h 53"/>
              <a:gd name="T28" fmla="*/ 2147483646 w 53"/>
              <a:gd name="T29" fmla="*/ 2147483646 h 53"/>
              <a:gd name="T30" fmla="*/ 2147483646 w 53"/>
              <a:gd name="T31" fmla="*/ 2147483646 h 53"/>
              <a:gd name="T32" fmla="*/ 2147483646 w 53"/>
              <a:gd name="T33" fmla="*/ 2147483646 h 53"/>
              <a:gd name="T34" fmla="*/ 2147483646 w 53"/>
              <a:gd name="T35" fmla="*/ 2147483646 h 53"/>
              <a:gd name="T36" fmla="*/ 2147483646 w 53"/>
              <a:gd name="T37" fmla="*/ 2147483646 h 53"/>
              <a:gd name="T38" fmla="*/ 2147483646 w 53"/>
              <a:gd name="T39" fmla="*/ 2147483646 h 53"/>
              <a:gd name="T40" fmla="*/ 2147483646 w 53"/>
              <a:gd name="T41" fmla="*/ 2147483646 h 53"/>
              <a:gd name="T42" fmla="*/ 2147483646 w 53"/>
              <a:gd name="T43" fmla="*/ 2147483646 h 53"/>
              <a:gd name="T44" fmla="*/ 2147483646 w 53"/>
              <a:gd name="T45" fmla="*/ 2147483646 h 53"/>
              <a:gd name="T46" fmla="*/ 2147483646 w 53"/>
              <a:gd name="T47" fmla="*/ 2147483646 h 53"/>
              <a:gd name="T48" fmla="*/ 2147483646 w 53"/>
              <a:gd name="T49" fmla="*/ 2147483646 h 53"/>
              <a:gd name="T50" fmla="*/ 2147483646 w 53"/>
              <a:gd name="T51" fmla="*/ 2147483646 h 53"/>
              <a:gd name="T52" fmla="*/ 2147483646 w 53"/>
              <a:gd name="T53" fmla="*/ 2147483646 h 53"/>
              <a:gd name="T54" fmla="*/ 2147483646 w 53"/>
              <a:gd name="T55" fmla="*/ 2147483646 h 53"/>
              <a:gd name="T56" fmla="*/ 2147483646 w 53"/>
              <a:gd name="T57" fmla="*/ 2147483646 h 53"/>
              <a:gd name="T58" fmla="*/ 2147483646 w 53"/>
              <a:gd name="T59" fmla="*/ 2147483646 h 53"/>
              <a:gd name="T60" fmla="*/ 2147483646 w 53"/>
              <a:gd name="T61" fmla="*/ 2147483646 h 53"/>
              <a:gd name="T62" fmla="*/ 2147483646 w 53"/>
              <a:gd name="T63" fmla="*/ 2147483646 h 53"/>
              <a:gd name="T64" fmla="*/ 2147483646 w 53"/>
              <a:gd name="T65" fmla="*/ 2147483646 h 53"/>
              <a:gd name="T66" fmla="*/ 2147483646 w 53"/>
              <a:gd name="T67" fmla="*/ 2147483646 h 53"/>
              <a:gd name="T68" fmla="*/ 2147483646 w 53"/>
              <a:gd name="T69" fmla="*/ 2147483646 h 53"/>
              <a:gd name="T70" fmla="*/ 2147483646 w 53"/>
              <a:gd name="T71" fmla="*/ 2147483646 h 53"/>
              <a:gd name="T72" fmla="*/ 2147483646 w 53"/>
              <a:gd name="T73" fmla="*/ 2147483646 h 53"/>
              <a:gd name="T74" fmla="*/ 2147483646 w 53"/>
              <a:gd name="T75" fmla="*/ 2147483646 h 53"/>
              <a:gd name="T76" fmla="*/ 2147483646 w 53"/>
              <a:gd name="T77" fmla="*/ 2147483646 h 53"/>
              <a:gd name="T78" fmla="*/ 2147483646 w 53"/>
              <a:gd name="T79" fmla="*/ 2147483646 h 53"/>
              <a:gd name="T80" fmla="*/ 2147483646 w 53"/>
              <a:gd name="T81" fmla="*/ 2147483646 h 53"/>
              <a:gd name="T82" fmla="*/ 2147483646 w 53"/>
              <a:gd name="T83" fmla="*/ 2147483646 h 53"/>
              <a:gd name="T84" fmla="*/ 2147483646 w 53"/>
              <a:gd name="T85" fmla="*/ 2147483646 h 53"/>
              <a:gd name="T86" fmla="*/ 2147483646 w 53"/>
              <a:gd name="T87" fmla="*/ 2147483646 h 53"/>
              <a:gd name="T88" fmla="*/ 2147483646 w 53"/>
              <a:gd name="T89" fmla="*/ 2147483646 h 53"/>
              <a:gd name="T90" fmla="*/ 2147483646 w 53"/>
              <a:gd name="T91" fmla="*/ 2147483646 h 53"/>
              <a:gd name="T92" fmla="*/ 2147483646 w 53"/>
              <a:gd name="T93" fmla="*/ 2147483646 h 53"/>
              <a:gd name="T94" fmla="*/ 2147483646 w 53"/>
              <a:gd name="T95" fmla="*/ 2147483646 h 53"/>
              <a:gd name="T96" fmla="*/ 2147483646 w 53"/>
              <a:gd name="T97" fmla="*/ 2147483646 h 53"/>
              <a:gd name="T98" fmla="*/ 2147483646 w 53"/>
              <a:gd name="T99" fmla="*/ 2147483646 h 53"/>
              <a:gd name="T100" fmla="*/ 2147483646 w 53"/>
              <a:gd name="T101" fmla="*/ 2147483646 h 53"/>
              <a:gd name="T102" fmla="*/ 2147483646 w 53"/>
              <a:gd name="T103" fmla="*/ 2147483646 h 53"/>
              <a:gd name="T104" fmla="*/ 2147483646 w 53"/>
              <a:gd name="T105" fmla="*/ 2147483646 h 53"/>
              <a:gd name="T106" fmla="*/ 2147483646 w 53"/>
              <a:gd name="T107" fmla="*/ 2147483646 h 53"/>
              <a:gd name="T108" fmla="*/ 0 w 53"/>
              <a:gd name="T109" fmla="*/ 2147483646 h 53"/>
              <a:gd name="T110" fmla="*/ 0 w 53"/>
              <a:gd name="T111" fmla="*/ 2147483646 h 53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53"/>
              <a:gd name="T169" fmla="*/ 0 h 53"/>
              <a:gd name="T170" fmla="*/ 53 w 53"/>
              <a:gd name="T171" fmla="*/ 53 h 53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53" h="53">
                <a:moveTo>
                  <a:pt x="0" y="22"/>
                </a:moveTo>
                <a:lnTo>
                  <a:pt x="0" y="29"/>
                </a:lnTo>
                <a:lnTo>
                  <a:pt x="0" y="28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1" y="22"/>
                </a:lnTo>
                <a:lnTo>
                  <a:pt x="1" y="21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4" y="14"/>
                </a:lnTo>
                <a:lnTo>
                  <a:pt x="5" y="13"/>
                </a:lnTo>
                <a:lnTo>
                  <a:pt x="5" y="12"/>
                </a:lnTo>
                <a:lnTo>
                  <a:pt x="6" y="10"/>
                </a:lnTo>
                <a:lnTo>
                  <a:pt x="8" y="9"/>
                </a:lnTo>
                <a:lnTo>
                  <a:pt x="9" y="8"/>
                </a:lnTo>
                <a:lnTo>
                  <a:pt x="10" y="6"/>
                </a:lnTo>
                <a:lnTo>
                  <a:pt x="12" y="5"/>
                </a:lnTo>
                <a:lnTo>
                  <a:pt x="13" y="4"/>
                </a:lnTo>
                <a:lnTo>
                  <a:pt x="14" y="4"/>
                </a:lnTo>
                <a:lnTo>
                  <a:pt x="16" y="2"/>
                </a:lnTo>
                <a:lnTo>
                  <a:pt x="17" y="2"/>
                </a:lnTo>
                <a:lnTo>
                  <a:pt x="18" y="1"/>
                </a:lnTo>
                <a:lnTo>
                  <a:pt x="20" y="1"/>
                </a:lnTo>
                <a:lnTo>
                  <a:pt x="21" y="1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8" y="0"/>
                </a:lnTo>
                <a:lnTo>
                  <a:pt x="2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8" y="0"/>
                </a:lnTo>
                <a:lnTo>
                  <a:pt x="29" y="0"/>
                </a:lnTo>
                <a:lnTo>
                  <a:pt x="30" y="0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6" y="2"/>
                </a:lnTo>
                <a:lnTo>
                  <a:pt x="37" y="2"/>
                </a:lnTo>
                <a:lnTo>
                  <a:pt x="38" y="4"/>
                </a:lnTo>
                <a:lnTo>
                  <a:pt x="40" y="4"/>
                </a:lnTo>
                <a:lnTo>
                  <a:pt x="41" y="5"/>
                </a:lnTo>
                <a:lnTo>
                  <a:pt x="42" y="6"/>
                </a:lnTo>
                <a:lnTo>
                  <a:pt x="42" y="8"/>
                </a:lnTo>
                <a:lnTo>
                  <a:pt x="44" y="8"/>
                </a:lnTo>
                <a:lnTo>
                  <a:pt x="45" y="9"/>
                </a:lnTo>
                <a:lnTo>
                  <a:pt x="46" y="10"/>
                </a:lnTo>
                <a:lnTo>
                  <a:pt x="46" y="12"/>
                </a:lnTo>
                <a:lnTo>
                  <a:pt x="48" y="13"/>
                </a:lnTo>
                <a:lnTo>
                  <a:pt x="49" y="14"/>
                </a:lnTo>
                <a:lnTo>
                  <a:pt x="50" y="16"/>
                </a:lnTo>
                <a:lnTo>
                  <a:pt x="50" y="17"/>
                </a:lnTo>
                <a:lnTo>
                  <a:pt x="52" y="18"/>
                </a:lnTo>
                <a:lnTo>
                  <a:pt x="52" y="21"/>
                </a:lnTo>
                <a:lnTo>
                  <a:pt x="52" y="22"/>
                </a:lnTo>
                <a:lnTo>
                  <a:pt x="52" y="24"/>
                </a:lnTo>
                <a:lnTo>
                  <a:pt x="53" y="25"/>
                </a:lnTo>
                <a:lnTo>
                  <a:pt x="53" y="26"/>
                </a:lnTo>
                <a:lnTo>
                  <a:pt x="53" y="28"/>
                </a:lnTo>
                <a:lnTo>
                  <a:pt x="53" y="29"/>
                </a:lnTo>
                <a:lnTo>
                  <a:pt x="53" y="22"/>
                </a:lnTo>
                <a:lnTo>
                  <a:pt x="53" y="24"/>
                </a:lnTo>
                <a:lnTo>
                  <a:pt x="53" y="25"/>
                </a:lnTo>
                <a:lnTo>
                  <a:pt x="53" y="26"/>
                </a:lnTo>
                <a:lnTo>
                  <a:pt x="52" y="29"/>
                </a:lnTo>
                <a:lnTo>
                  <a:pt x="52" y="30"/>
                </a:lnTo>
                <a:lnTo>
                  <a:pt x="52" y="31"/>
                </a:lnTo>
                <a:lnTo>
                  <a:pt x="52" y="33"/>
                </a:lnTo>
                <a:lnTo>
                  <a:pt x="50" y="34"/>
                </a:lnTo>
                <a:lnTo>
                  <a:pt x="50" y="35"/>
                </a:lnTo>
                <a:lnTo>
                  <a:pt x="49" y="37"/>
                </a:lnTo>
                <a:lnTo>
                  <a:pt x="49" y="38"/>
                </a:lnTo>
                <a:lnTo>
                  <a:pt x="48" y="39"/>
                </a:lnTo>
                <a:lnTo>
                  <a:pt x="46" y="41"/>
                </a:lnTo>
                <a:lnTo>
                  <a:pt x="45" y="42"/>
                </a:lnTo>
                <a:lnTo>
                  <a:pt x="44" y="43"/>
                </a:lnTo>
                <a:lnTo>
                  <a:pt x="42" y="45"/>
                </a:lnTo>
                <a:lnTo>
                  <a:pt x="41" y="46"/>
                </a:lnTo>
                <a:lnTo>
                  <a:pt x="40" y="47"/>
                </a:lnTo>
                <a:lnTo>
                  <a:pt x="38" y="47"/>
                </a:lnTo>
                <a:lnTo>
                  <a:pt x="37" y="49"/>
                </a:lnTo>
                <a:lnTo>
                  <a:pt x="36" y="49"/>
                </a:lnTo>
                <a:lnTo>
                  <a:pt x="34" y="50"/>
                </a:lnTo>
                <a:lnTo>
                  <a:pt x="33" y="50"/>
                </a:lnTo>
                <a:lnTo>
                  <a:pt x="32" y="51"/>
                </a:lnTo>
                <a:lnTo>
                  <a:pt x="30" y="51"/>
                </a:lnTo>
                <a:lnTo>
                  <a:pt x="29" y="51"/>
                </a:lnTo>
                <a:lnTo>
                  <a:pt x="28" y="51"/>
                </a:lnTo>
                <a:lnTo>
                  <a:pt x="26" y="53"/>
                </a:lnTo>
                <a:lnTo>
                  <a:pt x="24" y="53"/>
                </a:lnTo>
                <a:lnTo>
                  <a:pt x="22" y="53"/>
                </a:lnTo>
                <a:lnTo>
                  <a:pt x="29" y="53"/>
                </a:lnTo>
                <a:lnTo>
                  <a:pt x="28" y="53"/>
                </a:lnTo>
                <a:lnTo>
                  <a:pt x="26" y="53"/>
                </a:lnTo>
                <a:lnTo>
                  <a:pt x="25" y="51"/>
                </a:lnTo>
                <a:lnTo>
                  <a:pt x="24" y="51"/>
                </a:lnTo>
                <a:lnTo>
                  <a:pt x="22" y="51"/>
                </a:lnTo>
                <a:lnTo>
                  <a:pt x="21" y="51"/>
                </a:lnTo>
                <a:lnTo>
                  <a:pt x="20" y="50"/>
                </a:lnTo>
                <a:lnTo>
                  <a:pt x="18" y="50"/>
                </a:lnTo>
                <a:lnTo>
                  <a:pt x="17" y="49"/>
                </a:lnTo>
                <a:lnTo>
                  <a:pt x="16" y="49"/>
                </a:lnTo>
                <a:lnTo>
                  <a:pt x="14" y="47"/>
                </a:lnTo>
                <a:lnTo>
                  <a:pt x="13" y="47"/>
                </a:lnTo>
                <a:lnTo>
                  <a:pt x="12" y="46"/>
                </a:lnTo>
                <a:lnTo>
                  <a:pt x="10" y="45"/>
                </a:lnTo>
                <a:lnTo>
                  <a:pt x="9" y="45"/>
                </a:lnTo>
                <a:lnTo>
                  <a:pt x="9" y="43"/>
                </a:lnTo>
                <a:lnTo>
                  <a:pt x="8" y="42"/>
                </a:lnTo>
                <a:lnTo>
                  <a:pt x="6" y="41"/>
                </a:lnTo>
                <a:lnTo>
                  <a:pt x="5" y="41"/>
                </a:lnTo>
                <a:lnTo>
                  <a:pt x="5" y="39"/>
                </a:lnTo>
                <a:lnTo>
                  <a:pt x="4" y="38"/>
                </a:lnTo>
                <a:lnTo>
                  <a:pt x="4" y="37"/>
                </a:lnTo>
                <a:lnTo>
                  <a:pt x="2" y="35"/>
                </a:lnTo>
                <a:lnTo>
                  <a:pt x="2" y="34"/>
                </a:lnTo>
                <a:lnTo>
                  <a:pt x="1" y="33"/>
                </a:lnTo>
                <a:lnTo>
                  <a:pt x="1" y="31"/>
                </a:lnTo>
                <a:lnTo>
                  <a:pt x="1" y="30"/>
                </a:lnTo>
                <a:lnTo>
                  <a:pt x="0" y="29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20" name="Rectangle 76">
            <a:extLst>
              <a:ext uri="{FF2B5EF4-FFF2-40B4-BE49-F238E27FC236}">
                <a16:creationId xmlns:a16="http://schemas.microsoft.com/office/drawing/2014/main" id="{EA5F3E36-E6E4-45C2-A9C5-8E9ABD797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1988" y="352742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21" name="Rectangle 77">
            <a:extLst>
              <a:ext uri="{FF2B5EF4-FFF2-40B4-BE49-F238E27FC236}">
                <a16:creationId xmlns:a16="http://schemas.microsoft.com/office/drawing/2014/main" id="{F902AD45-6975-42AE-98FC-87A0DAA6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4830763"/>
            <a:ext cx="1219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MSB position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22" name="Rectangle 78">
            <a:extLst>
              <a:ext uri="{FF2B5EF4-FFF2-40B4-BE49-F238E27FC236}">
                <a16:creationId xmlns:a16="http://schemas.microsoft.com/office/drawing/2014/main" id="{DBFA24B2-E8A9-4DC7-9B1B-6B804CAA2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2563" y="4830763"/>
            <a:ext cx="1162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LSB position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323" name="Title 1">
            <a:extLst>
              <a:ext uri="{FF2B5EF4-FFF2-40B4-BE49-F238E27FC236}">
                <a16:creationId xmlns:a16="http://schemas.microsoft.com/office/drawing/2014/main" id="{4801BF2D-2E21-4553-B58B-6A1C73E25B0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n</a:t>
            </a: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-bit ripple-carry adder</a:t>
            </a:r>
          </a:p>
        </p:txBody>
      </p:sp>
      <p:sp>
        <p:nvSpPr>
          <p:cNvPr id="53324" name="TextBox 125">
            <a:extLst>
              <a:ext uri="{FF2B5EF4-FFF2-40B4-BE49-F238E27FC236}">
                <a16:creationId xmlns:a16="http://schemas.microsoft.com/office/drawing/2014/main" id="{FC4FF790-008A-48CA-BC22-08FA1ABDF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200" y="6477000"/>
            <a:ext cx="2463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3.5 from the textbook 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585645-7F4D-4774-B7A3-8F873C836FDC}"/>
              </a:ext>
            </a:extLst>
          </p:cNvPr>
          <p:cNvSpPr/>
          <p:nvPr/>
        </p:nvSpPr>
        <p:spPr>
          <a:xfrm>
            <a:off x="200025" y="5568950"/>
            <a:ext cx="86407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Because of the way the carry signals “ripple” through the full-adder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stages, the circuit in Figure 3.5 is called a ripple-carry adder.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13B64F-CEB9-47BF-8CC2-954AA5EA8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889" y="430275"/>
            <a:ext cx="2205582" cy="15897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F5229C9-A65E-4432-88AE-99BEB7FBD9AA}"/>
                  </a:ext>
                </a:extLst>
              </p14:cNvPr>
              <p14:cNvContentPartPr/>
              <p14:nvPr/>
            </p14:nvContentPartPr>
            <p14:xfrm>
              <a:off x="8171640" y="561960"/>
              <a:ext cx="856440" cy="1248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F5229C9-A65E-4432-88AE-99BEB7FBD9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62280" y="552600"/>
                <a:ext cx="875160" cy="126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4">
            <a:extLst>
              <a:ext uri="{FF2B5EF4-FFF2-40B4-BE49-F238E27FC236}">
                <a16:creationId xmlns:a16="http://schemas.microsoft.com/office/drawing/2014/main" id="{A4081772-AE91-463D-880B-A1C90DA62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271838"/>
            <a:ext cx="884238" cy="588962"/>
          </a:xfrm>
          <a:prstGeom prst="rect">
            <a:avLst/>
          </a:prstGeom>
          <a:solidFill>
            <a:srgbClr val="FFFFFF"/>
          </a:solidFill>
          <a:ln w="206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74" name="Freeform 5">
            <a:extLst>
              <a:ext uri="{FF2B5EF4-FFF2-40B4-BE49-F238E27FC236}">
                <a16:creationId xmlns:a16="http://schemas.microsoft.com/office/drawing/2014/main" id="{332DA7A7-FF9C-4546-88CF-52CF816C6D3F}"/>
              </a:ext>
            </a:extLst>
          </p:cNvPr>
          <p:cNvSpPr>
            <a:spLocks/>
          </p:cNvSpPr>
          <p:nvPr/>
        </p:nvSpPr>
        <p:spPr bwMode="auto">
          <a:xfrm>
            <a:off x="1206500" y="3544888"/>
            <a:ext cx="127000" cy="63500"/>
          </a:xfrm>
          <a:custGeom>
            <a:avLst/>
            <a:gdLst>
              <a:gd name="T0" fmla="*/ 2147483646 w 159"/>
              <a:gd name="T1" fmla="*/ 0 h 79"/>
              <a:gd name="T2" fmla="*/ 0 w 159"/>
              <a:gd name="T3" fmla="*/ 2147483646 h 79"/>
              <a:gd name="T4" fmla="*/ 2147483646 w 159"/>
              <a:gd name="T5" fmla="*/ 2147483646 h 79"/>
              <a:gd name="T6" fmla="*/ 2147483646 w 159"/>
              <a:gd name="T7" fmla="*/ 2147483646 h 79"/>
              <a:gd name="T8" fmla="*/ 2147483646 w 15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79"/>
              <a:gd name="T17" fmla="*/ 159 w 15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79">
                <a:moveTo>
                  <a:pt x="159" y="0"/>
                </a:moveTo>
                <a:lnTo>
                  <a:pt x="0" y="26"/>
                </a:lnTo>
                <a:lnTo>
                  <a:pt x="159" y="79"/>
                </a:lnTo>
                <a:lnTo>
                  <a:pt x="159" y="26"/>
                </a:lnTo>
                <a:lnTo>
                  <a:pt x="159" y="0"/>
                </a:lnTo>
                <a:close/>
              </a:path>
            </a:pathLst>
          </a:custGeom>
          <a:solidFill>
            <a:schemeClr val="tx1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75" name="Line 6">
            <a:extLst>
              <a:ext uri="{FF2B5EF4-FFF2-40B4-BE49-F238E27FC236}">
                <a16:creationId xmlns:a16="http://schemas.microsoft.com/office/drawing/2014/main" id="{8FCC38D0-DDE8-42DF-B468-086645B85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3565525"/>
            <a:ext cx="4413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76" name="Freeform 7">
            <a:extLst>
              <a:ext uri="{FF2B5EF4-FFF2-40B4-BE49-F238E27FC236}">
                <a16:creationId xmlns:a16="http://schemas.microsoft.com/office/drawing/2014/main" id="{C046CB2D-A4F8-4290-A63D-AD2F7F7C7BBA}"/>
              </a:ext>
            </a:extLst>
          </p:cNvPr>
          <p:cNvSpPr>
            <a:spLocks/>
          </p:cNvSpPr>
          <p:nvPr/>
        </p:nvSpPr>
        <p:spPr bwMode="auto">
          <a:xfrm>
            <a:off x="2700338" y="3544888"/>
            <a:ext cx="127000" cy="63500"/>
          </a:xfrm>
          <a:custGeom>
            <a:avLst/>
            <a:gdLst>
              <a:gd name="T0" fmla="*/ 2147483646 w 159"/>
              <a:gd name="T1" fmla="*/ 0 h 79"/>
              <a:gd name="T2" fmla="*/ 0 w 159"/>
              <a:gd name="T3" fmla="*/ 2147483646 h 79"/>
              <a:gd name="T4" fmla="*/ 2147483646 w 159"/>
              <a:gd name="T5" fmla="*/ 2147483646 h 79"/>
              <a:gd name="T6" fmla="*/ 2147483646 w 159"/>
              <a:gd name="T7" fmla="*/ 2147483646 h 79"/>
              <a:gd name="T8" fmla="*/ 2147483646 w 15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79"/>
              <a:gd name="T17" fmla="*/ 159 w 15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79">
                <a:moveTo>
                  <a:pt x="159" y="0"/>
                </a:moveTo>
                <a:lnTo>
                  <a:pt x="0" y="26"/>
                </a:lnTo>
                <a:lnTo>
                  <a:pt x="159" y="79"/>
                </a:lnTo>
                <a:lnTo>
                  <a:pt x="159" y="26"/>
                </a:lnTo>
                <a:lnTo>
                  <a:pt x="159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77" name="Line 8">
            <a:extLst>
              <a:ext uri="{FF2B5EF4-FFF2-40B4-BE49-F238E27FC236}">
                <a16:creationId xmlns:a16="http://schemas.microsoft.com/office/drawing/2014/main" id="{EB0E97CF-5B7C-425D-A361-15E7B0F2BE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27338" y="3565525"/>
            <a:ext cx="29527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78" name="Rectangle 9">
            <a:extLst>
              <a:ext uri="{FF2B5EF4-FFF2-40B4-BE49-F238E27FC236}">
                <a16:creationId xmlns:a16="http://schemas.microsoft.com/office/drawing/2014/main" id="{3D672085-4F99-4493-9C67-4070A2B81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0" y="3478213"/>
            <a:ext cx="3397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FA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79" name="Rectangle 10">
            <a:extLst>
              <a:ext uri="{FF2B5EF4-FFF2-40B4-BE49-F238E27FC236}">
                <a16:creationId xmlns:a16="http://schemas.microsoft.com/office/drawing/2014/main" id="{ADDE2DFC-9BCB-44C0-8B37-44605F90C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2352675"/>
            <a:ext cx="2238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80" name="Rectangle 11">
            <a:extLst>
              <a:ext uri="{FF2B5EF4-FFF2-40B4-BE49-F238E27FC236}">
                <a16:creationId xmlns:a16="http://schemas.microsoft.com/office/drawing/2014/main" id="{FE811E9D-29B6-4AE8-B95A-850B8B1C5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447925"/>
            <a:ext cx="1905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n –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81" name="Rectangle 12">
            <a:extLst>
              <a:ext uri="{FF2B5EF4-FFF2-40B4-BE49-F238E27FC236}">
                <a16:creationId xmlns:a16="http://schemas.microsoft.com/office/drawing/2014/main" id="{147994CA-7DDC-4D0E-920E-8596B2161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244792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82" name="Rectangle 14">
            <a:extLst>
              <a:ext uri="{FF2B5EF4-FFF2-40B4-BE49-F238E27FC236}">
                <a16:creationId xmlns:a16="http://schemas.microsoft.com/office/drawing/2014/main" id="{1443318F-F243-4760-A07C-05FC7FD6E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088" y="3419475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83" name="Rectangle 15">
            <a:extLst>
              <a:ext uri="{FF2B5EF4-FFF2-40B4-BE49-F238E27FC236}">
                <a16:creationId xmlns:a16="http://schemas.microsoft.com/office/drawing/2014/main" id="{F78DFCBC-1532-4D1E-8101-CE2BF50DA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3513138"/>
            <a:ext cx="176212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n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84" name="Rectangle 16">
            <a:extLst>
              <a:ext uri="{FF2B5EF4-FFF2-40B4-BE49-F238E27FC236}">
                <a16:creationId xmlns:a16="http://schemas.microsoft.com/office/drawing/2014/main" id="{2CB5C095-ED9A-46EA-B56D-94649FFB2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963" y="3417888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85" name="Rectangle 17">
            <a:extLst>
              <a:ext uri="{FF2B5EF4-FFF2-40B4-BE49-F238E27FC236}">
                <a16:creationId xmlns:a16="http://schemas.microsoft.com/office/drawing/2014/main" id="{C92EB226-C321-4285-9848-58DCC277C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3511550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n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86" name="Rectangle 18">
            <a:extLst>
              <a:ext uri="{FF2B5EF4-FFF2-40B4-BE49-F238E27FC236}">
                <a16:creationId xmlns:a16="http://schemas.microsoft.com/office/drawing/2014/main" id="{A44B2B54-A5EE-4D88-8362-044724B02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8700" y="3511550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87" name="Freeform 19">
            <a:extLst>
              <a:ext uri="{FF2B5EF4-FFF2-40B4-BE49-F238E27FC236}">
                <a16:creationId xmlns:a16="http://schemas.microsoft.com/office/drawing/2014/main" id="{1FE6B998-39EC-47D8-94B3-62D36917C000}"/>
              </a:ext>
            </a:extLst>
          </p:cNvPr>
          <p:cNvSpPr>
            <a:spLocks/>
          </p:cNvSpPr>
          <p:nvPr/>
        </p:nvSpPr>
        <p:spPr bwMode="auto">
          <a:xfrm>
            <a:off x="2195513" y="4302125"/>
            <a:ext cx="42862" cy="127000"/>
          </a:xfrm>
          <a:custGeom>
            <a:avLst/>
            <a:gdLst>
              <a:gd name="T0" fmla="*/ 0 w 53"/>
              <a:gd name="T1" fmla="*/ 0 h 159"/>
              <a:gd name="T2" fmla="*/ 2147483646 w 53"/>
              <a:gd name="T3" fmla="*/ 2147483646 h 159"/>
              <a:gd name="T4" fmla="*/ 2147483646 w 53"/>
              <a:gd name="T5" fmla="*/ 0 h 159"/>
              <a:gd name="T6" fmla="*/ 2147483646 w 53"/>
              <a:gd name="T7" fmla="*/ 0 h 159"/>
              <a:gd name="T8" fmla="*/ 0 w 53"/>
              <a:gd name="T9" fmla="*/ 0 h 1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159"/>
              <a:gd name="T17" fmla="*/ 53 w 53"/>
              <a:gd name="T18" fmla="*/ 159 h 1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159">
                <a:moveTo>
                  <a:pt x="0" y="0"/>
                </a:moveTo>
                <a:lnTo>
                  <a:pt x="26" y="159"/>
                </a:lnTo>
                <a:lnTo>
                  <a:pt x="53" y="0"/>
                </a:lnTo>
                <a:lnTo>
                  <a:pt x="2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88" name="Line 20">
            <a:extLst>
              <a:ext uri="{FF2B5EF4-FFF2-40B4-BE49-F238E27FC236}">
                <a16:creationId xmlns:a16="http://schemas.microsoft.com/office/drawing/2014/main" id="{1B25BD06-6C22-46CB-B807-AC6C46D539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17738" y="3860800"/>
            <a:ext cx="1587" cy="4413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89" name="Freeform 21">
            <a:extLst>
              <a:ext uri="{FF2B5EF4-FFF2-40B4-BE49-F238E27FC236}">
                <a16:creationId xmlns:a16="http://schemas.microsoft.com/office/drawing/2014/main" id="{E74EF850-671C-456B-9391-94FB58916F91}"/>
              </a:ext>
            </a:extLst>
          </p:cNvPr>
          <p:cNvSpPr>
            <a:spLocks/>
          </p:cNvSpPr>
          <p:nvPr/>
        </p:nvSpPr>
        <p:spPr bwMode="auto">
          <a:xfrm>
            <a:off x="2406650" y="3124200"/>
            <a:ext cx="63500" cy="125413"/>
          </a:xfrm>
          <a:custGeom>
            <a:avLst/>
            <a:gdLst>
              <a:gd name="T0" fmla="*/ 0 w 79"/>
              <a:gd name="T1" fmla="*/ 0 h 160"/>
              <a:gd name="T2" fmla="*/ 2147483646 w 79"/>
              <a:gd name="T3" fmla="*/ 2147483646 h 160"/>
              <a:gd name="T4" fmla="*/ 2147483646 w 79"/>
              <a:gd name="T5" fmla="*/ 0 h 160"/>
              <a:gd name="T6" fmla="*/ 2147483646 w 79"/>
              <a:gd name="T7" fmla="*/ 0 h 160"/>
              <a:gd name="T8" fmla="*/ 0 w 79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160"/>
              <a:gd name="T17" fmla="*/ 79 w 79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160">
                <a:moveTo>
                  <a:pt x="0" y="0"/>
                </a:moveTo>
                <a:lnTo>
                  <a:pt x="53" y="160"/>
                </a:lnTo>
                <a:lnTo>
                  <a:pt x="79" y="0"/>
                </a:ln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90" name="Line 22">
            <a:extLst>
              <a:ext uri="{FF2B5EF4-FFF2-40B4-BE49-F238E27FC236}">
                <a16:creationId xmlns:a16="http://schemas.microsoft.com/office/drawing/2014/main" id="{2019163B-26B3-4166-908D-F1711AD1B1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7925" y="2681288"/>
            <a:ext cx="1588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91" name="Freeform 23">
            <a:extLst>
              <a:ext uri="{FF2B5EF4-FFF2-40B4-BE49-F238E27FC236}">
                <a16:creationId xmlns:a16="http://schemas.microsoft.com/office/drawing/2014/main" id="{66AFCE31-1F5C-46A2-9932-1FDC8E6E117E}"/>
              </a:ext>
            </a:extLst>
          </p:cNvPr>
          <p:cNvSpPr>
            <a:spLocks/>
          </p:cNvSpPr>
          <p:nvPr/>
        </p:nvSpPr>
        <p:spPr bwMode="auto">
          <a:xfrm>
            <a:off x="1965325" y="3124200"/>
            <a:ext cx="61913" cy="125413"/>
          </a:xfrm>
          <a:custGeom>
            <a:avLst/>
            <a:gdLst>
              <a:gd name="T0" fmla="*/ 0 w 80"/>
              <a:gd name="T1" fmla="*/ 0 h 160"/>
              <a:gd name="T2" fmla="*/ 2147483646 w 80"/>
              <a:gd name="T3" fmla="*/ 2147483646 h 160"/>
              <a:gd name="T4" fmla="*/ 2147483646 w 80"/>
              <a:gd name="T5" fmla="*/ 0 h 160"/>
              <a:gd name="T6" fmla="*/ 2147483646 w 80"/>
              <a:gd name="T7" fmla="*/ 0 h 160"/>
              <a:gd name="T8" fmla="*/ 0 w 80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160"/>
              <a:gd name="T17" fmla="*/ 80 w 80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160">
                <a:moveTo>
                  <a:pt x="0" y="0"/>
                </a:moveTo>
                <a:lnTo>
                  <a:pt x="27" y="160"/>
                </a:lnTo>
                <a:lnTo>
                  <a:pt x="80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92" name="Line 24">
            <a:extLst>
              <a:ext uri="{FF2B5EF4-FFF2-40B4-BE49-F238E27FC236}">
                <a16:creationId xmlns:a16="http://schemas.microsoft.com/office/drawing/2014/main" id="{B719C8E4-2EA2-482E-86D1-F29F1466FE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5963" y="2681288"/>
            <a:ext cx="1587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93" name="Rectangle 25">
            <a:extLst>
              <a:ext uri="{FF2B5EF4-FFF2-40B4-BE49-F238E27FC236}">
                <a16:creationId xmlns:a16="http://schemas.microsoft.com/office/drawing/2014/main" id="{80F7C675-5488-4D4E-BC0E-446D937DD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3511550"/>
            <a:ext cx="166688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”</a:t>
            </a: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94" name="Rectangle 26">
            <a:extLst>
              <a:ext uri="{FF2B5EF4-FFF2-40B4-BE49-F238E27FC236}">
                <a16:creationId xmlns:a16="http://schemas.microsoft.com/office/drawing/2014/main" id="{D3BB1251-BCC5-4814-A80B-01329407E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352675"/>
            <a:ext cx="2238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y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95" name="Rectangle 27">
            <a:extLst>
              <a:ext uri="{FF2B5EF4-FFF2-40B4-BE49-F238E27FC236}">
                <a16:creationId xmlns:a16="http://schemas.microsoft.com/office/drawing/2014/main" id="{E20374C3-EE5C-47B3-9D48-E1AE06428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244792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n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96" name="Rectangle 28">
            <a:extLst>
              <a:ext uri="{FF2B5EF4-FFF2-40B4-BE49-F238E27FC236}">
                <a16:creationId xmlns:a16="http://schemas.microsoft.com/office/drawing/2014/main" id="{05269BC3-22D4-4DF9-B696-F48E7CC6F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244792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97" name="Rectangle 29">
            <a:extLst>
              <a:ext uri="{FF2B5EF4-FFF2-40B4-BE49-F238E27FC236}">
                <a16:creationId xmlns:a16="http://schemas.microsoft.com/office/drawing/2014/main" id="{BB21C0B8-4179-4B9C-A229-6EA327F79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2447925"/>
            <a:ext cx="1143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–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98" name="Rectangle 30">
            <a:extLst>
              <a:ext uri="{FF2B5EF4-FFF2-40B4-BE49-F238E27FC236}">
                <a16:creationId xmlns:a16="http://schemas.microsoft.com/office/drawing/2014/main" id="{A2420775-96ED-490D-AA81-43656ABDD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938" y="4456113"/>
            <a:ext cx="2111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99" name="Rectangle 31">
            <a:extLst>
              <a:ext uri="{FF2B5EF4-FFF2-40B4-BE49-F238E27FC236}">
                <a16:creationId xmlns:a16="http://schemas.microsoft.com/office/drawing/2014/main" id="{9E7FDACF-34F0-4834-9DD0-282351EDD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00" y="45497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n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00" name="Rectangle 32">
            <a:extLst>
              <a:ext uri="{FF2B5EF4-FFF2-40B4-BE49-F238E27FC236}">
                <a16:creationId xmlns:a16="http://schemas.microsoft.com/office/drawing/2014/main" id="{E036C925-43E2-4EC6-B5E4-F93818F65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454977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01" name="Rectangle 33">
            <a:extLst>
              <a:ext uri="{FF2B5EF4-FFF2-40B4-BE49-F238E27FC236}">
                <a16:creationId xmlns:a16="http://schemas.microsoft.com/office/drawing/2014/main" id="{B3827F94-4688-4900-8F5F-0B009D7E9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3271838"/>
            <a:ext cx="882650" cy="588962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02" name="Freeform 34">
            <a:extLst>
              <a:ext uri="{FF2B5EF4-FFF2-40B4-BE49-F238E27FC236}">
                <a16:creationId xmlns:a16="http://schemas.microsoft.com/office/drawing/2014/main" id="{01882059-5853-48DC-8570-785C31139FD6}"/>
              </a:ext>
            </a:extLst>
          </p:cNvPr>
          <p:cNvSpPr>
            <a:spLocks/>
          </p:cNvSpPr>
          <p:nvPr/>
        </p:nvSpPr>
        <p:spPr bwMode="auto">
          <a:xfrm>
            <a:off x="4679950" y="3544888"/>
            <a:ext cx="125413" cy="63500"/>
          </a:xfrm>
          <a:custGeom>
            <a:avLst/>
            <a:gdLst>
              <a:gd name="T0" fmla="*/ 2147483646 w 159"/>
              <a:gd name="T1" fmla="*/ 0 h 79"/>
              <a:gd name="T2" fmla="*/ 0 w 159"/>
              <a:gd name="T3" fmla="*/ 2147483646 h 79"/>
              <a:gd name="T4" fmla="*/ 2147483646 w 159"/>
              <a:gd name="T5" fmla="*/ 2147483646 h 79"/>
              <a:gd name="T6" fmla="*/ 2147483646 w 159"/>
              <a:gd name="T7" fmla="*/ 2147483646 h 79"/>
              <a:gd name="T8" fmla="*/ 2147483646 w 15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79"/>
              <a:gd name="T17" fmla="*/ 159 w 15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79">
                <a:moveTo>
                  <a:pt x="159" y="0"/>
                </a:moveTo>
                <a:lnTo>
                  <a:pt x="0" y="26"/>
                </a:lnTo>
                <a:lnTo>
                  <a:pt x="159" y="79"/>
                </a:lnTo>
                <a:lnTo>
                  <a:pt x="159" y="26"/>
                </a:lnTo>
                <a:lnTo>
                  <a:pt x="159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03" name="Line 35">
            <a:extLst>
              <a:ext uri="{FF2B5EF4-FFF2-40B4-BE49-F238E27FC236}">
                <a16:creationId xmlns:a16="http://schemas.microsoft.com/office/drawing/2014/main" id="{5BF01183-D118-4BD9-B8BD-D50B594F9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5363" y="3565525"/>
            <a:ext cx="29527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04" name="Freeform 36">
            <a:extLst>
              <a:ext uri="{FF2B5EF4-FFF2-40B4-BE49-F238E27FC236}">
                <a16:creationId xmlns:a16="http://schemas.microsoft.com/office/drawing/2014/main" id="{89956E30-D919-4E5B-BDA1-30D5492A62D4}"/>
              </a:ext>
            </a:extLst>
          </p:cNvPr>
          <p:cNvSpPr>
            <a:spLocks/>
          </p:cNvSpPr>
          <p:nvPr/>
        </p:nvSpPr>
        <p:spPr bwMode="auto">
          <a:xfrm>
            <a:off x="6026150" y="3544888"/>
            <a:ext cx="127000" cy="63500"/>
          </a:xfrm>
          <a:custGeom>
            <a:avLst/>
            <a:gdLst>
              <a:gd name="T0" fmla="*/ 2147483646 w 159"/>
              <a:gd name="T1" fmla="*/ 0 h 79"/>
              <a:gd name="T2" fmla="*/ 0 w 159"/>
              <a:gd name="T3" fmla="*/ 2147483646 h 79"/>
              <a:gd name="T4" fmla="*/ 2147483646 w 159"/>
              <a:gd name="T5" fmla="*/ 2147483646 h 79"/>
              <a:gd name="T6" fmla="*/ 2147483646 w 159"/>
              <a:gd name="T7" fmla="*/ 2147483646 h 79"/>
              <a:gd name="T8" fmla="*/ 2147483646 w 15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79"/>
              <a:gd name="T17" fmla="*/ 159 w 15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79">
                <a:moveTo>
                  <a:pt x="159" y="0"/>
                </a:moveTo>
                <a:lnTo>
                  <a:pt x="0" y="26"/>
                </a:lnTo>
                <a:lnTo>
                  <a:pt x="159" y="79"/>
                </a:lnTo>
                <a:lnTo>
                  <a:pt x="159" y="26"/>
                </a:lnTo>
                <a:lnTo>
                  <a:pt x="159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05" name="Line 37">
            <a:extLst>
              <a:ext uri="{FF2B5EF4-FFF2-40B4-BE49-F238E27FC236}">
                <a16:creationId xmlns:a16="http://schemas.microsoft.com/office/drawing/2014/main" id="{B19AABF8-2950-4819-BC41-5933AD8AE4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53150" y="3565525"/>
            <a:ext cx="4413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06" name="Rectangle 38">
            <a:extLst>
              <a:ext uri="{FF2B5EF4-FFF2-40B4-BE49-F238E27FC236}">
                <a16:creationId xmlns:a16="http://schemas.microsoft.com/office/drawing/2014/main" id="{DA3F2524-B5B8-4324-BB92-287D2A928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025" y="4549775"/>
            <a:ext cx="1143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–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07" name="Rectangle 39">
            <a:extLst>
              <a:ext uri="{FF2B5EF4-FFF2-40B4-BE49-F238E27FC236}">
                <a16:creationId xmlns:a16="http://schemas.microsoft.com/office/drawing/2014/main" id="{F539FF54-08C4-4624-8636-A4B251390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900" y="3478213"/>
            <a:ext cx="3397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FA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08" name="Rectangle 40">
            <a:extLst>
              <a:ext uri="{FF2B5EF4-FFF2-40B4-BE49-F238E27FC236}">
                <a16:creationId xmlns:a16="http://schemas.microsoft.com/office/drawing/2014/main" id="{41B0DBD6-E19A-45C5-B2EF-957860FA1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688" y="2347913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09" name="Rectangle 41">
            <a:extLst>
              <a:ext uri="{FF2B5EF4-FFF2-40B4-BE49-F238E27FC236}">
                <a16:creationId xmlns:a16="http://schemas.microsoft.com/office/drawing/2014/main" id="{22BC426E-30A0-4A93-8F03-B9089B68A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24415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10" name="Rectangle 42">
            <a:extLst>
              <a:ext uri="{FF2B5EF4-FFF2-40B4-BE49-F238E27FC236}">
                <a16:creationId xmlns:a16="http://schemas.microsoft.com/office/drawing/2014/main" id="{CC3FB178-EE03-4F2A-BB7F-C19A832DE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488" y="3435350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11" name="Freeform 43">
            <a:extLst>
              <a:ext uri="{FF2B5EF4-FFF2-40B4-BE49-F238E27FC236}">
                <a16:creationId xmlns:a16="http://schemas.microsoft.com/office/drawing/2014/main" id="{E3F8E59C-8F06-4E16-B1C6-90176E2BE3C0}"/>
              </a:ext>
            </a:extLst>
          </p:cNvPr>
          <p:cNvSpPr>
            <a:spLocks/>
          </p:cNvSpPr>
          <p:nvPr/>
        </p:nvSpPr>
        <p:spPr bwMode="auto">
          <a:xfrm>
            <a:off x="5521325" y="4302125"/>
            <a:ext cx="41275" cy="127000"/>
          </a:xfrm>
          <a:custGeom>
            <a:avLst/>
            <a:gdLst>
              <a:gd name="T0" fmla="*/ 0 w 53"/>
              <a:gd name="T1" fmla="*/ 0 h 159"/>
              <a:gd name="T2" fmla="*/ 2147483646 w 53"/>
              <a:gd name="T3" fmla="*/ 2147483646 h 159"/>
              <a:gd name="T4" fmla="*/ 2147483646 w 53"/>
              <a:gd name="T5" fmla="*/ 0 h 159"/>
              <a:gd name="T6" fmla="*/ 2147483646 w 53"/>
              <a:gd name="T7" fmla="*/ 0 h 159"/>
              <a:gd name="T8" fmla="*/ 0 w 53"/>
              <a:gd name="T9" fmla="*/ 0 h 1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159"/>
              <a:gd name="T17" fmla="*/ 53 w 53"/>
              <a:gd name="T18" fmla="*/ 159 h 1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159">
                <a:moveTo>
                  <a:pt x="0" y="0"/>
                </a:moveTo>
                <a:lnTo>
                  <a:pt x="26" y="159"/>
                </a:lnTo>
                <a:lnTo>
                  <a:pt x="53" y="0"/>
                </a:lnTo>
                <a:lnTo>
                  <a:pt x="2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12" name="Line 44">
            <a:extLst>
              <a:ext uri="{FF2B5EF4-FFF2-40B4-BE49-F238E27FC236}">
                <a16:creationId xmlns:a16="http://schemas.microsoft.com/office/drawing/2014/main" id="{55AE035B-07C3-42D9-B07D-84955B2E40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41963" y="3860800"/>
            <a:ext cx="1587" cy="4413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13" name="Freeform 45">
            <a:extLst>
              <a:ext uri="{FF2B5EF4-FFF2-40B4-BE49-F238E27FC236}">
                <a16:creationId xmlns:a16="http://schemas.microsoft.com/office/drawing/2014/main" id="{B7CD3D7B-C031-4569-BB9C-7D6B719B1F2C}"/>
              </a:ext>
            </a:extLst>
          </p:cNvPr>
          <p:cNvSpPr>
            <a:spLocks/>
          </p:cNvSpPr>
          <p:nvPr/>
        </p:nvSpPr>
        <p:spPr bwMode="auto">
          <a:xfrm>
            <a:off x="5730875" y="3124200"/>
            <a:ext cx="63500" cy="125413"/>
          </a:xfrm>
          <a:custGeom>
            <a:avLst/>
            <a:gdLst>
              <a:gd name="T0" fmla="*/ 0 w 79"/>
              <a:gd name="T1" fmla="*/ 0 h 160"/>
              <a:gd name="T2" fmla="*/ 2147483646 w 79"/>
              <a:gd name="T3" fmla="*/ 2147483646 h 160"/>
              <a:gd name="T4" fmla="*/ 2147483646 w 79"/>
              <a:gd name="T5" fmla="*/ 0 h 160"/>
              <a:gd name="T6" fmla="*/ 2147483646 w 79"/>
              <a:gd name="T7" fmla="*/ 0 h 160"/>
              <a:gd name="T8" fmla="*/ 0 w 79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160"/>
              <a:gd name="T17" fmla="*/ 79 w 79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160">
                <a:moveTo>
                  <a:pt x="0" y="0"/>
                </a:moveTo>
                <a:lnTo>
                  <a:pt x="53" y="160"/>
                </a:lnTo>
                <a:lnTo>
                  <a:pt x="79" y="0"/>
                </a:ln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14" name="Line 46">
            <a:extLst>
              <a:ext uri="{FF2B5EF4-FFF2-40B4-BE49-F238E27FC236}">
                <a16:creationId xmlns:a16="http://schemas.microsoft.com/office/drawing/2014/main" id="{396C4145-BA44-413F-BB7C-171B2ECCAE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3738" y="2681288"/>
            <a:ext cx="1587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15" name="Freeform 47">
            <a:extLst>
              <a:ext uri="{FF2B5EF4-FFF2-40B4-BE49-F238E27FC236}">
                <a16:creationId xmlns:a16="http://schemas.microsoft.com/office/drawing/2014/main" id="{1A4B9837-67F5-4280-9AAA-565A9D1883AA}"/>
              </a:ext>
            </a:extLst>
          </p:cNvPr>
          <p:cNvSpPr>
            <a:spLocks/>
          </p:cNvSpPr>
          <p:nvPr/>
        </p:nvSpPr>
        <p:spPr bwMode="auto">
          <a:xfrm>
            <a:off x="5289550" y="3124200"/>
            <a:ext cx="63500" cy="125413"/>
          </a:xfrm>
          <a:custGeom>
            <a:avLst/>
            <a:gdLst>
              <a:gd name="T0" fmla="*/ 0 w 80"/>
              <a:gd name="T1" fmla="*/ 0 h 160"/>
              <a:gd name="T2" fmla="*/ 2147483646 w 80"/>
              <a:gd name="T3" fmla="*/ 2147483646 h 160"/>
              <a:gd name="T4" fmla="*/ 2147483646 w 80"/>
              <a:gd name="T5" fmla="*/ 0 h 160"/>
              <a:gd name="T6" fmla="*/ 2147483646 w 80"/>
              <a:gd name="T7" fmla="*/ 0 h 160"/>
              <a:gd name="T8" fmla="*/ 0 w 80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160"/>
              <a:gd name="T17" fmla="*/ 80 w 80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160">
                <a:moveTo>
                  <a:pt x="0" y="0"/>
                </a:moveTo>
                <a:lnTo>
                  <a:pt x="27" y="160"/>
                </a:lnTo>
                <a:lnTo>
                  <a:pt x="80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16" name="Line 48">
            <a:extLst>
              <a:ext uri="{FF2B5EF4-FFF2-40B4-BE49-F238E27FC236}">
                <a16:creationId xmlns:a16="http://schemas.microsoft.com/office/drawing/2014/main" id="{6D2BA58D-B3CC-4ED7-997E-91E8B272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0188" y="2681288"/>
            <a:ext cx="1587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17" name="Rectangle 49">
            <a:extLst>
              <a:ext uri="{FF2B5EF4-FFF2-40B4-BE49-F238E27FC236}">
                <a16:creationId xmlns:a16="http://schemas.microsoft.com/office/drawing/2014/main" id="{9B2F43D4-D088-4853-9971-7AB3F4186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3529013"/>
            <a:ext cx="176213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18" name="Rectangle 50">
            <a:extLst>
              <a:ext uri="{FF2B5EF4-FFF2-40B4-BE49-F238E27FC236}">
                <a16:creationId xmlns:a16="http://schemas.microsoft.com/office/drawing/2014/main" id="{E84F9F8B-8A4D-4A02-9B7B-7DF263A45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300" y="2347913"/>
            <a:ext cx="2238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y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19" name="Rectangle 51">
            <a:extLst>
              <a:ext uri="{FF2B5EF4-FFF2-40B4-BE49-F238E27FC236}">
                <a16:creationId xmlns:a16="http://schemas.microsoft.com/office/drawing/2014/main" id="{D5FCCF12-D89A-4103-8E3D-E39C719B1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24415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20" name="Rectangle 52">
            <a:extLst>
              <a:ext uri="{FF2B5EF4-FFF2-40B4-BE49-F238E27FC236}">
                <a16:creationId xmlns:a16="http://schemas.microsoft.com/office/drawing/2014/main" id="{D4A3483D-3B01-4A1F-98CE-092BEF86F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4456113"/>
            <a:ext cx="2111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21" name="Rectangle 53">
            <a:extLst>
              <a:ext uri="{FF2B5EF4-FFF2-40B4-BE49-F238E27FC236}">
                <a16:creationId xmlns:a16="http://schemas.microsoft.com/office/drawing/2014/main" id="{4DED34F9-E152-4A5D-AF1F-76A1FACA9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475" y="3271838"/>
            <a:ext cx="884238" cy="588962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22" name="Freeform 54">
            <a:extLst>
              <a:ext uri="{FF2B5EF4-FFF2-40B4-BE49-F238E27FC236}">
                <a16:creationId xmlns:a16="http://schemas.microsoft.com/office/drawing/2014/main" id="{579D869E-4EB9-4A2D-90C1-028BD4928636}"/>
              </a:ext>
            </a:extLst>
          </p:cNvPr>
          <p:cNvSpPr>
            <a:spLocks/>
          </p:cNvSpPr>
          <p:nvPr/>
        </p:nvSpPr>
        <p:spPr bwMode="auto">
          <a:xfrm>
            <a:off x="7519988" y="3544888"/>
            <a:ext cx="127000" cy="63500"/>
          </a:xfrm>
          <a:custGeom>
            <a:avLst/>
            <a:gdLst>
              <a:gd name="T0" fmla="*/ 2147483646 w 159"/>
              <a:gd name="T1" fmla="*/ 0 h 79"/>
              <a:gd name="T2" fmla="*/ 0 w 159"/>
              <a:gd name="T3" fmla="*/ 2147483646 h 79"/>
              <a:gd name="T4" fmla="*/ 2147483646 w 159"/>
              <a:gd name="T5" fmla="*/ 2147483646 h 79"/>
              <a:gd name="T6" fmla="*/ 2147483646 w 159"/>
              <a:gd name="T7" fmla="*/ 2147483646 h 79"/>
              <a:gd name="T8" fmla="*/ 2147483646 w 15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79"/>
              <a:gd name="T17" fmla="*/ 159 w 15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79">
                <a:moveTo>
                  <a:pt x="159" y="0"/>
                </a:moveTo>
                <a:lnTo>
                  <a:pt x="0" y="26"/>
                </a:lnTo>
                <a:lnTo>
                  <a:pt x="159" y="79"/>
                </a:lnTo>
                <a:lnTo>
                  <a:pt x="159" y="26"/>
                </a:lnTo>
                <a:lnTo>
                  <a:pt x="159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23" name="Line 55">
            <a:extLst>
              <a:ext uri="{FF2B5EF4-FFF2-40B4-BE49-F238E27FC236}">
                <a16:creationId xmlns:a16="http://schemas.microsoft.com/office/drawing/2014/main" id="{EFFEDE36-D03C-4C08-9311-D03CCDCA70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46988" y="3565525"/>
            <a:ext cx="4413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24" name="Rectangle 56">
            <a:extLst>
              <a:ext uri="{FF2B5EF4-FFF2-40B4-BE49-F238E27FC236}">
                <a16:creationId xmlns:a16="http://schemas.microsoft.com/office/drawing/2014/main" id="{77A4673C-7E2F-4B16-AC79-1FCD126E9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454977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25" name="Freeform 57">
            <a:extLst>
              <a:ext uri="{FF2B5EF4-FFF2-40B4-BE49-F238E27FC236}">
                <a16:creationId xmlns:a16="http://schemas.microsoft.com/office/drawing/2014/main" id="{EE70B64F-0676-40DF-9A1E-ECBFDE88397F}"/>
              </a:ext>
            </a:extLst>
          </p:cNvPr>
          <p:cNvSpPr>
            <a:spLocks/>
          </p:cNvSpPr>
          <p:nvPr/>
        </p:nvSpPr>
        <p:spPr bwMode="auto">
          <a:xfrm>
            <a:off x="7015163" y="4302125"/>
            <a:ext cx="42862" cy="127000"/>
          </a:xfrm>
          <a:custGeom>
            <a:avLst/>
            <a:gdLst>
              <a:gd name="T0" fmla="*/ 0 w 53"/>
              <a:gd name="T1" fmla="*/ 0 h 159"/>
              <a:gd name="T2" fmla="*/ 2147483646 w 53"/>
              <a:gd name="T3" fmla="*/ 2147483646 h 159"/>
              <a:gd name="T4" fmla="*/ 2147483646 w 53"/>
              <a:gd name="T5" fmla="*/ 0 h 159"/>
              <a:gd name="T6" fmla="*/ 2147483646 w 53"/>
              <a:gd name="T7" fmla="*/ 0 h 159"/>
              <a:gd name="T8" fmla="*/ 0 w 53"/>
              <a:gd name="T9" fmla="*/ 0 h 1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159"/>
              <a:gd name="T17" fmla="*/ 53 w 53"/>
              <a:gd name="T18" fmla="*/ 159 h 1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159">
                <a:moveTo>
                  <a:pt x="0" y="0"/>
                </a:moveTo>
                <a:lnTo>
                  <a:pt x="27" y="159"/>
                </a:lnTo>
                <a:lnTo>
                  <a:pt x="53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26" name="Line 58">
            <a:extLst>
              <a:ext uri="{FF2B5EF4-FFF2-40B4-BE49-F238E27FC236}">
                <a16:creationId xmlns:a16="http://schemas.microsoft.com/office/drawing/2014/main" id="{AA4E6302-B333-471F-92FA-31052018A7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5800" y="3860800"/>
            <a:ext cx="1588" cy="4413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27" name="Freeform 59">
            <a:extLst>
              <a:ext uri="{FF2B5EF4-FFF2-40B4-BE49-F238E27FC236}">
                <a16:creationId xmlns:a16="http://schemas.microsoft.com/office/drawing/2014/main" id="{27594862-BD09-4560-81CA-E7919669406F}"/>
              </a:ext>
            </a:extLst>
          </p:cNvPr>
          <p:cNvSpPr>
            <a:spLocks/>
          </p:cNvSpPr>
          <p:nvPr/>
        </p:nvSpPr>
        <p:spPr bwMode="auto">
          <a:xfrm>
            <a:off x="7226300" y="3124200"/>
            <a:ext cx="61913" cy="125413"/>
          </a:xfrm>
          <a:custGeom>
            <a:avLst/>
            <a:gdLst>
              <a:gd name="T0" fmla="*/ 0 w 80"/>
              <a:gd name="T1" fmla="*/ 0 h 160"/>
              <a:gd name="T2" fmla="*/ 2147483646 w 80"/>
              <a:gd name="T3" fmla="*/ 2147483646 h 160"/>
              <a:gd name="T4" fmla="*/ 2147483646 w 80"/>
              <a:gd name="T5" fmla="*/ 0 h 160"/>
              <a:gd name="T6" fmla="*/ 2147483646 w 80"/>
              <a:gd name="T7" fmla="*/ 0 h 160"/>
              <a:gd name="T8" fmla="*/ 0 w 80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160"/>
              <a:gd name="T17" fmla="*/ 80 w 80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160">
                <a:moveTo>
                  <a:pt x="0" y="0"/>
                </a:moveTo>
                <a:lnTo>
                  <a:pt x="53" y="160"/>
                </a:lnTo>
                <a:lnTo>
                  <a:pt x="80" y="0"/>
                </a:ln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28" name="Line 60">
            <a:extLst>
              <a:ext uri="{FF2B5EF4-FFF2-40B4-BE49-F238E27FC236}">
                <a16:creationId xmlns:a16="http://schemas.microsoft.com/office/drawing/2014/main" id="{5B7B2FE5-0B43-4BEA-889E-56C50630A5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67575" y="2681288"/>
            <a:ext cx="1588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29" name="Freeform 61">
            <a:extLst>
              <a:ext uri="{FF2B5EF4-FFF2-40B4-BE49-F238E27FC236}">
                <a16:creationId xmlns:a16="http://schemas.microsoft.com/office/drawing/2014/main" id="{481D36FF-E068-4E13-8F1D-DE307E6601D6}"/>
              </a:ext>
            </a:extLst>
          </p:cNvPr>
          <p:cNvSpPr>
            <a:spLocks/>
          </p:cNvSpPr>
          <p:nvPr/>
        </p:nvSpPr>
        <p:spPr bwMode="auto">
          <a:xfrm>
            <a:off x="6783388" y="3124200"/>
            <a:ext cx="63500" cy="125413"/>
          </a:xfrm>
          <a:custGeom>
            <a:avLst/>
            <a:gdLst>
              <a:gd name="T0" fmla="*/ 0 w 80"/>
              <a:gd name="T1" fmla="*/ 0 h 160"/>
              <a:gd name="T2" fmla="*/ 2147483646 w 80"/>
              <a:gd name="T3" fmla="*/ 2147483646 h 160"/>
              <a:gd name="T4" fmla="*/ 2147483646 w 80"/>
              <a:gd name="T5" fmla="*/ 0 h 160"/>
              <a:gd name="T6" fmla="*/ 2147483646 w 80"/>
              <a:gd name="T7" fmla="*/ 0 h 160"/>
              <a:gd name="T8" fmla="*/ 0 w 80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160"/>
              <a:gd name="T17" fmla="*/ 80 w 80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160">
                <a:moveTo>
                  <a:pt x="0" y="0"/>
                </a:moveTo>
                <a:lnTo>
                  <a:pt x="27" y="160"/>
                </a:lnTo>
                <a:lnTo>
                  <a:pt x="80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30" name="Line 62">
            <a:extLst>
              <a:ext uri="{FF2B5EF4-FFF2-40B4-BE49-F238E27FC236}">
                <a16:creationId xmlns:a16="http://schemas.microsoft.com/office/drawing/2014/main" id="{8E5AC593-AA22-47D6-9111-6DA7F2A6F2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2681288"/>
            <a:ext cx="1588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31" name="Rectangle 63">
            <a:extLst>
              <a:ext uri="{FF2B5EF4-FFF2-40B4-BE49-F238E27FC236}">
                <a16:creationId xmlns:a16="http://schemas.microsoft.com/office/drawing/2014/main" id="{09EFD145-F05D-4796-A2D3-A0DD3B64A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3563" y="3478213"/>
            <a:ext cx="3397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FA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32" name="Rectangle 64">
            <a:extLst>
              <a:ext uri="{FF2B5EF4-FFF2-40B4-BE49-F238E27FC236}">
                <a16:creationId xmlns:a16="http://schemas.microsoft.com/office/drawing/2014/main" id="{842F25D5-33F2-49EB-B71E-69BBA7006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0300" y="3221038"/>
            <a:ext cx="2238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33" name="Rectangle 65">
            <a:extLst>
              <a:ext uri="{FF2B5EF4-FFF2-40B4-BE49-F238E27FC236}">
                <a16:creationId xmlns:a16="http://schemas.microsoft.com/office/drawing/2014/main" id="{75EEF21B-A31C-4D34-AB4B-E9BD32557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75" y="3316288"/>
            <a:ext cx="176213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34" name="Rectangle 66">
            <a:extLst>
              <a:ext uri="{FF2B5EF4-FFF2-40B4-BE49-F238E27FC236}">
                <a16:creationId xmlns:a16="http://schemas.microsoft.com/office/drawing/2014/main" id="{E760BB1C-2C71-407A-8409-871BAA65D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347913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35" name="Rectangle 67">
            <a:extLst>
              <a:ext uri="{FF2B5EF4-FFF2-40B4-BE49-F238E27FC236}">
                <a16:creationId xmlns:a16="http://schemas.microsoft.com/office/drawing/2014/main" id="{B600DD99-0B1D-4C89-B7F7-76EA3D100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4663" y="244157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36" name="Rectangle 68">
            <a:extLst>
              <a:ext uri="{FF2B5EF4-FFF2-40B4-BE49-F238E27FC236}">
                <a16:creationId xmlns:a16="http://schemas.microsoft.com/office/drawing/2014/main" id="{B43F8361-5965-481E-92CE-E57E7E8D0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2347913"/>
            <a:ext cx="2238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y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37" name="Rectangle 69">
            <a:extLst>
              <a:ext uri="{FF2B5EF4-FFF2-40B4-BE49-F238E27FC236}">
                <a16:creationId xmlns:a16="http://schemas.microsoft.com/office/drawing/2014/main" id="{DEC98E92-6AF0-4752-BC76-497A61F1C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275" y="24415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38" name="Rectangle 70">
            <a:extLst>
              <a:ext uri="{FF2B5EF4-FFF2-40B4-BE49-F238E27FC236}">
                <a16:creationId xmlns:a16="http://schemas.microsoft.com/office/drawing/2014/main" id="{8A273EE6-F6DC-47CB-90BC-B3B2271FB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838" y="4456113"/>
            <a:ext cx="2111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39" name="Rectangle 71">
            <a:extLst>
              <a:ext uri="{FF2B5EF4-FFF2-40B4-BE49-F238E27FC236}">
                <a16:creationId xmlns:a16="http://schemas.microsoft.com/office/drawing/2014/main" id="{D981D3B8-D2FE-47A7-9F4D-513C93F8E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800" y="45497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40" name="Rectangle 72">
            <a:extLst>
              <a:ext uri="{FF2B5EF4-FFF2-40B4-BE49-F238E27FC236}">
                <a16:creationId xmlns:a16="http://schemas.microsoft.com/office/drawing/2014/main" id="{EDCFC5FA-0F39-4BC4-A0EE-CA14ADEA5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3433763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41" name="Freeform 73">
            <a:extLst>
              <a:ext uri="{FF2B5EF4-FFF2-40B4-BE49-F238E27FC236}">
                <a16:creationId xmlns:a16="http://schemas.microsoft.com/office/drawing/2014/main" id="{9F88388C-67D0-4432-8DC2-5D41E7EEBD3C}"/>
              </a:ext>
            </a:extLst>
          </p:cNvPr>
          <p:cNvSpPr>
            <a:spLocks/>
          </p:cNvSpPr>
          <p:nvPr/>
        </p:nvSpPr>
        <p:spPr bwMode="auto">
          <a:xfrm>
            <a:off x="3836988" y="3544888"/>
            <a:ext cx="42862" cy="41275"/>
          </a:xfrm>
          <a:custGeom>
            <a:avLst/>
            <a:gdLst>
              <a:gd name="T0" fmla="*/ 0 w 53"/>
              <a:gd name="T1" fmla="*/ 2147483646 h 53"/>
              <a:gd name="T2" fmla="*/ 0 w 53"/>
              <a:gd name="T3" fmla="*/ 2147483646 h 53"/>
              <a:gd name="T4" fmla="*/ 2147483646 w 53"/>
              <a:gd name="T5" fmla="*/ 2147483646 h 53"/>
              <a:gd name="T6" fmla="*/ 2147483646 w 53"/>
              <a:gd name="T7" fmla="*/ 2147483646 h 53"/>
              <a:gd name="T8" fmla="*/ 2147483646 w 53"/>
              <a:gd name="T9" fmla="*/ 2147483646 h 53"/>
              <a:gd name="T10" fmla="*/ 2147483646 w 53"/>
              <a:gd name="T11" fmla="*/ 2147483646 h 53"/>
              <a:gd name="T12" fmla="*/ 2147483646 w 53"/>
              <a:gd name="T13" fmla="*/ 2147483646 h 53"/>
              <a:gd name="T14" fmla="*/ 2147483646 w 53"/>
              <a:gd name="T15" fmla="*/ 2147483646 h 53"/>
              <a:gd name="T16" fmla="*/ 2147483646 w 53"/>
              <a:gd name="T17" fmla="*/ 2147483646 h 53"/>
              <a:gd name="T18" fmla="*/ 2147483646 w 53"/>
              <a:gd name="T19" fmla="*/ 0 h 53"/>
              <a:gd name="T20" fmla="*/ 2147483646 w 53"/>
              <a:gd name="T21" fmla="*/ 0 h 53"/>
              <a:gd name="T22" fmla="*/ 2147483646 w 53"/>
              <a:gd name="T23" fmla="*/ 0 h 53"/>
              <a:gd name="T24" fmla="*/ 2147483646 w 53"/>
              <a:gd name="T25" fmla="*/ 0 h 53"/>
              <a:gd name="T26" fmla="*/ 2147483646 w 53"/>
              <a:gd name="T27" fmla="*/ 2147483646 h 53"/>
              <a:gd name="T28" fmla="*/ 2147483646 w 53"/>
              <a:gd name="T29" fmla="*/ 2147483646 h 53"/>
              <a:gd name="T30" fmla="*/ 2147483646 w 53"/>
              <a:gd name="T31" fmla="*/ 2147483646 h 53"/>
              <a:gd name="T32" fmla="*/ 2147483646 w 53"/>
              <a:gd name="T33" fmla="*/ 2147483646 h 53"/>
              <a:gd name="T34" fmla="*/ 2147483646 w 53"/>
              <a:gd name="T35" fmla="*/ 2147483646 h 53"/>
              <a:gd name="T36" fmla="*/ 2147483646 w 53"/>
              <a:gd name="T37" fmla="*/ 2147483646 h 53"/>
              <a:gd name="T38" fmla="*/ 2147483646 w 53"/>
              <a:gd name="T39" fmla="*/ 2147483646 h 53"/>
              <a:gd name="T40" fmla="*/ 2147483646 w 53"/>
              <a:gd name="T41" fmla="*/ 2147483646 h 53"/>
              <a:gd name="T42" fmla="*/ 2147483646 w 53"/>
              <a:gd name="T43" fmla="*/ 2147483646 h 53"/>
              <a:gd name="T44" fmla="*/ 2147483646 w 53"/>
              <a:gd name="T45" fmla="*/ 2147483646 h 53"/>
              <a:gd name="T46" fmla="*/ 2147483646 w 53"/>
              <a:gd name="T47" fmla="*/ 2147483646 h 53"/>
              <a:gd name="T48" fmla="*/ 2147483646 w 53"/>
              <a:gd name="T49" fmla="*/ 2147483646 h 53"/>
              <a:gd name="T50" fmla="*/ 2147483646 w 53"/>
              <a:gd name="T51" fmla="*/ 2147483646 h 53"/>
              <a:gd name="T52" fmla="*/ 2147483646 w 53"/>
              <a:gd name="T53" fmla="*/ 2147483646 h 53"/>
              <a:gd name="T54" fmla="*/ 2147483646 w 53"/>
              <a:gd name="T55" fmla="*/ 2147483646 h 53"/>
              <a:gd name="T56" fmla="*/ 2147483646 w 53"/>
              <a:gd name="T57" fmla="*/ 2147483646 h 53"/>
              <a:gd name="T58" fmla="*/ 2147483646 w 53"/>
              <a:gd name="T59" fmla="*/ 2147483646 h 53"/>
              <a:gd name="T60" fmla="*/ 2147483646 w 53"/>
              <a:gd name="T61" fmla="*/ 2147483646 h 53"/>
              <a:gd name="T62" fmla="*/ 2147483646 w 53"/>
              <a:gd name="T63" fmla="*/ 2147483646 h 53"/>
              <a:gd name="T64" fmla="*/ 2147483646 w 53"/>
              <a:gd name="T65" fmla="*/ 2147483646 h 53"/>
              <a:gd name="T66" fmla="*/ 2147483646 w 53"/>
              <a:gd name="T67" fmla="*/ 2147483646 h 53"/>
              <a:gd name="T68" fmla="*/ 2147483646 w 53"/>
              <a:gd name="T69" fmla="*/ 2147483646 h 53"/>
              <a:gd name="T70" fmla="*/ 2147483646 w 53"/>
              <a:gd name="T71" fmla="*/ 2147483646 h 53"/>
              <a:gd name="T72" fmla="*/ 2147483646 w 53"/>
              <a:gd name="T73" fmla="*/ 2147483646 h 53"/>
              <a:gd name="T74" fmla="*/ 2147483646 w 53"/>
              <a:gd name="T75" fmla="*/ 2147483646 h 53"/>
              <a:gd name="T76" fmla="*/ 2147483646 w 53"/>
              <a:gd name="T77" fmla="*/ 2147483646 h 53"/>
              <a:gd name="T78" fmla="*/ 2147483646 w 53"/>
              <a:gd name="T79" fmla="*/ 2147483646 h 53"/>
              <a:gd name="T80" fmla="*/ 2147483646 w 53"/>
              <a:gd name="T81" fmla="*/ 2147483646 h 53"/>
              <a:gd name="T82" fmla="*/ 2147483646 w 53"/>
              <a:gd name="T83" fmla="*/ 2147483646 h 53"/>
              <a:gd name="T84" fmla="*/ 2147483646 w 53"/>
              <a:gd name="T85" fmla="*/ 2147483646 h 53"/>
              <a:gd name="T86" fmla="*/ 2147483646 w 53"/>
              <a:gd name="T87" fmla="*/ 2147483646 h 53"/>
              <a:gd name="T88" fmla="*/ 2147483646 w 53"/>
              <a:gd name="T89" fmla="*/ 2147483646 h 53"/>
              <a:gd name="T90" fmla="*/ 2147483646 w 53"/>
              <a:gd name="T91" fmla="*/ 2147483646 h 53"/>
              <a:gd name="T92" fmla="*/ 2147483646 w 53"/>
              <a:gd name="T93" fmla="*/ 2147483646 h 53"/>
              <a:gd name="T94" fmla="*/ 2147483646 w 53"/>
              <a:gd name="T95" fmla="*/ 2147483646 h 53"/>
              <a:gd name="T96" fmla="*/ 2147483646 w 53"/>
              <a:gd name="T97" fmla="*/ 2147483646 h 53"/>
              <a:gd name="T98" fmla="*/ 2147483646 w 53"/>
              <a:gd name="T99" fmla="*/ 2147483646 h 53"/>
              <a:gd name="T100" fmla="*/ 2147483646 w 53"/>
              <a:gd name="T101" fmla="*/ 2147483646 h 53"/>
              <a:gd name="T102" fmla="*/ 2147483646 w 53"/>
              <a:gd name="T103" fmla="*/ 2147483646 h 53"/>
              <a:gd name="T104" fmla="*/ 2147483646 w 53"/>
              <a:gd name="T105" fmla="*/ 2147483646 h 53"/>
              <a:gd name="T106" fmla="*/ 2147483646 w 53"/>
              <a:gd name="T107" fmla="*/ 2147483646 h 53"/>
              <a:gd name="T108" fmla="*/ 0 w 53"/>
              <a:gd name="T109" fmla="*/ 2147483646 h 53"/>
              <a:gd name="T110" fmla="*/ 0 w 53"/>
              <a:gd name="T111" fmla="*/ 2147483646 h 53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53"/>
              <a:gd name="T169" fmla="*/ 0 h 53"/>
              <a:gd name="T170" fmla="*/ 53 w 53"/>
              <a:gd name="T171" fmla="*/ 53 h 53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53" h="53">
                <a:moveTo>
                  <a:pt x="0" y="22"/>
                </a:moveTo>
                <a:lnTo>
                  <a:pt x="0" y="29"/>
                </a:lnTo>
                <a:lnTo>
                  <a:pt x="0" y="28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1" y="22"/>
                </a:lnTo>
                <a:lnTo>
                  <a:pt x="1" y="21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4" y="14"/>
                </a:lnTo>
                <a:lnTo>
                  <a:pt x="5" y="13"/>
                </a:lnTo>
                <a:lnTo>
                  <a:pt x="5" y="12"/>
                </a:lnTo>
                <a:lnTo>
                  <a:pt x="6" y="10"/>
                </a:lnTo>
                <a:lnTo>
                  <a:pt x="8" y="9"/>
                </a:lnTo>
                <a:lnTo>
                  <a:pt x="9" y="8"/>
                </a:lnTo>
                <a:lnTo>
                  <a:pt x="10" y="6"/>
                </a:lnTo>
                <a:lnTo>
                  <a:pt x="12" y="5"/>
                </a:lnTo>
                <a:lnTo>
                  <a:pt x="13" y="4"/>
                </a:lnTo>
                <a:lnTo>
                  <a:pt x="14" y="4"/>
                </a:lnTo>
                <a:lnTo>
                  <a:pt x="16" y="2"/>
                </a:lnTo>
                <a:lnTo>
                  <a:pt x="17" y="2"/>
                </a:lnTo>
                <a:lnTo>
                  <a:pt x="18" y="1"/>
                </a:lnTo>
                <a:lnTo>
                  <a:pt x="20" y="1"/>
                </a:lnTo>
                <a:lnTo>
                  <a:pt x="21" y="1"/>
                </a:lnTo>
                <a:lnTo>
                  <a:pt x="22" y="0"/>
                </a:lnTo>
                <a:lnTo>
                  <a:pt x="23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9" y="0"/>
                </a:lnTo>
                <a:lnTo>
                  <a:pt x="22" y="0"/>
                </a:lnTo>
                <a:lnTo>
                  <a:pt x="23" y="0"/>
                </a:lnTo>
                <a:lnTo>
                  <a:pt x="26" y="0"/>
                </a:lnTo>
                <a:lnTo>
                  <a:pt x="27" y="0"/>
                </a:lnTo>
                <a:lnTo>
                  <a:pt x="29" y="0"/>
                </a:lnTo>
                <a:lnTo>
                  <a:pt x="30" y="0"/>
                </a:lnTo>
                <a:lnTo>
                  <a:pt x="31" y="1"/>
                </a:lnTo>
                <a:lnTo>
                  <a:pt x="33" y="1"/>
                </a:lnTo>
                <a:lnTo>
                  <a:pt x="34" y="1"/>
                </a:lnTo>
                <a:lnTo>
                  <a:pt x="35" y="2"/>
                </a:lnTo>
                <a:lnTo>
                  <a:pt x="37" y="2"/>
                </a:lnTo>
                <a:lnTo>
                  <a:pt x="38" y="4"/>
                </a:lnTo>
                <a:lnTo>
                  <a:pt x="39" y="4"/>
                </a:lnTo>
                <a:lnTo>
                  <a:pt x="41" y="5"/>
                </a:lnTo>
                <a:lnTo>
                  <a:pt x="42" y="6"/>
                </a:lnTo>
                <a:lnTo>
                  <a:pt x="42" y="8"/>
                </a:lnTo>
                <a:lnTo>
                  <a:pt x="43" y="8"/>
                </a:lnTo>
                <a:lnTo>
                  <a:pt x="45" y="9"/>
                </a:lnTo>
                <a:lnTo>
                  <a:pt x="46" y="10"/>
                </a:lnTo>
                <a:lnTo>
                  <a:pt x="46" y="12"/>
                </a:lnTo>
                <a:lnTo>
                  <a:pt x="47" y="13"/>
                </a:lnTo>
                <a:lnTo>
                  <a:pt x="49" y="14"/>
                </a:lnTo>
                <a:lnTo>
                  <a:pt x="50" y="16"/>
                </a:lnTo>
                <a:lnTo>
                  <a:pt x="50" y="17"/>
                </a:lnTo>
                <a:lnTo>
                  <a:pt x="51" y="18"/>
                </a:lnTo>
                <a:lnTo>
                  <a:pt x="51" y="21"/>
                </a:lnTo>
                <a:lnTo>
                  <a:pt x="51" y="22"/>
                </a:lnTo>
                <a:lnTo>
                  <a:pt x="51" y="24"/>
                </a:lnTo>
                <a:lnTo>
                  <a:pt x="53" y="25"/>
                </a:lnTo>
                <a:lnTo>
                  <a:pt x="53" y="26"/>
                </a:lnTo>
                <a:lnTo>
                  <a:pt x="53" y="28"/>
                </a:lnTo>
                <a:lnTo>
                  <a:pt x="53" y="29"/>
                </a:lnTo>
                <a:lnTo>
                  <a:pt x="53" y="22"/>
                </a:lnTo>
                <a:lnTo>
                  <a:pt x="53" y="24"/>
                </a:lnTo>
                <a:lnTo>
                  <a:pt x="53" y="25"/>
                </a:lnTo>
                <a:lnTo>
                  <a:pt x="53" y="26"/>
                </a:lnTo>
                <a:lnTo>
                  <a:pt x="51" y="29"/>
                </a:lnTo>
                <a:lnTo>
                  <a:pt x="51" y="30"/>
                </a:lnTo>
                <a:lnTo>
                  <a:pt x="51" y="31"/>
                </a:lnTo>
                <a:lnTo>
                  <a:pt x="51" y="33"/>
                </a:lnTo>
                <a:lnTo>
                  <a:pt x="50" y="34"/>
                </a:lnTo>
                <a:lnTo>
                  <a:pt x="50" y="35"/>
                </a:lnTo>
                <a:lnTo>
                  <a:pt x="49" y="37"/>
                </a:lnTo>
                <a:lnTo>
                  <a:pt x="49" y="38"/>
                </a:lnTo>
                <a:lnTo>
                  <a:pt x="47" y="39"/>
                </a:lnTo>
                <a:lnTo>
                  <a:pt x="46" y="41"/>
                </a:lnTo>
                <a:lnTo>
                  <a:pt x="45" y="42"/>
                </a:lnTo>
                <a:lnTo>
                  <a:pt x="43" y="43"/>
                </a:lnTo>
                <a:lnTo>
                  <a:pt x="42" y="45"/>
                </a:lnTo>
                <a:lnTo>
                  <a:pt x="41" y="46"/>
                </a:lnTo>
                <a:lnTo>
                  <a:pt x="39" y="47"/>
                </a:lnTo>
                <a:lnTo>
                  <a:pt x="38" y="47"/>
                </a:lnTo>
                <a:lnTo>
                  <a:pt x="37" y="49"/>
                </a:lnTo>
                <a:lnTo>
                  <a:pt x="35" y="49"/>
                </a:lnTo>
                <a:lnTo>
                  <a:pt x="34" y="50"/>
                </a:lnTo>
                <a:lnTo>
                  <a:pt x="33" y="50"/>
                </a:lnTo>
                <a:lnTo>
                  <a:pt x="31" y="51"/>
                </a:lnTo>
                <a:lnTo>
                  <a:pt x="30" y="51"/>
                </a:lnTo>
                <a:lnTo>
                  <a:pt x="29" y="51"/>
                </a:lnTo>
                <a:lnTo>
                  <a:pt x="27" y="51"/>
                </a:lnTo>
                <a:lnTo>
                  <a:pt x="26" y="53"/>
                </a:lnTo>
                <a:lnTo>
                  <a:pt x="23" y="53"/>
                </a:lnTo>
                <a:lnTo>
                  <a:pt x="22" y="53"/>
                </a:lnTo>
                <a:lnTo>
                  <a:pt x="29" y="53"/>
                </a:lnTo>
                <a:lnTo>
                  <a:pt x="27" y="53"/>
                </a:lnTo>
                <a:lnTo>
                  <a:pt x="26" y="53"/>
                </a:lnTo>
                <a:lnTo>
                  <a:pt x="25" y="51"/>
                </a:lnTo>
                <a:lnTo>
                  <a:pt x="23" y="51"/>
                </a:lnTo>
                <a:lnTo>
                  <a:pt x="22" y="51"/>
                </a:lnTo>
                <a:lnTo>
                  <a:pt x="21" y="51"/>
                </a:lnTo>
                <a:lnTo>
                  <a:pt x="20" y="50"/>
                </a:lnTo>
                <a:lnTo>
                  <a:pt x="18" y="50"/>
                </a:lnTo>
                <a:lnTo>
                  <a:pt x="17" y="49"/>
                </a:lnTo>
                <a:lnTo>
                  <a:pt x="16" y="49"/>
                </a:lnTo>
                <a:lnTo>
                  <a:pt x="14" y="47"/>
                </a:lnTo>
                <a:lnTo>
                  <a:pt x="13" y="47"/>
                </a:lnTo>
                <a:lnTo>
                  <a:pt x="12" y="46"/>
                </a:lnTo>
                <a:lnTo>
                  <a:pt x="10" y="45"/>
                </a:lnTo>
                <a:lnTo>
                  <a:pt x="9" y="45"/>
                </a:lnTo>
                <a:lnTo>
                  <a:pt x="9" y="43"/>
                </a:lnTo>
                <a:lnTo>
                  <a:pt x="8" y="42"/>
                </a:lnTo>
                <a:lnTo>
                  <a:pt x="6" y="41"/>
                </a:lnTo>
                <a:lnTo>
                  <a:pt x="5" y="41"/>
                </a:lnTo>
                <a:lnTo>
                  <a:pt x="5" y="39"/>
                </a:lnTo>
                <a:lnTo>
                  <a:pt x="4" y="38"/>
                </a:lnTo>
                <a:lnTo>
                  <a:pt x="4" y="37"/>
                </a:lnTo>
                <a:lnTo>
                  <a:pt x="2" y="35"/>
                </a:lnTo>
                <a:lnTo>
                  <a:pt x="2" y="34"/>
                </a:lnTo>
                <a:lnTo>
                  <a:pt x="1" y="33"/>
                </a:lnTo>
                <a:lnTo>
                  <a:pt x="1" y="31"/>
                </a:lnTo>
                <a:lnTo>
                  <a:pt x="1" y="30"/>
                </a:lnTo>
                <a:lnTo>
                  <a:pt x="0" y="29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42" name="Freeform 74">
            <a:extLst>
              <a:ext uri="{FF2B5EF4-FFF2-40B4-BE49-F238E27FC236}">
                <a16:creationId xmlns:a16="http://schemas.microsoft.com/office/drawing/2014/main" id="{FDA58F4C-FFC6-4A68-9601-D7139BACEBFC}"/>
              </a:ext>
            </a:extLst>
          </p:cNvPr>
          <p:cNvSpPr>
            <a:spLocks/>
          </p:cNvSpPr>
          <p:nvPr/>
        </p:nvSpPr>
        <p:spPr bwMode="auto">
          <a:xfrm>
            <a:off x="4005263" y="3544888"/>
            <a:ext cx="42862" cy="41275"/>
          </a:xfrm>
          <a:custGeom>
            <a:avLst/>
            <a:gdLst>
              <a:gd name="T0" fmla="*/ 0 w 53"/>
              <a:gd name="T1" fmla="*/ 2147483646 h 53"/>
              <a:gd name="T2" fmla="*/ 0 w 53"/>
              <a:gd name="T3" fmla="*/ 2147483646 h 53"/>
              <a:gd name="T4" fmla="*/ 2147483646 w 53"/>
              <a:gd name="T5" fmla="*/ 2147483646 h 53"/>
              <a:gd name="T6" fmla="*/ 2147483646 w 53"/>
              <a:gd name="T7" fmla="*/ 2147483646 h 53"/>
              <a:gd name="T8" fmla="*/ 2147483646 w 53"/>
              <a:gd name="T9" fmla="*/ 2147483646 h 53"/>
              <a:gd name="T10" fmla="*/ 2147483646 w 53"/>
              <a:gd name="T11" fmla="*/ 2147483646 h 53"/>
              <a:gd name="T12" fmla="*/ 2147483646 w 53"/>
              <a:gd name="T13" fmla="*/ 2147483646 h 53"/>
              <a:gd name="T14" fmla="*/ 2147483646 w 53"/>
              <a:gd name="T15" fmla="*/ 2147483646 h 53"/>
              <a:gd name="T16" fmla="*/ 2147483646 w 53"/>
              <a:gd name="T17" fmla="*/ 2147483646 h 53"/>
              <a:gd name="T18" fmla="*/ 2147483646 w 53"/>
              <a:gd name="T19" fmla="*/ 0 h 53"/>
              <a:gd name="T20" fmla="*/ 2147483646 w 53"/>
              <a:gd name="T21" fmla="*/ 0 h 53"/>
              <a:gd name="T22" fmla="*/ 2147483646 w 53"/>
              <a:gd name="T23" fmla="*/ 0 h 53"/>
              <a:gd name="T24" fmla="*/ 2147483646 w 53"/>
              <a:gd name="T25" fmla="*/ 0 h 53"/>
              <a:gd name="T26" fmla="*/ 2147483646 w 53"/>
              <a:gd name="T27" fmla="*/ 2147483646 h 53"/>
              <a:gd name="T28" fmla="*/ 2147483646 w 53"/>
              <a:gd name="T29" fmla="*/ 2147483646 h 53"/>
              <a:gd name="T30" fmla="*/ 2147483646 w 53"/>
              <a:gd name="T31" fmla="*/ 2147483646 h 53"/>
              <a:gd name="T32" fmla="*/ 2147483646 w 53"/>
              <a:gd name="T33" fmla="*/ 2147483646 h 53"/>
              <a:gd name="T34" fmla="*/ 2147483646 w 53"/>
              <a:gd name="T35" fmla="*/ 2147483646 h 53"/>
              <a:gd name="T36" fmla="*/ 2147483646 w 53"/>
              <a:gd name="T37" fmla="*/ 2147483646 h 53"/>
              <a:gd name="T38" fmla="*/ 2147483646 w 53"/>
              <a:gd name="T39" fmla="*/ 2147483646 h 53"/>
              <a:gd name="T40" fmla="*/ 2147483646 w 53"/>
              <a:gd name="T41" fmla="*/ 2147483646 h 53"/>
              <a:gd name="T42" fmla="*/ 2147483646 w 53"/>
              <a:gd name="T43" fmla="*/ 2147483646 h 53"/>
              <a:gd name="T44" fmla="*/ 2147483646 w 53"/>
              <a:gd name="T45" fmla="*/ 2147483646 h 53"/>
              <a:gd name="T46" fmla="*/ 2147483646 w 53"/>
              <a:gd name="T47" fmla="*/ 2147483646 h 53"/>
              <a:gd name="T48" fmla="*/ 2147483646 w 53"/>
              <a:gd name="T49" fmla="*/ 2147483646 h 53"/>
              <a:gd name="T50" fmla="*/ 2147483646 w 53"/>
              <a:gd name="T51" fmla="*/ 2147483646 h 53"/>
              <a:gd name="T52" fmla="*/ 2147483646 w 53"/>
              <a:gd name="T53" fmla="*/ 2147483646 h 53"/>
              <a:gd name="T54" fmla="*/ 2147483646 w 53"/>
              <a:gd name="T55" fmla="*/ 2147483646 h 53"/>
              <a:gd name="T56" fmla="*/ 2147483646 w 53"/>
              <a:gd name="T57" fmla="*/ 2147483646 h 53"/>
              <a:gd name="T58" fmla="*/ 2147483646 w 53"/>
              <a:gd name="T59" fmla="*/ 2147483646 h 53"/>
              <a:gd name="T60" fmla="*/ 2147483646 w 53"/>
              <a:gd name="T61" fmla="*/ 2147483646 h 53"/>
              <a:gd name="T62" fmla="*/ 2147483646 w 53"/>
              <a:gd name="T63" fmla="*/ 2147483646 h 53"/>
              <a:gd name="T64" fmla="*/ 2147483646 w 53"/>
              <a:gd name="T65" fmla="*/ 2147483646 h 53"/>
              <a:gd name="T66" fmla="*/ 2147483646 w 53"/>
              <a:gd name="T67" fmla="*/ 2147483646 h 53"/>
              <a:gd name="T68" fmla="*/ 2147483646 w 53"/>
              <a:gd name="T69" fmla="*/ 2147483646 h 53"/>
              <a:gd name="T70" fmla="*/ 2147483646 w 53"/>
              <a:gd name="T71" fmla="*/ 2147483646 h 53"/>
              <a:gd name="T72" fmla="*/ 2147483646 w 53"/>
              <a:gd name="T73" fmla="*/ 2147483646 h 53"/>
              <a:gd name="T74" fmla="*/ 2147483646 w 53"/>
              <a:gd name="T75" fmla="*/ 2147483646 h 53"/>
              <a:gd name="T76" fmla="*/ 2147483646 w 53"/>
              <a:gd name="T77" fmla="*/ 2147483646 h 53"/>
              <a:gd name="T78" fmla="*/ 2147483646 w 53"/>
              <a:gd name="T79" fmla="*/ 2147483646 h 53"/>
              <a:gd name="T80" fmla="*/ 2147483646 w 53"/>
              <a:gd name="T81" fmla="*/ 2147483646 h 53"/>
              <a:gd name="T82" fmla="*/ 2147483646 w 53"/>
              <a:gd name="T83" fmla="*/ 2147483646 h 53"/>
              <a:gd name="T84" fmla="*/ 2147483646 w 53"/>
              <a:gd name="T85" fmla="*/ 2147483646 h 53"/>
              <a:gd name="T86" fmla="*/ 2147483646 w 53"/>
              <a:gd name="T87" fmla="*/ 2147483646 h 53"/>
              <a:gd name="T88" fmla="*/ 2147483646 w 53"/>
              <a:gd name="T89" fmla="*/ 2147483646 h 53"/>
              <a:gd name="T90" fmla="*/ 2147483646 w 53"/>
              <a:gd name="T91" fmla="*/ 2147483646 h 53"/>
              <a:gd name="T92" fmla="*/ 2147483646 w 53"/>
              <a:gd name="T93" fmla="*/ 2147483646 h 53"/>
              <a:gd name="T94" fmla="*/ 2147483646 w 53"/>
              <a:gd name="T95" fmla="*/ 2147483646 h 53"/>
              <a:gd name="T96" fmla="*/ 2147483646 w 53"/>
              <a:gd name="T97" fmla="*/ 2147483646 h 53"/>
              <a:gd name="T98" fmla="*/ 2147483646 w 53"/>
              <a:gd name="T99" fmla="*/ 2147483646 h 53"/>
              <a:gd name="T100" fmla="*/ 2147483646 w 53"/>
              <a:gd name="T101" fmla="*/ 2147483646 h 53"/>
              <a:gd name="T102" fmla="*/ 2147483646 w 53"/>
              <a:gd name="T103" fmla="*/ 2147483646 h 53"/>
              <a:gd name="T104" fmla="*/ 2147483646 w 53"/>
              <a:gd name="T105" fmla="*/ 2147483646 h 53"/>
              <a:gd name="T106" fmla="*/ 2147483646 w 53"/>
              <a:gd name="T107" fmla="*/ 2147483646 h 53"/>
              <a:gd name="T108" fmla="*/ 0 w 53"/>
              <a:gd name="T109" fmla="*/ 2147483646 h 53"/>
              <a:gd name="T110" fmla="*/ 0 w 53"/>
              <a:gd name="T111" fmla="*/ 2147483646 h 53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53"/>
              <a:gd name="T169" fmla="*/ 0 h 53"/>
              <a:gd name="T170" fmla="*/ 53 w 53"/>
              <a:gd name="T171" fmla="*/ 53 h 53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53" h="53">
                <a:moveTo>
                  <a:pt x="0" y="22"/>
                </a:moveTo>
                <a:lnTo>
                  <a:pt x="0" y="29"/>
                </a:lnTo>
                <a:lnTo>
                  <a:pt x="0" y="28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1" y="22"/>
                </a:lnTo>
                <a:lnTo>
                  <a:pt x="1" y="21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4" y="14"/>
                </a:lnTo>
                <a:lnTo>
                  <a:pt x="5" y="13"/>
                </a:lnTo>
                <a:lnTo>
                  <a:pt x="5" y="12"/>
                </a:lnTo>
                <a:lnTo>
                  <a:pt x="6" y="10"/>
                </a:lnTo>
                <a:lnTo>
                  <a:pt x="8" y="9"/>
                </a:lnTo>
                <a:lnTo>
                  <a:pt x="9" y="8"/>
                </a:lnTo>
                <a:lnTo>
                  <a:pt x="10" y="6"/>
                </a:lnTo>
                <a:lnTo>
                  <a:pt x="12" y="5"/>
                </a:lnTo>
                <a:lnTo>
                  <a:pt x="13" y="4"/>
                </a:lnTo>
                <a:lnTo>
                  <a:pt x="14" y="4"/>
                </a:lnTo>
                <a:lnTo>
                  <a:pt x="16" y="2"/>
                </a:lnTo>
                <a:lnTo>
                  <a:pt x="17" y="2"/>
                </a:lnTo>
                <a:lnTo>
                  <a:pt x="18" y="1"/>
                </a:lnTo>
                <a:lnTo>
                  <a:pt x="20" y="1"/>
                </a:lnTo>
                <a:lnTo>
                  <a:pt x="21" y="1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8" y="0"/>
                </a:lnTo>
                <a:lnTo>
                  <a:pt x="2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8" y="0"/>
                </a:lnTo>
                <a:lnTo>
                  <a:pt x="29" y="0"/>
                </a:lnTo>
                <a:lnTo>
                  <a:pt x="30" y="0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6" y="2"/>
                </a:lnTo>
                <a:lnTo>
                  <a:pt x="37" y="2"/>
                </a:lnTo>
                <a:lnTo>
                  <a:pt x="38" y="4"/>
                </a:lnTo>
                <a:lnTo>
                  <a:pt x="39" y="4"/>
                </a:lnTo>
                <a:lnTo>
                  <a:pt x="41" y="5"/>
                </a:lnTo>
                <a:lnTo>
                  <a:pt x="42" y="6"/>
                </a:lnTo>
                <a:lnTo>
                  <a:pt x="42" y="8"/>
                </a:lnTo>
                <a:lnTo>
                  <a:pt x="43" y="8"/>
                </a:lnTo>
                <a:lnTo>
                  <a:pt x="45" y="9"/>
                </a:lnTo>
                <a:lnTo>
                  <a:pt x="46" y="10"/>
                </a:lnTo>
                <a:lnTo>
                  <a:pt x="46" y="12"/>
                </a:lnTo>
                <a:lnTo>
                  <a:pt x="47" y="13"/>
                </a:lnTo>
                <a:lnTo>
                  <a:pt x="49" y="14"/>
                </a:lnTo>
                <a:lnTo>
                  <a:pt x="50" y="16"/>
                </a:lnTo>
                <a:lnTo>
                  <a:pt x="50" y="17"/>
                </a:lnTo>
                <a:lnTo>
                  <a:pt x="51" y="18"/>
                </a:lnTo>
                <a:lnTo>
                  <a:pt x="51" y="21"/>
                </a:lnTo>
                <a:lnTo>
                  <a:pt x="51" y="22"/>
                </a:lnTo>
                <a:lnTo>
                  <a:pt x="51" y="24"/>
                </a:lnTo>
                <a:lnTo>
                  <a:pt x="53" y="25"/>
                </a:lnTo>
                <a:lnTo>
                  <a:pt x="53" y="26"/>
                </a:lnTo>
                <a:lnTo>
                  <a:pt x="53" y="28"/>
                </a:lnTo>
                <a:lnTo>
                  <a:pt x="53" y="29"/>
                </a:lnTo>
                <a:lnTo>
                  <a:pt x="53" y="22"/>
                </a:lnTo>
                <a:lnTo>
                  <a:pt x="53" y="24"/>
                </a:lnTo>
                <a:lnTo>
                  <a:pt x="53" y="25"/>
                </a:lnTo>
                <a:lnTo>
                  <a:pt x="53" y="26"/>
                </a:lnTo>
                <a:lnTo>
                  <a:pt x="51" y="29"/>
                </a:lnTo>
                <a:lnTo>
                  <a:pt x="51" y="30"/>
                </a:lnTo>
                <a:lnTo>
                  <a:pt x="51" y="31"/>
                </a:lnTo>
                <a:lnTo>
                  <a:pt x="51" y="33"/>
                </a:lnTo>
                <a:lnTo>
                  <a:pt x="50" y="34"/>
                </a:lnTo>
                <a:lnTo>
                  <a:pt x="50" y="35"/>
                </a:lnTo>
                <a:lnTo>
                  <a:pt x="49" y="37"/>
                </a:lnTo>
                <a:lnTo>
                  <a:pt x="49" y="38"/>
                </a:lnTo>
                <a:lnTo>
                  <a:pt x="47" y="39"/>
                </a:lnTo>
                <a:lnTo>
                  <a:pt x="46" y="41"/>
                </a:lnTo>
                <a:lnTo>
                  <a:pt x="45" y="42"/>
                </a:lnTo>
                <a:lnTo>
                  <a:pt x="43" y="43"/>
                </a:lnTo>
                <a:lnTo>
                  <a:pt x="42" y="45"/>
                </a:lnTo>
                <a:lnTo>
                  <a:pt x="41" y="46"/>
                </a:lnTo>
                <a:lnTo>
                  <a:pt x="39" y="47"/>
                </a:lnTo>
                <a:lnTo>
                  <a:pt x="38" y="47"/>
                </a:lnTo>
                <a:lnTo>
                  <a:pt x="37" y="49"/>
                </a:lnTo>
                <a:lnTo>
                  <a:pt x="36" y="49"/>
                </a:lnTo>
                <a:lnTo>
                  <a:pt x="34" y="50"/>
                </a:lnTo>
                <a:lnTo>
                  <a:pt x="33" y="50"/>
                </a:lnTo>
                <a:lnTo>
                  <a:pt x="32" y="51"/>
                </a:lnTo>
                <a:lnTo>
                  <a:pt x="30" y="51"/>
                </a:lnTo>
                <a:lnTo>
                  <a:pt x="29" y="51"/>
                </a:lnTo>
                <a:lnTo>
                  <a:pt x="28" y="51"/>
                </a:lnTo>
                <a:lnTo>
                  <a:pt x="26" y="53"/>
                </a:lnTo>
                <a:lnTo>
                  <a:pt x="24" y="53"/>
                </a:lnTo>
                <a:lnTo>
                  <a:pt x="22" y="53"/>
                </a:lnTo>
                <a:lnTo>
                  <a:pt x="29" y="53"/>
                </a:lnTo>
                <a:lnTo>
                  <a:pt x="28" y="53"/>
                </a:lnTo>
                <a:lnTo>
                  <a:pt x="26" y="53"/>
                </a:lnTo>
                <a:lnTo>
                  <a:pt x="25" y="51"/>
                </a:lnTo>
                <a:lnTo>
                  <a:pt x="24" y="51"/>
                </a:lnTo>
                <a:lnTo>
                  <a:pt x="22" y="51"/>
                </a:lnTo>
                <a:lnTo>
                  <a:pt x="21" y="51"/>
                </a:lnTo>
                <a:lnTo>
                  <a:pt x="20" y="50"/>
                </a:lnTo>
                <a:lnTo>
                  <a:pt x="18" y="50"/>
                </a:lnTo>
                <a:lnTo>
                  <a:pt x="17" y="49"/>
                </a:lnTo>
                <a:lnTo>
                  <a:pt x="16" y="49"/>
                </a:lnTo>
                <a:lnTo>
                  <a:pt x="14" y="47"/>
                </a:lnTo>
                <a:lnTo>
                  <a:pt x="13" y="47"/>
                </a:lnTo>
                <a:lnTo>
                  <a:pt x="12" y="46"/>
                </a:lnTo>
                <a:lnTo>
                  <a:pt x="10" y="45"/>
                </a:lnTo>
                <a:lnTo>
                  <a:pt x="9" y="45"/>
                </a:lnTo>
                <a:lnTo>
                  <a:pt x="9" y="43"/>
                </a:lnTo>
                <a:lnTo>
                  <a:pt x="8" y="42"/>
                </a:lnTo>
                <a:lnTo>
                  <a:pt x="6" y="41"/>
                </a:lnTo>
                <a:lnTo>
                  <a:pt x="5" y="41"/>
                </a:lnTo>
                <a:lnTo>
                  <a:pt x="5" y="39"/>
                </a:lnTo>
                <a:lnTo>
                  <a:pt x="4" y="38"/>
                </a:lnTo>
                <a:lnTo>
                  <a:pt x="4" y="37"/>
                </a:lnTo>
                <a:lnTo>
                  <a:pt x="2" y="35"/>
                </a:lnTo>
                <a:lnTo>
                  <a:pt x="2" y="34"/>
                </a:lnTo>
                <a:lnTo>
                  <a:pt x="1" y="33"/>
                </a:lnTo>
                <a:lnTo>
                  <a:pt x="1" y="31"/>
                </a:lnTo>
                <a:lnTo>
                  <a:pt x="1" y="30"/>
                </a:lnTo>
                <a:lnTo>
                  <a:pt x="0" y="29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43" name="Freeform 75">
            <a:extLst>
              <a:ext uri="{FF2B5EF4-FFF2-40B4-BE49-F238E27FC236}">
                <a16:creationId xmlns:a16="http://schemas.microsoft.com/office/drawing/2014/main" id="{B51D06D0-A8D7-45D9-A1A0-D37FF4EB6C98}"/>
              </a:ext>
            </a:extLst>
          </p:cNvPr>
          <p:cNvSpPr>
            <a:spLocks/>
          </p:cNvSpPr>
          <p:nvPr/>
        </p:nvSpPr>
        <p:spPr bwMode="auto">
          <a:xfrm>
            <a:off x="4173538" y="3544888"/>
            <a:ext cx="42862" cy="41275"/>
          </a:xfrm>
          <a:custGeom>
            <a:avLst/>
            <a:gdLst>
              <a:gd name="T0" fmla="*/ 0 w 53"/>
              <a:gd name="T1" fmla="*/ 2147483646 h 53"/>
              <a:gd name="T2" fmla="*/ 0 w 53"/>
              <a:gd name="T3" fmla="*/ 2147483646 h 53"/>
              <a:gd name="T4" fmla="*/ 2147483646 w 53"/>
              <a:gd name="T5" fmla="*/ 2147483646 h 53"/>
              <a:gd name="T6" fmla="*/ 2147483646 w 53"/>
              <a:gd name="T7" fmla="*/ 2147483646 h 53"/>
              <a:gd name="T8" fmla="*/ 2147483646 w 53"/>
              <a:gd name="T9" fmla="*/ 2147483646 h 53"/>
              <a:gd name="T10" fmla="*/ 2147483646 w 53"/>
              <a:gd name="T11" fmla="*/ 2147483646 h 53"/>
              <a:gd name="T12" fmla="*/ 2147483646 w 53"/>
              <a:gd name="T13" fmla="*/ 2147483646 h 53"/>
              <a:gd name="T14" fmla="*/ 2147483646 w 53"/>
              <a:gd name="T15" fmla="*/ 2147483646 h 53"/>
              <a:gd name="T16" fmla="*/ 2147483646 w 53"/>
              <a:gd name="T17" fmla="*/ 2147483646 h 53"/>
              <a:gd name="T18" fmla="*/ 2147483646 w 53"/>
              <a:gd name="T19" fmla="*/ 0 h 53"/>
              <a:gd name="T20" fmla="*/ 2147483646 w 53"/>
              <a:gd name="T21" fmla="*/ 0 h 53"/>
              <a:gd name="T22" fmla="*/ 2147483646 w 53"/>
              <a:gd name="T23" fmla="*/ 0 h 53"/>
              <a:gd name="T24" fmla="*/ 2147483646 w 53"/>
              <a:gd name="T25" fmla="*/ 0 h 53"/>
              <a:gd name="T26" fmla="*/ 2147483646 w 53"/>
              <a:gd name="T27" fmla="*/ 2147483646 h 53"/>
              <a:gd name="T28" fmla="*/ 2147483646 w 53"/>
              <a:gd name="T29" fmla="*/ 2147483646 h 53"/>
              <a:gd name="T30" fmla="*/ 2147483646 w 53"/>
              <a:gd name="T31" fmla="*/ 2147483646 h 53"/>
              <a:gd name="T32" fmla="*/ 2147483646 w 53"/>
              <a:gd name="T33" fmla="*/ 2147483646 h 53"/>
              <a:gd name="T34" fmla="*/ 2147483646 w 53"/>
              <a:gd name="T35" fmla="*/ 2147483646 h 53"/>
              <a:gd name="T36" fmla="*/ 2147483646 w 53"/>
              <a:gd name="T37" fmla="*/ 2147483646 h 53"/>
              <a:gd name="T38" fmla="*/ 2147483646 w 53"/>
              <a:gd name="T39" fmla="*/ 2147483646 h 53"/>
              <a:gd name="T40" fmla="*/ 2147483646 w 53"/>
              <a:gd name="T41" fmla="*/ 2147483646 h 53"/>
              <a:gd name="T42" fmla="*/ 2147483646 w 53"/>
              <a:gd name="T43" fmla="*/ 2147483646 h 53"/>
              <a:gd name="T44" fmla="*/ 2147483646 w 53"/>
              <a:gd name="T45" fmla="*/ 2147483646 h 53"/>
              <a:gd name="T46" fmla="*/ 2147483646 w 53"/>
              <a:gd name="T47" fmla="*/ 2147483646 h 53"/>
              <a:gd name="T48" fmla="*/ 2147483646 w 53"/>
              <a:gd name="T49" fmla="*/ 2147483646 h 53"/>
              <a:gd name="T50" fmla="*/ 2147483646 w 53"/>
              <a:gd name="T51" fmla="*/ 2147483646 h 53"/>
              <a:gd name="T52" fmla="*/ 2147483646 w 53"/>
              <a:gd name="T53" fmla="*/ 2147483646 h 53"/>
              <a:gd name="T54" fmla="*/ 2147483646 w 53"/>
              <a:gd name="T55" fmla="*/ 2147483646 h 53"/>
              <a:gd name="T56" fmla="*/ 2147483646 w 53"/>
              <a:gd name="T57" fmla="*/ 2147483646 h 53"/>
              <a:gd name="T58" fmla="*/ 2147483646 w 53"/>
              <a:gd name="T59" fmla="*/ 2147483646 h 53"/>
              <a:gd name="T60" fmla="*/ 2147483646 w 53"/>
              <a:gd name="T61" fmla="*/ 2147483646 h 53"/>
              <a:gd name="T62" fmla="*/ 2147483646 w 53"/>
              <a:gd name="T63" fmla="*/ 2147483646 h 53"/>
              <a:gd name="T64" fmla="*/ 2147483646 w 53"/>
              <a:gd name="T65" fmla="*/ 2147483646 h 53"/>
              <a:gd name="T66" fmla="*/ 2147483646 w 53"/>
              <a:gd name="T67" fmla="*/ 2147483646 h 53"/>
              <a:gd name="T68" fmla="*/ 2147483646 w 53"/>
              <a:gd name="T69" fmla="*/ 2147483646 h 53"/>
              <a:gd name="T70" fmla="*/ 2147483646 w 53"/>
              <a:gd name="T71" fmla="*/ 2147483646 h 53"/>
              <a:gd name="T72" fmla="*/ 2147483646 w 53"/>
              <a:gd name="T73" fmla="*/ 2147483646 h 53"/>
              <a:gd name="T74" fmla="*/ 2147483646 w 53"/>
              <a:gd name="T75" fmla="*/ 2147483646 h 53"/>
              <a:gd name="T76" fmla="*/ 2147483646 w 53"/>
              <a:gd name="T77" fmla="*/ 2147483646 h 53"/>
              <a:gd name="T78" fmla="*/ 2147483646 w 53"/>
              <a:gd name="T79" fmla="*/ 2147483646 h 53"/>
              <a:gd name="T80" fmla="*/ 2147483646 w 53"/>
              <a:gd name="T81" fmla="*/ 2147483646 h 53"/>
              <a:gd name="T82" fmla="*/ 2147483646 w 53"/>
              <a:gd name="T83" fmla="*/ 2147483646 h 53"/>
              <a:gd name="T84" fmla="*/ 2147483646 w 53"/>
              <a:gd name="T85" fmla="*/ 2147483646 h 53"/>
              <a:gd name="T86" fmla="*/ 2147483646 w 53"/>
              <a:gd name="T87" fmla="*/ 2147483646 h 53"/>
              <a:gd name="T88" fmla="*/ 2147483646 w 53"/>
              <a:gd name="T89" fmla="*/ 2147483646 h 53"/>
              <a:gd name="T90" fmla="*/ 2147483646 w 53"/>
              <a:gd name="T91" fmla="*/ 2147483646 h 53"/>
              <a:gd name="T92" fmla="*/ 2147483646 w 53"/>
              <a:gd name="T93" fmla="*/ 2147483646 h 53"/>
              <a:gd name="T94" fmla="*/ 2147483646 w 53"/>
              <a:gd name="T95" fmla="*/ 2147483646 h 53"/>
              <a:gd name="T96" fmla="*/ 2147483646 w 53"/>
              <a:gd name="T97" fmla="*/ 2147483646 h 53"/>
              <a:gd name="T98" fmla="*/ 2147483646 w 53"/>
              <a:gd name="T99" fmla="*/ 2147483646 h 53"/>
              <a:gd name="T100" fmla="*/ 2147483646 w 53"/>
              <a:gd name="T101" fmla="*/ 2147483646 h 53"/>
              <a:gd name="T102" fmla="*/ 2147483646 w 53"/>
              <a:gd name="T103" fmla="*/ 2147483646 h 53"/>
              <a:gd name="T104" fmla="*/ 2147483646 w 53"/>
              <a:gd name="T105" fmla="*/ 2147483646 h 53"/>
              <a:gd name="T106" fmla="*/ 2147483646 w 53"/>
              <a:gd name="T107" fmla="*/ 2147483646 h 53"/>
              <a:gd name="T108" fmla="*/ 0 w 53"/>
              <a:gd name="T109" fmla="*/ 2147483646 h 53"/>
              <a:gd name="T110" fmla="*/ 0 w 53"/>
              <a:gd name="T111" fmla="*/ 2147483646 h 53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53"/>
              <a:gd name="T169" fmla="*/ 0 h 53"/>
              <a:gd name="T170" fmla="*/ 53 w 53"/>
              <a:gd name="T171" fmla="*/ 53 h 53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53" h="53">
                <a:moveTo>
                  <a:pt x="0" y="22"/>
                </a:moveTo>
                <a:lnTo>
                  <a:pt x="0" y="29"/>
                </a:lnTo>
                <a:lnTo>
                  <a:pt x="0" y="28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1" y="22"/>
                </a:lnTo>
                <a:lnTo>
                  <a:pt x="1" y="21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4" y="14"/>
                </a:lnTo>
                <a:lnTo>
                  <a:pt x="5" y="13"/>
                </a:lnTo>
                <a:lnTo>
                  <a:pt x="5" y="12"/>
                </a:lnTo>
                <a:lnTo>
                  <a:pt x="6" y="10"/>
                </a:lnTo>
                <a:lnTo>
                  <a:pt x="8" y="9"/>
                </a:lnTo>
                <a:lnTo>
                  <a:pt x="9" y="8"/>
                </a:lnTo>
                <a:lnTo>
                  <a:pt x="10" y="6"/>
                </a:lnTo>
                <a:lnTo>
                  <a:pt x="12" y="5"/>
                </a:lnTo>
                <a:lnTo>
                  <a:pt x="13" y="4"/>
                </a:lnTo>
                <a:lnTo>
                  <a:pt x="14" y="4"/>
                </a:lnTo>
                <a:lnTo>
                  <a:pt x="16" y="2"/>
                </a:lnTo>
                <a:lnTo>
                  <a:pt x="17" y="2"/>
                </a:lnTo>
                <a:lnTo>
                  <a:pt x="18" y="1"/>
                </a:lnTo>
                <a:lnTo>
                  <a:pt x="20" y="1"/>
                </a:lnTo>
                <a:lnTo>
                  <a:pt x="21" y="1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8" y="0"/>
                </a:lnTo>
                <a:lnTo>
                  <a:pt x="2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8" y="0"/>
                </a:lnTo>
                <a:lnTo>
                  <a:pt x="29" y="0"/>
                </a:lnTo>
                <a:lnTo>
                  <a:pt x="30" y="0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6" y="2"/>
                </a:lnTo>
                <a:lnTo>
                  <a:pt x="37" y="2"/>
                </a:lnTo>
                <a:lnTo>
                  <a:pt x="38" y="4"/>
                </a:lnTo>
                <a:lnTo>
                  <a:pt x="40" y="4"/>
                </a:lnTo>
                <a:lnTo>
                  <a:pt x="41" y="5"/>
                </a:lnTo>
                <a:lnTo>
                  <a:pt x="42" y="6"/>
                </a:lnTo>
                <a:lnTo>
                  <a:pt x="42" y="8"/>
                </a:lnTo>
                <a:lnTo>
                  <a:pt x="44" y="8"/>
                </a:lnTo>
                <a:lnTo>
                  <a:pt x="45" y="9"/>
                </a:lnTo>
                <a:lnTo>
                  <a:pt x="46" y="10"/>
                </a:lnTo>
                <a:lnTo>
                  <a:pt x="46" y="12"/>
                </a:lnTo>
                <a:lnTo>
                  <a:pt x="48" y="13"/>
                </a:lnTo>
                <a:lnTo>
                  <a:pt x="49" y="14"/>
                </a:lnTo>
                <a:lnTo>
                  <a:pt x="50" y="16"/>
                </a:lnTo>
                <a:lnTo>
                  <a:pt x="50" y="17"/>
                </a:lnTo>
                <a:lnTo>
                  <a:pt x="52" y="18"/>
                </a:lnTo>
                <a:lnTo>
                  <a:pt x="52" y="21"/>
                </a:lnTo>
                <a:lnTo>
                  <a:pt x="52" y="22"/>
                </a:lnTo>
                <a:lnTo>
                  <a:pt x="52" y="24"/>
                </a:lnTo>
                <a:lnTo>
                  <a:pt x="53" y="25"/>
                </a:lnTo>
                <a:lnTo>
                  <a:pt x="53" y="26"/>
                </a:lnTo>
                <a:lnTo>
                  <a:pt x="53" y="28"/>
                </a:lnTo>
                <a:lnTo>
                  <a:pt x="53" y="29"/>
                </a:lnTo>
                <a:lnTo>
                  <a:pt x="53" y="22"/>
                </a:lnTo>
                <a:lnTo>
                  <a:pt x="53" y="24"/>
                </a:lnTo>
                <a:lnTo>
                  <a:pt x="53" y="25"/>
                </a:lnTo>
                <a:lnTo>
                  <a:pt x="53" y="26"/>
                </a:lnTo>
                <a:lnTo>
                  <a:pt x="52" y="29"/>
                </a:lnTo>
                <a:lnTo>
                  <a:pt x="52" y="30"/>
                </a:lnTo>
                <a:lnTo>
                  <a:pt x="52" y="31"/>
                </a:lnTo>
                <a:lnTo>
                  <a:pt x="52" y="33"/>
                </a:lnTo>
                <a:lnTo>
                  <a:pt x="50" y="34"/>
                </a:lnTo>
                <a:lnTo>
                  <a:pt x="50" y="35"/>
                </a:lnTo>
                <a:lnTo>
                  <a:pt x="49" y="37"/>
                </a:lnTo>
                <a:lnTo>
                  <a:pt x="49" y="38"/>
                </a:lnTo>
                <a:lnTo>
                  <a:pt x="48" y="39"/>
                </a:lnTo>
                <a:lnTo>
                  <a:pt x="46" y="41"/>
                </a:lnTo>
                <a:lnTo>
                  <a:pt x="45" y="42"/>
                </a:lnTo>
                <a:lnTo>
                  <a:pt x="44" y="43"/>
                </a:lnTo>
                <a:lnTo>
                  <a:pt x="42" y="45"/>
                </a:lnTo>
                <a:lnTo>
                  <a:pt x="41" y="46"/>
                </a:lnTo>
                <a:lnTo>
                  <a:pt x="40" y="47"/>
                </a:lnTo>
                <a:lnTo>
                  <a:pt x="38" y="47"/>
                </a:lnTo>
                <a:lnTo>
                  <a:pt x="37" y="49"/>
                </a:lnTo>
                <a:lnTo>
                  <a:pt x="36" y="49"/>
                </a:lnTo>
                <a:lnTo>
                  <a:pt x="34" y="50"/>
                </a:lnTo>
                <a:lnTo>
                  <a:pt x="33" y="50"/>
                </a:lnTo>
                <a:lnTo>
                  <a:pt x="32" y="51"/>
                </a:lnTo>
                <a:lnTo>
                  <a:pt x="30" y="51"/>
                </a:lnTo>
                <a:lnTo>
                  <a:pt x="29" y="51"/>
                </a:lnTo>
                <a:lnTo>
                  <a:pt x="28" y="51"/>
                </a:lnTo>
                <a:lnTo>
                  <a:pt x="26" y="53"/>
                </a:lnTo>
                <a:lnTo>
                  <a:pt x="24" y="53"/>
                </a:lnTo>
                <a:lnTo>
                  <a:pt x="22" y="53"/>
                </a:lnTo>
                <a:lnTo>
                  <a:pt x="29" y="53"/>
                </a:lnTo>
                <a:lnTo>
                  <a:pt x="28" y="53"/>
                </a:lnTo>
                <a:lnTo>
                  <a:pt x="26" y="53"/>
                </a:lnTo>
                <a:lnTo>
                  <a:pt x="25" y="51"/>
                </a:lnTo>
                <a:lnTo>
                  <a:pt x="24" y="51"/>
                </a:lnTo>
                <a:lnTo>
                  <a:pt x="22" y="51"/>
                </a:lnTo>
                <a:lnTo>
                  <a:pt x="21" y="51"/>
                </a:lnTo>
                <a:lnTo>
                  <a:pt x="20" y="50"/>
                </a:lnTo>
                <a:lnTo>
                  <a:pt x="18" y="50"/>
                </a:lnTo>
                <a:lnTo>
                  <a:pt x="17" y="49"/>
                </a:lnTo>
                <a:lnTo>
                  <a:pt x="16" y="49"/>
                </a:lnTo>
                <a:lnTo>
                  <a:pt x="14" y="47"/>
                </a:lnTo>
                <a:lnTo>
                  <a:pt x="13" y="47"/>
                </a:lnTo>
                <a:lnTo>
                  <a:pt x="12" y="46"/>
                </a:lnTo>
                <a:lnTo>
                  <a:pt x="10" y="45"/>
                </a:lnTo>
                <a:lnTo>
                  <a:pt x="9" y="45"/>
                </a:lnTo>
                <a:lnTo>
                  <a:pt x="9" y="43"/>
                </a:lnTo>
                <a:lnTo>
                  <a:pt x="8" y="42"/>
                </a:lnTo>
                <a:lnTo>
                  <a:pt x="6" y="41"/>
                </a:lnTo>
                <a:lnTo>
                  <a:pt x="5" y="41"/>
                </a:lnTo>
                <a:lnTo>
                  <a:pt x="5" y="39"/>
                </a:lnTo>
                <a:lnTo>
                  <a:pt x="4" y="38"/>
                </a:lnTo>
                <a:lnTo>
                  <a:pt x="4" y="37"/>
                </a:lnTo>
                <a:lnTo>
                  <a:pt x="2" y="35"/>
                </a:lnTo>
                <a:lnTo>
                  <a:pt x="2" y="34"/>
                </a:lnTo>
                <a:lnTo>
                  <a:pt x="1" y="33"/>
                </a:lnTo>
                <a:lnTo>
                  <a:pt x="1" y="31"/>
                </a:lnTo>
                <a:lnTo>
                  <a:pt x="1" y="30"/>
                </a:lnTo>
                <a:lnTo>
                  <a:pt x="0" y="29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44" name="Rectangle 76">
            <a:extLst>
              <a:ext uri="{FF2B5EF4-FFF2-40B4-BE49-F238E27FC236}">
                <a16:creationId xmlns:a16="http://schemas.microsoft.com/office/drawing/2014/main" id="{0E3481CB-C563-476C-BB4A-0DB689EDA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1988" y="352742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45" name="Rectangle 77">
            <a:extLst>
              <a:ext uri="{FF2B5EF4-FFF2-40B4-BE49-F238E27FC236}">
                <a16:creationId xmlns:a16="http://schemas.microsoft.com/office/drawing/2014/main" id="{206CC775-DB80-4E5C-B416-29EAE584C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4830763"/>
            <a:ext cx="1219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MSB position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46" name="Rectangle 78">
            <a:extLst>
              <a:ext uri="{FF2B5EF4-FFF2-40B4-BE49-F238E27FC236}">
                <a16:creationId xmlns:a16="http://schemas.microsoft.com/office/drawing/2014/main" id="{F110FDD3-06E4-4284-A71E-638FC34D3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2563" y="4830763"/>
            <a:ext cx="1162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LSB position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347" name="Title 1">
            <a:extLst>
              <a:ext uri="{FF2B5EF4-FFF2-40B4-BE49-F238E27FC236}">
                <a16:creationId xmlns:a16="http://schemas.microsoft.com/office/drawing/2014/main" id="{132552C6-F275-42D7-AC49-F29FB4657E2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n</a:t>
            </a: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-bit ripple-carry adder abstraction</a:t>
            </a:r>
          </a:p>
        </p:txBody>
      </p:sp>
      <p:sp>
        <p:nvSpPr>
          <p:cNvPr id="54348" name="Freeform 15">
            <a:extLst>
              <a:ext uri="{FF2B5EF4-FFF2-40B4-BE49-F238E27FC236}">
                <a16:creationId xmlns:a16="http://schemas.microsoft.com/office/drawing/2014/main" id="{5CEA85B4-4B55-49D2-B85D-657B33F6C56C}"/>
              </a:ext>
            </a:extLst>
          </p:cNvPr>
          <p:cNvSpPr>
            <a:spLocks/>
          </p:cNvSpPr>
          <p:nvPr/>
        </p:nvSpPr>
        <p:spPr bwMode="auto">
          <a:xfrm>
            <a:off x="1143000" y="2971800"/>
            <a:ext cx="7010400" cy="1219200"/>
          </a:xfrm>
          <a:custGeom>
            <a:avLst/>
            <a:gdLst>
              <a:gd name="T0" fmla="*/ 2147483646 w 6772"/>
              <a:gd name="T1" fmla="*/ 2147483646 h 1434"/>
              <a:gd name="T2" fmla="*/ 2147483646 w 6772"/>
              <a:gd name="T3" fmla="*/ 2147483646 h 1434"/>
              <a:gd name="T4" fmla="*/ 2147483646 w 6772"/>
              <a:gd name="T5" fmla="*/ 0 h 1434"/>
              <a:gd name="T6" fmla="*/ 2147483646 w 6772"/>
              <a:gd name="T7" fmla="*/ 0 h 1434"/>
              <a:gd name="T8" fmla="*/ 2147483646 w 6772"/>
              <a:gd name="T9" fmla="*/ 2147483646 h 1434"/>
              <a:gd name="T10" fmla="*/ 2147483646 w 6772"/>
              <a:gd name="T11" fmla="*/ 0 h 1434"/>
              <a:gd name="T12" fmla="*/ 0 w 6772"/>
              <a:gd name="T13" fmla="*/ 0 h 1434"/>
              <a:gd name="T14" fmla="*/ 2147483646 w 6772"/>
              <a:gd name="T15" fmla="*/ 2147483646 h 143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72"/>
              <a:gd name="T25" fmla="*/ 0 h 1434"/>
              <a:gd name="T26" fmla="*/ 6772 w 6772"/>
              <a:gd name="T27" fmla="*/ 1434 h 143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72" h="1434">
                <a:moveTo>
                  <a:pt x="717" y="1434"/>
                </a:moveTo>
                <a:lnTo>
                  <a:pt x="6081" y="1434"/>
                </a:lnTo>
                <a:lnTo>
                  <a:pt x="6772" y="0"/>
                </a:lnTo>
                <a:lnTo>
                  <a:pt x="3745" y="0"/>
                </a:lnTo>
                <a:lnTo>
                  <a:pt x="3399" y="372"/>
                </a:lnTo>
                <a:lnTo>
                  <a:pt x="3028" y="0"/>
                </a:lnTo>
                <a:lnTo>
                  <a:pt x="0" y="0"/>
                </a:lnTo>
                <a:lnTo>
                  <a:pt x="717" y="1434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reeform 5">
            <a:extLst>
              <a:ext uri="{FF2B5EF4-FFF2-40B4-BE49-F238E27FC236}">
                <a16:creationId xmlns:a16="http://schemas.microsoft.com/office/drawing/2014/main" id="{DC827F6C-0B02-46B1-962A-4D8017BA329D}"/>
              </a:ext>
            </a:extLst>
          </p:cNvPr>
          <p:cNvSpPr>
            <a:spLocks/>
          </p:cNvSpPr>
          <p:nvPr/>
        </p:nvSpPr>
        <p:spPr bwMode="auto">
          <a:xfrm>
            <a:off x="1206500" y="3544888"/>
            <a:ext cx="127000" cy="63500"/>
          </a:xfrm>
          <a:custGeom>
            <a:avLst/>
            <a:gdLst>
              <a:gd name="T0" fmla="*/ 2147483646 w 159"/>
              <a:gd name="T1" fmla="*/ 0 h 79"/>
              <a:gd name="T2" fmla="*/ 0 w 159"/>
              <a:gd name="T3" fmla="*/ 2147483646 h 79"/>
              <a:gd name="T4" fmla="*/ 2147483646 w 159"/>
              <a:gd name="T5" fmla="*/ 2147483646 h 79"/>
              <a:gd name="T6" fmla="*/ 2147483646 w 159"/>
              <a:gd name="T7" fmla="*/ 2147483646 h 79"/>
              <a:gd name="T8" fmla="*/ 2147483646 w 15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79"/>
              <a:gd name="T17" fmla="*/ 159 w 15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79">
                <a:moveTo>
                  <a:pt x="159" y="0"/>
                </a:moveTo>
                <a:lnTo>
                  <a:pt x="0" y="26"/>
                </a:lnTo>
                <a:lnTo>
                  <a:pt x="159" y="79"/>
                </a:lnTo>
                <a:lnTo>
                  <a:pt x="159" y="26"/>
                </a:lnTo>
                <a:lnTo>
                  <a:pt x="159" y="0"/>
                </a:lnTo>
                <a:close/>
              </a:path>
            </a:pathLst>
          </a:custGeom>
          <a:solidFill>
            <a:schemeClr val="tx1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298" name="Line 6">
            <a:extLst>
              <a:ext uri="{FF2B5EF4-FFF2-40B4-BE49-F238E27FC236}">
                <a16:creationId xmlns:a16="http://schemas.microsoft.com/office/drawing/2014/main" id="{3818C7E1-17E0-4AAF-96C5-0097317D73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3565525"/>
            <a:ext cx="4413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299" name="Rectangle 10">
            <a:extLst>
              <a:ext uri="{FF2B5EF4-FFF2-40B4-BE49-F238E27FC236}">
                <a16:creationId xmlns:a16="http://schemas.microsoft.com/office/drawing/2014/main" id="{DC804C59-C6B6-4515-9B14-A4BF5B429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2352675"/>
            <a:ext cx="2238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00" name="Rectangle 11">
            <a:extLst>
              <a:ext uri="{FF2B5EF4-FFF2-40B4-BE49-F238E27FC236}">
                <a16:creationId xmlns:a16="http://schemas.microsoft.com/office/drawing/2014/main" id="{B10F7075-AD40-497B-8AE4-A4C3A23EF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447925"/>
            <a:ext cx="1905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n –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01" name="Rectangle 12">
            <a:extLst>
              <a:ext uri="{FF2B5EF4-FFF2-40B4-BE49-F238E27FC236}">
                <a16:creationId xmlns:a16="http://schemas.microsoft.com/office/drawing/2014/main" id="{AB6944A8-5C17-44DA-A6CC-55E109377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244792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02" name="Rectangle 14">
            <a:extLst>
              <a:ext uri="{FF2B5EF4-FFF2-40B4-BE49-F238E27FC236}">
                <a16:creationId xmlns:a16="http://schemas.microsoft.com/office/drawing/2014/main" id="{37EFE96C-A2CB-4CEC-9A6B-F68A8C95B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088" y="3419475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03" name="Rectangle 15">
            <a:extLst>
              <a:ext uri="{FF2B5EF4-FFF2-40B4-BE49-F238E27FC236}">
                <a16:creationId xmlns:a16="http://schemas.microsoft.com/office/drawing/2014/main" id="{88ED17FA-A386-45BD-975D-2A4FD04B4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3513138"/>
            <a:ext cx="176212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n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04" name="Freeform 19">
            <a:extLst>
              <a:ext uri="{FF2B5EF4-FFF2-40B4-BE49-F238E27FC236}">
                <a16:creationId xmlns:a16="http://schemas.microsoft.com/office/drawing/2014/main" id="{EEA74A46-46F1-413C-A4CA-2E5BB90F3B5A}"/>
              </a:ext>
            </a:extLst>
          </p:cNvPr>
          <p:cNvSpPr>
            <a:spLocks/>
          </p:cNvSpPr>
          <p:nvPr/>
        </p:nvSpPr>
        <p:spPr bwMode="auto">
          <a:xfrm>
            <a:off x="2195513" y="4302125"/>
            <a:ext cx="42862" cy="127000"/>
          </a:xfrm>
          <a:custGeom>
            <a:avLst/>
            <a:gdLst>
              <a:gd name="T0" fmla="*/ 0 w 53"/>
              <a:gd name="T1" fmla="*/ 0 h 159"/>
              <a:gd name="T2" fmla="*/ 2147483646 w 53"/>
              <a:gd name="T3" fmla="*/ 2147483646 h 159"/>
              <a:gd name="T4" fmla="*/ 2147483646 w 53"/>
              <a:gd name="T5" fmla="*/ 0 h 159"/>
              <a:gd name="T6" fmla="*/ 2147483646 w 53"/>
              <a:gd name="T7" fmla="*/ 0 h 159"/>
              <a:gd name="T8" fmla="*/ 0 w 53"/>
              <a:gd name="T9" fmla="*/ 0 h 1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159"/>
              <a:gd name="T17" fmla="*/ 53 w 53"/>
              <a:gd name="T18" fmla="*/ 159 h 1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159">
                <a:moveTo>
                  <a:pt x="0" y="0"/>
                </a:moveTo>
                <a:lnTo>
                  <a:pt x="26" y="159"/>
                </a:lnTo>
                <a:lnTo>
                  <a:pt x="53" y="0"/>
                </a:lnTo>
                <a:lnTo>
                  <a:pt x="2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05" name="Line 20">
            <a:extLst>
              <a:ext uri="{FF2B5EF4-FFF2-40B4-BE49-F238E27FC236}">
                <a16:creationId xmlns:a16="http://schemas.microsoft.com/office/drawing/2014/main" id="{0F4EB3CC-C509-43E6-A15C-1321EE381D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17738" y="3860800"/>
            <a:ext cx="1587" cy="4413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06" name="Freeform 21">
            <a:extLst>
              <a:ext uri="{FF2B5EF4-FFF2-40B4-BE49-F238E27FC236}">
                <a16:creationId xmlns:a16="http://schemas.microsoft.com/office/drawing/2014/main" id="{3ADCB95B-A7A0-43A9-93D7-E27D2B574D8F}"/>
              </a:ext>
            </a:extLst>
          </p:cNvPr>
          <p:cNvSpPr>
            <a:spLocks/>
          </p:cNvSpPr>
          <p:nvPr/>
        </p:nvSpPr>
        <p:spPr bwMode="auto">
          <a:xfrm>
            <a:off x="2406650" y="3124200"/>
            <a:ext cx="63500" cy="125413"/>
          </a:xfrm>
          <a:custGeom>
            <a:avLst/>
            <a:gdLst>
              <a:gd name="T0" fmla="*/ 0 w 79"/>
              <a:gd name="T1" fmla="*/ 0 h 160"/>
              <a:gd name="T2" fmla="*/ 2147483646 w 79"/>
              <a:gd name="T3" fmla="*/ 2147483646 h 160"/>
              <a:gd name="T4" fmla="*/ 2147483646 w 79"/>
              <a:gd name="T5" fmla="*/ 0 h 160"/>
              <a:gd name="T6" fmla="*/ 2147483646 w 79"/>
              <a:gd name="T7" fmla="*/ 0 h 160"/>
              <a:gd name="T8" fmla="*/ 0 w 79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160"/>
              <a:gd name="T17" fmla="*/ 79 w 79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160">
                <a:moveTo>
                  <a:pt x="0" y="0"/>
                </a:moveTo>
                <a:lnTo>
                  <a:pt x="53" y="160"/>
                </a:lnTo>
                <a:lnTo>
                  <a:pt x="79" y="0"/>
                </a:ln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07" name="Line 22">
            <a:extLst>
              <a:ext uri="{FF2B5EF4-FFF2-40B4-BE49-F238E27FC236}">
                <a16:creationId xmlns:a16="http://schemas.microsoft.com/office/drawing/2014/main" id="{0E4EACCB-85CF-4684-8E7D-BFA417FCD2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7925" y="2681288"/>
            <a:ext cx="1588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08" name="Freeform 23">
            <a:extLst>
              <a:ext uri="{FF2B5EF4-FFF2-40B4-BE49-F238E27FC236}">
                <a16:creationId xmlns:a16="http://schemas.microsoft.com/office/drawing/2014/main" id="{7B5551B9-B08C-4A37-91B4-2C098285CA03}"/>
              </a:ext>
            </a:extLst>
          </p:cNvPr>
          <p:cNvSpPr>
            <a:spLocks/>
          </p:cNvSpPr>
          <p:nvPr/>
        </p:nvSpPr>
        <p:spPr bwMode="auto">
          <a:xfrm>
            <a:off x="1965325" y="3124200"/>
            <a:ext cx="61913" cy="125413"/>
          </a:xfrm>
          <a:custGeom>
            <a:avLst/>
            <a:gdLst>
              <a:gd name="T0" fmla="*/ 0 w 80"/>
              <a:gd name="T1" fmla="*/ 0 h 160"/>
              <a:gd name="T2" fmla="*/ 2147483646 w 80"/>
              <a:gd name="T3" fmla="*/ 2147483646 h 160"/>
              <a:gd name="T4" fmla="*/ 2147483646 w 80"/>
              <a:gd name="T5" fmla="*/ 0 h 160"/>
              <a:gd name="T6" fmla="*/ 2147483646 w 80"/>
              <a:gd name="T7" fmla="*/ 0 h 160"/>
              <a:gd name="T8" fmla="*/ 0 w 80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160"/>
              <a:gd name="T17" fmla="*/ 80 w 80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160">
                <a:moveTo>
                  <a:pt x="0" y="0"/>
                </a:moveTo>
                <a:lnTo>
                  <a:pt x="27" y="160"/>
                </a:lnTo>
                <a:lnTo>
                  <a:pt x="80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09" name="Line 24">
            <a:extLst>
              <a:ext uri="{FF2B5EF4-FFF2-40B4-BE49-F238E27FC236}">
                <a16:creationId xmlns:a16="http://schemas.microsoft.com/office/drawing/2014/main" id="{189F4631-A379-4DF8-9D2E-EA63C0A889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5963" y="2681288"/>
            <a:ext cx="1587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10" name="Rectangle 26">
            <a:extLst>
              <a:ext uri="{FF2B5EF4-FFF2-40B4-BE49-F238E27FC236}">
                <a16:creationId xmlns:a16="http://schemas.microsoft.com/office/drawing/2014/main" id="{F10E2289-652F-4DE7-B08C-F2120D462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352675"/>
            <a:ext cx="2238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y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11" name="Rectangle 27">
            <a:extLst>
              <a:ext uri="{FF2B5EF4-FFF2-40B4-BE49-F238E27FC236}">
                <a16:creationId xmlns:a16="http://schemas.microsoft.com/office/drawing/2014/main" id="{304FA8F0-623C-4288-8CD6-31DEB3C97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244792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n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12" name="Rectangle 28">
            <a:extLst>
              <a:ext uri="{FF2B5EF4-FFF2-40B4-BE49-F238E27FC236}">
                <a16:creationId xmlns:a16="http://schemas.microsoft.com/office/drawing/2014/main" id="{E630656E-2C25-4C75-B28B-862F5AC54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244792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13" name="Rectangle 29">
            <a:extLst>
              <a:ext uri="{FF2B5EF4-FFF2-40B4-BE49-F238E27FC236}">
                <a16:creationId xmlns:a16="http://schemas.microsoft.com/office/drawing/2014/main" id="{FED2F348-7E96-4EAD-9FA4-035F12963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2447925"/>
            <a:ext cx="1143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–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14" name="Rectangle 30">
            <a:extLst>
              <a:ext uri="{FF2B5EF4-FFF2-40B4-BE49-F238E27FC236}">
                <a16:creationId xmlns:a16="http://schemas.microsoft.com/office/drawing/2014/main" id="{550B6EB2-E9E3-4143-9973-A4973A95C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938" y="4456113"/>
            <a:ext cx="2111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15" name="Rectangle 31">
            <a:extLst>
              <a:ext uri="{FF2B5EF4-FFF2-40B4-BE49-F238E27FC236}">
                <a16:creationId xmlns:a16="http://schemas.microsoft.com/office/drawing/2014/main" id="{85B8C51F-5BB8-45A9-9163-9C2C881D3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00" y="45497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n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16" name="Rectangle 32">
            <a:extLst>
              <a:ext uri="{FF2B5EF4-FFF2-40B4-BE49-F238E27FC236}">
                <a16:creationId xmlns:a16="http://schemas.microsoft.com/office/drawing/2014/main" id="{FE3D6DC7-ACCF-4684-BBE0-750715A84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454977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17" name="Rectangle 38">
            <a:extLst>
              <a:ext uri="{FF2B5EF4-FFF2-40B4-BE49-F238E27FC236}">
                <a16:creationId xmlns:a16="http://schemas.microsoft.com/office/drawing/2014/main" id="{C56A8028-3902-4F17-BF7B-AC351DB6D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025" y="4549775"/>
            <a:ext cx="1143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–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18" name="Rectangle 40">
            <a:extLst>
              <a:ext uri="{FF2B5EF4-FFF2-40B4-BE49-F238E27FC236}">
                <a16:creationId xmlns:a16="http://schemas.microsoft.com/office/drawing/2014/main" id="{BFB00CFF-68CF-418B-BC71-C04CFD0D9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688" y="2347913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19" name="Rectangle 41">
            <a:extLst>
              <a:ext uri="{FF2B5EF4-FFF2-40B4-BE49-F238E27FC236}">
                <a16:creationId xmlns:a16="http://schemas.microsoft.com/office/drawing/2014/main" id="{8512E61D-9456-45CA-8E81-2967613B4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24415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20" name="Freeform 43">
            <a:extLst>
              <a:ext uri="{FF2B5EF4-FFF2-40B4-BE49-F238E27FC236}">
                <a16:creationId xmlns:a16="http://schemas.microsoft.com/office/drawing/2014/main" id="{3373F55B-B41C-46A0-B0ED-907A7C084FD3}"/>
              </a:ext>
            </a:extLst>
          </p:cNvPr>
          <p:cNvSpPr>
            <a:spLocks/>
          </p:cNvSpPr>
          <p:nvPr/>
        </p:nvSpPr>
        <p:spPr bwMode="auto">
          <a:xfrm>
            <a:off x="5521325" y="4302125"/>
            <a:ext cx="41275" cy="127000"/>
          </a:xfrm>
          <a:custGeom>
            <a:avLst/>
            <a:gdLst>
              <a:gd name="T0" fmla="*/ 0 w 53"/>
              <a:gd name="T1" fmla="*/ 0 h 159"/>
              <a:gd name="T2" fmla="*/ 2147483646 w 53"/>
              <a:gd name="T3" fmla="*/ 2147483646 h 159"/>
              <a:gd name="T4" fmla="*/ 2147483646 w 53"/>
              <a:gd name="T5" fmla="*/ 0 h 159"/>
              <a:gd name="T6" fmla="*/ 2147483646 w 53"/>
              <a:gd name="T7" fmla="*/ 0 h 159"/>
              <a:gd name="T8" fmla="*/ 0 w 53"/>
              <a:gd name="T9" fmla="*/ 0 h 1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159"/>
              <a:gd name="T17" fmla="*/ 53 w 53"/>
              <a:gd name="T18" fmla="*/ 159 h 1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159">
                <a:moveTo>
                  <a:pt x="0" y="0"/>
                </a:moveTo>
                <a:lnTo>
                  <a:pt x="26" y="159"/>
                </a:lnTo>
                <a:lnTo>
                  <a:pt x="53" y="0"/>
                </a:lnTo>
                <a:lnTo>
                  <a:pt x="2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21" name="Line 44">
            <a:extLst>
              <a:ext uri="{FF2B5EF4-FFF2-40B4-BE49-F238E27FC236}">
                <a16:creationId xmlns:a16="http://schemas.microsoft.com/office/drawing/2014/main" id="{2C5C3A9B-6C9E-4DB3-A98E-D7280E9FE2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41963" y="3860800"/>
            <a:ext cx="1587" cy="4413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22" name="Freeform 45">
            <a:extLst>
              <a:ext uri="{FF2B5EF4-FFF2-40B4-BE49-F238E27FC236}">
                <a16:creationId xmlns:a16="http://schemas.microsoft.com/office/drawing/2014/main" id="{F0CC3489-50C6-4C91-9CAA-710B68EB17C4}"/>
              </a:ext>
            </a:extLst>
          </p:cNvPr>
          <p:cNvSpPr>
            <a:spLocks/>
          </p:cNvSpPr>
          <p:nvPr/>
        </p:nvSpPr>
        <p:spPr bwMode="auto">
          <a:xfrm>
            <a:off x="5730875" y="3124200"/>
            <a:ext cx="63500" cy="125413"/>
          </a:xfrm>
          <a:custGeom>
            <a:avLst/>
            <a:gdLst>
              <a:gd name="T0" fmla="*/ 0 w 79"/>
              <a:gd name="T1" fmla="*/ 0 h 160"/>
              <a:gd name="T2" fmla="*/ 2147483646 w 79"/>
              <a:gd name="T3" fmla="*/ 2147483646 h 160"/>
              <a:gd name="T4" fmla="*/ 2147483646 w 79"/>
              <a:gd name="T5" fmla="*/ 0 h 160"/>
              <a:gd name="T6" fmla="*/ 2147483646 w 79"/>
              <a:gd name="T7" fmla="*/ 0 h 160"/>
              <a:gd name="T8" fmla="*/ 0 w 79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160"/>
              <a:gd name="T17" fmla="*/ 79 w 79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160">
                <a:moveTo>
                  <a:pt x="0" y="0"/>
                </a:moveTo>
                <a:lnTo>
                  <a:pt x="53" y="160"/>
                </a:lnTo>
                <a:lnTo>
                  <a:pt x="79" y="0"/>
                </a:ln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23" name="Line 46">
            <a:extLst>
              <a:ext uri="{FF2B5EF4-FFF2-40B4-BE49-F238E27FC236}">
                <a16:creationId xmlns:a16="http://schemas.microsoft.com/office/drawing/2014/main" id="{E1EBF4D0-7922-4404-8603-0CDC1B0659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3738" y="2681288"/>
            <a:ext cx="1587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24" name="Freeform 47">
            <a:extLst>
              <a:ext uri="{FF2B5EF4-FFF2-40B4-BE49-F238E27FC236}">
                <a16:creationId xmlns:a16="http://schemas.microsoft.com/office/drawing/2014/main" id="{E83BBD38-336C-495B-94CE-FBA3D1B740DC}"/>
              </a:ext>
            </a:extLst>
          </p:cNvPr>
          <p:cNvSpPr>
            <a:spLocks/>
          </p:cNvSpPr>
          <p:nvPr/>
        </p:nvSpPr>
        <p:spPr bwMode="auto">
          <a:xfrm>
            <a:off x="5289550" y="3124200"/>
            <a:ext cx="63500" cy="125413"/>
          </a:xfrm>
          <a:custGeom>
            <a:avLst/>
            <a:gdLst>
              <a:gd name="T0" fmla="*/ 0 w 80"/>
              <a:gd name="T1" fmla="*/ 0 h 160"/>
              <a:gd name="T2" fmla="*/ 2147483646 w 80"/>
              <a:gd name="T3" fmla="*/ 2147483646 h 160"/>
              <a:gd name="T4" fmla="*/ 2147483646 w 80"/>
              <a:gd name="T5" fmla="*/ 0 h 160"/>
              <a:gd name="T6" fmla="*/ 2147483646 w 80"/>
              <a:gd name="T7" fmla="*/ 0 h 160"/>
              <a:gd name="T8" fmla="*/ 0 w 80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160"/>
              <a:gd name="T17" fmla="*/ 80 w 80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160">
                <a:moveTo>
                  <a:pt x="0" y="0"/>
                </a:moveTo>
                <a:lnTo>
                  <a:pt x="27" y="160"/>
                </a:lnTo>
                <a:lnTo>
                  <a:pt x="80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25" name="Line 48">
            <a:extLst>
              <a:ext uri="{FF2B5EF4-FFF2-40B4-BE49-F238E27FC236}">
                <a16:creationId xmlns:a16="http://schemas.microsoft.com/office/drawing/2014/main" id="{42B2985B-94A2-4096-B72E-E765749C8D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0188" y="2681288"/>
            <a:ext cx="1587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26" name="Rectangle 50">
            <a:extLst>
              <a:ext uri="{FF2B5EF4-FFF2-40B4-BE49-F238E27FC236}">
                <a16:creationId xmlns:a16="http://schemas.microsoft.com/office/drawing/2014/main" id="{15EE6C3F-3CAE-4BB1-B18E-D0E776B09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300" y="2347913"/>
            <a:ext cx="2238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y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27" name="Rectangle 51">
            <a:extLst>
              <a:ext uri="{FF2B5EF4-FFF2-40B4-BE49-F238E27FC236}">
                <a16:creationId xmlns:a16="http://schemas.microsoft.com/office/drawing/2014/main" id="{EBDD834E-5143-412D-B3C3-99E8AEF79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24415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28" name="Rectangle 52">
            <a:extLst>
              <a:ext uri="{FF2B5EF4-FFF2-40B4-BE49-F238E27FC236}">
                <a16:creationId xmlns:a16="http://schemas.microsoft.com/office/drawing/2014/main" id="{2E67C178-0B28-498B-8469-43B0A4FB7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4456113"/>
            <a:ext cx="2111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29" name="Freeform 54">
            <a:extLst>
              <a:ext uri="{FF2B5EF4-FFF2-40B4-BE49-F238E27FC236}">
                <a16:creationId xmlns:a16="http://schemas.microsoft.com/office/drawing/2014/main" id="{BBEC3592-0DF4-4D74-9F55-A490D26DE6ED}"/>
              </a:ext>
            </a:extLst>
          </p:cNvPr>
          <p:cNvSpPr>
            <a:spLocks/>
          </p:cNvSpPr>
          <p:nvPr/>
        </p:nvSpPr>
        <p:spPr bwMode="auto">
          <a:xfrm>
            <a:off x="7519988" y="3544888"/>
            <a:ext cx="127000" cy="63500"/>
          </a:xfrm>
          <a:custGeom>
            <a:avLst/>
            <a:gdLst>
              <a:gd name="T0" fmla="*/ 2147483646 w 159"/>
              <a:gd name="T1" fmla="*/ 0 h 79"/>
              <a:gd name="T2" fmla="*/ 0 w 159"/>
              <a:gd name="T3" fmla="*/ 2147483646 h 79"/>
              <a:gd name="T4" fmla="*/ 2147483646 w 159"/>
              <a:gd name="T5" fmla="*/ 2147483646 h 79"/>
              <a:gd name="T6" fmla="*/ 2147483646 w 159"/>
              <a:gd name="T7" fmla="*/ 2147483646 h 79"/>
              <a:gd name="T8" fmla="*/ 2147483646 w 15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79"/>
              <a:gd name="T17" fmla="*/ 159 w 15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79">
                <a:moveTo>
                  <a:pt x="159" y="0"/>
                </a:moveTo>
                <a:lnTo>
                  <a:pt x="0" y="26"/>
                </a:lnTo>
                <a:lnTo>
                  <a:pt x="159" y="79"/>
                </a:lnTo>
                <a:lnTo>
                  <a:pt x="159" y="26"/>
                </a:lnTo>
                <a:lnTo>
                  <a:pt x="159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30" name="Line 55">
            <a:extLst>
              <a:ext uri="{FF2B5EF4-FFF2-40B4-BE49-F238E27FC236}">
                <a16:creationId xmlns:a16="http://schemas.microsoft.com/office/drawing/2014/main" id="{E176A0B4-FE96-4F79-B949-11C5D1E3EF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46988" y="3565525"/>
            <a:ext cx="4413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31" name="Rectangle 56">
            <a:extLst>
              <a:ext uri="{FF2B5EF4-FFF2-40B4-BE49-F238E27FC236}">
                <a16:creationId xmlns:a16="http://schemas.microsoft.com/office/drawing/2014/main" id="{4C8008E3-40B5-40F7-866C-EE36BE4A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454977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32" name="Freeform 57">
            <a:extLst>
              <a:ext uri="{FF2B5EF4-FFF2-40B4-BE49-F238E27FC236}">
                <a16:creationId xmlns:a16="http://schemas.microsoft.com/office/drawing/2014/main" id="{49378570-80E9-41EC-AFA3-88DDB10BB9A5}"/>
              </a:ext>
            </a:extLst>
          </p:cNvPr>
          <p:cNvSpPr>
            <a:spLocks/>
          </p:cNvSpPr>
          <p:nvPr/>
        </p:nvSpPr>
        <p:spPr bwMode="auto">
          <a:xfrm>
            <a:off x="7015163" y="4302125"/>
            <a:ext cx="42862" cy="127000"/>
          </a:xfrm>
          <a:custGeom>
            <a:avLst/>
            <a:gdLst>
              <a:gd name="T0" fmla="*/ 0 w 53"/>
              <a:gd name="T1" fmla="*/ 0 h 159"/>
              <a:gd name="T2" fmla="*/ 2147483646 w 53"/>
              <a:gd name="T3" fmla="*/ 2147483646 h 159"/>
              <a:gd name="T4" fmla="*/ 2147483646 w 53"/>
              <a:gd name="T5" fmla="*/ 0 h 159"/>
              <a:gd name="T6" fmla="*/ 2147483646 w 53"/>
              <a:gd name="T7" fmla="*/ 0 h 159"/>
              <a:gd name="T8" fmla="*/ 0 w 53"/>
              <a:gd name="T9" fmla="*/ 0 h 1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159"/>
              <a:gd name="T17" fmla="*/ 53 w 53"/>
              <a:gd name="T18" fmla="*/ 159 h 1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159">
                <a:moveTo>
                  <a:pt x="0" y="0"/>
                </a:moveTo>
                <a:lnTo>
                  <a:pt x="27" y="159"/>
                </a:lnTo>
                <a:lnTo>
                  <a:pt x="53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33" name="Line 58">
            <a:extLst>
              <a:ext uri="{FF2B5EF4-FFF2-40B4-BE49-F238E27FC236}">
                <a16:creationId xmlns:a16="http://schemas.microsoft.com/office/drawing/2014/main" id="{874B5BFF-2E5E-4D9D-B294-52DAD1FA3D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5800" y="3860800"/>
            <a:ext cx="1588" cy="4413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34" name="Freeform 59">
            <a:extLst>
              <a:ext uri="{FF2B5EF4-FFF2-40B4-BE49-F238E27FC236}">
                <a16:creationId xmlns:a16="http://schemas.microsoft.com/office/drawing/2014/main" id="{937D7126-45FF-4EA5-8251-195825B744F0}"/>
              </a:ext>
            </a:extLst>
          </p:cNvPr>
          <p:cNvSpPr>
            <a:spLocks/>
          </p:cNvSpPr>
          <p:nvPr/>
        </p:nvSpPr>
        <p:spPr bwMode="auto">
          <a:xfrm>
            <a:off x="7226300" y="3124200"/>
            <a:ext cx="61913" cy="125413"/>
          </a:xfrm>
          <a:custGeom>
            <a:avLst/>
            <a:gdLst>
              <a:gd name="T0" fmla="*/ 0 w 80"/>
              <a:gd name="T1" fmla="*/ 0 h 160"/>
              <a:gd name="T2" fmla="*/ 2147483646 w 80"/>
              <a:gd name="T3" fmla="*/ 2147483646 h 160"/>
              <a:gd name="T4" fmla="*/ 2147483646 w 80"/>
              <a:gd name="T5" fmla="*/ 0 h 160"/>
              <a:gd name="T6" fmla="*/ 2147483646 w 80"/>
              <a:gd name="T7" fmla="*/ 0 h 160"/>
              <a:gd name="T8" fmla="*/ 0 w 80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160"/>
              <a:gd name="T17" fmla="*/ 80 w 80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160">
                <a:moveTo>
                  <a:pt x="0" y="0"/>
                </a:moveTo>
                <a:lnTo>
                  <a:pt x="53" y="160"/>
                </a:lnTo>
                <a:lnTo>
                  <a:pt x="80" y="0"/>
                </a:ln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35" name="Line 60">
            <a:extLst>
              <a:ext uri="{FF2B5EF4-FFF2-40B4-BE49-F238E27FC236}">
                <a16:creationId xmlns:a16="http://schemas.microsoft.com/office/drawing/2014/main" id="{341A101C-7FAB-44D2-AA6A-DDE995DCB4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67575" y="2681288"/>
            <a:ext cx="1588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36" name="Freeform 61">
            <a:extLst>
              <a:ext uri="{FF2B5EF4-FFF2-40B4-BE49-F238E27FC236}">
                <a16:creationId xmlns:a16="http://schemas.microsoft.com/office/drawing/2014/main" id="{05CE78F3-CBF2-4F5C-9C0F-2D2B66C9E520}"/>
              </a:ext>
            </a:extLst>
          </p:cNvPr>
          <p:cNvSpPr>
            <a:spLocks/>
          </p:cNvSpPr>
          <p:nvPr/>
        </p:nvSpPr>
        <p:spPr bwMode="auto">
          <a:xfrm>
            <a:off x="6783388" y="3124200"/>
            <a:ext cx="63500" cy="125413"/>
          </a:xfrm>
          <a:custGeom>
            <a:avLst/>
            <a:gdLst>
              <a:gd name="T0" fmla="*/ 0 w 80"/>
              <a:gd name="T1" fmla="*/ 0 h 160"/>
              <a:gd name="T2" fmla="*/ 2147483646 w 80"/>
              <a:gd name="T3" fmla="*/ 2147483646 h 160"/>
              <a:gd name="T4" fmla="*/ 2147483646 w 80"/>
              <a:gd name="T5" fmla="*/ 0 h 160"/>
              <a:gd name="T6" fmla="*/ 2147483646 w 80"/>
              <a:gd name="T7" fmla="*/ 0 h 160"/>
              <a:gd name="T8" fmla="*/ 0 w 80"/>
              <a:gd name="T9" fmla="*/ 0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160"/>
              <a:gd name="T17" fmla="*/ 80 w 80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160">
                <a:moveTo>
                  <a:pt x="0" y="0"/>
                </a:moveTo>
                <a:lnTo>
                  <a:pt x="27" y="160"/>
                </a:lnTo>
                <a:lnTo>
                  <a:pt x="80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37" name="Line 62">
            <a:extLst>
              <a:ext uri="{FF2B5EF4-FFF2-40B4-BE49-F238E27FC236}">
                <a16:creationId xmlns:a16="http://schemas.microsoft.com/office/drawing/2014/main" id="{C2C245CD-B6A6-44D1-9582-47D3B737B5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2681288"/>
            <a:ext cx="1588" cy="420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38" name="Rectangle 64">
            <a:extLst>
              <a:ext uri="{FF2B5EF4-FFF2-40B4-BE49-F238E27FC236}">
                <a16:creationId xmlns:a16="http://schemas.microsoft.com/office/drawing/2014/main" id="{54C8571A-93EF-480F-9730-7C59612A6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0300" y="3221038"/>
            <a:ext cx="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39" name="Rectangle 66">
            <a:extLst>
              <a:ext uri="{FF2B5EF4-FFF2-40B4-BE49-F238E27FC236}">
                <a16:creationId xmlns:a16="http://schemas.microsoft.com/office/drawing/2014/main" id="{93DD2BAB-2764-4D5E-A107-9A1F20BF8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347913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40" name="Rectangle 67">
            <a:extLst>
              <a:ext uri="{FF2B5EF4-FFF2-40B4-BE49-F238E27FC236}">
                <a16:creationId xmlns:a16="http://schemas.microsoft.com/office/drawing/2014/main" id="{6BB8F832-FA78-4241-A9AD-680F5A6AE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4663" y="244157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41" name="Rectangle 68">
            <a:extLst>
              <a:ext uri="{FF2B5EF4-FFF2-40B4-BE49-F238E27FC236}">
                <a16:creationId xmlns:a16="http://schemas.microsoft.com/office/drawing/2014/main" id="{F43E96D3-CF61-45D2-AA49-2380506C0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2347913"/>
            <a:ext cx="2238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y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42" name="Rectangle 69">
            <a:extLst>
              <a:ext uri="{FF2B5EF4-FFF2-40B4-BE49-F238E27FC236}">
                <a16:creationId xmlns:a16="http://schemas.microsoft.com/office/drawing/2014/main" id="{E7A1A038-7967-4DCE-8A80-630F12363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275" y="24415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43" name="Rectangle 70">
            <a:extLst>
              <a:ext uri="{FF2B5EF4-FFF2-40B4-BE49-F238E27FC236}">
                <a16:creationId xmlns:a16="http://schemas.microsoft.com/office/drawing/2014/main" id="{C177ABD4-5DCA-445F-BE3C-410E12EE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838" y="4456113"/>
            <a:ext cx="2111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s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44" name="Rectangle 71">
            <a:extLst>
              <a:ext uri="{FF2B5EF4-FFF2-40B4-BE49-F238E27FC236}">
                <a16:creationId xmlns:a16="http://schemas.microsoft.com/office/drawing/2014/main" id="{1B487BA3-89E6-4F1E-B698-3FF032EEA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800" y="4549775"/>
            <a:ext cx="17621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45" name="Rectangle 72">
            <a:extLst>
              <a:ext uri="{FF2B5EF4-FFF2-40B4-BE49-F238E27FC236}">
                <a16:creationId xmlns:a16="http://schemas.microsoft.com/office/drawing/2014/main" id="{F0CA047E-D4EA-4DFD-8346-B119766D1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3433763"/>
            <a:ext cx="2238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46" name="Rectangle 76">
            <a:extLst>
              <a:ext uri="{FF2B5EF4-FFF2-40B4-BE49-F238E27FC236}">
                <a16:creationId xmlns:a16="http://schemas.microsoft.com/office/drawing/2014/main" id="{05EBC35B-1A66-40FE-BBD8-1C657378D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1988" y="3527425"/>
            <a:ext cx="176212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347" name="Title 1">
            <a:extLst>
              <a:ext uri="{FF2B5EF4-FFF2-40B4-BE49-F238E27FC236}">
                <a16:creationId xmlns:a16="http://schemas.microsoft.com/office/drawing/2014/main" id="{F08740DE-67E7-4CDC-BBF7-F115D1D779F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n</a:t>
            </a: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-bit ripple-carry adder abstraction</a:t>
            </a:r>
          </a:p>
        </p:txBody>
      </p:sp>
      <p:sp>
        <p:nvSpPr>
          <p:cNvPr id="55348" name="Freeform 15">
            <a:extLst>
              <a:ext uri="{FF2B5EF4-FFF2-40B4-BE49-F238E27FC236}">
                <a16:creationId xmlns:a16="http://schemas.microsoft.com/office/drawing/2014/main" id="{9444F5D1-BD8D-4804-83A3-FF8310CB88E4}"/>
              </a:ext>
            </a:extLst>
          </p:cNvPr>
          <p:cNvSpPr>
            <a:spLocks/>
          </p:cNvSpPr>
          <p:nvPr/>
        </p:nvSpPr>
        <p:spPr bwMode="auto">
          <a:xfrm>
            <a:off x="1143000" y="2971800"/>
            <a:ext cx="7010400" cy="1219200"/>
          </a:xfrm>
          <a:custGeom>
            <a:avLst/>
            <a:gdLst>
              <a:gd name="T0" fmla="*/ 2147483646 w 6772"/>
              <a:gd name="T1" fmla="*/ 2147483646 h 1434"/>
              <a:gd name="T2" fmla="*/ 2147483646 w 6772"/>
              <a:gd name="T3" fmla="*/ 2147483646 h 1434"/>
              <a:gd name="T4" fmla="*/ 2147483646 w 6772"/>
              <a:gd name="T5" fmla="*/ 0 h 1434"/>
              <a:gd name="T6" fmla="*/ 2147483646 w 6772"/>
              <a:gd name="T7" fmla="*/ 0 h 1434"/>
              <a:gd name="T8" fmla="*/ 2147483646 w 6772"/>
              <a:gd name="T9" fmla="*/ 2147483646 h 1434"/>
              <a:gd name="T10" fmla="*/ 2147483646 w 6772"/>
              <a:gd name="T11" fmla="*/ 0 h 1434"/>
              <a:gd name="T12" fmla="*/ 0 w 6772"/>
              <a:gd name="T13" fmla="*/ 0 h 1434"/>
              <a:gd name="T14" fmla="*/ 2147483646 w 6772"/>
              <a:gd name="T15" fmla="*/ 2147483646 h 143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72"/>
              <a:gd name="T25" fmla="*/ 0 h 1434"/>
              <a:gd name="T26" fmla="*/ 6772 w 6772"/>
              <a:gd name="T27" fmla="*/ 1434 h 143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72" h="1434">
                <a:moveTo>
                  <a:pt x="717" y="1434"/>
                </a:moveTo>
                <a:lnTo>
                  <a:pt x="6081" y="1434"/>
                </a:lnTo>
                <a:lnTo>
                  <a:pt x="6772" y="0"/>
                </a:lnTo>
                <a:lnTo>
                  <a:pt x="3745" y="0"/>
                </a:lnTo>
                <a:lnTo>
                  <a:pt x="3399" y="372"/>
                </a:lnTo>
                <a:lnTo>
                  <a:pt x="3028" y="0"/>
                </a:lnTo>
                <a:lnTo>
                  <a:pt x="0" y="0"/>
                </a:lnTo>
                <a:lnTo>
                  <a:pt x="717" y="1434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083DB827-7888-4536-89B5-037166CA42F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The x and y lines are typically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grouped together for better visualization,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but the underlying logic remains the same</a:t>
            </a:r>
          </a:p>
        </p:txBody>
      </p:sp>
      <p:grpSp>
        <p:nvGrpSpPr>
          <p:cNvPr id="56322" name="Group 1">
            <a:extLst>
              <a:ext uri="{FF2B5EF4-FFF2-40B4-BE49-F238E27FC236}">
                <a16:creationId xmlns:a16="http://schemas.microsoft.com/office/drawing/2014/main" id="{50E7F059-4E69-4062-A2B0-79D667C2450A}"/>
              </a:ext>
            </a:extLst>
          </p:cNvPr>
          <p:cNvGrpSpPr>
            <a:grpSpLocks/>
          </p:cNvGrpSpPr>
          <p:nvPr/>
        </p:nvGrpSpPr>
        <p:grpSpPr bwMode="auto">
          <a:xfrm>
            <a:off x="954088" y="2286000"/>
            <a:ext cx="7504112" cy="2474913"/>
            <a:chOff x="954088" y="2286000"/>
            <a:chExt cx="7504112" cy="2474913"/>
          </a:xfrm>
        </p:grpSpPr>
        <p:sp>
          <p:nvSpPr>
            <p:cNvPr id="56323" name="Freeform 5">
              <a:extLst>
                <a:ext uri="{FF2B5EF4-FFF2-40B4-BE49-F238E27FC236}">
                  <a16:creationId xmlns:a16="http://schemas.microsoft.com/office/drawing/2014/main" id="{14810D9B-6118-4F60-9AFB-FB788F8F9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6500" y="3544888"/>
              <a:ext cx="127000" cy="63500"/>
            </a:xfrm>
            <a:custGeom>
              <a:avLst/>
              <a:gdLst>
                <a:gd name="T0" fmla="*/ 2147483646 w 159"/>
                <a:gd name="T1" fmla="*/ 0 h 79"/>
                <a:gd name="T2" fmla="*/ 0 w 159"/>
                <a:gd name="T3" fmla="*/ 2147483646 h 79"/>
                <a:gd name="T4" fmla="*/ 2147483646 w 159"/>
                <a:gd name="T5" fmla="*/ 2147483646 h 79"/>
                <a:gd name="T6" fmla="*/ 2147483646 w 159"/>
                <a:gd name="T7" fmla="*/ 2147483646 h 79"/>
                <a:gd name="T8" fmla="*/ 2147483646 w 159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9"/>
                <a:gd name="T16" fmla="*/ 0 h 79"/>
                <a:gd name="T17" fmla="*/ 159 w 159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9" h="79">
                  <a:moveTo>
                    <a:pt x="159" y="0"/>
                  </a:moveTo>
                  <a:lnTo>
                    <a:pt x="0" y="26"/>
                  </a:lnTo>
                  <a:lnTo>
                    <a:pt x="159" y="79"/>
                  </a:lnTo>
                  <a:lnTo>
                    <a:pt x="159" y="26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tx1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24" name="Line 6">
              <a:extLst>
                <a:ext uri="{FF2B5EF4-FFF2-40B4-BE49-F238E27FC236}">
                  <a16:creationId xmlns:a16="http://schemas.microsoft.com/office/drawing/2014/main" id="{D9D8ECFD-98DA-40C9-B5C6-C10382AB7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3500" y="3565525"/>
              <a:ext cx="441325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25" name="Rectangle 10">
              <a:extLst>
                <a:ext uri="{FF2B5EF4-FFF2-40B4-BE49-F238E27FC236}">
                  <a16:creationId xmlns:a16="http://schemas.microsoft.com/office/drawing/2014/main" id="{67057DCA-0D04-41C5-A9A0-C1F66F49D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6725" y="2352675"/>
              <a:ext cx="223838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26" name="Rectangle 11">
              <a:extLst>
                <a:ext uri="{FF2B5EF4-FFF2-40B4-BE49-F238E27FC236}">
                  <a16:creationId xmlns:a16="http://schemas.microsoft.com/office/drawing/2014/main" id="{30BBE07E-12FA-40BB-AB75-6628BFCBF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0" y="2447925"/>
              <a:ext cx="1905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n –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27" name="Rectangle 12">
              <a:extLst>
                <a:ext uri="{FF2B5EF4-FFF2-40B4-BE49-F238E27FC236}">
                  <a16:creationId xmlns:a16="http://schemas.microsoft.com/office/drawing/2014/main" id="{B4FC2565-B171-4BBC-BD83-449A24334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463" y="2447925"/>
              <a:ext cx="176212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28" name="Rectangle 14">
              <a:extLst>
                <a:ext uri="{FF2B5EF4-FFF2-40B4-BE49-F238E27FC236}">
                  <a16:creationId xmlns:a16="http://schemas.microsoft.com/office/drawing/2014/main" id="{8F2BD544-E703-4777-8ADD-F00CC4B20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088" y="3419475"/>
              <a:ext cx="223837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c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29" name="Rectangle 15">
              <a:extLst>
                <a:ext uri="{FF2B5EF4-FFF2-40B4-BE49-F238E27FC236}">
                  <a16:creationId xmlns:a16="http://schemas.microsoft.com/office/drawing/2014/main" id="{A16BB552-D44F-4676-B5A4-C39AF3613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163" y="3513138"/>
              <a:ext cx="176212" cy="211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n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30" name="Freeform 19">
              <a:extLst>
                <a:ext uri="{FF2B5EF4-FFF2-40B4-BE49-F238E27FC236}">
                  <a16:creationId xmlns:a16="http://schemas.microsoft.com/office/drawing/2014/main" id="{C7AFBABB-2A3C-4EF7-A244-B594E0AF5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513" y="4302125"/>
              <a:ext cx="42862" cy="127000"/>
            </a:xfrm>
            <a:custGeom>
              <a:avLst/>
              <a:gdLst>
                <a:gd name="T0" fmla="*/ 0 w 53"/>
                <a:gd name="T1" fmla="*/ 0 h 159"/>
                <a:gd name="T2" fmla="*/ 2147483646 w 53"/>
                <a:gd name="T3" fmla="*/ 2147483646 h 159"/>
                <a:gd name="T4" fmla="*/ 2147483646 w 53"/>
                <a:gd name="T5" fmla="*/ 0 h 159"/>
                <a:gd name="T6" fmla="*/ 2147483646 w 53"/>
                <a:gd name="T7" fmla="*/ 0 h 159"/>
                <a:gd name="T8" fmla="*/ 0 w 53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159"/>
                <a:gd name="T17" fmla="*/ 53 w 53"/>
                <a:gd name="T18" fmla="*/ 159 h 1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159">
                  <a:moveTo>
                    <a:pt x="0" y="0"/>
                  </a:moveTo>
                  <a:lnTo>
                    <a:pt x="26" y="159"/>
                  </a:lnTo>
                  <a:lnTo>
                    <a:pt x="53" y="0"/>
                  </a:lnTo>
                  <a:lnTo>
                    <a:pt x="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31" name="Line 20">
              <a:extLst>
                <a:ext uri="{FF2B5EF4-FFF2-40B4-BE49-F238E27FC236}">
                  <a16:creationId xmlns:a16="http://schemas.microsoft.com/office/drawing/2014/main" id="{7CF7C587-BC01-4515-B6A4-A9BE3B0D72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7738" y="3860800"/>
              <a:ext cx="1587" cy="441325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32" name="Freeform 21">
              <a:extLst>
                <a:ext uri="{FF2B5EF4-FFF2-40B4-BE49-F238E27FC236}">
                  <a16:creationId xmlns:a16="http://schemas.microsoft.com/office/drawing/2014/main" id="{81E0AD26-00D7-4407-B001-DF046D169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9000" y="3124200"/>
              <a:ext cx="63500" cy="125413"/>
            </a:xfrm>
            <a:custGeom>
              <a:avLst/>
              <a:gdLst>
                <a:gd name="T0" fmla="*/ 0 w 79"/>
                <a:gd name="T1" fmla="*/ 0 h 160"/>
                <a:gd name="T2" fmla="*/ 2147483646 w 79"/>
                <a:gd name="T3" fmla="*/ 2147483646 h 160"/>
                <a:gd name="T4" fmla="*/ 2147483646 w 79"/>
                <a:gd name="T5" fmla="*/ 0 h 160"/>
                <a:gd name="T6" fmla="*/ 2147483646 w 79"/>
                <a:gd name="T7" fmla="*/ 0 h 160"/>
                <a:gd name="T8" fmla="*/ 0 w 79"/>
                <a:gd name="T9" fmla="*/ 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"/>
                <a:gd name="T16" fmla="*/ 0 h 160"/>
                <a:gd name="T17" fmla="*/ 79 w 79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" h="160">
                  <a:moveTo>
                    <a:pt x="0" y="0"/>
                  </a:moveTo>
                  <a:lnTo>
                    <a:pt x="53" y="160"/>
                  </a:lnTo>
                  <a:lnTo>
                    <a:pt x="79" y="0"/>
                  </a:lnTo>
                  <a:lnTo>
                    <a:pt x="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33" name="Line 22">
              <a:extLst>
                <a:ext uri="{FF2B5EF4-FFF2-40B4-BE49-F238E27FC236}">
                  <a16:creationId xmlns:a16="http://schemas.microsoft.com/office/drawing/2014/main" id="{8767C242-858D-4FA0-AA7A-2EC23A56D5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0275" y="2681288"/>
              <a:ext cx="1588" cy="4206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34" name="Freeform 23">
              <a:extLst>
                <a:ext uri="{FF2B5EF4-FFF2-40B4-BE49-F238E27FC236}">
                  <a16:creationId xmlns:a16="http://schemas.microsoft.com/office/drawing/2014/main" id="{7E280301-16C9-40B6-A1FD-E46FD3774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5325" y="3124200"/>
              <a:ext cx="61913" cy="125413"/>
            </a:xfrm>
            <a:custGeom>
              <a:avLst/>
              <a:gdLst>
                <a:gd name="T0" fmla="*/ 0 w 80"/>
                <a:gd name="T1" fmla="*/ 0 h 160"/>
                <a:gd name="T2" fmla="*/ 2147483646 w 80"/>
                <a:gd name="T3" fmla="*/ 2147483646 h 160"/>
                <a:gd name="T4" fmla="*/ 2147483646 w 80"/>
                <a:gd name="T5" fmla="*/ 0 h 160"/>
                <a:gd name="T6" fmla="*/ 2147483646 w 80"/>
                <a:gd name="T7" fmla="*/ 0 h 160"/>
                <a:gd name="T8" fmla="*/ 0 w 80"/>
                <a:gd name="T9" fmla="*/ 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60"/>
                <a:gd name="T17" fmla="*/ 80 w 80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60">
                  <a:moveTo>
                    <a:pt x="0" y="0"/>
                  </a:moveTo>
                  <a:lnTo>
                    <a:pt x="27" y="160"/>
                  </a:lnTo>
                  <a:lnTo>
                    <a:pt x="80" y="0"/>
                  </a:lnTo>
                  <a:lnTo>
                    <a:pt x="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35" name="Line 24">
              <a:extLst>
                <a:ext uri="{FF2B5EF4-FFF2-40B4-BE49-F238E27FC236}">
                  <a16:creationId xmlns:a16="http://schemas.microsoft.com/office/drawing/2014/main" id="{04272D80-F998-4C61-AE7C-AD49073041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5963" y="2681288"/>
              <a:ext cx="1587" cy="4206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36" name="Rectangle 26">
              <a:extLst>
                <a:ext uri="{FF2B5EF4-FFF2-40B4-BE49-F238E27FC236}">
                  <a16:creationId xmlns:a16="http://schemas.microsoft.com/office/drawing/2014/main" id="{0012CBC9-23A2-4E37-B7D2-9A1D46ECE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9850" y="2352675"/>
              <a:ext cx="223838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37" name="Rectangle 27">
              <a:extLst>
                <a:ext uri="{FF2B5EF4-FFF2-40B4-BE49-F238E27FC236}">
                  <a16:creationId xmlns:a16="http://schemas.microsoft.com/office/drawing/2014/main" id="{DAE5087D-2599-4477-88F0-4BA57BC37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925" y="2447925"/>
              <a:ext cx="176213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n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38" name="Rectangle 28">
              <a:extLst>
                <a:ext uri="{FF2B5EF4-FFF2-40B4-BE49-F238E27FC236}">
                  <a16:creationId xmlns:a16="http://schemas.microsoft.com/office/drawing/2014/main" id="{C6C70C2F-5130-4BB5-A1EA-D68ED9F4A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2588" y="2447925"/>
              <a:ext cx="176212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39" name="Rectangle 29">
              <a:extLst>
                <a:ext uri="{FF2B5EF4-FFF2-40B4-BE49-F238E27FC236}">
                  <a16:creationId xmlns:a16="http://schemas.microsoft.com/office/drawing/2014/main" id="{6983FAEB-D568-4CD2-856C-CE10F7588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1463" y="2447925"/>
              <a:ext cx="1143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–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40" name="Rectangle 30">
              <a:extLst>
                <a:ext uri="{FF2B5EF4-FFF2-40B4-BE49-F238E27FC236}">
                  <a16:creationId xmlns:a16="http://schemas.microsoft.com/office/drawing/2014/main" id="{0A2D0EA1-EB71-40AD-B68F-88D1474C7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938" y="4456113"/>
              <a:ext cx="211137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41" name="Rectangle 31">
              <a:extLst>
                <a:ext uri="{FF2B5EF4-FFF2-40B4-BE49-F238E27FC236}">
                  <a16:creationId xmlns:a16="http://schemas.microsoft.com/office/drawing/2014/main" id="{C5D26456-8A52-4F3A-9833-8E73722F8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900" y="4549775"/>
              <a:ext cx="176213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n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42" name="Rectangle 32">
              <a:extLst>
                <a:ext uri="{FF2B5EF4-FFF2-40B4-BE49-F238E27FC236}">
                  <a16:creationId xmlns:a16="http://schemas.microsoft.com/office/drawing/2014/main" id="{20CC1BA2-0057-44B0-B021-5EA60DD1D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1563" y="4549775"/>
              <a:ext cx="176212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43" name="Rectangle 38">
              <a:extLst>
                <a:ext uri="{FF2B5EF4-FFF2-40B4-BE49-F238E27FC236}">
                  <a16:creationId xmlns:a16="http://schemas.microsoft.com/office/drawing/2014/main" id="{CA52CCD3-CE57-430A-9529-9BB63CE64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025" y="4549775"/>
              <a:ext cx="1143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–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44" name="Rectangle 40">
              <a:extLst>
                <a:ext uri="{FF2B5EF4-FFF2-40B4-BE49-F238E27FC236}">
                  <a16:creationId xmlns:a16="http://schemas.microsoft.com/office/drawing/2014/main" id="{2D095A6E-79C2-4F47-89C7-6651E43B4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2286000"/>
              <a:ext cx="223837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45" name="Rectangle 41">
              <a:extLst>
                <a:ext uri="{FF2B5EF4-FFF2-40B4-BE49-F238E27FC236}">
                  <a16:creationId xmlns:a16="http://schemas.microsoft.com/office/drawing/2014/main" id="{4F279FC6-B939-4B54-850A-15E71BE7F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6462" y="2379662"/>
              <a:ext cx="176213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46" name="Freeform 43">
              <a:extLst>
                <a:ext uri="{FF2B5EF4-FFF2-40B4-BE49-F238E27FC236}">
                  <a16:creationId xmlns:a16="http://schemas.microsoft.com/office/drawing/2014/main" id="{084F8015-FC1B-4298-ABE5-38A475818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1325" y="4302125"/>
              <a:ext cx="41275" cy="127000"/>
            </a:xfrm>
            <a:custGeom>
              <a:avLst/>
              <a:gdLst>
                <a:gd name="T0" fmla="*/ 0 w 53"/>
                <a:gd name="T1" fmla="*/ 0 h 159"/>
                <a:gd name="T2" fmla="*/ 2147483646 w 53"/>
                <a:gd name="T3" fmla="*/ 2147483646 h 159"/>
                <a:gd name="T4" fmla="*/ 2147483646 w 53"/>
                <a:gd name="T5" fmla="*/ 0 h 159"/>
                <a:gd name="T6" fmla="*/ 2147483646 w 53"/>
                <a:gd name="T7" fmla="*/ 0 h 159"/>
                <a:gd name="T8" fmla="*/ 0 w 53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159"/>
                <a:gd name="T17" fmla="*/ 53 w 53"/>
                <a:gd name="T18" fmla="*/ 159 h 1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159">
                  <a:moveTo>
                    <a:pt x="0" y="0"/>
                  </a:moveTo>
                  <a:lnTo>
                    <a:pt x="26" y="159"/>
                  </a:lnTo>
                  <a:lnTo>
                    <a:pt x="53" y="0"/>
                  </a:lnTo>
                  <a:lnTo>
                    <a:pt x="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47" name="Line 44">
              <a:extLst>
                <a:ext uri="{FF2B5EF4-FFF2-40B4-BE49-F238E27FC236}">
                  <a16:creationId xmlns:a16="http://schemas.microsoft.com/office/drawing/2014/main" id="{2628B6A9-08FB-42DB-8B21-96AD860C6D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41963" y="3860800"/>
              <a:ext cx="1587" cy="441325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48" name="Freeform 45">
              <a:extLst>
                <a:ext uri="{FF2B5EF4-FFF2-40B4-BE49-F238E27FC236}">
                  <a16:creationId xmlns:a16="http://schemas.microsoft.com/office/drawing/2014/main" id="{E44F9159-507E-41AF-ADC1-371865B53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900" y="3124200"/>
              <a:ext cx="63500" cy="125413"/>
            </a:xfrm>
            <a:custGeom>
              <a:avLst/>
              <a:gdLst>
                <a:gd name="T0" fmla="*/ 0 w 79"/>
                <a:gd name="T1" fmla="*/ 0 h 160"/>
                <a:gd name="T2" fmla="*/ 2147483646 w 79"/>
                <a:gd name="T3" fmla="*/ 2147483646 h 160"/>
                <a:gd name="T4" fmla="*/ 2147483646 w 79"/>
                <a:gd name="T5" fmla="*/ 0 h 160"/>
                <a:gd name="T6" fmla="*/ 2147483646 w 79"/>
                <a:gd name="T7" fmla="*/ 0 h 160"/>
                <a:gd name="T8" fmla="*/ 0 w 79"/>
                <a:gd name="T9" fmla="*/ 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"/>
                <a:gd name="T16" fmla="*/ 0 h 160"/>
                <a:gd name="T17" fmla="*/ 79 w 79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" h="160">
                  <a:moveTo>
                    <a:pt x="0" y="0"/>
                  </a:moveTo>
                  <a:lnTo>
                    <a:pt x="53" y="160"/>
                  </a:lnTo>
                  <a:lnTo>
                    <a:pt x="79" y="0"/>
                  </a:lnTo>
                  <a:lnTo>
                    <a:pt x="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49" name="Line 46">
              <a:extLst>
                <a:ext uri="{FF2B5EF4-FFF2-40B4-BE49-F238E27FC236}">
                  <a16:creationId xmlns:a16="http://schemas.microsoft.com/office/drawing/2014/main" id="{1EFC5AFC-CD42-4F8C-A04B-41E2C91F5D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1763" y="2681288"/>
              <a:ext cx="1587" cy="4206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50" name="Freeform 47">
              <a:extLst>
                <a:ext uri="{FF2B5EF4-FFF2-40B4-BE49-F238E27FC236}">
                  <a16:creationId xmlns:a16="http://schemas.microsoft.com/office/drawing/2014/main" id="{931061D5-EBF8-4D91-8A5F-5AE98A41A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9550" y="3124200"/>
              <a:ext cx="63500" cy="125413"/>
            </a:xfrm>
            <a:custGeom>
              <a:avLst/>
              <a:gdLst>
                <a:gd name="T0" fmla="*/ 0 w 80"/>
                <a:gd name="T1" fmla="*/ 0 h 160"/>
                <a:gd name="T2" fmla="*/ 2147483646 w 80"/>
                <a:gd name="T3" fmla="*/ 2147483646 h 160"/>
                <a:gd name="T4" fmla="*/ 2147483646 w 80"/>
                <a:gd name="T5" fmla="*/ 0 h 160"/>
                <a:gd name="T6" fmla="*/ 2147483646 w 80"/>
                <a:gd name="T7" fmla="*/ 0 h 160"/>
                <a:gd name="T8" fmla="*/ 0 w 80"/>
                <a:gd name="T9" fmla="*/ 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60"/>
                <a:gd name="T17" fmla="*/ 80 w 80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60">
                  <a:moveTo>
                    <a:pt x="0" y="0"/>
                  </a:moveTo>
                  <a:lnTo>
                    <a:pt x="27" y="160"/>
                  </a:lnTo>
                  <a:lnTo>
                    <a:pt x="80" y="0"/>
                  </a:lnTo>
                  <a:lnTo>
                    <a:pt x="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51" name="Line 48">
              <a:extLst>
                <a:ext uri="{FF2B5EF4-FFF2-40B4-BE49-F238E27FC236}">
                  <a16:creationId xmlns:a16="http://schemas.microsoft.com/office/drawing/2014/main" id="{4A74D738-2018-47EB-A1F8-AFB1D24CA9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0188" y="2681288"/>
              <a:ext cx="1587" cy="4206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52" name="Rectangle 50">
              <a:extLst>
                <a:ext uri="{FF2B5EF4-FFF2-40B4-BE49-F238E27FC236}">
                  <a16:creationId xmlns:a16="http://schemas.microsoft.com/office/drawing/2014/main" id="{B7C0AEF9-1538-4006-9DA8-C45C444F7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5600" y="2347913"/>
              <a:ext cx="223838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53" name="Rectangle 51">
              <a:extLst>
                <a:ext uri="{FF2B5EF4-FFF2-40B4-BE49-F238E27FC236}">
                  <a16:creationId xmlns:a16="http://schemas.microsoft.com/office/drawing/2014/main" id="{69F7A6BB-7FCD-4D70-85E6-6F06ECEDF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7675" y="2441575"/>
              <a:ext cx="176213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54" name="Rectangle 52">
              <a:extLst>
                <a:ext uri="{FF2B5EF4-FFF2-40B4-BE49-F238E27FC236}">
                  <a16:creationId xmlns:a16="http://schemas.microsoft.com/office/drawing/2014/main" id="{711DCC2B-CDFD-4FC2-9A3B-566239D37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875" y="4456113"/>
              <a:ext cx="211138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55" name="Freeform 54">
              <a:extLst>
                <a:ext uri="{FF2B5EF4-FFF2-40B4-BE49-F238E27FC236}">
                  <a16:creationId xmlns:a16="http://schemas.microsoft.com/office/drawing/2014/main" id="{43AEF627-9E9B-4EC5-BF41-D9FDDB290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988" y="3544888"/>
              <a:ext cx="127000" cy="63500"/>
            </a:xfrm>
            <a:custGeom>
              <a:avLst/>
              <a:gdLst>
                <a:gd name="T0" fmla="*/ 2147483646 w 159"/>
                <a:gd name="T1" fmla="*/ 0 h 79"/>
                <a:gd name="T2" fmla="*/ 0 w 159"/>
                <a:gd name="T3" fmla="*/ 2147483646 h 79"/>
                <a:gd name="T4" fmla="*/ 2147483646 w 159"/>
                <a:gd name="T5" fmla="*/ 2147483646 h 79"/>
                <a:gd name="T6" fmla="*/ 2147483646 w 159"/>
                <a:gd name="T7" fmla="*/ 2147483646 h 79"/>
                <a:gd name="T8" fmla="*/ 2147483646 w 159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9"/>
                <a:gd name="T16" fmla="*/ 0 h 79"/>
                <a:gd name="T17" fmla="*/ 159 w 159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9" h="79">
                  <a:moveTo>
                    <a:pt x="159" y="0"/>
                  </a:moveTo>
                  <a:lnTo>
                    <a:pt x="0" y="26"/>
                  </a:lnTo>
                  <a:lnTo>
                    <a:pt x="159" y="79"/>
                  </a:lnTo>
                  <a:lnTo>
                    <a:pt x="159" y="26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56" name="Line 55">
              <a:extLst>
                <a:ext uri="{FF2B5EF4-FFF2-40B4-BE49-F238E27FC236}">
                  <a16:creationId xmlns:a16="http://schemas.microsoft.com/office/drawing/2014/main" id="{43BD5343-8C03-4A90-AA69-EBFA388503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46988" y="3565525"/>
              <a:ext cx="441325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57" name="Rectangle 56">
              <a:extLst>
                <a:ext uri="{FF2B5EF4-FFF2-40B4-BE49-F238E27FC236}">
                  <a16:creationId xmlns:a16="http://schemas.microsoft.com/office/drawing/2014/main" id="{CFAB099A-6A6E-495D-A832-6B651E7E2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7838" y="4549775"/>
              <a:ext cx="176212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58" name="Freeform 57">
              <a:extLst>
                <a:ext uri="{FF2B5EF4-FFF2-40B4-BE49-F238E27FC236}">
                  <a16:creationId xmlns:a16="http://schemas.microsoft.com/office/drawing/2014/main" id="{0EBE3A9A-0ADE-41B8-A820-FEF818661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5163" y="4302125"/>
              <a:ext cx="42862" cy="127000"/>
            </a:xfrm>
            <a:custGeom>
              <a:avLst/>
              <a:gdLst>
                <a:gd name="T0" fmla="*/ 0 w 53"/>
                <a:gd name="T1" fmla="*/ 0 h 159"/>
                <a:gd name="T2" fmla="*/ 2147483646 w 53"/>
                <a:gd name="T3" fmla="*/ 2147483646 h 159"/>
                <a:gd name="T4" fmla="*/ 2147483646 w 53"/>
                <a:gd name="T5" fmla="*/ 0 h 159"/>
                <a:gd name="T6" fmla="*/ 2147483646 w 53"/>
                <a:gd name="T7" fmla="*/ 0 h 159"/>
                <a:gd name="T8" fmla="*/ 0 w 53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159"/>
                <a:gd name="T17" fmla="*/ 53 w 53"/>
                <a:gd name="T18" fmla="*/ 159 h 1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159">
                  <a:moveTo>
                    <a:pt x="0" y="0"/>
                  </a:moveTo>
                  <a:lnTo>
                    <a:pt x="27" y="159"/>
                  </a:lnTo>
                  <a:lnTo>
                    <a:pt x="53" y="0"/>
                  </a:lnTo>
                  <a:lnTo>
                    <a:pt x="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59" name="Line 58">
              <a:extLst>
                <a:ext uri="{FF2B5EF4-FFF2-40B4-BE49-F238E27FC236}">
                  <a16:creationId xmlns:a16="http://schemas.microsoft.com/office/drawing/2014/main" id="{920D5AF3-8A16-4837-8F4E-F45F6E874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35800" y="3860800"/>
              <a:ext cx="1588" cy="441325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60" name="Freeform 59">
              <a:extLst>
                <a:ext uri="{FF2B5EF4-FFF2-40B4-BE49-F238E27FC236}">
                  <a16:creationId xmlns:a16="http://schemas.microsoft.com/office/drawing/2014/main" id="{92BDF8B0-9E4E-465D-8AB9-3E9AE6289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6300" y="3124200"/>
              <a:ext cx="61913" cy="125413"/>
            </a:xfrm>
            <a:custGeom>
              <a:avLst/>
              <a:gdLst>
                <a:gd name="T0" fmla="*/ 0 w 80"/>
                <a:gd name="T1" fmla="*/ 0 h 160"/>
                <a:gd name="T2" fmla="*/ 2147483646 w 80"/>
                <a:gd name="T3" fmla="*/ 2147483646 h 160"/>
                <a:gd name="T4" fmla="*/ 2147483646 w 80"/>
                <a:gd name="T5" fmla="*/ 0 h 160"/>
                <a:gd name="T6" fmla="*/ 2147483646 w 80"/>
                <a:gd name="T7" fmla="*/ 0 h 160"/>
                <a:gd name="T8" fmla="*/ 0 w 80"/>
                <a:gd name="T9" fmla="*/ 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60"/>
                <a:gd name="T17" fmla="*/ 80 w 80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60">
                  <a:moveTo>
                    <a:pt x="0" y="0"/>
                  </a:moveTo>
                  <a:lnTo>
                    <a:pt x="53" y="160"/>
                  </a:lnTo>
                  <a:lnTo>
                    <a:pt x="80" y="0"/>
                  </a:lnTo>
                  <a:lnTo>
                    <a:pt x="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61" name="Line 60">
              <a:extLst>
                <a:ext uri="{FF2B5EF4-FFF2-40B4-BE49-F238E27FC236}">
                  <a16:creationId xmlns:a16="http://schemas.microsoft.com/office/drawing/2014/main" id="{5F1B331F-6982-428C-BE3B-B2FF50BC19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67575" y="2681288"/>
              <a:ext cx="1588" cy="4206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62" name="Freeform 61">
              <a:extLst>
                <a:ext uri="{FF2B5EF4-FFF2-40B4-BE49-F238E27FC236}">
                  <a16:creationId xmlns:a16="http://schemas.microsoft.com/office/drawing/2014/main" id="{AC5FA6F9-0AFB-4B80-A319-85377194A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3388" y="3124200"/>
              <a:ext cx="63500" cy="125413"/>
            </a:xfrm>
            <a:custGeom>
              <a:avLst/>
              <a:gdLst>
                <a:gd name="T0" fmla="*/ 0 w 80"/>
                <a:gd name="T1" fmla="*/ 0 h 160"/>
                <a:gd name="T2" fmla="*/ 2147483646 w 80"/>
                <a:gd name="T3" fmla="*/ 2147483646 h 160"/>
                <a:gd name="T4" fmla="*/ 2147483646 w 80"/>
                <a:gd name="T5" fmla="*/ 0 h 160"/>
                <a:gd name="T6" fmla="*/ 2147483646 w 80"/>
                <a:gd name="T7" fmla="*/ 0 h 160"/>
                <a:gd name="T8" fmla="*/ 0 w 80"/>
                <a:gd name="T9" fmla="*/ 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60"/>
                <a:gd name="T17" fmla="*/ 80 w 80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60">
                  <a:moveTo>
                    <a:pt x="0" y="0"/>
                  </a:moveTo>
                  <a:lnTo>
                    <a:pt x="27" y="160"/>
                  </a:lnTo>
                  <a:lnTo>
                    <a:pt x="80" y="0"/>
                  </a:lnTo>
                  <a:lnTo>
                    <a:pt x="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63" name="Line 62">
              <a:extLst>
                <a:ext uri="{FF2B5EF4-FFF2-40B4-BE49-F238E27FC236}">
                  <a16:creationId xmlns:a16="http://schemas.microsoft.com/office/drawing/2014/main" id="{A4638C10-B620-4E36-9593-AF5258C1C6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4025" y="2681288"/>
              <a:ext cx="1588" cy="4206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64" name="Rectangle 64">
              <a:extLst>
                <a:ext uri="{FF2B5EF4-FFF2-40B4-BE49-F238E27FC236}">
                  <a16:creationId xmlns:a16="http://schemas.microsoft.com/office/drawing/2014/main" id="{D88F80A6-2464-4EFF-AA56-5FBA1B119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0300" y="3221038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65" name="Rectangle 68">
              <a:extLst>
                <a:ext uri="{FF2B5EF4-FFF2-40B4-BE49-F238E27FC236}">
                  <a16:creationId xmlns:a16="http://schemas.microsoft.com/office/drawing/2014/main" id="{24C41D09-713E-4B40-AB6F-F74978BC6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8200" y="2347913"/>
              <a:ext cx="223838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66" name="Rectangle 69">
              <a:extLst>
                <a:ext uri="{FF2B5EF4-FFF2-40B4-BE49-F238E27FC236}">
                  <a16:creationId xmlns:a16="http://schemas.microsoft.com/office/drawing/2014/main" id="{88DB99B4-5E2D-4EF0-9969-8EE20CDF2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0275" y="2441575"/>
              <a:ext cx="176213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67" name="Rectangle 70">
              <a:extLst>
                <a:ext uri="{FF2B5EF4-FFF2-40B4-BE49-F238E27FC236}">
                  <a16:creationId xmlns:a16="http://schemas.microsoft.com/office/drawing/2014/main" id="{FD8CEAE4-E616-4E04-83C4-7B49E77BE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4838" y="4456113"/>
              <a:ext cx="211137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68" name="Rectangle 71">
              <a:extLst>
                <a:ext uri="{FF2B5EF4-FFF2-40B4-BE49-F238E27FC236}">
                  <a16:creationId xmlns:a16="http://schemas.microsoft.com/office/drawing/2014/main" id="{5005350B-012D-499E-ADAB-06736F4AF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5800" y="4549775"/>
              <a:ext cx="176213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69" name="Rectangle 72">
              <a:extLst>
                <a:ext uri="{FF2B5EF4-FFF2-40B4-BE49-F238E27FC236}">
                  <a16:creationId xmlns:a16="http://schemas.microsoft.com/office/drawing/2014/main" id="{8D60B78B-0773-407E-B4A3-B5AEA5D37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9913" y="3433763"/>
              <a:ext cx="223837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c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70" name="Rectangle 76">
              <a:extLst>
                <a:ext uri="{FF2B5EF4-FFF2-40B4-BE49-F238E27FC236}">
                  <a16:creationId xmlns:a16="http://schemas.microsoft.com/office/drawing/2014/main" id="{D832F9CB-F8A4-4CDF-B910-D946E2B64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1988" y="3527425"/>
              <a:ext cx="176212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71" name="Freeform 15">
              <a:extLst>
                <a:ext uri="{FF2B5EF4-FFF2-40B4-BE49-F238E27FC236}">
                  <a16:creationId xmlns:a16="http://schemas.microsoft.com/office/drawing/2014/main" id="{DC3B2C22-92B9-40FA-8A80-42F4566CE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00" y="2971800"/>
              <a:ext cx="7010400" cy="1219201"/>
            </a:xfrm>
            <a:custGeom>
              <a:avLst/>
              <a:gdLst>
                <a:gd name="T0" fmla="*/ 2147483646 w 6772"/>
                <a:gd name="T1" fmla="*/ 2147483646 h 1434"/>
                <a:gd name="T2" fmla="*/ 2147483646 w 6772"/>
                <a:gd name="T3" fmla="*/ 2147483646 h 1434"/>
                <a:gd name="T4" fmla="*/ 2147483646 w 6772"/>
                <a:gd name="T5" fmla="*/ 0 h 1434"/>
                <a:gd name="T6" fmla="*/ 2147483646 w 6772"/>
                <a:gd name="T7" fmla="*/ 0 h 1434"/>
                <a:gd name="T8" fmla="*/ 2147483646 w 6772"/>
                <a:gd name="T9" fmla="*/ 2147483646 h 1434"/>
                <a:gd name="T10" fmla="*/ 2147483646 w 6772"/>
                <a:gd name="T11" fmla="*/ 0 h 1434"/>
                <a:gd name="T12" fmla="*/ 0 w 6772"/>
                <a:gd name="T13" fmla="*/ 0 h 1434"/>
                <a:gd name="T14" fmla="*/ 2147483646 w 6772"/>
                <a:gd name="T15" fmla="*/ 2147483646 h 14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72"/>
                <a:gd name="T25" fmla="*/ 0 h 1434"/>
                <a:gd name="T26" fmla="*/ 6772 w 6772"/>
                <a:gd name="T27" fmla="*/ 1434 h 143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72" h="1434">
                  <a:moveTo>
                    <a:pt x="717" y="1434"/>
                  </a:moveTo>
                  <a:lnTo>
                    <a:pt x="6081" y="1434"/>
                  </a:lnTo>
                  <a:lnTo>
                    <a:pt x="6772" y="0"/>
                  </a:lnTo>
                  <a:lnTo>
                    <a:pt x="3745" y="0"/>
                  </a:lnTo>
                  <a:lnTo>
                    <a:pt x="3399" y="372"/>
                  </a:lnTo>
                  <a:lnTo>
                    <a:pt x="3028" y="0"/>
                  </a:lnTo>
                  <a:lnTo>
                    <a:pt x="0" y="0"/>
                  </a:lnTo>
                  <a:lnTo>
                    <a:pt x="717" y="1434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72" name="Rectangle 40">
              <a:extLst>
                <a:ext uri="{FF2B5EF4-FFF2-40B4-BE49-F238E27FC236}">
                  <a16:creationId xmlns:a16="http://schemas.microsoft.com/office/drawing/2014/main" id="{BCDC2523-226C-48EB-9D38-D53A4AB84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304" y="2286000"/>
              <a:ext cx="223837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373" name="Rectangle 41">
              <a:extLst>
                <a:ext uri="{FF2B5EF4-FFF2-40B4-BE49-F238E27FC236}">
                  <a16:creationId xmlns:a16="http://schemas.microsoft.com/office/drawing/2014/main" id="{BE8D06B8-82BB-465A-9A9B-E507D4714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7966" y="2379662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BD318AA4-A080-426B-B40A-CB7AAC44B7C6}"/>
              </a:ext>
            </a:extLst>
          </p:cNvPr>
          <p:cNvSpPr txBox="1">
            <a:spLocks/>
          </p:cNvSpPr>
          <p:nvPr/>
        </p:nvSpPr>
        <p:spPr bwMode="auto">
          <a:xfrm>
            <a:off x="0" y="1752600"/>
            <a:ext cx="91440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Design Example: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Create a circuit that multiplies an eight-bit unsigned number by 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1A349F49-1D4A-491B-A4D0-23836F7C5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dirty="0"/>
              <a:t>How to Get 3A from A?</a:t>
            </a:r>
          </a:p>
        </p:txBody>
      </p:sp>
      <p:sp>
        <p:nvSpPr>
          <p:cNvPr id="58370" name="Content Placeholder 2">
            <a:extLst>
              <a:ext uri="{FF2B5EF4-FFF2-40B4-BE49-F238E27FC236}">
                <a16:creationId xmlns:a16="http://schemas.microsoft.com/office/drawing/2014/main" id="{C58F2463-5008-4E38-B36F-4FE368DBA6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19200"/>
            <a:ext cx="5105400" cy="36576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Let A denote the eight bit number.</a:t>
            </a:r>
          </a:p>
          <a:p>
            <a:endParaRPr lang="en-US" altLang="en-US" dirty="0"/>
          </a:p>
          <a:p>
            <a:r>
              <a:rPr lang="en-US" altLang="en-US" dirty="0"/>
              <a:t>3A = A + A + A</a:t>
            </a:r>
          </a:p>
          <a:p>
            <a:endParaRPr lang="en-US" altLang="en-US" dirty="0"/>
          </a:p>
          <a:p>
            <a:r>
              <a:rPr lang="en-US" altLang="en-US" dirty="0"/>
              <a:t>3A = (A+A) + A</a:t>
            </a:r>
          </a:p>
          <a:p>
            <a:endParaRPr lang="en-US" altLang="en-US" dirty="0"/>
          </a:p>
          <a:p>
            <a:r>
              <a:rPr lang="en-US" altLang="en-US" dirty="0"/>
              <a:t>3A = 2A +A</a:t>
            </a:r>
            <a:br>
              <a:rPr lang="en-US" altLang="en-US" dirty="0"/>
            </a:br>
            <a:endParaRPr lang="en-US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350CDB7-B53F-4F0D-AD1F-821E9DD574FC}"/>
                  </a:ext>
                </a:extLst>
              </p14:cNvPr>
              <p14:cNvContentPartPr/>
              <p14:nvPr/>
            </p14:nvContentPartPr>
            <p14:xfrm>
              <a:off x="5144400" y="1156320"/>
              <a:ext cx="3408120" cy="2222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350CDB7-B53F-4F0D-AD1F-821E9DD574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35040" y="1146960"/>
                <a:ext cx="3426840" cy="2241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6317FD-5DED-4731-A16D-ABF8EE29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C6C4EA3-3F8D-4757-9595-6433C6F05826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76200"/>
            <a:ext cx="8686800" cy="381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How to Get 3A from A?</a:t>
            </a:r>
            <a:endParaRPr kumimoji="0" lang="en-US" altLang="en-US" sz="34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C23D54-B1AD-43A6-A2B2-BDB38AF6D5F5}"/>
              </a:ext>
            </a:extLst>
          </p:cNvPr>
          <p:cNvGrpSpPr/>
          <p:nvPr/>
        </p:nvGrpSpPr>
        <p:grpSpPr>
          <a:xfrm>
            <a:off x="4267200" y="884067"/>
            <a:ext cx="3962400" cy="2581275"/>
            <a:chOff x="4267200" y="884067"/>
            <a:chExt cx="3962400" cy="258127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EF7CA50-F303-43B8-AF1D-F7F3BC557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7200" y="884067"/>
              <a:ext cx="3871913" cy="258127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EF703D-A185-4089-87C2-FE431C09D9CD}"/>
                </a:ext>
              </a:extLst>
            </p:cNvPr>
            <p:cNvSpPr/>
            <p:nvPr/>
          </p:nvSpPr>
          <p:spPr>
            <a:xfrm>
              <a:off x="7696200" y="1371600"/>
              <a:ext cx="53340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E84309B-11B1-4545-A88D-08EF2022CB2A}"/>
              </a:ext>
            </a:extLst>
          </p:cNvPr>
          <p:cNvSpPr/>
          <p:nvPr/>
        </p:nvSpPr>
        <p:spPr>
          <a:xfrm>
            <a:off x="4419600" y="1371600"/>
            <a:ext cx="36576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A432B1A-A768-47F1-8DCC-3C60522D0B9B}"/>
              </a:ext>
            </a:extLst>
          </p:cNvPr>
          <p:cNvSpPr txBox="1">
            <a:spLocks noChangeArrowheads="1"/>
          </p:cNvSpPr>
          <p:nvPr/>
        </p:nvSpPr>
        <p:spPr>
          <a:xfrm>
            <a:off x="29737" y="762000"/>
            <a:ext cx="5105400" cy="3657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Let A denote the eight bit number.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3A = A + A + 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3A = (A+A) + 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3A = 2A +A</a:t>
            </a:r>
            <a:b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46B1C6F-34A7-4330-A8CA-EDA0DE803664}"/>
                  </a:ext>
                </a:extLst>
              </p14:cNvPr>
              <p14:cNvContentPartPr/>
              <p14:nvPr/>
            </p14:nvContentPartPr>
            <p14:xfrm>
              <a:off x="4715640" y="314280"/>
              <a:ext cx="4017960" cy="3392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46B1C6F-34A7-4330-A8CA-EDA0DE8036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6280" y="304920"/>
                <a:ext cx="4036680" cy="341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40516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6317FD-5DED-4731-A16D-ABF8EE29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C6C4EA3-3F8D-4757-9595-6433C6F05826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76200"/>
            <a:ext cx="8686800" cy="381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How to Get 3A from A?</a:t>
            </a:r>
            <a:endParaRPr kumimoji="0" lang="en-US" altLang="en-US" sz="34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C23D54-B1AD-43A6-A2B2-BDB38AF6D5F5}"/>
              </a:ext>
            </a:extLst>
          </p:cNvPr>
          <p:cNvGrpSpPr/>
          <p:nvPr/>
        </p:nvGrpSpPr>
        <p:grpSpPr>
          <a:xfrm>
            <a:off x="4267200" y="884067"/>
            <a:ext cx="3962400" cy="2581275"/>
            <a:chOff x="4267200" y="884067"/>
            <a:chExt cx="3962400" cy="258127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EF7CA50-F303-43B8-AF1D-F7F3BC557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7200" y="884067"/>
              <a:ext cx="3871913" cy="258127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EF703D-A185-4089-87C2-FE431C09D9CD}"/>
                </a:ext>
              </a:extLst>
            </p:cNvPr>
            <p:cNvSpPr/>
            <p:nvPr/>
          </p:nvSpPr>
          <p:spPr>
            <a:xfrm>
              <a:off x="7696200" y="1371600"/>
              <a:ext cx="53340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BF6BD2B-B730-45C6-93C0-A76149D94457}"/>
              </a:ext>
            </a:extLst>
          </p:cNvPr>
          <p:cNvSpPr txBox="1">
            <a:spLocks noChangeArrowheads="1"/>
          </p:cNvSpPr>
          <p:nvPr/>
        </p:nvSpPr>
        <p:spPr>
          <a:xfrm>
            <a:off x="22302" y="762000"/>
            <a:ext cx="5105400" cy="3657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Let A denote the eight bit number.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3A = A + A + 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3A = (A+A) + 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3A = 2A +A</a:t>
            </a:r>
            <a:b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00A0463-4757-4DF5-8D8F-A2976E99F395}"/>
                  </a:ext>
                </a:extLst>
              </p14:cNvPr>
              <p14:cNvContentPartPr/>
              <p14:nvPr/>
            </p14:nvContentPartPr>
            <p14:xfrm>
              <a:off x="7675560" y="1898280"/>
              <a:ext cx="1440" cy="1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00A0463-4757-4DF5-8D8F-A2976E99F3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66200" y="1888920"/>
                <a:ext cx="20160" cy="2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5271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6317FD-5DED-4731-A16D-ABF8EE29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C6C4EA3-3F8D-4757-9595-6433C6F05826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76200"/>
            <a:ext cx="8686800" cy="381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How to Get 3A from A?</a:t>
            </a:r>
            <a:endParaRPr kumimoji="0" lang="en-US" altLang="en-US" sz="34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AE7C5F-2416-4089-8E86-A2AEE0997DE6}"/>
              </a:ext>
            </a:extLst>
          </p:cNvPr>
          <p:cNvGrpSpPr/>
          <p:nvPr/>
        </p:nvGrpSpPr>
        <p:grpSpPr>
          <a:xfrm>
            <a:off x="4267200" y="884067"/>
            <a:ext cx="3962400" cy="2581275"/>
            <a:chOff x="4267200" y="884067"/>
            <a:chExt cx="3962400" cy="258127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E07E231-85A7-4B2E-B74D-034868B1B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7200" y="884067"/>
              <a:ext cx="3871913" cy="258127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BE0599-A648-48E5-947B-F49699E8E0FA}"/>
                </a:ext>
              </a:extLst>
            </p:cNvPr>
            <p:cNvSpPr/>
            <p:nvPr/>
          </p:nvSpPr>
          <p:spPr>
            <a:xfrm>
              <a:off x="7696200" y="1371600"/>
              <a:ext cx="53340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3796C29-D583-483A-81F9-AC478CF00B3B}"/>
              </a:ext>
            </a:extLst>
          </p:cNvPr>
          <p:cNvGrpSpPr/>
          <p:nvPr/>
        </p:nvGrpSpPr>
        <p:grpSpPr>
          <a:xfrm>
            <a:off x="3757465" y="3733800"/>
            <a:ext cx="5167313" cy="2236616"/>
            <a:chOff x="3757465" y="3733800"/>
            <a:chExt cx="5167313" cy="223661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9ACA486-03D6-4960-920D-BD7487239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7465" y="4181731"/>
              <a:ext cx="5167313" cy="178868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11CDCCA-2076-426F-ADC4-25FF5CA77605}"/>
                </a:ext>
              </a:extLst>
            </p:cNvPr>
            <p:cNvSpPr/>
            <p:nvPr/>
          </p:nvSpPr>
          <p:spPr>
            <a:xfrm>
              <a:off x="6341121" y="3733800"/>
              <a:ext cx="53340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930149B-206C-4A92-9BAB-BF77CC3DB17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30365"/>
            <a:ext cx="5105400" cy="3657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Let A denote the eight bit number.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3A = A + A + 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3A = (A+A) + 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3A = 2A +A</a:t>
            </a:r>
            <a:b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058EACA-C877-431C-87E5-E3E316552555}"/>
                  </a:ext>
                </a:extLst>
              </p14:cNvPr>
              <p14:cNvContentPartPr/>
              <p14:nvPr/>
            </p14:nvContentPartPr>
            <p14:xfrm>
              <a:off x="4188600" y="1548000"/>
              <a:ext cx="4592160" cy="4751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058EACA-C877-431C-87E5-E3E3165525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79240" y="1538640"/>
                <a:ext cx="4610880" cy="477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43953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25">
            <a:extLst>
              <a:ext uri="{FF2B5EF4-FFF2-40B4-BE49-F238E27FC236}">
                <a16:creationId xmlns:a16="http://schemas.microsoft.com/office/drawing/2014/main" id="{77620AD9-288F-47FD-9577-2C4AC36D4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2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3.6a from the textbook 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8340F0-C977-4B38-B942-8B36FC58580F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76200"/>
            <a:ext cx="86868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How to Get 3A from A?</a:t>
            </a:r>
          </a:p>
        </p:txBody>
      </p:sp>
      <p:pic>
        <p:nvPicPr>
          <p:cNvPr id="5" name="Picture 1" descr="Screen shot 2013-10-02 at 4.05.48 PM.png">
            <a:extLst>
              <a:ext uri="{FF2B5EF4-FFF2-40B4-BE49-F238E27FC236}">
                <a16:creationId xmlns:a16="http://schemas.microsoft.com/office/drawing/2014/main" id="{7FA16266-B300-4592-89EE-9BDA1D323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762000"/>
            <a:ext cx="5891213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1" descr="Screen shot 2013-10-02 at 4.05.48 PM.png">
            <a:extLst>
              <a:ext uri="{FF2B5EF4-FFF2-40B4-BE49-F238E27FC236}">
                <a16:creationId xmlns:a16="http://schemas.microsoft.com/office/drawing/2014/main" id="{F525DAE0-8A21-4F0F-9BAF-6F7D5E763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762000"/>
            <a:ext cx="5891213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8" name="TextBox 125">
            <a:extLst>
              <a:ext uri="{FF2B5EF4-FFF2-40B4-BE49-F238E27FC236}">
                <a16:creationId xmlns:a16="http://schemas.microsoft.com/office/drawing/2014/main" id="{F95C17DF-6A2F-43AF-818C-3EB9E5D67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2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3.6a from the textbook ]</a:t>
            </a:r>
          </a:p>
        </p:txBody>
      </p:sp>
      <p:sp>
        <p:nvSpPr>
          <p:cNvPr id="60419" name="Right Brace 1">
            <a:extLst>
              <a:ext uri="{FF2B5EF4-FFF2-40B4-BE49-F238E27FC236}">
                <a16:creationId xmlns:a16="http://schemas.microsoft.com/office/drawing/2014/main" id="{0952C6A8-6FBC-4C02-B04F-D394A57A402E}"/>
              </a:ext>
            </a:extLst>
          </p:cNvPr>
          <p:cNvSpPr>
            <a:spLocks/>
          </p:cNvSpPr>
          <p:nvPr/>
        </p:nvSpPr>
        <p:spPr bwMode="auto">
          <a:xfrm rot="5400000">
            <a:off x="5469731" y="1877220"/>
            <a:ext cx="276225" cy="1274762"/>
          </a:xfrm>
          <a:prstGeom prst="rightBrace">
            <a:avLst>
              <a:gd name="adj1" fmla="val 8354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20" name="TextBox 2">
            <a:extLst>
              <a:ext uri="{FF2B5EF4-FFF2-40B4-BE49-F238E27FC236}">
                <a16:creationId xmlns:a16="http://schemas.microsoft.com/office/drawing/2014/main" id="{80949CF5-B43A-49CD-ADB7-E9F86C88A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514600"/>
            <a:ext cx="40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60421" name="Right Brace 1">
            <a:extLst>
              <a:ext uri="{FF2B5EF4-FFF2-40B4-BE49-F238E27FC236}">
                <a16:creationId xmlns:a16="http://schemas.microsoft.com/office/drawing/2014/main" id="{B9DDD2B7-860B-4D6A-B28A-3C5E14E70D09}"/>
              </a:ext>
            </a:extLst>
          </p:cNvPr>
          <p:cNvSpPr>
            <a:spLocks/>
          </p:cNvSpPr>
          <p:nvPr/>
        </p:nvSpPr>
        <p:spPr bwMode="auto">
          <a:xfrm rot="5400000">
            <a:off x="3631406" y="1862932"/>
            <a:ext cx="277813" cy="1276350"/>
          </a:xfrm>
          <a:prstGeom prst="rightBrace">
            <a:avLst>
              <a:gd name="adj1" fmla="val 8316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22" name="TextBox 2">
            <a:extLst>
              <a:ext uri="{FF2B5EF4-FFF2-40B4-BE49-F238E27FC236}">
                <a16:creationId xmlns:a16="http://schemas.microsoft.com/office/drawing/2014/main" id="{DB9069EC-1CEA-4886-B931-5F8E9DDD3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675" y="2500313"/>
            <a:ext cx="406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9EF93FA-4015-41DF-82C2-791C55344C0E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76200"/>
            <a:ext cx="86868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How to Get 3A from A?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Picture 1" descr="Screen shot 2013-10-02 at 4.05.48 PM.png">
            <a:extLst>
              <a:ext uri="{FF2B5EF4-FFF2-40B4-BE49-F238E27FC236}">
                <a16:creationId xmlns:a16="http://schemas.microsoft.com/office/drawing/2014/main" id="{554B6038-696E-4115-A477-DF3EEF276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762000"/>
            <a:ext cx="5891213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2" name="TextBox 125">
            <a:extLst>
              <a:ext uri="{FF2B5EF4-FFF2-40B4-BE49-F238E27FC236}">
                <a16:creationId xmlns:a16="http://schemas.microsoft.com/office/drawing/2014/main" id="{B602A7D9-3D47-433A-8363-FEFD3E57B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2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3.6a from the textbook ]</a:t>
            </a:r>
          </a:p>
        </p:txBody>
      </p:sp>
      <p:sp>
        <p:nvSpPr>
          <p:cNvPr id="61443" name="Right Brace 1">
            <a:extLst>
              <a:ext uri="{FF2B5EF4-FFF2-40B4-BE49-F238E27FC236}">
                <a16:creationId xmlns:a16="http://schemas.microsoft.com/office/drawing/2014/main" id="{46A0FEDC-D38B-46DC-80FF-129A44896F01}"/>
              </a:ext>
            </a:extLst>
          </p:cNvPr>
          <p:cNvSpPr>
            <a:spLocks/>
          </p:cNvSpPr>
          <p:nvPr/>
        </p:nvSpPr>
        <p:spPr bwMode="auto">
          <a:xfrm rot="5400000">
            <a:off x="5469731" y="1877220"/>
            <a:ext cx="276225" cy="1274762"/>
          </a:xfrm>
          <a:prstGeom prst="rightBrace">
            <a:avLst>
              <a:gd name="adj1" fmla="val 8354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4" name="TextBox 2">
            <a:extLst>
              <a:ext uri="{FF2B5EF4-FFF2-40B4-BE49-F238E27FC236}">
                <a16:creationId xmlns:a16="http://schemas.microsoft.com/office/drawing/2014/main" id="{3DC6760F-B0E0-42FD-832F-002FAB632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514600"/>
            <a:ext cx="40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61445" name="Right Brace 1">
            <a:extLst>
              <a:ext uri="{FF2B5EF4-FFF2-40B4-BE49-F238E27FC236}">
                <a16:creationId xmlns:a16="http://schemas.microsoft.com/office/drawing/2014/main" id="{CAB6722F-318D-4623-9810-3214634C7FAC}"/>
              </a:ext>
            </a:extLst>
          </p:cNvPr>
          <p:cNvSpPr>
            <a:spLocks/>
          </p:cNvSpPr>
          <p:nvPr/>
        </p:nvSpPr>
        <p:spPr bwMode="auto">
          <a:xfrm rot="5400000">
            <a:off x="3631406" y="1862932"/>
            <a:ext cx="277813" cy="1276350"/>
          </a:xfrm>
          <a:prstGeom prst="rightBrace">
            <a:avLst>
              <a:gd name="adj1" fmla="val 8316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6" name="TextBox 2">
            <a:extLst>
              <a:ext uri="{FF2B5EF4-FFF2-40B4-BE49-F238E27FC236}">
                <a16:creationId xmlns:a16="http://schemas.microsoft.com/office/drawing/2014/main" id="{9DCAE838-8069-4066-BDEF-657F0678E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675" y="2500313"/>
            <a:ext cx="406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61447" name="Right Brace 1">
            <a:extLst>
              <a:ext uri="{FF2B5EF4-FFF2-40B4-BE49-F238E27FC236}">
                <a16:creationId xmlns:a16="http://schemas.microsoft.com/office/drawing/2014/main" id="{28CB5F24-7064-406D-B64A-C0DDB00871C0}"/>
              </a:ext>
            </a:extLst>
          </p:cNvPr>
          <p:cNvSpPr>
            <a:spLocks/>
          </p:cNvSpPr>
          <p:nvPr/>
        </p:nvSpPr>
        <p:spPr bwMode="auto">
          <a:xfrm rot="5400000">
            <a:off x="3371851" y="3911600"/>
            <a:ext cx="277812" cy="1697037"/>
          </a:xfrm>
          <a:prstGeom prst="rightBrace">
            <a:avLst>
              <a:gd name="adj1" fmla="val 8314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8" name="TextBox 2">
            <a:extLst>
              <a:ext uri="{FF2B5EF4-FFF2-40B4-BE49-F238E27FC236}">
                <a16:creationId xmlns:a16="http://schemas.microsoft.com/office/drawing/2014/main" id="{77970A33-6D47-49B2-ADE2-65E390F1D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3" y="4746625"/>
            <a:ext cx="5603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031E63-FBCE-4D5E-BB58-2762382A2280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76200"/>
            <a:ext cx="86868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How to Get 3A from A?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5" name="Picture 1" descr="Screen shot 2013-10-02 at 4.05.48 PM.png">
            <a:extLst>
              <a:ext uri="{FF2B5EF4-FFF2-40B4-BE49-F238E27FC236}">
                <a16:creationId xmlns:a16="http://schemas.microsoft.com/office/drawing/2014/main" id="{C9E107CC-7BF6-4817-85E2-FF4795481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762000"/>
            <a:ext cx="5891213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6" name="TextBox 125">
            <a:extLst>
              <a:ext uri="{FF2B5EF4-FFF2-40B4-BE49-F238E27FC236}">
                <a16:creationId xmlns:a16="http://schemas.microsoft.com/office/drawing/2014/main" id="{592E9077-0556-4343-9C73-83F28F66F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2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3.6a from the textbook ]</a:t>
            </a:r>
          </a:p>
        </p:txBody>
      </p:sp>
      <p:sp>
        <p:nvSpPr>
          <p:cNvPr id="62467" name="Right Brace 1">
            <a:extLst>
              <a:ext uri="{FF2B5EF4-FFF2-40B4-BE49-F238E27FC236}">
                <a16:creationId xmlns:a16="http://schemas.microsoft.com/office/drawing/2014/main" id="{4F672A7B-92AF-4249-B9F3-46A459BB03BA}"/>
              </a:ext>
            </a:extLst>
          </p:cNvPr>
          <p:cNvSpPr>
            <a:spLocks/>
          </p:cNvSpPr>
          <p:nvPr/>
        </p:nvSpPr>
        <p:spPr bwMode="auto">
          <a:xfrm rot="5400000">
            <a:off x="5469731" y="1877220"/>
            <a:ext cx="276225" cy="1274762"/>
          </a:xfrm>
          <a:prstGeom prst="rightBrace">
            <a:avLst>
              <a:gd name="adj1" fmla="val 8354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68" name="TextBox 2">
            <a:extLst>
              <a:ext uri="{FF2B5EF4-FFF2-40B4-BE49-F238E27FC236}">
                <a16:creationId xmlns:a16="http://schemas.microsoft.com/office/drawing/2014/main" id="{419A8035-7FCD-48D2-B283-7D31547B0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514600"/>
            <a:ext cx="40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62469" name="Right Brace 1">
            <a:extLst>
              <a:ext uri="{FF2B5EF4-FFF2-40B4-BE49-F238E27FC236}">
                <a16:creationId xmlns:a16="http://schemas.microsoft.com/office/drawing/2014/main" id="{F69D7E04-B7F4-49CF-93AB-FB285A107CCF}"/>
              </a:ext>
            </a:extLst>
          </p:cNvPr>
          <p:cNvSpPr>
            <a:spLocks/>
          </p:cNvSpPr>
          <p:nvPr/>
        </p:nvSpPr>
        <p:spPr bwMode="auto">
          <a:xfrm rot="5400000">
            <a:off x="3631406" y="1862932"/>
            <a:ext cx="277813" cy="1276350"/>
          </a:xfrm>
          <a:prstGeom prst="rightBrace">
            <a:avLst>
              <a:gd name="adj1" fmla="val 8316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70" name="TextBox 2">
            <a:extLst>
              <a:ext uri="{FF2B5EF4-FFF2-40B4-BE49-F238E27FC236}">
                <a16:creationId xmlns:a16="http://schemas.microsoft.com/office/drawing/2014/main" id="{C404EA20-DD98-47B9-9846-318226C4D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675" y="2500313"/>
            <a:ext cx="406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62471" name="Right Brace 1">
            <a:extLst>
              <a:ext uri="{FF2B5EF4-FFF2-40B4-BE49-F238E27FC236}">
                <a16:creationId xmlns:a16="http://schemas.microsoft.com/office/drawing/2014/main" id="{50D2BF36-97CD-445A-A423-0A525FA767DF}"/>
              </a:ext>
            </a:extLst>
          </p:cNvPr>
          <p:cNvSpPr>
            <a:spLocks/>
          </p:cNvSpPr>
          <p:nvPr/>
        </p:nvSpPr>
        <p:spPr bwMode="auto">
          <a:xfrm rot="5400000">
            <a:off x="5723731" y="3906044"/>
            <a:ext cx="277813" cy="1698625"/>
          </a:xfrm>
          <a:prstGeom prst="rightBrace">
            <a:avLst>
              <a:gd name="adj1" fmla="val 8322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72" name="TextBox 2">
            <a:extLst>
              <a:ext uri="{FF2B5EF4-FFF2-40B4-BE49-F238E27FC236}">
                <a16:creationId xmlns:a16="http://schemas.microsoft.com/office/drawing/2014/main" id="{BC65F846-CC49-4656-9479-66C4FF2CB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050" y="4741863"/>
            <a:ext cx="406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62473" name="Right Brace 1">
            <a:extLst>
              <a:ext uri="{FF2B5EF4-FFF2-40B4-BE49-F238E27FC236}">
                <a16:creationId xmlns:a16="http://schemas.microsoft.com/office/drawing/2014/main" id="{86EF69BF-D973-4E00-BFD9-8A150F0E2850}"/>
              </a:ext>
            </a:extLst>
          </p:cNvPr>
          <p:cNvSpPr>
            <a:spLocks/>
          </p:cNvSpPr>
          <p:nvPr/>
        </p:nvSpPr>
        <p:spPr bwMode="auto">
          <a:xfrm rot="5400000">
            <a:off x="3371851" y="3911600"/>
            <a:ext cx="277812" cy="1697037"/>
          </a:xfrm>
          <a:prstGeom prst="rightBrace">
            <a:avLst>
              <a:gd name="adj1" fmla="val 8314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74" name="TextBox 2">
            <a:extLst>
              <a:ext uri="{FF2B5EF4-FFF2-40B4-BE49-F238E27FC236}">
                <a16:creationId xmlns:a16="http://schemas.microsoft.com/office/drawing/2014/main" id="{7C7AC5A2-550D-4D18-8AF1-1979E8F3D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3" y="4746625"/>
            <a:ext cx="5603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106E02-70CD-494D-BD89-FA6B06B6FA85}"/>
                  </a:ext>
                </a:extLst>
              </p14:cNvPr>
              <p14:cNvContentPartPr/>
              <p14:nvPr/>
            </p14:nvContentPartPr>
            <p14:xfrm>
              <a:off x="5095197" y="3855381"/>
              <a:ext cx="72000" cy="489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106E02-70CD-494D-BD89-FA6B06B6FA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3557" y="3711381"/>
                <a:ext cx="215640" cy="77688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F4D4BA38-D3D2-4CFB-A762-A5091CEBB50B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76200"/>
            <a:ext cx="86868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How to Get 3A from A?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89" name="Picture 1" descr="Screen shot 2013-10-02 at 4.05.48 PM.png">
            <a:extLst>
              <a:ext uri="{FF2B5EF4-FFF2-40B4-BE49-F238E27FC236}">
                <a16:creationId xmlns:a16="http://schemas.microsoft.com/office/drawing/2014/main" id="{B61D7097-C705-4627-83DF-1E5DF1094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762000"/>
            <a:ext cx="5891213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0" name="TextBox 125">
            <a:extLst>
              <a:ext uri="{FF2B5EF4-FFF2-40B4-BE49-F238E27FC236}">
                <a16:creationId xmlns:a16="http://schemas.microsoft.com/office/drawing/2014/main" id="{EA5E3903-BFAA-48B2-A66F-AA35D6227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2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3.6a from the textbook ]</a:t>
            </a:r>
          </a:p>
        </p:txBody>
      </p:sp>
      <p:sp>
        <p:nvSpPr>
          <p:cNvPr id="63491" name="Right Brace 1">
            <a:extLst>
              <a:ext uri="{FF2B5EF4-FFF2-40B4-BE49-F238E27FC236}">
                <a16:creationId xmlns:a16="http://schemas.microsoft.com/office/drawing/2014/main" id="{CA3716CC-C4DA-4C56-833E-A14EA5D42E76}"/>
              </a:ext>
            </a:extLst>
          </p:cNvPr>
          <p:cNvSpPr>
            <a:spLocks/>
          </p:cNvSpPr>
          <p:nvPr/>
        </p:nvSpPr>
        <p:spPr bwMode="auto">
          <a:xfrm rot="5400000">
            <a:off x="5469731" y="1877220"/>
            <a:ext cx="276225" cy="1274762"/>
          </a:xfrm>
          <a:prstGeom prst="rightBrace">
            <a:avLst>
              <a:gd name="adj1" fmla="val 8354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3492" name="TextBox 2">
            <a:extLst>
              <a:ext uri="{FF2B5EF4-FFF2-40B4-BE49-F238E27FC236}">
                <a16:creationId xmlns:a16="http://schemas.microsoft.com/office/drawing/2014/main" id="{143361EB-93DC-4233-AD71-8B612AA52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514600"/>
            <a:ext cx="40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63493" name="Right Brace 1">
            <a:extLst>
              <a:ext uri="{FF2B5EF4-FFF2-40B4-BE49-F238E27FC236}">
                <a16:creationId xmlns:a16="http://schemas.microsoft.com/office/drawing/2014/main" id="{3175E32B-EA7A-4CDA-89E8-A213FB9D87C0}"/>
              </a:ext>
            </a:extLst>
          </p:cNvPr>
          <p:cNvSpPr>
            <a:spLocks/>
          </p:cNvSpPr>
          <p:nvPr/>
        </p:nvSpPr>
        <p:spPr bwMode="auto">
          <a:xfrm rot="5400000">
            <a:off x="3631406" y="1862932"/>
            <a:ext cx="277813" cy="1276350"/>
          </a:xfrm>
          <a:prstGeom prst="rightBrace">
            <a:avLst>
              <a:gd name="adj1" fmla="val 8316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3494" name="TextBox 2">
            <a:extLst>
              <a:ext uri="{FF2B5EF4-FFF2-40B4-BE49-F238E27FC236}">
                <a16:creationId xmlns:a16="http://schemas.microsoft.com/office/drawing/2014/main" id="{C5329256-E7E1-44BC-83C1-FBAEA3C22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675" y="2500313"/>
            <a:ext cx="406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63495" name="Right Brace 1">
            <a:extLst>
              <a:ext uri="{FF2B5EF4-FFF2-40B4-BE49-F238E27FC236}">
                <a16:creationId xmlns:a16="http://schemas.microsoft.com/office/drawing/2014/main" id="{F6D46280-C575-475E-B744-E1DEF2872506}"/>
              </a:ext>
            </a:extLst>
          </p:cNvPr>
          <p:cNvSpPr>
            <a:spLocks/>
          </p:cNvSpPr>
          <p:nvPr/>
        </p:nvSpPr>
        <p:spPr bwMode="auto">
          <a:xfrm rot="5400000">
            <a:off x="5723731" y="3906044"/>
            <a:ext cx="277813" cy="1698625"/>
          </a:xfrm>
          <a:prstGeom prst="rightBrace">
            <a:avLst>
              <a:gd name="adj1" fmla="val 8322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3496" name="TextBox 2">
            <a:extLst>
              <a:ext uri="{FF2B5EF4-FFF2-40B4-BE49-F238E27FC236}">
                <a16:creationId xmlns:a16="http://schemas.microsoft.com/office/drawing/2014/main" id="{AB0ED286-B7D5-48E4-9CE0-02EE6EFC3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050" y="4741863"/>
            <a:ext cx="406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63497" name="Right Brace 1">
            <a:extLst>
              <a:ext uri="{FF2B5EF4-FFF2-40B4-BE49-F238E27FC236}">
                <a16:creationId xmlns:a16="http://schemas.microsoft.com/office/drawing/2014/main" id="{C9CEFFCD-CBD5-43BC-88FE-E4981C161F1F}"/>
              </a:ext>
            </a:extLst>
          </p:cNvPr>
          <p:cNvSpPr>
            <a:spLocks/>
          </p:cNvSpPr>
          <p:nvPr/>
        </p:nvSpPr>
        <p:spPr bwMode="auto">
          <a:xfrm rot="5400000">
            <a:off x="3371851" y="3911600"/>
            <a:ext cx="277812" cy="1697037"/>
          </a:xfrm>
          <a:prstGeom prst="rightBrace">
            <a:avLst>
              <a:gd name="adj1" fmla="val 8314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3498" name="TextBox 2">
            <a:extLst>
              <a:ext uri="{FF2B5EF4-FFF2-40B4-BE49-F238E27FC236}">
                <a16:creationId xmlns:a16="http://schemas.microsoft.com/office/drawing/2014/main" id="{728B5BB4-AB4A-4B78-B439-CAEC7BAC6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3" y="4746625"/>
            <a:ext cx="5603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2A</a:t>
            </a:r>
          </a:p>
        </p:txBody>
      </p:sp>
      <p:sp>
        <p:nvSpPr>
          <p:cNvPr id="63499" name="Right Brace 1">
            <a:extLst>
              <a:ext uri="{FF2B5EF4-FFF2-40B4-BE49-F238E27FC236}">
                <a16:creationId xmlns:a16="http://schemas.microsoft.com/office/drawing/2014/main" id="{6596E638-8653-4275-A907-AF42906805E9}"/>
              </a:ext>
            </a:extLst>
          </p:cNvPr>
          <p:cNvSpPr>
            <a:spLocks/>
          </p:cNvSpPr>
          <p:nvPr/>
        </p:nvSpPr>
        <p:spPr bwMode="auto">
          <a:xfrm rot="5400000">
            <a:off x="4590256" y="4906169"/>
            <a:ext cx="277813" cy="3006725"/>
          </a:xfrm>
          <a:prstGeom prst="rightBrace">
            <a:avLst>
              <a:gd name="adj1" fmla="val 8318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3500" name="TextBox 2">
            <a:extLst>
              <a:ext uri="{FF2B5EF4-FFF2-40B4-BE49-F238E27FC236}">
                <a16:creationId xmlns:a16="http://schemas.microsoft.com/office/drawing/2014/main" id="{30ED0702-BCD8-471B-8DA7-32E966E56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4013" y="6396038"/>
            <a:ext cx="5603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3A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C6C9A4A-DC31-49C1-AAAC-973ADFEE675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76200"/>
            <a:ext cx="86868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How to Get 3A from A?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0FFCBBE8-0B0F-ED49-9DC0-A16D948034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Decimal Multiplication by 10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7D26973F-E0A9-4288-B7FD-83B46FE928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7772400" cy="4953000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AE45B90-B7F6-4EB1-8DD1-AD8BB6572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19200"/>
            <a:ext cx="8305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What happens when we multiply a number by 10?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    4 x 10 = ?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       542 x 10 = ?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     1245 x 10 = ?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FD9960EA-64CA-EC44-9A96-4D4B9E3899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Decimal Multiplication by 10</a:t>
            </a:r>
          </a:p>
        </p:txBody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A943ABF1-3B3F-46FE-AC6A-19A2D70E58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7772400" cy="4953000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6FB9A841-864E-455A-89A8-3AE619322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19200"/>
            <a:ext cx="8305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What happens when we multiply a number by 10?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    4 x 10 = 4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       542 x 10 = 542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     1245 x 10 = 1245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    You simply add a zero as the rightmost number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1C9705D-2B55-4F4C-8C9A-398EE29883BC}"/>
                  </a:ext>
                </a:extLst>
              </p14:cNvPr>
              <p14:cNvContentPartPr/>
              <p14:nvPr/>
            </p14:nvContentPartPr>
            <p14:xfrm>
              <a:off x="3796560" y="1715400"/>
              <a:ext cx="3489120" cy="2102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1C9705D-2B55-4F4C-8C9A-398EE29883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7200" y="1706040"/>
                <a:ext cx="3507840" cy="212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05691C8D-638C-254F-9F6F-47D8957CE3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Binary Multiplication by 2</a:t>
            </a:r>
          </a:p>
        </p:txBody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B1368400-21B3-4FB9-843C-F316E34423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7772400" cy="4953000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CFDDF25-DED2-40AB-8C74-241825810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838200"/>
            <a:ext cx="8305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What happens when we multiply a number by 2?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011  times 2  = ?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          101 times 2 = ?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     110011 times 2 = ?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B4799F76-D71E-5349-A788-3E4A5F28A0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Binary Multiplication by 2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C6EC8E86-83FA-45D6-9AFC-10EA99E6C7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7772400" cy="4953000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D0A5453F-09F0-4B8F-925F-F4C348202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943" y="762000"/>
            <a:ext cx="8305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What happens when we multiply a number by 2?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011  times 2  =  011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          101 times 2 =  101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     110011 times 2 = 110011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     You simply add a zero as the rightmost number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4CED688-D314-4DBA-BD67-151DA8A0D665}"/>
                  </a:ext>
                </a:extLst>
              </p14:cNvPr>
              <p14:cNvContentPartPr/>
              <p14:nvPr/>
            </p14:nvContentPartPr>
            <p14:xfrm>
              <a:off x="4933440" y="1188720"/>
              <a:ext cx="3853800" cy="3605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4CED688-D314-4DBA-BD67-151DA8A0D6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24080" y="1179360"/>
                <a:ext cx="3872520" cy="3624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7" name="Picture 1" descr="Screen shot 2013-10-02 at 4.05.59 PM.png">
            <a:extLst>
              <a:ext uri="{FF2B5EF4-FFF2-40B4-BE49-F238E27FC236}">
                <a16:creationId xmlns:a16="http://schemas.microsoft.com/office/drawing/2014/main" id="{04C0C229-9407-42BF-86A5-55DDAEE3E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712788"/>
            <a:ext cx="7219950" cy="545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8" name="TextBox 125">
            <a:extLst>
              <a:ext uri="{FF2B5EF4-FFF2-40B4-BE49-F238E27FC236}">
                <a16:creationId xmlns:a16="http://schemas.microsoft.com/office/drawing/2014/main" id="{52B5327A-FF8A-4991-8033-B97458C27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2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3.6b from the textbook 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62CD27-EDFC-48DD-8E8D-B802F0474C6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76200"/>
            <a:ext cx="86868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Efficient way to Get 3A from?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352AEC-CEF2-427E-84EC-600A9ADC3155}"/>
              </a:ext>
            </a:extLst>
          </p:cNvPr>
          <p:cNvSpPr/>
          <p:nvPr/>
        </p:nvSpPr>
        <p:spPr>
          <a:xfrm>
            <a:off x="2686050" y="1524000"/>
            <a:ext cx="632460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61890C6-273B-4AB3-B764-09691293E944}"/>
                  </a:ext>
                </a:extLst>
              </p14:cNvPr>
              <p14:cNvContentPartPr/>
              <p14:nvPr/>
            </p14:nvContentPartPr>
            <p14:xfrm>
              <a:off x="3065760" y="133200"/>
              <a:ext cx="5693400" cy="6231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61890C6-273B-4AB3-B764-09691293E9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56400" y="123840"/>
                <a:ext cx="5712120" cy="624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7" name="Picture 1" descr="Screen shot 2013-10-02 at 4.05.59 PM.png">
            <a:extLst>
              <a:ext uri="{FF2B5EF4-FFF2-40B4-BE49-F238E27FC236}">
                <a16:creationId xmlns:a16="http://schemas.microsoft.com/office/drawing/2014/main" id="{04C0C229-9407-42BF-86A5-55DDAEE3E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712788"/>
            <a:ext cx="7219950" cy="545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8" name="TextBox 125">
            <a:extLst>
              <a:ext uri="{FF2B5EF4-FFF2-40B4-BE49-F238E27FC236}">
                <a16:creationId xmlns:a16="http://schemas.microsoft.com/office/drawing/2014/main" id="{52B5327A-FF8A-4991-8033-B97458C27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2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3.6b from the textbook 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62CD27-EDFC-48DD-8E8D-B802F0474C6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76200"/>
            <a:ext cx="86868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Efficient way to Get 3A from?</a:t>
            </a:r>
          </a:p>
        </p:txBody>
      </p:sp>
    </p:spTree>
    <p:extLst>
      <p:ext uri="{BB962C8B-B14F-4D97-AF65-F5344CB8AC3E}">
        <p14:creationId xmlns:p14="http://schemas.microsoft.com/office/powerpoint/2010/main" val="42088007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1" name="Picture 1" descr="Screen shot 2013-10-02 at 4.05.59 PM.png">
            <a:extLst>
              <a:ext uri="{FF2B5EF4-FFF2-40B4-BE49-F238E27FC236}">
                <a16:creationId xmlns:a16="http://schemas.microsoft.com/office/drawing/2014/main" id="{ED89BFFF-0EC8-4441-969F-A2D593F9E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12788"/>
            <a:ext cx="7219950" cy="545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2" name="TextBox 125">
            <a:extLst>
              <a:ext uri="{FF2B5EF4-FFF2-40B4-BE49-F238E27FC236}">
                <a16:creationId xmlns:a16="http://schemas.microsoft.com/office/drawing/2014/main" id="{8624D43A-B0F2-40DA-B50B-F94600D4C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2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3.6b from the textbook ]</a:t>
            </a:r>
          </a:p>
        </p:txBody>
      </p:sp>
      <p:sp>
        <p:nvSpPr>
          <p:cNvPr id="71683" name="Oval 1">
            <a:extLst>
              <a:ext uri="{FF2B5EF4-FFF2-40B4-BE49-F238E27FC236}">
                <a16:creationId xmlns:a16="http://schemas.microsoft.com/office/drawing/2014/main" id="{16BAC695-E05F-4D3D-A603-95AA59D71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5" y="2316163"/>
            <a:ext cx="762000" cy="1370012"/>
          </a:xfrm>
          <a:prstGeom prst="ellips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84" name="TextBox 2">
            <a:extLst>
              <a:ext uri="{FF2B5EF4-FFF2-40B4-BE49-F238E27FC236}">
                <a16:creationId xmlns:a16="http://schemas.microsoft.com/office/drawing/2014/main" id="{354BDC49-4F98-4DC8-BA01-F0C0694F6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838" y="1190625"/>
            <a:ext cx="2962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This is how we get 2A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875CB0D-C8C5-49C9-8904-684266C68DE2}"/>
                  </a:ext>
                </a:extLst>
              </p14:cNvPr>
              <p14:cNvContentPartPr/>
              <p14:nvPr/>
            </p14:nvContentPartPr>
            <p14:xfrm>
              <a:off x="5244957" y="2493501"/>
              <a:ext cx="52200" cy="791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875CB0D-C8C5-49C9-8904-684266C68D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73317" y="2349861"/>
                <a:ext cx="195840" cy="10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7275946-809C-4FDE-8B6F-F41E2F8BD5A8}"/>
                  </a:ext>
                </a:extLst>
              </p14:cNvPr>
              <p14:cNvContentPartPr/>
              <p14:nvPr/>
            </p14:nvContentPartPr>
            <p14:xfrm>
              <a:off x="5304717" y="2521581"/>
              <a:ext cx="27360" cy="681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7275946-809C-4FDE-8B6F-F41E2F8BD5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33077" y="2377581"/>
                <a:ext cx="171000" cy="9691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D1D0B35-5255-413F-831F-3297C48FB8D7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76200"/>
            <a:ext cx="86868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Efficient way to Get 3A from?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5" name="Picture 1" descr="Screen shot 2013-10-02 at 4.05.59 PM.png">
            <a:extLst>
              <a:ext uri="{FF2B5EF4-FFF2-40B4-BE49-F238E27FC236}">
                <a16:creationId xmlns:a16="http://schemas.microsoft.com/office/drawing/2014/main" id="{CCC508BD-8857-41A4-95E8-E0E310782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12788"/>
            <a:ext cx="7219950" cy="545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6" name="TextBox 125">
            <a:extLst>
              <a:ext uri="{FF2B5EF4-FFF2-40B4-BE49-F238E27FC236}">
                <a16:creationId xmlns:a16="http://schemas.microsoft.com/office/drawing/2014/main" id="{042B6FFA-E573-455C-B29F-531436406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2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3.6b from the textbook ]</a:t>
            </a:r>
          </a:p>
        </p:txBody>
      </p:sp>
      <p:sp>
        <p:nvSpPr>
          <p:cNvPr id="72707" name="TextBox 2">
            <a:extLst>
              <a:ext uri="{FF2B5EF4-FFF2-40B4-BE49-F238E27FC236}">
                <a16:creationId xmlns:a16="http://schemas.microsoft.com/office/drawing/2014/main" id="{21E7A037-A289-444B-A57F-30F982BC9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038" y="3730625"/>
            <a:ext cx="5603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2A</a:t>
            </a:r>
          </a:p>
        </p:txBody>
      </p:sp>
      <p:sp>
        <p:nvSpPr>
          <p:cNvPr id="72708" name="Right Brace 1">
            <a:extLst>
              <a:ext uri="{FF2B5EF4-FFF2-40B4-BE49-F238E27FC236}">
                <a16:creationId xmlns:a16="http://schemas.microsoft.com/office/drawing/2014/main" id="{F999A945-49F7-4C32-A9F1-6958E7DA0A90}"/>
              </a:ext>
            </a:extLst>
          </p:cNvPr>
          <p:cNvSpPr>
            <a:spLocks/>
          </p:cNvSpPr>
          <p:nvPr/>
        </p:nvSpPr>
        <p:spPr bwMode="auto">
          <a:xfrm rot="5400000">
            <a:off x="6006307" y="2528093"/>
            <a:ext cx="304800" cy="2259013"/>
          </a:xfrm>
          <a:prstGeom prst="rightBrace">
            <a:avLst>
              <a:gd name="adj1" fmla="val 8338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2709" name="Right Brace 6">
            <a:extLst>
              <a:ext uri="{FF2B5EF4-FFF2-40B4-BE49-F238E27FC236}">
                <a16:creationId xmlns:a16="http://schemas.microsoft.com/office/drawing/2014/main" id="{3A677A0D-EE72-419F-AACF-3EB5E183585D}"/>
              </a:ext>
            </a:extLst>
          </p:cNvPr>
          <p:cNvSpPr>
            <a:spLocks/>
          </p:cNvSpPr>
          <p:nvPr/>
        </p:nvSpPr>
        <p:spPr bwMode="auto">
          <a:xfrm rot="5400000">
            <a:off x="2794794" y="2539206"/>
            <a:ext cx="304800" cy="2236788"/>
          </a:xfrm>
          <a:prstGeom prst="rightBrace">
            <a:avLst>
              <a:gd name="adj1" fmla="val 8324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2710" name="TextBox 2">
            <a:extLst>
              <a:ext uri="{FF2B5EF4-FFF2-40B4-BE49-F238E27FC236}">
                <a16:creationId xmlns:a16="http://schemas.microsoft.com/office/drawing/2014/main" id="{D9B48A44-5859-4BE2-8EF0-1296C4842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0588" y="3733800"/>
            <a:ext cx="40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72711" name="Right Brace 8">
            <a:extLst>
              <a:ext uri="{FF2B5EF4-FFF2-40B4-BE49-F238E27FC236}">
                <a16:creationId xmlns:a16="http://schemas.microsoft.com/office/drawing/2014/main" id="{2C4FB57F-84FD-487E-9E78-40155AAF8918}"/>
              </a:ext>
            </a:extLst>
          </p:cNvPr>
          <p:cNvSpPr>
            <a:spLocks/>
          </p:cNvSpPr>
          <p:nvPr/>
        </p:nvSpPr>
        <p:spPr bwMode="auto">
          <a:xfrm rot="5400000">
            <a:off x="4450556" y="3993357"/>
            <a:ext cx="396875" cy="4265612"/>
          </a:xfrm>
          <a:prstGeom prst="rightBrace">
            <a:avLst>
              <a:gd name="adj1" fmla="val 8360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2712" name="TextBox 2">
            <a:extLst>
              <a:ext uri="{FF2B5EF4-FFF2-40B4-BE49-F238E27FC236}">
                <a16:creationId xmlns:a16="http://schemas.microsoft.com/office/drawing/2014/main" id="{3100FC25-9A59-4F81-B42B-0D820DD27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4038" y="6315075"/>
            <a:ext cx="561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E0FB8E-B2FC-4F6D-8D66-027ECFE7623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76200"/>
            <a:ext cx="86868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Efficient way to Get 3A from?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6E0FB8E-B2FC-4F6D-8D66-027ECFE76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"/>
            <a:ext cx="9144000" cy="1219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Example 1: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Let A be a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four-bit unsigned number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. Use a seven-bit adder (and NOT gates, as necessary) to design a circuit that calculates the following operations: X = 4A + 2A</a:t>
            </a:r>
          </a:p>
        </p:txBody>
      </p:sp>
    </p:spTree>
    <p:extLst>
      <p:ext uri="{BB962C8B-B14F-4D97-AF65-F5344CB8AC3E}">
        <p14:creationId xmlns:p14="http://schemas.microsoft.com/office/powerpoint/2010/main" val="20711408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6E0FB8E-B2FC-4F6D-8D66-027ECFE76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"/>
            <a:ext cx="9144000" cy="1219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Example 1: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Let A be a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four-bit unsigned number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. Use a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seven-bit adder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(and NOT gates, as necessary) to design a circuit that calculates the following operations: X = 4A + 2A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4721FFE-00E1-4964-B4DB-AD15E30F5AF8}"/>
              </a:ext>
            </a:extLst>
          </p:cNvPr>
          <p:cNvGrpSpPr/>
          <p:nvPr/>
        </p:nvGrpSpPr>
        <p:grpSpPr>
          <a:xfrm>
            <a:off x="2133600" y="2387600"/>
            <a:ext cx="6781800" cy="2794000"/>
            <a:chOff x="2133600" y="2082800"/>
            <a:chExt cx="6781800" cy="2692400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E64D0AA1-7AB8-4497-AF44-796E31CF6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2200" y="2819400"/>
              <a:ext cx="6553200" cy="1219200"/>
            </a:xfrm>
            <a:custGeom>
              <a:avLst/>
              <a:gdLst>
                <a:gd name="T0" fmla="*/ 2147483646 w 6772"/>
                <a:gd name="T1" fmla="*/ 2147483646 h 1434"/>
                <a:gd name="T2" fmla="*/ 2147483646 w 6772"/>
                <a:gd name="T3" fmla="*/ 2147483646 h 1434"/>
                <a:gd name="T4" fmla="*/ 2147483646 w 6772"/>
                <a:gd name="T5" fmla="*/ 0 h 1434"/>
                <a:gd name="T6" fmla="*/ 2147483646 w 6772"/>
                <a:gd name="T7" fmla="*/ 0 h 1434"/>
                <a:gd name="T8" fmla="*/ 2147483646 w 6772"/>
                <a:gd name="T9" fmla="*/ 2147483646 h 1434"/>
                <a:gd name="T10" fmla="*/ 2147483646 w 6772"/>
                <a:gd name="T11" fmla="*/ 0 h 1434"/>
                <a:gd name="T12" fmla="*/ 0 w 6772"/>
                <a:gd name="T13" fmla="*/ 0 h 1434"/>
                <a:gd name="T14" fmla="*/ 2147483646 w 6772"/>
                <a:gd name="T15" fmla="*/ 2147483646 h 14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72"/>
                <a:gd name="T25" fmla="*/ 0 h 1434"/>
                <a:gd name="T26" fmla="*/ 6772 w 6772"/>
                <a:gd name="T27" fmla="*/ 1434 h 143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72" h="1434">
                  <a:moveTo>
                    <a:pt x="717" y="1434"/>
                  </a:moveTo>
                  <a:lnTo>
                    <a:pt x="6081" y="1434"/>
                  </a:lnTo>
                  <a:lnTo>
                    <a:pt x="6772" y="0"/>
                  </a:lnTo>
                  <a:lnTo>
                    <a:pt x="3745" y="0"/>
                  </a:lnTo>
                  <a:lnTo>
                    <a:pt x="3399" y="372"/>
                  </a:lnTo>
                  <a:lnTo>
                    <a:pt x="3028" y="0"/>
                  </a:lnTo>
                  <a:lnTo>
                    <a:pt x="0" y="0"/>
                  </a:lnTo>
                  <a:lnTo>
                    <a:pt x="717" y="1434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cxnSp>
          <p:nvCxnSpPr>
            <p:cNvPr id="4" name="Straight Arrow Connector 53">
              <a:extLst>
                <a:ext uri="{FF2B5EF4-FFF2-40B4-BE49-F238E27FC236}">
                  <a16:creationId xmlns:a16="http://schemas.microsoft.com/office/drawing/2014/main" id="{6BA152FB-C716-4C19-BF2E-2BE23E6D5B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48069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" name="Straight Arrow Connector 53">
              <a:extLst>
                <a:ext uri="{FF2B5EF4-FFF2-40B4-BE49-F238E27FC236}">
                  <a16:creationId xmlns:a16="http://schemas.microsoft.com/office/drawing/2014/main" id="{A5D224A9-8E85-4496-9EAB-D69546B402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21526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" name="Straight Arrow Connector 53">
              <a:extLst>
                <a:ext uri="{FF2B5EF4-FFF2-40B4-BE49-F238E27FC236}">
                  <a16:creationId xmlns:a16="http://schemas.microsoft.com/office/drawing/2014/main" id="{B019AD3E-AB00-442C-9887-6386170C6F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25971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Straight Arrow Connector 53">
              <a:extLst>
                <a:ext uri="{FF2B5EF4-FFF2-40B4-BE49-F238E27FC236}">
                  <a16:creationId xmlns:a16="http://schemas.microsoft.com/office/drawing/2014/main" id="{E5C08B82-C190-4F77-B6ED-700B7ED304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44259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Straight Arrow Connector 53">
              <a:extLst>
                <a:ext uri="{FF2B5EF4-FFF2-40B4-BE49-F238E27FC236}">
                  <a16:creationId xmlns:a16="http://schemas.microsoft.com/office/drawing/2014/main" id="{629324A4-13D7-4DAC-8CA1-F54C201850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9814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Straight Arrow Connector 53">
              <a:extLst>
                <a:ext uri="{FF2B5EF4-FFF2-40B4-BE49-F238E27FC236}">
                  <a16:creationId xmlns:a16="http://schemas.microsoft.com/office/drawing/2014/main" id="{0914BE15-6E32-4460-B354-47C22248BC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5242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Straight Arrow Connector 53">
              <a:extLst>
                <a:ext uri="{FF2B5EF4-FFF2-40B4-BE49-F238E27FC236}">
                  <a16:creationId xmlns:a16="http://schemas.microsoft.com/office/drawing/2014/main" id="{C6C5BFF2-F667-48B6-9942-EC38359A72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0543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Straight Arrow Connector 53">
              <a:extLst>
                <a:ext uri="{FF2B5EF4-FFF2-40B4-BE49-F238E27FC236}">
                  <a16:creationId xmlns:a16="http://schemas.microsoft.com/office/drawing/2014/main" id="{D505082D-ABE2-4598-9BBC-0055CDB1D8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84645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Straight Arrow Connector 53">
              <a:extLst>
                <a:ext uri="{FF2B5EF4-FFF2-40B4-BE49-F238E27FC236}">
                  <a16:creationId xmlns:a16="http://schemas.microsoft.com/office/drawing/2014/main" id="{4BE712A4-2D63-41B4-9B39-B53A58D622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58102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Straight Arrow Connector 53">
              <a:extLst>
                <a:ext uri="{FF2B5EF4-FFF2-40B4-BE49-F238E27FC236}">
                  <a16:creationId xmlns:a16="http://schemas.microsoft.com/office/drawing/2014/main" id="{65D07016-9514-48A4-BE3F-D22B739A67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2547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Straight Arrow Connector 53">
              <a:extLst>
                <a:ext uri="{FF2B5EF4-FFF2-40B4-BE49-F238E27FC236}">
                  <a16:creationId xmlns:a16="http://schemas.microsoft.com/office/drawing/2014/main" id="{8DC1E6A8-79B7-46A1-98BA-05C9F06EB3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80835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Straight Arrow Connector 53">
              <a:extLst>
                <a:ext uri="{FF2B5EF4-FFF2-40B4-BE49-F238E27FC236}">
                  <a16:creationId xmlns:a16="http://schemas.microsoft.com/office/drawing/2014/main" id="{543FFAF2-06B8-4226-8FCA-44A8573ECB2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76390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Straight Arrow Connector 53">
              <a:extLst>
                <a:ext uri="{FF2B5EF4-FFF2-40B4-BE49-F238E27FC236}">
                  <a16:creationId xmlns:a16="http://schemas.microsoft.com/office/drawing/2014/main" id="{85802629-EC07-4008-A460-3D9A2F40B5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71818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Straight Arrow Connector 53">
              <a:extLst>
                <a:ext uri="{FF2B5EF4-FFF2-40B4-BE49-F238E27FC236}">
                  <a16:creationId xmlns:a16="http://schemas.microsoft.com/office/drawing/2014/main" id="{9F45AF11-ABC3-4590-BCB6-7C74C30847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7119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Straight Arrow Connector 53">
              <a:extLst>
                <a:ext uri="{FF2B5EF4-FFF2-40B4-BE49-F238E27FC236}">
                  <a16:creationId xmlns:a16="http://schemas.microsoft.com/office/drawing/2014/main" id="{68941ED3-CACC-44A2-8585-4992781B04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133600" y="3429000"/>
              <a:ext cx="609600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Straight Arrow Connector 53">
              <a:extLst>
                <a:ext uri="{FF2B5EF4-FFF2-40B4-BE49-F238E27FC236}">
                  <a16:creationId xmlns:a16="http://schemas.microsoft.com/office/drawing/2014/main" id="{8B0319CA-DCA2-4187-BD5A-762DEAEFFF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521700" y="3483429"/>
              <a:ext cx="393700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Straight Arrow Connector 53">
              <a:extLst>
                <a:ext uri="{FF2B5EF4-FFF2-40B4-BE49-F238E27FC236}">
                  <a16:creationId xmlns:a16="http://schemas.microsoft.com/office/drawing/2014/main" id="{36F63BF1-205A-4C69-857D-B250A7F199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6357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Straight Arrow Connector 53">
              <a:extLst>
                <a:ext uri="{FF2B5EF4-FFF2-40B4-BE49-F238E27FC236}">
                  <a16:creationId xmlns:a16="http://schemas.microsoft.com/office/drawing/2014/main" id="{ED395372-BCE0-4F78-8E9C-9D624739E5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9814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Straight Arrow Connector 53">
              <a:extLst>
                <a:ext uri="{FF2B5EF4-FFF2-40B4-BE49-F238E27FC236}">
                  <a16:creationId xmlns:a16="http://schemas.microsoft.com/office/drawing/2014/main" id="{CD23EE40-3FBF-4DEE-A9F3-037573C3B2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44259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Arrow Connector 53">
              <a:extLst>
                <a:ext uri="{FF2B5EF4-FFF2-40B4-BE49-F238E27FC236}">
                  <a16:creationId xmlns:a16="http://schemas.microsoft.com/office/drawing/2014/main" id="{7ABB62F4-7379-43AC-8219-63109C5F09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2547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Straight Arrow Connector 53">
              <a:extLst>
                <a:ext uri="{FF2B5EF4-FFF2-40B4-BE49-F238E27FC236}">
                  <a16:creationId xmlns:a16="http://schemas.microsoft.com/office/drawing/2014/main" id="{2FA39ECF-48E3-4A9D-B194-7444D3F0C2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58102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Arrow Connector 53">
              <a:extLst>
                <a:ext uri="{FF2B5EF4-FFF2-40B4-BE49-F238E27FC236}">
                  <a16:creationId xmlns:a16="http://schemas.microsoft.com/office/drawing/2014/main" id="{EC5A3D9B-5D97-4FAB-9C0F-2E964E4279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53530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Straight Arrow Connector 53">
              <a:extLst>
                <a:ext uri="{FF2B5EF4-FFF2-40B4-BE49-F238E27FC236}">
                  <a16:creationId xmlns:a16="http://schemas.microsoft.com/office/drawing/2014/main" id="{ACE8894D-B91A-4F26-94AC-FA21DDA339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48831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4F29D9-E4C0-465D-BB45-2615CFB82FE2}"/>
                  </a:ext>
                </a:extLst>
              </p14:cNvPr>
              <p14:cNvContentPartPr/>
              <p14:nvPr/>
            </p14:nvContentPartPr>
            <p14:xfrm>
              <a:off x="2200680" y="1202040"/>
              <a:ext cx="6712920" cy="4558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4F29D9-E4C0-465D-BB45-2615CFB82F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1320" y="1192680"/>
                <a:ext cx="6731640" cy="45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0597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6E0FB8E-B2FC-4F6D-8D66-027ECFE76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"/>
            <a:ext cx="9144000" cy="1219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Example 2: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Let A be a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four-bit unsigned number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. Use a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seven-bit adder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(and NOT gates, as necessary) to design a circuit that calculates the following operations: X </a:t>
            </a:r>
            <a:r>
              <a:rPr kumimoji="0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= 5A + 3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4721FFE-00E1-4964-B4DB-AD15E30F5AF8}"/>
              </a:ext>
            </a:extLst>
          </p:cNvPr>
          <p:cNvGrpSpPr/>
          <p:nvPr/>
        </p:nvGrpSpPr>
        <p:grpSpPr>
          <a:xfrm>
            <a:off x="2133600" y="2311400"/>
            <a:ext cx="6781800" cy="2794000"/>
            <a:chOff x="2133600" y="2082800"/>
            <a:chExt cx="6781800" cy="2692400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E64D0AA1-7AB8-4497-AF44-796E31CF6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2200" y="2819400"/>
              <a:ext cx="6553200" cy="1219200"/>
            </a:xfrm>
            <a:custGeom>
              <a:avLst/>
              <a:gdLst>
                <a:gd name="T0" fmla="*/ 2147483646 w 6772"/>
                <a:gd name="T1" fmla="*/ 2147483646 h 1434"/>
                <a:gd name="T2" fmla="*/ 2147483646 w 6772"/>
                <a:gd name="T3" fmla="*/ 2147483646 h 1434"/>
                <a:gd name="T4" fmla="*/ 2147483646 w 6772"/>
                <a:gd name="T5" fmla="*/ 0 h 1434"/>
                <a:gd name="T6" fmla="*/ 2147483646 w 6772"/>
                <a:gd name="T7" fmla="*/ 0 h 1434"/>
                <a:gd name="T8" fmla="*/ 2147483646 w 6772"/>
                <a:gd name="T9" fmla="*/ 2147483646 h 1434"/>
                <a:gd name="T10" fmla="*/ 2147483646 w 6772"/>
                <a:gd name="T11" fmla="*/ 0 h 1434"/>
                <a:gd name="T12" fmla="*/ 0 w 6772"/>
                <a:gd name="T13" fmla="*/ 0 h 1434"/>
                <a:gd name="T14" fmla="*/ 2147483646 w 6772"/>
                <a:gd name="T15" fmla="*/ 2147483646 h 14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72"/>
                <a:gd name="T25" fmla="*/ 0 h 1434"/>
                <a:gd name="T26" fmla="*/ 6772 w 6772"/>
                <a:gd name="T27" fmla="*/ 1434 h 143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72" h="1434">
                  <a:moveTo>
                    <a:pt x="717" y="1434"/>
                  </a:moveTo>
                  <a:lnTo>
                    <a:pt x="6081" y="1434"/>
                  </a:lnTo>
                  <a:lnTo>
                    <a:pt x="6772" y="0"/>
                  </a:lnTo>
                  <a:lnTo>
                    <a:pt x="3745" y="0"/>
                  </a:lnTo>
                  <a:lnTo>
                    <a:pt x="3399" y="372"/>
                  </a:lnTo>
                  <a:lnTo>
                    <a:pt x="3028" y="0"/>
                  </a:lnTo>
                  <a:lnTo>
                    <a:pt x="0" y="0"/>
                  </a:lnTo>
                  <a:lnTo>
                    <a:pt x="717" y="1434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cxnSp>
          <p:nvCxnSpPr>
            <p:cNvPr id="4" name="Straight Arrow Connector 53">
              <a:extLst>
                <a:ext uri="{FF2B5EF4-FFF2-40B4-BE49-F238E27FC236}">
                  <a16:creationId xmlns:a16="http://schemas.microsoft.com/office/drawing/2014/main" id="{6BA152FB-C716-4C19-BF2E-2BE23E6D5B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48069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" name="Straight Arrow Connector 53">
              <a:extLst>
                <a:ext uri="{FF2B5EF4-FFF2-40B4-BE49-F238E27FC236}">
                  <a16:creationId xmlns:a16="http://schemas.microsoft.com/office/drawing/2014/main" id="{A5D224A9-8E85-4496-9EAB-D69546B402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21526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" name="Straight Arrow Connector 53">
              <a:extLst>
                <a:ext uri="{FF2B5EF4-FFF2-40B4-BE49-F238E27FC236}">
                  <a16:creationId xmlns:a16="http://schemas.microsoft.com/office/drawing/2014/main" id="{B019AD3E-AB00-442C-9887-6386170C6F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25971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Straight Arrow Connector 53">
              <a:extLst>
                <a:ext uri="{FF2B5EF4-FFF2-40B4-BE49-F238E27FC236}">
                  <a16:creationId xmlns:a16="http://schemas.microsoft.com/office/drawing/2014/main" id="{E5C08B82-C190-4F77-B6ED-700B7ED304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44259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Straight Arrow Connector 53">
              <a:extLst>
                <a:ext uri="{FF2B5EF4-FFF2-40B4-BE49-F238E27FC236}">
                  <a16:creationId xmlns:a16="http://schemas.microsoft.com/office/drawing/2014/main" id="{629324A4-13D7-4DAC-8CA1-F54C201850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9814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Straight Arrow Connector 53">
              <a:extLst>
                <a:ext uri="{FF2B5EF4-FFF2-40B4-BE49-F238E27FC236}">
                  <a16:creationId xmlns:a16="http://schemas.microsoft.com/office/drawing/2014/main" id="{0914BE15-6E32-4460-B354-47C22248BC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5242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Straight Arrow Connector 53">
              <a:extLst>
                <a:ext uri="{FF2B5EF4-FFF2-40B4-BE49-F238E27FC236}">
                  <a16:creationId xmlns:a16="http://schemas.microsoft.com/office/drawing/2014/main" id="{C6C5BFF2-F667-48B6-9942-EC38359A72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0543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Straight Arrow Connector 53">
              <a:extLst>
                <a:ext uri="{FF2B5EF4-FFF2-40B4-BE49-F238E27FC236}">
                  <a16:creationId xmlns:a16="http://schemas.microsoft.com/office/drawing/2014/main" id="{D505082D-ABE2-4598-9BBC-0055CDB1D8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84645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Straight Arrow Connector 53">
              <a:extLst>
                <a:ext uri="{FF2B5EF4-FFF2-40B4-BE49-F238E27FC236}">
                  <a16:creationId xmlns:a16="http://schemas.microsoft.com/office/drawing/2014/main" id="{4BE712A4-2D63-41B4-9B39-B53A58D622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58102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Straight Arrow Connector 53">
              <a:extLst>
                <a:ext uri="{FF2B5EF4-FFF2-40B4-BE49-F238E27FC236}">
                  <a16:creationId xmlns:a16="http://schemas.microsoft.com/office/drawing/2014/main" id="{65D07016-9514-48A4-BE3F-D22B739A67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2547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Straight Arrow Connector 53">
              <a:extLst>
                <a:ext uri="{FF2B5EF4-FFF2-40B4-BE49-F238E27FC236}">
                  <a16:creationId xmlns:a16="http://schemas.microsoft.com/office/drawing/2014/main" id="{8DC1E6A8-79B7-46A1-98BA-05C9F06EB3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80835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Straight Arrow Connector 53">
              <a:extLst>
                <a:ext uri="{FF2B5EF4-FFF2-40B4-BE49-F238E27FC236}">
                  <a16:creationId xmlns:a16="http://schemas.microsoft.com/office/drawing/2014/main" id="{543FFAF2-06B8-4226-8FCA-44A8573ECB2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76390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Straight Arrow Connector 53">
              <a:extLst>
                <a:ext uri="{FF2B5EF4-FFF2-40B4-BE49-F238E27FC236}">
                  <a16:creationId xmlns:a16="http://schemas.microsoft.com/office/drawing/2014/main" id="{85802629-EC07-4008-A460-3D9A2F40B5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71818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Straight Arrow Connector 53">
              <a:extLst>
                <a:ext uri="{FF2B5EF4-FFF2-40B4-BE49-F238E27FC236}">
                  <a16:creationId xmlns:a16="http://schemas.microsoft.com/office/drawing/2014/main" id="{9F45AF11-ABC3-4590-BCB6-7C74C30847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7119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Straight Arrow Connector 53">
              <a:extLst>
                <a:ext uri="{FF2B5EF4-FFF2-40B4-BE49-F238E27FC236}">
                  <a16:creationId xmlns:a16="http://schemas.microsoft.com/office/drawing/2014/main" id="{68941ED3-CACC-44A2-8585-4992781B04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133600" y="3429000"/>
              <a:ext cx="609600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Straight Arrow Connector 53">
              <a:extLst>
                <a:ext uri="{FF2B5EF4-FFF2-40B4-BE49-F238E27FC236}">
                  <a16:creationId xmlns:a16="http://schemas.microsoft.com/office/drawing/2014/main" id="{8B0319CA-DCA2-4187-BD5A-762DEAEFFF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521700" y="3483429"/>
              <a:ext cx="393700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Straight Arrow Connector 53">
              <a:extLst>
                <a:ext uri="{FF2B5EF4-FFF2-40B4-BE49-F238E27FC236}">
                  <a16:creationId xmlns:a16="http://schemas.microsoft.com/office/drawing/2014/main" id="{36F63BF1-205A-4C69-857D-B250A7F199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6357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Straight Arrow Connector 53">
              <a:extLst>
                <a:ext uri="{FF2B5EF4-FFF2-40B4-BE49-F238E27FC236}">
                  <a16:creationId xmlns:a16="http://schemas.microsoft.com/office/drawing/2014/main" id="{ED395372-BCE0-4F78-8E9C-9D624739E5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9814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Straight Arrow Connector 53">
              <a:extLst>
                <a:ext uri="{FF2B5EF4-FFF2-40B4-BE49-F238E27FC236}">
                  <a16:creationId xmlns:a16="http://schemas.microsoft.com/office/drawing/2014/main" id="{CD23EE40-3FBF-4DEE-A9F3-037573C3B2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44259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Arrow Connector 53">
              <a:extLst>
                <a:ext uri="{FF2B5EF4-FFF2-40B4-BE49-F238E27FC236}">
                  <a16:creationId xmlns:a16="http://schemas.microsoft.com/office/drawing/2014/main" id="{7ABB62F4-7379-43AC-8219-63109C5F09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2547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Straight Arrow Connector 53">
              <a:extLst>
                <a:ext uri="{FF2B5EF4-FFF2-40B4-BE49-F238E27FC236}">
                  <a16:creationId xmlns:a16="http://schemas.microsoft.com/office/drawing/2014/main" id="{2FA39ECF-48E3-4A9D-B194-7444D3F0C2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58102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Arrow Connector 53">
              <a:extLst>
                <a:ext uri="{FF2B5EF4-FFF2-40B4-BE49-F238E27FC236}">
                  <a16:creationId xmlns:a16="http://schemas.microsoft.com/office/drawing/2014/main" id="{EC5A3D9B-5D97-4FAB-9C0F-2E964E4279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53530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Straight Arrow Connector 53">
              <a:extLst>
                <a:ext uri="{FF2B5EF4-FFF2-40B4-BE49-F238E27FC236}">
                  <a16:creationId xmlns:a16="http://schemas.microsoft.com/office/drawing/2014/main" id="{ACE8894D-B91A-4F26-94AC-FA21DDA339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48831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2EBB12-E03C-433E-8169-BF22B438A9B1}"/>
                  </a:ext>
                </a:extLst>
              </p14:cNvPr>
              <p14:cNvContentPartPr/>
              <p14:nvPr/>
            </p14:nvContentPartPr>
            <p14:xfrm>
              <a:off x="2211480" y="1026720"/>
              <a:ext cx="6768360" cy="4059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2EBB12-E03C-433E-8169-BF22B438A9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2120" y="1017360"/>
                <a:ext cx="6787080" cy="407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85715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6E0FB8E-B2FC-4F6D-8D66-027ECFE76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"/>
            <a:ext cx="9144000" cy="1219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Example 2: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Let A be a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four-bit unsigned number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. Use a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seven-bit adder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(and NOT gates, as necessary) to design a circuit that calculates the following operations: X </a:t>
            </a:r>
            <a:r>
              <a:rPr kumimoji="0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= 5A + 3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4721FFE-00E1-4964-B4DB-AD15E30F5AF8}"/>
              </a:ext>
            </a:extLst>
          </p:cNvPr>
          <p:cNvGrpSpPr/>
          <p:nvPr/>
        </p:nvGrpSpPr>
        <p:grpSpPr>
          <a:xfrm>
            <a:off x="2133600" y="2311400"/>
            <a:ext cx="6781800" cy="2794000"/>
            <a:chOff x="2133600" y="2082800"/>
            <a:chExt cx="6781800" cy="2692400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E64D0AA1-7AB8-4497-AF44-796E31CF6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2200" y="2819400"/>
              <a:ext cx="6553200" cy="1219200"/>
            </a:xfrm>
            <a:custGeom>
              <a:avLst/>
              <a:gdLst>
                <a:gd name="T0" fmla="*/ 2147483646 w 6772"/>
                <a:gd name="T1" fmla="*/ 2147483646 h 1434"/>
                <a:gd name="T2" fmla="*/ 2147483646 w 6772"/>
                <a:gd name="T3" fmla="*/ 2147483646 h 1434"/>
                <a:gd name="T4" fmla="*/ 2147483646 w 6772"/>
                <a:gd name="T5" fmla="*/ 0 h 1434"/>
                <a:gd name="T6" fmla="*/ 2147483646 w 6772"/>
                <a:gd name="T7" fmla="*/ 0 h 1434"/>
                <a:gd name="T8" fmla="*/ 2147483646 w 6772"/>
                <a:gd name="T9" fmla="*/ 2147483646 h 1434"/>
                <a:gd name="T10" fmla="*/ 2147483646 w 6772"/>
                <a:gd name="T11" fmla="*/ 0 h 1434"/>
                <a:gd name="T12" fmla="*/ 0 w 6772"/>
                <a:gd name="T13" fmla="*/ 0 h 1434"/>
                <a:gd name="T14" fmla="*/ 2147483646 w 6772"/>
                <a:gd name="T15" fmla="*/ 2147483646 h 14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72"/>
                <a:gd name="T25" fmla="*/ 0 h 1434"/>
                <a:gd name="T26" fmla="*/ 6772 w 6772"/>
                <a:gd name="T27" fmla="*/ 1434 h 143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72" h="1434">
                  <a:moveTo>
                    <a:pt x="717" y="1434"/>
                  </a:moveTo>
                  <a:lnTo>
                    <a:pt x="6081" y="1434"/>
                  </a:lnTo>
                  <a:lnTo>
                    <a:pt x="6772" y="0"/>
                  </a:lnTo>
                  <a:lnTo>
                    <a:pt x="3745" y="0"/>
                  </a:lnTo>
                  <a:lnTo>
                    <a:pt x="3399" y="372"/>
                  </a:lnTo>
                  <a:lnTo>
                    <a:pt x="3028" y="0"/>
                  </a:lnTo>
                  <a:lnTo>
                    <a:pt x="0" y="0"/>
                  </a:lnTo>
                  <a:lnTo>
                    <a:pt x="717" y="1434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cxnSp>
          <p:nvCxnSpPr>
            <p:cNvPr id="4" name="Straight Arrow Connector 53">
              <a:extLst>
                <a:ext uri="{FF2B5EF4-FFF2-40B4-BE49-F238E27FC236}">
                  <a16:creationId xmlns:a16="http://schemas.microsoft.com/office/drawing/2014/main" id="{6BA152FB-C716-4C19-BF2E-2BE23E6D5B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48069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" name="Straight Arrow Connector 53">
              <a:extLst>
                <a:ext uri="{FF2B5EF4-FFF2-40B4-BE49-F238E27FC236}">
                  <a16:creationId xmlns:a16="http://schemas.microsoft.com/office/drawing/2014/main" id="{A5D224A9-8E85-4496-9EAB-D69546B402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21526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" name="Straight Arrow Connector 53">
              <a:extLst>
                <a:ext uri="{FF2B5EF4-FFF2-40B4-BE49-F238E27FC236}">
                  <a16:creationId xmlns:a16="http://schemas.microsoft.com/office/drawing/2014/main" id="{B019AD3E-AB00-442C-9887-6386170C6F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25971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Straight Arrow Connector 53">
              <a:extLst>
                <a:ext uri="{FF2B5EF4-FFF2-40B4-BE49-F238E27FC236}">
                  <a16:creationId xmlns:a16="http://schemas.microsoft.com/office/drawing/2014/main" id="{E5C08B82-C190-4F77-B6ED-700B7ED304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44259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Straight Arrow Connector 53">
              <a:extLst>
                <a:ext uri="{FF2B5EF4-FFF2-40B4-BE49-F238E27FC236}">
                  <a16:creationId xmlns:a16="http://schemas.microsoft.com/office/drawing/2014/main" id="{629324A4-13D7-4DAC-8CA1-F54C201850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9814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Straight Arrow Connector 53">
              <a:extLst>
                <a:ext uri="{FF2B5EF4-FFF2-40B4-BE49-F238E27FC236}">
                  <a16:creationId xmlns:a16="http://schemas.microsoft.com/office/drawing/2014/main" id="{0914BE15-6E32-4460-B354-47C22248BC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5242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Straight Arrow Connector 53">
              <a:extLst>
                <a:ext uri="{FF2B5EF4-FFF2-40B4-BE49-F238E27FC236}">
                  <a16:creationId xmlns:a16="http://schemas.microsoft.com/office/drawing/2014/main" id="{C6C5BFF2-F667-48B6-9942-EC38359A72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0543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Straight Arrow Connector 53">
              <a:extLst>
                <a:ext uri="{FF2B5EF4-FFF2-40B4-BE49-F238E27FC236}">
                  <a16:creationId xmlns:a16="http://schemas.microsoft.com/office/drawing/2014/main" id="{D505082D-ABE2-4598-9BBC-0055CDB1D8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84645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Straight Arrow Connector 53">
              <a:extLst>
                <a:ext uri="{FF2B5EF4-FFF2-40B4-BE49-F238E27FC236}">
                  <a16:creationId xmlns:a16="http://schemas.microsoft.com/office/drawing/2014/main" id="{4BE712A4-2D63-41B4-9B39-B53A58D622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58102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Straight Arrow Connector 53">
              <a:extLst>
                <a:ext uri="{FF2B5EF4-FFF2-40B4-BE49-F238E27FC236}">
                  <a16:creationId xmlns:a16="http://schemas.microsoft.com/office/drawing/2014/main" id="{65D07016-9514-48A4-BE3F-D22B739A67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2547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Straight Arrow Connector 53">
              <a:extLst>
                <a:ext uri="{FF2B5EF4-FFF2-40B4-BE49-F238E27FC236}">
                  <a16:creationId xmlns:a16="http://schemas.microsoft.com/office/drawing/2014/main" id="{8DC1E6A8-79B7-46A1-98BA-05C9F06EB3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80835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Straight Arrow Connector 53">
              <a:extLst>
                <a:ext uri="{FF2B5EF4-FFF2-40B4-BE49-F238E27FC236}">
                  <a16:creationId xmlns:a16="http://schemas.microsoft.com/office/drawing/2014/main" id="{543FFAF2-06B8-4226-8FCA-44A8573ECB2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76390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Straight Arrow Connector 53">
              <a:extLst>
                <a:ext uri="{FF2B5EF4-FFF2-40B4-BE49-F238E27FC236}">
                  <a16:creationId xmlns:a16="http://schemas.microsoft.com/office/drawing/2014/main" id="{85802629-EC07-4008-A460-3D9A2F40B5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71818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Straight Arrow Connector 53">
              <a:extLst>
                <a:ext uri="{FF2B5EF4-FFF2-40B4-BE49-F238E27FC236}">
                  <a16:creationId xmlns:a16="http://schemas.microsoft.com/office/drawing/2014/main" id="{9F45AF11-ABC3-4590-BCB6-7C74C30847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711950" y="24447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Straight Arrow Connector 53">
              <a:extLst>
                <a:ext uri="{FF2B5EF4-FFF2-40B4-BE49-F238E27FC236}">
                  <a16:creationId xmlns:a16="http://schemas.microsoft.com/office/drawing/2014/main" id="{68941ED3-CACC-44A2-8585-4992781B04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133600" y="3429000"/>
              <a:ext cx="609600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Straight Arrow Connector 53">
              <a:extLst>
                <a:ext uri="{FF2B5EF4-FFF2-40B4-BE49-F238E27FC236}">
                  <a16:creationId xmlns:a16="http://schemas.microsoft.com/office/drawing/2014/main" id="{8B0319CA-DCA2-4187-BD5A-762DEAEFFF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521700" y="3483429"/>
              <a:ext cx="393700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Straight Arrow Connector 53">
              <a:extLst>
                <a:ext uri="{FF2B5EF4-FFF2-40B4-BE49-F238E27FC236}">
                  <a16:creationId xmlns:a16="http://schemas.microsoft.com/office/drawing/2014/main" id="{36F63BF1-205A-4C69-857D-B250A7F199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6357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Straight Arrow Connector 53">
              <a:extLst>
                <a:ext uri="{FF2B5EF4-FFF2-40B4-BE49-F238E27FC236}">
                  <a16:creationId xmlns:a16="http://schemas.microsoft.com/office/drawing/2014/main" id="{ED395372-BCE0-4F78-8E9C-9D624739E5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9814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Straight Arrow Connector 53">
              <a:extLst>
                <a:ext uri="{FF2B5EF4-FFF2-40B4-BE49-F238E27FC236}">
                  <a16:creationId xmlns:a16="http://schemas.microsoft.com/office/drawing/2014/main" id="{CD23EE40-3FBF-4DEE-A9F3-037573C3B2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44259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Arrow Connector 53">
              <a:extLst>
                <a:ext uri="{FF2B5EF4-FFF2-40B4-BE49-F238E27FC236}">
                  <a16:creationId xmlns:a16="http://schemas.microsoft.com/office/drawing/2014/main" id="{7ABB62F4-7379-43AC-8219-63109C5F09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2547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Straight Arrow Connector 53">
              <a:extLst>
                <a:ext uri="{FF2B5EF4-FFF2-40B4-BE49-F238E27FC236}">
                  <a16:creationId xmlns:a16="http://schemas.microsoft.com/office/drawing/2014/main" id="{2FA39ECF-48E3-4A9D-B194-7444D3F0C2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58102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Arrow Connector 53">
              <a:extLst>
                <a:ext uri="{FF2B5EF4-FFF2-40B4-BE49-F238E27FC236}">
                  <a16:creationId xmlns:a16="http://schemas.microsoft.com/office/drawing/2014/main" id="{EC5A3D9B-5D97-4FAB-9C0F-2E964E4279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53530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Straight Arrow Connector 53">
              <a:extLst>
                <a:ext uri="{FF2B5EF4-FFF2-40B4-BE49-F238E27FC236}">
                  <a16:creationId xmlns:a16="http://schemas.microsoft.com/office/drawing/2014/main" id="{ACE8894D-B91A-4F26-94AC-FA21DDA339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4883150" y="4400550"/>
              <a:ext cx="7366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B36126-E5FE-4130-B52F-1598BB5FD282}"/>
                  </a:ext>
                </a:extLst>
              </p14:cNvPr>
              <p14:cNvContentPartPr/>
              <p14:nvPr/>
            </p14:nvContentPartPr>
            <p14:xfrm>
              <a:off x="2289600" y="1032480"/>
              <a:ext cx="6573600" cy="4565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B36126-E5FE-4130-B52F-1598BB5FD2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0240" y="1023120"/>
                <a:ext cx="6592320" cy="458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17514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597-0E44-4F9E-9167-9A8E3C21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09600"/>
          </a:xfrm>
        </p:spPr>
        <p:txBody>
          <a:bodyPr/>
          <a:lstStyle/>
          <a:p>
            <a:r>
              <a:rPr lang="en-US" sz="4800" dirty="0"/>
              <a:t>Midterm 1: Open discussion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BAC1C-2592-44F2-852C-C27A9C1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15075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597-0E44-4F9E-9167-9A8E3C21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09600"/>
          </a:xfrm>
        </p:spPr>
        <p:txBody>
          <a:bodyPr/>
          <a:lstStyle/>
          <a:p>
            <a:r>
              <a:rPr lang="en-US" sz="4800" dirty="0"/>
              <a:t>END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BAC1C-2592-44F2-852C-C27A9C1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Picture 2" descr="Q &amp; A – Mechatronics World">
            <a:extLst>
              <a:ext uri="{FF2B5EF4-FFF2-40B4-BE49-F238E27FC236}">
                <a16:creationId xmlns:a16="http://schemas.microsoft.com/office/drawing/2014/main" id="{B84F8481-55AC-4F48-B0CC-DA3B1C7277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34" y="1295400"/>
            <a:ext cx="7971420" cy="478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09566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7F5C48263E44CA0E4BF48DA5842DF" ma:contentTypeVersion="10" ma:contentTypeDescription="Create a new document." ma:contentTypeScope="" ma:versionID="cc6a9fdc59c3920af0e32ab9cc6bc759">
  <xsd:schema xmlns:xsd="http://www.w3.org/2001/XMLSchema" xmlns:xs="http://www.w3.org/2001/XMLSchema" xmlns:p="http://schemas.microsoft.com/office/2006/metadata/properties" xmlns:ns3="2545ccdc-34fc-4cec-a48d-ba29d7877a97" targetNamespace="http://schemas.microsoft.com/office/2006/metadata/properties" ma:root="true" ma:fieldsID="7474bca7c2d6847eb37e3847f5421f7f" ns3:_="">
    <xsd:import namespace="2545ccdc-34fc-4cec-a48d-ba29d7877a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5ccdc-34fc-4cec-a48d-ba29d7877a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C638D98-A44F-4A29-B2B9-D9FD8ACC44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56FE2E-B4F1-4025-B184-05238CA68B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5ccdc-34fc-4cec-a48d-ba29d7877a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D90360-3B21-4048-9E84-CD66033C6025}">
  <ds:schemaRefs>
    <ds:schemaRef ds:uri="2545ccdc-34fc-4cec-a48d-ba29d7877a97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8116</TotalTime>
  <Words>1453</Words>
  <Application>Microsoft Office PowerPoint</Application>
  <PresentationFormat>On-screen Show (4:3)</PresentationFormat>
  <Paragraphs>517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4" baseType="lpstr">
      <vt:lpstr>ＭＳ Ｐゴシック</vt:lpstr>
      <vt:lpstr>ＭＳ Ｐゴシック</vt:lpstr>
      <vt:lpstr>Arial</vt:lpstr>
      <vt:lpstr>Calibri</vt:lpstr>
      <vt:lpstr>Courier</vt:lpstr>
      <vt:lpstr>Helvetica</vt:lpstr>
      <vt:lpstr>Times</vt:lpstr>
      <vt:lpstr>Times New Roman</vt:lpstr>
      <vt:lpstr>Times-Roman</vt:lpstr>
      <vt:lpstr>Wingdings</vt:lpstr>
      <vt:lpstr>Default Design</vt:lpstr>
      <vt:lpstr>PowerPoint Presentation</vt:lpstr>
      <vt:lpstr>Administrative Stuff</vt:lpstr>
      <vt:lpstr>13–Addition of Unsigned Numbers</vt:lpstr>
      <vt:lpstr>PowerPoint Presentation</vt:lpstr>
      <vt:lpstr>Number Systems</vt:lpstr>
      <vt:lpstr>Base 7</vt:lpstr>
      <vt:lpstr>Another Way to Look at This</vt:lpstr>
      <vt:lpstr>PowerPoint Presentation</vt:lpstr>
      <vt:lpstr>Binary numbers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Analogy with addition in base 10</vt:lpstr>
      <vt:lpstr>Analogy with addition in base 10</vt:lpstr>
      <vt:lpstr>Analogy with addition in base 10</vt:lpstr>
      <vt:lpstr>Analogy with addition in base 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Get 3A from A?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Decimal Multiplication by 10</vt:lpstr>
      <vt:lpstr>Decimal Multiplication by 10</vt:lpstr>
      <vt:lpstr>Binary Multiplication by 2</vt:lpstr>
      <vt:lpstr>Binary Multiplication by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Midterm 1: Open discussion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Copyright 2004 Pearson Addison-Wesley</dc:creator>
  <cp:lastModifiedBy>Ahamed, Md Maruf [E CPE]</cp:lastModifiedBy>
  <cp:revision>225</cp:revision>
  <dcterms:created xsi:type="dcterms:W3CDTF">2003-05-23T15:49:24Z</dcterms:created>
  <dcterms:modified xsi:type="dcterms:W3CDTF">2022-02-21T23:13:34Z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0x010100D927F5C48263E44CA0E4BF48DA5842DF</vt:lpwstr>
  </property>
</Properties>
</file>