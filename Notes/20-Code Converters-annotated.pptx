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77"/>
  </p:notesMasterIdLst>
  <p:handoutMasterIdLst>
    <p:handoutMasterId r:id="rId78"/>
  </p:handoutMasterIdLst>
  <p:sldIdLst>
    <p:sldId id="788" r:id="rId5"/>
    <p:sldId id="1647" r:id="rId6"/>
    <p:sldId id="773" r:id="rId7"/>
    <p:sldId id="1600" r:id="rId8"/>
    <p:sldId id="1603" r:id="rId9"/>
    <p:sldId id="1620" r:id="rId10"/>
    <p:sldId id="1621" r:id="rId11"/>
    <p:sldId id="1622" r:id="rId12"/>
    <p:sldId id="1623" r:id="rId13"/>
    <p:sldId id="1624" r:id="rId14"/>
    <p:sldId id="1625" r:id="rId15"/>
    <p:sldId id="1626" r:id="rId16"/>
    <p:sldId id="1627" r:id="rId17"/>
    <p:sldId id="1648" r:id="rId18"/>
    <p:sldId id="1628" r:id="rId19"/>
    <p:sldId id="1629" r:id="rId20"/>
    <p:sldId id="1631" r:id="rId21"/>
    <p:sldId id="1641" r:id="rId22"/>
    <p:sldId id="1463" r:id="rId23"/>
    <p:sldId id="1701" r:id="rId24"/>
    <p:sldId id="1458" r:id="rId25"/>
    <p:sldId id="1457" r:id="rId26"/>
    <p:sldId id="1461" r:id="rId27"/>
    <p:sldId id="1465" r:id="rId28"/>
    <p:sldId id="1466" r:id="rId29"/>
    <p:sldId id="1467" r:id="rId30"/>
    <p:sldId id="1468" r:id="rId31"/>
    <p:sldId id="1469" r:id="rId32"/>
    <p:sldId id="1470" r:id="rId33"/>
    <p:sldId id="1471" r:id="rId34"/>
    <p:sldId id="1472" r:id="rId35"/>
    <p:sldId id="1702" r:id="rId36"/>
    <p:sldId id="1473" r:id="rId37"/>
    <p:sldId id="1474" r:id="rId38"/>
    <p:sldId id="1442" r:id="rId39"/>
    <p:sldId id="1477" r:id="rId40"/>
    <p:sldId id="1478" r:id="rId41"/>
    <p:sldId id="1532" r:id="rId42"/>
    <p:sldId id="1533" r:id="rId43"/>
    <p:sldId id="1708" r:id="rId44"/>
    <p:sldId id="1479" r:id="rId45"/>
    <p:sldId id="1642" r:id="rId46"/>
    <p:sldId id="1504" r:id="rId47"/>
    <p:sldId id="1534" r:id="rId48"/>
    <p:sldId id="1536" r:id="rId49"/>
    <p:sldId id="1535" r:id="rId50"/>
    <p:sldId id="1538" r:id="rId51"/>
    <p:sldId id="1539" r:id="rId52"/>
    <p:sldId id="1643" r:id="rId53"/>
    <p:sldId id="1540" r:id="rId54"/>
    <p:sldId id="1481" r:id="rId55"/>
    <p:sldId id="1705" r:id="rId56"/>
    <p:sldId id="1706" r:id="rId57"/>
    <p:sldId id="1707" r:id="rId58"/>
    <p:sldId id="1644" r:id="rId59"/>
    <p:sldId id="1445" r:id="rId60"/>
    <p:sldId id="1709" r:id="rId61"/>
    <p:sldId id="1710" r:id="rId62"/>
    <p:sldId id="1493" r:id="rId63"/>
    <p:sldId id="1494" r:id="rId64"/>
    <p:sldId id="1645" r:id="rId65"/>
    <p:sldId id="1496" r:id="rId66"/>
    <p:sldId id="1497" r:id="rId67"/>
    <p:sldId id="1501" r:id="rId68"/>
    <p:sldId id="1500" r:id="rId69"/>
    <p:sldId id="1498" r:id="rId70"/>
    <p:sldId id="1499" r:id="rId71"/>
    <p:sldId id="1502" r:id="rId72"/>
    <p:sldId id="1495" r:id="rId73"/>
    <p:sldId id="1700" r:id="rId74"/>
    <p:sldId id="1646" r:id="rId75"/>
    <p:sldId id="772" r:id="rId7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5" autoAdjust="0"/>
    <p:restoredTop sz="94690"/>
  </p:normalViewPr>
  <p:slideViewPr>
    <p:cSldViewPr>
      <p:cViewPr varScale="1">
        <p:scale>
          <a:sx n="83" d="100"/>
          <a:sy n="83" d="100"/>
        </p:scale>
        <p:origin x="1069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A701B61D-98D4-46A0-BF3D-662EF08837F4}"/>
    <pc:docChg chg="modSld">
      <pc:chgData name="Md Maruf Ahamed" userId="6f647de5-aeca-43cd-b76c-e84c6089bcf4" providerId="ADAL" clId="{A701B61D-98D4-46A0-BF3D-662EF08837F4}" dt="2022-03-09T21:26:14.239" v="0" actId="1076"/>
      <pc:docMkLst>
        <pc:docMk/>
      </pc:docMkLst>
      <pc:sldChg chg="modSp mod">
        <pc:chgData name="Md Maruf Ahamed" userId="6f647de5-aeca-43cd-b76c-e84c6089bcf4" providerId="ADAL" clId="{A701B61D-98D4-46A0-BF3D-662EF08837F4}" dt="2022-03-09T21:26:14.239" v="0" actId="1076"/>
        <pc:sldMkLst>
          <pc:docMk/>
          <pc:sldMk cId="3458006648" sldId="1700"/>
        </pc:sldMkLst>
        <pc:picChg chg="mod">
          <ac:chgData name="Md Maruf Ahamed" userId="6f647de5-aeca-43cd-b76c-e84c6089bcf4" providerId="ADAL" clId="{A701B61D-98D4-46A0-BF3D-662EF08837F4}" dt="2022-03-09T21:26:14.239" v="0" actId="1076"/>
          <ac:picMkLst>
            <pc:docMk/>
            <pc:sldMk cId="3458006648" sldId="1700"/>
            <ac:picMk id="5" creationId="{29FAF348-39EB-4437-96D1-8F14D2BEBD64}"/>
          </ac:picMkLst>
        </pc:picChg>
        <pc:picChg chg="mod">
          <ac:chgData name="Md Maruf Ahamed" userId="6f647de5-aeca-43cd-b76c-e84c6089bcf4" providerId="ADAL" clId="{A701B61D-98D4-46A0-BF3D-662EF08837F4}" dt="2022-03-09T21:26:14.239" v="0" actId="1076"/>
          <ac:picMkLst>
            <pc:docMk/>
            <pc:sldMk cId="3458006648" sldId="1700"/>
            <ac:picMk id="10" creationId="{E4292D87-669B-4CE5-81D1-97C7CC0AFBE1}"/>
          </ac:picMkLst>
        </pc:picChg>
        <pc:picChg chg="mod">
          <ac:chgData name="Md Maruf Ahamed" userId="6f647de5-aeca-43cd-b76c-e84c6089bcf4" providerId="ADAL" clId="{A701B61D-98D4-46A0-BF3D-662EF08837F4}" dt="2022-03-09T21:26:14.239" v="0" actId="1076"/>
          <ac:picMkLst>
            <pc:docMk/>
            <pc:sldMk cId="3458006648" sldId="1700"/>
            <ac:picMk id="11" creationId="{74FAE70C-DF63-49F0-BC04-1C140B4AFD28}"/>
          </ac:picMkLst>
        </pc:picChg>
        <pc:picChg chg="mod">
          <ac:chgData name="Md Maruf Ahamed" userId="6f647de5-aeca-43cd-b76c-e84c6089bcf4" providerId="ADAL" clId="{A701B61D-98D4-46A0-BF3D-662EF08837F4}" dt="2022-03-09T21:26:14.239" v="0" actId="1076"/>
          <ac:picMkLst>
            <pc:docMk/>
            <pc:sldMk cId="3458006648" sldId="1700"/>
            <ac:picMk id="12" creationId="{8C341CB6-5053-41EC-B488-CCB52B824D1E}"/>
          </ac:picMkLst>
        </pc:pic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" creationId="{825E9542-0DC8-4916-A76E-C61E1B0BBAD8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4" creationId="{800F29F5-A524-4C96-B6C9-065748E5DE42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7" creationId="{5DF682ED-D2C8-4C57-91E1-64B1A9105B58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17" creationId="{72AA6FCA-6B1D-42F0-868A-F41F461AA405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18" creationId="{AC45208B-4BA2-4490-94BC-0669FACA7FA9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19" creationId="{2F95ED31-0858-4454-B6C3-0530AA18EE46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0" creationId="{49C0D316-EC6B-4B00-8A77-3CA6F2DBBF8E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3" creationId="{BCB4944A-6D07-4B40-8DDC-27EB681438AC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4" creationId="{31404EF6-C449-428A-9499-15E586C70E2A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5" creationId="{3B57AEAB-EA3E-40F7-A149-A66B0222FD82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6" creationId="{35C4852E-53A6-4D54-9B8A-790514282F3B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7" creationId="{9EDAC7DB-2CF8-4BDF-8581-CAD24E4FCEFE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8" creationId="{C69400BE-9E2B-4819-96F2-F1261FA56DE4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29" creationId="{D3EFB1B5-B2EF-4E76-A12F-1CAF8A4F6783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0" creationId="{A8FF2104-4E7D-4DE7-893A-1DD9D2C3C247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1" creationId="{85A9F1EC-2E3F-497F-A33E-4CAE7D8332F4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2" creationId="{EFB8061B-9EB8-4105-B32D-B0E52D97421C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3" creationId="{B050267A-2B25-4631-AFE5-49E4666EF5B1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4" creationId="{7D503396-21B5-49D9-AC7D-D56857065749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5" creationId="{83E84194-3BB3-4C4E-A0D5-9B1A8F70D7FD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6" creationId="{4542F38B-DDEE-4273-921C-14965385903E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7" creationId="{48F08A7F-4410-44D0-9420-4406837CCB61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8" creationId="{BD797CD0-72C3-47BA-A410-ABDDCFEAA438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39" creationId="{C3F2339E-0EE0-44CC-870A-1E1072E618D5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40" creationId="{B5038D66-B2E2-4F06-86EC-C604A6FC52B1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41" creationId="{3C333280-294F-4E3D-96F3-89E2A609A48D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42" creationId="{B39C0A75-DC1C-43CC-BCD2-D5F44FC70D0A}"/>
          </ac:inkMkLst>
        </pc:inkChg>
        <pc:inkChg chg="mod">
          <ac:chgData name="Md Maruf Ahamed" userId="6f647de5-aeca-43cd-b76c-e84c6089bcf4" providerId="ADAL" clId="{A701B61D-98D4-46A0-BF3D-662EF08837F4}" dt="2022-03-09T21:26:14.239" v="0" actId="1076"/>
          <ac:inkMkLst>
            <pc:docMk/>
            <pc:sldMk cId="3458006648" sldId="1700"/>
            <ac:inkMk id="43" creationId="{3D0CD6BE-F172-44F6-905C-43FF4BF2DBDD}"/>
          </ac:inkMkLst>
        </pc:inkChg>
      </pc:sldChg>
    </pc:docChg>
  </pc:docChgLst>
  <pc:docChgLst>
    <pc:chgData name="Ahamed, Md Maruf [E CPE]" userId="6f647de5-aeca-43cd-b76c-e84c6089bcf4" providerId="ADAL" clId="{4B5F1526-974B-4334-980B-AFDC71816CC0}"/>
    <pc:docChg chg="undo custSel addSld delSld modSld sldOrd">
      <pc:chgData name="Ahamed, Md Maruf [E CPE]" userId="6f647de5-aeca-43cd-b76c-e84c6089bcf4" providerId="ADAL" clId="{4B5F1526-974B-4334-980B-AFDC71816CC0}" dt="2022-03-09T23:15:59.667" v="193"/>
      <pc:docMkLst>
        <pc:docMk/>
      </pc:docMkLst>
      <pc:sldChg chg="modSp">
        <pc:chgData name="Ahamed, Md Maruf [E CPE]" userId="6f647de5-aeca-43cd-b76c-e84c6089bcf4" providerId="ADAL" clId="{4B5F1526-974B-4334-980B-AFDC71816CC0}" dt="2022-03-08T04:29:41.259" v="30" actId="6549"/>
        <pc:sldMkLst>
          <pc:docMk/>
          <pc:sldMk cId="1955506759" sldId="773"/>
        </pc:sldMkLst>
        <pc:spChg chg="mod">
          <ac:chgData name="Ahamed, Md Maruf [E CPE]" userId="6f647de5-aeca-43cd-b76c-e84c6089bcf4" providerId="ADAL" clId="{4B5F1526-974B-4334-980B-AFDC71816CC0}" dt="2022-03-08T04:29:41.259" v="30" actId="6549"/>
          <ac:spMkLst>
            <pc:docMk/>
            <pc:sldMk cId="1955506759" sldId="773"/>
            <ac:spMk id="4" creationId="{CA5AE38B-8B29-4CFD-8DC4-49E537DD3855}"/>
          </ac:spMkLst>
        </pc:spChg>
      </pc:sldChg>
      <pc:sldChg chg="del">
        <pc:chgData name="Ahamed, Md Maruf [E CPE]" userId="6f647de5-aeca-43cd-b76c-e84c6089bcf4" providerId="ADAL" clId="{4B5F1526-974B-4334-980B-AFDC71816CC0}" dt="2022-03-08T04:28:25.866" v="0" actId="2696"/>
        <pc:sldMkLst>
          <pc:docMk/>
          <pc:sldMk cId="1865281566" sldId="774"/>
        </pc:sldMkLst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42"/>
        </pc:sldMkLst>
        <pc:spChg chg="mod">
          <ac:chgData name="Ahamed, Md Maruf [E CPE]" userId="6f647de5-aeca-43cd-b76c-e84c6089bcf4" providerId="ADAL" clId="{4B5F1526-974B-4334-980B-AFDC71816CC0}" dt="2022-03-08T23:24:24.112" v="85" actId="207"/>
          <ac:spMkLst>
            <pc:docMk/>
            <pc:sldMk cId="0" sldId="1442"/>
            <ac:spMk id="91139" creationId="{3A8D11B8-8D2C-4103-96E2-336BD36AA7D8}"/>
          </ac:spMkLst>
        </pc:spChg>
        <pc:picChg chg="mod">
          <ac:chgData name="Ahamed, Md Maruf [E CPE]" userId="6f647de5-aeca-43cd-b76c-e84c6089bcf4" providerId="ADAL" clId="{4B5F1526-974B-4334-980B-AFDC71816CC0}" dt="2022-03-08T23:23:52.840" v="83" actId="1035"/>
          <ac:picMkLst>
            <pc:docMk/>
            <pc:sldMk cId="0" sldId="1442"/>
            <ac:picMk id="11" creationId="{052233C7-218F-4290-984C-C7E319E11D18}"/>
          </ac:picMkLst>
        </pc:picChg>
        <pc:inkChg chg="del">
          <ac:chgData name="Ahamed, Md Maruf [E CPE]" userId="6f647de5-aeca-43cd-b76c-e84c6089bcf4" providerId="ADAL" clId="{4B5F1526-974B-4334-980B-AFDC71816CC0}" dt="2022-03-08T04:33:01.728" v="58" actId="478"/>
          <ac:inkMkLst>
            <pc:docMk/>
            <pc:sldMk cId="0" sldId="1442"/>
            <ac:inkMk id="2" creationId="{6AC28EA7-8C57-4B17-9649-750A10EF931A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42"/>
            <ac:inkMk id="2" creationId="{6F240CD7-5CED-4335-8D8B-6FF952CCA22D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45"/>
        </pc:sldMkLst>
        <pc:inkChg chg="del">
          <ac:chgData name="Ahamed, Md Maruf [E CPE]" userId="6f647de5-aeca-43cd-b76c-e84c6089bcf4" providerId="ADAL" clId="{4B5F1526-974B-4334-980B-AFDC71816CC0}" dt="2022-03-08T04:34:13.755" v="73" actId="478"/>
          <ac:inkMkLst>
            <pc:docMk/>
            <pc:sldMk cId="0" sldId="1445"/>
            <ac:inkMk id="2" creationId="{7F2133A7-5F44-4DF0-9788-601627EC6560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45"/>
            <ac:inkMk id="2" creationId="{E354EF2C-56AC-4DFF-BBE5-2FC0B15C2206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57"/>
        </pc:sldMkLst>
        <pc:inkChg chg="del">
          <ac:chgData name="Ahamed, Md Maruf [E CPE]" userId="6f647de5-aeca-43cd-b76c-e84c6089bcf4" providerId="ADAL" clId="{4B5F1526-974B-4334-980B-AFDC71816CC0}" dt="2022-03-08T04:32:00.406" v="54" actId="478"/>
          <ac:inkMkLst>
            <pc:docMk/>
            <pc:sldMk cId="0" sldId="1457"/>
            <ac:inkMk id="2" creationId="{A0052C5D-3679-4CAD-B598-02778464197F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57"/>
            <ac:inkMk id="2" creationId="{F5E6C76B-7035-4ABE-93BA-43B187F6D0B4}"/>
          </ac:inkMkLst>
        </pc:inkChg>
      </pc:sldChg>
      <pc:sldChg chg="delSp">
        <pc:chgData name="Ahamed, Md Maruf [E CPE]" userId="6f647de5-aeca-43cd-b76c-e84c6089bcf4" providerId="ADAL" clId="{4B5F1526-974B-4334-980B-AFDC71816CC0}" dt="2022-03-08T04:32:02.879" v="55" actId="478"/>
        <pc:sldMkLst>
          <pc:docMk/>
          <pc:sldMk cId="0" sldId="1461"/>
        </pc:sldMkLst>
        <pc:inkChg chg="del">
          <ac:chgData name="Ahamed, Md Maruf [E CPE]" userId="6f647de5-aeca-43cd-b76c-e84c6089bcf4" providerId="ADAL" clId="{4B5F1526-974B-4334-980B-AFDC71816CC0}" dt="2022-03-08T04:32:02.879" v="55" actId="478"/>
          <ac:inkMkLst>
            <pc:docMk/>
            <pc:sldMk cId="0" sldId="1461"/>
            <ac:inkMk id="2" creationId="{5E7D0BD9-21A2-4730-BB36-BE7EDD07A4E5}"/>
          </ac:inkMkLst>
        </pc:inkChg>
      </pc:sldChg>
      <pc:sldChg chg="del">
        <pc:chgData name="Ahamed, Md Maruf [E CPE]" userId="6f647de5-aeca-43cd-b76c-e84c6089bcf4" providerId="ADAL" clId="{4B5F1526-974B-4334-980B-AFDC71816CC0}" dt="2022-03-08T23:20:50.556" v="76" actId="2696"/>
        <pc:sldMkLst>
          <pc:docMk/>
          <pc:sldMk cId="0" sldId="1462"/>
        </pc:sldMkLst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71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71"/>
            <ac:inkMk id="3" creationId="{240959E3-EE53-42DA-A5D4-2C39B2E7E795}"/>
          </ac:inkMkLst>
        </pc:inkChg>
        <pc:inkChg chg="del">
          <ac:chgData name="Ahamed, Md Maruf [E CPE]" userId="6f647de5-aeca-43cd-b76c-e84c6089bcf4" providerId="ADAL" clId="{4B5F1526-974B-4334-980B-AFDC71816CC0}" dt="2022-03-08T04:32:18.193" v="56" actId="478"/>
          <ac:inkMkLst>
            <pc:docMk/>
            <pc:sldMk cId="0" sldId="1471"/>
            <ac:inkMk id="3" creationId="{3F8BDC8A-1454-423D-A09D-7289C64912F3}"/>
          </ac:inkMkLst>
        </pc:inkChg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73"/>
        </pc:sldMkLst>
        <pc:spChg chg="mod">
          <ac:chgData name="Ahamed, Md Maruf [E CPE]" userId="6f647de5-aeca-43cd-b76c-e84c6089bcf4" providerId="ADAL" clId="{4B5F1526-974B-4334-980B-AFDC71816CC0}" dt="2022-03-08T23:23:11.080" v="80" actId="207"/>
          <ac:spMkLst>
            <pc:docMk/>
            <pc:sldMk cId="0" sldId="1473"/>
            <ac:spMk id="89089" creationId="{478D2F82-8AE0-43A0-B108-6A402350E292}"/>
          </ac:spMkLst>
        </pc:sp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73"/>
            <ac:inkMk id="2" creationId="{107A94C6-71C8-431E-B0FF-3977F14D7291}"/>
          </ac:inkMkLst>
        </pc:inkChg>
        <pc:inkChg chg="del">
          <ac:chgData name="Ahamed, Md Maruf [E CPE]" userId="6f647de5-aeca-43cd-b76c-e84c6089bcf4" providerId="ADAL" clId="{4B5F1526-974B-4334-980B-AFDC71816CC0}" dt="2022-03-08T04:32:26.057" v="57" actId="478"/>
          <ac:inkMkLst>
            <pc:docMk/>
            <pc:sldMk cId="0" sldId="1473"/>
            <ac:inkMk id="2" creationId="{A7A68128-CB2D-4BC8-9EC6-73DB62ED736F}"/>
          </ac:inkMkLst>
        </pc:inkChg>
      </pc:sldChg>
      <pc:sldChg chg="modSp">
        <pc:chgData name="Ahamed, Md Maruf [E CPE]" userId="6f647de5-aeca-43cd-b76c-e84c6089bcf4" providerId="ADAL" clId="{4B5F1526-974B-4334-980B-AFDC71816CC0}" dt="2022-03-08T23:24:12.116" v="84" actId="207"/>
        <pc:sldMkLst>
          <pc:docMk/>
          <pc:sldMk cId="0" sldId="1474"/>
        </pc:sldMkLst>
        <pc:spChg chg="mod">
          <ac:chgData name="Ahamed, Md Maruf [E CPE]" userId="6f647de5-aeca-43cd-b76c-e84c6089bcf4" providerId="ADAL" clId="{4B5F1526-974B-4334-980B-AFDC71816CC0}" dt="2022-03-08T23:24:12.116" v="84" actId="207"/>
          <ac:spMkLst>
            <pc:docMk/>
            <pc:sldMk cId="0" sldId="1474"/>
            <ac:spMk id="90115" creationId="{D256F148-2AE1-4444-86DE-D4C38F99FE00}"/>
          </ac:spMkLst>
        </pc:sp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78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78"/>
            <ac:inkMk id="2" creationId="{5DE7C0F1-20D4-4BC5-A636-9C2A762440AD}"/>
          </ac:inkMkLst>
        </pc:inkChg>
        <pc:inkChg chg="del">
          <ac:chgData name="Ahamed, Md Maruf [E CPE]" userId="6f647de5-aeca-43cd-b76c-e84c6089bcf4" providerId="ADAL" clId="{4B5F1526-974B-4334-980B-AFDC71816CC0}" dt="2022-03-08T04:33:05.256" v="59" actId="478"/>
          <ac:inkMkLst>
            <pc:docMk/>
            <pc:sldMk cId="0" sldId="1478"/>
            <ac:inkMk id="2" creationId="{A6800195-F2EA-437F-84FB-B5CE61369757}"/>
          </ac:inkMkLst>
        </pc:inkChg>
      </pc:sldChg>
      <pc:sldChg chg="ad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81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81"/>
            <ac:inkMk id="2" creationId="{1D70512B-E8CB-49DB-BDA2-75B9AF50C5B1}"/>
          </ac:inkMkLst>
        </pc:inkChg>
      </pc:sldChg>
      <pc:sldChg chg="del">
        <pc:chgData name="Ahamed, Md Maruf [E CPE]" userId="6f647de5-aeca-43cd-b76c-e84c6089bcf4" providerId="ADAL" clId="{4B5F1526-974B-4334-980B-AFDC71816CC0}" dt="2022-03-08T04:28:51.034" v="9" actId="2696"/>
        <pc:sldMkLst>
          <pc:docMk/>
          <pc:sldMk cId="0" sldId="1483"/>
        </pc:sldMkLst>
      </pc:sldChg>
      <pc:sldChg chg="del">
        <pc:chgData name="Ahamed, Md Maruf [E CPE]" userId="6f647de5-aeca-43cd-b76c-e84c6089bcf4" providerId="ADAL" clId="{4B5F1526-974B-4334-980B-AFDC71816CC0}" dt="2022-03-08T04:28:51.362" v="10" actId="2696"/>
        <pc:sldMkLst>
          <pc:docMk/>
          <pc:sldMk cId="0" sldId="1485"/>
        </pc:sldMkLst>
      </pc:sldChg>
      <pc:sldChg chg="del">
        <pc:chgData name="Ahamed, Md Maruf [E CPE]" userId="6f647de5-aeca-43cd-b76c-e84c6089bcf4" providerId="ADAL" clId="{4B5F1526-974B-4334-980B-AFDC71816CC0}" dt="2022-03-08T04:28:51.730" v="11" actId="2696"/>
        <pc:sldMkLst>
          <pc:docMk/>
          <pc:sldMk cId="0" sldId="1486"/>
        </pc:sldMkLst>
      </pc:sldChg>
      <pc:sldChg chg="delSp add del">
        <pc:chgData name="Ahamed, Md Maruf [E CPE]" userId="6f647de5-aeca-43cd-b76c-e84c6089bcf4" providerId="ADAL" clId="{4B5F1526-974B-4334-980B-AFDC71816CC0}" dt="2022-03-08T23:29:58.781" v="95" actId="2696"/>
        <pc:sldMkLst>
          <pc:docMk/>
          <pc:sldMk cId="0" sldId="1489"/>
        </pc:sldMkLst>
        <pc:inkChg chg="del">
          <ac:chgData name="Ahamed, Md Maruf [E CPE]" userId="6f647de5-aeca-43cd-b76c-e84c6089bcf4" providerId="ADAL" clId="{4B5F1526-974B-4334-980B-AFDC71816CC0}" dt="2022-03-08T04:34:09.989" v="72" actId="478"/>
          <ac:inkMkLst>
            <pc:docMk/>
            <pc:sldMk cId="0" sldId="1489"/>
            <ac:inkMk id="2" creationId="{3EE64551-68A4-437E-8A09-AFF60A64542F}"/>
          </ac:inkMkLst>
        </pc:inkChg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494"/>
        </pc:sldMkLst>
        <pc:spChg chg="mod">
          <ac:chgData name="Ahamed, Md Maruf [E CPE]" userId="6f647de5-aeca-43cd-b76c-e84c6089bcf4" providerId="ADAL" clId="{4B5F1526-974B-4334-980B-AFDC71816CC0}" dt="2022-03-08T23:46:02.167" v="191" actId="1035"/>
          <ac:spMkLst>
            <pc:docMk/>
            <pc:sldMk cId="0" sldId="1494"/>
            <ac:spMk id="2" creationId="{8A927DF6-9D14-4396-A446-9D146D3D3C6F}"/>
          </ac:spMkLst>
        </pc:sp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494"/>
            <ac:inkMk id="3" creationId="{0A80760D-9CB2-4A26-9A0C-6101664EFFEA}"/>
          </ac:inkMkLst>
        </pc:inkChg>
        <pc:inkChg chg="del">
          <ac:chgData name="Ahamed, Md Maruf [E CPE]" userId="6f647de5-aeca-43cd-b76c-e84c6089bcf4" providerId="ADAL" clId="{4B5F1526-974B-4334-980B-AFDC71816CC0}" dt="2022-03-08T04:34:21.276" v="74" actId="478"/>
          <ac:inkMkLst>
            <pc:docMk/>
            <pc:sldMk cId="0" sldId="1494"/>
            <ac:inkMk id="3" creationId="{C5C71210-2CBD-4128-B8CE-FDB8547B9B2C}"/>
          </ac:inkMkLst>
        </pc:inkChg>
      </pc:sldChg>
      <pc:sldChg chg="delSp">
        <pc:chgData name="Ahamed, Md Maruf [E CPE]" userId="6f647de5-aeca-43cd-b76c-e84c6089bcf4" providerId="ADAL" clId="{4B5F1526-974B-4334-980B-AFDC71816CC0}" dt="2022-03-08T04:33:39.523" v="68" actId="478"/>
        <pc:sldMkLst>
          <pc:docMk/>
          <pc:sldMk cId="0" sldId="1504"/>
        </pc:sldMkLst>
        <pc:inkChg chg="del">
          <ac:chgData name="Ahamed, Md Maruf [E CPE]" userId="6f647de5-aeca-43cd-b76c-e84c6089bcf4" providerId="ADAL" clId="{4B5F1526-974B-4334-980B-AFDC71816CC0}" dt="2022-03-08T04:33:39.523" v="68" actId="478"/>
          <ac:inkMkLst>
            <pc:docMk/>
            <pc:sldMk cId="0" sldId="1504"/>
            <ac:inkMk id="2" creationId="{5E65397C-F15C-40EB-9CCA-BC680C4FF95F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532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532"/>
            <ac:inkMk id="2" creationId="{D3B020C1-D09C-4301-B8AF-20118513C319}"/>
          </ac:inkMkLst>
        </pc:inkChg>
        <pc:inkChg chg="del">
          <ac:chgData name="Ahamed, Md Maruf [E CPE]" userId="6f647de5-aeca-43cd-b76c-e84c6089bcf4" providerId="ADAL" clId="{4B5F1526-974B-4334-980B-AFDC71816CC0}" dt="2022-03-08T23:25:08.737" v="86" actId="478"/>
          <ac:inkMkLst>
            <pc:docMk/>
            <pc:sldMk cId="0" sldId="1532"/>
            <ac:inkMk id="2" creationId="{DA7A3E19-43ED-41A6-8D2E-950D7E1FA56C}"/>
          </ac:inkMkLst>
        </pc:inkChg>
      </pc:sldChg>
      <pc:sldChg chg="modSp">
        <pc:chgData name="Ahamed, Md Maruf [E CPE]" userId="6f647de5-aeca-43cd-b76c-e84c6089bcf4" providerId="ADAL" clId="{4B5F1526-974B-4334-980B-AFDC71816CC0}" dt="2022-03-08T23:26:59.640" v="88" actId="207"/>
        <pc:sldMkLst>
          <pc:docMk/>
          <pc:sldMk cId="0" sldId="1534"/>
        </pc:sldMkLst>
        <pc:spChg chg="mod">
          <ac:chgData name="Ahamed, Md Maruf [E CPE]" userId="6f647de5-aeca-43cd-b76c-e84c6089bcf4" providerId="ADAL" clId="{4B5F1526-974B-4334-980B-AFDC71816CC0}" dt="2022-03-08T23:26:59.640" v="88" actId="207"/>
          <ac:spMkLst>
            <pc:docMk/>
            <pc:sldMk cId="0" sldId="1534"/>
            <ac:spMk id="207874" creationId="{6E69EDCB-5E57-0A48-A75D-CDDA564D8DBF}"/>
          </ac:spMkLst>
        </pc:spChg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535"/>
        </pc:sldMkLst>
        <pc:spChg chg="mod">
          <ac:chgData name="Ahamed, Md Maruf [E CPE]" userId="6f647de5-aeca-43cd-b76c-e84c6089bcf4" providerId="ADAL" clId="{4B5F1526-974B-4334-980B-AFDC71816CC0}" dt="2022-03-08T23:27:09.628" v="90" actId="207"/>
          <ac:spMkLst>
            <pc:docMk/>
            <pc:sldMk cId="0" sldId="1535"/>
            <ac:spMk id="207874" creationId="{E9EB18DF-6120-4149-AB09-B0593CC8BFE1}"/>
          </ac:spMkLst>
        </pc:spChg>
        <pc:inkChg chg="del">
          <ac:chgData name="Ahamed, Md Maruf [E CPE]" userId="6f647de5-aeca-43cd-b76c-e84c6089bcf4" providerId="ADAL" clId="{4B5F1526-974B-4334-980B-AFDC71816CC0}" dt="2022-03-08T04:33:52.939" v="69" actId="478"/>
          <ac:inkMkLst>
            <pc:docMk/>
            <pc:sldMk cId="0" sldId="1535"/>
            <ac:inkMk id="2" creationId="{582ACB28-ED9C-406D-87CA-6785C448940C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535"/>
            <ac:inkMk id="2" creationId="{AE82E6EC-E655-40E2-A7C5-00C78F23EC58}"/>
          </ac:inkMkLst>
        </pc:inkChg>
      </pc:sldChg>
      <pc:sldChg chg="add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536"/>
        </pc:sldMkLst>
        <pc:spChg chg="mod">
          <ac:chgData name="Ahamed, Md Maruf [E CPE]" userId="6f647de5-aeca-43cd-b76c-e84c6089bcf4" providerId="ADAL" clId="{4B5F1526-974B-4334-980B-AFDC71816CC0}" dt="2022-03-08T23:27:05.133" v="89" actId="207"/>
          <ac:spMkLst>
            <pc:docMk/>
            <pc:sldMk cId="0" sldId="1536"/>
            <ac:spMk id="207874" creationId="{E6F38538-0761-EF44-9C09-D0F9EB55A299}"/>
          </ac:spMkLst>
        </pc:sp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536"/>
            <ac:inkMk id="3" creationId="{B87A2F8E-8833-4A1C-B9A7-4C63F52FE1A4}"/>
          </ac:inkMkLst>
        </pc:inkChg>
      </pc:sldChg>
      <pc:sldChg chg="modSp">
        <pc:chgData name="Ahamed, Md Maruf [E CPE]" userId="6f647de5-aeca-43cd-b76c-e84c6089bcf4" providerId="ADAL" clId="{4B5F1526-974B-4334-980B-AFDC71816CC0}" dt="2022-03-08T23:27:14.842" v="91" actId="207"/>
        <pc:sldMkLst>
          <pc:docMk/>
          <pc:sldMk cId="0" sldId="1538"/>
        </pc:sldMkLst>
        <pc:spChg chg="mod">
          <ac:chgData name="Ahamed, Md Maruf [E CPE]" userId="6f647de5-aeca-43cd-b76c-e84c6089bcf4" providerId="ADAL" clId="{4B5F1526-974B-4334-980B-AFDC71816CC0}" dt="2022-03-08T23:27:14.842" v="91" actId="207"/>
          <ac:spMkLst>
            <pc:docMk/>
            <pc:sldMk cId="0" sldId="1538"/>
            <ac:spMk id="207874" creationId="{E6A52A27-2E7D-C649-A0C6-0AA283211EBD}"/>
          </ac:spMkLst>
        </pc:spChg>
      </pc:sldChg>
      <pc:sldChg chg="delSp modSp">
        <pc:chgData name="Ahamed, Md Maruf [E CPE]" userId="6f647de5-aeca-43cd-b76c-e84c6089bcf4" providerId="ADAL" clId="{4B5F1526-974B-4334-980B-AFDC71816CC0}" dt="2022-03-08T23:27:19.274" v="92" actId="207"/>
        <pc:sldMkLst>
          <pc:docMk/>
          <pc:sldMk cId="0" sldId="1539"/>
        </pc:sldMkLst>
        <pc:spChg chg="mod">
          <ac:chgData name="Ahamed, Md Maruf [E CPE]" userId="6f647de5-aeca-43cd-b76c-e84c6089bcf4" providerId="ADAL" clId="{4B5F1526-974B-4334-980B-AFDC71816CC0}" dt="2022-03-08T23:27:19.274" v="92" actId="207"/>
          <ac:spMkLst>
            <pc:docMk/>
            <pc:sldMk cId="0" sldId="1539"/>
            <ac:spMk id="207874" creationId="{81368B8B-3C75-E646-BF7B-C7D37272DD0D}"/>
          </ac:spMkLst>
        </pc:spChg>
        <pc:inkChg chg="del">
          <ac:chgData name="Ahamed, Md Maruf [E CPE]" userId="6f647de5-aeca-43cd-b76c-e84c6089bcf4" providerId="ADAL" clId="{4B5F1526-974B-4334-980B-AFDC71816CC0}" dt="2022-03-08T04:33:58.459" v="70" actId="478"/>
          <ac:inkMkLst>
            <pc:docMk/>
            <pc:sldMk cId="0" sldId="1539"/>
            <ac:inkMk id="2" creationId="{280490C3-511B-48E3-9765-3E91C59BAE48}"/>
          </ac:inkMkLst>
        </pc:inkChg>
      </pc:sldChg>
      <pc:sldChg chg="delSp">
        <pc:chgData name="Ahamed, Md Maruf [E CPE]" userId="6f647de5-aeca-43cd-b76c-e84c6089bcf4" providerId="ADAL" clId="{4B5F1526-974B-4334-980B-AFDC71816CC0}" dt="2022-03-08T04:34:02.440" v="71" actId="478"/>
        <pc:sldMkLst>
          <pc:docMk/>
          <pc:sldMk cId="0" sldId="1540"/>
        </pc:sldMkLst>
        <pc:inkChg chg="del">
          <ac:chgData name="Ahamed, Md Maruf [E CPE]" userId="6f647de5-aeca-43cd-b76c-e84c6089bcf4" providerId="ADAL" clId="{4B5F1526-974B-4334-980B-AFDC71816CC0}" dt="2022-03-08T04:34:02.440" v="71" actId="478"/>
          <ac:inkMkLst>
            <pc:docMk/>
            <pc:sldMk cId="0" sldId="1540"/>
            <ac:inkMk id="2" creationId="{7208D312-4B6E-4C7F-903C-AF6C515973F5}"/>
          </ac:inkMkLst>
        </pc:inkChg>
      </pc:sldChg>
      <pc:sldChg chg="del">
        <pc:chgData name="Ahamed, Md Maruf [E CPE]" userId="6f647de5-aeca-43cd-b76c-e84c6089bcf4" providerId="ADAL" clId="{4B5F1526-974B-4334-980B-AFDC71816CC0}" dt="2022-03-08T04:29:35.995" v="29" actId="2696"/>
        <pc:sldMkLst>
          <pc:docMk/>
          <pc:sldMk cId="0" sldId="1597"/>
        </pc:sldMkLst>
      </pc:sldChg>
      <pc:sldChg chg="del">
        <pc:chgData name="Ahamed, Md Maruf [E CPE]" userId="6f647de5-aeca-43cd-b76c-e84c6089bcf4" providerId="ADAL" clId="{4B5F1526-974B-4334-980B-AFDC71816CC0}" dt="2022-03-08T04:28:52.007" v="12" actId="2696"/>
        <pc:sldMkLst>
          <pc:docMk/>
          <pc:sldMk cId="0" sldId="1598"/>
        </pc:sldMkLst>
      </pc:sldChg>
      <pc:sldChg chg="del">
        <pc:chgData name="Ahamed, Md Maruf [E CPE]" userId="6f647de5-aeca-43cd-b76c-e84c6089bcf4" providerId="ADAL" clId="{4B5F1526-974B-4334-980B-AFDC71816CC0}" dt="2022-03-08T04:28:52.334" v="13" actId="2696"/>
        <pc:sldMkLst>
          <pc:docMk/>
          <pc:sldMk cId="0" sldId="1599"/>
        </pc:sldMkLst>
      </pc:sldChg>
      <pc:sldChg chg="del">
        <pc:chgData name="Ahamed, Md Maruf [E CPE]" userId="6f647de5-aeca-43cd-b76c-e84c6089bcf4" providerId="ADAL" clId="{4B5F1526-974B-4334-980B-AFDC71816CC0}" dt="2022-03-08T04:28:59.335" v="14" actId="2696"/>
        <pc:sldMkLst>
          <pc:docMk/>
          <pc:sldMk cId="0" sldId="1601"/>
        </pc:sldMkLst>
      </pc:sldChg>
      <pc:sldChg chg="del">
        <pc:chgData name="Ahamed, Md Maruf [E CPE]" userId="6f647de5-aeca-43cd-b76c-e84c6089bcf4" providerId="ADAL" clId="{4B5F1526-974B-4334-980B-AFDC71816CC0}" dt="2022-03-08T04:29:00.881" v="16" actId="2696"/>
        <pc:sldMkLst>
          <pc:docMk/>
          <pc:sldMk cId="0" sldId="1602"/>
        </pc:sldMkLst>
      </pc:sldChg>
      <pc:sldChg chg="ad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603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603"/>
            <ac:inkMk id="2" creationId="{A87C5FD8-3C20-4E33-9437-190C3A2D33B1}"/>
          </ac:inkMkLst>
        </pc:inkChg>
      </pc:sldChg>
      <pc:sldChg chg="del">
        <pc:chgData name="Ahamed, Md Maruf [E CPE]" userId="6f647de5-aeca-43cd-b76c-e84c6089bcf4" providerId="ADAL" clId="{4B5F1526-974B-4334-980B-AFDC71816CC0}" dt="2022-03-08T04:29:06.649" v="17" actId="2696"/>
        <pc:sldMkLst>
          <pc:docMk/>
          <pc:sldMk cId="0" sldId="1604"/>
        </pc:sldMkLst>
      </pc:sldChg>
      <pc:sldChg chg="del">
        <pc:chgData name="Ahamed, Md Maruf [E CPE]" userId="6f647de5-aeca-43cd-b76c-e84c6089bcf4" providerId="ADAL" clId="{4B5F1526-974B-4334-980B-AFDC71816CC0}" dt="2022-03-08T04:29:11.650" v="22" actId="2696"/>
        <pc:sldMkLst>
          <pc:docMk/>
          <pc:sldMk cId="1704758923" sldId="1607"/>
        </pc:sldMkLst>
      </pc:sldChg>
      <pc:sldChg chg="del">
        <pc:chgData name="Ahamed, Md Maruf [E CPE]" userId="6f647de5-aeca-43cd-b76c-e84c6089bcf4" providerId="ADAL" clId="{4B5F1526-974B-4334-980B-AFDC71816CC0}" dt="2022-03-08T04:29:12.269" v="23" actId="2696"/>
        <pc:sldMkLst>
          <pc:docMk/>
          <pc:sldMk cId="499532717" sldId="1608"/>
        </pc:sldMkLst>
      </pc:sldChg>
      <pc:sldChg chg="del">
        <pc:chgData name="Ahamed, Md Maruf [E CPE]" userId="6f647de5-aeca-43cd-b76c-e84c6089bcf4" providerId="ADAL" clId="{4B5F1526-974B-4334-980B-AFDC71816CC0}" dt="2022-03-08T04:29:12.784" v="24" actId="2696"/>
        <pc:sldMkLst>
          <pc:docMk/>
          <pc:sldMk cId="2803654925" sldId="1609"/>
        </pc:sldMkLst>
      </pc:sldChg>
      <pc:sldChg chg="del">
        <pc:chgData name="Ahamed, Md Maruf [E CPE]" userId="6f647de5-aeca-43cd-b76c-e84c6089bcf4" providerId="ADAL" clId="{4B5F1526-974B-4334-980B-AFDC71816CC0}" dt="2022-03-08T04:29:13.418" v="25" actId="2696"/>
        <pc:sldMkLst>
          <pc:docMk/>
          <pc:sldMk cId="2657524598" sldId="1610"/>
        </pc:sldMkLst>
      </pc:sldChg>
      <pc:sldChg chg="del">
        <pc:chgData name="Ahamed, Md Maruf [E CPE]" userId="6f647de5-aeca-43cd-b76c-e84c6089bcf4" providerId="ADAL" clId="{4B5F1526-974B-4334-980B-AFDC71816CC0}" dt="2022-03-08T04:29:14.068" v="26" actId="2696"/>
        <pc:sldMkLst>
          <pc:docMk/>
          <pc:sldMk cId="798621602" sldId="1611"/>
        </pc:sldMkLst>
      </pc:sldChg>
      <pc:sldChg chg="del">
        <pc:chgData name="Ahamed, Md Maruf [E CPE]" userId="6f647de5-aeca-43cd-b76c-e84c6089bcf4" providerId="ADAL" clId="{4B5F1526-974B-4334-980B-AFDC71816CC0}" dt="2022-03-08T04:29:15.435" v="27" actId="2696"/>
        <pc:sldMkLst>
          <pc:docMk/>
          <pc:sldMk cId="391414861" sldId="1612"/>
        </pc:sldMkLst>
      </pc:sldChg>
      <pc:sldChg chg="del">
        <pc:chgData name="Ahamed, Md Maruf [E CPE]" userId="6f647de5-aeca-43cd-b76c-e84c6089bcf4" providerId="ADAL" clId="{4B5F1526-974B-4334-980B-AFDC71816CC0}" dt="2022-03-08T04:29:15.894" v="28" actId="2696"/>
        <pc:sldMkLst>
          <pc:docMk/>
          <pc:sldMk cId="3697752925" sldId="1613"/>
        </pc:sldMkLst>
      </pc:sldChg>
      <pc:sldChg chg="del">
        <pc:chgData name="Ahamed, Md Maruf [E CPE]" userId="6f647de5-aeca-43cd-b76c-e84c6089bcf4" providerId="ADAL" clId="{4B5F1526-974B-4334-980B-AFDC71816CC0}" dt="2022-03-08T04:29:09.183" v="18" actId="2696"/>
        <pc:sldMkLst>
          <pc:docMk/>
          <pc:sldMk cId="0" sldId="1614"/>
        </pc:sldMkLst>
      </pc:sldChg>
      <pc:sldChg chg="del">
        <pc:chgData name="Ahamed, Md Maruf [E CPE]" userId="6f647de5-aeca-43cd-b76c-e84c6089bcf4" providerId="ADAL" clId="{4B5F1526-974B-4334-980B-AFDC71816CC0}" dt="2022-03-08T04:29:09.815" v="19" actId="2696"/>
        <pc:sldMkLst>
          <pc:docMk/>
          <pc:sldMk cId="0" sldId="1615"/>
        </pc:sldMkLst>
      </pc:sldChg>
      <pc:sldChg chg="del">
        <pc:chgData name="Ahamed, Md Maruf [E CPE]" userId="6f647de5-aeca-43cd-b76c-e84c6089bcf4" providerId="ADAL" clId="{4B5F1526-974B-4334-980B-AFDC71816CC0}" dt="2022-03-08T04:29:10.434" v="20" actId="2696"/>
        <pc:sldMkLst>
          <pc:docMk/>
          <pc:sldMk cId="0" sldId="1616"/>
        </pc:sldMkLst>
      </pc:sldChg>
      <pc:sldChg chg="del">
        <pc:chgData name="Ahamed, Md Maruf [E CPE]" userId="6f647de5-aeca-43cd-b76c-e84c6089bcf4" providerId="ADAL" clId="{4B5F1526-974B-4334-980B-AFDC71816CC0}" dt="2022-03-08T04:29:11.133" v="21" actId="2696"/>
        <pc:sldMkLst>
          <pc:docMk/>
          <pc:sldMk cId="0" sldId="1617"/>
        </pc:sldMkLst>
      </pc:sldChg>
      <pc:sldChg chg="del">
        <pc:chgData name="Ahamed, Md Maruf [E CPE]" userId="6f647de5-aeca-43cd-b76c-e84c6089bcf4" providerId="ADAL" clId="{4B5F1526-974B-4334-980B-AFDC71816CC0}" dt="2022-03-08T04:29:00.041" v="15" actId="2696"/>
        <pc:sldMkLst>
          <pc:docMk/>
          <pc:sldMk cId="4292410002" sldId="1618"/>
        </pc:sldMkLst>
      </pc:sldChg>
      <pc:sldChg chg="delSp modSp">
        <pc:chgData name="Ahamed, Md Maruf [E CPE]" userId="6f647de5-aeca-43cd-b76c-e84c6089bcf4" providerId="ADAL" clId="{4B5F1526-974B-4334-980B-AFDC71816CC0}" dt="2022-03-08T04:31:30.672" v="52" actId="1035"/>
        <pc:sldMkLst>
          <pc:docMk/>
          <pc:sldMk cId="0" sldId="1623"/>
        </pc:sldMkLst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76" creationId="{4B471B8C-A9CC-4170-870E-68B69153DDC0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77" creationId="{59F0B072-3EA4-4FEF-9D2F-535A6EA5C45B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78" creationId="{B0E77D19-5DD2-47B7-A5BC-1F247CBC70E9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79" creationId="{08226C32-87C5-4436-863B-4D35EAF15509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0" creationId="{14A53C1E-CD41-4D0A-8E35-36B6B22DFA62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1" creationId="{0D652EA3-F814-4ACD-9BA1-B99E7F2BC05F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2" creationId="{39FF2656-30D7-48DE-A704-1896DDE18F20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3" creationId="{953627CE-4FE1-47AF-9D41-D49B29207765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4" creationId="{FDB70723-CB6C-4307-964E-0C3DDCF17D27}"/>
          </ac:spMkLst>
        </pc:spChg>
        <pc:spChg chg="mod">
          <ac:chgData name="Ahamed, Md Maruf [E CPE]" userId="6f647de5-aeca-43cd-b76c-e84c6089bcf4" providerId="ADAL" clId="{4B5F1526-974B-4334-980B-AFDC71816CC0}" dt="2022-03-08T04:31:30.672" v="52" actId="1035"/>
          <ac:spMkLst>
            <pc:docMk/>
            <pc:sldMk cId="0" sldId="1623"/>
            <ac:spMk id="150685" creationId="{9CC05F01-56CD-4EBB-AD1A-38E137807438}"/>
          </ac:spMkLst>
        </pc:spChg>
        <pc:graphicFrameChg chg="mod">
          <ac:chgData name="Ahamed, Md Maruf [E CPE]" userId="6f647de5-aeca-43cd-b76c-e84c6089bcf4" providerId="ADAL" clId="{4B5F1526-974B-4334-980B-AFDC71816CC0}" dt="2022-03-08T04:31:30.672" v="52" actId="1035"/>
          <ac:graphicFrameMkLst>
            <pc:docMk/>
            <pc:sldMk cId="0" sldId="1623"/>
            <ac:graphicFrameMk id="3" creationId="{310F29B3-D2F1-3744-9D43-686F4C5C561C}"/>
          </ac:graphicFrameMkLst>
        </pc:graphicFrameChg>
        <pc:inkChg chg="del">
          <ac:chgData name="Ahamed, Md Maruf [E CPE]" userId="6f647de5-aeca-43cd-b76c-e84c6089bcf4" providerId="ADAL" clId="{4B5F1526-974B-4334-980B-AFDC71816CC0}" dt="2022-03-08T04:30:33.220" v="31" actId="478"/>
          <ac:inkMkLst>
            <pc:docMk/>
            <pc:sldMk cId="0" sldId="1623"/>
            <ac:inkMk id="2" creationId="{DFAF9E93-16FD-416F-9E56-8F8A20AFCA3D}"/>
          </ac:inkMkLst>
        </pc:inkChg>
      </pc:sldChg>
      <pc:sldChg chg="ad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626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626"/>
            <ac:inkMk id="2" creationId="{8B9AB10D-37CA-4CA4-8278-77916BFF24B6}"/>
          </ac:inkMkLst>
        </pc:inkChg>
      </pc:sldChg>
      <pc:sldChg chg="delSp">
        <pc:chgData name="Ahamed, Md Maruf [E CPE]" userId="6f647de5-aeca-43cd-b76c-e84c6089bcf4" providerId="ADAL" clId="{4B5F1526-974B-4334-980B-AFDC71816CC0}" dt="2022-03-08T04:30:39.759" v="32" actId="478"/>
        <pc:sldMkLst>
          <pc:docMk/>
          <pc:sldMk cId="0" sldId="1628"/>
        </pc:sldMkLst>
        <pc:inkChg chg="del">
          <ac:chgData name="Ahamed, Md Maruf [E CPE]" userId="6f647de5-aeca-43cd-b76c-e84c6089bcf4" providerId="ADAL" clId="{4B5F1526-974B-4334-980B-AFDC71816CC0}" dt="2022-03-08T04:30:39.759" v="32" actId="478"/>
          <ac:inkMkLst>
            <pc:docMk/>
            <pc:sldMk cId="0" sldId="1628"/>
            <ac:inkMk id="2" creationId="{4A7B086B-AB63-4C16-90D1-35BCA25EDFCC}"/>
          </ac:inkMkLst>
        </pc:inkChg>
      </pc:sldChg>
      <pc:sldChg chg="delSp del">
        <pc:chgData name="Ahamed, Md Maruf [E CPE]" userId="6f647de5-aeca-43cd-b76c-e84c6089bcf4" providerId="ADAL" clId="{4B5F1526-974B-4334-980B-AFDC71816CC0}" dt="2022-03-08T04:31:10.097" v="45" actId="2696"/>
        <pc:sldMkLst>
          <pc:docMk/>
          <pc:sldMk cId="0" sldId="1630"/>
        </pc:sldMkLst>
        <pc:inkChg chg="del">
          <ac:chgData name="Ahamed, Md Maruf [E CPE]" userId="6f647de5-aeca-43cd-b76c-e84c6089bcf4" providerId="ADAL" clId="{4B5F1526-974B-4334-980B-AFDC71816CC0}" dt="2022-03-08T04:31:04.113" v="44" actId="478"/>
          <ac:inkMkLst>
            <pc:docMk/>
            <pc:sldMk cId="0" sldId="1630"/>
            <ac:inkMk id="2" creationId="{551CD3D3-EDF7-4845-ABC7-D95D986D1F2E}"/>
          </ac:inkMkLst>
        </pc:inkChg>
      </pc:sldChg>
      <pc:sldChg chg="ad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631"/>
        </pc:sldMkLst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631"/>
            <ac:inkMk id="2" creationId="{28E7A9DB-0DE7-4D36-BE80-737F22677084}"/>
          </ac:inkMkLst>
        </pc:inkChg>
      </pc:sldChg>
      <pc:sldChg chg="del">
        <pc:chgData name="Ahamed, Md Maruf [E CPE]" userId="6f647de5-aeca-43cd-b76c-e84c6089bcf4" providerId="ADAL" clId="{4B5F1526-974B-4334-980B-AFDC71816CC0}" dt="2022-03-08T04:28:44.959" v="2" actId="2696"/>
        <pc:sldMkLst>
          <pc:docMk/>
          <pc:sldMk cId="2427826852" sldId="1632"/>
        </pc:sldMkLst>
      </pc:sldChg>
      <pc:sldChg chg="del">
        <pc:chgData name="Ahamed, Md Maruf [E CPE]" userId="6f647de5-aeca-43cd-b76c-e84c6089bcf4" providerId="ADAL" clId="{4B5F1526-974B-4334-980B-AFDC71816CC0}" dt="2022-03-08T04:28:45.492" v="3" actId="2696"/>
        <pc:sldMkLst>
          <pc:docMk/>
          <pc:sldMk cId="0" sldId="1633"/>
        </pc:sldMkLst>
      </pc:sldChg>
      <pc:sldChg chg="del">
        <pc:chgData name="Ahamed, Md Maruf [E CPE]" userId="6f647de5-aeca-43cd-b76c-e84c6089bcf4" providerId="ADAL" clId="{4B5F1526-974B-4334-980B-AFDC71816CC0}" dt="2022-03-08T04:28:46.170" v="4" actId="2696"/>
        <pc:sldMkLst>
          <pc:docMk/>
          <pc:sldMk cId="0" sldId="1634"/>
        </pc:sldMkLst>
      </pc:sldChg>
      <pc:sldChg chg="del">
        <pc:chgData name="Ahamed, Md Maruf [E CPE]" userId="6f647de5-aeca-43cd-b76c-e84c6089bcf4" providerId="ADAL" clId="{4B5F1526-974B-4334-980B-AFDC71816CC0}" dt="2022-03-08T04:28:46.772" v="5" actId="2696"/>
        <pc:sldMkLst>
          <pc:docMk/>
          <pc:sldMk cId="0" sldId="1635"/>
        </pc:sldMkLst>
      </pc:sldChg>
      <pc:sldChg chg="del">
        <pc:chgData name="Ahamed, Md Maruf [E CPE]" userId="6f647de5-aeca-43cd-b76c-e84c6089bcf4" providerId="ADAL" clId="{4B5F1526-974B-4334-980B-AFDC71816CC0}" dt="2022-03-08T04:28:47.969" v="6" actId="2696"/>
        <pc:sldMkLst>
          <pc:docMk/>
          <pc:sldMk cId="2411921399" sldId="1636"/>
        </pc:sldMkLst>
      </pc:sldChg>
      <pc:sldChg chg="del">
        <pc:chgData name="Ahamed, Md Maruf [E CPE]" userId="6f647de5-aeca-43cd-b76c-e84c6089bcf4" providerId="ADAL" clId="{4B5F1526-974B-4334-980B-AFDC71816CC0}" dt="2022-03-08T04:28:48.535" v="7" actId="2696"/>
        <pc:sldMkLst>
          <pc:docMk/>
          <pc:sldMk cId="0" sldId="1637"/>
        </pc:sldMkLst>
      </pc:sldChg>
      <pc:sldChg chg="del">
        <pc:chgData name="Ahamed, Md Maruf [E CPE]" userId="6f647de5-aeca-43cd-b76c-e84c6089bcf4" providerId="ADAL" clId="{4B5F1526-974B-4334-980B-AFDC71816CC0}" dt="2022-03-08T04:28:50.194" v="8" actId="2696"/>
        <pc:sldMkLst>
          <pc:docMk/>
          <pc:sldMk cId="0" sldId="1638"/>
        </pc:sldMkLst>
      </pc:sldChg>
      <pc:sldChg chg="delSp modSp">
        <pc:chgData name="Ahamed, Md Maruf [E CPE]" userId="6f647de5-aeca-43cd-b76c-e84c6089bcf4" providerId="ADAL" clId="{4B5F1526-974B-4334-980B-AFDC71816CC0}" dt="2022-03-08T04:33:35.432" v="67" actId="1035"/>
        <pc:sldMkLst>
          <pc:docMk/>
          <pc:sldMk cId="0" sldId="1642"/>
        </pc:sldMkLst>
        <pc:spChg chg="mod">
          <ac:chgData name="Ahamed, Md Maruf [E CPE]" userId="6f647de5-aeca-43cd-b76c-e84c6089bcf4" providerId="ADAL" clId="{4B5F1526-974B-4334-980B-AFDC71816CC0}" dt="2022-03-08T04:33:35.432" v="67" actId="1035"/>
          <ac:spMkLst>
            <pc:docMk/>
            <pc:sldMk cId="0" sldId="1642"/>
            <ac:spMk id="97284" creationId="{DCB3A56C-D59B-4131-A482-A417A93BC49A}"/>
          </ac:spMkLst>
        </pc:spChg>
        <pc:inkChg chg="del">
          <ac:chgData name="Ahamed, Md Maruf [E CPE]" userId="6f647de5-aeca-43cd-b76c-e84c6089bcf4" providerId="ADAL" clId="{4B5F1526-974B-4334-980B-AFDC71816CC0}" dt="2022-03-08T04:33:31.139" v="60" actId="478"/>
          <ac:inkMkLst>
            <pc:docMk/>
            <pc:sldMk cId="0" sldId="1642"/>
            <ac:inkMk id="2" creationId="{ED3356CE-7B64-4145-BD2B-54D8FFAAB2E1}"/>
          </ac:inkMkLst>
        </pc:inkChg>
      </pc:sldChg>
      <pc:sldChg chg="ord">
        <pc:chgData name="Ahamed, Md Maruf [E CPE]" userId="6f647de5-aeca-43cd-b76c-e84c6089bcf4" providerId="ADAL" clId="{4B5F1526-974B-4334-980B-AFDC71816CC0}" dt="2022-03-08T04:28:29.484" v="1"/>
        <pc:sldMkLst>
          <pc:docMk/>
          <pc:sldMk cId="2065309084" sldId="1647"/>
        </pc:sldMkLst>
      </pc:sldChg>
      <pc:sldChg chg="addSp delSp modSp add ord">
        <pc:chgData name="Ahamed, Md Maruf [E CPE]" userId="6f647de5-aeca-43cd-b76c-e84c6089bcf4" providerId="ADAL" clId="{4B5F1526-974B-4334-980B-AFDC71816CC0}" dt="2022-03-09T23:15:59.667" v="193"/>
        <pc:sldMkLst>
          <pc:docMk/>
          <pc:sldMk cId="2920389594" sldId="1648"/>
        </pc:sldMkLst>
        <pc:grpChg chg="mod">
          <ac:chgData name="Ahamed, Md Maruf [E CPE]" userId="6f647de5-aeca-43cd-b76c-e84c6089bcf4" providerId="ADAL" clId="{4B5F1526-974B-4334-980B-AFDC71816CC0}" dt="2022-03-08T04:30:54.755" v="43" actId="1038"/>
          <ac:grpSpMkLst>
            <pc:docMk/>
            <pc:sldMk cId="2920389594" sldId="1648"/>
            <ac:grpSpMk id="155649" creationId="{F4446E74-16F4-4A9E-9558-03178AC34C2F}"/>
          </ac:grpSpMkLst>
        </pc:grpChg>
        <pc:picChg chg="del">
          <ac:chgData name="Ahamed, Md Maruf [E CPE]" userId="6f647de5-aeca-43cd-b76c-e84c6089bcf4" providerId="ADAL" clId="{4B5F1526-974B-4334-980B-AFDC71816CC0}" dt="2022-03-08T04:30:46.536" v="34" actId="478"/>
          <ac:picMkLst>
            <pc:docMk/>
            <pc:sldMk cId="2920389594" sldId="1648"/>
            <ac:picMk id="155651" creationId="{7D690451-6212-47A0-907F-50A4F75979D4}"/>
          </ac:picMkLst>
        </pc:picChg>
        <pc:picChg chg="del">
          <ac:chgData name="Ahamed, Md Maruf [E CPE]" userId="6f647de5-aeca-43cd-b76c-e84c6089bcf4" providerId="ADAL" clId="{4B5F1526-974B-4334-980B-AFDC71816CC0}" dt="2022-03-08T04:30:47.449" v="35" actId="478"/>
          <ac:picMkLst>
            <pc:docMk/>
            <pc:sldMk cId="2920389594" sldId="1648"/>
            <ac:picMk id="155652" creationId="{6D9C9C26-5E3F-4AAC-8F1F-A3AA195BE55B}"/>
          </ac:picMkLst>
        </pc:picChg>
        <pc:picChg chg="del">
          <ac:chgData name="Ahamed, Md Maruf [E CPE]" userId="6f647de5-aeca-43cd-b76c-e84c6089bcf4" providerId="ADAL" clId="{4B5F1526-974B-4334-980B-AFDC71816CC0}" dt="2022-03-08T04:30:48.038" v="36" actId="478"/>
          <ac:picMkLst>
            <pc:docMk/>
            <pc:sldMk cId="2920389594" sldId="1648"/>
            <ac:picMk id="155653" creationId="{3A9BC152-9D22-4614-AB1D-7939BEE6E97C}"/>
          </ac:picMkLst>
        </pc:pic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2920389594" sldId="1648"/>
            <ac:inkMk id="2" creationId="{15DF1736-63F2-4A33-82A3-67BB7F0EAFA8}"/>
          </ac:inkMkLst>
        </pc:inkChg>
      </pc:sldChg>
      <pc:sldChg chg="delSp">
        <pc:chgData name="Ahamed, Md Maruf [E CPE]" userId="6f647de5-aeca-43cd-b76c-e84c6089bcf4" providerId="ADAL" clId="{4B5F1526-974B-4334-980B-AFDC71816CC0}" dt="2022-03-08T04:36:21.843" v="75" actId="478"/>
        <pc:sldMkLst>
          <pc:docMk/>
          <pc:sldMk cId="3458006648" sldId="1700"/>
        </pc:sldMkLst>
        <pc:inkChg chg="del">
          <ac:chgData name="Ahamed, Md Maruf [E CPE]" userId="6f647de5-aeca-43cd-b76c-e84c6089bcf4" providerId="ADAL" clId="{4B5F1526-974B-4334-980B-AFDC71816CC0}" dt="2022-03-08T04:36:21.843" v="75" actId="478"/>
          <ac:inkMkLst>
            <pc:docMk/>
            <pc:sldMk cId="3458006648" sldId="1700"/>
            <ac:inkMk id="8" creationId="{7D6011B6-1A7F-446F-93E2-0752F597CF67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701"/>
        </pc:sldMkLst>
        <pc:inkChg chg="del">
          <ac:chgData name="Ahamed, Md Maruf [E CPE]" userId="6f647de5-aeca-43cd-b76c-e84c6089bcf4" providerId="ADAL" clId="{4B5F1526-974B-4334-980B-AFDC71816CC0}" dt="2022-03-08T23:21:43.452" v="77" actId="478"/>
          <ac:inkMkLst>
            <pc:docMk/>
            <pc:sldMk cId="0" sldId="1701"/>
            <ac:inkMk id="3" creationId="{359555B0-802F-42B6-A210-97D2F7A236C5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701"/>
            <ac:inkMk id="3" creationId="{B5A3E09B-D70D-4D77-B3CE-6E2CEFCEE2E3}"/>
          </ac:inkMkLst>
        </pc:inkChg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0" sldId="1702"/>
        </pc:sldMkLst>
        <pc:spChg chg="mod">
          <ac:chgData name="Ahamed, Md Maruf [E CPE]" userId="6f647de5-aeca-43cd-b76c-e84c6089bcf4" providerId="ADAL" clId="{4B5F1526-974B-4334-980B-AFDC71816CC0}" dt="2022-03-08T23:23:06.916" v="79" actId="207"/>
          <ac:spMkLst>
            <pc:docMk/>
            <pc:sldMk cId="0" sldId="1702"/>
            <ac:spMk id="89089" creationId="{478D2F82-8AE0-43A0-B108-6A402350E292}"/>
          </ac:spMkLst>
        </pc:sp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0" sldId="1702"/>
            <ac:inkMk id="3" creationId="{00417D8E-8F93-445A-AC49-26049FA0B084}"/>
          </ac:inkMkLst>
        </pc:inkChg>
        <pc:inkChg chg="del">
          <ac:chgData name="Ahamed, Md Maruf [E CPE]" userId="6f647de5-aeca-43cd-b76c-e84c6089bcf4" providerId="ADAL" clId="{4B5F1526-974B-4334-980B-AFDC71816CC0}" dt="2022-03-08T23:22:55.534" v="78" actId="478"/>
          <ac:inkMkLst>
            <pc:docMk/>
            <pc:sldMk cId="0" sldId="1702"/>
            <ac:inkMk id="3" creationId="{C43F109B-1377-477E-B99A-B2FFCC6B861E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3435525447" sldId="1706"/>
        </pc:sldMkLst>
        <pc:inkChg chg="del">
          <ac:chgData name="Ahamed, Md Maruf [E CPE]" userId="6f647de5-aeca-43cd-b76c-e84c6089bcf4" providerId="ADAL" clId="{4B5F1526-974B-4334-980B-AFDC71816CC0}" dt="2022-03-08T23:46:59.589" v="192" actId="478"/>
          <ac:inkMkLst>
            <pc:docMk/>
            <pc:sldMk cId="3435525447" sldId="1706"/>
            <ac:inkMk id="8" creationId="{62081628-5EE7-442E-A66B-373D58AAA63A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3435525447" sldId="1706"/>
            <ac:inkMk id="8" creationId="{E5C90EFD-53E7-4F9F-81D4-E2F0B159573A}"/>
          </ac:inkMkLst>
        </pc:inkChg>
      </pc:sldChg>
      <pc:sldChg chg="addSp delSp">
        <pc:chgData name="Ahamed, Md Maruf [E CPE]" userId="6f647de5-aeca-43cd-b76c-e84c6089bcf4" providerId="ADAL" clId="{4B5F1526-974B-4334-980B-AFDC71816CC0}" dt="2022-03-09T23:15:59.667" v="193"/>
        <pc:sldMkLst>
          <pc:docMk/>
          <pc:sldMk cId="580642643" sldId="1708"/>
        </pc:sldMkLst>
        <pc:inkChg chg="del">
          <ac:chgData name="Ahamed, Md Maruf [E CPE]" userId="6f647de5-aeca-43cd-b76c-e84c6089bcf4" providerId="ADAL" clId="{4B5F1526-974B-4334-980B-AFDC71816CC0}" dt="2022-03-08T23:26:06.439" v="87" actId="478"/>
          <ac:inkMkLst>
            <pc:docMk/>
            <pc:sldMk cId="580642643" sldId="1708"/>
            <ac:inkMk id="2" creationId="{02126CFC-B2E1-4C5D-9E97-6553971686ED}"/>
          </ac:inkMkLst>
        </pc:ink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580642643" sldId="1708"/>
            <ac:inkMk id="2" creationId="{396C074A-29D2-4DE5-AD98-711B6E2AFC5A}"/>
          </ac:inkMkLst>
        </pc:inkChg>
      </pc:sldChg>
      <pc:sldChg chg="add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1857360160" sldId="1709"/>
        </pc:sldMkLst>
        <pc:spChg chg="mod">
          <ac:chgData name="Ahamed, Md Maruf [E CPE]" userId="6f647de5-aeca-43cd-b76c-e84c6089bcf4" providerId="ADAL" clId="{4B5F1526-974B-4334-980B-AFDC71816CC0}" dt="2022-03-08T23:39:32.001" v="125" actId="207"/>
          <ac:spMkLst>
            <pc:docMk/>
            <pc:sldMk cId="1857360160" sldId="1709"/>
            <ac:spMk id="106498" creationId="{C66DDAE8-B017-407D-B984-68812CBFED9D}"/>
          </ac:spMkLst>
        </pc:spChg>
        <pc:spChg chg="mod">
          <ac:chgData name="Ahamed, Md Maruf [E CPE]" userId="6f647de5-aeca-43cd-b76c-e84c6089bcf4" providerId="ADAL" clId="{4B5F1526-974B-4334-980B-AFDC71816CC0}" dt="2022-03-08T23:37:01.279" v="120" actId="20577"/>
          <ac:spMkLst>
            <pc:docMk/>
            <pc:sldMk cId="1857360160" sldId="1709"/>
            <ac:spMk id="207874" creationId="{E0F87C8F-0A65-9743-B938-5E5A49FCDB41}"/>
          </ac:spMkLst>
        </pc:sp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1857360160" sldId="1709"/>
            <ac:inkMk id="2" creationId="{CC090DD7-95ED-4F49-AF6A-8281E5D52301}"/>
          </ac:inkMkLst>
        </pc:inkChg>
      </pc:sldChg>
      <pc:sldChg chg="addSp delSp modSp">
        <pc:chgData name="Ahamed, Md Maruf [E CPE]" userId="6f647de5-aeca-43cd-b76c-e84c6089bcf4" providerId="ADAL" clId="{4B5F1526-974B-4334-980B-AFDC71816CC0}" dt="2022-03-09T23:15:59.667" v="193"/>
        <pc:sldMkLst>
          <pc:docMk/>
          <pc:sldMk cId="704961210" sldId="1710"/>
        </pc:sldMkLst>
        <pc:spChg chg="mod">
          <ac:chgData name="Ahamed, Md Maruf [E CPE]" userId="6f647de5-aeca-43cd-b76c-e84c6089bcf4" providerId="ADAL" clId="{4B5F1526-974B-4334-980B-AFDC71816CC0}" dt="2022-03-08T23:39:45.308" v="127" actId="20577"/>
          <ac:spMkLst>
            <pc:docMk/>
            <pc:sldMk cId="704961210" sldId="1710"/>
            <ac:spMk id="5" creationId="{47903F8A-E65B-2148-B586-AAE19353968F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28" creationId="{BA86D23D-E122-40D3-B2C6-29E6AD34A5CF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29" creationId="{91AB27CC-2668-4270-AE48-F7565E98BF1B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0" creationId="{F855E755-4FAF-407C-A4F6-6AF79FD5A5FA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1" creationId="{5D3EB526-71BF-4087-B570-98D440223338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2" creationId="{FAA1CBAD-55D1-4D3A-A4D5-89BC7ED801FA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3" creationId="{DD991086-6E19-44B2-BACF-3F1B46406920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4" creationId="{EC001F5C-7400-408E-80B6-14F01108E69D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5" creationId="{513451D5-6A86-422C-ADFB-A4601EECC597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6" creationId="{8C2A2C4E-FC55-4676-B96D-20E0F7090251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7" creationId="{DC49FCAA-21B4-41D3-A172-AAF627DEF4FE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8" creationId="{ECBACB88-A4A6-4962-8F08-3FF022EB51FF}"/>
          </ac:spMkLst>
        </pc:spChg>
        <pc:spChg chg="add del">
          <ac:chgData name="Ahamed, Md Maruf [E CPE]" userId="6f647de5-aeca-43cd-b76c-e84c6089bcf4" providerId="ADAL" clId="{4B5F1526-974B-4334-980B-AFDC71816CC0}" dt="2022-03-08T23:40:08.088" v="129"/>
          <ac:spMkLst>
            <pc:docMk/>
            <pc:sldMk cId="704961210" sldId="1710"/>
            <ac:spMk id="39" creationId="{27304000-9964-4CF2-90F2-C933439BC948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0" creationId="{F175D1DF-EAA4-473C-B46D-FDA5A8476ABF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1" creationId="{D4473B4B-1EC8-479B-A35D-DD07F426DBE1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2" creationId="{865B5776-59A9-46E2-BB18-779B5EAE32A0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3" creationId="{7A9A9923-817C-461B-8991-ED395B0BBAC1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4" creationId="{4243C914-294B-447C-9DFF-14DBDB658235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5" creationId="{EB0EDD70-ACAB-4316-B923-17DFD5EA4BFC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6" creationId="{6B902658-D423-484C-A057-4EA4DA272613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7" creationId="{E9B3319C-FCB4-4C86-BA83-E8663D459BEE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8" creationId="{8615B451-25AD-47B0-AE9F-FB39E9BFAF30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49" creationId="{C7BDB7F1-96D5-4565-AD7E-0D5350DDCCF7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0" creationId="{A54E9B8C-FC1D-408B-994C-BD5314534032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1" creationId="{204104B7-C5B1-4552-8722-58D909F886DB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2" creationId="{9354008D-13E7-4E9B-BB17-9F1F016C1FE7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3" creationId="{1F3A9909-11C0-43C2-A188-B546C18D3107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4" creationId="{326EB4A8-326B-4672-9265-8C01A5BDA2A6}"/>
          </ac:spMkLst>
        </pc:spChg>
        <pc:spChg chg="add mod">
          <ac:chgData name="Ahamed, Md Maruf [E CPE]" userId="6f647de5-aeca-43cd-b76c-e84c6089bcf4" providerId="ADAL" clId="{4B5F1526-974B-4334-980B-AFDC71816CC0}" dt="2022-03-08T23:44:16.342" v="181" actId="1036"/>
          <ac:spMkLst>
            <pc:docMk/>
            <pc:sldMk cId="704961210" sldId="1710"/>
            <ac:spMk id="55" creationId="{F104C11E-66E4-43CE-9532-18CAC366B9B0}"/>
          </ac:spMkLst>
        </pc:spChg>
        <pc:spChg chg="add del mod">
          <ac:chgData name="Ahamed, Md Maruf [E CPE]" userId="6f647de5-aeca-43cd-b76c-e84c6089bcf4" providerId="ADAL" clId="{4B5F1526-974B-4334-980B-AFDC71816CC0}" dt="2022-03-08T23:41:37.231" v="142"/>
          <ac:spMkLst>
            <pc:docMk/>
            <pc:sldMk cId="704961210" sldId="1710"/>
            <ac:spMk id="56" creationId="{E825AEAC-396D-4226-BAE2-A0B2EC67BBCA}"/>
          </ac:spMkLst>
        </pc:spChg>
        <pc:spChg chg="add del mod">
          <ac:chgData name="Ahamed, Md Maruf [E CPE]" userId="6f647de5-aeca-43cd-b76c-e84c6089bcf4" providerId="ADAL" clId="{4B5F1526-974B-4334-980B-AFDC71816CC0}" dt="2022-03-08T23:41:37.231" v="142"/>
          <ac:spMkLst>
            <pc:docMk/>
            <pc:sldMk cId="704961210" sldId="1710"/>
            <ac:spMk id="57" creationId="{ABF11823-7FB8-4482-826C-46147BB6179E}"/>
          </ac:spMkLst>
        </pc:spChg>
        <pc:spChg chg="add del mod">
          <ac:chgData name="Ahamed, Md Maruf [E CPE]" userId="6f647de5-aeca-43cd-b76c-e84c6089bcf4" providerId="ADAL" clId="{4B5F1526-974B-4334-980B-AFDC71816CC0}" dt="2022-03-08T23:41:37.231" v="142"/>
          <ac:spMkLst>
            <pc:docMk/>
            <pc:sldMk cId="704961210" sldId="1710"/>
            <ac:spMk id="58" creationId="{5B8675BD-F7DB-478E-A30F-FFE72BF46A0D}"/>
          </ac:spMkLst>
        </pc:spChg>
        <pc:spChg chg="add del mod">
          <ac:chgData name="Ahamed, Md Maruf [E CPE]" userId="6f647de5-aeca-43cd-b76c-e84c6089bcf4" providerId="ADAL" clId="{4B5F1526-974B-4334-980B-AFDC71816CC0}" dt="2022-03-08T23:41:51.273" v="146"/>
          <ac:spMkLst>
            <pc:docMk/>
            <pc:sldMk cId="704961210" sldId="1710"/>
            <ac:spMk id="59" creationId="{858E8CAB-E187-4FCE-8DFE-74FEEE4D2AEC}"/>
          </ac:spMkLst>
        </pc:spChg>
        <pc:spChg chg="add del mod">
          <ac:chgData name="Ahamed, Md Maruf [E CPE]" userId="6f647de5-aeca-43cd-b76c-e84c6089bcf4" providerId="ADAL" clId="{4B5F1526-974B-4334-980B-AFDC71816CC0}" dt="2022-03-08T23:41:51.273" v="146"/>
          <ac:spMkLst>
            <pc:docMk/>
            <pc:sldMk cId="704961210" sldId="1710"/>
            <ac:spMk id="60" creationId="{0DBAAFD7-D115-4DB2-BA53-1B04C2347A44}"/>
          </ac:spMkLst>
        </pc:spChg>
        <pc:spChg chg="add del mod">
          <ac:chgData name="Ahamed, Md Maruf [E CPE]" userId="6f647de5-aeca-43cd-b76c-e84c6089bcf4" providerId="ADAL" clId="{4B5F1526-974B-4334-980B-AFDC71816CC0}" dt="2022-03-08T23:41:51.273" v="146"/>
          <ac:spMkLst>
            <pc:docMk/>
            <pc:sldMk cId="704961210" sldId="1710"/>
            <ac:spMk id="61" creationId="{157F3DDC-3AC5-4B9C-8BEC-F2ADC8C61E8B}"/>
          </ac:spMkLst>
        </pc:spChg>
        <pc:spChg chg="add del mod">
          <ac:chgData name="Ahamed, Md Maruf [E CPE]" userId="6f647de5-aeca-43cd-b76c-e84c6089bcf4" providerId="ADAL" clId="{4B5F1526-974B-4334-980B-AFDC71816CC0}" dt="2022-03-08T23:41:51.273" v="146"/>
          <ac:spMkLst>
            <pc:docMk/>
            <pc:sldMk cId="704961210" sldId="1710"/>
            <ac:spMk id="62" creationId="{A9C73844-2066-48FD-A470-BDAE802580DC}"/>
          </ac:spMkLst>
        </pc:spChg>
        <pc:spChg chg="add mod">
          <ac:chgData name="Ahamed, Md Maruf [E CPE]" userId="6f647de5-aeca-43cd-b76c-e84c6089bcf4" providerId="ADAL" clId="{4B5F1526-974B-4334-980B-AFDC71816CC0}" dt="2022-03-08T23:42:36.515" v="157" actId="14100"/>
          <ac:spMkLst>
            <pc:docMk/>
            <pc:sldMk cId="704961210" sldId="1710"/>
            <ac:spMk id="63" creationId="{BC5B6A39-B373-46F4-B65B-214FC1893C30}"/>
          </ac:spMkLst>
        </pc:spChg>
        <pc:spChg chg="add mod">
          <ac:chgData name="Ahamed, Md Maruf [E CPE]" userId="6f647de5-aeca-43cd-b76c-e84c6089bcf4" providerId="ADAL" clId="{4B5F1526-974B-4334-980B-AFDC71816CC0}" dt="2022-03-08T23:42:07.672" v="149" actId="164"/>
          <ac:spMkLst>
            <pc:docMk/>
            <pc:sldMk cId="704961210" sldId="1710"/>
            <ac:spMk id="64" creationId="{44F08095-2EBC-43DD-A253-BA5039B839F6}"/>
          </ac:spMkLst>
        </pc:spChg>
        <pc:spChg chg="add mod">
          <ac:chgData name="Ahamed, Md Maruf [E CPE]" userId="6f647de5-aeca-43cd-b76c-e84c6089bcf4" providerId="ADAL" clId="{4B5F1526-974B-4334-980B-AFDC71816CC0}" dt="2022-03-08T23:42:07.672" v="149" actId="164"/>
          <ac:spMkLst>
            <pc:docMk/>
            <pc:sldMk cId="704961210" sldId="1710"/>
            <ac:spMk id="65" creationId="{B2AC6981-203A-497E-A216-F7845C335E0B}"/>
          </ac:spMkLst>
        </pc:spChg>
        <pc:spChg chg="add mod">
          <ac:chgData name="Ahamed, Md Maruf [E CPE]" userId="6f647de5-aeca-43cd-b76c-e84c6089bcf4" providerId="ADAL" clId="{4B5F1526-974B-4334-980B-AFDC71816CC0}" dt="2022-03-08T23:42:07.672" v="149" actId="164"/>
          <ac:spMkLst>
            <pc:docMk/>
            <pc:sldMk cId="704961210" sldId="1710"/>
            <ac:spMk id="66" creationId="{8A5DA521-2438-4C5B-B08A-40D64B58A888}"/>
          </ac:spMkLst>
        </pc:spChg>
        <pc:spChg chg="add mod">
          <ac:chgData name="Ahamed, Md Maruf [E CPE]" userId="6f647de5-aeca-43cd-b76c-e84c6089bcf4" providerId="ADAL" clId="{4B5F1526-974B-4334-980B-AFDC71816CC0}" dt="2022-03-08T23:42:07.672" v="149" actId="164"/>
          <ac:spMkLst>
            <pc:docMk/>
            <pc:sldMk cId="704961210" sldId="1710"/>
            <ac:spMk id="67" creationId="{8554A1B7-7B2E-4411-A762-9EA30CC8631E}"/>
          </ac:spMkLst>
        </pc:spChg>
        <pc:grpChg chg="add mod">
          <ac:chgData name="Ahamed, Md Maruf [E CPE]" userId="6f647de5-aeca-43cd-b76c-e84c6089bcf4" providerId="ADAL" clId="{4B5F1526-974B-4334-980B-AFDC71816CC0}" dt="2022-03-08T23:44:16.342" v="181" actId="1036"/>
          <ac:grpSpMkLst>
            <pc:docMk/>
            <pc:sldMk cId="704961210" sldId="1710"/>
            <ac:grpSpMk id="2" creationId="{DDA73102-741C-479B-B763-A13469A04F99}"/>
          </ac:grpSpMkLst>
        </pc:grpChg>
        <pc:grpChg chg="add mod">
          <ac:chgData name="Ahamed, Md Maruf [E CPE]" userId="6f647de5-aeca-43cd-b76c-e84c6089bcf4" providerId="ADAL" clId="{4B5F1526-974B-4334-980B-AFDC71816CC0}" dt="2022-03-08T23:44:16.342" v="181" actId="1036"/>
          <ac:grpSpMkLst>
            <pc:docMk/>
            <pc:sldMk cId="704961210" sldId="1710"/>
            <ac:grpSpMk id="6" creationId="{A351C0AE-5D0C-4AD9-B534-E788F51B20C7}"/>
          </ac:grpSpMkLst>
        </pc:grpChg>
        <pc:picChg chg="del">
          <ac:chgData name="Ahamed, Md Maruf [E CPE]" userId="6f647de5-aeca-43cd-b76c-e84c6089bcf4" providerId="ADAL" clId="{4B5F1526-974B-4334-980B-AFDC71816CC0}" dt="2022-03-08T23:38:01.223" v="121" actId="478"/>
          <ac:picMkLst>
            <pc:docMk/>
            <pc:sldMk cId="704961210" sldId="1710"/>
            <ac:picMk id="108545" creationId="{547862F7-99DB-4572-BA63-6AAAE882E492}"/>
          </ac:picMkLst>
        </pc:picChg>
        <pc:picChg chg="mod">
          <ac:chgData name="Ahamed, Md Maruf [E CPE]" userId="6f647de5-aeca-43cd-b76c-e84c6089bcf4" providerId="ADAL" clId="{4B5F1526-974B-4334-980B-AFDC71816CC0}" dt="2022-03-08T23:42:49.003" v="165" actId="1076"/>
          <ac:picMkLst>
            <pc:docMk/>
            <pc:sldMk cId="704961210" sldId="1710"/>
            <ac:picMk id="108548" creationId="{555AD14C-FF86-4E71-A09E-EA553BB87763}"/>
          </ac:picMkLst>
        </pc:picChg>
        <pc:inkChg chg="add">
          <ac:chgData name="Ahamed, Md Maruf [E CPE]" userId="6f647de5-aeca-43cd-b76c-e84c6089bcf4" providerId="ADAL" clId="{4B5F1526-974B-4334-980B-AFDC71816CC0}" dt="2022-03-09T23:15:59.667" v="193"/>
          <ac:inkMkLst>
            <pc:docMk/>
            <pc:sldMk cId="704961210" sldId="1710"/>
            <ac:inkMk id="3" creationId="{B23217CB-8A45-47C5-A578-025E2EB45DB4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30T20:04:02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20062 4877 1824 0,'-9'-3'38'0,"6"-2"8"16,0-1-37-16,0 1-9 0,3-3 0 0,-3 5 0 15,6-2 53-15,-3 0 9 0,3 0 2 0,3-1 0 16,0 1 0-16,3 0 0 0,0-1 0 0,0 1 0 16,2 2 0-16,1 1 0 0,3-3 0 0,-3 2 0 15,0 3-52-15,0 0-12 0,-3 0 0 0,0 3 0 16,0 2 0-16,-3-3 0 0,0 6 0 0,0 0-10 15,-6 0 10-15,3 3-12 0,-3-3 12 0,-3 5-12 0,0-2-2 16,-3 5-1-16,0-3 0 0,-3 3 0 0,-3-1-2 0,0 1-1 16,0 0 0-16,0 3 0 15,3-3 6-15,0 2 0 0,0-7 1 0,3 5 0 0,3-3 11 0,1 0 0 16,-1 0-9-16,3-2 9 0,0-3 0 0,3 2 0 0,2-2 0 16,1-2 0-1,3-1 19-15,3-2-2 0,0 2 0 0,0-2 0 0,3-3 11 0,0 0 3 16,3 0 0-16,-3 0 0 0,2-3-15 15,1 0-2-15,0 1-1 0,3-4 0 16,-3 1-13-16,0 2-18 0,0-7 4 0,-1 2 1 16,-5 0-26-16,3 0-5 0,-3-3 0 0</inkml:trace>
  <inkml:trace contextRef="#ctx0" brushRef="#br0" timeOffset="491.81">20246 4763 1836 0,'-6'-19'52'0,"0"3"12"15,3-2-52-15,0 5-12 0,3-9 0 0,3 7 0 16,0-4 89-16,0 3 15 0,6 3 4 0,-3-3 0 16,3 3-31-16,3 2-5 0,0 1-2 0,0-1 0 31,0 6-30-31,0 0-5 0,0-1-2 0,0 6 0 0,-1 0-24 0,1 3-9 0,0 2 0 0,-3 3 9 16,3 3-9-16,-3 2 0 0,0 5 0 0,0-2 0 15,-3 5-14-15,3-2 2 0,-3 2 0 0,0 6 0 16,-3-11-15-16,3 5-2 0,-3-5-1 15,0 5 0-15,-3-11 14 0,3 4 4 0,-3-4 0 0,0 1 0 16,-3-3 12-16,3-3 0 0,0-5 0 0,0 0 0 0,0 0 0 0,0 0 13 16,0 0-2-16,0 0-1 0,0 0 11 0,0-8 3 0,0 0 0 15,0-3 0-15,6-2 0 0,-1-3 1 0,1 1 0 16,3-1 0 0,0-3-5-16,0 3-2 0,3 0 0 0,-3 0 0 15,3 3-9 32,0 0-1-47,-3 2-8 0,0 3 12 0,0 3-2 0,3 3-1 16,-6-4 0-16,2 4 0 0,-2 10-1 0,0-6-8 0,0 6 12 0,0 3-4 15,0 5-8-15,0-3 0 0,-3 5 9 0,3 1-9 0,-3-1 0 16,0 1-16-16,0 5 2 0,0-6 1 0,0-2-30 0,0 3-5 0,0-3-2 0</inkml:trace>
  <inkml:trace contextRef="#ctx0" brushRef="#br0" timeOffset="627.859">20943 4948 1824 0,'6'-5'76'32,"3"2"-60"-32,-3-2 140 0,0-1 29 0,3 1 6 0,-3 3 1 15,2-4-103-15,1 1-20 0,0 0-4 0,0-1-1 16,3 1-51-16,-3 2-13 0,3-2 0 0,-3 3 0 16,3-1 0-16,3 0 0 0,-3 1 0 0,3-1 0 15,-1 3-9-15,-2 0-5 0,3 0-1 0,3 0 0 16,-3 0-129-16,0 3-27 0,0-3-5 0</inkml:trace>
  <inkml:trace contextRef="#ctx0" brushRef="#br0" timeOffset="1438.83">21601 4511 1845 0,'3'-5'38'0,"0"0"10"16,-3 5-38-16,3-5-10 0,-3 5 0 0,0 0 0 15,0 0 69-15,3 0 12 0,0 0 3 0,0 2 0 16,0 3-41-16,-1 6-8 0,1 2-2 0,0 1 0 16,-3 4-18-16,3 6-4 0,-3 0-1 0,0 5 0 15,0-3-10-15,0 3 0 0,0-2 0 0,3 2 8 0,-3-3-17 0,0 1-4 16,3-6-1-16,0 3 0 16,-3-6-10-16,3 1-1 15,0-1-1-15,0-4 0 0,-3 1 26 0,0-4 0 0,0 0 0 0,0-3 0 0,0 0 0 16,-3-3 0-16,3-5 0 0,0 0 0 0,-6 0 24 0,-3 0 3 15,3-3 1-15,1 1 0 0,-4-4 12 0,3 1 2 0,-3-3 1 16,0 0 0 0,0 0-3-16,0 0-1 0,3 0 0 0,0 3 0 0,3-6-11 0,0 3-1 0,3 1-1 15,0-1 0-15,0 5-10 0,6-8-1 0,0 6-1 0,0-3 0 32,6 0-6-32,0 3 0 0,3 0-8 0,-1-1 12 0,1 4-12 0,0-1 8 0,0 0-8 0,0 3 0 15,0 0 0-15,-3 3 0 0,3 0 0 0,-3-1 0 16,0 4 0-16,-1 2 0 0,1-3 0 0,-3 3 0 15,-3 0-9-15,0 5 9 0,0-8 0 0,0 8-9 16,-3-2 9-16,3 0 0 0,-3-1-9 0,0 6 9 16,3-8 0-16,-3 5-9 0,0 3 9 0,3-5 0 15,0-3 0-15,0 0 12 0,0 2 0 0,3-5 0 16,3 1-12-16,-1-6 0 0,1 0 0 0,3 0 0 16,0-6 0-16,0 1 0 0,3-3 0 0,0-2 0 15,-3-1 16-15,-1 3 8 0,1-8 0 0,-3 6 1 16,0-1 3-1,-3-2 1-15,-3 0 0 0,0 2 0 0,-3 0-7 0,-3 1-2 16,-6 2 0-16,0-5 0 0,-3 5-12 0,0 0-8 0,-6 0 10 16,-3 3-10-16,1-1 0 0,-4 4-16 0,-3-1 1 15,0 3 1-15,3 0-39 0,0 3-8 0,1-1-2 0,-1 1 0 16,0 5-103-16,3-8-21 0,3 5-4 0</inkml:trace>
  <inkml:trace contextRef="#ctx0" brushRef="#br0" timeOffset="1943.94">22485 4739 1501 0,'6'-5'63'0,"3"5"-51"15,0-6 101-15,-1 6 20 0,1 0 4 0,0 0 1 16,0 0-54-16,0 6-12 0,-3-4-1 0,3 4-1 16,-3 2-35-16,0 0-7 0,-3 5-2 0,3-3 0 15,-3 4-14-15,-3-4-4 0,3 3 0 0,-3 1 0 16,0-1-8-16,0-3 0 0,-3 1 0 0,0 0 0 15,0-1 0-15,-3-2 0 0,3-3 0 0,-3 6 0 16,0-8 0-16,0-1 0 0,3 1 9 0,3-3-9 16,-6 0 12-16,6 0-1 0,-6-3-1 0,3-2 0 15,3 0 22-15,0-1 4 0,0-2 0 0,3 1 1 16,3-1-7-16,0-6-2 0,3 4 0 16,3-3 0-16,-3-3-12 0,3 0-2 0,0-3-1 0,0 3 0 0,0 1-1 15,2-1-1-15,-2 2 0 0,3 1 0 0,0 3 0 16,-3 2 0-16,3 0 0 0,0 2 0 0,-3 1 3 15,0 5 1-15,0 0 0 0,-1 3 0 0,1-1-4 0,0 6-1 0,-3 0 0 0,0 3 0 16,3 2-10-16,-3 0 0 0,0 1 0 0,0-1 0 16,0 0 0-1,-3 3 0-15,3-3 0 0,-3 0 8 0,0-2-8 0,-1 2 0 0,-2-2 0 0,3-1 0 32,-3 1-30-32,3-6 2 0,0 3 0 0,0 0 0 15,0 0-111-15,0 0-21 0,0-5-5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27:14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19931 2122 1743 0,'-12'5'49'0,"6"3"11"0,-3-5-48 0,0 5-12 0,0 2 0 0,-3-2 0 0,0 3 64 0,-3 2 11 0,1 0 1 0,-1 3 1 16,0 0 15-16,0 0 4 15,-3 3 0-15,-3-1 0 0,0 1-47 0,1 2-9 16,-1-3-1-16,0 4-1 0,3-1-38 0,-3 0 0 0,6-3 0 0,-3 9-12 15,7-6 33-15,-1 3 7 16,3 0 0-16,0 5 1 0,3-3-29 0,3-2 0 0,3 0 0 0,3-3 0 16,0 0 0-16,3-8 0 0,3 3 0 0,3-8 0 31,2 5-20-31,4-10-6 0,3 5-2 0,0-8 0 0,3 0 74 0,-3-3 14 0,-1 3 4 0,1-8 0 16,-3 1-52-16,0 1-12 0,-3-2 0 0,-3-5 0 15,-3 2 0-15,0 1 0 0,-3-1 0 0,-6-2 0 16,0 0 54-16,-3-3 8 0,-6 3 2 0,0-3 0 15,-6 0-41-15,-3 0-8 0,-6-5-2 0,-3 5 0 16,-2-5-4-16,-1 5-1 0,-3 3 0 0,-3-3 0 16,4-3-23-16,2 4-5 0,3-1 0 0,0 0-1 15,4-3 21-15,2 3 0 0,3-2 0 0,3-1 0 16,0 3 0-16,6 1 0 0,0-1 0 0,3-3 0 16,3 1 11-16,3-1 6 0,0 3 2 0,3 0 0 0,0 0-19 15,3-2 0-15,3 7 0 0,0-2-9 16,3-3 9-16,0 8 0 0,3-5 0 0,3 5-8 0,0 0 8 15,2 0 0-15,4 0 0 0,0 3 0 0,3 5 0 0,0-5 0 16,-1 10 0-16,1-2 0 0,-3 2 0 0,-3 8 0 16,0-5 0-16,-4 13-8 0,1-5-3 0,-3 8 0 15,-3 2 0-15,-3-2 0 0,3 5 11 0,-3 1 0 16,-3-1 0-16,3 2 0 16,-3-2-53-16,-3 1-9 0,0-1-2 0,0 0 0 15,0 0-51-15,-3 0-10 0,0 3-3 0,-3 2-921 0</inkml:trace>
  <inkml:trace contextRef="#ctx0" brushRef="#br0" timeOffset="245.89">20106 2490 2188 0,'0'0'48'0,"0"0"11"0,0-8 1 0,3 3 1 0,0 2-49 0,0-5-12 0,3 5 0 0,0 1 0 15,0-4 105-15,0 4 19 0,3-3 3 0,-3 5 1 16,3-3-52-16,3 3-9 0,-3 0-3 0,0 0 0 16,3 0-51-16,-3 0-13 0,2 0 0 0,1 3 0 15,3 2 0-15,3-5 0 0,3 2 0 0,0 4 0 16,0-6 0-16,2 5 0 0,7 3 0 0,-3-5 0 16,3 2-100-16,0 3-22 0,-1-5-5 0,1 2-1025 15</inkml:trace>
  <inkml:trace contextRef="#ctx0" brushRef="#br0" timeOffset="489.644">21044 2135 2188 0,'0'-8'48'0,"-3"0"11"0,3-5 1 0,-3-3 1 0,3 3-49 0,-3-3-12 16,0 0 0-16,3 6 0 0,-3-1 105 0,3-2 19 0,0 5 3 0,-3 0 1 15,3 0-59-15,0 8-11 0,0 0-2 0,0 0-1 16,0 0-15-16,0 0-2 15,0 0-1-15,-3 11 0 0,3 2-11 0,-3 3-2 16,0 2-1-16,0 6 0 0,0 5-11 0,0 0-1 0,0 3-1 0,0 5 0 16,0-2-10-16,0-4 0 0,0 4 0 0,0 2 0 15,1-5-8-15,-1 2-8 0,3-5 0 0,-3 5-1 32,0 1-91-32,0-3-17 0,0 2-4 0,3-5-1 15,-3-5-84-15,0 0-17 0</inkml:trace>
  <inkml:trace contextRef="#ctx0" brushRef="#br0" timeOffset="959.646">20883 2440 1998 0,'0'0'44'0,"-6"-8"8"0,3 0 3 0,3 0 1 0,-3 0-44 16,3-5-12-16,0 5 0 0,3-6 0 15,0 7 72-15,3-1 12 0,3 0 2 0,0 0 1 0,6 0-29 0,-3 2-6 16,3-1 0-16,0 1-1 0,0 4-13 0,2-4-2 15,1 4-1-15,3-4 0 16,0 4-22-16,3 2-4 0,3-6-1 0,2 6 0 0,1 0 7 16,-3 6 1-16,3-6 0 0,-1 2 0 0,-5 6-16 0,0-2 0 15,-3 2 0-15,0 5 0 0,-9-3 0 16,0 4 0-16,-1-1 0 0,-5 3 0 0,-3 0-15 0,-3-3 4 16,0 3 1-16,-6 5 0 0,3-8 2 0,-5 6 0 15,-1 2 0-15,-3 0 0 0,3 0-4 0,-3-5 0 16,3 5 0-16,0-5 0 0,3 5 0 0,0-10-1 0,3 2 0 15,0 0 0-15,6-2 13 0,-3-3-11 0,6 2 11 0,0-7-10 16,3 2 10-16,3-5 0 16,0 0 0-16,0 0 0 0,0-8 9 0,0 8 7 0,2-10 2 15,-2 2 0-15,3-3 18 0,0 3 3 0,0-5 1 16,3-3 0-16,-3-2 1 0,0 2 1 0,-4-3 0 0,4 1 0 16,0-1 3-16,0 1 1 0,-3-3 0 15,0 5 0-15,-3 0-12 0,0 0-2 0,-3-5-1 0,0 5 0 16,-6-3-17-16,0 9-3 0,-3-9-1 0,0 9 0 15,-6-6-10-15,0 3 0 0,-3 5 0 0,0-6 8 16,-6 6-25-16,3 0-6 0,0 3-1 0,-2 3 0 16,2 2-34-1,3-6-7-15,-3 12-2 0,3-6 0 0,3 7-139 0,0-4-28 16,6 8-6-16</inkml:trace>
  <inkml:trace contextRef="#ctx0" brushRef="#br0" timeOffset="1141.992">21809 2474 2142 0,'0'0'47'0,"6"-5"9"0,-3 5 3 0,3-3 1 0,3 0-48 0,-3 3-12 0,6-2 0 0,0-4 0 0,0 4 116 0,-1 2 20 15,4-5 4-15,-3 2 0 0,6-2-60 0,-3 2-13 16,6 3-3-16,-3-5 0 0,0 2-51 0,2 0-13 16,-2 1 0-16,3-4 0 0,0 4 0 0,0 2 0 15,0-5 0-15,-4 2-851 16,4-2-173-16</inkml:trace>
  <inkml:trace contextRef="#ctx0" brushRef="#br0" timeOffset="2038.826">22648 2231 1645 0,'0'0'36'0,"-6"0"7"0,1-6 1 0,-1 4 4 0,0-4-39 0,3 6-9 0,0-8 0 0,0 3 0 15,0 2 100-15,3-4 17 0,0-1 4 0,0 2 1 16,3-2-43-16,0 0-9 0,0 0-2 0,3-2 0 15,3-1-34-15,-1 3-7 0,1-5-2 0,6 5 0 16,0 0 31-16,3-5 7 0,6 5 1 0,0 0 0 16,2 3-52-16,1 2-12 0,0-5 0 0,3 8 0 15,-3-5 0-15,-4 5 0 0,1 0 0 0,-3 0 0 16,-3 5 0-16,-3-5 0 0,0 3 0 0,-3 2 0 16,-3-2 0-16,-1 2 0 0,-2 3 0 0,-3 0 0 15,0 5 0-15,-3-5 0 0,-3 5 0 0,0 3 0 16,-3-5 26-16,0 2 2 0,-2 3 1 0,-1-3 0 15,-3 3-46-15,0-3-10 16,0 3-1-16,-6-3-1 0,3 1 29 0,0-4 0 0,0 3 11 0,-2-5-3 16,5 6-8-16,0-6 0 0,0 0 0 0,3-3-8 15,3 3 8-15,0-6-8 0,3 4 8 0,3-6-8 0,3 2 8 16,0 4 0-16,3 2 0 0,3-6-8 0,0 1 8 16,3 0 0-16,3 2-9 0,-1-5 9 15,1 2 0-15,3 4 0 0,-3-6 0 0,0 2 0 0,0-2 0 0,-3 6 0 16,0-6 0-16,0 2 0 0,-1 4 0 0,1-1 18 15,-3-2-3-15,0 2-1 0,0 3-14 0,0-6-12 16,-3 6 3-16,0 3 0 0,-3-3 58 0,-3 2 12 16,0 4 3-16,-3-1 0 0,0 3-52 0,-3 0-12 15,0 0 0-15,-3 5 0 0,0-5 0 0,-3 2 0 0,0 1 0 0,-5-1 0 16,-1-2 0-16,-3 0-13 0,-3 0 2 0,-3 2 1 16,0-7 10-16,-2 7 0 0,-1-7 0 0,0 2 0 15,3 0 11-15,1-5-3 0,2 3 0 0,0 2 0 16,3-5-8-16,0 0 0 0,3 0 0 0,1-3 0 31,2 1-168-31,0-4-36 0,-3 4-8 0</inkml:trace>
  <inkml:trace contextRef="#ctx0" brushRef="#br0" timeOffset="8558.711">16740 3612 1090 0,'0'0'24'0,"0"0"4"0,0 0 2 0,0-8 2 0,0 3-32 0,0-1 0 0,0 1 0 0,0 2 0 16,0 1 115-16,0-6 17 15,0 2 3-15,3 4 1 0,-6-6-13 0,3 0-3 0,0 3 0 0,-3-1 0 16,3 4-19-16,-3-6-4 0,3 2-1 0,-3 1 0 16,3 5-25-16,-3-5-6 0,3 5-1 0,0 0 0 15,0 0-27-15,0 0-5 0,0 0-2 0,-6 0 0 16,6 0-30-16,-6 3-15 0,0 2 2 0,0 5 0 15,0 4 13-15,3-4 0 0,-3 9 0 0,0-6 0 16,3 5 0-16,0-2 0 0,0 3 0 16,-3-1 0-16,6 4 0 0,-3-1 0 0,6 0 0 0,0 3 0 15,0-6 0-15,3 6 0 0,0-11 0 16,0 6 0-16,3-3-40 16,0-6-4-16,0 1-2 0,3-6 0 0,0 0 19 0,0-2 4 0,3-3 1 0,0-3 0 15,-1-2 6-15,-2 0 0 0,3-6 1 0,0 1 0 16,3-1 15-16,-6-5 0 0,3 0 0 0,-3 3 0 15,-3-3 0-15,0 3 0 0,-1-3 8 0,1 3-8 16,-3-3 39-16,-3 0 1 0,0 6 0 0,0-1 0 16,0-5 4-16,-3 6 0 0,0-4 1 0,0 4 0 15,0 2-18-15,0 0-4 0,-3 0-1 0,0 5 0 0,3 3-12 16,0 0-2-16,0 0-8 0,0 0 12 16,0 0-12-16,0 11 0 0,-3-3 0 0,3 2 0 0,0 1 0 15,0 0 0-15,3 2 0 0,0 0 0 0,0 3 0 0,3-6 0 16,0 4 0-16,0-1 0 15,0-2-33-15,3-1 0 0,0 1 0 0,0-3 0 0,0 0 33 16,3-3 0-16,0 0 0 0,-4-5 0 0,4 0 24 0,0 0 11 16,-3-8 2-16,3 0 1 0,0 0-17 0,-3-2-3 0,0-1-1 15,0-2 0-15,0 0 32 0,0-1 7 0,-3 4 0 0,3-3 1 16,-3-1-33-16,-1-1-6 0,1 1-2 0,0-2 0 16,-3 1 13-16,3 1 3 0,-3-2 0 0,-3 1 0 15,3-1 0-15,-3-3 0 0,3 1 0 0,-3-1 0 31,3 1-54-31,-3 2-10 0,0 3-3 0,3-3 0 16,-3 5-16-16,0 0-3 0,0 6-1 0,0 5 0 16,0 0-134-16,0 0-27 0,0 0-6 0,6 5-896 0</inkml:trace>
  <inkml:trace contextRef="#ctx0" brushRef="#br0" timeOffset="8894.778">17282 3789 2188 0,'0'0'48'0,"0"0"11"0,0 0 1 0,0 0 1 0,0 0-49 0,3 0-12 15,3-8 0-15,0 8 0 0,-1-8 104 0,1 3 17 16,3 0 4-16,-3-3 1 0,0 5-55 0,3-5-11 16,-3 0-3-16,3 3 0 0,-3 0-17 0,3-3-4 15,0 5-1-15,0-5 0 0,0 3-18 0,0-1-3 16,0 4-1-16,0-1 0 0,-1 1-13 0,1-1 11 15,0 3-11-15,0 0 10 0,0 0-10 0,0 0 0 16,0 0 0-16,-3 3 0 0,3 2 0 0,-3 0 8 16,0 6-8-16,-3 2 0 0,3-2 19 0,-3 7-2 15,0-5 0-15,-3 11 0 0,-3-3-28 0,0 3-5 16,0 0-2-16,-3 2 0 0,-3-2 29 0,0 0 5 16,3 2 2-16,-3-4 0 15,0 1-66-15,-3 1-12 0,3 0-4 0,-3 2 0 0,3-2 48 0,1 3 16 0,-4-3-9 0,3 2 9 31,3-2-114-31,0-6-18 0,3 1-3 0</inkml:trace>
  <inkml:trace contextRef="#ctx0" brushRef="#br0" timeOffset="9094.882">17374 4072 1965 0,'-9'-10'43'0,"6"4"9"0,-3-2 1 0,0 0 3 16,3 1-44-16,0-1-12 0,0-3 0 0,3 6 0 15,-3-3 97-15,3 2 18 0,3 1 3 0,0 3 1 0,0-6-47 0,0 5-10 16,3-2-2-16,-3 2 0 16,3 0-16-16,0 3-3 0,3-5-1 0,-3 5 0 15,3-3-22-15,3 3-5 0,0-5-1 0,-1 5 0 0,4-3-12 0,-3 1 0 16,6-1-9-16,0 1-818 16,0-1-163-16</inkml:trace>
  <inkml:trace contextRef="#ctx0" brushRef="#br0" timeOffset="10928.298">18184 3678 2070 0,'0'0'45'0,"0"0"10"0,0 0 1 0,0 0 3 0,0 0-47 0,0 0-12 0,0 0 0 0,0 0 0 15,0-8 68-15,0 8 11 0,-3-5 2 0,3 5 1 16,0-6-54-16,0 6-12 0,0 0-1 0,0 0-1 15,0 0-14-15,0 0 0 0,3-5 0 0,0 2 0 16,2 3-50-16,1-2-10 0,0 2-1 0,3 0-616 16,0 0-123-16</inkml:trace>
  <inkml:trace contextRef="#ctx0" brushRef="#br0" timeOffset="11113.251">18603 3649 1940 0,'0'0'43'0,"0"0"9"0,0 0 1 0,0 0 1 0,0 0-43 0,0 0-11 0,0 0 0 0,0 0 0 0,3-5 57 16,-3 5 10-16,3-3 1 0,0 3 1 15,-3 0-4-15,6-5-1 0,-3 2 0 0,3 0 0 0,0 3-64 0,0 0-25 16,3-2 1-16,0-1 0 16,0 3-116-16,0-3-22 0,17-7-5 0,-2 2-1 0</inkml:trace>
  <inkml:trace contextRef="#ctx0" brushRef="#br0" timeOffset="11292.037">19243 3599 2005 0,'0'0'44'0,"0"0"8"0,6-3 3 0,-3 0 2 0,3 3-45 0,-3-2-12 0,3-1 0 0,-6 3 0 16,3-3 95-16,-3 3 17 0,6 0 3 0,-6 0 1 15,0 0-52-15,3-2-11 0,3-4-1 0,0 6-1 16,-3-2-35-16,3 2-8 0,0 0 0 0,0-6-8 15,3 6-12-15,-3 0-10 0,2 0-2 0,4-2-741 16,-3 2-149-16</inkml:trace>
  <inkml:trace contextRef="#ctx0" brushRef="#br0" timeOffset="11488.633">19901 3606 2188 0,'0'0'48'0,"0"0"11"0,0 0 1 0,0 0 1 0,0 0-49 16,0 0-12-16,0 0 0 0,0 0 0 0,0 0 105 0,0 0 19 16,0 0 3-16,0 0 1 0,0 0-54 0,3 6-10 15,0-4-3-15,-3-2 0 0,6 0-49 0,-3 3-12 16,3 0 0-16,0-1 0 0,0-2-16 0,0 0-7 16,3 3-1-16,0-3-812 15,0 0-162-15</inkml:trace>
  <inkml:trace contextRef="#ctx0" brushRef="#br0" timeOffset="12439.2">20821 3464 1792 0,'0'0'51'0,"0"0"10"0,0-8-49 0,0 2-12 0,0 1 0 0,0 2 0 16,0 3 111-16,0-5 19 0,0 5 4 0,0 0 1 16,0 0-48-16,0 0-10 0,0 0-1 0,0 0-1 15,-6 0-39-15,0 5-8 0,0 3-2 0,0 0 0 16,0 6-26-16,0-4 8 0,-3 3-8 0,3 1 0 15,0-1 20-15,3 3-2 0,-3-3 0 0,0 3 0 32,3 0-49-32,3-3-9 0,-3 3-3 0,3-3 0 0,3 3-33 15,-3-6-8-15,3 1 0 0,3 5-1 0,0-8 11 16,3 0 2-16,0-3 1 0,0 3 0 0,3-5 3 0,0-3 0 0,0 0 0 16,0-3 0-16,0-2 44 0,0-1 10 0,-1 1 2 0,1 0 0 0,0-3 28 15,0 0 5-15,0-3 2 0,-3 3 0 16,0-2 61-16,-3-1 13 0,0-2 3 0,0 2 0 0,0 1-16 15,0-1-4-15,-6 1 0 0,3-3 0 0,-3 2-24 0,0 0-6 16,0 3-1-16,3 0 0 0,-6 1-17 16,3 1-4-16,0 6-1 0,0 0 0 0,0 0-14 0,0 0-2 15,0 0-1-15,0 0 0 0,-6 8-10 0,3 3 0 16,0-3 0-16,0 5 0 0,3 3 0 0,0-6 0 16,3 6-8-16,0 3 8 0,0-6-8 0,3 3 8 15,0-3-10-15,0 3 10 0,2-5-16 0,-2 2 4 0,3 0 0 16,3-5 0-16,-3 0 12 0,0-3 0 15,3 1 0-15,-3-4 0 0,3 1 0 0,0-3 13 16,-3-3-1-16,3 1 0 0,-3-4-12 0,2 1 0 16,-5 0 0-16,3-3 0 0,-3 0 54 0,0 0 8 15,0 0 2-15,-3 0 0 0,0-5 0 0,0 2 0 0,0 1 0 0,0-1 0 16,-3-2-52-16,3 5-12 0,-3-8 0 0,3 3 0 16,-3-1 0-16,0 1 0 0,0-3 0 0,0 0 0 15,0 1 0-15,0-1 0 0,0-3 0 0,0 3 0 16,0 0 0-16,3 1 0 0,-3 4 0 0,3 0 0 31,0 3-116-31,0 1-27 0,3 7-5 0,-3-6 0 0,3 6-67 16,0 6-13-16,0 1-2 0</inkml:trace>
  <inkml:trace contextRef="#ctx0" brushRef="#br0" timeOffset="12663.308">21336 3585 2127 0,'0'0'47'0,"0"6"9"0,-3 2 3 0,3-3 1 0,0-5-48 0,0 8-12 16,0-6 0-16,0 4 0 0,0-1 107 0,0 3 19 15,0 0 4-15,0 0 1 0,0-6-47 16,0 6-8-16,0 3-3 0,0-3 0 16,0 0-28-16,0 0-5 0,0 5-2 0,0-2 0 0,0-1-18 0,0 6-4 15,0-3-1-15,0 3 0 0,0 0-15 0,-3 0 0 16,3 0 0-16,-3 0 0 0,3 2 0 0,-3-5 8 16,0 3-8-16,3-2 0 0,-3-1 0 0,0 0 0 15,3 0 0-15,-3 0 0 0,0-2-16 0,3 0-2 16,-3-3-1-16,3 0 0 15,-3-1-35-15,3-1-7 0,0-6-2 0,0 0 0 16,0 0-183-16,0 0-37 0</inkml:trace>
  <inkml:trace contextRef="#ctx0" brushRef="#br0" timeOffset="13280.118">21538 3522 2145 0,'0'0'47'0,"0"-3"9"0,6-5 3 0,-3 6 2 0,0-4-49 15,0 4-12-15,3-6 0 0,-3 2 0 0,3 4 98 0,-6 2 17 0,3-3 3 0,-3 3 1 16,0 0-27-16,3 3-6 0,0-1-1 0,0 6 0 16,-3 0-68-16,0 3-17 0,0-3 0 0,-3 8 0 15,3-8 0-15,-3 5 0 0,0 3 0 0,-3-6 0 16,3 4 0-16,3-1 0 0,-3-3 0 0,3 4 0 0,0-1 0 0,0-3 0 15,3 4 0-15,0-1 0 16,0-5-48-16,3 5-12 0,0-5-4 0,0 3 0 16,3-6 12-16,0 0 3 0,0 3 0 15,2-8 0-15,1 0 15 0,0 0 3 16,-3-5 1-16,3 0 0 0,-3-1 18 0,3 1 12 0,-3 0-13 0,3-3 5 0,-3 0 23 0,0-3 5 16,0 6 0-16,-3-8 1 0,0 2 31 0,2 0 5 15,-2-4 2-15,0 1 0 0,-3 4-5 0,0-6-1 16,-3 3 0-16,0-1 0 0,3 4-18 0,-3-1-4 15,0 1-1-15,0 2 0 0,-3 0-14 0,3 8-4 16,0 0 0-16,0 0 0 0,0 0-4 0,0 0-8 16,0 0 11-16,-3 8-11 0,0 0 0 0,3 2 0 15,-3 4 0-15,3-1 0 0,0 0 0 0,0 3 0 16,3-3 0-16,-3 3 0 0,3 0 0 0,0-3-14 0,3 3 4 0,-3-5 1 16,3 2-9-16,0 0-2 0,3-2 0 0,-3 2 0 15,3-5 20-15,0 0 0 0,0-3 0 0,0 0 0 16,0-2 0-16,0 0 0 0,3-3 0 0,-4-3 0 15,1 0 0-15,0-2 0 0,3 0 0 0,-3 2 0 16,0-5 48-16,0-2 12 0,-3-1 4 0,3 3 0 16,0-5-52-16,-3 2-12 0,0 1 0 0,3-1 0 15,-3-2 54-15,0 0 8 0,0-1 2 0,-4 1 0 16,4 0-52-16,0-6-12 0,-3 3 0 0,3-2 0 16,0 5-13-16,-3-8-6 0,0 5-1 0,0-6 0 15,0 7 4-15,-3-1 1 0,3 3 0 0,0 5 0 16,-3-3-86-16,3 3-18 0,0 5-3 15,0-2-1-15,-3 5-129 0,6 0-25 16</inkml:trace>
  <inkml:trace contextRef="#ctx0" brushRef="#br0" timeOffset="13696.338">22172 3726 2188 0,'0'0'48'0,"0"0"11"0,0 0 1 0,0 0 1 0,0 0-49 0,3 5-12 0,3-2 0 0,-3 2 0 16,0 0 54-16,-3 3 8 0,3-5 2 0,0 5 0 15,-3 0-20-15,3 2-4 0,-3 1-1 0,3-1 0 16,-3 6-11-16,0-5-3 0,0 2 0 0,0 0 0 16,0-2-25-16,0 2 0 0,3 0 0 0,-3-2 0 15,0-1-8-15,0 1-8 0,3 0 0 0,0-3-1 16,-3-1 27-16,3 1 6 0,0 0 0 0,0-5 1 15,3 0-17-15,-3 2 0 0,3-5 0 0,0 3 0 16,0-6 0-16,0 3 0 0,0-5 0 0,-1 2 0 16,4 0 55-16,-3-2 7 0,3 2 2 0,0-5 0 15,-3 1 0-15,0-1 0 0,3 2 0 0,-3-7 0 16,0 2-52-16,0-2-12 0,0 0 0 0,-3 0 0 16,0-3 54-16,0 0 8 0,0 0 2 0,0 0 0 15,-3 3-52-15,0-5-12 0,-3 2 0 0,0 5 0 16,0-5 0-16,-3 6 0 0,0 2 0 0,0-3 0 15,-3 6 0-15,0 0 0 0,0 2 0 0,0-2 0 16,-3 2-48-16,0 3-13 0,1 0-3 16,-1 0 0-16,0 3-153 0,0 2-31 0,0-2-7 15,-3-1-1-15</inkml:trace>
  <inkml:trace contextRef="#ctx0" brushRef="#br0" timeOffset="14618.973">22517 3260 1728 0,'0'0'38'0,"0"0"8"0,0 0 2 0,0 0 0 0,0 0-39 0,0 0-9 0,0 0 0 0,0 0 0 16,0 0 104-16,0 0 20 0,0 0 3 0,0 0 1 15,3 5-52-15,0-2-9 0,0-1-3 0,0 6 0 16,0 0-51-16,0 0-13 0,-3 0 0 0,3 5 0 16,0 3 54-16,0-5 8 0,-3 7 2 0,0 1 0 15,3-1-52-15,-3 4-12 0,3 1 0 0,-3 1 0 16,3 3 0-16,-3-6 0 0,0 5 0 15,3 3 0-15,-3-2 0 0,0-1 0 0,0 3 0 16,0 1 0-16,-3 4 0 0,0-2 0 16,3 2 0-16,-3 3 0 0,-3 0 0 0,3 0 0 0,-3 0 0 0,0 0 0 15,0-2 0-15,1 4 0 0,2 4 8 0,-3 4-8 16,0 1 15-16,3 0-3 0,-3-3-1 0,0 2 0 16,3-2-3-16,-3 3 0 0,3 2 0 0,0 8 0 15,-3-2 0-15,3-1-8 0,0 1 12 0,-3 0-4 16,3-3 8-16,-3 5 2 0,3 5 0 0,-3 3 0 15,0-7-2-15,3-1 0 0,-3 0 0 0,0 3 0 16,0 2-16-16,0 1 0 0,0-1 0 0,0 4 0 16,1-9 0-16,-1 3 0 0,3 2 0 0,-3 9 0 15,3-4 37-15,0-4 1 0,0-3 0 0,0 2 0 0,0-2-10 0,0 3-1 16,0-1-1-16,0 3 0 0,3-8-26 0,-3-2 0 16,0-3 0-16,0 8 0 0,0 0 12 0,0-3-4 15,3 0 0-15,-3 0 0 0,0-10 3 0,0 0 0 16,0-1 0-16,0 3 0 0,0 1-24 15,0-1-5-15,0-2-1 0,0-1 0 0,3-7 45 16,-3 0 9-16,3-6 1 0,-3 3 1 0,0-8-25 0,3 3-4 16,-3-3-8-16,0 3 11 0,3-3-11 0,0 0 0 15,-3-3 0-15,3-2 0 0,0 0 0 0,-3-5 0 16,3-3 0-16,0-3 0 0,0 0-10 0,0-5-7 16,0 0-2-16,0-8 0 15,0 0-107-15,0 0-22 0,0 0-4 0,0-8-1117 0</inkml:trace>
  <inkml:trace contextRef="#ctx0" brushRef="#br0" timeOffset="18559.766">16722 4482 1440 0,'0'0'40'0,"0"0"11"0,0 0-41 0,0 0-10 0,0 0 0 0,0 0 0 16,0 0 105-16,0 0 19 0,-6 0 4 0,6 0 1 15,-6 0-39-15,6 0-8 0,0 0-2 0,-6 3 0 16,6-3-53-16,0 0-11 0,0 0-3 0,0 0 0 16,-3 5 41-16,3-5 8 0,0 0 2 0,0 6 0 15,0-1-56-15,3 0-8 0,0 0-8 0,3 3 8 16,0-5 0-16,3 2 0 0,0-2 12 0,3 2-3 16,0-2 3-16,0 2 0 0,0 0 0 0,2 3 0 15,1-5-12-15,0 2 12 0,3-2-12 0,0 2 12 0,3-2-12 16,-3 0 0-16,-1-1 9 0,1 4-9 0,3-4 0 15,-3-2 0-15,6 5 0 0,-3-5 8 0,5 3-8 0,-2 0 0 16,3-3 0-16,0 2 0 0,0 1 0 0,2 0 0 16,1-1 0-16,3 1 0 0,-3 0 0 15,2-1 8-15,4 4-8 0,3-6 8 0,3 0 3 0,-1 2 1 16,4-2 0-16,5 0 0 0,-2 0-12 16,0 0 8-16,-4 0-8 0,10 0 8 0,-6 0 3 0,5-2 0 15,1 2 0-15,5 0 0 0,-8 0-3 0,2 0-8 16,1 0 12-16,6-6-4 0,-7 6 1 0,7 0 0 15,-4 0 0-15,4 0 0 0,-4-2-9 0,-2 2 8 0,2 0-8 16,7-3 8-16,-7 3-8 0,4 0 0 16,-3 0 0-16,2 0 8 0,-2-3-8 0,-4 1 0 0,7 2 0 0,2-3 0 15,-5 3 8-15,-4 0-8 0,1-3 0 16,6 1 8-16,-7-1-8 0,4 0 0 0,-1 3 0 0,7-5 0 16,-7 5 0-16,1-2 10 0,-1-1-10 0,7-2 10 15,-4-1-10-15,1 1 10 0,-1 2-10 0,4 1 10 16,-6-4-10-16,2 1 0 0,1 0 9 0,8 0-9 15,-8 2 10-15,2-2-2 0,-2-1-8 0,5-2 12 16,-5 3-12-16,2 0 0 0,4 2 0 16,-1-2 0-16,-2 2 8 0,-4-2-8 0,4 2 11 0,8-5-11 15,-8 8 11-15,-1-5-11 0,1 0 10 0,5 2-10 16,-8-2 8-16,2 2-8 0,1-2 0 0,5 2 9 16,-5 3-9-16,-1-5 0 0,-2 2 9 0,2 3-9 15,-2-5 0-15,2 2 0 0,-2 1 0 0,2 2 0 16,-5-3 0-16,-1447 0 0 0,2893 1 0 0,-1441 2 8 15,-5 0-8-15,0-3 0 0,-4 3 0 0,7 0 0 0,-10 0 0 0,1 0 0 16,2 0 0-16,4 0 0 16,-3 0 0-16,-4 0 0 0,1 3 0 0,2-3 0 0,-5 0 0 0,0 0 9 15,-1 0-9-15,4 2 0 0,-1-2 14 0,-2 0-4 16,3 3-1-16,-1-3 0 0,-5 0 2 0,0 0 0 16,2 0 0-16,4 3 0 0,-4-3-11 0,1 0 12 15,0 2-12-15,2-2 12 0,-8 0-4 0,3 0-8 16,-1 0 12-16,4 0-4 0,-3 0 0 0,-1 3-8 15,1 2 12-15,-1-5-4 0,1 0-8 0,-3 3 8 16,-1-3-8-16,4 0 8 0,-3 0-8 16,-1 5 10-16,1-5-10 0,0 0 10 0,-3 0-10 0,-4 3 10 15,4-3-10-15,-3 3 10 0,-4-3-2 0,1 2-8 0,-3-2 12 16,3 0-4-16,-4 0-8 0,-2 0 8 0,3 0-8 0,-6 0 8 16,0 0-8-16,-1 0 0 0,-2-2 0 0,-3 2 8 15,-3 0-8-15,-3 0 0 0,0 0 0 0,-3-3 8 16,0 3-17-16,-3-3-4 0,0 3-1 0,0-5 0 31,-4 5-35-31,-2 0-7 0,3-3-2 0,0-2 0 16,-3 5-177-16,0-5-35 0</inkml:trace>
  <inkml:trace contextRef="#ctx0" brushRef="#br0" timeOffset="20365.623">22913 3501 1497 0,'0'0'32'0,"0"0"8"0,0 0 0 0,0-6 4 0,3 4-36 0,0-6-8 16,0 5 0-16,-3-2 0 0,3 0 104 0,-3 5 20 15,3-6 3-15,-3 6 1 0,3-2-59 0,-3 2-11 16,3-6-2-16,-3 6-1 0,0 0-37 0,0 0-7 0,0 0-2 16,0 0 0-16,0 0 44 0,0 6 9 15,0 4 2-15,0 1 0 0,0-1-52 0,0 6-12 0,0-3 0 0,-3 9 0 16,3-9 0-16,0 5 0 16,0-2 0-16,3 3 0 15,-3-3-47-15,3 0-12 0,3-3-2 0,-3 0-1 16,3-2-3-16,3-1-1 0,-3 1 0 0,3-3 0 0,0-3 42 0,0 3 9 0,0-8 2 0,3 3 0 15,-1-3 13-15,1-3-11 0,-3 3 11 0,3-8-10 16,0 0 10-16,3 0 0 0,-3 3 0 0,0-3 0 16,0 3 12-16,0-3 5 0,-3-3 1 0,0 3 0 15,-4 3 37-15,1-8 7 0,0 5 2 0,-3-3 0 16,0 6 0-16,0-8 0 0,0 2 0 0,-3 6 0 16,0-9 0-16,0 4 0 0,0-1 0 0,0 1 0 15,0-4 0-15,0 1 0 0,-3 3 0 0,3 2 0 16,0-6-52-16,-3 7-12 0,3-1 0 0,0 0 0 15,-3 2 0-15,3 6 0 0,0 0 0 0,0 0 0 16,0 0 0-16,0 0 0 0,0 0 0 0,0 8 0 16,0 0 0-16,3 3 0 0,-3 5 0 0,0 0 0 15,0-3 0-15,0 3 0 0,0 0 0 0,0 5 0 0,-3-5 0 16,3 5 0-16,-3-3 0 0,-3 1 0 0,3 2 0 16,-3 0 0-16,1 6 0 0,-1-1 0 15,-3-2 0-15,0 2 0 0,-3 1 0 0,3-1 0 0,-3-5 11 16,3 3-1-16,-3-5 0 0,-3 2 0 0,3 0-10 0,0-2 0 15,-2-1 0-15,-1-2 8 0,0 3-8 0,-3-9 0 16,0 6 0-16,0-3 0 0,0-2 0 0,3-3 8 16,-2 2-8-16,2 4 0 0,0-9 0 0,3 3 0 15,0 0 0-15,3 0 0 0,0-6-16 0,0 1 4 0,6-3 0 0,3 0 1 32,0 0-111-32,0 0-22 0,3-5-5 0,0-3-615 0,6 0-122 0</inkml:trace>
  <inkml:trace contextRef="#ctx0" brushRef="#br0" timeOffset="20863.64">23274 3892 1646 0,'0'0'47'0,"0"0"9"0,0 0-44 0,0 0-12 16,-3 0 0-16,0-8 0 0,3 8 136 0,-3-5 24 16,3 0 6-16,-3-1 1 0,3 1-60 0,0-3-12 15,3 3-3-15,-3 2 0 0,3-7-32 0,3 4-6 16,-3 1-2-16,2 0 0 0,1 2-18 0,0-5-4 15,3 0-1-15,0 6 0 0,-3-4-12 0,3 4-2 16,0-1-1-16,3-2 0 0,-3 2-14 0,0 3 8 16,0 0-8-16,-3 0 0 15,3 0 0-15,-3 3 0 0,0 2 0 0,-1-2 0 0,-2 2 0 0,0 3 0 16,0 0 0-16,-3 5 0 0,3-5 0 0,-3 5-10 16,-3-2 10-16,0 2-12 0,0 3-7 0,0-3-1 15,-2 0-1-15,-4 3 0 16,3-5-4-16,0 2-1 0,-3 0 0 0,3-2 0 0,-3 2 8 0,3-2 2 15,0-3 0-15,0 2 0 0,3-2 16 0,0 0-8 0,3-3 8 0,0 1 0 16,0-1-9-16,3 0 9 16,-3-5 0-16,6 6-9 0,0-4 9 0,0 4 0 0,3-6 0 0,-3 2-8 15,3-2 8-15,0 0 0 0,0 0 0 0,0 0 0 16,-1-2-15-16,4 2 3 0,-3-6 0 0,3 4 0 16,0-6-145-1,0 0-29-15</inkml:trace>
  <inkml:trace contextRef="#ctx0" brushRef="#br0" timeOffset="21437.233">23794 3559 1792 0,'0'0'51'0,"0"-5"10"0,-3-3-49 15,3 0-12-15,0 0 0 0,0-3 0 0,0 3 105 0,3 0 19 16,-3 0 3-16,3 0 1 0,-3 0 0 0,3 1 0 16,0 1 0-16,-3 4 0 0,0 2-103 0,0 0-25 15,0 0 0-15,0 0 0 0,0 0 0 0,0 0 0 16,0 0 0-16,0 0 0 0,3 8 0 0,-3-3 0 0,3 5 0 0,0 4 0 16,-3-4 0-16,3 1 0 0,0 5 0 15,0-6 0-15,0 4 0 0,3-1 0 0,0-3 0 0,0 4 0 31,3-7-46-31,0 1-14 0,6-2-4 0,-3-1 0 16,3 0 0-16,-3-2 0 0,2-3 0 0,4 0 0 0,-3 0 43 0,3-3 8 0,-3 3 1 0,0-5 1 16,0 2 3-16,0-2 0 0,-1 2 0 15,-2 1 0-15,-3-6 21 0,3 0 5 0,-3 0 1 0,-3 3 0 16,3-3 36-16,-3 0 7 0,-3-3 2 16,3 3 0-16,-3 0 0 0,-3 0 0 0,0-2 0 0,3 2 0 15,-3 3 0-15,0-3 0 0,0 0 0 0,-3-6 0 16,3 7-52-16,0-1-12 0,-3 0 0 0,0 0 0 15,3 2 0-15,0 1 0 0,0 5 0 0,0 0 0 16,0 0 0-16,0 0 0 0,0 0 0 0,0 0 0 16,-3 5 0-16,0 3 0 0,0 6 0 0,0-6 0 15,0 5 54-15,-3 3 8 0,3 0 2 0,-3 5 0 16,0-5-103-16,0 5-20 0,0-5-4 0,-3 5-1 0,0-5 103 16,0 5 20-16,1-5 4 0,-1 5 1 0,-3 0-52 0,3 0-12 15,-3 6 0-15,3-1 0 0,-3-2 0 0,0 0 0 16,3 2 0-16,-3-7 0 0,3 2 0 0,-3-3 0 15,4 1 0-15,-1-3 0 16,3 2-48-16,-3-4-13 0,3 1-3 0,0-4 0 16,0 0-64-16,3-1-14 0,0-2-2 0,0 0-623 15,3-3-124-15</inkml:trace>
  <inkml:trace contextRef="#ctx0" brushRef="#br0" timeOffset="21698.601">24161 3863 1728 0,'3'-13'49'0,"0"10"11"0,2-7-48 0,1-1-12 0,-3 3 0 0,0 0 0 16,3 0 118-16,0 0 22 0,-3 3 4 0,0 0 0 16,0 2-12-16,-3 3-4 0,0 0 0 0,0 0 0 15,0 0-102-15,0 0-26 0,0 0 0 0,3 8 0 16,0-3 56-16,0 3 7 0,-3 3 1 0,0 2 0 16,0-2-52-16,0 2-12 0,-3 0 0 0,0 0 0 15,0 3 0-15,0-5 0 0,0 2 0 0,0 3 0 16,0-3 9-16,0 0-1 0,-3 3 0 0,0 0 0 15,3-3-8-15,-2 1-11 0,2-4 3 0,0 3 0 16,0-2-134 0,-3 0-26-16,3-1-6 0,0-2-574 0,0 3-116 0</inkml:trace>
  <inkml:trace contextRef="#ctx0" brushRef="#br0" timeOffset="22667.463">24393 3479 1773 0,'0'0'50'0,"0"-5"11"0,0 3-49 16,0-6-12-16,3 2 0 0,0 1 0 0,-3-3 124 0,3 5 23 16,0-2 4-16,-3 3 1 0,3-4-68 0,-3 6-12 15,3-2-4-15,-3 2 0 0,0 0-28 0,0 0-7 16,0 0-1-16,0 0 0 0,0 0-18 0,0 0-4 16,3 2-1-16,0 6 0 0,0 3-9 0,-3 5 0 15,3-3 0-15,-3 3 0 0,2 0 0 0,1-3 0 16,0 3-10-16,3 0 10 0,0-1 0 0,3 1 0 0,0 3 0 15,3-9 10 1,3 1-59-16,0 5-12 0,3-8-3 0,-3-3 0 16,2 3 0-16,1 0 0 0,0-8 0 0,0 3 0 0,-3-3 38 0,0 0 7 15,0-3 2-15,0 3 0 0,-4-5 17 0,1-1 0 0,0 4 0 16,0-4 0-16,-3 4 0 0,0-3 9 0,-3-3-1 0,-3 2 0 16,3-2 52-16,-3 3 11 0,-3 0 1 0,3-3 1 15,-3-3-7-15,0 1-2 0,-3 2 0 0,3 0 0 16,-3-3 0-16,0 3 0 0,0-2 0 0,0 2 0 15,0-3-51-15,-3 3-13 0,3 0 0 0,0 0 0 16,-3 6 54-16,3-9 8 0,-3 6 2 16,3 2 0-16,3 3-52 0,0 0-12 0,0 0 0 0,0 0 0 15,0 0 0-15,-6 3 0 0,0 2 0 0,3 0 0 16,-3 3 0-16,3 6 0 0,0-4 0 0,-2 3 0 16,2 3 0-16,0 3 0 0,0-3 0 0,0 0 0 15,0 2 0-15,0 1 0 0,3-1 0 0,-6 6 0 0,3-3 0 0,-3 3 0 16,3 0 0-16,-3 5 0 0,3-5 0 0,-3 2 0 15,3 3 0-15,-3-5 0 0,0 0 0 0,0 2 0 16,0-5 0-16,-3 3 0 0,0-3 0 0,3 1 0 16,-6-4 0-16,4 3 0 0,-4-5 0 0,0 3 0 15,0-1 0-15,0 3 0 0,-3-5 0 0,3 3 0 16,-3-3 0-16,0 0 0 0,3-1 0 0,-2-1 0 16,5-1 0-16,-3-3 0 0,3-2 0 0,0-2 0 0,3-1 0 15,6-5 0 1,0 0-100-16,0 0-22 0,0 0-5 0,3-8-1 15,3-3-65-15,3 1-14 0,3-3-2 0,6-3-759 0</inkml:trace>
  <inkml:trace contextRef="#ctx0" brushRef="#br0" timeOffset="22981.981">24723 3988 1785 0,'0'0'39'0,"6"-8"8"0,-3 2 1 0,3 1 4 0,0 2-42 0,-3-5-10 0,0 3 0 0,0 2 0 16,0-2 92-16,-3 5 16 0,0 0 3 0,0 0 1 15,0 0-39-15,0 0-7 0,0 0-2 0,0 0 0 16,-3 8 0-16,0-3 0 0,3 3 0 0,-3 3 0 15,0 0-51-15,3-4-13 0,-3 1 0 0,3 3 0 16,0 0 0-16,0-3 0 0,0-3 0 0,3 3 0 16,0 0 0-16,0 0 0 0,0 0 0 0,3-1 0 15,3-1 0-15,-3 2 0 0,3 0 0 0,-3-6 0 16,6 4 0-16,-4-4 0 0,1 1 0 0,3 0 0 16,0-1 0-16,0-2 0 0,-3 0 0 0,3 0 0 0,-3-2 54 15,0 2 8-15,3-3 2 0,-6 0 0 0,3 1-52 0,-3-4-12 16,0 4 0-16,-1-4 0 0,-2 1 54 15,0-3 8-15,0 3 2 0,-3 0 0 0,3-3-52 0,-3-3-12 16,0 3 0-16,0 0 0 0,-3 0 0 16,0 0 0-16,0 0 0 0,0 0 0 15,-2 0 0-15,-1 3 0 0,0-3 0 0,-3 3 0 0,0 0 0 16,-3 2-8-16,0 0-1 0,0 3 0 16,-6-5-105-16,0 5-21 0,-3 5-4 0,-2-5-1090 0</inkml:trace>
  <inkml:trace contextRef="#ctx0" brushRef="#br0" timeOffset="23639.706">23154 4623 1728 0,'-11'0'38'0,"5"0"8"0,-3 0 2 0,0 2 0 0,0 3-39 0,0-5-9 16,0 3 0-16,-3 2 0 0,6 1 102 0,-3-1 18 15,0 6 4-15,0-3 1 0,0-1-72 0,3 4-14 0,0 0-3 0,-2 2-1 16,2 0-18-16,-3 0-3 0,3 3-1 0,0-3 0 15,0 3-13 1,0 3 0-16,3-6 8 0,-3 6-8 0,3-4 0 0,0-1 0 16,3 2 0-16,0-3 0 0,0 0 0 0,3 0 0 0,0 0 0 0,3 1 0 15,0-4 0-15,3 1 0 16,-3 2 0-16,3-8 0 0,0 1 0 0,0-1 0 0,2-2 0 0,1-1 0 16,0-2 9-16,3 0 9 0,0-5 2 0,0 0 0 15,0-3-20-15,3 0 0 0,-1 0 0 0,1 0 0 16,0-3 34-16,0 6 3 0,-3-8 1 0,0 2 0 15,-3 1 4-15,0-1 1 0,-3 1 0 0,-1-1 0 16,-2-5 3-16,-3 5 1 0,0-4 0 0,-3 1 0 16,-3-2-19-16,0-2-3 0,0 5-1 0,-2-6 0 15,-4 3-13-15,0-2-3 0,-3-1-8 0,0 1 12 16,-3 2-34 0,0 3-7-16,3-1-2 0,-3 6 0 0,0-5 31 0,4 5 0 0,-4 3 0 0,0 0 0 15,0 2-57-15,3 3-6 0,0 0-1 16,3 3 0-16,0-3-86 0,0 5-18 0,3-2-3 15,0 2-1-15</inkml:trace>
  <inkml:trace contextRef="#ctx0" brushRef="#br0" timeOffset="24085.381">23687 4681 1958 0,'0'0'43'0,"-6"0"9"0,0 0 1 0,0 0 3 0,6 0-45 0,-6 0-11 0,-2 0 0 0,2 0 0 16,3 0 92-16,-3 2 17 0,0-2 3 0,0 3 1 16,0 0-59-16,0-1-12 0,3 4-2 0,-3-1-1 15,3 0 1-15,-3 3 0 0,3 0 0 0,0 3 0 16,0-3-32-16,3 2-8 0,-3 1 0 0,3-1 0 16,3 1 0-16,-3 5 0 0,3-8 0 0,0 2 0 31,3 1-32-31,0 0-7 0,3-1-1 0,0-2-1 0,0 3 31 0,3-3 10 0,0-3 0 0,-1 0 0 15,4 0 0-15,0 1-8 0,0-4 8 16,3 1 0-16,-3-3-20 0,3-3 0 0,-3 3 0 0,-1-2 0 16,1-4 42-16,0 1 8 0,0 0 2 0,0-3 0 15,3 0 3-15,-3 0 1 0,-3 0 0 0,3-2 0 16,-4 2 19-16,1-3 4 0,0 3 1 0,-3-3 0 16,0 1-48-16,-3-1-12 0,3 1 0 0,-6-6 0 15,0 3 39-15,-3-1 5 0,0-4 2 0,0 5 0 16,-6-6-28-16,0 3-6 0,0-2 0 0,-3 4-1 0,-3-1-11 15,3 1 10-15,-3 1-10 0,-2 3 10 0,2 2-10 0,-3 0 0 16,0 2 0-16,0 1 8 16,0 2-8-16,0 1 0 0,0 2 0 0,0 0 0 15,-2 0-38-15,-1 2 0 0,0 1 0 0,3 2 0 16,0 1-124-16,3 2-25 0,0 0-5 0</inkml:trace>
  <inkml:trace contextRef="#ctx0" brushRef="#br0" timeOffset="24570.53">24458 4718 1728 0,'0'0'38'0,"0"0"8"0,-6 0 2 0,-3 0 0 0,3 2-39 0,-3 1-9 0,1-3 0 0,-1 5 0 16,0 1 53-16,0-6 9 0,0 5 2 0,0 0 0 15,0 3 0-15,0 3 0 0,0-3 0 0,0-3 0 16,3 8-20-16,-3-2-4 0,3 2-1 0,0-2 0 16,3 2-27-16,0-3-12 0,0 4 10 0,0-1-10 15,0-2 8-15,3-1-8 0,3 1 0 0,0-1 0 16,0 1 0-16,3-3 0 0,3 2 0 0,0-2 0 0,0 0 0 0,3-2 0 15,0-1 0-15,3 0 0 0,0-2 18 16,3-1 1-16,-1-2 0 0,1 0 0 16,0-2 10-16,-3-1 3 0,3-2 0 0,0 0 0 15,0-1 0-15,0 1 0 0,-4-3 0 0,1 0 0 16,-3 0 24-16,0 0 6 0,0 0 1 0,-3 3 0 0,0-6-19 0,-3 3-3 16,-3-2-1-16,0 2 0 0,0-8-12 0,-3 5-4 15,0 1 0-15,0-3 0 0,-6-1-24 0,3 4 0 16,-3-6 8-16,-3 3-8 0,3-3 0 0,-6 5 0 15,0 1 0-15,0-6 0 0,0 5 0 0,0 1 0 16,1-4 0-16,-4 4 0 0,0 2-12 0,0 3-4 16,-3-6 0-16,3 6-1 15,-3-1-178-15,0 4-35 0,1-1-7 0</inkml:trace>
  <inkml:trace contextRef="#ctx0" brushRef="#br0" timeOffset="28033.049">23637 6075 2156 0,'0'0'48'0,"0"0"9"0,0 0 3 0,0 0 0 0,0 0-48 0,0 0-12 0,0 0 0 0,0 0 0 16,0 0 60-16,0 0 11 0,0 0 1 16,3 6 1-16,-3-6-7 0,0 0-2 15,3 2 0-15,-3-2 0 0,6 5-51 0,-3-2-13 16,-3-3 0-16,3 3 0 15,-3-3-48-15,5 5-13 0,-5-5-3 0,3 5-682 16,0 1-137-16</inkml:trace>
  <inkml:trace contextRef="#ctx0" brushRef="#br0" timeOffset="28212.971">23660 6512 1940 0,'0'0'43'0,"-2"8"9"0,-1 0 1 0,0 0 1 0,3-3-43 0,-3 3-11 0,3-3 0 0,0 3 0 15,0-3 101-15,0 3 19 0,0-8 3 0,0 6 1 16,0-6-67-16,3 5-13 0,0 0-2 0,-3-5-1 16,5 3-29-16,-2-1-12 0,0 1 11 0,3 0-11 15,-6-3-32-15,3 0-12 16,3 2-2-16,-3-2-682 0,3 3-136 0</inkml:trace>
  <inkml:trace contextRef="#ctx0" brushRef="#br0" timeOffset="28367.775">23634 7139 1764 0,'0'0'39'0,"0"8"8"0,3 2 1 0,-3 1 1 0,3-3-39 0,0 3-10 16,0-4 0-16,0 1 0 0,0-2 41 0,3-1 7 0,-1 0 0 0,1-2 1 16,0 0-49-16,0-1-14 0,3-2-1 0,-3 3-833 15</inkml:trace>
  <inkml:trace contextRef="#ctx0" brushRef="#br0" timeOffset="29018.151">23122 7718 1497 0,'0'0'32'0,"0"-5"8"0,0 5 0 0,3-5 4 0,-3-3-36 0,0 3-8 0,3-1 0 0,0 4 0 16,-3 2 135-16,0-6 25 0,0 6 4 0,0 0 2 16,3-5-61-16,-3 5-12 0,0 0-2 0,0 0-1 15,0 0-21-15,0 0-4 0,0 0-1 0,0 0 0 16,0 0 0-16,0 0 0 0,0 0 0 0,0 8 0 15,-3 0-51-15,3 0-13 0,-3 2 0 0,0 4 0 16,3-1 30-16,-3 3 3 0,0 5 1 0,0 3 0 16,3 2-26-16,-3 3-8 0,0 0 0 0,3 3 0 15,-3-3 0-15,3 0 0 0,-3-2 0 0,3-1 0 16,0-2 0-16,0 0 0 0,0-3 0 0,0 3 0 16,0-3-24-16,0-2-9 0,3 2-2 15,0 0 0-15,-3-5 35 0,3 2 0 0,0-2 0 0,0 0 0 16,3-3-135-16,0 1-20 0,0-7-4 15,0 1-961-15</inkml:trace>
  <inkml:trace contextRef="#ctx0" brushRef="#br0" timeOffset="29330.982">23580 7859 1743 0,'0'0'49'0,"0"-6"11"0,0 1-48 0,0 0-12 0,0-1 0 0,0 1 0 16,0 0 135-16,3 0 24 16,-3 2 5-16,3-2 0 0,0 2-62 0,-3 3-13 0,3-3-2 0,3 1-1 15,-6 2-26-15,0 0-4 0,3 0-2 0,-3 0 0 16,3 5-13-16,0-2-2 0,0 5-1 0,0 0 0 16,-3 2-18-16,0 3-4 0,0 3-1 0,0 3 0 15,0-1-15-15,0 1 11 0,-3-1-11 0,0 3 10 16,3-2-10-16,-3-3 0 0,3 2 0 0,-3-2 0 15,0 0 0-15,3 0 0 0,-3 0 0 0,0 0 0 16,3-3 0-16,-3 0-19 0,3 0 3 0,-3 3 1 16,3-2-25-1,0-4-6-15,-3 3-1 0,3-2 0 0,0 0-105 16,3-1-20-16,-3 1-5 0,6-3-875 0</inkml:trace>
  <inkml:trace contextRef="#ctx0" brushRef="#br0" timeOffset="29674.928">23979 7830 1908 0,'0'0'42'0,"3"-6"9"0,-3 1 1 0,0 0 1 0,3-1-42 0,0 1-11 15,-3 5 0-15,3-3 0 0,0-2 110 0,-3 5 20 16,0 0 4-16,0 0 1 0,0 0-48 0,0 0-10 15,3 5-1-15,3-2-1 0,-3 5-19 0,0 0-4 16,-3 0-1-16,3 5 0 0,-3 0-15 0,0 1-4 16,0 1 0-16,0 4 0 0,0-1-17 0,-3-2-4 0,3 0-1 0,-3 0 0 31,0 0-34-31,0 0-8 0,0-3 0 0,0 0-1 0,3 3 33 0,-3-3 0 0,0 1 0 16,3-1 0-16,0-3 0 0,-3 1 0 0,3 0 0 0,0 2 0 15,0-3 0-15,0 1 0 0,0 0 0 0,3-1 0 16,-3-2-58-1,3 3-5-15,0-3-1 0,0 0 0 0,0-3-47 16,0 3-9-16,0-3-3 0,3-2-932 0</inkml:trace>
  <inkml:trace contextRef="#ctx0" brushRef="#br0" timeOffset="42887.174">16978 4858 2109 0,'0'0'46'0,"0"0"10"0,0 0 1 0,0 0 3 0,0 0-48 0,-6 0-12 0,0 0 0 0,-3 3 0 16,3-1 93-16,0-2 16 0,-3 6 3 0,3-1 1 15,0-5-49-15,-2 5-11 0,2 1-1 0,-3 1-1 16,3-1-17-16,-3 2-3 0,0 2-1 0,3 1 0 15,0 2-8-15,0 0-2 16,3 3 0-16,0 3 0 0,0-3-20 0,3 2 0 0,0 1 0 0,0-1 0 16,3 3 0-16,0-7 0 0,3 1 0 15,0 4 0-15,3-6 0 0,0 0 8 0,3-5-8 0,3 3 0 16,-4-3 0-16,4-3 0 0,0 0 0 0,0-2 0 16,0 0 8-16,3-3-8 0,3-3 8 0,-3 0-8 15,2-7 0-15,4 2 0 0,0 0-10 0,-3-3 10 16,3-4 44-16,-4-1 16 0,1 0 4 0,-3 0 0 15,0-3-52-15,-6 4-12 0,0-1 0 0,-6-3 0 16,0 3 26-16,0 0 2 0,-6 3 1 0,-3-5 0 16,0 4 5-16,-6-2 1 0,0 3 0 0,0 0 0 15,-6 0-35-15,3 2 0 0,-6 1 0 0,3-1 0 0,-2 3 0 0,2 3-20 16,-3 0 2-16,3 2 1 16,-3-2-24-16,3 2-5 0,0 0-1 0,3 3 0 15,0 0-13-15,4 0-4 0,-1 0 0 0,3 0-819 16,6 0-164-16</inkml:trace>
  <inkml:trace contextRef="#ctx0" brushRef="#br0" timeOffset="43400.947">17794 5117 2250 0,'0'0'49'0,"0"0"11"0,0 0 1 0,0 0 3 0,0 0-52 0,0 0-12 16,0 0 0-16,0 0 0 0,0 0 83 0,0 0 13 16,6-5 4-16,-3 2 0 0,2 1-66 0,-5 2-13 0,6 0-2 0,0-3-1 15,3 0-18-15,0 3 0 0,0-2 0 0,0-3 0 31,3 2-53-31,3-2-15 0,0 2-2 0,3 0-1048 0</inkml:trace>
  <inkml:trace contextRef="#ctx0" brushRef="#br0" timeOffset="43597.037">18600 5083 1792 0,'0'0'51'0,"0"0"10"0,0 0-49 0,0 0-12 0,0 0 0 0,0 0 0 15,0 0 148-15,0 0 28 0,0 0 4 0,0 0 2 16,3 3-86-16,-3-3-18 0,0 0-3 0,0 0-1 16,6 5-36-16,-6-5-7 0,3 0-2 0,-3 0 0 15,6 3-46-15,0-3-10 0,3 2-1 0,-3-2-1 16,3-2-79-16,3 2-16 0,-3-3-4 0,3 3-921 16</inkml:trace>
  <inkml:trace contextRef="#ctx0" brushRef="#br0" timeOffset="43794.025">19312 5091 1958 0,'0'0'43'0,"0"0"9"0,6 0 1 0,0 3 3 0,-3-3-45 0,3 0-11 0,-4 2 0 16,-2-2 0-16,6 0 156 0,-6 0 28 0,3 0 7 0,-3 0 1 16,6 3-103-16,-3-3-20 0,3 0-4 0,-3 2-1 15,3-2-51-15,0 0-13 0,0 0 0 0,0 0 0 16,0-2 0-16,3 2 0 0,0 0 0 0,3-3 0 31,0 3-202-31,3-2-43 0,2-1-9 0</inkml:trace>
  <inkml:trace contextRef="#ctx0" brushRef="#br0" timeOffset="43966.681">20038 5107 2170 0,'0'0'48'0,"0"0"9"0,0 0 3 0,0 0 1 0,0 0-49 0,0 0-12 0,0 0 0 0,0 0 0 15,6 0 86-15,-6 0 14 0,0 0 4 0,6 0 0 16,-3 2-32-16,-3-2-5 0,6 0-2 0,-6 0 0 0,6 0-33 16,0 0-6-16,0 0-2 0,0 0 0 0,0-2-24 0,0 2 0 15,2-6 0-15,4 4-11 16,0-1-120-16,0-2-24 0,3 2-5 0</inkml:trace>
  <inkml:trace contextRef="#ctx0" brushRef="#br0" timeOffset="44127.427">20484 5064 2268 0,'0'0'50'0,"0"0"10"0,0 0 3 0,0 0 0 0,0 0-51 0,0 0-12 15,0 0 0-15,0 0 0 0,0 0 67 0,0 0 10 16,0 0 3-16,0 0 0 0,0 0-48 0,0 0-8 16,3 0-3-16,3 0 0 0,-3 0-21 0,3-2-10 0,0 2 1 0,3-5-766 15,0 2-153 1</inkml:trace>
  <inkml:trace contextRef="#ctx0" brushRef="#br0" timeOffset="44848.511">21318 4998 1864 0,'0'0'41'0,"0"0"9"0,0-8 2 0,3 6 0 0,0-4-42 0,-3 1-10 0,0-3 0 0,0 6 0 15,-3-4 120-15,0 1 23 16,0 2 4-16,-3 1 1 0,-3-4-69 0,3 4-14 0,-3 2-2 0,-3-3-1 16,0 3-20-16,0 0-4 15,1 0-1-15,-4 3 0 0,3 2-17 0,-3 0-3 0,0 3-1 0,0 3 0 16,3-1 3-16,-3 4 0 0,3-1 0 0,1 3 0 16,2 0-19-16,0 0 0 0,0-1 0 0,3 4 0 15,0-3 0-15,3-3 0 0,3 0 0 0,0 0 0 16,3 1 0-16,3-1 0 0,0-5 0 0,3 2 0 15,3 1 0-15,-1-6 0 0,4 1 0 0,3-1 0 16,0 0-19 0,3-2-7-16,3-3-2 0,2 0 0 0,-2-3 28 0,3 1 0 0,0-4 0 0,0 1 0 15,-1-3 0-15,-2 0 11 0,-3 0-3 0,3-2 0 16,-3 2 9-16,0-3 2 0,-7-2 0 0,4-3 0 16,-6 5 17-16,0-7 3 0,-3-1 1 0,-3 3 0 15,0-2-4-15,-6-3-1 0,0 0 0 0,-3 2 0 0,-3-2-35 16,0 2-11-16,-3 3 0 0,0 1 0 0,-3-4 11 15,0 3 0-15,1 3 0 0,-4-3 0 16,0 3 0-16,0 2 0 0,0-2 0 0,-3 2 0 0,3 1 0 0,-3 5 0 16,4-1 0-16,-4 1 0 0,3 2 0 0,-3 3 0 15,6-2 0-15,0 2 0 16,0 0-156-16,3 2-28 0,3-2-7 0,6 0-615 16,0 0-123-16</inkml:trace>
  <inkml:trace contextRef="#ctx0" brushRef="#br0" timeOffset="45257.335">22107 4697 1456 0,'0'0'41'0,"-3"0"9"0,0-8-40 0,0 2-10 0,3 1 0 0,-3 0 0 15,3 0 144-15,-3-1 26 0,3 6 6 0,0 0 0 16,0-2-43-16,0 2-9 0,0 0-1 0,0 0-1 16,0 0-38-16,0 0-8 0,0 0-2 0,0 0 0 0,0 5-21 15,0 5-4-15,0 1-1 0,0 2 0 0,0 3-19 0,0 3-4 16,0-3-1-16,-3 5 0 0,3-3-6 0,-3 1-2 15,3-1 0-15,-3 3 0 0,3-2-4 16,0 2-2-16,-3 3 0 0,3 5 0 0,0-8-10 16,0 6 0-16,0-1 9 0,0 1-9 0,0-4 0 15,0 4 0-15,0-6 0 0,3-2 8 0,-3-1-8 0,0 1 0 16,0-3 0-16,0-1 8 0,0-1-8 0,-3-1 0 16,3 0 0-16,0-5 0 0,0 3-16 0,0-3-5 15,0-3-1-15,0 0 0 16,3 0-128-16,0 1-26 0,0 2-4 0</inkml:trace>
  <inkml:trace contextRef="#ctx0" brushRef="#br0" timeOffset="48331.581">16966 5768 1900 0,'0'0'42'0,"0"0"9"0,0 0 1 0,-6-2 1 0,0 2-42 0,0 0-11 0,0 0 0 0,0 0 0 16,0 0 108-16,0 2 19 0,0 1 4 0,-2 0 1 16,2 2-59-16,-3-2-11 0,3 2-2 0,0 3-1 15,0 2-29-15,0 1-6 0,0 2 0 0,0 3-1 16,0 0-15-16,0 2-8 0,3 1 10 0,0-1-10 16,0 1 0-16,3-1 0 0,0 1 0 0,3 0 0 15,0-4 0-15,3 4 0 0,0-3 0 0,0 0 0 16,6-3 0-16,0 0 0 0,0 0 0 0,3-2 0 15,-1 0 0-15,-2-4 0 0,3-1 0 0,0-1 0 16,0-2 0-16,3-1-15 0,-3-2 5 0,3-2 1 16,-1 2 9-16,1-6 0 0,0 4 0 0,0-4 0 15,-3 1 21-15,0-3 7 0,0 3 0 0,-3 0 1 0,-1-1 1 0,1-2 0 16,-3-2 0-16,-3 2 0 0,-3 0 1 0,0 0 0 16,-3-3 0-16,0 1 0 0,-3-1 5 0,-3 3 2 15,0-5 0-15,0 3 0 0,-3-4-38 0,-2 1 0 16,-1 0-14-16,0 2 4 0,-3-2 10 0,3 0 12 15,0 0-2-15,-3 2-1 0,0-2-22 16,3 5-5-16,0 0-1 0,1 3 0 16,-1-1-21-16,3 1-5 0,0 2-1 0,0 1 0 15,3 2-118-15,0 0-24 0,6 0-5 0,-6-3-891 16</inkml:trace>
  <inkml:trace contextRef="#ctx0" brushRef="#br0" timeOffset="48782.971">17844 6030 1982 0,'0'0'56'0,"0"0"12"0,0 0-54 0,0 0-14 0,0 0 0 15,0 0 0-15,0 0 116 0,0 0 20 16,0 0 4-16,0 0 0 0,0 0-60 0,0 0-13 0,0 0-3 0,0 0 0 16,0 0 0-16,0 0 0 0,0 0 0 0,0 0 0 31,0 0-102-31,0 0-21 0,3-5-4 0,0 2-1 0,6 1 33 0,0-1 7 0,3 0 0 0,3 1-747 31,3-4-149-31</inkml:trace>
  <inkml:trace contextRef="#ctx0" brushRef="#br0" timeOffset="48973.548">18547 6014 2188 0,'0'0'48'0,"0"0"11"0,0 0 1 0,0 0 1 0,0 0-49 0,0 0-12 0,0 6 0 0,0-1 0 15,0-5 54-15,0 5 8 0,0-5 2 0,0 0 0 16,0 0 0-16,0 8 0 0,0-8 0 0,0 0 0 16,0 0-52-16,3 3-12 0,3-1 0 0,-3 1 0 15,6-3 0-15,-4 0 0 0,7 0 0 0,-3-3 0 16,3-2-267-16,0 3-56 0,12-4-11 0,3 1-2 0</inkml:trace>
  <inkml:trace contextRef="#ctx0" brushRef="#br0" timeOffset="49140.819">19142 6051 1695 0,'15'0'37'0,"-9"0"8"0,0 0 2 0,3 3 1 0,0-3-39 0,-3 0-9 16,3 3 0-16,-4-3 0 0,4 0 121 0,-3 0 23 0,-3 0 4 0,3 0 0 15,0 2-49-15,-3-2-11 0,3 0-1 0,0 0-1 16,0 0-42-16,-3-2-8 0,3 2-1 0,0-3-1 16,0 3-22-16,3-3-12 15,0 1 12-15,3-1-12 16,3-2-20-16,-4 0-12 0,4-1-1 0,0 1-743 0,3 0-148 0</inkml:trace>
  <inkml:trace contextRef="#ctx0" brushRef="#br0" timeOffset="49307.658">19895 6006 1792 0,'0'0'51'0,"0"0"10"0,0 0-49 0,0 0-12 0,0 0 0 0,6 3 0 15,-3-3 144-15,3 3 27 0,-3-1 5 0,-3-2 0 16,6 3-79-16,0-3-16 0,0 3-3 0,0-3-1 15,0 2-47-15,3-2-10 0,0-2-1 0,0-1-1 16,2 3-18-16,1-3-11 0,0-2 2 0,6 2 0 16,-3-2-149-16,3 2-30 0,3-2-5 0</inkml:trace>
  <inkml:trace contextRef="#ctx0" brushRef="#br0" timeOffset="49485.485">20410 6038 1864 0,'0'0'41'0,"0"5"9"0,3 1 2 0,-3 2 0 15,0-3-42-15,0 0-10 0,0 3 0 0,0-2 0 16,-3 1 120-16,3-1 21 0,0-6 5 0,0 5 1 0,0 3-65 0,0-3-13 16,0-5-2-16,0 6-1 0,0 1-36 0,0-7-7 15,0 0-2-15,3 6 0 0,-3-6-21 0,6 5-10 16,-3-2 1-16,3-1 0 16,0-2-174-16,3-2-34 0,18-9-7 0,-10 1-2 0</inkml:trace>
  <inkml:trace contextRef="#ctx0" brushRef="#br0" timeOffset="50365.604">21440 5782 1724 0,'0'0'38'0,"0"0"8"0,0 0 2 0,-3-6 0 0,3 6-39 15,0-5-9-15,-3 0 0 0,0 2 0 0,3-2 105 0,0 5 19 16,-3-6 4-16,3 6 1 0,0 0-1 0,0-5 0 16,-3 2 0-16,3 3 0 0,0 0-64 0,0 0-14 15,0 0-2-15,0 0-1 0,0 0-5 0,0 0-1 16,-3 6 0-16,0 2 0 0,0 0-16 0,3 5-3 16,-3 0-1-16,3 0 0 0,0 3-11 0,0 3-2 15,0-1-8-15,0 1 12 0,0-1-12 0,0 1 11 0,0-1-11 16,3-2 10-16,-3 3-10 0,0-3 0 15,0-1 9-15,3 1-9 0,-3 0 0 0,0 0 0 0,0-3 0 16,0 1 0-16,0-4 0 0,0 3 0 16,0-2 0-16,0 0 0 0,0-4 0 0,0 4 0 0,0-3 0 0,0-3-8 31,0 3-20-31,3-2-3 0,-3-4-1 0,0-2 0 16,6 5-44-16,-3-2-10 0,3 0-2 0,0-3 0 15,0 0-134-15,0 0-27 0,3 0-6 0,-3-6-1 0</inkml:trace>
  <inkml:trace contextRef="#ctx0" brushRef="#br0" timeOffset="50860.661">21961 5935 1792 0,'0'0'51'0,"0"0"10"16,0 0-49-16,0 0-12 0,0 0 0 0,-3-3 0 0,3 3 149 0,-3-2 27 16,3 2 6-16,-6-3 1 0,0 0-88 0,0 3-18 15,0 0-3-15,0 3-1 0,0 2-7 0,0 1-2 16,0 2 0-16,0-1 0 0,-3 1-51 0,3 3-13 16,-2 0 0-16,2 2 0 0,0 0 0 0,-3 0 0 15,3 3 0-15,-3 0 0 0,3 0 0 0,3-3 0 0,-3 3 0 0,3 0 0 16,0-3 0-16,0 0 0 0,3 3 0 15,0-3 0-15,3 1 0 16,0-1 0-16,0-2 0 0,3 2 0 0,0-3 0 0,0-2 0 0,3 0 0 16,0 0 0-16,3-3 0 0,-1-2 0 0,4 0 0 15,3-3 0-15,0 0 22 0,3-6 2 0,0 4 0 16,0-6 0-16,-1 3-3 0,4-3 0 0,-3-3 0 16,3 0 0-16,-3 1 8 0,0-1 2 0,-4 1 0 0,-2-4 0 15,0 1-1-15,-3 3 0 0,0-4 0 0,-3 1 0 16,0 0-5-16,-3 0-1 0,0-3 0 0,-3 0 0 15,0 3-6-15,-3-3-2 0,-3 0 0 0,0 0 0 16,0 0-8-16,0 0-8 0,-3 0 12 0,-3 1-12 16,0-1 8-16,0 0-8 0,-3 5 0 0,0-2 0 15,-3 0 0-15,0 2 0 0,1 1 0 0,-4 2 0 16,0 0-16-16,-3 0-3 0,3 5-1 0,-3-2 0 16,3 2-91-16,-2 1-18 0,2 2-4 0,-3 0-1224 15</inkml:trace>
  <inkml:trace contextRef="#ctx0" brushRef="#br0" timeOffset="57351.964">23157 5684 1958 0,'0'0'43'0,"0"0"9"0,0 0 1 0,0 0 3 0,0 0-45 0,0 0-11 16,0 0 0-16,-5-3 0 15,5 3 104-15,-3-3 20 0,-3 1 3 0,0 2 1 0,3 0-52 0,-3 0-9 16,6 0-3-16,-6 2 0 0,0 1-51 0,0 2-13 16,0-2 0-16,0 2 0 0,0 0 0 0,3 3 0 15,-3 3 0-15,3 0 0 0,-3-1 0 0,3 3 0 16,0 1 0-16,0 2 0 0,3-1 0 0,-3 4 0 16,3-3 0-16,0 2 0 0,0 1 0 15,3-3 0-15,0 2 0 0,0-2 0 0,3-3 0 0,0 1 0 16,0-4 0-16,3 1 0 0,0-1 0 0,0-4 0 15,3-1 0-15,0 0 0 0,0 0 0 0,2-5 0 16,4 3 0-16,0-3 0 0,0-3 0 0,3 1 0 0,-3-1 0 16,2-2 0-16,1-3 0 0,-3 0 0 0,0 0 0 0,0 0 0 15,-3-2 54-15,0-1 8 0,-3-2 2 0,-1 0 0 16,-2-1-52-16,-3 1-12 0,3-3 0 0,-3 3 0 16,-3-3 54-16,0 0 8 0,0-2 2 0,-3 4 0 15,0-1-52-15,0 1-12 0,-3-2 0 0,0 6 0 16,-3-3 0-16,3 2 0 0,-3 0 0 0,0 1 0 15,-3-1 0-15,1 3 0 0,-1-2 0 0,-3 2 0 16,0 0 0-16,0 3 0 0,0-1 0 0,0 4 0 16,-3-4 0-16,3 4 0 0,0 2 0 0,-3 0 0 15,4 0-16-15,-1 2-5 0,0-2-2 0,0 6 0 16,3-4-97 0,3 1-20-16,0 0-4 0,0 2-666 0,6-5-133 0</inkml:trace>
  <inkml:trace contextRef="#ctx0" brushRef="#br0" timeOffset="58517.549">23821 5604 1792 0,'0'0'51'0,"-6"0"10"16,0 0-49-16,0 0-12 0,0 0 0 0,0 0 0 0,-2 0 105 0,2 0 19 15,-3 0 3-15,3 0 1 0,0 0-28 0,0 3-6 16,0 0-1-16,0-1 0 0,3 1-60 0,0 2-12 16,-3 0-2-16,3 3-1 0,-3-2-18 0,3 2 0 15,0-1 8-15,0 4-8 0,3-3 0 0,-3 3 0 16,3-1 0-16,0 3 0 0,0-2 0 0,0 2 0 15,3 0 0-15,0 1 0 0,0-1 0 0,3-2 0 16,0 2 0-16,0 0 0 0,3-2 0 0,0-1 0 16,0-2 0-16,3 3 0 0,-3-3 0 0,2-3-9 15,1 0 9-15,-3-2 0 0,3-3 0 0,0 0 0 0,0-3 0 16,0-2-8-16,3 0 23 0,0-3 5 0,0 0 0 0,-1-3 1 16,1 1 35-16,0-1 6 0,0-2 2 0,0 2 0 15,-3 1-38-15,0-1-7 0,0-2-2 0,-3 5 0 16,-3-3 24-16,0 1 5 0,0-1 1 0,-4 0 0 15,1 4-38-15,-3-4-9 0,-3-2 0 0,1 2 0 16,-1-2 0-16,-3 2 0 0,0-2 0 0,-3 0 0 16,0 2 0-16,-3-2 0 0,0 5 0 0,0-8 0 15,0 6 53-15,-3 2 9 0,3-3 2 0,0 3 0 16,-2 0-52-16,2 6-12 0,0-4 0 0,0 4 0 16,3-1-48-1,-3 3-13-15,3 3-3 0,0-3 0 0,3 2 0 0,-3 4 0 16,3-4 0-16,0 6 0 0,0-3-153 15,0 3-31-15,-2 14-7 0,5-4-1 0</inkml:trace>
  <inkml:trace contextRef="#ctx0" brushRef="#br0" timeOffset="58930.541">24562 5604 1750 0,'6'-8'49'0,"-3"6"12"0,0-1-49 0,0-2-12 0,0-1 0 0,3 4 0 16,-3-6 133-16,0 3 24 0,3-1 5 0,-3 4 1 16,0-4-62-16,-3 4-12 0,3-4-2 0,-3 6-1 15,0 0-22-15,0 0-5 0,0 0-1 0,0 0 0 16,0 0-7-16,0 0-2 0,0 0 0 15,0 0 0-15,0 0-9 0,0 8-1 0,0 0-1 0,-3 3 0 16,3 2-10-16,-3 0-3 0,0 1 0 0,0 1 0 16,0 1-5-16,0-3-2 0,0 3 0 0,0 0 0 15,-3 0-9-15,3 3-1 0,0-3-8 0,0 5 12 16,-3 0-12-16,3 0 8 0,0 3-8 0,0 0 0 16,1-3 0-16,2 3 8 0,-3-3-8 0,3-3 0 15,-3 1 0-15,0-3 0 0,3 0 8 0,-3-3-8 16,3-3 0-16,0 1 0 0,0-3-12 0,0 0 12 31,3-3-97-31,0 0-13 0,0 1-2 0,2-4-794 0,1-2-158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02T19:28:06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20621 2373 1659 0,'0'0'36'0,"0"-7"8"0,0-1 2 0,-3 0 1 15,3 0-38-15,0 0-9 0,-3-5 0 0,3 5 0 16,-3 0 100-16,3 0 19 16,-3-3 3-16,0 3 1 0,3 0-51 0,-2 0-9 0,-1 6-3 0,3-4 0 0,0 6-16 15,0 0-3 1,0 0-1-16,0 0 0 0,0 0-23 0,0 0-5 15,-3 6 0-15,3 4-1 0,-3 3-11 0,3 1 0 0,-3 4 0 0,3 1 0 0,-3 5 0 0,3-9 0 16,0 7 0-16,0-6 0 16,0 2 0-16,0 1-11 0,0 2 11 0,3 0-8 31,0-8-20-31,0 3-3 0,0 0-1 0,2-3 0 0,-2-2 12 0,3-1 1 0,0-2 1 0,-3 0 0 0,3-5 18 0,0 2 0 16,0-5-8-16,0 0 8 15,0 0 0-15,0-5 8 0,0 2-8 0,-3-5 12 16,3 0 5-16,0 3 1 0,0-3 0 0,0 0 0 0,0-5 3 0,0 5 1 15,-3-5 0-15,3 2 0 0,-3 1-4 0,3 2-1 16,-3 0 0-16,0 0 0 16,0 2-17-16,-1 4 8 0,1-4-8 0,-3 6 0 0,0 0 0 0,0 0 0 15,6 6 0-15,-3-6 0 0,3 5 0 0,0 3 0 16,0 0-10-16,0 0 10 0,0 0 0 0,0 5-9 16,0-2 9-16,3 2 0 0,0 0-8 0,0 3 8 15,3-3 0-15,-3-2 0 0,3 2-9 0,-3-5 9 16,2 0 0-16,1-3-9 0,-3 3-7 0,3-8-2 0,-3 0 0 0,3 0 0 15,-3 0 66-15,0-5 12 16,0-3 4-16,-3 5 0 0,3-10-52 0,-3 5-12 0,0-5 0 16,0 2 0-16,0-2 56 0,-4-3 9 0,4 3 2 0,-3-3 0 15,3 3-39-15,-3-3-8 16,3-3-2-16,-3 4 0 0,3-4-18 0,0 6 8 0,-3-3-8 0,0-5 0 16,3 5 0-16,-3 3 0 15,0-3 0-15,3 3-9 16,-3-1-15-16,0 6-4 0,3-2 0 0,-3 4 0 0,3 1-72 0,0 3-14 0,0 2-3 0,3 0-1 15,0 2-77-15,0 3-15 0</inkml:trace>
  <inkml:trace contextRef="#ctx0" brushRef="#br0" timeOffset="489.86">21181 2614 1638 0,'0'0'36'0,"0"0"7"0,0 0 1 0,0 0 3 0,-3-8-38 0,3 6-9 16,0-1 0-16,0-5 0 0,3 3 98 0,0-3 18 15,0 5 3-15,3-5 1 0,0 3-38 0,0-3-7 16,0 3-2-16,3 2 0 0,0-2-17 0,0 2-3 16,-1 3-1-16,1-5 0 0,0 2-26 0,0 3-6 0,0 3 0 0,0 2-1 15,0-5-11-15,0 3-8 0,0 2 12 0,0-2-12 16,-3 2 16-1,0 3-4-15,0 0-1 0,0 0 0 0,-3 5-11 0,0-5 0 0,-3 5 0 0,0 3 0 32,-3-5-49-32,0-1-12 0,0 6-3 0,-3-8 0 0,3 5 52 0,-3-2 12 0,-3-3 0 0,3 2 0 15,-3-2-10-15,3 0 1 16,0 0 0-16,0-5 0 0,3 0 9 0,0 4 0 0,3-7 0 0,0 0 0 16,0 0 0-16,0 3 8 0,0-3-8 0,6 5 11 15,0-5-11-15,0 0 0 16,3-5 9-16,3 5-9 0,0 0 0 0,0-3 0 0,0 3 0 0,-1 0 0 15,1 0 0-15,0 0 0 16,-3 0 0-16,3 0 0 0,-3 8 32 0,0-8 3 0,-3 8 0 0,0-5 0 16,0 2-19-16,-3 1-3 0,0 2-1 0,0-1 0 0,-3 1 4 15,-3-5 0-15,0 5 0 0,-3 3 0 16,0-1-16-16,0-2 0 0,-3 3 0 0,0-1 0 0,0 3 0 0,0-5 0 16,-3 6 0-16,-3-6 0 0,4 2-8 15,-4 1-8-15,0-3-2 16,-3 2 0-16,3-2-30 0,-3 3-7 0,0-3-1 0,0 2-676 15,4-2-135-15</inkml:trace>
  <inkml:trace contextRef="#ctx0" brushRef="#br0" timeOffset="1344.46">21824 2387 1645 0,'-6'-8'36'0,"6"8"7"0,-3-6 1 0,3 4 4 0,-3-9-39 0,3 9-9 15,-3-6 0-15,3 2 0 16,-3 4 102-16,3 2 18 0,0-6 4 0,0 6 1 16,0 0-58-16,0 0-12 0,0 0-3 0,0 0 0 0,0 14-30 0,0-6-6 0,0 5-2 0,0 3 0 15,0-3-14-15,0 3 0 16,0-3 8-16,0 6-8 15,0-4 0-15,3 7 0 0,-3-1 0 0,3 0 0 16,0 3-36-16,0-3-3 0,3 0-1 0,-3 0 0 0,3-5-19 16,0-5-4-16,3 2-1 0,-3 0 0 0,3-10 44 0,-3 2 9 0,0-2 2 0,2-3 0 15,1-3 9-15,-3-2 12 16,3-3-2-16,0 0-1 0,-3 0 44 0,3-5 9 0,-3 2 2 0,0-5 0 16,0 3-10-16,-3-3-2 15,3 3 0-15,0-3 0 0,-3-2-8 0,3 7-3 0,-3-2 0 0,0 5 0 16,0-5-18-16,-3 10-4 0,3-5-1 0,-3 8 0 0,0 0-8 15,0 0-2-15,0 0 0 0,0 0 0 16,0 0-8-16,0 11 0 0,3-3 0 0,0 5 0 0,0 0 0 16,3 0 0-16,0 6 0 0,-1-3 0 0,4 2 0 0,0-7 12 15,3 2 0-15,-3 0 0 16,3-2-28-16,3-3-6 0,-6-3-1 16,3 0 0-16,0-5 23 0,-3 0 0 0,3 0 8 0,-1-5-8 15,-2 0 33-15,3-3 2 0,-3-3 0 0,0 3 0 16,-3-5 12-16,0-3 2 0,0 0 1 0,0 3 0 0,-3-3-11 0,3-5-3 15,0 5 0-15,-3-2 0 0,3-1-20 0,-3 1-5 16,0-4-1-16,0 4 0 16,0-9 4-16,0 6 1 0,0 3 0 0,0-3 0 15,0-1-63-15,-3 6-13 0,3 1-3 0,0-4 0 0,-3 9 38 16,2 2 7-16,-2 0 2 0,3 2 0 16,0-2-142-16,-3 8-28 15,3 0-5-15,-3 0-2 0</inkml:trace>
  <inkml:trace contextRef="#ctx0" brushRef="#br0" timeOffset="2067.6">22410 2643 1202 0,'0'0'26'0,"0"0"6"0,0 0 0 0,0 0 3 16,0 0-35-16,0 0 0 0,0 0 0 0,0 0 0 0,-6 3 108 0,6-3 16 0,-6 0 2 0,6 0 1 31,0 0-25-31,-6-5-5 0,6 5-1 0,-3-3 0 0,3-2-16 0,0-3-4 0,0 5-1 0,3-5 0 16,0 0-17-16,0 3-3 15,3-3-1-15,0 0 0 0,3 0-12 0,-3 0-2 16,3 6-1-16,0-1 0 0,0-2-12 0,0 2-3 16,-3 3 0-16,3-5 0 0,0 5-12 0,-3 0-4 0,3 5 0 0,-3-2 0 15,0 2-8-15,-3 0 0 0,2 6 0 0,-2 2 8 16,-3-2-8-16,0 7-14 0,0-2 3 0,-3-3 1 15,-2 6-4-15,-1-1-1 16,0-2 0-16,-6 5 0 0,3-5-12 0,-3 0-2 0,3-3-1 0,-3 1 0 16,0-4 18-16,0 3 3 0,0-5 1 0,3 0 0 15,0 0 8-15,1 5 0 0,2-10 0 0,0 8 0 16,0-9-21-16,3 4-3 16,3-6 0-16,0 0 0 0,0 0 45 0,3 8 9 0,-3-8 2 0,6 2 0 0,0 3-16 0,2-5-4 15,1 0 0-15,0 0 0 0,3 0-3 0,3 0-1 16,0 0 0-16,0-5 0 0,3 3-8 0,0 2 0 31,2 0-12-31,-2-6 12 0,0 4-44 0,3-4-2 0,-3 4 0 0,3-4-692 16,0 1-138-16</inkml:trace>
  <inkml:trace contextRef="#ctx0" brushRef="#br0" timeOffset="2798.72">22827 2424 1806 0,'-3'-8'51'0,"0"0"12"0,3 0-51 0,0-3-12 32,0 1 0-32,0 2 0 0,0-5 104 0,3-1 17 0,0 6 4 0,0 0 1 0,0 1-50 15,-3-1-11 1,3 0-1-16,0 2-1 0,-3 6-19 0,0 0-3 0,0 0-1 0,0 0 0 0,0 0-17 0,0 0-4 15,0 0-1-15,0 8 0 0,0 6-10 0,0-1-8 16,0 3 12-16,0-3-12 0,0 3 0 0,3 0 0 16,-3 0 0-1,3-1 0-15,0 4 0 0,0-1-22 0,3 1 3 0,0-1 1 16,0 4-30-16,3-4-7 0,0-2-1 0,0-3 0 16,-1 3 0-16,4-8-1 0,0 0 0 0,0-5 0 0,0-1 43 0,-3-2 14 15,3-2 0-15,-3-1-10 0,3-5 38 0,-3 0 7 16,0 0 1-16,-3-5 1 0,2 0 8 0,1 2 2 15,-3-2 0-15,0 0 0 0,0-1-6 0,0 4-1 0,0-3 0 0,0-1 0 16,-3 4-17-16,0 2-4 16,0 0-1-16,0 3 0 0,-3-1-3 0,0 6-1 0,0 0 0 0,0 0 0 15,0 0-2-15,0 0-1 0,0 0 0 0,-3 6 0 16,3 2-11-16,0 0 0 0,0 5 0 0,0 0 0 16,0-2-28-16,3 2-4 0,0 0 0 0,3 3-1 15,0-3 33-15,3 3 0 16,0-5 0-16,0 2 0 0,3 0 0 15,0-5 0-15,-4 0 0 0,4 0 0 0,0-3 0 0,0-5-8 16,0 0 8-16,0 0 0 0,0-5 0 0,0 2 0 0,-3-5 0 0,0 3 0 16,0-8 47-16,0 2 9 0,-1 1 3 0,1-1 0 15,-3-5-7-15,0 3-2 0,0-3 0 0,0 3 0 16,-3-3-25-16,0-3-5 0,3 4 0 0,-3-4-1 0,0 6-19 0,0-8 0 16,0 5 0-16,-3-5 0 0,3 5 0 0,-3 0 0 31,0 3-11-31,0-1 11 0,0 1-27 0,0 3 2 0,0 2 0 0,0 0 0 15,0 2-27-15,0 6-6 0,0 0-1 0,0 0 0 16,6 6-135-16,0-4-27 0,0 12-6 0</inkml:trace>
  <inkml:trace contextRef="#ctx0" brushRef="#br0" timeOffset="3051.99">23482 2530 1792 0,'0'0'51'0,"3"-3"10"0,0-2-49 0,0 2-12 0,0 3 0 0,3-5 0 15,-6 5 105-15,3-3 19 0,0 3 3 0,-3 0 1 16,0 0-24-16,0 0-5 0,0 0-1 0,6 3 0 0,-3 2-54 0,-3 3-12 16,0-3-1-16,0 11-1 0,0-8-30 0,0 5 0 0,-3 3 0 0,3 3 0 15,-3-1 0-15,0-2 0 16,0 5 0-16,0-5 0 0,0 5 57 0,0-5 6 0,0 5 1 0,0-5 0 31,0 0-103-31,0 0-20 0,0-3-4 0,0 3-1 0,3-3 51 0,-3 1 13 0,3-4 0 0,-3 3 0 31,3 1-158-31,0-7-26 0,0 7-6 0,0-6-1 0</inkml:trace>
  <inkml:trace contextRef="#ctx0" brushRef="#br0" timeOffset="3763.03">23943 2408 1728 0,'0'0'49'0,"0"-8"11"0,0 3-48 0,0-3-12 0,0-6 0 0,0 7 0 16,3-1 122-16,0-6 22 0,-3 6 5 0,3 0 1 15,0 1-57-15,-3-1-11 16,3 0-2-16,0 2-1 0,-3 6-39 0,0 0-8 0,0 0-2 0,0 0 0 15,0 0-15-15,0 0-3 16,-3 8-1-16,0 6 0 0,3-1-11 0,-3-3 0 0,0 6 0 0,0 3 0 16,0-3 0-16,0 5 0 0,3-5-10 0,0 5 10 15,0 0-51-15,3 3-4 0,0-3-1 0,0 0 0 32,3-5-6-32,0 5-2 0,3-10 0 0,0 2 0 0,0-5 36 0,0 0 8 0,0-3 0 0,3-5 1 15,0-5 28-15,0 2 6 16,-1-5 1-16,1 3 0 0,-3-3 16 0,3 0 4 0,-3-8 1 0,0 6 0 15,0-1 7-15,-3-5 0 0,0 6 1 0,0-1 0 0,0-2-6 0,0 0-2 16,-3 5 0-16,0 0 0 0,0 2-14 0,-3 4-3 16,0 2-1-16,0 0 0 0,0 0-3 0,0 0 0 15,0 0 0-15,0 0 0 0,0 0-16 16,-3 2 0-16,0 9 0 0,0-3 0 0,3 0 0 0,0 2 0 16,3 1 0-16,0 0 0 15,0-1-20-15,0 6 0 0,3-8-1 0,0 3 0 0,2-1 21 0,-2-2 0 16,3 0 0-16,0-5 0 0,-3 2 0 0,3-5 0 15,0 0 0-15,-3-5 0 0,3 2 16 16,0-2 5-16,-3-3 1 0,3 0 0 0,0 0 21 0,0-5 4 0,0 2 1 0,-1-2 0 16,1 0-3-16,0-3 0 0,0 3 0 0,0 2 0 15,0-8-26-15,0 4-6 16,0-1-1-16,0 0 0 0,0-3 2 0,0 1 0 16,-3-3 0-16,3-3 0 0,0 3-14 0,-3-1 0 0,-3-1 0 0,2 4 0 15,-2 1 0-15,0 4-13 0,0 1 2 0,-3 0 1 31,3 5-26-31,-3 0-6 0,3 5-1 0,-3 3 0 0,0 0-104 0,0 0-21 0,0 8-4 0,3 3-975 16</inkml:trace>
  <inkml:trace contextRef="#ctx0" brushRef="#br0" timeOffset="4146.96">24518 2514 1267 0,'0'0'28'0,"0"0"5"0,0 0 2 0,-3 8 1 16,3 0-36-16,-3 2 0 0,3-2 0 0,-3 3 0 0,3-1 58 0,0 6 5 15,-3-5 1 1,3 2 0-16,0 3 0 0,-3-3 0 0,3 3 0 0,0-3 0 0,0 3-52 0,3-3-12 16,-3 1 0-16,3 1 0 0,-3 1 0 0,3-8 0 15,3 5 0-15,0-2 0 0,-3 2 0 0,6-5 0 16,-3 0 0-16,0 0 0 0,2-3 54 0,1-2 8 15,0 2 2-15,3-5 0 0,-3 6 0 0,0-12 0 16,3 6 0-16,0-5 0 0,-3 2 0 0,3-2 0 0,-3 2 0 16,3-5 0-1,-4 1 0-15,1-1 0 0,0 2 0 0,0-2 0 0,-3-5 0 0,3 0 0 16,-3 2 0-16,-3 3 0 0,0-7-52 0,0 4-12 16,0 0 0-16,-3-5 0 0,0 6 0 0,-3-1 0 15,0 1 0-15,-3 2 0 0,3 0 0 0,-6 0 0 0,0 5 0 0,0-7 0 16,-3 7 0-16,1 3 0 15,-1 0 0-15,-3 0 0 16,-3 0-48-16,-3 0-13 0,0 3-3 0,-3 7-751 0,-2-2-150 0</inkml:trace>
  <inkml:trace contextRef="#ctx0" brushRef="#br0" timeOffset="6781.92">20973 1929 1018 0,'-9'0'22'0,"9"0"5"0,-9 0 1 0,3 0 1 0,-3 3-29 0,0-3 0 0,3 0 0 0,0 0 0 0,0 0 88 0,-3 0 11 16,9 0 2-16,-6 0 1 15,6 0-45-15,0 0-9 16,0 0-1-16,-6 5-1 0,6-5-11 0,0 0-3 0,0 0 0 0,0 0 0 0,0 0-14 0,0 0-3 15,0 0-1-15,0 0 0 16,0 0 4-16,6 0 1 0,-3 0 0 0,6 5 0 0,-3-5 1 0,3 0 1 16,3 0 0-16,0 3 0 0,0-3-5 0,0 0-2 15,3 0 0-15,-1 0 0 16,4-3-2-16,3 3 0 0,0 0 0 0,3 0 0 0,3 0-2 0,-1-5-1 16,4 5 0-16,0 0 0 0,0 0-9 0,-1 0 10 15,4 0-10-15,-3 0 10 0,3 0-10 0,-4 0 0 16,1 0 0-16,6 0 0 0,0 5 0 0,2-5 0 15,1 0 0-15,3 0 8 0,-1 0-8 0,-2 3 0 0,0-3 9 16,-1 0-9-16,1 0-10 0,-3-3-6 0,6 3-2 0,2 0 0 16,-2 0 18-16,0 0 0 0,-1 0 0 0,1 0 0 15,-6 0 21-15,2 0 8 0,-2 0 2 0,3 0 0 16,-1-5-50-16,1 5-9 0,0 0-3 0,2 0 0 16,-2-5 31-16,-3 5 0 0,3-3 0 0,-4 3 0 15,1-5 0-15,0 2 0 0,2-2 0 0,1 2 0 16,0-2 30-1,-1 2 12-15,4-7 2 0,-3 7 1 0,0-5-21 0,-1 3-4 0,-2-3 0 16,3 2-1-16,-4-2-19 0,4 6 0 0,0-6 0 0,2 3 0 16,-5 2 0-16,0-2 0 15,3-3 0-15,-4 2 0 0,-2 4 0 0,0-3 0 0,-3 2 10 0,2-2-10 16,1 2 0-16,3 3 8 0,-3-5-8 0,5 5 0 16,-5-6 0-16,3 4 8 0,-1 2-8 0,-2 0 0 0,0 0 8 0,-3 0-8 15,-1 0 8-15,1 0-8 16,0 0 8-16,3 0-8 0,-4 0 0 0,1-6 8 15,0 6 2-15,0 0 0 0,-3 0 0 0,-1 6 0 0,1-6 2 0,0 0 0 16,-3 0 0-16,0 0 0 0,-1 0-3 0,1 0 0 16,0 0 0-16,0 0 0 0,0 0 0 15,-1 0 0-15,1 0 0 0,0 0 0 0,0 0-9 0,0 0 8 16,-4 0-8-16,1 0 8 16,-3 0-8-16,-3 0 0 0,3 0 0 0,-3 0 8 15,-3 0-8-15,0 0 0 0,-3 0 9 0,-1 2-9 0,1-2 0 0,0 0 0 0,-3 0 0 0,3 6 0 31,-3-6-33-31,0 0-8 0,-3 0-2 0,-3 0 0 16,0 0-95-16,0 0-19 0,0 0-4 0,0 0-680 16</inkml:trace>
  <inkml:trace contextRef="#ctx0" brushRef="#br0" timeOffset="7558.94">21151 1709 1074 0,'0'0'30'0,"0"0"8"16,0 0-30-16,0 0-8 0,-3-8 0 0,3 6 0 15,0 2 104-15,-3-6 19 16,3 6 4-16,0-5 1 0,0 5-18 0,0 0-3 16,0 0-1-16,-3-2 0 0,3 2-50 0,0 0-11 0,0 0-1 0,0 0-1 0,0 0-21 0,0 0-4 15,0 0-1-15,0 0 0 16,-6 0-2-16,0 0-1 0,0 0 0 0,-2 2 0 0,-1 3-6 0,-3 3 0 31,3 0-8-31,-3 6 12 0,-3-1-12 0,3-5 8 16,-3 8-8-16,0-3 0 0,0 3 8 0,-2-3-8 0,2 3 0 0,-3-6 9 0,0 4-9 0,3-1 0 15,-3-3 0-15,3 1 8 0,0 0-8 16,4-3 0-16,-1 2 0 0,0-2 0 16,3 0 8-16,0-5 4 0,0 5 0 0,3-3 0 0,0 0 4 0,3-2 2 15,0 2 0-15,0-2 0 0,3-3 2 0,0 5 0 16,0-5 0-16,0 3 0 0,0-3-1 0,0 5 0 16,3-2 0-16,3 2 0 0,0 0-3 0,0-5 0 0,0 3 0 15,0 2 0-15,3-5-6 0,0 3-2 16,0 2 0-16,3-5 0 0,-1 0-8 0,1 3 0 0,3 2 9 0,3-5-9 15,0 3 0-15,0-1 0 16,0 1-10-16,0-3 10 16,2 5-132-16,1-5-19 0,6 0-4 0</inkml:trace>
  <inkml:trace contextRef="#ctx0" brushRef="#br0" timeOffset="32627.149">18413 2008 1036 0,'0'0'23'0,"0"0"5"0,0 0 0 0,-6 3 1 0,0-3-29 0,0 5 0 16,-3-5 0-16,3 3 0 0,-3-3 37 0,0 5 2 0,3-2 0 0,-3 2 0 31,0-5-11-31,-3 8-3 0,3-5 0 0,-2 7 0 0,-1-2-1 0,0 0-1 0,0 0 0 0,0 5 0 16,0 3-6-16,3-3-1 15,-3 3 0-15,3 5 0 0,0-2-4 0,0 0-2 0,3 4 0 0,-2-1 0 16,2-1 4-16,0 2 1 0,-3 1 0 0,3 3 0 0,0-9-24 16,0 3-5-1,3 1-1-15,-3-1 0 0,3 0 15 0,0-3 0 0,3 1 0 0,0 5 0 0,0-8 9 16,3 2 5-16,0 1 1 0,0-1 0 15,0 1-26-15,3-3-5 0,0 2 0 0,3-2-1 16,-3-3 17-16,3 3 0 0,0-5 0 16,-1 2 0-16,4 0 0 0,0 0 0 0,3-5 11 0,0 0-11 0,3-5 13 0,0 2-4 15,6-2-1-15,-1 0 0 16,1-3 2-16,3 0 0 0,3-3 0 0,-3 0 0 16,2-2 3-16,-2 2 1 0,0-5 0 0,-3 0 0 15,-1-2 10-15,4-1 1 0,-6-5 1 0,6 3 0 0,-3-3-7 0,0-5-2 16,-4 5 0-16,4-5 0 15,-3 5 20-15,0-5 4 0,0 5 1 0,-3-2 0 0,-1 2-18 0,1 0-4 16,-3 0-1-16,-3-3 0 0,3 4 1 0,-3-1 0 0,-3-5 0 0,0 5 0 31,0-8-1-31,-3 5 0 0,0-2 0 0,0 3 0 0,-4-4-4 0,1 1-1 16,0 5 0-16,0-5 0 0,-3 5-2 0,0 1-1 0,0 1 0 0,0 1 0 31,-3 2-11-31,3-2 0 0,-3 0 9 0,-2 2-9 0,-1-2 0 0,0 5 0 0,0 0 0 0,-3-5 0 16,3 5 0-16,-3 0 0 15,0 0 0-15,-3 0 0 0,0 3 28 0,0-3 0 16,0 3 1-16,0 2 0 0,-3-2-29 0,1 2 0 0,-1-2 0 0,-6 0 0 31,3 2-17-31,0 3-10 0,-3 0-1 0,0 0-1 16,1 0 29-16,2 0 0 0,-3 0 0 0,0 0 0 0,3 3 17 0,-3-3 10 16,1 2 1-16,-1 1 1 0,0-3-29 0,0 5 0 0,0-5 0 0,-3 8 0 0,7-8-16 15,-4 8-4 1,0-5 0-16,3 2 0 15,-3 0-40-15,6 3-9 0,0 0-2 0,1 0-542 0,2-5-109 0</inkml:trace>
  <inkml:trace contextRef="#ctx0" brushRef="#br0" timeOffset="49122.86">18880 3765 597 0,'0'0'16'0,"0"0"5"16,0 0-21-16,0 0 0 0,0 0 0 0,0 0 0 0,6 0 56 0,0 0 6 16,0 0 2-16,0 0 0 0,0 0 51 0,3 0 10 0,0 0 3 0,0 3 0 15,0-3-52-15,-1 0-9 0,4 0-3 0,3 0 0 16,0-3-51-1,6 1-13-15,0-4 0 0,6 4 0 0,2-1 32 0,4-5 4 16,0 3 1-16,6 0 0 0,2 2-8 0,-5-2-1 0,3 2-1 0,-1-5 0 16,1 0 3-16,3 0 1 0,-1 5 0 0,1-2 0 15,-3 3-6-15,-1-1-1 0,-5 3 0 0,3 0 0 16,-6 0-12-16,-7 0-4 0,1-5 0 0,-3 5 0 16,0-3-8-16,-6 3 0 0,-3-5 0 0,0 5 0 15,-3-3 0-15,-3 3 0 0,0 0-12 0,-1-5 12 16,-5 5-54-16,0 0-3 15,0 0-1-15,0 0-480 0,-5-6-96 0</inkml:trace>
  <inkml:trace contextRef="#ctx0" brushRef="#br0" timeOffset="49735.53">19065 3612 1036 0,'0'0'23'0,"0"0"5"0,-3-8 0 0,3-3 1 15,0 3-29-15,0 6 0 0,0-6 0 0,0 2 0 16,0 6 57-16,3-2 6 0,0-6 1 0,-3 5 0 16,0 3 29-16,0 0 7 0,3-5 0 0,-3 5 1 15,0 0-59-15,0 0-12 16,0 0-2-16,0 0-1 0,0 0 9 0,0 0 3 15,0 0 0-15,0 0 0 0,0 0-31 0,-3 5-8 0,-3 1 0 0,0 1 0 0,0 1 0 0,0 0 0 16,0 0 0-16,-3 3 0 0,0-1 21 0,0 1 3 16,0 0 1-16,-3 2 0 15,0-5-25-15,0 5 0 0,0-5 0 0,1 3 0 0,2-1 0 0,-3 1 0 16,0-3 0-16,3 0 0 0,3 0 0 0,0 2 0 16,0-2 0-16,0-3 0 0,3 3 0 0,3-2 0 15,0-6 0-15,0 10 0 0,0-2 13 0,3-5-2 16,-3 5-1-16,6-3 0 15,0 0-10-15,3 3-14 0,-3-5 3 0,3 2 1 0,3-2 10 0,-3-1 0 0,3 4 0 16,-1-4 0 0,1 1 0-16,0 2 0 0,3-5 0 0,0 0 0 15,3 0 0-15,-3 0 0 0,3 0 0 0,-1 0 0 16,4 0-53-16,0 0-9 0,-3 0-2 0,6 0-742 0</inkml:trace>
  <inkml:trace contextRef="#ctx0" brushRef="#br0" timeOffset="57685.58">10385 7345 1116 0,'0'0'24'0,"0"0"6"0,-3-2 1 0,-3-4 0 0,3 4-31 0,0-1 0 0,-3 0 0 0,0-2 0 15,0 2 67-15,3 1 7 0,-3-3 2 0,3 2 0 16,-3 0-37-16,3 1-7 0,-3-1-2 0,0 0 0 31,0 1 20-31,0-1 4 0,0 3 1 0,1-3 0 0,-1 1-37 0,0 2-7 16,-3-3-2-16,3 3 0 0,-3 0 33 0,0-3 6 0,0 3 2 0,0 0 0 31,-3 3-29-31,3-3-5 0,-3 3-2 0,3-1 0 0,-3 1-14 0,4 2 0 0,-1 1 0 0,0-4 0 16,3 4 0-16,-3 1 0 15,0 1 0-15,3 0 0 0,-3-2 0 0,3 2 0 0,0 0 0 0,0 2 0 16,0 1 0-16,0-3 0 15,0 2 0-15,0 3 0 0,0 1 0 0,0-4 0 0,0 3 0 0,0 1 0 16,3 2 0-16,-2-1 0 0,-1 1 0 0,0 0 0 16,3 0 0-16,-3 0 0 15,0 0 0-15,3 0 0 0,-3 0 18 0,3-3 1 0,0 3 0 0,0 0 0 0,0-3-19 0,0 0 0 16,3 0 0-16,-3 1-9 0,3-4 9 0,0 3 0 16,0-2 0-1,3 2 0-15,0-2 0 0,0 2 0 0,0 0 0 0,0 0-8 0,3 1 8 16,0-1 0-16,0 0 0 0,3 0 0 15,-3 1 0-15,0-1 0 0,2-3 0 0,1 4 0 0,-3-4 0 0,3 1-20 16,0-1 4-16,-3 1 1 16,6-3 23-16,-3 2 4 0,0-2 0 0,0 0 1 0,3 0-13 0,-3-2-18 15,3-1 4-15,0 0 1 0,-1 3 13 16,1-3 0-16,0 1 0 0,3-4 0 16,0 4 12-16,-3-4 4 0,3 4 2 0,-3-4 0 0,3 1-7 0,-4-3-2 0,1 0 0 0,0 2 0 31,0-2 3-31,0 0 1 0,3 0 0 0,-3 0 0 0,0-2-1 0,0 2 0 0,0-3 0 15,0 1 0-15,-1-1-1 0,1 0-1 0,-3 1 0 0,3-4 0 16,-3 1-2-16,0 0-8 0,0-3 12 16,-3 2-4-1,3-1-8-15,0-4 0 0,-3 0-10 0,3-2 10 0,0 0 45 0,-3-3 15 0,2 0 4 0,-2 0 0 16,3-2-52-16,-3-1-12 0,3 3 0 0,-3-2 0 16,0-1 0-16,0 3 0 0,0 1 0 15,-3-1 0-15,3 0 0 0,-3 0 0 16,0-3 0-16,0 1 0 0,0 2 54 0,0 0 8 0,-3-2 2 0,3 2 0 15,-3-3-52-15,-3 1-12 16,3-3 0-16,0 2 0 0,-3-2 0 0,0 2 0 0,0 1 0 0,0-3 0 16,0 2 12-16,0 1-1 0,-3 2 0 0,0 3 0 0,0-3 0 15,0 2 0-15,0 1 0 0,0 3 0 16,0-1-3-16,-3 0-8 0,0 1 12 0,1 2-4 16,2 0-8-16,-3 0 8 0,-3-3-8 0,3 6 8 0,-3-3-8 15,0 6 0-15,-3-4 0 0,-3 1 0 0,3 2 0 0,-2 1 0 16,-1-1 0-16,0 3 0 15,-3-3-24-15,0 3 2 0,3 3 1 0,-6 0 0 32,7-1-26-32,-4 1-5 0,3 2 0 0,0 1-1 0,0-4-85 0,0 6-17 0,3-3-3 0,-2 1-790 15</inkml:trace>
  <inkml:trace contextRef="#ctx0" brushRef="#br0" timeOffset="63482.93">11293 7486 1267 0,'0'0'28'0,"0"0"5"0,0 0 2 0,0 0 1 0,0 0-36 0,0 0 0 0,0-6 0 0,0 6 0 0,0 0 89 0,0 0 11 15,0 0 3-15,0 0 0 0,0 0-63 0,0 0-13 16,0 0-3-16,0 0 0 16,0 0-7-16,0 0-1 0,0 0-1 0,0 0 0 0,0 0 5 0,0 0 0 15,0 0 1-15,0 0 0 0,0 0-2 0,0 8-1 16,3-3 0-16,0 6 0 16,-3 0-8-16,3 2-2 0,-3 0 0 0,0 3 0 0,0 0-8 0,0 5 0 15,0-2 0-15,0 4 8 0,0-1-8 0,-3-1 0 16,0 3 0-16,0-1 0 0,0-2 0 0,0 3 8 15,0 0-8-15,0 0 0 0,3 2 0 0,-3-2 0 16,-3-3 0-16,3 3 0 0,3 0 0 0,-3-3 0 16,3 0 0-16,-3-2 0 0,3-1 0 0,0 4 0 15,-3-7 0-15,3 4 0 0,0-3 0 16,0-6 0-16,0 4 0 0,0-1 0 16,3-3 0-16,-3 1 0 0,3 0 0 0,-3-3 0 0,3-1 0 0,0 4 0 15,0-6 0-15,0 3 0 0,0-2 0 0,0 2 8 16,0-3-8-16,0 0 0 0,0-2 0 0,-3-3 0 15,3 5 0-15,0-2 0 0,0 2 0 0,0-2 0 0,-3-3 0 0,3 2 0 32,-3-2 0-32,3 3 0 0,3 0 0 0,-4-3 0 0,-2 0 20 0,6 2 12 0,0 1 3 0,-3-3 0 15,3 0-35-15,0 0 0 16,3 0 0-16,-3 0 0 0,3 0 10 0,0 0-10 0,0-3 8 0,0 1-8 16,3 2 0-16,0-3 0 0,0 3 0 15,-1 0 0-15,4-5 0 0,0 5 0 16,0-3 8-16,0 0-8 0,3 1 8 0,-3 2-8 0,0-3 12 0,3 0-4 15,-4 1-8-15,4 2 10 16,3-3-10-16,-3 0 10 0,0 1-10 0,-3-1 10 16,3-2-10-16,-1 0 10 0,1-1-10 0,3 1 0 0,0-3 0 0,3 3 8 0,0-1-8 0,-1 1 0 15,4 3 0-15,0-1 0 16,3-2 0-16,-1 5 0 0,1-3 0 0,0 0 0 0,-3 1 0 0,0-1 0 16,-4 0 0-16,4 1 0 15,-3-4 0-15,3 4 8 0,-3-1-8 0,2 1 8 16,1-1-8-16,0 0 0 0,0 1 0 0,0 2-11 0,-1 0 11 0,1-3 0 15,0 3 0-15,0 0 0 0,0-3 0 0,-4 1 0 16,-2 2 0-16,3-3 0 16,3 0 0-16,-3 1 0 0,2-4 0 0,1 6 0 0,3-2 0 0,-3-1 0 0,2 0 0 15,-2 1 0-15,3-1 0 0,-3 1 0 16,0 2 0-16,-1-3 0 0,1 0 0 0,-3 1 9 16,0-1-9-16,3 0 0 0,-1 1 0 0,-2-1 0 0,3 0 0 15,3 1 0-15,0-1 0 0,-1 0 0 0,1 1 0 0,0-4 0 16,0 4 0-16,-4-1 0 15,1 1 0-15,0-4 0 0,-3 4 0 0,0 2 0 0,-1-6 0 0,1 6 0 16,3-2 0-16,0-1 0 16,0 0 0-16,2 3 0 0,1 0 0 0,0 0 0 0,0 0 0 0,-1-2 0 15,-2 2 0-15,-3-3 0 16,3 3 0-16,0 3 0 0,-4-3 0 0,1 0 0 0,3 0 0 0,0 2 0 16,0-2 19-16,-1 0-3 15,1 0-1-15,3 3 0 0,-3-3-15 0,0 3 0 16,-1-3 8-16,-2 0-8 0,-3 0-11 0,0 0-5 0,-3 0 0 0,0 0-1 15,-4 0 17-15,4 0 0 0,-6 0 0 0,3 2 0 0,-3-2 0 16,0 0 0 0,3 0 0-16,-3 0 0 0,0 0 0 0,-1 0 0 0,-2 0 0 0,3 0 0 15,-3 0 17-15,0 0 7 0,3-2 2 0,-3 2 0 16,0 0-26-16,-3 0 0 0,3 0 0 0,-3 0 0 16,0 0 0-16,3 0 0 0,-3 0 8 0,0 0-8 0,2-3 0 0,-2 3 0 15,0 0 0-15,-3 0 8 0,3 0-8 0,0 0 0 16,0 0 0-16,-3 0 8 15,3 0-8-15,0-3 0 0,-3 3 0 0,3 0 0 0,-6 0 0 0,3-2 0 16,3 2 0-16,-6 0 0 0,0 0 0 0,0 0 0 16,3-3 8-16,0 0-8 0,0-2 17 0,0 2-1 15,0-2-1-15,-3 0 0 16,3 0 3-16,0-3 1 0,-3-3 0 0,3 1 0 0,0-1-5 0,-3-2-1 0,0-1 0 16,3-1 0-16,-3-1-13 0,0-3 9 15,3 3-9-15,-3-2 8 0,3-1 3 16,-3 3 0-16,3-5 0 0,-3 3 0 0,3-1 1 0,0-2 0 15,-3 0 0-15,3 0 0 0,0 0-4 0,-3-1 0 0,3 1 0 16,0 0 0-16,-3 0 1 0,2 2 0 0,-2 1 0 0,0 2 0 16,0-3 1-16,-2 4 0 15,2-1 0-15,-3 2 0 0,3-1 0 0,-3 1 0 0,0 1 0 0,0 3 0 16,0-4-10-16,-3 4 12 0,3-1-12 0,-3 1 12 16,3 2-12-16,-3-3 0 15,0 3 9-15,-3 0-9 0,3 0 8 0,0 0-8 0,-3 3 8 0,0-3-8 16,0 0 0-16,0 3 9 15,-3-3-9-15,1 3 0 0,-1-3 9 0,-3 2-9 0,0 1 0 0,0 2 9 16,0-2-9-16,0 2 0 0,-3-2 0 0,0 3 0 16,-2-1 0-16,2 0 0 0,-3 1 0 0,0-1 0 15,0 3 0-15,-3 0 0 47,1 0 0-31,-7 0 0-16,3 3 0 15,-3-3 0-15,-2 2 0 0,-1-2 0 0,0 6 17 0,3-4 11 0,1 1 3 0,-1 2 0 0,0 0-76 0,3-2-15 16,-3 2-4-16,-5 1 0 0,5-1 52 0,-3-2 12 0,-2-1 0 0,-4 3 0 16,3-2 0-16,3 0 0 0,1 2 0 0,-1 0 0 0,0 1 22 0,3-4 7 15,-2 1 2-15,-1 0 0 0,-3-1-31 0,3 1 0 0,-2-3 0 0,-1 3 0 16,3-3-21-16,3 2-7 0,-2 1-2 0,2 2 0 0,3-2 42 0,3 2 9 16,1-2 2-16,-1-1 0 0,-3 1-23 0,3 0 0 0,0-3 0 0,-2 2 0 15,-1-2-16-15,0 3-5 0,0 0-1 0,0-1 0 0,4-2 22 16,-4 3 0-16,0 0 0 0,3-1 0 0,0 3 0 0,1-2 0 0,2 0 0 0,-6-1 0 15,3-2 0 1,-3 0 0-16,3 0 0 0,-2 0 0 0,-1 0 0 0,0 0 0 0,0 0 0 0,-2 3 0 16,5 0 0-16,-3-1 0 0,3 1 0 0,-3 0 0 15,7 2 0-15,-4-2 0 0,3 2 0 0,0-2 0 16,-3-1 0-16,3 1 0 0,1-3 0 0,-4 2 0 16,3-2 0-16,0 3 0 0,0 0 0 15,-3-3 8-15,4 2-8 0,2 1 0 0,-3 0 0 0,0-3-11 16,0 2 11-16,3 1 0 0,3 0 0 0,-2-1 0 15,2 4 0-15,0-4 0 0,0 1 0 0,3-1 0 0,0 1 0 16,0 0 0 0,0-3 0-16,0 2 0 0,1-2 0 0,-1 0 0 15,-3 3 0-15,3-3 0 0,-3 0 0 0,3 0 0 0,-3 0 0 0,3 3 0 0,-3-3 0 16,0 0 0-16,4 2 0 16,-4-2 0-16,0 0 0 0,0 3 0 0,0-3 0 0,-3 3 0 15,6-1 0-15,-3-2 0 0,3 3 0 0,-2 0 0 0,2-1 0 0,-3 1 0 16,3 0 0-16,0 2 0 15,0-3 0-15,0 1 0 0,0 0 0 0,3-1 0 0,-3 4 0 16,4-4 0-16,-1 1 0 0,-3 0 0 0,3-1 0 0,-3 1 0 16,3 0 0-16,-3-1 0 0,3 1 0 0,0 0 0 15,3-3 0 1,-3 2 0-16,3-2 0 0,-3 3 0 0,3-3 0 0,0-3-8 16,6 3-20-16,-2-2-4 0,-4-1-1 0,3 0 0 15,3-2-139-15,3-6-28 0</inkml:trace>
  <inkml:trace contextRef="#ctx0" brushRef="#br0" timeOffset="75409.86">15778 7475 1267 0,'0'0'28'0,"-6"-3"5"0,1-2 2 16,2 2 1-16,-3 1-36 0,0-4 0 0,3 4 0 0,-3-4 0 15,3 4 107-15,0-3 14 0,0-1 3 0,3 6 1 16,-6-2-36-16,6 2-7 0,-3-6-2 0,3 6 0 0,0 0-21 0,-3-2-5 16,3 2-1-16,0 0 0 15,0 0-17-15,0 0-3 0,0 0-1 0,0 0 0 0,0 0-7 0,0 0-1 16,0 0-1-16,-9 0 0 0,9 0-15 0,0 0-8 15,-3 5 10-15,-3 3-10 0,3 0 0 0,0 2 0 16,3 1 0-16,-3 2 0 0,3 3 0 0,0 3 0 16,0 2 9-16,0 0-9 15,0 0 0-15,0 3 0 0,-3 0 0 0,3 0 0 16,-3 2 0-16,3-2 0 0,-3 2 0 0,0-2 0 0,0 5 0 0,0-2 0 16,0-1-12-16,0 3 12 0,0-2-20 0,0-1 4 15,0-2 1-15,0 0 0 16,0-3-21-16,0-3-5 15,0 4-1-15,0-4 0 0,3-2 34 0,-3 0 8 0,1 0 0 0,2-3 0 0,0-2 0 0,0 2 0 0,0-5 0 0,0 2 0 16,0-2 10-16,0 3 4 16,2-6 1-16,1 3 0 0,0-3-15 0,0 1 0 0,0-1 0 0,3-2 0 15,0 2 10-15,0-2-1 16,3-1 0-16,-3 1 0 0,3-3 7 0,-3 0 2 0,3 0 0 0,0 0 0 16,0 0-5-16,0-3-1 15,0 3 0-15,0-2 0 0,0-1-3 0,2 3-1 16,-2-5 0-16,3 2 0 0,0 0-8 0,0 1 0 0,3 2 0 0,0-3 8 15,3 0-8-15,-3 1 0 0,2-1 0 0,4 3 0 16,0-3 0-16,0 3 12 0,3 0-12 0,3 0 12 16,-1 0-12-16,-2 0 0 0,0 3 0 0,3-3 0 0,0 0 0 0,-1 0 0 15,4 0-12-15,0 3 12 16,3-1 0-16,-1 1 0 0,4 0 0 0,0 2 0 16,3-2 0-16,-7 2 0 0,4-2 0 0,-3-1 0 0,-4 1 0 0,4 0 0 15,-3-3 0-15,3 2 0 0,-1 1 0 16,-2-1 0-16,3 1 0 15,-3 0 0-15,0-1 0 0,-4 4 0 0,4-4 0 0,-3 1 12 0,0 0-12 0,-7-1 0 16,4 1 0-16,-3-3 0 16,0 0 0-16,0 0 0 0,-3 0-12 0,2 0 12 0,-2 3 0 0,0-3 0 15,-3 0 0-15,3 0 0 0,-3 0 0 0,-3 0 0 16,0 0 0-16,-3-3 0 0,2 3 0 0,-2 0 0 16,0-3 0-16,-3 3 0 0,3-2 0 0,0 2 0 15,0-3 0-15,-3 3 0 0,3-3 0 0,0 1 0 16,-3-1 0-16,3-2 0 0,-3 2 44 0,3 0 16 0,0 1 3 0,-3-1 1 15,2 1-52-15,1-1-12 0,0-2 0 0,0 2 0 16,-3-2 0-16,0 2 0 16,3-2 0-16,-3-1 0 0,0 1 0 0,0 0 0 15,3 0 0-15,-3 2 0 0,0-5 0 0,0 3 0 0,3-3 0 0,0 0 0 16,0 0 0-16,-1 0 0 16,4-3 0-16,0 1 0 0,0-1 0 0,0 1 0 0,0-1 0 0,0 0 0 15,3 1-28-15,0-1-8 16,-3-2-1-16,2 2-1 0,-2-2 38 0,3 0 0 0,-3 0 0 0,0 0 0 15,0-1 0-15,0-2 0 0,0 3 0 0,-3-3 0 16,0 3 0-16,0 0 0 16,0-3 0-16,-4 5 0 0,1-2 0 0,0 0 0 15,0-3 8-15,0 3-8 0,0 2 12 0,0-2-2 0,0 0-1 0,-3 2 0 0,3-2 0 0,-3 0 0 16,3-3 0-16,-3 0 0 16,0 0 2-16,0 0 0 0,0-2 0 0,0 2 0 0,0-3-1 15,0 1 0-15,-3 2 0 0,0-3 0 16,3 1 0-16,-3-1 0 0,-3 1 0 0,3 2 0 15,0 0-2-15,0 3-8 0,-3 0 12 0,3-1-4 0,-3 1-8 0,0 3 10 16,0-1-10-16,0 3 10 0,-3 0-10 0,3 0 0 16,-3 0 0-16,0 0 0 0,0 0 0 15,0 3 0-15,0-3 8 0,0 3-8 16,0 0 0-16,0-3 0 0,0 2 0 0,-2 1 8 0,2 0-8 16,-3-1 0-16,3 1 0 0,-3 0 0 0,0 2 0 0,0-2 8 15,0 2-8-15,-3-2 0 0,3 5 0 0,-3-3 0 16,0 1 0-16,-3 2 0 0,4-3 0 0,-1 3 0 0,-3 0 0 0,0 0 0 15,3 0 0-15,-3 0 0 16,-3-3-9-16,3 3 9 0,-3 0 0 0,4 0 0 16,-4 0 0-16,0 0 0 15,0 0-9-15,-3 3 9 0,0-3 0 0,0 0-9 0,-2 0 9 0,2 0-8 0,-3 0 8 0,-6-3-8 16,3 3 8-16,1-2 0 16,-4 2 0-16,3 0 0 0,0 0 0 0,1 0-10 0,2 0 10 0,-3 0 0 15,3 0-8-15,-3 0 8 0,4 2 0 0,-4-2 0 16,0 0-10-16,0 3 10 0,0-3-8 15,-2 3 8-15,5-1-10 0,0-2 10 0,0 3-12 0,0 0 12 16,1-1-9-16,2 4 9 0,3-4 0 0,0 1-9 16,0-1 9-16,0 1 0 0,0 0 0 0,1-1 0 0,-4 1 0 0,3-3-8 15,0 3 8-15,0-3 0 16,0 0 0-16,0 0 0 0,1 0 0 0,2 2 0 0,-3-2 0 16,0 0 0-16,3 3 0 0,-3-3 0 0,0 3 0 0,3-1 0 31,-2 1 0-31,2 0 0 0,-3-3 0 0,3 2 0 0,0 4 0 0,-3-4 8 0,3 1-8 0,0-1 0 15,-2 1-8-15,-1-3 8 0,0 3 0 0,-3-1 0 16,0-2 0-16,3 3 0 0,-2-3 0 16,-1 3 0-16,0-1 9 15,0 1-9-15,3 0 0 0,-3-1 0 0,3 4 0 0,-2-4-12 0,2 4 12 0,0-1 0 16,0 0 0-16,0 0 0 16,6 1 0-16,-3-4 0 0,3 4 0 0,1-1 0 0,-1-2 0 15,3 2 0-15,0 0 0 0,0-2 0 16,0-1-57-16,0 4-6 0,3-4-1 0,3 1 0 15,3-3-13-15,0 0-3 0,0 0-1 0,0 0-914 16</inkml:trace>
  <inkml:trace contextRef="#ctx0" brushRef="#br0" timeOffset="87056.95">12593 6443 954 0,'0'0'20'0,"0"0"5"0,-3-3 1 0,3 3 2 0,-2-5-28 0,2 5 0 15,-3-5 0-15,-3 2 0 0,6 3 94 0,-3-5 14 0,0 0 2 0,3 5 1 16,-6-3-24-16,0 0-5 16,3 1-1-16,3 2 0 0,-6-3-28 0,0-2-5 0,6 5-2 0,0 0 0 15,-6-3-20-15,6 3-4 16,-6-3-1-16,6 3 0 0,-3-2-5 0,3 2 0 0,-6 0-1 0,6 0 0 15,0 0-2-15,0 0 0 16,-9 0 0-16,9 0 0 0,-6 0-2 0,6 0-1 16,0 0 0-16,-6 2 0 0,3 4-10 0,-3-1 0 0,3 0 0 0,0 6 0 0,3-3 0 0,-3 5 0 15,3 0 0-15,0 0 0 0,0 1 0 0,0 4 0 16,0-2-11-16,3 5 11 16,-3-2-14-16,0 2 2 0,3 3 1 0,-3 0 0 0,3-1-1 0,-3 1-1 15,0 0 0-15,3 2 0 16,-3-4 13-16,0 1 0 0,0-1-10 0,3 1 10 15,-3-1-9-15,3-1 9 0,-3-3-12 0,0 3 12 0,0-2-12 0,0-3 4 16,0 5 8-16,0-5-13 16,0 2 13-16,0-2 0 0,0 0 0 0,0 0 0 0,0 0 0 0,0-3 0 15,3 0 0-15,-3 1 0 0,0-4 0 16,3 1 0-16,-3-1 0 0,3 1 0 0,0-3 0 0,0 0 0 16,-3-3 0-16,3 0 0 0,-3-5 0 15,3 6 13-15,3-4-4 0,-6-2-1 0,0 0 4 0,3 3 1 16,-3-3 0-16,6 0 0 0,-3 0-13 0,3 0 11 0,0 0-11 0,0 0 10 15,-3 0-10-15,3 0 0 0,0-3 0 0,-6 3 0 16,6 0 0-16,0 0 0 0,-4-2 0 16,4 2 0-16,0-3 0 0,3 3 0 0,-3 0 0 0,0 0 0 15,3 0 0-15,-3 0 0 0,3 0 0 16,3 0 0-16,-3 0 16 0,0 3 0 16,0-3 1-16,0 2 0 0,3-2-27 0,-1 0-6 0,1 0 0 0,0 0-1 15,6 0 25-15,-6-2 6 16,3 2 1-16,0-3 0 0,3 3-15 0,-3 0 0 0,2-3 0 0,1 3 0 15,-3-2-9-15,3 2-5 0,0 0-1 0,0-3 0 16,3 3 15-16,2-3 0 0,4 1 0 0,0-1 0 16,3 1 11-16,2-4 5 0,1 4 0 0,3-4 1 15,0 1-17-15,-1 0 0 0,-2-1 0 0,0 1 0 16,3-3 0-16,-4 0-22 0,7 0 3 0,0 0 1 16,2 3 30-16,-2-3 7 0,3 3 1 0,-1 0 0 15,-5-3-32-15,0 0-7 0,0 2-1 0,2-2 0 0,1 1 20 0,3-1 0 16,-1 5 0-16,4-2 0 0,0 2 0 0,-7 0 0 15,1-2 0 1,-3 2 0-16,-1-2 0 0,4 0 0 0,-3 0 0 0,0 2 0 16,2 0 0-16,-5 1 0 0,3 2 0 0,-3-3 0 0,-1 3 0 0,-2 0 0 15,0-3 0-15,-3 1 0 16,-4 2 0-16,-2-3 0 0,3 0 0 0,-3 1 0 16,-3-1 0-16,0 0 0 0,-1 3 0 0,-2-2 0 0,3 2 0 0,-6 0 17 15,0 0-3-15,-3-3-1 16,0 3-13-16,0-2 0 0,-3 2 0 0,0 0 0 0,0-3 0 0,-6 3 0 15,0 0 0-15,3 0 0 0,-3 0 0 0,0 0 0 0,3-5 8 16,-3 5-8-16,0-6 0 0,-3 1 8 0,3 0-8 0,-3-1 0 16,3 4 8-16,-3-6-8 0,-3 3 0 15,3-3 0-15,0 0 8 0,0 0-8 0,0-3 0 0,0 1 0 16,0-4 10-16,-3 1-10 16,3 0 10-16,0-3-10 0,-3-3 18 0,0 1-2 0,3-3-1 0,-3 0 0 15,3-1 5-15,-3 1 0 16,3-3 1-16,-3 3 0 0,0 0-4 0,3 3-1 0,-3-1 0 15,0 3 0-15,3 0 27 0,-3 0 5 0,1 3 0 0,2-3 1 16,-3 0-39-16,0 3-10 0,3-3 0 0,-3 3 0 16,3 0 0-16,-3 0 0 0,0-1 0 0,0 1 0 15,0 3 0-15,3-4 0 0,-3 4 0 0,0-3 0 0,0 2 53 16,-3 0 9-16,3 1 2 0,-3 2 0 16,0-3-52-16,0 3-12 0,-2 0 0 0,-4 0 0 0,0 1 0 15,0 1 0-15,-3-2 0 0,0 0 0 0,-3 3 0 0,0 0 0 16,1 0 0-16,-7-1 0 15,3 4 0-15,-3-1 0 0,3 3 0 0,-5 0 0 16,5 0 0-16,-6-3 0 0,-3 3 0 0,-2-2 0 0,-4-1 0 0,-6 3 0 16,4-3 0-16,-4 6 0 15,0 0 0-15,4-1 0 0,-1 1 0 16,0 0 0-16,-2-3 0 0,-1 2 0 0,0 1 0 0,-2 0 0 0,5 2 0 0,0-3 0 16,4 6 0-16,-1-2 0 0,3-1 0 0,1 0-10 15,-4 1 2-15,0-1 0 16,3 0 8-16,-2 0 0 0,2 3-9 0,-3 0 9 0,7 0 0 0,-1 0 13 15,3 0-1-15,0-3-1 0,4 3-11 0,2 0-17 0,0-2 4 0,-3 2 1 16,3-3 12-16,0 3 16 16,4-3-3-16,-4 0-1 0,6 1-12 0,-3-1 0 0,0 0 0 0,3 1 0 15,4-4-9-15,-4 3-5 0,3-2-1 0,0 0 0 32,3 2 24-32,0-2 5 0,0-1 1 0,0 1 0 0,3 0-15 15,0 2 0-15,-2-2 0 0,2-1 0 0,0 3 0 0,3 1 0 0,-3-1 0 0,0 0 0 16,0 1 0-16,3-1 0 0,-3 0 0 0,3-2 0 15,0 2-48-15,0 0-13 16,-3-2-3-16,3 2 0 0,0 1 0 16,-3-4 0-16,3 4 0 0,1-4 0 15,-1 4 0-15,3-4 0 0,-3 1 0 0,6-3-546 0,0 0-110 0</inkml:trace>
  <inkml:trace contextRef="#ctx0" brushRef="#br0" timeOffset="90474.8">16031 6427 806 0,'-11'-3'17'0,"5"3"4"0,0-2 1 0,-6-1 2 0,3 1-24 0,-3 2 0 0,3-3 0 0,-3-2 0 16,0 2 56-16,-3 0 6 15,3 1 2-15,0-1 0 0,1 0 0 0,2 1 0 0,0-1 0 0,0 3 0 16,0-3 0-16,3 3 0 0,0-2 0 0,3 2 0 16,-3 2-52-16,6-2-12 15,0 0 0-15,-6 3 0 0,0 0 0 0,3-1 0 0,-3 4 0 0,3-1 0 0,0 3 0 0,0 0 0 16,0 0 0-16,0 2 0 15,0 1 29-15,0 2 3 0,0 0 1 0,-3 3 0 16,0 3-33-16,3-1 0 0,-2 6 0 0,-1 0 0 16,3 2 8-16,-3-2-8 0,0 3 0 0,0 2 0 0,0-3 10 15,0-2-10-15,0 3 8 0,0-4-8 16,0 1 0-16,0-3 0 0,3 0 0 0,-3 1 0 16,0-1 0-16,0-5 0 0,0 2-11 0,0 1 11 0,3-1 0 0,-3 1 0 15,3-3 0-15,-3 2 0 0,3-2 0 0,0 0-8 16,0 0 8-16,0-3 0 15,1 0-30-15,2 1-1 0,0-4 0 0,-3 1 0 0,3-1 31 0,3-2 0 16,-3 3 0-16,2-6 0 0,-2 3 0 0,3-3 0 16,0-2 0-16,3 2 0 0,-3 1 0 0,3-4 0 15,0 1 0-15,3-1 0 0,-3 1 17 0,0-3 10 16,3 3 1-16,0-3 1 0,-3 0-29 0,6-3 0 0,-3 3 0 0,0-3 0 31,0 1-17-31,0 2-10 0,-1-3-1 0,4 1-1 0,3-1 29 0,0 0 0 16,3 1 0-16,0-1 0 0,0 0 16 15,3 1 8-15,-1-1 3 0,1 3 0 0,3-3-27 0,0 3 0 0,-3-2 0 0,3-1 0 16,-1 3 0-16,-2 0 0 16,0 0 0-16,0 0 0 0,-3 3-16 0,3-3-9 15,-1 2-2-15,4-2 0 0,-3 3 27 0,3-3 0 0,3 0 0 0,-1-3 0 16,1 3 0-16,0-2 0 0,0-1 0 0,3-2 0 16,-4-1 0-16,1 1 0 15,-3 0 0-15,0-3 0 0,-3 3 18 0,-1-3 9 0,4 0 1 0,0 0 1 16,0-3-46-16,3 3-10 0,-1 0-1 15,4 3-1-15,0-3 43 0,0 0 9 0,0 3 1 16,-1 0 1-16,-2 2-25 0,0-2 0 0,-3 2-9 0,-1-2 9 16,-2 2-22-16,0-2 2 15,0 5 1-15,3-3 0 0,-3 1 19 0,2-1 0 0,1 0 0 0,-3 1 0 16,6 2 8-16,-6 0 6 0,3 0 1 16,-4 2 0-16,4-2-15 0,-3 3 0 0,0 0 0 0,0-3 0 0,-3 2 0 0,-4 1 0 15,4-3 0-15,-3 2 0 16,0-2-14-16,0 0 1 0,0 3 0 0,-3-3 0 0,3 3 13 0,0-3 0 15,-1 0 0-15,4 2 0 0,-3-2 0 0,0 0 0 16,-3 0 0-16,3 0 0 16,0-2 9-16,-3 2 5 0,2 0 1 0,-5-3 0 0,3 3-15 0,-3-3 0 15,0 1 0-15,0 2 0 0,0-3 0 0,-3 1 0 16,3-1 0-16,-3 3 0 0,0-3 8 0,0 1-8 16,-3-1 11-16,0 0-11 0,3-2-10 0,-3 2-9 0,0-2-1 0,0 0-1 15,0-1 43-15,0 1 9 0,0 0 1 0,0-3 1 16,-3 0-13-16,2 0-4 15,1 0 0-15,0 0 0 0,3 0-1 0,-3-2-1 0,0-1 0 0,0-2 0 32,0 0-14-32,0-1 0 0,0-1 0 0,-3-4 0 0,3 3 41 0,-3-2 3 0,3-4 0 0,-3-1 0 15,3 1-20-15,-3 1-3 0,0-3-1 0,0 1 0 16,0 2-20-16,0-3 0 0,0 3 0 16,0 2 0-16,-3 0 32 0,0 1 3 0,0-1 0 15,0 1 0-15,-3 2-19 0,0 0-3 0,0-2-1 16,0 2 0-16,-2 3-1 0,-1-3-1 0,0 5 0 0,0-2 0 15,-3 0-10-15,0 2 10 0,-3-2-10 0,3 2 10 0,-3 1-10 0,0-1 8 16,-2 0-8-16,-1 4 8 0,0-4-8 0,0 3 0 31,0 0 0-31,0 0 0 0,0 3 0 0,3 0 0 0,-2-3 0 0,-1 2 0 16,0 1 0-16,0 0 0 0,0 2 0 0,-3-2 8 0,1 2-8 0,-4 1 0 16,0-4 0-16,0 6 0 0,-3-2 0 0,0-1 0 15,4 3 0-15,-4 3 0 0,0-3 0 0,0 2 0 16,3 1 0-16,1 0-11 0,2 2 11 0,-3-5 0 15,3 2 0-15,-3-2 0 0,4 0 0 0,-4 3 0 16,-3-6 0-16,3 6 0 0,-3-3 0 16,4 3 0-16,-4-3 8 0,3 2-8 0,0-2 0 15,0 3 0-15,-2 0 0 0,5-1-8 0,0-2 8 0,0 3 0 16,0 0 0-16,-3-1 0 0,1-2 0 0,-1 0 0 16,-3 0 0-16,-3 3 0 0,3-3 0 0,-2 3 0 15,-1-3 8-15,-3 2-8 0,6 1 0 0,1-1 0 0,-1-2 0 16,3 6-8-16,3-6 8 0,0 5 0 15,0-2 8-15,1-1-8 0,-1 1 0 0,0 0 0 16,0-3 0-16,0 2 0 0,0 1 0 0,4 0 0 0,-1 2 0 0,3-2 0 31,0-1 0-31,3 3-10 0,0-2 10 0,3 2-10 0,-3-2-6 0,6 2-2 0,0-2 0 0,3 2 0 32,0-2-18-32,3-3-4 0,0 0-1 0,0 5 0 15,0 1-24-15,6-1-5 0,0-3-1 0,0-2-469 0,6 0-93 0</inkml:trace>
  <inkml:trace contextRef="#ctx0" brushRef="#br0" timeOffset="99234.8">13763 5411 1137 0,'0'0'24'0,"0"0"6"0,0 0 1 0,0 0 2 0,0 0-33 0,0 0 0 16,0 0 0-16,-6-5 0 0,6 5 87 0,-3-3 10 16,3 3 3-16,0 0 0 0,-3-5-35 0,3 5-6 15,0 0-2-15,-6 0 0 0,6 0-22 0,0 0-5 16,0 0-1-16,-6-5 0 0,6 5-41 0,0 0-8 0,0 0-1 0,0 0-1 31,0 0 53-31,0 0 10 0,0 0 3 0,-5 5 0 0,-1-3-36 0,3 6-8 0,3-2 0 0,-3 4 0 16,6 1 18-16,-3 2 2 15,0 0 0-15,0 6 0 0,3 2-34 0,-3 0-6 0,3 3-2 0,-3 0 0 16,3 0 22-16,-3-1-11 0,0-1 11 16,0 1-8-16,0-1-4 0,0 1-1 15,0-1 0-15,0-1 0 0,0 0-10 0,0 3-1 16,0-3-1-16,0 0 0 0,0 0 25 0,0-2 0 0,0-1 0 0,0 1 0 15,0-3 0 1,0-3 0-16,0 3 0 0,-3-3 0 0,3 3 0 0,0-3 0 0,0-2 0 0,0-1 0 0,0 1 0 16,0-3 0-1,0 0 0-15,0-3 0 0,0 3 0 0,0-3 0 0,0 1 0 0,0-6 0 0,3 5 15 16,-3-2 8-16,0-3 1 0,5 5 1 16,-2-3-40-16,-3-2-8 0,3 3-1 0,3-3-1 15,-3 0 25-15,3 0 0 0,0 0 0 0,-3 0 0 0,3 0 27 0,3-3 10 16,-3 1 3-1,3-1 0-15,0 1-29 0,0 2-11 0,3-3 8 0,0 0-8 0,0 1 8 0,2 2-8 32,1-3 0-32,0 3 8 0,3-3-8 0,0 3 0 0,0 0 0 0,0-2 0 15,2 2 0-15,-2 0 0 0,3 0 0 0,0 2 0 0,0-2 0 0,-3 0 0 16,0 0 0-16,-1 0 0 16,4 0-9-16,-3 0 9 0,0 0 0 0,0 0 0 15,3 0 11-15,-3 0 9 0,2 0 1 0,-2 0 1 0,0 0-31 0,0 0-7 16,0 0 0-16,0 0-1 0,0 0 17 0,-4 0-12 15,1 0 12-15,0-2-10 0,0 2 10 0,-3 0 0 16,3 0 0-16,-3 0 0 0,0-3 0 0,-3 3 0 0,-3 0 0 0,2-3 0 16,-2 3 0-16,0-2 0 15,-3-1 0-15,3 0 0 0,-3 3 0 0,-3 0 0 0,3-5 0 0,-3 0 0 16,3 0 0-16,-3-1 8 0,0 1-8 0,0 0 0 16,0-3 0-16,-3-3 8 0,3 1-8 0,-3-1 0 15,0 0 8-15,0-2-8 16,0 0 10-16,-3-3-10 0,3-5 15 0,-3 2-3 15,1 1-1-15,2-3 0 0,-3-3 16 0,0 3 3 0,3 0 1 0,0 2 0 16,0-2 1-16,0 2 1 16,-3 1 0-16,3-3 0 0,3 2-33 0,0-2 0 0,0 2-10 0,0-2 10 15,0 5 0-15,0-2 8 0,0-1 2 16,3 3 0-16,-3 1-10 0,3-4 0 16,0 3 0-16,-3-2 0 0,3-1 0 0,0 6 0 0,0-6 0 0,0 3 0 15,0 3 20-15,0 0 11 0,0 0 2 0,0 2 1 0,0 3-22 0,-3 0-12 16,0 0 12-16,0 0-12 15,-3 3 12-15,3 0-4 0,-3 0 0 0,0 2-8 0,3 3 12 16,-3-5-4-16,-3 5 0 0,-3-6-8 16,3 4 9-16,0-1-9 0,-3 3 0 0,0-3 9 15,0 3-9-15,0 0 0 0,-3 0 0 0,-3 3 0 0,3-3 0 0,-2 0 0 16,-1 0 0-16,-3 3 0 0,3-1 0 0,0 4 0 16,-3-4 0-16,0 1 0 0,0 2 0 15,1-2 0-15,-1 2 0 0,0 3 0 16,0-3 0-16,0 1 0 0,-3-1 0 0,0 0 0 0,-2 1 0 0,2-1 0 15,-3 0 0-15,0 3 0 0,0-3 0 0,4 1 0 16,-1 2 0-16,0-3 0 0,0 3 0 0,3-3-14 16,0 0 3-16,3 3 1 0,1-5-6 0,2 2-2 0,-3 1 0 0,6-1 0 31,-3 0-11-31,3 0-3 0,3-2 0 0,0 0 0 16,0-1-28-16,6-2-7 0,0 0-1 0,0 0 0 15,0 0-36-15,0 0-8 0,0 0-2 0,0 0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30:37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19853 3183 1519 0,'0'0'43'0,"0"0"9"0,-3-5-41 0,3 2-11 0,0-5 0 0,0 3 0 0,0-3 90 0,0 0 16 16,0 0 3-16,3 0 1 0,-3 3-15 15,3-3-3-15,3-5-1 0,-3 5 0 0,3 0-16 0,0 0-3 16,0-5-1-16,3 5 0 0,3 0-11 0,-3-5-3 16,3 2 0-16,3 0 0 0,0 4-32 0,0-4-6 15,2 3-2-15,1 3 0 0,-3-3-9 0,0 8-8 16,3-6 9-16,0 4-9 0,-3 2 0 0,-1 0 0 16,-2 2 0-16,0 4 0 0,-3 2-16 0,-3-3-4 15,0 6 0-15,-3 2 0 0,0 0 20 0,-6 3 0 16,-3 2 0-16,-3 1 0 0,-3 2 0 0,0-2 0 15,-2 2 0-15,-4 0 0 0,-3 0 0 0,3-5 0 0,0 5 0 16,0-2 0 0,0-1-55-16,4 1-7 0,-4-1-2 0,6 1 0 0,0-1 52 0,3 3 12 0,6-5 0 0,0-5 0 15,0 2 0-15,6 0 0 0,0-2 0 0,3 0 0 16,3-1-10-16,3-2 1 16,0 0 0-16,3-3 0 0,-1 1 9 0,4-4 11 0,0-2-3 0,3 6 0 15,3-6 12-15,-3-6 1 0,2 6 1 0,-2-2 0 16,-3-4-2-16,3 1-1 0,-3 0 0 0,3 2 0 15,-4-5 4-15,4 0 1 0,-3 0 0 0,3-2 0 16,-3-1-108-16,0 1-22 16,0-6-4-16</inkml:trace>
  <inkml:trace contextRef="#ctx0" brushRef="#br0" timeOffset="592.658">20758 2614 2188 0,'-3'0'48'0,"-3"0"11"0,0 0 1 0,-3 0 1 0,4 3-49 0,-4 2-12 16,-3-2 0-16,3 2 0 0,-3 3 54 0,0 0 8 16,0 0 2-16,-3 5 0 0,3-5-2 0,0 5 0 15,0 3 0-15,1-3 0 0,-4 3-34 0,3 0-8 16,-3 0 0-16,0 0-1 0,3 2-11 0,0-7-8 0,3 8 12 15,0-4-12-15,3-1 0 0,0 2 0 0,3-1 0 0,3 1 0 16,0 3 0-16,3-1 0 16,3-2 0-16,0 3 0 0,0-9-10 0,6 4 10 0,0-1-10 15,0-5 10-15,0 0-12 0,0 0 12 0,3-3-13 16,0-2 5-16,-4 2 8 16,4-5 8-16,0 0-8 0,-3 0 11 0,3-5-19 0,-3 2-4 0,-3-2-1 0,3 2 0 15,-3-5 13-15,0-3 0 0,-3 1 0 0,0-1 0 16,-3 1 48-16,-1-6 13 0,-2-3 3 0,0 1 0 15,-2-1-52-15,-1 1-12 0,-3-1 0 0,-3 1 0 16,0-1 0-16,-3-2 0 0,-3 2 0 0,3-2 0 16,-3-3 54-16,0 3 8 0,3 0 2 0,-3 0 0 15,1-3-64-15,-4 3-18 0,0 0-1 0,3-3 0 16,-3 0 19-16,0 3 0 0,0-5 0 0,-2 2 0 16,2 0 0-16,0 5 0 0,3 1 9 0,3-1-9 15,0 9 0-15,6-6 8 0,0 3-8 0,6 5 0 16,0 0 0-16,3-3 0 0,3 9-9 0,3-4 9 15,3 4-28-15,3-4 0 0,3 4 1 0,0 2 0 16,2 0 27-16,1 0 0 0,0 0 0 0,0 2 0 16,0 4 0-16,3 2 0 0,-4 0 0 0,4-1 0 0,-3 7 0 0,0-6 0 15,3 5 0-15,-3 3 0 0,-4 0 0 16,1-1 0-16,-3 7 0 0,0-1 0 0,-6 3 0 0,3 2-8 16,-6-5 8-16,0 3-8 0,-3 0-7 0,-3-3-1 15,-3 0 0-15,-3-2 0 16,0-1-38-16,-3 3-8 0,-3-5-2 0,-3 0-751 0,0 0-150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31:14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8998 7930 1090 0,'0'0'24'0,"0"0"4"0,0 0 2 0,0 0 2 0,-3-3-32 0,3 3 0 0,-6-5 0 0,6 5 0 15,-3-3 83-15,3 3 10 0,-6-5 3 0,3 3 0 16,3 2-12-16,-6-6-3 0,6 6 0 0,-6-2 0 16,3-1-14-16,3 3-3 0,-3-5-1 0,-3 2 0 0,0 0-22 0,6 3-4 15,-6-5-1-15,3 0 0 0,3 5-11 0,-6-3-2 16,0 0-1-16,3-2 0 0,-3 3-1 0,0-1 0 15,3 0 0-15,-3 3 0 0,1-5-21 0,-4 5-18 16,3-3 3-16,-3 1 1 0,0-1 41 0,-3 3 8 16,3-3 1-16,-6 3 1 0,3 0-27 0,0-2-10 15,-3 2 0-15,0 0 9 0,1 0-9 0,-4 2 0 16,0-2 0-16,0 3 8 0,-3 0-8 16,3 2 0-16,-3 0 0 0,4 1 0 0,-1 1 0 0,3 1 0 15,0 0 0-15,0 3 0 0,0 0 15 0,3-4 7 0,3 4 2 16,-3 2 0-1,1-2-42-15,2-1-8 0,3 4-2 0,-3-4 0 0,0 1 20 0,3-1 8 16,0 4-8-16,-3-4 8 16,3 3-31-16,-3-2-1 0,6 0 0 0,-3 2 0 0,0-3 32 0,3 1 0 0,-3 0 0 0,3-1 0 15,0 1 0-15,0-3 0 16,0 0 0-16,0 2 0 0,3-2 0 0,-3 0 0 0,3 3 0 0,0-3 0 16,0 0 0-16,3 2 0 0,-3-2 0 0,3 3 0 15,0-3 0-15,3 2 0 0,-3 1 0 0,6-1 0 16,-3-2 0-16,0 3 0 0,3-3-8 0,0 2 8 15,0 1-9-15,0-3 1 0,0 3 0 0,0-1 0 16,0 1 8-16,3-3-12 0,-4 0 12 0,7 2-12 16,-3-2 4-16,0-3 0 0,0 3 0 0,0 0 0 15,3 0-27-15,-3-2-5 16,3-1 0-16,0 0-1 0,-1-2 41 0,1 2 16 0,0-2-1 0,-3-1 0 16,3 1-15-16,0 0-8 0,0-3 8 0,-3 2-13 0,3-2 13 15,-4 0 0-15,4 0 0 0,-3-2-9 0,0-1 9 0,0 0 0 16,0 1 0-16,0-1 0 15,-3-2 0-15,3-1-12 0,-3 1 12 0,0 0-12 0,2 0 12 0,-2-1 0 16,0-2 0-16,3-2 0 0,-3-1 0 0,3 1 0 16,-3-4 0-16,3-2 0 0,-3 1 37 0,3-1 10 15,0-3 1-15,-3-2 1 0,2 3-13 0,-2-1-4 16,3 0 0-16,0 1 0 16,-3-1 0-16,0 4 0 0,0-4 0 0,-3 1 0 0,3-1-1 0,-6 3-1 0,3 0 0 0,-3 0 0 15,0 0-3-15,-3 1-1 0,0 1 0 0,-3-2 0 16,0 1-6-16,0 1-2 0,-3-1 0 0,0-1 0 15,-3 2-6-15,0 1 0 0,0 0-1 0,0 2 0 16,-3 1-11-16,0-1 0 0,-2 1-12 0,2 4 12 16,-3-2 0-16,0 3 0 0,0 2 0 0,0 1 0 15,0 2 0-15,3 0 0 0,-3-3 0 0,1 6 0 16,-1-1-36-16,-3 1-8 16,3 2-3-16,-3-2 0 0,3 5-116 0,0 0-23 15,0 0-5-15</inkml:trace>
  <inkml:trace contextRef="#ctx0" brushRef="#br0" timeOffset="1283.155">8858 8771 831 0,'0'0'18'0,"0"0"4"0,0 0 1 16,0 0 1-16,0 0-24 0,0 0 0 0,0 0 0 0,-6 0 0 16,6 0 59-16,0 0 7 0,-6 0 2 0,6 0 0 0,0 0-12 0,-6 0-3 15,6 0 0-15,-6-2 0 0,0 2 40 0,0-3 8 16,0 1 2-16,0 2 0 0,3-3-63 0,-3 0-12 15,0 1-2-15,0 2-1 0,0-3 31 0,-3 0 7 16,4 1 1-16,-4 2 0 0,3-3-25 0,-3 0-5 16,0 3-1-16,0 0 0 0,0 0-11 0,-3 0-2 15,3 3-1-15,0 0 0 0,-3-3-6 16,0 5-1-16,0-2 0 0,4-1 0 0,-4 1-12 0,0 2 0 16,0-2 0-16,3 2 0 0,-3 0 0 0,3 1 0 15,0-1 0-15,0 0 0 0,0 1 0 0,0-1 0 16,3 3 0-16,-3-3 0 0,3 3 0 0,1-3 9 15,-1 1-9-15,0 2 8 0,0 0-8 0,3-3 0 0,-3 3 0 16,0 0 0-16,3 0 0 0,-3 0 0 0,3-1-8 16,0 4 8-16,0-3-8 0,0 0 8 0,0 3-10 0,0-1 10 15,0-2-13-15,0 3 3 16,0-1 1-16,0-2 0 0,3 5-4 0,-3-2-1 0,0 0 0 0,3 2 0 16,-3 0-2-16,0 0 0 0,0 0 0 0,0 1 0 15,3-1 4-15,-3 0 0 0,3 3 0 0,-3-3 0 16,3 3 12-16,-3-3-9 0,3 1 9 0,0-4-8 15,3 3 8-15,-3 1 0 0,3-1 0 0,0-3-8 16,0 4 8-16,0-1 0 0,3 0 0 0,-3 0-8 16,3-2 8-16,-3 0 0 0,3-1 0 0,0 1 0 15,-3-1 0-15,3 1 0 0,0-3 0 0,0 0 0 16,0-3-8-16,0 3 8 0,3-3-8 0,-3 1 8 16,2-4 0-16,1 4-8 0,0-4 8 0,0 1 0 15,0-1 0-15,0-2-8 0,3 0 8 0,-3 3 0 0,3-3 0 16,-3 0-8-16,3-3 8 0,3 3 0 0,-3 0 0 15,-1-2 0-15,4 2 0 0,-3-3 0 0,0 1 0 0,0-1 0 16,0 3 0-16,0-3 0 0,0 1 0 0,0-1 0 16,-3 3 0-16,2-3 0 0,1 1 0 0,0 2 0 15,-3-3 0-15,0 0 8 16,3 1-8-16,-3-1 0 0,0 3 0 0,0-3 8 0,0 1-8 16,-3 2 8-16,0-3-8 0,0 0 8 0,3 1-8 15,-6 2 0-15,2-3 0 0,1 1 0 0,-3-1 0 0,3 0 0 16,-3 1 0-16,0 2 0 0,3-3 0 0,-3-2 0 0,0 2 0 15,0 0 0-15,0-2 42 0,0 0 4 0,0-1 1 16,0 1 0-16,0 0-24 0,0 0-5 16,0-3-1-16,3 0 0 0,-3 0-17 0,0-3 0 0,3 1 0 0,-3 2 0 15,0-6 55-15,3 4 7 16,0-3 2-16,-3-3 0 0,3 0-32 0,-3 0-7 0,3 0-1 0,-3-2 0 16,3-1 13-16,0 3 3 0,-4 0 0 0,1 0 0 15,3 1-32-15,-3 1-8 0,-3 1 0 0,3 0 0 16,-3 0 52-16,0 2 10 0,0 1 2 0,0 2 0 15,-3-3-52-15,0 3-12 0,3 0 0 0,-3-2 0 16,-3 2 8-16,4-3 3 0,-4 3 0 0,0 0 0 16,0 0-2-16,-3 0 0 0,3 0 0 0,-3 0 0 15,3 0-9-15,-3 1 8 0,0-1-8 0,0-3 8 16,0 3-8-16,3 0 0 0,-3 0 0 0,0 0 0 16,3 0 0-16,-3 3 0 0,1-3 0 0,-1 3 0 15,3-1-32 1,-3 1 2-16,0 3 0 0,-3-1 0 0,0 0-122 0,3 3-24 15,-3 0-4-15,0 0-902 0</inkml:trace>
  <inkml:trace contextRef="#ctx0" brushRef="#br0" timeOffset="18199.436">11331 9197 1497 0,'0'0'32'0,"0"0"8"0,0 0 0 0,0-5 4 0,-3 0-36 0,3 5-8 0,-3-3 0 0,3 3 0 16,-3-5 104-16,3 5 20 0,-3-3 3 0,3 3 1 16,0 0-52-16,0 0-9 0,0 0-3 0,0 0 0 15,0 0-1-15,0 0-1 0,0 0 0 0,0 0 0 16,0 0 3-16,0 0 1 0,0 0 0 0,0 0 0 15,0 0-53-15,0 0-13 0,3-2 0 0,3-1 0 16,0 3 12-16,3-3-1 0,0 3 0 0,0 0 0 16,3 0-11-16,3 0-16 0,0-2 4 0,6-1 1 15,-1-2 35-15,1 2 8 0,3-2 0 0,3 0 1 16,0-1-25-16,0 1-8 0,-1 0 0 0,1-1 0 16,-3 1 30-16,0 2-1 0,-6-2 0 0,2 0 0 15,1 0-29-15,-3-1 0 0,-3 1 0 0,3 2 0 16,-6-2-45-16,3 2-15 15,-3 1-4-15,-1-1 0 0,-2 0 52 0,0 3 12 0,-3-2 0 0,0-1 0 16,0 3-54-16,0 0-8 0,-6 0-2 0,3 0 0 16,-3 0-102-16,0 0-21 0,0 0-4 0,0 0-1 0</inkml:trace>
  <inkml:trace contextRef="#ctx0" brushRef="#br0" timeOffset="18830.322">11474 8936 1314 0,'0'0'37'0,"0"0"8"0,0 0-36 0,0 0-9 16,0 0 0-16,-6 0 0 15,6 0 156-15,-6 2 28 0,6-2 7 0,0 0 1 0,-3 0-103 0,3 0-20 16,-6 0-4-16,6 0-1 0,0 0 0 0,-6 3 0 16,6-3 0-16,0 0 0 0,-5 2 0 0,2 4 0 15,3-6 0-15,-6 5 0 0,3-2-51 0,-3 2-13 16,3-2 0-16,-3 2 0 0,0 0 0 0,0 1 0 16,0-1 0-16,-3 3 0 0,3 0 0 0,-3 0 0 15,3 0 0-15,-3 2 0 0,0-2 0 0,0 3 0 16,0-1 0-16,3 3 0 0,-2-5 18 0,2 3 1 0,0-3 0 15,0 3 0-15,0-4-19 0,0 1 0 0,3 0 0 16,-3 0 0-16,6 0-16 0,-3 0-1 0,0-3 0 16,3 3 0-16,0-2 17 0,0-4 0 15,0 4 0-15,3-1 0 0,0 0 0 0,0 0 0 0,0 1 0 16,3-1 0-16,-3-2 0 0,0 2 0 0,3 0 0 0,0 1 0 16,-3-4 48-16,3 4 12 0,-1-1 4 0,4 0 0 15,-3 0-52-15,0 1-12 0,3-4 0 0,0 4 0 16,-3-1 0-16,3 0 0 0,3 1 0 0,-3-1 0 15,3-3 0-15,-3 4 0 0,3-4 0 0,0 4 0 16,-4-4-24 0,4 4-8-16,0-4-2 0,3 1 0 0,-3 0-99 15,3 2-20-15,-3-3-4 0,3-2-911 0</inkml:trace>
  <inkml:trace contextRef="#ctx0" brushRef="#br0" timeOffset="19796.749">12510 8959 1736 0,'0'0'49'0,"0"0"11"0,0 0-48 0,0 0-12 0,0 0 0 0,-3-2 0 0,3 2 100 0,0 0 17 16,0 0 4-16,-6 5 1 0,0-2-43 0,0 2-9 15,3 0-2-15,0 1 0 0,0 1-29 0,0 4-7 16,0 0 0-16,0 2-1 16,0 3-15-16,0 0-4 0,0 2 0 0,1 3 0 15,-1 0-12-15,3 3 11 0,-3-3-11 0,3 3 10 16,-3-3-10-16,3 1 0 0,0-1 0 0,-3-3 0 16,3 3-20-16,0-5-10 0,0 3-2 15,0-3 0-15,-3 0 32 0,3-3 0 0,-3 0-8 0,3-2 8 16,-3 2-48-16,-3-5-6 0,3 2-2 0,0 1 0 15,0-6-161-15,3-5-33 0,0 0-6 0,0 0-2 0</inkml:trace>
  <inkml:trace contextRef="#ctx0" brushRef="#br0" timeOffset="20001.549">12519 8742 1947 0,'-3'-5'43'0,"0"0"9"0,0 0 1 0,0-3 2 0,3 0-44 0,-3 2-11 0,0 1 0 0,3 5 0 16,0-5 61-16,0 2 11 0,0-2 1 0,0 5 1 15,0 0-38-15,3-3-7 0,-3 3-1 0,0 0-1 16,6 0-19-16,-6 0-8 0,6 0 0 0,-3 0 8 31,3 3-36-31,0-1-7 0,-3 4-1 0,3-4-630 0,0 6-126 0</inkml:trace>
  <inkml:trace contextRef="#ctx0" brushRef="#br0" timeOffset="20588.397">12588 9264 2098 0,'0'0'46'0,"0"0"10"0,0 0 1 0,0 0 3 0,0 0-48 0,0 0-12 0,0 0 0 0,0 0 0 15,0 0 73-15,0 0 13 16,2 0 2-16,4-3 1 0,0 3-20 0,0-3-4 0,0 3-1 16,0 0 0-16,3-2 0 0,0 2 0 0,-3 2 0 15,6-2 0-15,-3 0-51 0,0 0-13 0,0 0 0 0,0 3 0 16,-3 0 0-16,3-1 0 0,0 4 0 0,-4-4 0 15,1 4 0-15,0-4 0 0,0 1 0 0,-3-1 0 16,-3-2 0-16,0 0 0 0,3 6 0 0,0-1 0 16,-3 0-12-16,0-5-6 0,0 8-1 0,-3-2 0 31,-3-1-21-31,3 3-4 0,-3-6 0 0,0 4-1 0,-2-1 36 0,2-2 9 0,0 2 0 0,0-2 0 16,-3 2 0-16,3-2 0 0,3-1 0 0,3-2 0 15,0 0 0-15,0 0 0 0,0 0 0 0,0 0 0 16,0 0 0-16,0 0 0 0,0 0 0 0,0 0 0 15,3 5 49-15,3-2 12 0,3 0 3 0,0-1 0 16,0 1-64-16,-1 0-18 0,4-3-1 0,-3 2 0 16,0 1 19-16,3 0 0 0,-3-1 11 0,0 1-11 15,0 0 11-15,-3-1-11 0,0 4 10 0,0-1-10 16,0-3 12-16,-3 4-3 0,0 2-1 0,0-3 0 0,-3 3-8 16,0 0 12-16,0 2-12 0,-3-2 12 0,0 3-12 0,-3-3 8 15,0 0-8-15,-3 2 8 0,0 1-8 0,-3-3 0 16,0 5 0-16,-3-2-11 0,3-3 11 0,-3 2-12 15,1 1 12-15,2-1-12 16,-3-2-41-16,3 0-9 0,0 0-2 0,-3-2 0 16,3-1 0-16,0 0 0 0,0-2 0 0,3-1-682 15,-2-2-137-15</inkml:trace>
  <inkml:trace contextRef="#ctx0" brushRef="#br0" timeOffset="21231.353">13311 9282 1404 0,'0'0'31'0,"0"0"6"0,0 0 2 0,0 0 0 0,0 0-31 0,0 0-8 0,0 0 0 0,0 0 0 16,0 0 92-16,0 0 16 0,0 0 4 0,0 0 1 15,0 0-24-15,0 0-5 0,0 0 0 0,6 0-1 16,0 0-13-16,0 0-2 0,0 0-1 0,3 0 0 16,0-2-11-16,-1 2-1 0,1-3-1 0,3 3 0 15,0-3-20-15,0 3-4 0,3 0-1 0,0-2 0 16,0 2-29-16,3-3 0 0,-1 0 0 0,1 1 0 15,0-1 20-15,0 0-3 0,0 1 0 0,-3-1 0 16,3 0-17-16,-3 1 0 0,-1-1 0 0,1 0 0 16,-3 3-26-16,0-2-9 15,0-1-1-15,-3 3-1 16,-3-2-49-16,3 2-10 0,-3-3-1 0,-6 3-1 0,0 0-134 0,0 0-28 0,0 0-4 0</inkml:trace>
  <inkml:trace contextRef="#ctx0" brushRef="#br0" timeOffset="21553.533">13326 9396 1602 0,'0'0'35'0,"0"0"7"0,0 0 2 0,0 0 1 0,0 0-36 0,0 0-9 0,0 0 0 0,0 0 0 16,0 0 104-16,0 0 20 0,0 0 3 0,0 0 1 15,0 0-28-15,3 8-6 0,-3-8-1 0,3 3 0 16,-3-3-21-16,6 2-4 0,0 1 0 0,0-3-1 16,2 0-15-16,1 0-4 0,0-3 0 0,0 3 0 15,3-2-23-15,0 2-5 16,0 0 0-16,3-3-1 0,3 3-19 0,-3 0 0 0,2-3 0 0,1 3 0 16,0-2 0-16,0 2 0 0,3 0 0 0,-3-3 0 15,0 3 28-15,2 0 3 0,-2 0 0 0,0-3 0 16,0 3-50-16,0 0-9 15,-3-2-3-15,0-1 0 0,0 3-129 0,-1-3-25 0,-2 1-6 16,0-1-547-16,0 0-110 0</inkml:trace>
  <inkml:trace contextRef="#ctx0" brushRef="#br0" timeOffset="38265.315">14195 9139 1404 0,'0'0'31'0,"0"0"6"0,0 0 2 16,-3-5 0-16,3 2-31 0,0 3-8 0,0-5 0 0,-3 0 0 15,3-1 112-15,0 6 20 0,-3-2 5 0,3 2 1 0,0-5-46 0,0 5-10 16,0 0-2-16,0 0 0 0,0 0-18 0,0 0-4 16,0 0-1-16,0 0 0 0,-3 5-40 0,-3 3-8 15,3 2-1-15,0 1-8 0,0 2 24 0,0 3-3 16,3 0 0-16,-3 2 0 0,3-2-33 0,-3 3-8 0,3-1 0 16,0 4-1-16,0-4 5 0,0 1 2 0,0-4 0 15,3 1 0 1,-3-2-80-16,3-1-16 0,0 0-3 0,0-2-1 15,3-3 26-15,0-1 6 0,0 1 1 0,0-5 0 16,3 0 13-16,0-3 4 0,0-3 0 0,0 0 0 16,3-2 29-16,-1 0 7 0,1-3 0 0,0 0 1 0,3 0 51 0,-3-3 11 0,0 3 1 0,0-2 1 15,0-1 45-15,0 1 9 16,-3 2 1-16,-3-3 1 0,2 3 1 0,-5 0 0 0,3 0 0 0,-6 0 0 16,3-2-18-16,-3 2-3 0,-3 3-1 0,3-3 0 15,-3 2-24-15,0-2-4 0,0 6-2 0,-2-3 0 16,5 5-17-16,0 0-3 0,0 0-1 0,-3 0 0 15,-3 2-8-15,3 3-1 0,0 1-1 0,3 2 0 16,-3 0-11-16,3 0 0 0,3 0 9 0,0 2-9 16,0 1 0-16,3-3 0 0,-1 2 0 0,1-2-12 15,3 3 2-15,-3-3 0 0,3 0 0 0,3 0 0 16,-3-3 1-16,3 3 0 0,0-6 0 0,0 4 0 16,-3-4 9-16,3-2 0 0,-3 0-9 0,-1-2 9 0,1-1 0 0,0 0 0 15,0-2 0-15,0 0 0 0,-3-3 30 0,3 0 1 16,0 0 0-16,-3 0 0 0,0-3 9 15,-3 4 3-15,3-1 0 0,-3-3 0 0,0 0-4 0,0 1-1 16,0-1 0-16,-3 1 0 0,0-4-12 0,0 1-2 16,0-3-1-16,0 0 0 0,-3 1-14 15,3-1-9-15,0-3 12 0,-3 3-12 0,3 3 8 0,-3-3-8 16,0 3 0-16,3 2 0 0,-3-2-12 0,3 5-5 16,0 0-2-16,0 3 0 15,0-3-124-15,0 5-25 0,3 1-4 0,-3 2-1004 0</inkml:trace>
  <inkml:trace contextRef="#ctx0" brushRef="#br0" timeOffset="39028.86">14757 9362 1364 0,'0'0'30'0,"0"0"6"0,0 0 2 0,0 0 0 0,-5 2-30 0,5-2-8 15,0 0 0-15,0 0 0 0,0 0 123 0,0 0 23 16,0 0 5-16,0 0 1 0,0 0-60 0,0 0-12 0,0 0-3 0,0 0 0 16,2-5 8-16,4 0 2 0,0 2 0 0,0 3 0 15,3-3-37-15,0 1-7 0,3-1-2 0,0 0 0 16,-3 3-33-16,3-2-8 0,0-1 0 0,3 0 0 15,-6 3 38-15,2 0 6 0,-2-2 0 0,3 2 1 16,-3-3-33-16,-3 3-12 0,3 0 9 0,-3 3-9 16,0-3 10-16,0 2-10 0,-3 1 12 0,0 2-12 15,-3-5 0-15,0 6 0 16,3 2 0-16,-6 0 0 16,0-1-42-16,0 1-9 0,-3 0-1 0,0 3-1 0,-3 0 42 0,0-4 11 0,-3 4 0 0,0 0 0 15,1-3 0-15,-1 2 0 0,0-2 0 0,0 3 0 16,0-3 0-16,3 0 0 0,-3-1 0 0,6-1 0 15,-3 2 0-15,3-3 0 0,6-5 0 0,0 0 0 16,0 0 0-16,0 0 0 0,6 3 0 0,0 2 0 16,0-2 0-16,3-1 0 0,0-2 0 0,3 3 0 15,-3-3 0-15,3 3 0 0,-3-3 0 0,3 2 0 16,-4-2 0-16,1 3 0 0,0-3 0 0,0 5 0 16,-3-5 0-16,0 3 0 0,0 2 0 0,0 0 0 15,-3 1 0-15,0-1 0 0,0 0 0 0,0 3 0 0,-3-3 0 16,0 3 0-16,0 0 0 0,0 0 0 0,-3 0 29 0,0 0 8 15,0 0 2-15,-3 0 0 0,0 0-27 16,-3 0-4-16,0 2-8 0,-3-2 11 0,0 3 6 0,-5 0 2 16,2-1 0-16,-3-2 0 0,0 3-19 15,-3-3 0-15,0 2 0 0,0-2 0 0,4 0 0 0,-4 3 0 16,3-3 0-16,0 2 0 0,0-2 0 0,3 3-17 16,0-3 3-16,4 0 1 15,-1 0-31-15,3-3-5 0,0 3-2 0,0-6 0 16,3 4-128-16,0-4-25 0,-18-2-6 0,12 3-1 0</inkml:trace>
  <inkml:trace contextRef="#ctx0" brushRef="#br0" timeOffset="44381.628">11358 8224 1396 0,'0'0'31'0,"0"0"6"0,0 0 2 0,0 0 0 0,0 0-31 0,0 0-8 0,0 0 0 0,0 0 0 16,0 0 75-16,0 0 13 0,0 0 4 0,0 0 0 15,0 0-23-15,0 0-4 0,0 0-1 0,0 0 0 16,0 0-13-16,0 0-3 0,0 0-1 0,0 0 0 16,6 0-24-16,3-3-5 0,-3 3-1 0,6-3 0 15,-3 1 38-15,0-1 7 0,3 1 2 0,0 2 0 16,2-3-52-16,1 3-12 0,0-3 0 0,3 3 0 0,0-2 0 15,0 2 0-15,0 0 0 0,3-3 0 0,-4 3 0 0,4-3 0 16,0 1 0-16,0-1 0 0,-3 0 0 0,0 1 0 16,-1-1 0-16,1 0 0 0,0-2 0 0,-3 2 0 15,3-2 0-15,0 0 0 0,-6 2 0 0,6 1 0 16,-7-1 0-16,4-2 0 0,-3 2 0 0,0 0 0 16,-3 1 0-16,0-1 0 15,0 3-88-15,0-3-20 0,-3 3-4 0,0-2-536 0,-6 2-108 0</inkml:trace>
  <inkml:trace contextRef="#ctx0" brushRef="#br0" timeOffset="45090.453">11522 8009 1497 0,'0'0'32'0,"0"0"8"0,0 0 0 0,0 0 4 0,0 0-36 0,0 0-8 0,0 0 0 0,0 0 0 16,0 0 53-16,0 0 9 15,6 3 2-15,-3 0 0 0,0-3 7 0,-3 0 1 0,0 0 1 0,0 0 0 16,0 0-28-16,0 0-5 0,0 0-2 0,0 0 0 16,0 0-17-16,0 0-3 0,0 0-1 0,0 0 0 15,0 0 38-15,0 0 7 0,0 0 2 0,-6 2 0 16,6-2-52-16,-6 6-12 0,0-4 0 0,-3 4 0 16,3-4 54-16,0 1 8 0,-3 0 2 0,0 2 0 31,0-3-73-31,0 4-15 0,0-1-2 0,1 0-1 0,2 3 43 0,-3-2 9 0,3 2 2 0,-3-3 0 15,3 3-27-15,-3 0 0 0,3-3 0 0,0 3 0 16,0 0 0-16,0 0 0 0,3-3 0 0,0 3 0 16,0-3 0-16,0 3 0 0,0-2 0 0,3 1 0 15,-3 1 0-15,3-2 0 0,0 2 0 0,0 0 0 16,0-3 0-16,0 0 0 0,0 3 0 0,3-3 0 16,0 1 0-16,0-1 0 0,3 0 0 0,-3 1 0 15,6-1 0-15,-3 0 0 0,3-2 0 0,0 2 0 16,0-2 0-16,3-1 0 0,0 1 0 0,-1 0 0 0,1-3 0 0,3 2 0 15,0-2 0-15,0 3 0 0,0-3 0 0,0 0 0 16,0 0 0-16,0 0 0 16,-1-3-102-16,1 3-19 0,0-2-4 0,3 2-583 15,-3-3-116-15</inkml:trace>
  <inkml:trace contextRef="#ctx0" brushRef="#br0" timeOffset="46072.213">12248 7964 1314 0,'0'0'37'0,"0"0"8"0,0 0-36 0,0 0-9 0,0 0 0 0,0 0 0 15,0 0 104-15,0 0 20 16,0 0 3-16,0 8 1 0,0-2-52 0,-3 2-9 0,3-3-3 0,-3 0 0 16,0 3 0-16,3 3 0 15,-3-3 0-15,0 0 0 0,0 5-51 0,0-3-13 0,0 4 0 0,0-1 0 16,0 3 0-16,0-3 0 0,0 3 0 0,0 2 0 16,1-2 21-16,-1 0 2 0,0 3 0 0,0-1 0 15,0 1-37-15,3-1-7 0,-3 1-2 0,0-3 0 16,3-1 36-16,0 1 7 0,-3-2 2 0,3-1 0 15,0-3-22-15,0 1 0 0,0-6 0 0,-3 3 0 16,3-5-96 0,0-3-15-16,0 0-2 0,0 0-776 0</inkml:trace>
  <inkml:trace contextRef="#ctx0" brushRef="#br0" timeOffset="46309.702">12400 7710 1728 0,'0'0'38'0,"0"0"8"0,0 0 2 0,0 0 0 0,0 0-39 0,0 0-9 0,0 0 0 0,0 0 0 0,0 0 53 0,0 0 9 16,0 0 2-16,0 0 0 0,0 0-7 0,0 0-1 15,0 0 0-15,0 0 0 0,0 0-40 0,0 0-16 16,6 0 11-16,-6 0-11 0,0 0 0 0,0 0 0 15,3 0-11-15,-3 0 11 16,6 3-117-16,-3 2-16 0,0 1-3 0,0-1-684 0</inkml:trace>
  <inkml:trace contextRef="#ctx0" brushRef="#br0" timeOffset="47033.546">12308 8293 1074 0,'0'0'30'0,"0"0"8"0,0 0-30 0,0 0-8 0,0 0 0 0,0 0 0 16,-3 5 104-16,3 0 19 0,-3 0 4 15,0 1 1-15,0-1-52 0,0 3-9 0,0-3-3 0,0-2 0 16,3-3-23-16,-3 5-5 0,0 0 0 0,3-5-1 16,-3 6 25-16,-3-4 4 15,6-2 2-15,0 0 0 0,-6 0-31 0,6 0-7 16,-3-2 0-16,3 2-1 0,-6-3 28 0,6-2 5 0,-3 0 2 0,3-1 0 16,3-2-48-16,-3 0-14 0,3 3 0 0,3-3 8 15,0 0 44-15,0 0 10 0,3 0 2 0,0 0 0 16,0 3-52-16,0-3-12 0,3 3 0 0,-1-3 0 15,-2 3 0-15,3 2 0 0,0-2 0 0,-3 2 0 16,3-2 0-16,-3 5 0 0,0-3 0 0,0 3 0 16,3-3 0-16,-3 1 0 0,0 2 0 0,-3 0 0 15,0 0 0-15,-1 2 0 0,1 1 0 16,-3 0 0-16,0-1 0 0,-3-2 0 0,0 6-12 0,0 2 12 16,0 0-14-16,0 2 4 0,-3-2 1 0,-3 3 0 15,0 2-11-15,-2-3-3 0,-1 1 0 0,0 2 0 16,-3 3-2-16,3-5-1 15,-3 2 0-15,0 0 0 0,0 0 26 0,0-2 0 0,3 2 0 0,-3-2 0 16,3 2 0-16,-2-2 0 0,2-1 0 0,3 1 0 16,0-1 0-16,0-2 0 0,3 3 0 0,0 0 0 15,3-4 0-15,0-1 0 0,0-1 0 0,3 3 0 16,3-3 0-16,0 1 0 0,0-4 0 0,3 4 0 0,0-4 0 0,-1-2 0 16,4 3 0-16,0-3 0 0,0 0 0 0,0 0 0 15,3 0 0-15,0-3 0 0,0 3 0 0,3-2 0 16,-4-4 0-16,1 4 0 15,0-6-115-15,0 0-17 0,0-3-4 0</inkml:trace>
  <inkml:trace contextRef="#ctx0" brushRef="#br0" timeOffset="47372.199">12861 8224 1958 0,'0'0'43'0,"0"0"9"0,0 0 1 0,0 0 3 0,0 0-45 0,0 0-11 0,0 0 0 0,6 0 0 16,-3-3 88-16,3 3 16 0,0-3 4 0,0 1 0 16,0 2-71-16,0-3-13 0,0 1-4 0,3-1 0 15,-3 3 31-15,3-3 5 0,0 1 2 0,0-1 0 16,3 0-42-16,-1 1-8 0,1-4-8 0,3 4 12 15,-3-1-12-15,3 0 0 0,3 1 0 0,-3-1 0 0,0 0 11 0,3 1 0 16,-4 2 0-16,1-3 0 16,3 1-11-16,-3 2 0 0,-3-3-10 0,3 3 10 15,-3 0-34-15,-3 0-1 0,0 0 0 0,0 0 0 16,-3 0-30-16,-1 3-7 16,1-3 0-16,-3 2-1 0,-3-2-127 0,0 0-24 15,0 0-6-15</inkml:trace>
  <inkml:trace contextRef="#ctx0" brushRef="#br0" timeOffset="47687.063">12957 8369 1267 0,'0'0'28'0,"-6"3"5"0,0 2 2 0,0-2 1 0,0 0-36 0,6-3 0 15,-3 2 0-15,3-2 0 0,0 0 120 0,0 0 18 0,0 0 3 0,0 0 1 16,0 0-49-16,0 0-9 0,0 0-3 0,0 0 0 15,0 0-13-15,0 0-4 0,0 0 0 0,3 5 0 16,3-2-11-16,0 0-2 0,0-1-1 0,3-2 0 16,0 3-2-16,-1-3-1 0,1 0 0 0,3 0 0 15,-3 0-38-15,3 0-9 0,-3 0 0 0,3 0 0 16,0-3 25-16,0 3 3 0,3 0 1 0,-3-2 0 16,2-1-46-1,-2 3-10-15,3-3-1 0,-3 1-1 0,3-1 29 0,-3 1 0 0,3-1 0 0,-3 0 0 16,0-2 0-16,-3 2 0 0,2 1 0 0,1-1 0 15,-3 3-57-15,0-3-6 16,0 1-1-16,3-1 0 0,-3 3-104 16,-3-3-22-16,0 1-4 0</inkml:trace>
  <inkml:trace contextRef="#ctx0" brushRef="#br0" timeOffset="59421.743">13626 8129 1980 0,'0'0'44'15,"0"0"8"-15,0 0 3 0,0-6 0 0,3 1-44 0,0-3-11 0,-3 0 0 0,0 3 0 0,3-3 95 0,-3 3 17 0,3-3 3 0,-3 2 1 16,0 1-40-16,0 5-7 16,0 0-1-16,0 0-1 0,0 0-23 0,0 0-4 15,0 0 0-15,0 0-1 0,0 0-19 0,0 0-3 0,0 0-1 0,0 0 0 16,-3 5-7-16,0 6-1 0,0-1-8 16,-3 4 12-16,0-1-12 0,-3 5 0 0,4 1 0 0,-4 5 0 15,0 0 9-15,3 2-9 0,0 3 8 16,-3 3-8-1,3-3-46-15,0 0-14 0,3-2-4 0,0-1 0 16,3-5 28-16,0-2 4 0,0-1 2 0,3-5 0 16,0 1-13-16,0-4-2 0,3-2-1 0,-3-2 0 0,6-4 26 0,0 1 6 0,0-3 1 0,3-3 0 15,-4 1 13-15,4-6 0 16,3-3 0-16,-3 0-9 0,0 1 21 0,0-1 5 0,3-5 1 0,-6 3 0 16,3-3 20-16,0 0 4 0,-3 1 1 0,-4-1 0 15,4 0-11-15,-3 0-1 0,0 0-1 0,0 0 0 16,-3 3 26-16,0-3 6 0,-3 3 1 0,3 0 0 15,-3 2-26-15,0 0-5 0,0 3 0 0,-3 3-1 0,3 0-16 16,0 0-3-16,0 5-1 0,0 0 0 16,0 0-11-16,0 0 0 0,0 0 0 0,-3 10 8 15,0 1-8-15,0 2 0 0,3 3 0 0,-3 0-11 0,6 0 11 16,-3 2 0-16,3-2 0 0,-3 0 0 16,6 0-11-16,-3 0 11 0,3-3-13 0,0 0 5 15,0-2-19-15,0-1-3 0,3-4-1 0,0-1 0 0,0 0 31 0,3-2 0 16,-3-3 0-16,3-3 0 0,-1 1 9 0,1-4 8 15,0-2 2-15,0 0 0 0,0 0-3 0,3-5-1 16,-6 0 0-16,3-3 0 0,-3 0 9 0,-3 0 3 0,3-2 0 16,-3 2 0-16,-3 0 0 0,2 0 0 0,-2 0 0 15,-3 3 0-15,3-3-7 0,-3 0-2 0,0 0 0 16,0 3 0-16,-3 0-18 0,3-3 8 0,0 3-8 0,-3-3 0 16,1 3 0-16,2 2 0 0,-3 1 0 0,0-1 0 15,0 3 0-15,0 3-14 0,3-1 1 0,0 6 0 31,0 0-80-31,0 0-16 0,0 0-3 0,0 0-1 16,3 6-75-16,0 2-14 0,3 0-3 0</inkml:trace>
  <inkml:trace contextRef="#ctx0" brushRef="#br0" timeOffset="59929.333">14126 8330 2304 0,'0'0'51'0,"0"0"10"16,0 0 3-16,0 0 0 0,0-6-52 0,0 1-12 0,3 0 0 0,-3-1 0 16,3 1 93-16,0-3 16 0,3 3 3 0,-3-3 1 0,3 0-42 15,-3 3-9-15,3-3-2 0,0 0 0 0,0 3-21 0,3-1-5 16,0 1-1-16,0 2 0 0,0 1-14 0,0 2-3 16,0-3-1-16,0 3 0 0,0 3-15 0,-4-1 8 15,4 4-8-15,-3-1 0 0,0 3 0 0,-3 0 0 16,0 0 0-16,0 2 0 15,-3 1-15-15,-3 2-9 0,0 0-1 0,-3 1-1 16,0-1-61-16,0 0-12 0,-3 0-2 0,1 1-1 16,-1-4 26-16,0 3 4 0,0-5 2 0,0 0 0 15,0 0 10-15,3 0 1 16,0-3 1-16,0 1 0 0,6-6 46 0,0 0 12 0,0 0 0 0,0 0 0 0,0 0 50 0,0 0 12 16,0 0 2-16,0 0 1 0,6 2-17 0,0-2-4 15,0 0-1-15,3-2 0 0,0-1 0 0,0 0 0 0,3 1 0 0,0-1 0 16,-1 0-2-16,-2 3 0 0,3-2 0 0,-3 2 0 15,0 0-33-15,0 0-8 0,0 0 0 0,0 2 0 16,0 1 0-16,-3 0 12 0,-3-1-4 0,3 4 0 16,-3-1-8-16,-3 0 10 0,0 3-10 0,0-3 10 15,-6 3-10-15,3 0 0 0,-6 0 0 0,0 0 0 16,0 0 0-16,-3 0-16 0,0 0 3 0,-3 0 0 16,0 3 1-16,1-3 1 0,-4 2 0 0,3 1 0 15,0-1-5-15,0 3 0 0,0 1-1 0,0-4 0 16,0 4-2-16,0-4 0 0,1 1 0 0,-1-1 0 15,0-2-30-15,-3 0-7 16,3 0 0-16,0-3-713 0,3 1-143 0</inkml:trace>
  <inkml:trace contextRef="#ctx0" brushRef="#br0" timeOffset="60774.772">14671 8216 2185 0,'0'0'48'0,"0"-5"9"0,0-3 3 0,3 2 2 0,-3 1-50 0,0-3-12 0,3 3 0 0,-3-1 0 16,0 1 102-16,3 0 18 0,-3 5 3 0,0 0 1 16,0 0-48-16,0 0-10 0,0 0-2 0,0 0 0 15,0 0-47-15,0 0-9 0,-6 3-8 0,-3-1 9 0,3 6 44 0,-3 3 9 16,0 2 2-16,0 3 0 0,1 2-52 16,2 4-12-16,-3 1 0 0,3 1 0 15,0 0-48 1,0 0-13-16,3-3-3 0,0 0 0 0,0-2 38 0,3-1 7 0,0-2 2 0,0 0 0 15,3-3-43-15,0-2-8 0,0-1-1 16,3-2-1-16,0-2 23 0,0-4 5 0,0 1 1 0,3-3 0 16,-1-3 33-16,1 1 8 0,0-4 0 0,3 1 0 0,0-3 0 15,0 0 0-15,-3 0 0 0,3 0 0 16,0-2 36-16,0-1 8 0,-3 0 3 0,0-2 0 0,-1 3 5 0,-2-4 2 16,3 1 0-16,-3 0 0 0,-3 0-22 0,3-1-4 15,-3 1 0-15,0 0-1 0,0 2 15 0,0 1 3 16,-3 2 1-16,3 3 0 0,-3-1-26 0,0 6-4 0,0 0-2 0,0 0 0 15,0 0-14-15,0 0 9 0,-3 11-9 0,3-1 8 16,0 4-8-16,0-1 0 0,0 3 0 0,0 0 0 16,3-3 0-16,0 0 0 0,0 0 0 0,3 1 0 15,0-4-21-15,0 3 3 0,3-5 1 16,0 0 0-16,0 0 6 0,3-2 2 0,0-1 0 0,-1-3 0 16,-2 1 9-16,0-3 0 0,3 0 0 0,-3-3 0 15,0 1 0-15,3-3 0 0,-3-1 0 0,0 1 0 16,0-3 24-16,0 0 3 0,-3-2 1 0,0-1 0 15,0-2-28-15,-1-1 0 0,1 1 0 0,-3-3 0 16,3 0 32-16,-3-2 0 0,0 2 1 0,0-2 0 16,0-1-18-16,0 3-4 0,0-2-1 0,0-1 0 15,-3 1-10-15,3 2 0 0,0 2 9 0,-3-1-9 16,3 1 0-16,0 1 0 0,0 0 0 0,0 2 8 16,0 1-8-16,0-1-15 0,0 3 4 0,3 3 1 15,0 0-73-15,0-1-14 0,0 6-3 0,3 0-1 16,-3 3-144-16,3 2-29 0,8 6-6 0,-5-1 0 0</inkml:trace>
  <inkml:trace contextRef="#ctx0" brushRef="#br0" timeOffset="61282.764">15222 8364 1267 0,'0'0'28'0,"0"0"5"0,0 0 2 0,0 0 1 0,0 0-36 0,0 0 0 0,3-3 0 0,-3 3 0 16,0 0 150-16,6 0 23 0,-6 0 5 0,0 0 1 15,3-2-82-15,-3 2-16 0,3-3-3 0,-3 3-1 16,0 0 41-16,0 0 8 0,0 0 2 0,3-3 0 16,-3 3-103-16,6 0-25 0,0-2 0 0,-3 2 0 15,3 0 56-15,-1 0 7 0,-2 0 1 0,3 0 0 16,0 0-52-16,-3 2-12 0,0 1 0 0,3 0 0 15,0 2 0-15,-3 0 0 0,0-2 0 0,0 5 0 16,0 0 0-16,-3 0 0 0,3 2 0 0,-3 1 0 16,0 0 0-16,-3-1 0 0,0 3 0 0,-3-2 0 15,3 2-48-15,-6 0-13 16,6 1-3-16,-6-4 0 0,3 3 36 0,-3-2 8 0,1 0 0 0,-1-1 1 0,3-2 31 16,-3 3 5-16,0-3 2 0,3 2 0 0,3-2-34 15,-3 0-6-15,3 0-2 0,3 0 0 0,0-3 37 0,0 3 7 16,3-3 2-16,0 3 0 0,3-2 33 0,0-1 6 15,0-2 2-15,0 2 0 0,3-2-52 0,0-1-12 16,2 1 0-16,-2-3 0 0,0 3 0 0,3-3 0 16,0 0 0-16,-3 2 0 0,0-2 54 15,0 3 8-15,0-3 2 0,-3 0 0 0,3 0-52 0,0 0-12 16,0 0 0-16,0 0 0 0,-1 0 0 0,1-3 0 16,3 3 0-16,-3-2 0 15,0 2-48-15,0-3-13 0,3 3-3 0,-3-3 0 16,0 1-59-16,0-1-12 0,3 0-2 0,-3 3-634 0,3-2-126 0</inkml:trace>
  <inkml:trace contextRef="#ctx0" brushRef="#br0" timeOffset="63495.696">13662 7917 1184 0,'0'0'26'0,"0"0"6"0,0 0 0 0,0 0 1 0,0 0-33 16,-6 0 0-16,6 0 0 0,-6-3 0 0,6 3 76 0,-6 0 9 16,6 0 2-16,-6 0 0 0,6 0-7 15,-6 0-2-15,6 0 0 0,-6 0 0 0,6 0-30 0,0 0-5 0,-6 0-2 16,6 0 0-16,0 0-2 0,-6 0-1 0,0 3 0 15,6-3 0-15,-8 0-6 0,8 0-2 0,0 0 0 0,-6 2 0 16,0-2-5-16,6 0-1 0,0 0 0 0,-3 0 0 16,3 0-3-16,-6 3-1 15,6-3 0-15,0 0 0 0,-6 0 1 0,6 0 0 16,0 0 0-16,-3 3 0 0,3-3-4 0,0 0-1 16,0 0 0-16,0 0 0 0,0 0-16 0,0 0-16 15,0 0 4-15,0 0 0 0,0 0 28 0,0 0 5 0,0 0 2 0,0 0 0 16,0 0 14-16,0 0 3 0,0 0 1 0,3 2 0 15,3-2-41-15,0 0-14 0,0 0 0 0,0-2 0 16,3 2 22-16,-4-3 5 0,4 3 1 0,0 0 0 16,3-3 13-16,-3 3 2 0,3-2 1 0,0-1 0 15,3 3-18-15,-3-2-3 0,3-1-1 0,0 0 0 16,2 1 1-16,1-1 0 0,3-2 0 0,3 2 0 16,0-2 7-16,0 2 0 0,2 0 1 0,1-2 0 15,0 2-25-15,0 1-6 0,-4-1-1 0,1 1 0 16,-3 2 15-16,0-3 0 0,-3 0 0 0,-3 1 0 15,0-1 0-15,-1 3 0 0,-2 0 0 0,0-3 0 0,-3 3 0 0,0 0 0 16,-3 0 0-16,0 0 0 0,0 0 16 16,0 3-3-16,-6-3-1 0,0 0 0 0,0 0-12 15,0 0 0-15,3 3 0 0,-3-3 0 16,0 0-48-16,3 2-13 0,-3-2-3 16,6 6 0-16,-6-6 0 0,0 0 0 0,0 0 0 0,3 5-682 15,-3-5-137-15</inkml:trace>
  <inkml:trace contextRef="#ctx0" brushRef="#br0" timeOffset="70734.618">12599 10703 1967 0,'0'0'56'0,"0"0"12"0,-3-5-55 0,0-1-13 0,0 1 0 0,1 3 0 16,2 2 111-16,-3-6 19 0,3 6 4 0,0 0 1 15,-6-2-49-15,6 2-10 0,0 0-1 0,-6 2-1 16,0 1-59-16,3 2-15 0,-3 0 0 0,3 6 0 15,0-3 0-15,0 5 0 0,0 0 0 0,0 3 0 16,3 0 0-16,0 0 0 0,0 0 0 0,0 0 0 16,3 0 0-16,0-3 0 0,0 0 0 0,3 0 0 15,0-2-48-15,0-3-13 16,0 3-3-16,3-6 0 0,2-3 43 0,1 1 8 0,0 0 1 0,3-6 1 16,0 0 0-16,3-2 0 0,0 0 0 0,0 0 0 15,-1-6 11-15,4 0 0 0,-3-2 0 0,0 0 0 0,-3-3 15 16,0 0 5-16,0 0 0 0,-3 0 1 0,-1 3 21 0,-2-3 4 15,0 3 1-15,-3 0 0 0,0 0 6 0,-3 2 2 16,0 0 0-16,-3 1 0 0,0 2-4 0,-3-3-1 16,3 3 0-16,-3 0 0 0,0 3-18 0,0 0-3 15,-3 2-1-15,3 1 0 0,3 2-8 0,0 0-3 16,0 0 0-16,0 0 0 0,-9 0-9 0,3 5-8 0,4 0 12 0,-1 3-12 16,-3 3 8-16,3 5-8 0,0-1 0 0,0 7 0 15,0 1 0-15,0 1 0 0,0 3 0 0,0 2 0 16,0-3 0-16,0-2-16 0,0 3 4 0,-3-4 0 31,0 1-15-31,0 0-2 0,0-3-1 0,-3 6 0 16,0-4 0-16,-3 4 0 0,0-1 0 0,0 3 0 0,-2-2 22 0,-1-1 8 0,0-2 0 0,0 0-9 15,-3-5 9-15,3 2 0 0,-3-5 0 0,3 2 0 32,1-5-53-32,-1 1-9 0,0-1-2 0,0 0 0 0,0-5 79 0,0 3 15 0,0-3 3 0,0-3 1 15,-3 0-16-15,1-2-3 0,2-1-1 0,-3-2 0 16,3 0 5-16,3-2 1 0,0 2 0 0,0-3 0 15,0-2-8-15,3 0 0 0,1-1-1 0,2 1 0 16,0-3-21-16,3 0-4 0,0 0-1 0,3-2 0 16,3 2 15-16,0-3 15 0,3 0-3 0,0 1-1 15,2-3-40-15,4-3-8 0,3 2-2 0,0-1 0 16,6-1-136-16,0 0-27 0,3 3-6 0,-7-3-818 16</inkml:trace>
  <inkml:trace contextRef="#ctx0" brushRef="#br0" timeOffset="70989.531">12957 10989 1728 0,'0'0'38'0,"0"0"8"0,0 0 2 0,0 0 0 0,0 0-39 0,0 0-9 15,0 0 0-15,0 0 0 0,0 0 121 0,0 0 23 16,0 0 4-16,0 0 0 0,0 0-46 0,0 0-10 0,3 5-1 0,-3 0-1 16,0-5-21-16,3 8-4 0,-3-2-1 0,0 4 0 15,0-2-19-15,0 3-4 0,0 2-1 0,-3 0 0 16,3 3-14-16,-3 3-3 0,0-1-1 0,0 1 0 15,0 2-10-15,-3 0-1 0,3 0-1 0,0 0 0 16,0-2-10-16,0 2 0 0,-3-2 0 0,3-1 0 16,-3-2 0-16,3 0 0 0,-3-3-9 0,3 0 9 31,-3 1-40-31,3-1-2 0,0 0 0 0,0-2 0 0,3-1-110 16,0-2-21-16,0 0-5 0,0-8-936 0</inkml:trace>
  <inkml:trace contextRef="#ctx0" brushRef="#br0" timeOffset="71525.405">13555 11005 1728 0,'0'0'38'0,"0"0"8"0,0 0 2 0,0 0 0 0,0 0-39 0,0 0-9 0,0 0 0 0,0 0 0 16,0 0 104-16,6 0 20 0,0-3 3 0,0 3 1 16,3 0-52-16,3 0-9 0,0 0-3 0,-1 3 0 15,4-3 0-15,0 0 0 0,3 0 0 0,-3 0 0 16,0 0-51-16,3 0-13 0,0-3 0 0,-1 3 0 15,1-3 54-15,3 1 8 0,0-1 2 0,3 3 0 16,-3-3-64-16,2 1-28 0,4-1 3 0,-3 1 0 16,0-1 25-16,-3 0 0 0,2 3 0 0,-2-2 0 15,-3 2 0-15,0-3 0 0,-3 0 0 0,0 3 0 16,-6-2-44-16,0 2-3 16,0 0-1-16,-3 0 0 0,-1 0-56 15,-5 0-12-15,0 0-3 0,0 0 0 0,0 0-104 0,0 0-21 0,-20 8-4 16,5-3-476-16</inkml:trace>
  <inkml:trace contextRef="#ctx0" brushRef="#br0" timeOffset="71769.795">13734 11156 1497 0,'0'0'32'0,"-6"2"8"0,0 3 0 0,-3 1 4 0,3-4-36 0,0 4-8 0,0-4 0 0,0 4 0 16,0-4 104-16,6-2 20 0,0 0 3 0,0 0 1 15,0 0 0-15,0 0 0 0,0 0 0 0,0 0 0 16,6 3-52-16,-3-3-9 0,3 3-3 0,3-3 0 15,-3 0-51-15,3 0-13 0,0 0 0 0,-1-3 0 16,4 3 54-16,0 0 8 0,0-3 2 0,3 1 0 16,0-1-52-16,3 3-12 0,-3-3 0 0,6 1 0 15,-4-1 0-15,4 0 0 0,0 1 0 16,3-1 0-16,-3 0 0 0,0 1 0 0,2-3 0 0,-2 2 0 16,0-2 0-16,0-1 0 0,-3 4 0 0,0-6 0 15,-1 2-172 1,1 1-38-16,0 0-7 0,3-3-505 0,-3 0-101 0</inkml:trace>
  <inkml:trace contextRef="#ctx0" brushRef="#br0" timeOffset="72411.879">15055 10841 1450 0,'0'0'32'0,"0"0"6"0,0 0 2 16,0 0 1-16,0 0-33 0,0 0-8 0,0 0 0 0,0 0 0 0,0 0 96 0,0 0 16 15,0 0 4-15,0 0 1 0,-3 5-30 0,0 0-7 16,3 3 0-16,-3-3-1 0,3 3-25 0,0 0-5 15,-3-2-1-15,3 4 0 0,0-2-18 0,-3 3-4 16,3 2-1-16,-3-2 0 0,3 2 31 0,-3 0 7 16,3 0 1-16,-3 0 0 0,0 3-52 0,0 0-12 15,0 3 0-15,0-3 0 0,0 2 0 0,0 1 0 16,0 2 0-16,0-3 0 0,1 1 0 0,2-1 0 16,-3 1 0-16,3-3 0 0,-3 0 0 0,3-3 0 15,-3-3 0-15,3 1 0 16,-3 0-37-16,0-3-11 0,3-3-1 0,0-5-1 15,0 0-100-15,0 0-20 0,0 0-4 0</inkml:trace>
  <inkml:trace contextRef="#ctx0" brushRef="#br0" timeOffset="72622.568">15040 10629 2072 0,'-6'-8'59'15,"6"8"12"-15,-3-5-57 0,0-1-14 0,0 1 0 0,0 0 0 16,0 0 96-16,3 5 17 0,0 0 3 0,0 0 1 16,-3-3-42-16,3 3-9 0,0 0-2 0,0 0 0 15,0 0-51-15,0 0-13 0,0 0 0 0,0 0 0 16,0 0 0-16,3-5 0 0,3 2 0 0,-6 3 0 16,3 0 0-16,3 0 0 0,0 0 0 0,0 0-782 15,0 3-159-15</inkml:trace>
  <inkml:trace contextRef="#ctx0" brushRef="#br0" timeOffset="73026.487">15201 11161 2451 0,'0'0'54'0,"0"0"11"0,0 0 3 0,6 0 0 0,0-3-54 0,0 1-14 0,0-1 0 0,0 0 0 15,0 1 68-15,0 2 12 16,3-3 1-16,-3 0 1 0,-1 3-40 0,4 0-8 0,-3 3-2 0,0 0 0 16,0-3-18-16,-3 5-4 0,3-2-1 0,-3 2 0 15,0 0-9-15,-3 3 0 0,0 3 9 0,0-3-9 16,-3 5 0-16,0 0-10 0,-3-2 1 0,-3 4 0 31,0-1-24-31,0-1-5 0,-2 3-1 0,-1-3 0 16,0 3-5-16,0 0-2 0,0-3 0 0,0 0 0 0,0-2 4 0,3 2 1 15,0 0 0-15,0-2 0 0,0-1 33 0,3 1 8 0,3-3 0 0,0 3 0 16,3-3 49-16,0-3 12 0,3 3 3 0,0-3 0 16,3-2-103-16,0-1-20 0,3-2-4 15,3 0-1-15,0 0 64 0,3-5 24 0,0 2 0 0,3-5-755 16,0 1-150-16</inkml:trace>
  <inkml:trace contextRef="#ctx0" brushRef="#br0" timeOffset="73288.222">15597 11142 2012 0,'0'0'44'0,"0"0"10"0,0 0 2 0,0 0 0 0,3-2-45 0,3-4-11 0,0 4 0 0,3-4 0 16,0 4 98-16,0-1 18 15,2 0 3-15,4 1 1 0,0-3-35 0,0 2-6 0,3 0-2 0,-3 1 0 16,3-1-18-16,-3 0-4 0,2 1-1 0,1 2 0 16,3-3 0-16,0 0 0 0,3 3 0 0,3 0 0 15,-1 0-43-15,1 0-11 0,0 0 0 0,3 3 0 16,-4-3 0 0,1 3 0-16,-3-3 9 0,0 0-9 0,-3 0-9 0,-3 0-7 0,2 0 0 0,-5-3-1 31,3 0-78-31,-3 1-15 0,-3 2-3 0,0-3-1 15,0 3-165-15,-3-3-33 0,6-4-6 0,-15 7-2 0</inkml:trace>
  <inkml:trace contextRef="#ctx0" brushRef="#br0" timeOffset="73602.111">15930 10944 1922 0,'-15'0'42'0,"9"-3"9"0,0 3 1 0,-2-2 3 0,5-1-44 0,-3 0-11 15,0-2 0-15,3 2 0 0,0-2 112 0,3 5 21 16,-3-3 4-16,3 3 1 0,0 0-29 0,0 0-5 16,0 0-2-16,0 0 0 0,0 0-38 0,0 0-7 15,0 0-1-15,0 0-1 0,0 0-16 0,0 0-3 16,-3 3-1-16,0 5 0 0,3 0-35 0,-3 2 0 16,3-2 0-16,-3 6 0 0,0-1 0 0,0 0 0 15,-3 6 0-15,3-1 0 0,0 3 0 0,0 6 0 16,0-1 0-16,0 3 0 0,0 0 58 0,3-2 5 0,-3-1 1 15,3 1 0-15,-3-3-52 0,3-3-12 0,0-3 0 16,0 4 0 0,0-4-48-16,0-2-13 0,0 0-3 0,0-3 0 15,3 3 0-15,-3-3 0 0,3-2 0 0,0-1 0 16,0 1-106-16,0-3-22 0,0 2-4 0,3-4 0 0</inkml:trace>
  <inkml:trace contextRef="#ctx0" brushRef="#br0" timeOffset="74007.504">16826 10867 1036 0,'0'0'23'0,"-9"3"5"15,0-1 0-15,0 1 1 0,0 0-29 0,1-1 0 0,-4 1 0 0,3 0 0 16,0-1 57-16,0 1 6 0,0 0 1 0,3-1 0 16,0 1 51-16,0 0 10 0,6-3 3 0,-6 5 0 0,6-5-52 0,-3 5-9 15,0 0-3-15,0 1 0 0,0-1 0 0,3 3 0 16,-3-3 0-16,3 3 0 0,0-3 0 0,0 3 0 0,0 0 0 0,0 0 0 15,0 0 0-15,0 0 0 0,0 3 0 0,0-1 0 16,3 4-51-16,-3-1-13 0,0 5 0 16,0 1 0-16,0-1 0 0,0 3 0 0,0 3 0 0,-3-3 0 15,3 3 0-15,0-5 0 16,-3 2 0-16,3-3 0 0,0-2 0 0,-3 0 0 0,0 0 0 16,0-5 0-1,0-1-64-15,0 1-15 0,0-3-3 0,0 0-653 0,3-8-130 0</inkml:trace>
  <inkml:trace contextRef="#ctx0" brushRef="#br0" timeOffset="74222.623">16832 10647 2086 0,'0'-18'59'0,"0"10"13"0,0-3-57 0,0 1-15 0,3-3 0 0,-3-1 0 16,3 4 98-16,-3 2 17 0,3-3 3 0,0 3 1 15,0 0-60-15,0 3-12 0,0 0-3 0,0 0 0 0,-3 5-26 0,6-3-6 16,-3 0 0-16,-3 3-1 0,6 0-11 0,0 0 0 16,-6 0 0-16,6 6 0 15,0-4-115-15,-3 3-25 0,3 3-4 0</inkml:trace>
  <inkml:trace contextRef="#ctx0" brushRef="#br0" timeOffset="74739.612">16966 11042 2332 0,'0'0'52'0,"0"0"10"0,0 0 2 0,0 0 1 0,0-3-52 0,6-2-13 0,-3 2 0 0,3-2 0 15,3 2 124-15,0-2 23 0,0 2 4 0,0 1 1 16,0-1-122-16,3 0-30 0,2 1 0 0,-2 2 0 15,0 0 57-15,3 2 6 0,-3-2 1 0,0 6 0 16,0-4-52-16,-3 1-12 0,0 2 0 0,-3 3 0 16,0 0 0-16,-3 0 0 0,-3 3 0 0,3-1 0 31,-3 3-48-31,-3-2-13 0,0 2-3 0,0 0 0 0,-3 1 0 16,-3 2 0-16,3-3 0 0,-3 3 0 0,0-3 0 0,3 0 0 15,-3 0 0-15,-3 1 0 0,3-4 17 16,3 1 3-16,-3-3 1 0,3 2 0 0,0-2 18 0,0-2 3 0,1-1 1 0,2 0 0 15,3-5 46-15,0 0 10 0,0 0 1 0,-3 5 1 16,3-5-8-16,3 6-1 0,2-4-1 0,1 1 0 0,0 0 29 16,3-1 7-16,0 1 1 0,3 0 0 0,-3-1 0 15,3 1 0-15,0 0 0 0,0-1 0 0,0 1-52 16,-3 2-12-16,3-2 0 0,-6 5 0 0,-1-3 54 0,1 3 8 16,0 0 2-16,-6 0 0 0,3-3-52 0,-6 3-12 15,3 3 0-15,-6-1 0 0,3-2 0 0,-3 5 0 16,-2-2 0-16,-1 2 0 0,-3 0 0 0,0 3 0 15,-3 0 0-15,0 0 0 0,-3-3 0 0,3 3 0 0,0 0 0 16,-2-3 0-16,2 3 0 0,0-3-16 16,0 1 3-16,-3-1 1 0,0-3-4 0,-3 1 0 0,1-3 0 15,-1 0 0 1,0 0-16-16,0-3-3 0,-3 0-1 0,0-2 0 16,4-3-142-16,-1 3-29 0,-24-3-5 0,15-6-2 0</inkml:trace>
  <inkml:trace contextRef="#ctx0" brushRef="#br0" timeOffset="75261.851">17627 11219 2113 0,'0'0'46'0,"0"0"10"0,0 0 1 0,0 0 3 0,0 0-48 0,0 0-12 0,0 0 0 0,0 0 0 16,6 3 89-16,3-1 15 16,0 1 4-16,0-3 0 0,3 0-30 0,2 0-6 0,1 0 0 0,3-3-1 15,0 3-18-15,3-2-3 0,-3 2-1 0,6-3 0 16,-1 0-19-16,7 1-4 0,-3 2-1 0,6-3 0 15,-1 0-16-15,-2 1-9 0,0-1 10 0,0 1-10 16,-1-1 21-16,-2 0-1 0,-3 3-1 0,-3-2 0 16,-3 2-19-16,0-3 0 0,-3 3 0 0,-4 0 0 31,1 0-48-31,-3 0-12 0,0 0-4 0,-3 0 0 16,0 0 0-16,-6 0 0 0,0 0 0 0,0 0 0 0,0 0 0 0,-3 8 0 15,-3 0 0-15,0-3 0 0,-3 3-122 0,0 0-25 16,0-3-5-16</inkml:trace>
  <inkml:trace contextRef="#ctx0" brushRef="#br0" timeOffset="75554.04">17725 11428 1340 0,'0'0'38'0,"-6"3"8"0,0-1-37 0,6-2-9 0,0 0 0 0,0 0 0 0,0 0 134 0,0 0 25 15,0 0 5-15,0 0 0 0,0 6-34 0,0-6-7 16,3 5-2-16,3-2 0 0,0-1-21 0,3 1-5 15,-3 0-1-15,3-3 0 0,3 2-20 0,-3-2-4 0,6 0-1 0,0 0 0 16,-1-2-15-16,7 2-3 0,0-3-1 0,3 3 0 16,0 0-18-16,0 0-4 15,5 0-1-15,-2 0 0 0,0 3-39 0,0-3-7 16,-4 2-1-16,1-2-1 0,-3 0 45 16,-3 0 10-16,0-2 2 0,0 2 0 15,0-3-58-15,-4 0-11 0,1 1-3 0,-3-1 0 0,3 0 36 0,-3-2 0 0,3 2 0 0,-3 3 0 31,0-5-62-31,-3 2-6 0,3 1 0 0,-4 2-1 16,1-3-108-16,0 0-22 0,0 1-4 0,-3-1-865 0</inkml:trace>
  <inkml:trace contextRef="#ctx0" brushRef="#br0" timeOffset="78678.902">18743 11193 1742 0,'0'0'38'0,"0"0"8"0,3-3 2 0,-3-5 1 0,0 3-39 0,3-3-10 0,0 0 0 0,-3 0 0 16,3 0 109-16,0-3 20 0,0 3 4 0,-3-2 1 15,3-1-37-15,0 3-7 0,-3 0-2 0,3 0 0 16,-3 3-19-16,0-3-4 0,0 3-1 0,0 2 0 16,0 3-16-16,0 0-4 0,0 0-1 0,0 0 0 15,0 0 6-15,-6 0 2 0,0 3 0 0,-3 2 0 16,0 6-61-16,0-1-12 0,3 6-2 0,-3 3-1 15,0-1 15-15,0 3 10 0,4 3-12 0,-4-3 12 32,3 1-33-32,0-4 0 0,3 1 0 0,0-3 0 15,0 2-25-15,3-2-5 0,3 0-1 0,0-3 0 16,3 0-20-16,0-2-4 0,3-3 0 0,-1-3-1 0,4 0 3 0,0-2 1 0,0 0 0 16,3-6 0-16,0 0 49 0,0-2 11 0,0 0 1 0,3-3 1 15,-4-3 23-15,1 3 16 0,3-2-2 0,-3 2-1 0,0-3 35 16,-3 1 6-16,0 2 2 0,-3 0 0 0,0 0 4 15,-3 0 2-15,-3 0 0 0,0 0 0 16,3 3-6-16,-6-3 0 0,0 2-1 0,0 4 0 0,0 2-14 0,0 0-2 16,0 0-1-16,0 0 0 0,0 0-20 0,-9 2-4 15,3 1-1-15,0 5 0 16,3-3-13-16,-3 3 0 0,3 0 0 0,0 3 0 0,0-3 0 0,6 0 0 16,-3 2-12-16,3 1 12 0,3-3-20 0,-3 2 2 0,6 1 1 15,-3-3 0-15,3 0 8 0,-1 0 9 16,1-3-13-16,0 0 5 0,0-2 8 0,0-3 0 15,3 0 0-15,-3 0 0 0,0-5 0 0,3 2 0 16,-3-2 8-16,0 0-8 0,0-3 28 0,0 2 2 16,-3-4 0-16,2 2 0 0,-2 0-8 0,-3 0-2 15,3 0 0-15,0-3 0 0,0 1 19 0,-3-3 3 16,0-1 1-16,0-2 0 0,3-2-23 0,-3-1-5 0,0-4-1 0,0 1 0 16,3-1-14-16,-3-1 8 0,0 3-8 0,3-1 0 15,-3 4 0-15,0 2 0 0,3 0 0 0,-3 3 0 16,3 2-11-16,-3 3-8 0,3 0-1 0,0 3-1 31,0 3-117-31,0-1-23 0,-1 3-5 0,4 3-629 0,-3-1-125 0</inkml:trace>
  <inkml:trace contextRef="#ctx0" brushRef="#br0" timeOffset="81139.877">19228 11431 1373 0,'0'0'39'0,"0"0"9"0,0 0-39 16,0 0-9-16,0 0 0 0,0 0 0 16,0 0 134-16,0-6 25 0,0 1 5 0,0 0 0 0,3 0-36 0,-3 5-7 15,0-6-1-15,3 1-1 0,0-3-28 0,0 3-6 16,0-1-1-16,3 1 0 0,0 0-20 0,0 0-4 15,0 2 0-15,3-2-1 0,0 2-16 0,0-2-3 16,3 5-1-16,0-3 0 0,0 3-13 0,-1-3-2 0,1 1-1 0,0 2 0 16,-3-3-15-16,3 3-8 15,0 0 10-15,-3 0-10 0,3 3 8 0,0-3-8 16,-3 0 0-16,0 2 0 0,0 1 0 0,-4 2 0 0,1-2 0 16,-3 2 0-16,0 1-9 0,0-1-5 0,-6 3-1 15,0 0 0-15,-3 0-2 0,1 0-1 0,-1 0 0 16,-3 2 0-16,0-2 6 0,0 3 2 0,-3-1 0 0,0-2 0 15,3 3 10-15,-3-3 0 0,3 0 0 0,0-3 0 16,0 3 0-16,3-3 0 0,0-2 0 0,6-3 0 16,0 0 0-16,0 0 0 0,0 0 0 0,0 0 0 15,0 0 0-15,0 0-10 0,3 2 10 0,3-2 0 16,0 0 0-16,0 0 0 0,3 0 0 0,0 0 0 16,-3 0 8-16,3 0 0 0,0 0-8 0,0 0 12 15,0 3-3-15,0 0-1 0,-3-1 0 0,3 4 0 16,-3-1 0-16,0 0-8 0,-4 3 12 0,-2 0-4 15,3 3-8-15,-6-1 10 0,1 1-10 0,-1 2 10 16,-3-2-10-16,-3 2 8 0,3-2-8 0,-3-1 8 0,0 3-8 16,-3 1 0-16,3-7 0 0,-3 7 0 0,0-6-16 15,-3 2 2-15,0 1 0 0,-2-3 0 16,-1 2-18-16,0-2-3 0,0 0-1 0,0 0 0 16,0-3-30-16,0 3-6 0,1-2-2 0,2-4 0 15,-3 1-92-15,3 0-18 0,0-3-4 0</inkml:trace>
  <inkml:trace contextRef="#ctx0" brushRef="#br0" timeOffset="81589.176">18654 10740 1552 0,'0'0'44'0,"0"0"10"0,0 0-43 0,0 0-11 0,0 0 0 0,0 0 0 15,0 0 113-15,0 0 21 0,0 0 4 0,0 5 1 16,0 1-18-16,3-1-3 0,0 0-1 0,0 3 0 0,0-5-42 0,3 2-9 16,0-2-2-16,3 2 0 0,2 0 0 0,1-2 0 15,3 0 0-15,3-1 0 16,3-2-48-16,0 3-16 0,6-3 10 0,-4 0-10 16,4-3 18-16,-3 3-2 0,3 0 0 0,-3-2 0 15,-1 2-28-15,1-3-7 0,3 3-1 0,-3 0 0 0,3-3 20 0,-4 3 0 16,4-2 0-16,-3 2 0 0,0 0 16 0,-3 0 8 15,0 0 0-15,-4 0 1 0,1 0-40 0,-3 0-8 16,0 0-1-16,-6-3-1 16,3 3-83-16,-6 0-16 0,3-3-3 0,-3 1-649 15,0-1-131-15</inkml:trace>
  <inkml:trace contextRef="#ctx0" brushRef="#br0" timeOffset="82529.424">19794 11097 1987 0,'0'0'44'0,"0"0"8"0,0-5 3 0,0-3 1 0,0 0-45 0,3 0-11 0,-3 0 0 0,0 0 0 16,3 0 116-16,-3 0 22 0,0 3 4 0,3 0 1 15,-3 0-53-15,3-1-10 0,-3 4-3 0,0 2 0 16,0 0-23-16,0 0-5 0,0 0-1 0,0 0 0 16,0 0-14-16,0 0-3 0,0 0-1 0,-6 2 0 15,3 4-18-15,0 2-3 0,-3 5-1 0,3 0 0 16,-3 0-8-16,0 6 0 0,0 2 9 0,3 0-9 16,-3 0 0-16,3 0 9 0,0 1-9 0,0-1 0 15,0-3-16-15,3 1-9 16,0-3-3-16,3-3 0 15,-3 3-16-15,3-3-3 0,3-2-1 0,0-1 0 16,0 1 8-16,0-6 0 0,0 3 1 0,3-5 0 0,0-1 21 0,3-2 4 0,-3 0 1 0,3-2 0 16,-1-1 13-16,4-2 0 0,-3-3 0 0,0 2 0 15,3 1 0-15,-3-3 0 0,3 0 0 0,-3 3 0 16,0-3 0-16,3 0 0 0,-7-2 0 0,1 2 0 16,0-3 22-16,0 3 7 0,-6-3 2 0,0 4 0 15,0-4 3-15,0 3 1 0,-3-3 0 0,0 1 0 0,-3 2-6 0,0 0-1 16,0 3 0-16,0-1 0 0,0 4-13 0,-3 2-3 15,0 0-1-15,0 5 0 0,-2 0-11 0,2 3 8 16,-3 3-8-16,3-1 8 0,0 4 9 0,0-4 2 16,0 3 0-16,3 1 0 15,3-4-67-15,-3 1-12 0,6 2-4 0,-3-2 0 0,6-3 52 16,-3 2 12-16,6 1 0 0,-3-3 0 0,6 0 0 0,-1-3 0 0,-2 0 0 0,3-2 0 16,3 2 0-16,-3-5 0 0,0 0-8 0,3-2 8 15,-3-1 0-15,3 0 0 0,-3-5 0 0,-1 3 0 16,1-3 15-16,-3 0 2 0,0-2 1 15,0 2 0-15,-3-3 23 0,-3 0 5 0,3-2 1 0,-3 0 0 16,3 0-32-16,-3-3-7 0,0-5 0 0,0 2-8 16,0-5 0-16,0 3 0 0,0-3-10 15,3 1 10-15,-3-1 0 0,0 3 0 0,3-3 0 16,-3 3 0-16,0 2 8 0,3 3 10 0,0 0 2 0,-3 0 0 16,2 3-32-16,1 5-7 0,0-2-1 0,3 4 0 15,-3 1-86 1,3 3-18-16,-3-1-3 0,3 6-1 0,0-3-102 0,-6 5-21 15,9 11-4-15,-3 0-1 0</inkml:trace>
  <inkml:trace contextRef="#ctx0" brushRef="#br0" timeOffset="82854.377">20324 11272 2188 0,'0'0'48'0,"0"0"11"0,0 0 1 0,3 3 1 0,3-3-49 0,0 2-12 16,0-2 0-16,2 0 0 0,1 0 105 0,0-2 19 15,3 2 3-15,0 0 1 0,0-3-52 0,0 3-9 16,0 0-3-16,-3-3 0 0,0 3-51 0,0 0-13 16,0 0 0-16,0 0 0 0,-4 3 54 0,1-3 8 15,0 3 2-15,0 2 0 0,-6-2-52 0,3 2-12 16,-6 0 0-16,0 3 0 0,0 0 0 0,-3 3 0 16,0-3 0-16,-2 2 0 15,-1 3-33-15,0-2-10 0,-3 2-1 0,0 0-1 16,0 1-3-16,0-1-1 0,0 3 0 0,0 0 0 15,3-1 12-15,0 1 2 0,3 0 1 0,0 3 0 0,1-6 34 0,2 3 0 0,3-3 0 0,0 0 0 16,0-2 0-16,6-1 0 0,-1-2 0 0,1-2 0 16,3-1 0-16,0-2 0 0,3-1 0 0,0-4 0 31,3 2-25-31,0-6-8 0,3-2-2 0,0 0-732 0,-1-2-146 0</inkml:trace>
  <inkml:trace contextRef="#ctx0" brushRef="#br0" timeOffset="83143.861">20785 11312 1552 0,'0'0'44'0,"0"0"10"0,0 0-43 0,0 0-11 0,0 0 0 0,0 0 0 0,3-6 104 0,3 4 18 16,0-1 4-16,3 0 1 0,0 1 1 0,3 2 1 15,0-3 0-15,0 3 0 16,2-3-52-16,1 1-10 0,0 2-3 0,3 0 0 0,-3-3 0 0,3 1 0 15,-3 2 0-15,3 0 0 0,-1 0-51 0,1 0-13 16,0 0 0-16,3 0 0 0,0-3 0 0,3 3 0 16,-1-3 0-16,1 1 0 0,-3 2 0 0,3-3 0 15,-3 0 0-15,0 1 0 0,-1-1 0 0,-5 0 0 16,3-2 0-16,-3 2 0 16,-3 1-100-16,3-1-22 0,-6-2-5 0,0 2-1 15,-3 1-102-15,0-1-21 0,-3 0-4 0,-3 3-1 0</inkml:trace>
  <inkml:trace contextRef="#ctx0" brushRef="#br0" timeOffset="83434.555">21005 11111 2419 0,'0'0'53'0,"0"0"11"0,0 0 3 0,0 0 1 0,-3-6-55 0,3 1-13 0,-3 2 0 0,3 3 0 16,0-5 84-16,0 0 15 0,0 5 2 0,0 0 1 15,0 0-26-15,0 0-4 0,0 0-2 0,0 0 0 16,0 0-22-16,0 0-5 0,0 0-1 0,-3 8 0 16,0 0-11-16,3 0-3 0,-3 2 0 0,3 3 0 0,-2 3-9 15,-1 3-3-15,0-1 0 0,0 1 0 16,-3 2-16-16,3 0 8 0,0 0-8 0,-3 3 0 0,3-5 0 16,-3 2 0-16,3 0 0 0,-3 3 0 0,3-3 0 15,0 3 0-15,0 0 0 0,0-1 0 0,3 1 0 16,0 0 0-16,-3 0 0 0,3-3-9 15,0 0-44-15,3-5-9 0,-3 0-2 0,0-5 0 16,3-1-102-16,0-2-21 0,-3-3-4 0,3 1-1 0</inkml:trace>
  <inkml:trace contextRef="#ctx0" brushRef="#br0" timeOffset="84287.634">21672 11166 1958 0,'0'0'43'0,"0"0"9"15,0 0 1-15,6-3 3 0,-3 1-45 0,3-3-11 0,-3 2 0 0,3-2 0 0,0-1 104 0,-3 4 20 16,0-4 3-16,3 4 1 0,-3-4 0 0,-3 6 0 16,0 0 0-16,0 0 0 0,0 0-103 0,0 0-25 15,0 0 0-15,0 0 0 0,0 8 56 0,-3 0 7 16,0 3 1-16,0-1 0 0,-3 6-52 0,3 0-12 16,-3 0 0-16,3 3 0 0,-3-4 0 0,0 4 0 0,3-6 0 0,0 3 0 15,0 0 0-15,3-3 0 16,0 0 0-16,3 1 0 15,0-4-51-15,0 1-9 0,3-1-3 0,3-2 0 16,0-2-1-16,3-1 0 0,3-2 0 0,-3-1 0 0,2-2 52 16,1-2 12-16,-3-1 0 0,3 0 0 0,0-5 0 0,0 3 0 15,0-3 0-15,3 0 0 0,-3 0 0 0,2-2 0 0,-2 2 0 16,-3 0 0-16,3 0-16 0,-6 0-1 0,3 0 0 0,-6 0 0 16,0 3 51-16,0-3 10 0,-3 3 3 0,-3-3 0 15,0 0 0-15,0 2 0 0,-3-2 0 0,0 3 0 16,0 0-13-16,-3 0-2 0,0 2-1 0,3 0 0 15,-3 3-9-15,0 0-2 0,0 3 0 0,0 0 0 16,3 4-20-16,-3-1 0 0,3 2 0 0,0 2 0 16,0 1 0-16,3-3 0 0,0 0 0 0,0 2 0 15,3 1 0-15,0-3 0 0,0 2 0 0,3 1 0 16,0 0-15-16,3-1-7 0,3-2-2 0,-3 0 0 16,6-3 24-16,-3 1-11 0,3-4 11 0,-1 1-8 0,1 0 8 0,0-1 0 15,0-4 0-15,0 2 0 0,0-3 18 16,-3 0 9-16,3-2 1 0,-3 0 1 15,-1-1-29-15,-2-1 0 0,0-4 0 0,0 3 0 0,0-3 0 0,-3 1 0 16,3-1 0-16,-6 1 0 0,3-1 57 16,-3-2 6-16,3 0 1 0,-3-1 0 0,0-4-52 0,3 2-12 15,-3-5 0-15,0 0 0 0,0-1 0 0,0-1 0 16,0 1 0-16,0 1 0 0,-3 0 0 0,3 3 0 16,-3-1 0-16,3 3 0 0,-3 0 0 0,0 3 0 15,0-3 0-15,0 3 0 0,-3 2 0 0,3-2 0 16,0 5 0-16,3-2 0 15,-3 2-151-15,0 2-33 0,3-1-6 0,-3 7-1102 0</inkml:trace>
  <inkml:trace contextRef="#ctx0" brushRef="#br0" timeOffset="85026.873">22422 11328 1389 0,'0'0'30'0,"0"0"6"0,0 0 2 0,0 0 2 15,0 0-32-15,0 0-8 0,0 0 0 0,0 0 0 0,3 2 112 0,-3-2 21 16,3 3 4-16,-3-3 1 0,3 5-14 0,3-5-4 16,-6 0 0-16,3 3 0 0,3-1-21 0,0-2-5 15,0 3-1-15,3-3 0 0,0 0-24 0,0 0-5 0,3 0 0 0,-3 0-1 16,5 0-15-16,-2-3-4 0,3 3 0 0,-3-2 0 15,0 2-12-15,0 0-4 16,0 2 0-16,0-2 0 0,0 3-10 0,-3-3-2 16,0 3-1-16,-1-3 0 0,1 2-15 0,0 1 9 0,0 0-9 15,-3-1 8-15,0 1-8 0,0 2 0 0,-6-5 0 0,0 0 8 16,3 3-8-16,-3-3 0 0,0 8 0 0,-3-3 0 16,0 3-8-16,0-3-4 0,-3 1-1 0,0 2 0 15,0-3-8-15,0 0-2 0,-3 3 0 0,3-3 0 16,1 1-1-16,-1-1 0 0,0 0 0 0,0-2 0 15,0 2 8-15,0-2 2 0,6-3 0 0,-3 5 0 16,3-5 6-16,0 0 8 0,0 0-13 0,-3 8 5 16,3-8 8-16,0 5-8 0,0-5 8 0,3 3-8 15,0 2 8-15,3 1 0 0,0-4 0 0,0 4 0 16,0-4 0-16,2 1 0 0,1-1 0 0,0 4 0 16,0-4 0-16,0 4 0 0,-3-1 0 0,3 0 11 0,-3 1 1 15,0 1 1-15,0 1 0 0,0 0 0 0,-3 0 5 16,-3 0 1-16,0 3 0 0,0-1 0 15,-3 4-2-15,0-4 0 0,-3 1 0 0,-3-1 0 0,0 1-5 0,-3 0-2 16,0-4 0-16,0 4 0 0,-2-3-10 0,-1 0 10 16,0 0-10-16,-3 0 10 0,-3 0-10 15,3 0 0-15,-3 2 0 0,4-2 0 0,-7 0 0 16,6 0 0-16,-3 0 8 0,3-3-8 0,0 1 0 0,0-1 0 16,4 0 0-16,-1-2 0 0,0 0-14 0,3 2 2 15,3-5 0-15,-3 2 0 16,6-2-144-16,0 0-29 0,6 0-6 0,-9 0-1 0</inkml:trace>
  <inkml:trace contextRef="#ctx0" brushRef="#br0" timeOffset="106960.754">10001 7149 1497 0,'0'0'32'0,"0"0"8"0,0-5 0 0,0 3 4 0,-3-4-36 0,3-2-8 16,0 3 0-16,-3 0 0 0,0-3 53 0,0 0 9 15,3 3 2-15,-6-3 0 0,3 0 51 0,-3 2 10 16,0 1 3-16,0 0 0 0,0 0-52 0,-3-1-9 16,3 4-3-16,-3-1 0 0,3 3 0 0,-3-3 0 15,1 3 0-15,-4 3 0 0,3-3-51 0,-3 3-13 16,3-1 0-16,-3 4 0 0,3-4 0 0,-3 6 0 0,3-3 0 0,-3 3 0 15,3 3 0-15,0-3 0 0,1 2 0 0,-1 1 0 16,0 2 0-16,0-2 0 0,3 2 0 16,0 0 0-16,0-2 0 0,0 2 0 15,0 3 0-15,0 3 0 0,3-4 0 0,0 1 0 0,0 3-9 16,-3-3 9-16,3 2 0 0,0-2 0 0,0 5 0 0,0-2 0 16,0 5 0-16,0-3 0 0,0 0-8 0,3 3 8 15,0 0 0-15,0-3 0 0,0 0-10 0,3 3 10 16,-3-3-11-16,3-3 3 0,0 1 0 0,0-1 0 15,3-2 8-15,-3 0 0 0,3 0 0 0,0-3 0 16,0-2 12-16,0 2 4 0,3-5 0 0,0 3 1 16,0-3-17-16,0-1 0 0,3-1 0 0,-1 2 0 15,4-3-20 1,-3 0-8-16,3-2-2 0,3 2 0 0,-3-5 30 0,3 3-9 0,3 0 9 0,-4-3 0 16,1-3 0-16,3 3 0 0,-3-3 0 0,3 1 0 15,0-4 20-15,-3 1 10 0,-4 0 2 0,1-3 0 16,-3 2-32-16,3-1-18 0,-3-1 2 0,0-3 1 15,-3 0 32-15,0-2 7 0,0 3 0 0,0-4 1 0,-3-1 2 0,0-1 0 16,2 0 0-16,-2-3 0 16,-3-2-1-16,3-3 0 0,-3 0 0 0,0-5 0 0,3 6-26 15,-3-4 0-15,-3 3 8 0,3 0-8 16,-3 6 36-16,-3-1 6 0,3 1 1 0,-3 2 0 0,-3 0-18 0,3 0-3 16,-3 0-1-16,-3 0 0 0,1 3-11 0,-1-3-2 15,-3 3-8-15,3 0 12 0,0 0-12 0,-3 2 9 16,0-2-9-16,-3 2 8 0,3 1-8 0,-3 2 0 0,0 0 0 0,1 0 0 15,-1 3-9-15,-3 2-7 0,0-2-2 0,0 2 0 32,0 3-36-32,0 3-7 0,-2-1-2 0,2 1 0 15,3 5-133-15,0-3-26 0,0 3-6 0,0 0 0 0</inkml:trace>
  <inkml:trace contextRef="#ctx0" brushRef="#br0" timeOffset="107997.161">9968 8848 2016 0,'0'0'44'0,"0"0"10"0,0 0 2 0,0-5 0 0,-3 0-45 0,0-3-11 16,0 2 0-16,0 1 0 0,0 0 84 0,-3 0 14 16,0-1 3-16,0 1 1 15,0 0-37-15,0 2-7 0,-2-2-2 0,-1 2 0 0,0 0-21 0,0 1-5 16,-3 2-1-16,3 0 0 0,-3 0 19 0,3 2 4 16,-3 4 1-16,0-1 0 0,0 0-53 0,0 3-20 15,1 0 1-15,-1 0 0 0,0 3 19 0,0-1 9 16,3 4-1-16,0-1 0 0,0 0-8 0,0 3 0 15,3 0-12-15,-3 0 12 0,0 2-15 0,3-2 5 0,0 5 1 0,0 0 0 16,0 1-8-16,1 1-2 0,2-2 0 16,0 6 0-1,0-1-6-15,3-2-2 0,0 3 0 0,3-4 0 0,0-1 7 0,0 1 0 16,-1-1 1-16,4-1 0 0,0 0 5 0,0-3 1 16,3-2 0-16,-3 3 0 0,0-6 13 0,3 0-9 0,0-2 9 15,0 2-8-15,0-2-10 0,0-1-2 0,3 1 0 0,0-3 0 16,0 0 20-16,-1 0 0 0,4-3 0 0,-3 3 0 15,6-5 12-15,-3 2 7 0,3-5 1 0,-3 3 0 16,3-3-10-16,-1-3-2 0,-2 0 0 0,3 1 0 16,3-1 4-16,-3-2 0 0,3-3 0 0,-6 2 0 15,2-1 10-15,-2-4 2 0,-3 3 1 16,3-3 0-16,0 1 6 0,-3-3 1 0,0 2 0 0,0 0 0 16,-3 1-1-16,3-3 0 0,-3-1 0 0,2 1 0 15,-2-3 10-15,-3 0 3 0,3 1 0 0,-3-4 0 16,0 0-20-16,-3-2-3 0,3-3-1 0,-3-2 0 0,0 0 36 15,-3-1 6-15,3 3 2 0,-3 0 0 0,-3 3-64 16,3 0 0-16,-3 5-14 0,0 0 2 0,-3-2 12 0,3 5 11 16,-6-1-3-16,3 1 0 0,0 0-8 15,-3 2 0-15,0 1 9 0,1-1-9 16,-4 1 0-16,3-1 0 0,-3 3 0 0,0 0 0 16,0-2-70-16,-6 4-15 0,0 1-3 0,-3 2-848 15,-2 1-168-15</inkml:trace>
  <inkml:trace contextRef="#ctx0" brushRef="#br0" timeOffset="113126.574">11409 7306 1666 0,'0'0'36'15,"0"0"8"-15,0 0 2 0,0 0 2 0,0 0-39 0,0 0-9 0,0 0 0 0,0 0 0 0,0 0 67 0,0 0 11 16,0 0 2-16,0 0 1 16,0 0-13-16,0 0-4 0,0 0 0 0,0 0 0 0,3-6 0 0,0 4 0 15,0-1 0-15,3 0 0 0,3 3 0 0,-3 0 0 16,5 0 0-16,1 0 0 0,0 0-51 0,6 0-13 16,-3 0 0-16,6 0 0 0,-3 0 0 0,3 3 0 15,-1-3 0-15,4 0 0 0,-3 0 0 0,0 0 0 16,0 0 0-16,-3 0 0 0,2 0 0 0,1-3 0 15,0 3 0-15,0-2 0 0,3 2 0 0,-3-3 0 16,2 3 0-16,1-3 0 0,-3 3 0 0,3 0 0 16,-3-2 0-16,-3 2 0 0,-1-3 0 15,1 3 0-15,-3 0 0 0,0 0 0 16,-3-3-48-16,0 3-13 0,-3 0-3 0,0-2 0 16,0-1-153-16,-9 3-31 0</inkml:trace>
  <inkml:trace contextRef="#ctx0" brushRef="#br0" timeOffset="113745.082">11656 7028 1267 0,'0'0'28'0,"0"0"5"0,0 0 2 0,0 0 1 0,0 0-36 0,0 0 0 16,0 0 0-16,0 0 0 0,0 0 160 0,0 0 26 15,0 0 5-15,0 0 1 0,0 0-103 0,0 0-20 0,0 0-4 0,0 0-1 16,0 0 0-16,0 0 0 0,-6 0 0 0,0 2 0 16,0 1-51-16,-3 2-13 0,3-2 0 0,-3 2 0 15,3 1 54-15,-3 2 8 0,-3-1 2 0,3 4 0 16,-2-3-52-16,-1 3-12 0,0-1 0 0,0 1 0 15,-3 2 0-15,0 0 0 0,3-2 0 0,-3 2 0 16,3-2 0-16,0-1 0 0,1 1 0 0,2-1 0 16,0-2 0-16,0 3 0 0,0-3 0 0,3 0 0 15,0 0 0-15,0 0 0 0,0 0 0 0,3-3 0 16,3 3 0-16,0-3 0 0,0 0 0 0,0 1 0 16,3-1 0-16,0 0 0 0,0 1 0 0,3-4 0 15,0 3 54-15,0-2 8 0,0 2 2 0,3-2 0 0,3 2-56 16,-3-2-8-16,2 0-8 0,1 2 8 0,3-2 0 15,0 2 20-15,0-2-2 0,3 2-1 0,-3-3-17 16,0 4-14-16,0-1 2 0,-1 0 1 0,4 1 11 16,-3-4 0-16,0 4 0 0,-3-1 0 0,3 0 0 15,-3 0 0-15,0-2 0 0,-3 2 0 0,2-2 0 0,-2 0 0 16,3-1 0-16,-3 4 0 16,0-4-207-16,-3-2-39 0,6 3-8 0,-3 2-2 15</inkml:trace>
  <inkml:trace contextRef="#ctx0" brushRef="#br0" timeOffset="116559.564">12507 6993 1861 0,'0'0'40'0,"0"0"9"0,0 0 2 0,-3 3 2 0,3-3-42 0,-6 3-11 16,0 2 0-16,0-2 0 0,3 2 96 0,-3 3 16 16,3-3 4-16,-3 3 1 0,0 3-51 0,4-1-10 0,-1 3-3 0,0 3 0 15,3 0-3-15,-3 0-1 16,3 0 0-16,-3 2 0 0,3 1-39 0,0-3-10 0,-3 0 0 0,3 2 0 16,0-2 0-16,0 0 0 0,0 3 0 0,0-4 0 15,0-1-14-15,0-1-5 0,0 0-1 0,0-2 0 31,0-1-17-31,0 1-4 0,-3-3-1 0,3-3-697 0,0-5-139 16</inkml:trace>
  <inkml:trace contextRef="#ctx0" brushRef="#br0" timeOffset="116747.279">12543 6755 2347 0,'0'0'52'0,"0"-8"10"0,-3 3 2 0,3-3 2 0,-3 3-53 0,3-1-13 0,-3 1 0 0,3 5 0 16,0 0 70-16,0 0 11 0,0 0 3 0,0 0 0 15,0 0-68-15,0 0-16 0,0 0 0 0,0 0 0 16,0 0 0-16,0 0 0 0,0 0 0 0,6 5 0 16,0-2 0-16,0 2 0 0,0 1 0 0,0 2-781 15,0-3-160-15</inkml:trace>
  <inkml:trace contextRef="#ctx0" brushRef="#br0" timeOffset="117069.803">12641 7247 2419 0,'0'0'53'0,"0"0"11"0,0 0 3 0,0 0 1 0,0 0-55 0,0 0-13 0,0 0 0 0,0 0 0 16,0-5 105-16,0 5 19 16,0 0 3-16,0 0 1 0,0 0-52 0,0 0-9 0,0 0-3 0,0 0 0 15,0 0-23-15,0 0-5 0,0 0 0 0,0 0-1 16,0 0-19-16,0 5-3 0,0 3-1 0,-3 0 0 16,0 0-12-16,0 0 9 0,0 3-9 0,-3-1 8 15,3 4-8-15,-3-4 0 0,3 3 0 0,-3 1 0 16,0-1 0-16,3 3-11 0,-3 0 3 0,1-1 0 31,2-1-34-31,0 2-6 0,0-3-2 0,0 3 0 0,3-3-108 16,-3-3-22-16,3 1-4 0,-3 0-1002 0</inkml:trace>
  <inkml:trace contextRef="#ctx0" brushRef="#br0" timeOffset="117399.536">12957 7200 1958 0,'0'0'43'0,"0"0"9"0,0-6 1 0,0 1 3 0,0-3-45 0,0 3-11 0,0-3 0 0,3 3 0 16,-3-1 156-16,0 1 28 16,3 0 7-16,-3 0 1 0,3 2-118 0,0-2-23 0,-1 2-5 0,1 0-1 15,3-2 1-15,-3 2 0 0,3 1 0 0,3-1 0 16,-3-2-15-16,3 5-3 0,0-3-1 0,3 1 0 15,3-1-14-15,-3 0-2 0,6 1-1 0,-3-1 0 16,2 0-10-16,1-2 0 0,3 2 0 16,-3 1 0-16,3-1 0 0,0-2 0 15,-1 2 0-15,-2 0 0 0,3 1 0 0,-6-1 0 0,3 1 0 0,-3-1 0 16,-3 3 0-16,3-3 0 0,-4 1 0 0,-2-1 0 31,3 3-100-31,-3 0-23 0,3 0-4 0,-6 0-1 16,3 0-104-16,-9 0-22 0</inkml:trace>
  <inkml:trace contextRef="#ctx0" brushRef="#br0" timeOffset="117647.842">13156 7274 1728 0,'0'0'38'0,"-6"2"8"15,0 1 2-15,0 2 0 0,6-5-39 0,0 0-9 0,0 0 0 0,0 0 0 0,0 0 156 0,0 0 28 16,0 0 7-16,0 0 1 0,3 0-103 0,6-2-20 15,-3 2-4-15,3 0-1 0,0-3 0 0,3 0 0 16,0 3 0-16,0-2 0 0,0-1 0 16,-1 1 0-16,4-1 0 0,0 0 0 0,-3-2-51 0,0 2-13 15,0 3 0-15,3-2 0 0,-3-1 0 0,0 0 0 16,0 1 0-16,-1-1 0 0,1 3 0 0,0 0 0 16,3 0 0-16,-3-3 0 15,0 3-48-15,3-2-13 0,-3 2-3 0,0-3 0 16,3 1-51-16,-4 2-10 0,1-3-3 0,0 0-1024 0</inkml:trace>
  <inkml:trace contextRef="#ctx0" brushRef="#br0" timeOffset="125537.819">13975 6856 1937 0,'0'0'55'0,"0"0"12"0,0 0-54 0,0 0-13 0,0 0 0 0,0 0 0 16,-6-6 124-16,3 6 23 0,-3 0 4 0,0 0 1 15,0 0-70-15,0 6-14 0,0-1-2 0,0 0-1 16,-3 3-52-16,3 3-13 0,-3-1 0 0,3 4 0 15,-3-1 0-15,3 3 0 0,0 2 0 0,0 1 0 16,3-1 0-16,0 4 0 0,0-1 0 0,3 3 0 16,0-3 0-16,3-3 0 0,0 1 0 0,3 2 0 15,0-8-26-15,3 0-8 0,0-2-2 0,3 0 0 16,3-6-44-16,0 0-10 0,-3-2-2 16,3-3 0-16,0-3 63 0,-1 0 12 0,1-2 2 0,3-3 1 0,-3 0 14 0,0 0 0 15,-3-2-10-15,0-1 10 0,-3 1 9 0,0-1 7 16,0-2 0-16,-4 2 1 0,1 1 49 0,0-1 10 15,-3 0 1-15,0 1 1 0,0 2-22 0,-3-3-4 16,0 3 0-16,0 0-1 0,0 3-12 0,-3 0-3 16,3 0 0-16,0 5 0 0,0 0-20 0,0 0-4 15,0 0 0-15,0 0-1 0,-3 8-11 0,0-1 0 16,3 1 9-16,0 3-9 0,0 0 0 0,0 2 0 0,3 0 0 16,0 0 0-16,0 1 0 0,3-1 0 0,-3-3 0 15,3 1 0-15,0 2 0 0,3-5 0 0,-3-3 0 0,3 1-8 16,3-4 8-16,-3 1 0 0,3-3 0 0,-3-3-8 15,3 1 8-15,-1-4 14 0,1-4-3 0,-3-1-1 16,3-2-1-16,-3 0 0 0,3-3 0 0,0-3 0 16,-3 1 60-16,0 2 12 0,0-5 3 0,0 5 0 15,0-3-44-15,-3 3-8 0,0 1-1 0,-1-1-1 16,1 3-16-16,-3-1-3 0,3-2-1 0,-3 1 0 16,0 1-10-16,-3-2 8 0,3 1-8 0,-3-1 8 15,0 0-8-15,0 0 0 0,0 3 0 0,-3-1 0 16,3 1-63-16,0 5-11 0,-3 0-2 0,3 3-1 15,0 5-88-15,0 0-18 0,0 0-3 0</inkml:trace>
  <inkml:trace contextRef="#ctx0" brushRef="#br0" timeOffset="126033.692">14528 7020 2239 0,'0'0'49'0,"0"0"11"0,0 0 1 0,0 0 2 0,0-5-51 0,3-1-12 16,-3 1 0-16,3 0 0 0,0 2 96 0,3-2 17 15,-3-1 3-15,3 1 1 0,0 2-49 0,0-2-9 0,0 3-3 0,3-1 0 16,-3 0-22-16,0 1-5 0,3 2-1 0,-3 2 0 16,0 1-16-16,0 0-4 0,0-1-8 0,-1 3 12 15,-2 1-12-15,0 2 11 0,0 0-11 0,-3 2 10 31,0 1-36-31,-3-1-7 0,0 4-2 0,0-1 0 16,0 0-23-16,-2-2-5 0,2 2-1 0,-3 0 0 0,0 0 38 0,3-2 7 16,-3 0 2-16,0-1 0 15,3-2-24-15,0 0-5 0,0-3-1 0,3 1 0 0,0-6 38 0,0 0 9 0,0 0 0 16,0 0 0-16,0 0 36 0,0 0 8 0,3 2 3 0,3-2 0 16,0 0-24-16,3-2-5 0,0-1-1 0,0 0 0 15,-1-2 31-15,4 2 5 0,0 1 2 0,0-1 0 16,-3 3-37-16,0-3-7 0,3 3-2 0,-3 3 0 15,-3-3-9-15,3 5 0 0,-3 1 0 0,-3-1 0 16,3 0 53-16,-6 3 9 0,3 0 2 0,-6 0 0 16,0 3-64-16,0-3-18 0,-3 0-1 0,0 2 0 0,0-2 19 15,-3 0 9-15,-3 3-1 0,3-1 0 0,-3-2-8 0,-3 3 0 16,3-1 0-16,-3-2 0 0,4 0 0 0,-1 3 0 16,0-1 0-16,-3 4 0 0,3-7 0 0,3 7-12 15,-3-6 2-15,0 2 1 16,0 1-31-16,3-3-7 0,-3-3-1 0,1 0-823 15,-1 1-165-15</inkml:trace>
  <inkml:trace contextRef="#ctx0" brushRef="#br0" timeOffset="126873.914">15046 6962 2156 0,'0'0'48'0,"0"0"9"0,0 0 3 0,0-6 0 0,-3 1-48 0,3 0-12 15,0 5 0-15,0-6 0 0,-3 1 112 0,3 0 20 16,0 5 4-16,0-5 0 0,0 5-57 0,0 0-12 15,0 0-3-15,-3-3 0 0,3 3-7 0,0 0-1 16,0 0-1-16,-6 0 0 0,0 3-37 0,0 2-7 16,0 0-2-16,-2 6 0 0,2-1 1 0,0 6 0 0,-3 3 0 15,3 2 0-15,0 3-10 0,0 0-14 16,3-1 3-16,0 1 1 0,0 0 10 0,3-3 0 0,0-2 0 16,3-1 0-16,0-2-22 0,0 3-2 0,3-6-1 0,0 0 0 31,0-5-23-31,3 3-5 0,0-4-1 0,-1-4 0 15,4 0 4-15,0-3 1 0,3-3 0 0,0 0 0 0,0-4 39 0,0 1 10 0,3-2 0 0,0-2 0 16,-4-1 0-16,4-2 0 0,0 0 0 16,-3-3 0-16,0 0 0 0,-3 0 0 0,3-2 0 15,-3 2 0-15,-3 0 45 0,-1 0 11 0,1 0 3 16,-3 0 0-16,-3 3-43 0,3 2-16 0,-3 1 11 0,-3-1-11 16,0 3 57-16,0 3 6 0,0 0 1 0,0 5 0 15,0 0-52-15,0 0-12 0,0 0 0 0,-6 5 0 16,0 3 0-16,0 5 0 0,0-2 0 0,3 5 0 15,0 2 0-15,1 1 0 0,-1-1 0 0,3-2 0 16,3 3 0-16,-1-4 0 0,1 1 0 0,6 0 0 16,-3-3 0-16,0-2 0 0,3-3 0 0,0 3 0 15,-3-4-48-15,3-1-13 0,0-4-3 0,-3 1 0 16,3 0 52-16,-3-3 12 0,3-3 0 0,-3 0 0 0,0-2 48 16,0 0 13-16,0-3 3 0,-3 0 0 0,2 0-52 0,1-5-12 15,0-3 0-15,0 0 0 0,-3-3 54 0,3 1 8 16,0-3 2-16,-3-3 0 0,3 3-52 0,0-3-12 15,-3 3 0-15,3 2 0 0,0 1 0 0,0-1 0 16,-3 1 0-16,3 2 0 0,-3 0 0 16,3 0 0-16,-3 3 0 0,0-3 0 15,0 3 0-15,0 0 0 0,0-1 0 0,0 4 0 16,3 2-104-16,-3 3-23 0,6-1-5 0,-4 4 0 16,1 2-96-16,3 5-18 0,15 8-4 0,-15 0-1 0</inkml:trace>
  <inkml:trace contextRef="#ctx0" brushRef="#br0" timeOffset="132949.546">15564 7343 1314 0,'0'0'37'0,"0"0"8"0,0 0-36 0,0-6-9 0,0 6 0 0,0-5 0 15,-3 2 104-15,3 3 18 16,0-5 4-16,0 5 1 0,0-5-19 0,0 0-3 0,0-1-1 0,0 6 0 16,0-5-12-16,0 5-2 0,0-5-1 0,0 5 0 15,0-6-20-15,0 6-4 0,0 0-1 0,0-5 0 16,0 5-51-16,0 0-13 0,0-3 0 0,0 3 0 15,0-5 54-15,0 5 8 0,3-3 2 0,3 1 0 16,-3-1-52-16,3 1-12 16,0-1 0-16,0 0 0 0,0 3 0 0,3-2 0 0,-3-1 0 0,3 3 0 15,0-3 0-15,0 3 0 0,-4 0 0 16,4-2 0-16,0 2 34 0,-3 0 4 0,3 0 1 0,-3 0 0 16,0 0-31-16,0 2-8 0,-3-2 0 0,3 3 0 15,-3 2 0-15,0-2 0 0,0 2 0 0,-3 0 0 16,0 1 0-16,0-1 0 0,0-5 0 0,-3 8 0 15,-3-3-30 1,3 3-7-16,-3 0-2 0,-3 3 0 0,0-3 39 0,0 0 0 0,0 2 0 0,0-2 0 16,-2 3 0-16,2-1 0 0,-3 1 0 0,0 0 0 15,0 2-29 1,0-3 1-16,3 1 1 0,0-1 0 0,0 1 43 0,0 0 9 0,3-1 2 0,0-2 0 16,0 3-73-16,3-3-14 0,3-3-4 15,0 3 0-15,0-3 52 0,3 1 12 0,0-4 0 0,0 3 0 0,3-2 0 0,3 0 0 16,0-3 0-16,0 0 0 0,0 0 0 0,0 2 0 15,3-4 0-15,-3 2 0 0,6-6 0 0,-3 4 0 16,-1-1 0-16,1 1 0 16,3-4-54-16,-3 1-8 0,3 0-2 0,-3-3-682 15,0-3-137-15</inkml:trace>
  <inkml:trace contextRef="#ctx0" brushRef="#br0" timeOffset="133622.269">15960 7067 2440 0,'0'0'54'0,"0"0"11"0,3-5 3 0,-3-3 0 0,3 3-55 0,0-3-13 0,0 0 0 0,0 3 0 15,0-1 79-15,-3 1 13 0,3 0 2 0,0 2 1 16,-3 3-35-16,0 0-6 0,0 0-2 0,0 0 0 15,0 0-16-15,0 0-3 0,0 0-1 0,-6 11 0 16,3-1-17-16,-3 4-4 0,3 4-1 0,-3 1 0 16,0-1-10-16,0 3 0 0,0-2 0 0,3 2 0 0,-3-5 0 0,3 0-20 15,0 0 3-15,3 0 1 16,0-3-32-16,3 0-7 16,0-2-1-16,0-1 0 0,3 1-24 0,0-3-4 0,0-3-2 0,0 0 0 15,3 1-5-15,0-4-1 0,0-2 0 0,3 0 0 16,-3 0 48-16,0-2 10 0,-1-4 2 15,4 1 0-15,-3 0 32 0,3-1 16 0,-3-4-2 0,0 2 0 0,0-3 27 0,-3 3 6 16,0-2 1-16,0-1 0 0,0 1 18 16,0-1 4-16,-3 3 1 0,0-2 0 0,0-1-14 0,0 0-2 15,-3 1-1-15,3 2 0 0,-3-3-15 0,0 3-3 16,0-2-1-16,0 2 0 0,0 3-15 0,0 5-2 16,0 0-1-16,0 0 0 0,0 0-9 0,0 0-8 15,0 0 9-15,0 7-9 0,3 4 0 0,-3 2 8 0,0 0-8 0,0 3 0 16,0-2 0-16,0 1-8 0,3-1 8 0,-3 2-13 31,3-3-12-31,0 0-3 0,3 0 0 0,-1 0 0 16,1-2-7-16,0 0-1 0,0-3-1 0,0 0 0 0,3-3 16 0,-3 0 3 15,3-2 1-15,0-1 0 0,-3 1 17 0,3-3 0 0,-3 0 0 0,3-3 0 16,0 1 23-16,0-1 5 0,0 0 0 0,-3-2 1 16,2-3 20-16,-2 3 4 0,0-3 1 0,0 0 0 15,0 0 2-15,0-2 1 0,0 2 0 0,-3-3 0 16,3-2-16-16,-3 0-3 0,0-1-1 0,0-2 0 15,0-2-12-15,0-3-2 0,0-3-1 0,0 0 0 16,0-2-10-16,0 2-3 0,0 3 0 0,0 0 0 16,0-1-9-16,-3 6 0 0,3 1 9 0,-3 1-9 15,0 1 0-15,0 3 0 0,-3-1 0 0,3 6 0 16,0-3-12-16,-3 5-8 0,3 3 0 0,0 0-1 16,0 0-119-16,0 0-24 0,0 0-5 0,0 0-724 15,9 3-145-15</inkml:trace>
  <inkml:trace contextRef="#ctx0" brushRef="#br0" timeOffset="134051.247">16630 7197 1587 0,'0'0'35'0,"0"0"7"0,0 0 2 0,0 0 0 0,0 0-35 0,0 0-9 0,0 0 0 0,0 0 0 16,0 0 124-16,0 0 24 0,0 0 4 0,0 0 0 16,0 0-38-16,0 0-8 0,0 0-2 0,0 0 0 15,0 0-22-15,0 0-5 0,0 0-1 0,3 8 0 16,-3-8-13-16,0 5-3 0,0 1-1 0,0-1 0 15,-3 0-11-15,3 3-3 0,0 0 0 0,0 0 0 16,0 0-17-16,-3 3-4 0,3-4-1 0,-3 4 0 16,3-3-10-16,-3 3-1 0,0-1-1 0,0 3 0 15,0 1-11-15,0-1 8 0,0 3-8 0,0 2 8 16,0 1-8-16,3-3 0 0,-3 5 0 0,3-3 0 0,-3 1 0 16,3-1 0-16,-3 1 0 0,0-3 0 0,3 0 0 0,-3 0 0 15,3-6 0-15,0 3-11 16,-3-2-29-16,3-3-7 0,0 0-1 0,0 0 0 15,0 0-64-15,0-3-12 0,3-2-4 0,-3-3-716 16,0 0-144-16</inkml:trace>
  <inkml:trace contextRef="#ctx0" brushRef="#br0" timeOffset="135920.611">13882 6549 1074 0,'0'0'30'0,"-6"2"8"0,3 4-30 0,-3-4-8 0,6-2 0 0,-5 6 0 16,2-4 104-16,-3 4 19 0,6-6 4 0,-3 5 1 15,-3-2-16-15,6-3-4 0,-3 5 0 0,3-5 0 16,0 0-70-16,0 5-14 0,0-5-4 15,0 5 0-15,0-5 36 0,6 6 6 0,0-4 2 0,0 1 0 16,2 0 5-16,1-3 2 0,3 0 0 0,0 0 0 16,3 0-11-16,3 0-3 0,0-3 0 0,0 3 0 15,2 0-42-15,1-3-15 0,0 3 9 0,0 0-9 16,0-2 0-16,0-1 0 0,0 0 0 0,-1 1 0 16,1-1 0-16,0-2 0 0,0 2 0 0,0 1 0 15,3-1 0-15,-4 3 0 0,1-3 0 0,0 3 0 16,0-2 0-16,-3 2 0 0,0 0 0 0,-1 2 0 15,1-2-110-15,0 0-14 0,-3 3-4 16,0-6-921-16</inkml:trace>
  <inkml:trace contextRef="#ctx0" brushRef="#br0" timeOffset="138996.33">15085 6594 806 0,'0'0'17'0,"0"0"4"0,-6 0 1 0,0 0 2 0,0 0-24 0,-3 0 0 16,3-3 0-16,-3 3 0 16,3 0 99-16,0-2 15 0,-3 2 3 0,3 0 1 0,0 0-6 0,1 0 0 15,-1 0-1-15,6 0 0 0,-6 0-17 0,0 0-3 0,0 0-1 16,6 0 0-16,-6 0-20 0,6 0-4 16,-6 0-1-16,6 0 0 0,0 0-10 0,-6 0-3 0,6 0 0 15,0 0 0-15,0 0-32 0,-6-3-6 16,6 3-2-16,0 0 0 0,0 0 42 0,0 0 8 0,0 0 2 0,0 0 0 15,0 0-52-15,0 0-12 0,0 0 0 0,0 0 0 16,0 0 54-16,0 0 8 0,0 0 2 16,0 0 0-16,6 0-52 0,0 0-12 0,3-3 0 0,0 3 0 15,3-5 54-15,2 5 8 0,1-3 2 0,6 1 0 16,-3-1-64-16,6 3-12 0,0-3-2 0,2 3-1 16,-2-2 15-16,3 2 8 0,0-3 0 0,0 3-8 15,-4-3 13-15,1 1-4 0,0-1-1 0,0 0 0 16,-3 1-8-16,0-1 0 0,-4 1 0 0,4-1 0 15,-3 0 0-15,-3 3 0 0,0-2-8 0,-3-1 8 16,0 3 0-16,0 0 0 0,-3-3 0 0,-1 3 0 16,-5 0 0-16,3 0 0 0,-6 0 0 0,0 0 0 15,0 0 0-15,0 0 0 0,0 0-9 0,0 0 9 16,0 0-33-16,0 0 0 16,3 6 0-16,-3-6 0 0,0 0-88 0,0 5-18 0,0-5-3 15,0 0-1034-15</inkml:trace>
  <inkml:trace contextRef="#ctx0" brushRef="#br0" timeOffset="143742.347">12415 12542 1497 0,'0'0'32'0,"0"0"8"0,0 0 44 0,0 0-76 0,-3 5-8 16,3-5 0-16,0 0 0 0,0 0 89 0,-3 6 16 15,-3-1 3-15,6 0 1 0,-3-2-72 0,3 5-14 16,0 0-3-16,0 2-1 0,0 1-19 0,3-1 0 15,-3 1 0-15,3 2 0 16,3 1 0-16,-3-1 0 0,3 0 0 0,3 3 0 0,-3-3 0 0,6 0 0 16,-3-2 0-16,-1-1 0 0,1-2 0 0,0 0 0 15,0-2 0-15,3-4 0 0,-3-2 0 0,3 0 0 0,0-5 0 16,0-3 0-16,3-3 0 0,0-2 0 0,-1-3 0 16,4 3 0-16,0-3 0 0,3 0 8 0,0-2 1 0,0 2 0 15,-3 3 22-15,-1-3 4 0,1 3 1 0,0 2 0 16,-6-2 9-16,0 2 3 0,0 1 0 0,-6 2 0 15,0 0 0-15,0 0 0 0,-3 0 0 0,-3 0 0 16,0 3 5-16,-3-3 2 16,0 2 0-16,0 1 0 0,0 3-15 0,-3-1-2 15,0 0-1-15,0 3 0 0,0 3-9 0,0 0-1 0,0-1-1 0,0 6 0 16,-3-3-18-16,0 3-8 0,3 0 8 0,0 3-8 16,0-1 8-16,0 4-8 0,0-1 8 0,1 0-8 15,-1 3 0-15,3 0 8 0,-3 2-8 0,3 6 0 16,-3 5 0-16,3 3 0 0,-3 2 8 0,3 4-8 15,0-4 0-15,-3-2 0 0,0-1 0 0,0-1 0 16,0-7 0-16,-3 4-12 0,3-1 4 0,-3 1 8 16,0-1-14-16,0 3 5 0,0 3 1 0,-2 0 0 15,-1 0 8-15,3-6-8 0,-3 0 8 0,-3 1-8 0,6-6 8 16,-3 0-8-16,-3 0 8 0,3-5-8 0,-6 0 8 16,1-3 0-16,-1 1 0 0,-3-4 0 0,0 3 0 0,0-5 0 15,3 0 0-15,-3-2-8 0,1-1 8 0,-1 0 0 16,3-2 0-16,0 0 0 0,3-3 0 0,3 0 0 15,-3 0 10-15,6-3-10 0,1 0 14 0,-1 1-3 16,3-1-1-16,3-2 0 16,-3-1-10-16,3 1 0 0,3-3 0 0,3 0 0 0,0-2 0 0,0-1 0 15,6-2 0-15,0-6 0 16,2 1-30-16,7-6-8 0,3-3-2 0,6-2 0 16,0 0-146-16,5 3-30 0,1-3-5 0</inkml:trace>
  <inkml:trace contextRef="#ctx0" brushRef="#br0" timeOffset="144105.684">12930 12897 1958 0,'0'0'43'0,"0"0"9"0,-3 2 1 0,-3 6 3 0,3-3-45 0,-3 1-11 0,3 2 0 0,-3-3 0 16,3 0 81-16,-3 3 15 0,0-2 2 0,0 1 1 16,-3-1-56-16,3 2-11 0,0 2-3 0,0-2 0 15,0 3-6-15,3-3-2 0,-2 5 0 0,2-2 0 16,3 2-11-16,0 0-2 0,0-2-8 0,0 4 12 15,3 1-12-15,0 0 0 0,2 0 0 0,1 0 0 16,0 0 32-16,0-3 3 0,0-2 1 0,3-1 0 16,-3-2-80-16,3 0-16 0,-3-5-4 15,3 2 0-15,0-5 52 0,-3-3 12 0,3 1 0 0,0-6 0 0,0 0 0 16,0-5 0-16,2-1 0 0,-2 1 0 16,0-5 0-16,3 2 8 0,-3 0 0 0,0 0-8 15,0 0 52-15,-3 3 4 0,0 0 1 0,0-1 0 0,0 4-57 16,-6 2 0-16,0-3-15 0,0 1 3 0,-3-1 12 15,0 3 16-15,-3-2-4 0,-3 2-1 16,3 0 42-16,-6-3 9 0,0 3 2 0,0 0 0 0,0 0-52 16,1 0-12-16,-1 1 0 0,0 1 0 0,0 1 0 0,3 2 0 15,-3 3 0-15,0 0 0 16,0 0-48-16,0 6-13 0,-6-1-3 0,4 0-751 0,2 0-150 16</inkml:trace>
  <inkml:trace contextRef="#ctx0" brushRef="#br0" timeOffset="144562.241">13626 12928 1549 0,'0'0'44'0,"0"0"9"0,0 0-42 0,0 0-11 15,0 0 0-15,0 0 0 16,3 6 94-16,3-4 17 0,0 1 3 0,0 0 1 0,3-1-34 0,0 1-6 16,0-3-2-16,3 3 0 0,-3-3-3 0,0 2-1 15,3-2 0-15,0 3 0 0,-1-3-55 0,1 0-14 0,3 2 0 0,0-2 0 16,0 0 8-16,6 0 0 0,-3-2-8 16,6 2 12-16,-1 0-12 0,1-3 0 15,0 3 8-15,3-2-8 0,-3 2 0 0,-1 0 0 16,1-3 0-16,-3 3 0 0,-3 0 0 0,0-3-10 0,-3 3 0 15,-3 0 0 1,-4 0-43-16,1 0-9 0,0 0-2 0,-3-2-614 16,0 2-123-16</inkml:trace>
  <inkml:trace contextRef="#ctx0" brushRef="#br0" timeOffset="144831.231">13728 13230 1720 0,'0'0'48'0,"0"0"12"0,0 0-48 0,0 0-12 0,0 0 0 0,0 0 0 16,0 0 69-16,0 0 11 0,0 0 3 0,0 0 0 15,3-3 22-15,2 1 5 0,4-4 1 0,0 4 0 16,0-1-75-16,3-2-16 0,0 2-2 0,0-2-1 0,3 2 22 16,3-2 4-16,0 0 1 0,2 2 0 15,1-2-21-15,0 2-4 0,3 0-1 0,0 1 0 0,0-1-18 0,-4 0 0 16,4 1 8-16,-3 2-8 15,-3-3 0-15,-3 3 0 0,0-2 0 0,0-1 0 16,-1 3 0-16,1-3 0 0,0 1 0 0,0-1 0 16,0 3-150-16,0-3-34 0,3 1-6 0</inkml:trace>
  <inkml:trace contextRef="#ctx0" brushRef="#br0" timeOffset="146320.244">14948 12875 1792 0,'0'0'51'0,"0"0"10"0,0 0-49 0,0 0-12 0,0 0 0 0,0 0 0 15,0 0 109-15,0 0 19 0,0 0 4 0,0 0 1 16,-3 6-49-16,3-6-11 0,-3 2-1 0,0 4-1 15,3-6-25-15,-3 5-5 0,0 0-1 0,0 1 0 16,3 1-12-16,-3-1-2 0,3 2-1 0,0 0 0 16,0 0-7-16,0 5-2 0,0-3 0 0,0 4 0 15,0-1-8-15,0 3-8 0,0 2 9 0,-3 3-9 16,3 1 8-16,0 1-8 0,0 4 0 0,-3-1 0 16,3 1 8-16,0-1-8 0,0-2 0 0,0 0 0 15,0 0 0-15,0-6 0 0,0 1 0 0,-3-1 0 0,3-5 0 16,0 3 0-16,-3-5-13 0,3 2 4 15,-3-5-24-15,3 0-5 0,0-3-1 0,0-5 0 16,0 0-131-16,0 0-26 0,0 0-6 0</inkml:trace>
  <inkml:trace contextRef="#ctx0" brushRef="#br0" timeOffset="146508.133">14990 12611 2188 0,'-3'-5'48'0,"-3"-1"11"0,0-4 1 0,3 2 1 0,-3 0-49 0,3 2-12 16,0-1 0-16,0-1 0 0,0 2 54 0,0 1 8 0,0 0 2 0,3 5 0 16,0-6-25-16,0 6-5 0,0 0-1 0,0 0 0 15,0 0-25-15,0 0-8 0,0 0 0 0,0 0 0 16,3-2 0-16,-3 2 0 0,0 0 0 0,3-3 0 31,-3 3-21-31,6 0-11 0,0 0-3 0,3 3-698 0,-3-3-140 0</inkml:trace>
  <inkml:trace contextRef="#ctx0" brushRef="#br0" timeOffset="146806.087">15272 12984 2044 0,'-3'10'45'0,"0"-4"10"0,0-1 1 0,1 0 1 16,-1 1-45-16,3 2-12 0,-3-3 0 0,0 3 0 16,3 0 86-16,-3 0 15 0,0 2 3 0,0 1 1 0,0 2-48 0,0 3-9 15,0-3-3-15,-3 6 0 0,0-3-13 0,3 2-4 16,-3 3 0-16,0 0 0 0,3 1-12 0,0-1-4 16,-3-3 0-16,3 1 0 0,-3-3-12 0,3 0 0 15,-3-3 8-15,3 0-8 0,0 0 0 0,0 1 0 16,0-4 8-16,0 1-8 0,0-3 0 0,0 2-16 0,0-2 3 0,3-3 1 31,-3 1-97-31,3-6-19 0,0 0-4 0,0 0-936 16</inkml:trace>
  <inkml:trace contextRef="#ctx0" brushRef="#br0" timeOffset="147277.685">15695 13095 1724 0,'0'0'38'0,"0"0"8"0,0 0 2 0,0 0 0 0,0 0-39 0,0 0-9 15,0 0 0-15,6 0 0 0,0 3 79 0,0-3 13 0,0 0 4 16,0 0 0-16,0 0-28 0,3 0-4 0,0-3-2 15,0 0 0-15,3 1-21 16,-1 2-4-16,1-6-1 0,6 4 0 0,-3-1-17 0,6 1-4 16,0-1-1-16,0-2 0 0,2 2-14 0,1 3 0 15,0-3 8-15,3 1-8 0,-3-1 0 0,-4 0 0 16,4 3 0-16,-3-2 0 0,-3 2 0 0,-3 0 0 0,0-3 0 0,0 3 0 31,-1-3-36-31,-2 3-3 0,0 0-1 0,-3-2 0 16,3 2-152-16,-3-3-32 0,0 0-5 0,-3 1-2 0</inkml:trace>
  <inkml:trace contextRef="#ctx0" brushRef="#br0" timeOffset="147629.754">16052 12875 1908 0,'-6'-2'42'0,"0"2"9"0,-3-3 1 16,3 0 1-16,-2-2-42 0,2 3-11 0,0-4 0 0,3 4 0 0,-3-4 88 0,3 4 15 16,3 2 3-16,-3-3 1 0,3 3-32 0,0 0-7 15,0 0 0-15,0 0-1 0,0 0-21 0,0 0-4 16,-3 5-1-16,0 3 0 0,3 0-13 0,0 3-4 16,0-1 0-16,0 1 0 0,0 0 0 0,0 2-1 15,0-3 0-15,0 4 0 0,0-1-7 0,0 3 0 16,-3-3-1-16,3 5 0 0,-3 1-6 0,0 5-1 15,3 0 0-15,-3 5 0 0,0 0-8 0,3 3 0 16,-3-1 0-16,0 1 8 0,3-3-8 0,0-5 0 16,0 2 0-16,0-4 8 0,0-1-8 0,0-3 0 15,0 3 0-15,3-2 0 0,-3-3-15 0,0 0-5 16,0 0 0-16,3-6-1 16,-3 3-32-16,3-2-7 0,0 0 0 0,0-6-1 15,0 0-201-15,3-2-40 0</inkml:trace>
  <inkml:trace contextRef="#ctx0" brushRef="#br0" timeOffset="148050.348">16785 12870 1458 0,'0'0'32'0,"0"0"6"0,0 0 2 0,-6 3 1 0,6-3-33 0,-6 5-8 16,6-5 0-16,-3 5 0 0,3-5 92 0,-6 3 16 15,3 2 3-15,0 1 1 0,3-6-24 0,-3 5-4 16,0 0 0-16,0 0-1 0,0 1-16 0,0 2-3 15,0-3-1-15,3 0 0 0,-3 1-14 0,3 2-2 16,-3-3-1-16,3 3 0 0,0 0-18 0,-3 0-3 16,3 0-1-16,-3 2 0 0,3 1-13 0,-3 2-3 0,3 0-8 15,-3 0 12-15,3 6-12 0,-3-3 8 16,3 5-8-16,-3 0 0 0,3 0 8 0,-3 0-8 16,3 1 0-16,-3 1 0 0,3-4 0 0,-3 2 0 0,3-5 0 0,0 0 0 15,-3-3-23-15,3-2-1 0,-3-1 0 0,3 1 0 31,-3-3-29-31,3 0-7 0,-3-3 0 0,3 0-1 16,0-5-100-16,0 0-20 0,0 0-4 0,0 0-680 0</inkml:trace>
  <inkml:trace contextRef="#ctx0" brushRef="#br0" timeOffset="148276.53">16865 12653 2224 0,'-3'-5'49'0,"0"-3"11"16,0 0 1-16,-3 0 1 0,3-3-50 0,0 1-12 0,0 2 0 0,0 0 0 0,0 0 53 0,0 0 8 16,0 3 2-16,0-3 0 0,0 3-35 0,3 5-8 15,0-3 0-15,0 3-1 0,0 0-8 0,0 0-2 16,0 0 0-16,0 0 0 0,0 0-9 0,0 0 0 16,0 0 0-16,0 0 0 0,0 0 0 0,0 0-11 15,6 0 1-15,0 0 0 16,0 3-170-16,0-1-35 0</inkml:trace>
  <inkml:trace contextRef="#ctx0" brushRef="#br0" timeOffset="148854.925">16889 13233 1970 0,'0'0'56'0,"0"0"12"0,0 0-54 0,0 0-14 0,0 0 0 0,0 0 0 16,0 0 88-16,0-6 14 0,0 6 3 0,3-5 1 16,0 0-32-16,3 2-6 0,0-2-2 0,0 2 0 15,-1-2-30-15,4 2-7 0,-3-2-1 0,3 2 0 16,0 1-16-16,0-1-3 0,0 3-1 0,0-3 0 15,0 3-8-15,0 0 0 0,0 3 0 0,0-3 0 16,0 3 0-16,0 2 0 0,-3-2 0 0,2 2 0 16,-2 0 13-16,-3 3 1 0,0-3 0 0,0 3 0 15,0 0-44-15,-3 0-9 0,0-2-1 0,-3 1-1 16,0 4-25-16,0-3-5 0,0 0-1 0,-3 0 0 16,1 0 27-16,2-3 5 0,-3 3 0 15,3-3 1-15,-3 1 27 0,3-1 12 0,0 0-10 0,-3 0 10 0,6-5 0 0,0 0 12 16,0 0-1-16,0 8 0 0,0-8 8 0,0 0 1 15,0 0 1-15,0 6 0 0,6-4 13 16,-3 1 2-16,3 2 1 0,0-5 0 16,0 3-21-16,2 0-5 0,1-3-1 0,-3 2 0 0,3-2 19 0,0 3 4 15,0 0 1-15,-3-1 0 0,3 1-14 0,0 2-4 16,-3 0 0-16,-3 1 0 0,3-1 2 0,-3 3 0 0,-3 3 0 16,0-4 0-16,0 1-9 0,-3 6-1 0,-3-4-8 0,0 6 12 15,0 0 0-15,-3 2-1 0,-3 1 0 0,0 0 0 16,3 2-27-16,-3 0-4 0,0-3-2 0,-2 1 0 15,2-3 22-15,0 0 0 0,0-3 0 0,0 0 0 16,0-2 22-16,0-1 9 0,0 1 1 0,0-3 1 16,-3 0-33-16,1 0-14 0,-1-3 1 0,-3 0 0 15,6-2-31 1,-3 0-7-16,0-1-1 0,3-4-723 0,0-1-145 0</inkml:trace>
  <inkml:trace contextRef="#ctx0" brushRef="#br0" timeOffset="149313.891">17463 13198 1552 0,'0'0'44'0,"0"0"10"0,0 0-43 0,0 0-11 0,0 0 0 0,0 0 0 16,6 0 104-16,0 0 20 16,0-2 3-16,3 2 1 0,0 2-52 0,0-2-9 0,6 3-3 0,-3-3 0 15,3 3 0-15,-1-1 0 0,4 1 0 0,0-1 0 16,3 1-51-16,0 0-13 0,-3-3 0 0,0 0 0 16,-1 0 0-16,-2 0 0 0,3 0 0 0,0-3 0 15,-3 3 0-15,3-3 0 0,0 1 0 0,-1-1 0 16,1-2 0-16,3 2 0 0,-3 1 0 0,0-1 0 15,3-2 0-15,-6 5 0 0,2-3 0 0,-2 3 0 16,0-3-100-16,-6 3-22 0,0-2-5 16,0 2-820-16</inkml:trace>
  <inkml:trace contextRef="#ctx0" brushRef="#br0" timeOffset="149582.619">17648 13383 1728 0,'0'0'38'0,"-6"0"8"0,6 0 2 0,0 0 0 0,0 0-39 0,0 0-9 15,0 0 0-15,0 0 0 0,0 0 72 0,0 0 13 0,0 0 3 0,0 0 0 16,6 3-8-16,3-3 0 0,0 0-1 0,0 0 0 16,2 0-43-16,1-3-9 0,0 3-2 0,3 0 0 15,-3-2 31-15,0-1 7 0,0 1 1 0,0 2 0 16,3-3-52-16,0 0-12 0,-1 3 0 0,1-2 0 15,3-1 0-15,-3 0 0 0,0 1 0 0,3-1 0 16,-3 0 0-16,3-2 0 0,-1 2 0 16,-2-2 0-1,3 0-151-15,-3-3-33 0,3 3-6 0,-3-1-2 0</inkml:trace>
  <inkml:trace contextRef="#ctx0" brushRef="#br0" timeOffset="150617.207">18463 13061 1874 0,'0'0'53'0,"0"0"11"0,0 0-51 0,0-6-13 0,0 1 0 0,0 0 0 0,0 5 113 0,0-3 20 16,0 3 4-16,0 0 1 0,0 0-54 0,0 0-12 15,0 0-1-15,0 0-1 0,0 0-22 0,-6 3-4 16,3-1 0-16,-3 4-1 0,1 2-19 0,-1 2-4 16,0 6-1-16,0 3 0 0,0 2-10 0,0 5-1 15,0 3-8-15,0 0 12 0,0-2-12 0,3-1 0 16,-3-4 0-16,6 1 0 16,-3-4-31-16,3-1 1 0,3 1 0 0,-3-3 0 15,3-3-24-15,3 0-5 0,-3 1-1 0,3-7 0 16,3 1-16-16,-3-2-3 0,6-4-1 0,-3-2 0 15,2 0 31-15,1-2 5 0,0-1 2 0,0-2 0 0,0-3 31 16,0-3 11-16,0 3 0 0,-3-2-9 0,0-1 31 0,0 1 6 0,-3-1 2 16,3 0 0-16,-4 1 26 0,-2-1 4 0,3 3 2 0,-3-2 0 15,0 2 17-15,-3-3 3 16,3 3 1-16,-3 0 0 0,0 3-67 0,-3 0-16 0,3-3 0 0,0 2 0 16,-3 4 55-16,3 2 7 0,0 0 2 0,0 0 0 15,0 0-64-15,0 0-8 0,0 0-4 0,0 8-1 16,-3 0 21-16,3 2 4 0,0 3 0 0,0-2 1 31,0 2-61-31,3 1-13 0,0-1-3 0,0 0 0 0,3-2 44 0,-3-1 9 0,3 1 2 0,3-1 0 31,0-2-37-31,0 0-7 0,3-2-2 0,-3-4 0 0,3 1 55 0,0-3 16 0,3 0 1 0,-4-3 0 16,1-2-17-16,3 0 0 0,-3-1 0 0,3-2 0 16,-3 0 15-16,0 0 5 0,0-2 2 0,-3-1 0 15,0-2 7-15,0 2 2 0,-3-4 0 0,-1-1 0 0,1-3 1 0,0 3 1 16,-3-5 0-16,0 3 0 0,0-1-13 0,0-2-2 15,0 0-1-15,0 0 0 0,0-1-9 0,-3 4-8 16,3 2 9-16,0-2-9 0,0 2 8 0,0 0-8 16,3 0 0-16,-3 0 9 0,0 3-9 0,0-3 0 15,3 3 0-15,0 2 0 16,0 1-52-16,0 2-7 0,0 0-1 0,0 0 0 16,0 2-120-16,0 6-24 0,0-2-4 0</inkml:trace>
  <inkml:trace contextRef="#ctx0" brushRef="#br0" timeOffset="151117.806">18931 13325 2120 0,'0'0'47'0,"0"0"9"0,0 0 3 0,0 0 0 0,0 0-47 0,0 0-12 0,0 0 0 0,0 0 0 16,3 0 85-16,3-2 15 0,0 2 4 0,0-3 0 15,-1 0-49-15,4 1-10 0,-3-1-1 0,3 0-1 16,0 1 17-16,3-1 3 0,-3 3 1 0,0 0 0 16,3-3-52-16,-3 3-12 0,3 3 0 0,-3-3 0 15,0 3 0-15,-3-1 0 0,2 1 0 0,-2 2 0 0,-3-2 0 0,0 2-16 16,-3-5 3-16,3 8 1 16,-3-3-1-16,0 1 0 0,0-1 0 0,-3 0 0 15,-3 3-21-15,0 0-4 0,0 0-1 0,1 0 0 16,-1-3 39-16,0 3 0 0,0 0 0 0,-3 0 0 0,3 0 0 15,0-3 0-15,3 3 0 0,-3-2 0 16,6-6 0-16,0 0 0 0,0 0 0 0,0 0 0 16,0 5 0-16,0-5 0 0,6 3 0 0,-3-1 0 0,3 1 0 0,3-3 0 15,-3 3 0-15,3-3 0 0,0 0 0 0,2-3 0 16,-2 3 0-16,3 0 0 0,0-3 8 0,0 6 8 16,-3-3 3-16,0 3 0 0,0-1 1 0,0 1 0 15,-3-1 0-15,0 4 0 0,-3-1-10 0,0 0-2 0,-3 3 0 0,0 3 0 16,-3-1 5-16,-3 4 1 0,-3-1 0 0,0 3 0 15,0 2-14-15,-3-2 0 0,-3 3 8 0,3-3-8 16,-3-1 0-16,0 4 0 16,1-6 0-16,-4 0 0 0,6 1 0 0,-3-1 0 0,3-2 0 15,-3-1 0 1,3-2-45-16,-3 0-15 0,1 0-4 0,-1 0 0 16,-3-3-52-16,3-2-12 0,-3 2-1 0,0-5-578 0,0-3-115 0</inkml:trace>
  <inkml:trace contextRef="#ctx0" brushRef="#br0" timeOffset="151625.727">18422 12693 1630 0,'0'0'36'0,"0"0"7"0,-6 0 1 0,0 3 3 0,-3-1-38 0,3 1-9 0,0-1 0 0,0 1 0 15,0 0 75-15,0 2 13 16,3-2 2-16,-3 2 1 0,6-5-18 0,-3 5-3 16,3-5-1-16,-3 6 0 0,3 1-15 0,0-1-3 0,3-1-1 0,0 0 0 15,0-2-10-15,3 2-1 0,3 1-1 0,3-1 0 16,0 0-4-16,3-2-1 0,3-1 0 0,-1 1 0 16,1-3-1-16,0 0 0 0,3-3 0 0,-3 3 0 15,3-5 2-15,2 3 0 0,4-6 0 0,3 2 0 16,3-2-34-16,5 0 0 0,-2 0-12 0,3 1 3 15,-3-1 9-15,-4 2 0 0,-2-2 0 0,0 3 8 16,-6-3-8-16,0 3 9 0,-4-3-9 0,-2 3 10 16,3-1-10-16,-6 1 0 0,-3 2 0 0,0-2 0 15,0 2 0-15,-6 1 0 0,0 2-12 0,-6 0 12 16,0 0-30-16,0 0 2 16,0 0 0-16,0 0 0 0,0 0-77 15,0 0-15-15,0 0-4 0,0 0-618 0,-6 2-124 0</inkml:trace>
  <inkml:trace contextRef="#ctx0" brushRef="#br0" timeOffset="152525.233">19651 12965 2012 0,'0'0'44'16,"0"0"10"-16,0 0 2 0,-3-2 0 0,3 2-45 0,0 0-11 0,-6-3 0 0,6 3 0 0,-3-3 93 0,3 3 17 15,-6-2 3-15,6 2 1 0,-6 0-38 0,0 0-8 16,3 2-2-16,-3 1 0 16,0 2-26-16,0 1-4 0,0 2-2 0,0 2 0 0,1 1-14 0,-4 2-2 15,0 3-1-15,0 2 0 0,0 4-9 0,0 4-8 16,-3 3 9-16,3 3-9 0,3 0 0 0,0-3 0 16,0-3 0-16,3-2 0 0,0 0 0 0,0-6-16 15,3 1 1-15,0-6 1 16,3 3-24-16,3-5-5 0,-3-1-1 0,3-2 0 15,3 0-24-15,-3-3-4 0,3-2-2 0,3 0 0 16,-3-3 18-16,3 0 4 0,0-3 1 0,2-2 0 0,-2-1 36 16,3 1 15-16,-3-3-12 0,3 0 12 0,0 0 11 0,-3-2 9 0,0-1 3 0,0 1 0 15,-3-1 15-15,-3 0 3 0,2 1 1 0,-2-3 0 16,-3 2 0-16,3-2 0 0,-3 0 0 0,-3 2 0 16,3 0 0-16,-3 1 0 0,3-1 0 0,-3 3 0 15,0 0-16-15,0 3-3 0,0 0-1 0,0-1 0 16,0 6-13-16,0 0-9 0,0 0 12 0,0 0-12 15,3 6 8-15,0 4-8 0,0-2 0 0,-3 5 0 16,3-2-8-16,0 2-9 0,0 1-2 0,0-1 0 16,0 0-27-1,3 0-6-15,0-2 0 0,0-1-1 0,3-2-42 0,-3 3-8 16,3-3-1-16,0-3-1 0,0 0 64 0,3 1 13 0,-4-4 2 0,4 1 1 16,-3-3-11-1,0 0-3-15,3-3 0 0,-3 1 0 0,0-1 83 0,0-2 16 0,0-1 3 0,-3-1 1 0,3-1 18 16,-3-3 4-16,0 0 1 0,3-2 0 15,-3 0-24-15,-3-3-5 0,-1 0-1 0,1-2 0 0,0-1-17 16,0 1-4-16,0-1-1 0,3-2 0 16,-3 2-12-16,0 1-3 0,0 2 0 0,0-2 0 15,3 2-11-15,-3 0-9 0,3 0 12 0,-3 0-12 16,3 3 8-16,0-3-8 0,0 0 0 0,0 3 0 0,3-3 0 0,0 3 0 16,0-1 0-16,0 1 0 15,0 3-45-15,-1-1-7 0,1 3 0 0,-3 3-1 16,3 2-155-16,-3 3-30 0</inkml:trace>
  <inkml:trace contextRef="#ctx0" brushRef="#br0" timeOffset="152906.94">20121 13251 1987 0,'-6'8'44'0,"6"-8"8"0,0 0 3 0,0 0 1 0,0 5-45 0,0-5-11 0,3 3 0 0,0 2 0 15,3-2 92-15,-3 0 17 0,3-1 3 0,0-2 1 16,0 3-40-16,3-3-8 0,-3 0-1 0,3 0-1 16,-3 0-26-16,0 0-5 0,3 3 0 0,-3-1-1 15,3 1-12-15,-3 2-3 0,0-2 0 0,-1 2 0 16,1 0-16-16,-3 1 0 0,0-1 8 0,0 3-8 16,-3-3 8-16,-3 3-8 0,0 0 12 0,0 0-12 15,-3 3 0-15,4-1 0 0,-4 3 0 0,-3-2 0 16,3 2-14-16,-3 0-3 0,0 1-1 0,0-1 0 15,0 0-9 1,0 0-1-16,0 1-1 0,0 1 0 0,3-1 5 0,0-1 2 0,0 0 0 0,3-2 0 16,3-1-14-16,0-2-4 0,6-2 0 15,-3-1 0-15,3 0 40 0,3-2 0 0,0-3 0 0,0-3 0 0,0 0-9 16,3-2 9-16,-3 0 0 0,3-3 0 0,3-3-10 0,-1 3 10 16,1-2-8-16,0 2 8 0,3-3-10 15,-3 3 10-15,3-2-12 0,-3-1 12 16,0 3-47-16,-1 0-2 0,1-2-1 0,0 2 0 15,-3-3-136-15,0 3-27 0</inkml:trace>
  <inkml:trace contextRef="#ctx0" brushRef="#br0" timeOffset="153440.774">19550 12680 1486 0,'0'0'32'0,"0"0"8"0,-6 0 0 0,6 0 3 0,-6 0-35 0,6 0-8 16,-6 0 0-16,6 0 0 0,0 0 86 0,-6 0 15 16,6 0 3-16,0 0 1 0,0 0-24 0,0 0-5 15,-3 2 0-15,3-2-1 0,0 0-17 0,0 0-3 16,0 6-1-16,3-1 0 0,3 0-6 0,0 0-2 15,6-2 0-15,0 2 0 0,3-2-4 0,2 2-1 16,4-2 0-16,3 0 0 0,-3-1-12 0,3 1-2 16,-3-3-1-16,2 0 0 0,1-3-11 15,0 1-3-15,3-1 0 0,3-2 0 0,2-1-12 16,1 1 0-16,3 2 8 0,-3-2-8 0,-1 0 0 0,-2 2 8 0,-3 1-8 16,-3-1 0-16,-4 0 8 0,-2 1-8 0,-3-1 0 0,-3 0 9 15,0-2-9-15,-3 5 0 0,0-3 0 0,-3 1 0 16,0-1 0-16,0 0-17 0,-6 3 2 0,3-2 1 31,-3 2-38-31,0 0-7 0,0 0-1 0,0 0-1 16,0 0-183-16,0 0-37 0,-3-11-7 0,3 11-552 0</inkml:trace>
  <inkml:trace contextRef="#ctx0" brushRef="#br0" timeOffset="154305.115">20776 12957 2419 0,'0'0'53'0,"0"0"11"0,0 0 3 0,-3-2 1 0,-3-1-55 0,6 3-13 0,-6-2 0 0,3 2 0 16,-3-3 54-16,0 3 8 0,0 3 2 0,0-3 0 15,-2 5 0-15,-1 0 0 0,0 0 0 0,-3 6 0 16,3 0-52-16,-3-1-12 0,3 3 0 0,-3 6 0 16,0-1 0-16,3 6 0 0,0 0 0 0,0 5 0 15,3-2 0-15,1-1 0 0,-1 1 0 0,3-4 0 16,0 1 0-16,3-5 0 0,0-1 0 0,0-2 0 31,3-3-48-31,0-2-13 0,0-1-3 0,2-4 0 0,1-1-51 0,0 0-10 16,0-2-3-16,3 0 0 0,0-3 52 0,0-3 9 15,0 3 3-15,3-3 0 0,-3-2 51 0,3 0 13 0,0-1 0 0,0-1 0 0,0 1 44 0,-4-2 12 16,4 0 3-16,-3 0 0 0,0-2 5 16,0 2 2-16,0 0 0 0,-3 0 0 0,0 0-10 0,0 0-3 15,-3 0 0-15,0 0 0 0,0-2-31 0,-3 4-6 16,3-2-2-16,-3 3 0 0,0 0 33 0,0 0 6 15,0 5 2-15,0 0 0 0,0 0-38 0,0 0-7 16,0 0-2-16,0 0 0 0,-3 10-8 0,3-2 0 16,0 3 0-16,0 2 0 0,3 0 0 0,0 0 0 0,0 1 0 15,3-4 0 1,0 1-46-16,3-1-14 0,0-2-4 0,2 0 0 16,1-2 0-16,0-1 0 0,0 0 0 0,3-2 0 15,0-1 0-15,-3 1 0 0,0-3 0 0,-3 0 0 0,3 0 52 0,0-3 12 0,-4 1 0 16,1-1 0-16,3 0 48 0,-3-2 13 0,0 0 3 0,0 0 0 15,-3-3-14-15,3 0-2 0,-3-3-1 0,0 1 0 16,-3-4-24-16,3 1-5 0,-3-3-1 0,-3 3 0 16,0-3 38-16,3-2 7 0,-3 2 2 0,-3-3 0 15,3 3-52-15,-3 0-12 0,3 1 0 0,0-1 0 16,-3 2 54-16,3-1 8 0,-3 1 2 0,3 1 0 16,0 0-52-16,0 0-12 0,0-1 0 0,0 4 0 15,0-1 0-15,0 1 0 0,0-4 0 0,3 4 0 16,-3-1-48-16,3 1-13 0,3 2-3 0,0-3 0 15,0 3-102-15,3 3-21 0,-3 0-4 0,2 2-897 16</inkml:trace>
  <inkml:trace contextRef="#ctx0" brushRef="#br0" timeOffset="154617.791">21324 13185 2030 0,'0'0'57'0,"0"5"14"0,0 1-57 0,0 2-14 0,3-1 0 0,0-1 0 16,0 2 156-16,0 0 29 0,0 0 6 0,0 0 1 15,0-1-103-15,0 1-20 16,-3 3-4-16,3-3-1 0,0 2-51 0,0 1-13 0,0 0 0 0,-3-1 0 16,0 1 54-16,0-1 8 0,0 4 2 0,0-4 0 15,0 3-52-15,-3 1-12 0,3-1 0 0,-3 0 0 16,0 0 0-16,-3 1 0 0,3 1 0 0,-3 1 0 15,3 0 0-15,-3 0 0 0,0 0 0 0,0 3 0 16,0-4 0-16,0 4 0 0,3-6 0 16,0 0 0-16,-3 3 0 0,3-5 0 0,0-1 0 0,3-2 0 31,-3-2-48-31,0-1-13 0,3-5-3 0,0 0 0 16,0 0-51-16,0 0-10 0,0 0-3 0,9-5-648 0,-3-3-131 0</inkml:trace>
  <inkml:trace contextRef="#ctx0" brushRef="#br0" timeOffset="155137.631">21651 13296 1074 0,'0'0'30'0,"0"0"8"0,0 0-30 0,0 0-8 0,0 0 0 0,0 0 0 15,0 0 104-15,0 0 19 0,0 0 4 0,0 0 1 16,0 0 0-16,0 0 0 0,0 0 0 0,6 5 0 16,0-2-52-16,0-3-9 0,3 3-3 0,0-1 0 15,3-2 0-15,3 0 0 0,-3 3 0 0,3-3 0 16,2 0 0-16,-2 3 0 0,0-3 0 0,3 2 0 15,0-2-51-15,0 0-13 0,3 0 0 0,-1 0 0 16,4 0 0-16,-3-2 0 0,3-1 0 0,0 3 0 16,0-3 0-16,-4 1 0 0,-2-1 0 0,0 0 0 15,0-2 13-15,-3 2 0 0,0 1 0 0,-3-1 0 16,-3-2-13-16,0 2-18 0,-4 1 4 0,-2-1 1 16,0-2-23-16,0 2-4 15,0-2 0-15,-3 5-1 0,-3-3-39 0,0-2-8 0,0 0-2 0,-3-1-598 16,4 4-119-16</inkml:trace>
  <inkml:trace contextRef="#ctx0" brushRef="#br0" timeOffset="155509.068">21892 13053 1659 0,'0'0'36'0,"0"0"8"0,0 0 2 0,-6-3 1 0,3 0-38 0,3 3-9 0,-5-2 0 0,-1 2 0 15,6 0 99-15,-6-3 17 16,6 3 4-16,-6-3 1 0,6 3-25 0,0 0-4 0,-6 0-2 0,6 0 0 16,-6 3-21-16,6-3-4 0,-6 5-1 0,0 1 0 15,3-1-7-15,-3 0-1 0,3 1-1 0,0 2 0 16,3 2-16-16,-3 1-3 0,0 2-1 0,3 0 0 16,-3 3-9-16,0 0-2 0,3 5 0 0,-3 0 0 15,3 0-10-15,0 1-2 0,-3 1-1 0,3-1 0 16,0-4-11-16,-3 3 0 0,0-2 9 0,3-1-9 15,-3 3 0-15,0-5 0 0,0 3 0 0,0-1 8 16,3 1-8-16,-3-1 0 0,0 4 0 0,3-1 8 16,-3-5-8-16,3 2 0 0,-3 1 0 0,3-3 0 15,0-3-19-15,-3 0 2 0,3-2 0 0,-3-1 0 16,3-2-22-16,0-3-4 0,-3 1-1 0,3-6 0 16,0 0-70-16,0 0-14 0,0 0-4 0,0 0 0 15,0 0-106-15,0 0-22 0</inkml:trace>
  <inkml:trace contextRef="#ctx0" brushRef="#br0" timeOffset="157000.22">22458 13016 1989 0,'0'0'56'0,"0"0"13"0,0 0-55 0,0 0-14 0,0 0 0 0,0 0 0 16,0 0 94-16,0 0 16 0,0 0 3 0,0 0 1 15,0 0-42-15,0 0-8 0,0 0-1 0,0 0-1 16,0 0-21-16,0 0-4 0,-9 5-1 0,3-2 0 16,0 2-36-16,3 3 0 0,-3 0-14 0,0 2 4 15,3 4 32-15,-3-1 6 0,0 5 2 0,0 4 0 16,0-1-30-16,3 2 0 0,0-1-8 0,1 1 8 16,-1-1-38-1,3-4-1-15,0 1 0 0,3-3 0 0,2-3-25 0,-2-3-6 0,6 1-1 0,-3-6 0 16,6 1-13-16,-3-4-4 0,3 1 0 0,3-3 0 15,-3-3 21-15,3-2 4 0,3 0 1 0,-4-3 0 0,1-3 31 16,0 0 7-16,-3-2 0 0,3 0 1 16,-6 0 23-16,3-3 16 0,-3 3-2 0,0 2-1 0,0-5 42 0,-3 3 8 15,0 0 1-15,0 2 1 0,-4-2 18 0,1 5 3 16,0-3 1-16,-3 4 0 0,3-1 5 0,-3 0 2 16,-3 0 0-16,3 5 0 0,0 3-75 0,0 0-19 0,0 0 0 15,0 0 0-15,0 0 0 0,-6 5 0 0,4 1 0 16,-4 4 0-16,3 3 22 0,0 3 1 0,0 0 0 15,0 3 0-15,3-1-37 0,-3-2-7 0,3 3-2 0,3-3 0 16,-3-1 7-16,3 1 0 16,3-3 1-16,-3 3 0 0,3-5 24 0,-1-3 5 0,1 0 1 0,3 0 0 31,-3-3-63-31,3-2-13 0,3-1-3 0,-3-2 0 0,3-2 64 0,-3-1 15 0,3-2 1 0,-3-1 1 16,3 1-2-16,-3-3-1 0,2-2 0 15,1-4 0-15,-3 1 6 0,0 0 2 0,0-6 0 0,0 1 0 16,-3-1 0-16,3 1 0 0,-3-3 0 0,0 0 0 15,0-1 1-15,0 4 0 0,-3-1 0 0,3 1 0 16,0 2-5-16,0-3-1 0,-3 4 0 0,3-4 0 16,0 0-17-16,-3 4 10 0,2-4-10 0,4-2 8 15,-3 0-8-15,0 0 0 0,0-1 0 0,0 1 0 16,0 0-23-16,0 3-6 16,0-1-2-16,0 3 0 0,0 3-117 0,0 2-24 0,0 3-5 15,-3 0-1-15</inkml:trace>
  <inkml:trace contextRef="#ctx0" brushRef="#br0" timeOffset="157818.778">22982 13360 1389 0,'0'0'30'0,"0"0"6"0,0 0 2 16,0 0 2-16,0 0-32 0,0 0-8 0,0 0 0 0,0 0 0 0,0 0 111 0,0 0 20 15,0 0 4-15,0 0 1 0,0 0-29 0,0 0-6 16,0 0-1-16,0 0 0 15,0 0-24-15,0 0-4 0,0 0-2 0,6 0 0 16,0 0-13-16,3-3-2 0,0 3-1 0,0 0 0 0,-1 0 0 0,1 0 0 16,3 0 0-16,0 0 0 0,-3 0-43 0,6 0-11 15,-3 0 0-15,0 0 0 0,0 0 0 0,0 3 0 16,0-1 0-16,-4-2 0 0,1 3 0 0,0-3 8 16,0 5-8-16,-3-2 8 0,0 0-8 0,-6-3 0 15,0 0 9-15,0 0-9 0,3 5 0 0,-3 0 0 16,-3 3 0-16,0-3 0 0,-3 1-22 0,-3-1 1 0,3 0 0 0,-3 1 0 31,-2-1-21-31,2 0-4 0,0 0-1 0,0 1 0 16,0-1 38-16,0 0 9 0,3 1 0 0,0-1 0 0,-3-3 0 0,6 1 0 0,3-3 0 15,0 0 0-15,0 0 0 0,0 0 0 0,0 0 0 0,0 0 0 16,6 5 0-16,0-2 0 0,3-3 0 0,3 0 0 16,0 0-12-16,0-3 0 0,3 3 0 15,2-2 0-15,1 2 20 0,-3-3 3 0,3 3 1 0,0 0 0 16,-3 0-12-16,-3 3 0 0,2-1 0 0,-5 1 0 15,3 2 0-15,-6 1 0 0,3-4 0 0,-6 6 0 16,0 0 53-16,0 3 9 0,-3-1 2 0,-3 4 0 16,0-1-52-16,0 3-12 0,-6 0 0 0,0 2 0 15,-3 1 0-15,1 2 0 0,-4-3 0 0,-3 3 0 16,-3-2 0-16,0-3 0 0,-3 0 0 0,3 0 0 16,-2-1 0-16,2 1 0 0,0 0 0 0,0-3 0 15,6 1 0-15,-6-1 0 0,1 3 0 0,-1-3 0 0,-3-2 0 16,0-1 0-16,0 1 0 0,1-1 0 0,-1-2-11 15,0 0-5-15,3-2 0 0,0-1-1 16,3 0-140-16,3-2-28 0,1-3-6 16,5-3-1-16</inkml:trace>
  <inkml:trace contextRef="#ctx0" brushRef="#br0" timeOffset="164836.578">10962 6340 1267 0,'0'0'28'0,"0"0"5"0,-3-5 2 0,0-1 1 0,0 1-36 0,3 0 0 16,-3 2 0-16,0-2 0 0,0-1 109 0,0 1 15 16,0 0 4-16,-2 0 0 0,2-1-52 0,-3 1-9 15,0 0-3-15,-3-1 0 0,3 1 0 0,-3 2 0 16,3 1 0-16,-6-4 0 0,3 6 0 0,-3 3 0 15,0-3 0-15,0 3 0 0,0 2-51 0,1 0-13 16,-4 3 0-16,0 0 0 0,3 3 0 0,-3-1 0 16,0 4 0-16,0-1 0 0,0-3 0 0,3 6 0 0,0-2 0 15,-2 1 0-15,5 4 0 0,0-3 0 16,0 5 0-16,0 0 0 0,3-2 0 0,3 5-12 0,-3-1 3 0,3 4 0 16,3-1 1-16,0 3 0 0,0 0 0 0,3 3 0 31,0-5-32-31,0-1-5 0,3-2-2 0,3 0 0 0,0-3 47 0,0-3 0 0,3 1 12 0,0-1-2 15,2-4-10-15,1 2 0 0,3-3-10 0,3-3 10 16,-3 1 0-16,3 0-9 0,0-3 9 0,-1-1 0 16,1-1 0-16,0-4-8 0,0-2 8 0,0 0 0 15,0-2 0-15,-1 2 0 0,4-6 0 0,0 4-8 16,3-3 8-16,-3-3 0 0,5 0 0 0,-2 0 0 16,-3 0 9-16,3-3 1 0,0 1 0 0,-1-4 0 15,-2 4-10-15,-3-3-14 0,-3-1 3 0,0 1 1 16,0 0 43-16,-4 0 9 0,1-3 2 0,-3-3 0 15,3-2-20-15,-3 3-3 0,0-4-1 0,-3-1 0 16,0 1 22-16,-3-1 4 0,0 1 1 0,0 1 0 16,0 0-24-16,-6 3-5 0,3-1-1 0,-3 1 0 0,-3-1 38 0,3 0 7 15,-3 1 2-15,-3-1 0 0,3 1-52 0,-6-1-12 16,3 1 0-16,-3-1 0 0,0 1 0 0,-3-1 0 16,0 1 0-16,3 2 0 0,-3-3 14 0,0 6 0 15,0-3 0-15,-5 6 0 0,2-4-14 0,-6 7 11 16,3-1-11-16,-3 2 10 0,-3-2-10 0,4 6 0 15,-4 2 0-15,0 0 8 0,0 0-8 0,0 5 0 16,3 0 0-16,-2 3 0 0,2 3-24 0,3-1-1 16,0 6 0-16,0 0 0 15,0 0-86-15,1 3-17 0,2 2-3 0,0 0-637 0,0 0-127 16</inkml:trace>
  <inkml:trace contextRef="#ctx0" brushRef="#br0" timeOffset="165970.068">11090 7139 1267 0,'0'0'28'0,"-3"-5"5"0,0-1 2 0,-3 1 1 0,3-3-36 0,0 3 0 0,-3-3 0 0,1 3 0 16,2-1 109-16,-3 1 15 0,0 0 4 0,0 2 0 16,0-2-64-16,0 2-12 0,0 0-2 0,0 1-1 0,-3-3-27 15,3 2-6-15,-3 0 0 0,3 1-1 0,-3 2 42 16,3 0 9-16,-3 0 2 0,0 0 0 16,0 2-40-16,3 1-8 0,-2 2-2 0,2-2 0 0,-3 2-32 0,0 0-6 15,0 1-2-15,0 2 0 0,0 0 45 0,0 0 9 16,0-1 1-16,-3 4 1 0,3 0-26 0,0-1-8 15,0 1 0-15,0 2 0 0,1 0 0 0,-4-2 0 16,3 2 0-16,0 3 0 0,0-3 0 0,0 3 0 16,3-3 0-16,-3 3 0 0,3 0 0 0,0 0 0 15,0-3 0-15,3 6 0 0,0-3 0 0,0-1 0 0,-3 1-8 16,6 3 8-16,-3-1 0 0,3 1 0 0,-3-1 0 16,3 4-9-1,3-4-16-15,-3 3-3 0,0-2-1 0,3-3 0 0,0-1 45 0,0 1 8 0,0 0 3 0,3 0 0 16,-3-3-27-16,3 1 0 0,0-1 0 0,3 0 0 31,-3-2-16-31,3-1-9 0,0 1-2 0,0-1 0 0,0-2 39 0,0 0 8 0,2 0 2 16,1 0 0-16,0-3-22 0,0 1 0 0,3-1 0 0,-3 0 0 15,0-2-13-15,0-3-7 0,0 3-2 0,0-3 0 16,2 0 22-16,-2-3 0 0,3 3 0 0,0-3 0 16,0 1 13-16,0-1 7 0,0-2 2 0,0 2 0 15,0-2-22-15,-1-1 0 0,1 1 0 0,0 0 0 16,0 0 0-16,-3-3 8 0,3 0-8 0,-3 0 0 15,0-3 0-15,0 3 9 0,-3-2-9 0,2-1 0 16,-2 1 14-16,0-1-4 0,0 0-1 0,0-2 0 16,0 0 6-16,-3 0 1 0,0-1 0 0,0-1 0 15,-3-1 6-15,3-3 2 0,-3 1 0 0,0-4 0 0,0 1-4 16,0 3 0-16,-3-3 0 0,0 2 0 0,0 1 1 16,0-4 0-16,0 4 0 0,-3-1 0 0,0 1-1 15,-3-1 0-15,0 3 0 0,0 1 0 0,-3-1-5 0,0 2-2 16,0 1 0-16,-3 0 0 0,0 2-5 15,-2 1 0-15,-1 2-8 0,-3 0 12 0,3 3-12 16,0-1 0-16,0 1 0 0,-3 2 0 16,0 1-18-16,1 2-10 0,2 2-1 0,-3 1-1 0,3 2 30 0,0-2 0 15,0 5 0-15,3 0 0 16,-3 0-211-16,3 2-36 0,4 1-7 0</inkml:trace>
  <inkml:trace contextRef="#ctx0" brushRef="#br0" timeOffset="166836.507">11055 7880 1497 0,'0'0'32'0,"-6"-3"8"0,3-2 0 0,-3 0 4 0,3-1-36 0,-3 1-8 0,0 2 0 0,-3-2 0 16,3 2 78-16,0-2 14 0,0 2 2 0,-3 3 1 16,3-2-50-16,0-1-9 0,0 3-3 0,-3 3 0 15,0-3 18-15,0 2 3 0,3 1 1 0,1 2 0 16,-4-2-37-16,0 2-7 0,0-2-2 0,0 5 0 15,3-3 20-15,-6 3 4 0,3 0 1 0,-3 3 0 16,0-1-22-16,0 3-12 0,3-2 12 0,0 2-12 16,1 3 0-16,-1-3 0 0,0 3 0 0,0-3 0 15,0 3 0-15,0-2 0 0,3 1 0 0,0 4 0 16,3 0 0-16,-3-1 0 0,3-2-10 0,0 2 10 16,0 4 0-16,3-4 0 0,-3 1-9 0,3 2 9 15,0 0-16-15,0 0 1 0,0 0 0 0,0 3 0 16,3-5-3-16,0 2-1 0,3 0 0 0,0-2 0 15,0-4 19-15,0 1-12 0,0 0 12 0,0 0-10 16,3-3 10-16,0 3 0 0,3-3-9 0,-4 3 9 16,4-5 0-16,0-1 12 0,3 1-2 0,-3 0 0 15,0-3-20-15,0-3-4 0,3 0-1 0,-3 0 0 16,0 1 15-16,2-4-12 0,-2 1 12 0,3-3-12 0,0 0 12 0,0 0 0 16,0-3 0-16,0 1 0 0,3-1 0 15,-3 0-11-15,2-2 2 0,-2 0 0 0,0 0 9 16,-3-1 0-16,3-2 0 0,-3 0 0 0,0 0 0 15,0-2 0-15,0-1 8 0,-1 1-8 0,-2-1 20 16,0 0-1-16,0 1 0 0,-3-3 0 0,3-1-11 16,-3 1-8-16,0-3 9 0,-3 0-9 0,3 1 57 0,-3-4 6 15,0-2 1-15,0 0 0 0,0 0-16 0,0-3-4 0,0 3 0 16,0-3 0-16,-3 3-8 0,0-3-1 16,0 0-1-16,-3 3 0 0,3 0-11 0,-3-1-3 0,0 4 0 15,-1450-1 0-15,2897 1 8 0,-1450 2 2 0,-3 0 0 0,3 0 0 16,-3 3-30-16,0 0-8 0,0 0-1 0,0 2 0 15,-2 0 9-15,2 3 0 0,-6 3 0 0,3-3 0 32,-3 6-25-32,3-1-3 0,-3 3-1 0,-3 3 0 15,3-1-121-15,-2 4-24 0,2 1-5 0,-3 1-1 0</inkml:trace>
  <inkml:trace contextRef="#ctx0" brushRef="#br0" timeOffset="167899.276">11037 8859 1036 0,'0'0'23'0,"0"0"5"0,0 0 0 0,0 0 1 0,0 0-29 0,0 0 0 0,-3-3 0 0,3 3 0 0,0 0 57 0,-3-5 6 16,3 5 1-16,-3-5 0 0,0 2 51 0,3 3 10 15,0 0 3-15,-3-5 0 0,3 5-57 0,0 0-11 16,-6-3-3-16,6 3 0 0,-6-3 4 0,6 3 1 15,-6 0 0-15,0 0 0 16,6 0-42-16,-9 0-9 0,3 3-2 0,-3-3 0 0,3 3 36 0,-3-1 7 16,0 1 2-16,3 0 0 0,-3 2-35 0,1 0-7 15,2 0-2-15,-3 3 0 0,0-2 9 0,0 4 1 16,0 1 1-16,0-1 0 0,-3 4-21 0,3-4 0 16,-3 3 0-16,0 1 0 0,3-1 0 0,0 3 8 0,1-3-8 0,-1 6 0 15,3-4-14-15,0 4-7 0,0-1-2 16,3 4 0-16,0-4 32 0,0 1 7 0,3-1 0 15,0 3 1-15,0-2-27 0,3-3-6 0,0 0 0 16,0 0-1-16,0-1 17 0,3 1 0 16,0 0 0-16,0 0 0 0,0 0 0 0,2 0 12 0,1-3-1 15,0 3-1-15,0-3-10 0,0 3-14 0,3-5 3 0,-3 4 1 16,0-1 10-16,0-4 0 0,3 1 0 0,-3 2 0 16,3-5-12-16,-3 3 0 0,2-1 0 0,1-2 0 15,0 0 20-15,0 0 3 0,0-5 1 0,0 2 0 16,0 0-12-16,0-2 0 0,3 0 0 0,-3-1 0 15,2-4-17-15,-2-1-6 0,0 0-1 0,0 1 0 16,0-4 24-16,0 1 0 0,0-3 0 0,0 0 0 16,0 0 0-16,-3 0 0 0,3-2 0 0,-4-1 0 15,1 3 0-15,-3-2 0 0,3-1 0 0,-3-2 8 16,0 2 10-16,0 1 2 0,0-4 0 0,0 1 0 16,0-3-4-16,-3 0-1 0,-3 0 0 0,3 1 0 0,0-4 9 15,-3 1 1-15,0-4 1 0,0 1 0 16,0 0-2-16,0-3-1 0,0-2 0 0,0-1 0 0,0 4 33 0,-3-4 6 15,3 3 2-15,-3 0 0 0,0-2-48 0,0 5-16 16,0 0 9-16,0-1-9 16,0 4 0-16,-3 2 0 0,0 0 0 0,0 0 0 0,0 3 25 0,0 0 13 15,0 0 2-15,-3 2 1 0,1-2-29 0,2 2-12 16,-3 1 8-16,0-1-8 0,0 3 0 16,0 0 0-16,0 0 0 0,-3 3 0 0,0-3-12 0,0 5-8 15,0-2-2-15,0 2 0 16,-2 1-157-16,-1 2-31 0,-24 0-6 0,9 0-2 0</inkml:trace>
  <inkml:trace contextRef="#ctx0" brushRef="#br0" timeOffset="169259.651">11778 6321 1090 0,'0'0'24'0,"0"0"4"0,0 0 2 0,0 0 2 0,-6-2-32 0,6 2 0 0,0 0 0 0,-6 0 0 16,6 0 96-16,0 0 14 0,0 0 2 0,0 0 1 16,0 0-13-16,0 0-2 0,0 0-1 0,0 0 0 15,0 0-53-15,0 0-10 0,0 0-2 0,0 0-1 16,0 0 26-16,0 0 6 0,0 0 1 0,0 0 0 16,3 2 0-16,3 1 0 0,0 0 0 0,0 2 0 15,0-2-52-15,3-1-12 0,3 1 0 0,0-1 0 16,-1 1 37-16,4 0 5 0,0-3 1 15,3 2 0-15,0-2-18 0,3 0-3 0,0 0-1 16,-1-2 0-16,1 2-21 0,3-3-8 0,-3 0 0 0,0 1 0 16,0-1 8-16,-1 1 0 0,-2-1 0 0,3-2 0 15,0 2 0-15,-3-2 11 0,0-1-3 0,0 1 0 16,-1 0-8-16,1-1 0 0,0 1 0 0,-3 0 0 16,0-3-63-16,-3 3-14 0,0-3-3 15,0 2-1-15,-3 1-115 0,-1 0-22 0,1 0-5 0</inkml:trace>
  <inkml:trace contextRef="#ctx0" brushRef="#br0" timeOffset="169823.208">12016 6120 1549 0,'0'0'44'0,"0"0"9"0,0 0-42 0,0 0-11 0,0 0 0 0,0 0 0 16,0 0 103-16,0 0 18 0,0 0 4 0,0 0 1 15,0 0-35-15,0 0-7 0,0 0-2 0,0 0 0 16,0 0-25-16,0 0-5 0,0 0 0 0,0 0-1 16,0 0-15-16,0 0-4 0,-6 0 0 0,6 0 0 15,-6 0-17-15,-3 0-4 0,3 0-1 0,-3 5 0 16,-3-2-10-16,3 2 0 0,-2 1 9 0,-4 2-9 16,3 0 0-16,-3 2 0 0,0 1 0 0,0-1 0 15,3 4 18-15,-3-1-1 0,0 0 0 0,4 0 0 16,-1 0-17-16,-3 1 0 0,6-1 0 0,0-2 0 15,0 2-11-15,3 0-5 0,0-5-2 0,0 3 0 16,0-4 18-16,3 4 0 0,0-3-8 0,0 0 8 16,3 0 0-16,0 0-8 0,0-3 8 0,0 3 0 0,3-3 0 15,0 1-8-15,0 2 8 0,3-3 0 0,-3 3 0 0,3-3-8 16,0 0 8-16,0 1 0 0,3-1 0 0,0 0 0 16,0-2 0-16,0 2 0 0,0-2 15 0,2-1 9 15,1 1 3-15,0 0 0 16,3-3-43-16,-3 2-9 0,3 1-2 0,3-3 0 0,0 0 27 0,-3 0-8 15,2 0 8-15,1 0 0 16,3-5-38-16,0 2-2 0,-3-2-1 16,0-3-1050-16</inkml:trace>
  <inkml:trace contextRef="#ctx0" brushRef="#br0" timeOffset="170133.921">12724 6086 1958 0,'0'0'43'0,"0"0"9"0,0 0 1 0,0 0 3 0,0 0-45 0,0 0-11 0,0 0 0 0,0 0 0 16,-6 2 88-16,6-2 16 0,0 0 4 0,-5 6 0 0,2-4-59 0,0 4-11 15,3-6-2-15,-3 8-1 16,0 0-17-16,0-1-3 0,0 1-1 0,0 0 0 0,3 6-14 0,-3-4 8 16,3 3-8-16,-3 1 0 0,3 2 8 0,0-3-8 15,-3 3 0-15,3-3 0 0,0 3 0 0,0-3 0 16,0 0 0-16,0 0 0 0,0 1 0 0,0-4 0 16,0 1 0-16,0-3-10 15,0 0-41-15,0 0-8 0,0-3-1 16,0 0-652-16,0-5-129 0</inkml:trace>
  <inkml:trace contextRef="#ctx0" brushRef="#br0" timeOffset="170362.115">12727 5853 2206 0,'-3'-5'48'0,"3"-6"11"0,-3-2 1 0,0-3 3 0,3 3-51 0,-2-3-12 0,-1 3 0 0,0 2 0 15,3-2 64-15,-3 5 11 0,3 0 1 0,0 0 1 16,3 0-38-16,-3 3-8 0,0-1-2 0,3 4 0 16,0-3-9-16,-3 5-3 0,0-3 0 0,0 3 0 15,5 0-17-15,-5 0 0 0,3-3 0 0,3 6 0 16,0-3-150-16,-3 5-34 0,3 0-6 0,3 1-795 16</inkml:trace>
  <inkml:trace contextRef="#ctx0" brushRef="#br0" timeOffset="170826.233">12873 6255 1839 0,'0'0'40'0,"-6"3"9"0,-3-1 2 0,3 6 1 0,0-2-42 0,1-1-10 0,-1-2 0 0,0 5 0 16,-3-1 87-16,6 1 15 0,-3 0 3 0,0 0 1 16,3 0-56-16,0 3-11 0,0-3-3 0,0 0 0 15,0 0-23-15,3 0-5 0,-3 0 0 0,3 2-8 16,0-5 0-16,0 3 0 0,3-2 0 0,0-1 0 15,0 0 0-15,3 0 0 16,-3 1 0-16,3-4 0 0,0 1 0 0,0 0 0 0,3-3 10 0,0 2-10 16,-1-4 14-16,1 2-2 0,0-3-1 0,0 3 0 15,0-5 9-15,0 2 3 0,0 0 0 0,-3 1 0 16,3-3 4-16,-3 2 1 0,0-2 0 0,0 2 0 16,0 0 3-16,-3-2 1 0,0 2 0 0,-3 3 0 15,3-5 9-15,-3 0 3 0,0 0 0 0,0-3 0 16,-3 2-28-16,3 1-4 0,-3-3-2 0,-3-3 0 15,3 4-10-15,-3-1 10 0,0 2-10 0,-3-2 10 16,0 0-10-16,-3 3-17 0,-3 0 4 0,0 2 1 16,-3 1-113-16,1-1-23 0,-1-2-4 0,0 5-980 15</inkml:trace>
  <inkml:trace contextRef="#ctx0" brushRef="#br0" timeOffset="171397.523">13406 6165 1497 0,'0'0'32'0,"0"0"8"0,0 0 0 0,0 0 4 0,0 0-36 0,0 0-8 15,0 0 0-15,0 0 0 16,3-2 53-16,-3 2 9 0,3-3 2 0,3 0 0 16,-6 3 0-16,3 0 0 0,3-2 0 0,0 2 0 0,0-3 0 0,0 3 0 15,3 0 0-15,0 0 0 0,3 0 0 0,-1 0 0 16,4 0 0-16,0-3 0 0,0 3 0 0,3 0 0 15,-3 0 0-15,3 0 0 0,3 0-52 0,-1 0-12 16,-2 0 0-16,0 0 0 0,0-2 0 0,-3 2 0 16,0-6 0-16,3 4 0 0,-4-1 0 0,1 0 0 15,-3 1 0-15,3-1 0 0,-3 0 0 0,0-2 0 0,0 3 0 16,0 2 0-16,-3-6 0 0,-3 6 0 16,3-2 0-16,-6 2 0 15,-3 0-48-15,0 0-13 0,0 0-3 0,0 0 0 16,0 0-51-16,0 0-10 0,0 0-3 0,0 0-819 0</inkml:trace>
  <inkml:trace contextRef="#ctx0" brushRef="#br0" timeOffset="171683.664">13507 6321 1666 0,'0'0'36'0,"0"0"8"0,0 0 2 0,0 0 2 0,0 0-39 0,0 0-9 0,0 0 0 0,0 0 0 15,0 0 95-15,0 0 17 0,0 0 3 0,6 3 1 16,0-3-27-16,3 0-5 0,0 0 0 0,0 0-1 16,3 0-7-16,3 0-2 0,-3-3 0 0,3 3 0 0,-1-2-59 0,1 2-15 15,3-3 0-15,-3 3 0 0,0-3 32 0,0 3 4 16,0-2 1-16,-3 2 0 0,3 0-26 0,-4 0-11 16,4 0 8-16,-3 0-8 0,0 0 0 0,0 0 8 15,3-3-8-15,-3 3 0 16,0-3-29-16,0 3-11 0,0-2-3 0,-1 2 0 15,1-3-17-15,0 3-4 0,0-3-1 0,0 3 0 16,0-2-152-16,0 2-31 0,12 2-5 0,-6-2-2 0</inkml:trace>
  <inkml:trace contextRef="#ctx0" brushRef="#br0" timeOffset="176892.604">14293 5747 1552 0,'0'0'44'0,"0"0"10"0,0-5-43 0,0 0-11 0,0-1 0 0,0 1 0 16,0 0 142-16,0-1 26 0,0 6 6 0,0-5 1 15,0 0-75-15,0 5-16 0,0-6-2 0,0 6-1 16,0 0-13-16,0 0-4 0,0 0 0 0,0 0 0 16,0 0-51-16,0 0-13 0,0 0 0 0,0 0 0 15,-6 3 54-15,0 2 8 0,0 3 2 0,-3 0 0 16,3 6-52-16,-3 1-12 0,3 4 0 0,-2 2 0 16,-1 0 0-16,3 3-15 0,0 0 3 0,0 0 1 15,3-3 11-15,0 3 16 0,0-6-4 0,3 1-1 16,0-3-11-16,0-1 0 0,3-1 0 0,0-4 0 31,3 1-49-31,-3-3-12 0,6-3-3 0,-3 0 0 0,6-5 52 0,-4 3 12 0,1-3 0 0,3-3 0 16,0 1 0-16,0-4 0 0,0-1 0 0,0-1 0 15,3-3 0-15,-3 3 8 0,3 0 0 0,-4-5-8 0,1 2 0 16,-3-2 0-16,3 0 0 0,-3 2 0 0,-3-2 12 0,0 2-12 16,0-2 12-16,-3 3-12 0,0-1 25 0,-3 0-1 15,3 1-1-15,-3-1 0 0,-3 3-1 0,3 0 0 16,-3 3 0-16,0 0 0 0,0 0-8 0,3 5-2 15,0 0 0-15,0 0 0 0,-6 2-12 0,0 6 0 16,3 0 8-16,-3 3-8 0,3-1 0 0,0 3 0 16,0 1 0-16,0 2 0 0,3-1 0 15,3 1 0-15,-3 0 0 0,3-3 0 0,3 1 0 0,0-4 0 16,0 3 0-16,0-5 0 0,3 0 0 0,0 0 0 16,3-2-8-16,-3-1 8 0,0-2 0 0,3-1 0 15,-3-2 0-15,-1 0 0 0,-2-2 0 0,3-1 0 0,-3-2 0 16,3-1 0-16,-3-2 8 0,0 0 6 0,0-2 1 0,0-1 0 15,0-2 17-15,-3 2 3 0,3-4 1 0,-6 1 0 16,3-4-10-16,0 2-2 0,0-5 0 0,-3 2 0 16,3-2-12-16,-3 3-2 0,3-1-1 0,-3 1 0 15,0-1-9-15,3 0 0 0,-3 4 9 0,0 1-9 16,0-4 0-16,0 5 0 0,0-1 0 0,0 1 0 16,3 3-76-16,-3 2-11 15,3 0-1-15,0 2-1 0,0 1-133 0,-3 5-26 0,0 0-6 16,0 0-1-16</inkml:trace>
  <inkml:trace contextRef="#ctx0" brushRef="#br0" timeOffset="177388.547">14734 6051 2257 0,'0'0'49'0,"0"0"11"0,0 0 1 0,0 0 3 16,3-5-51-16,0 2-13 0,3-2 0 0,0 3 0 0,-1-4 90 0,1 1 15 16,3 0 3-16,0-1 1 0,0 1-36 0,0 2-7 15,0-2-2-15,0 0 0 0,0 2 0 0,-3-2 0 16,3 2 0-16,0 3 0 0,-3-2-51 0,0 2-13 0,0 0 0 0,0 0 0 16,0 2 0-16,-4-2 0 0,-2 0 0 0,0 0 0 15,3 8 0-15,-6-3 0 0,3 1 0 0,-2 2 0 31,-4-3-27-31,0 3-1 0,0 0-1 0,0 0 0 16,0 0-14-16,-3 0-2 0,3-3-1 0,-3 3 0 16,0-3 15-16,3 1 3 0,0-1 1 0,0 0 0 0,6-5 19 0,0 0 8 15,-3 5-8-15,3-5 8 0,0 0-21 0,0 0 1 0,0 0 0 0,3 3 0 16,3 2 20-16,3-2 0 0,0 0 0 0,0-3 0 16,3 2 0-16,-3-2 0 0,3 0 0 0,0 3 0 15,-4 0 47-15,1-3 13 0,0 2 4 0,0 1 0 16,-3-1-52-16,0 1-12 0,0 0 0 0,-3 2 0 15,0-2 0-15,0 2 0 0,0 0 0 0,-3 3 0 16,-3-2 26-16,3 1 2 0,-3 1 1 0,-3 3 0 16,3-3-18-16,-6 0-11 0,3 2 12 0,-6-2-12 15,3 3 10-15,-2-3-10 0,-4 2 8 0,0-2-8 0,3 3 0 16,-3 0 0-16,0-3 0 0,0-1 0 16,0 1-26-16,0 0-10 0,4-2-3 0,-1-1 0 15,0-2-20-15,3-3-4 0,3 0-1 0,-3 0-1152 0</inkml:trace>
  <inkml:trace contextRef="#ctx0" brushRef="#br0" timeOffset="178197.698">15403 5766 1958 0,'0'0'43'0,"0"-8"9"0,0 2 1 0,0-2 3 0,0 1-45 0,-3 1-11 16,3 1 0-16,0 0 0 15,0 5 156-15,0 0 28 0,-3-3 7 0,3 3 1 0,0 0-103 0,-6 0-20 16,6 0-4-16,-5 3-1 0,-1 2-39 0,0 3-8 15,0 0-1-15,0 8-1 0,0 0-7 0,0 2-8 16,0 1 11-16,0 4-11 0,0 1 8 0,3-3-8 16,0 3 0-16,0-3 0 0,3-2 0 0,0 2 0 15,0-5 0-15,3 2 0 0,0-2-16 0,0-2-4 16,0-1-1-16,0-3 0 0,3 1 21 0,0-6 0 16,0 1 0-16,0-4 0 0,0 1 0 0,3-3 0 0,-3 0 0 0,2-3 0 15,1-2 0-15,0 0 0 0,3-3 0 0,-3 0 0 16,0-3 0-16,3 3 0 0,-3-5 0 0,0 2 0 15,0-2 0-15,-3 0 0 0,3-3 0 0,-3 3 0 16,0-3 0-16,0 0 0 0,-3 0 0 0,-1 0 0 16,-2 3 0-16,3 0 0 0,-3 0 0 15,0 5 0-15,-3 0 0 0,3 0 0 0,0 8 0 0,0 0 0 16,0 0 47-16,0 0 13 0,-5 8 4 0,2 0 0 16,0 0-52-16,0 2-12 0,3 3 0 0,0 1 0 15,3 2 0-15,3-3 0 0,-3 0 0 0,2 3 0 16,4-3 0-16,0-2 0 0,3-1 0 0,0 1 0 15,0-3 0-15,3-3 0 0,-3 0 0 0,0 1 0 16,3-4-17-16,-3 1-7 0,-1-3 0 0,1 0-1 16,0-3 25-16,-3-2 0 0,0 0 0 0,0-1 0 15,0-1 12-15,-3-4 5 0,3 0 1 0,-6-2 0 16,3-3 14-16,-3 0 2 0,0 1 1 0,0-4 0 0,0 3-14 0,0-2-2 16,0-1-1-16,-3 1 0 0,3-1-7 0,0 1-2 15,-3 2 0-15,0-3 0 0,3 3-1 0,-3 3 0 16,0-3 0-16,3 0 0 0,-3 0-8 0,0 0 0 15,0 3-12-15,0 0 12 16,0 2-32-16,3 4 0 0,-3-1 1 0,0 5 0 16,0 3-99-16,0 0-20 0,0 0-4 0,5 5-703 15,1 6-141-15</inkml:trace>
  <inkml:trace contextRef="#ctx0" brushRef="#br0" timeOffset="178563.482">15835 6009 2030 0,'0'0'57'0,"0"0"14"0,0 0-57 0,0 0-14 0,0 0 0 0,6 3 0 16,0-1 105-16,0-2 19 0,0 0 3 0,3 0 1 15,0 0-52-15,-3 0-9 0,3 0-3 0,-1 0 0 16,1 0 0-16,-3 0-1 0,0 0 0 0,0 0 0 16,0 0-50-16,-6 0-13 0,6 3 0 0,-6-3 0 15,3 5 33-15,-3 3 2 0,0-2 0 0,0 1 0 16,-3-1-25-16,0 2-10 0,-3-3 8 0,0 6-8 15,0-3 10-15,-3-1-10 0,3 1 12 0,-2 0-12 16,-1 3 0-16,-3-1 0 0,3 1 0 16,0 0-12-16,3-1 12 0,-3 1 0 0,3-1 0 0,3 1 0 15,-3-3 0-15,3 3 0 0,3-6 0 0,0 3 0 16,3-3 0-16,0 0 0 0,0 1 0 0,0-4 0 16,3 4 0-16,0-6 0 0,0 5 0 0,0-5 0 15,3 0 0-15,0 0 8 0,0 0-8 0,3-3 10 16,-4 1-10-16,4-1 0 0,0 0 0 0,0 1 8 15,0-4 8-15,0 4 0 0,3-4 1 0,-3 1 0 16,0 0-51-16,-3 0-10 0,2-1-3 0,4 1-846 16,-3 0-170-16</inkml:trace>
  <inkml:trace contextRef="#ctx0" brushRef="#br0" timeOffset="179470.485">16505 5755 1552 0,'0'0'44'16,"-3"-5"10"-16,0-1-43 0,3-1-11 0,-3 1 0 0,0 1 0 0,0 0 156 0,0-1 28 15,0-2 7-15,0 6 1 0,0-4-52 0,0 1-9 16,3 5-3-16,-3-2 0 0,0-4-60 0,3 6-13 16,0 0-3-16,0 0 0 0,0 0-9 0,0 0-3 15,0 0 0-15,-6 3 0 0,6-3-17 0,-6 3-4 16,0 2-1-16,3 3 0 0,-3 2-10 0,0 1-8 15,0 2 12-15,3 6-12 0,-3-3 16 0,3 5-3 0,0 0-1 16,0 0 0-16,3 0-12 0,0 3 0 16,3-3 0-16,0-2 0 0,3-1 0 0,-3 1 0 0,6-6 0 0,-3 0 0 31,3 0-48-31,0-5-13 0,0 0-3 0,3 0 0 16,-3-5 31-16,3 0 5 0,-3-3 2 0,3-3 0 0,-3 0 6 0,-1-2 2 0,4 0 0 0,-3-3 0 15,0-3-2-15,0 3 0 0,0-2 0 0,0-4 0 16,0 1 20-16,0 0 0 0,-3-3 0 0,3 0 0 15,-3 0 0-15,-3 3 0 0,3-3 0 0,-3 0 0 16,0 3 48-16,0-3 12 0,0 3 4 0,-3 0 0 16,0 0-52-16,0 5-12 0,0 0 0 0,0 0 0 15,-3 2 29-15,0 1 3 0,3 5 1 0,0 0 0 16,0 0-21-16,0 0-4 0,-6 5 0 0,3 3-8 16,-3 3 0-16,3 0 0 0,3 2 0 0,-3 3 0 15,3 2 0-15,0 1 0 0,3-1 0 0,0 1 0 0,3 2 0 16,0-3 0-16,3-2 0 0,-1 0-9 15,4-3-21-15,0-2-4 0,0 0-1 0,0-3 0 0,0-1 35 0,3-1 0 16,-3-1 0-16,3-2 0 16,0-3 12-16,-4 0 10 0,1-3 2 0,0 0 0 0,-3 1-10 0,3-4-2 15,-3-1 0-15,-3-1 0 0,3-3 13 0,0 0 3 16,-3-2 0-16,0 0 0 0,0-3 18 0,0 0 4 16,0 0 1-16,-3-2 0 0,0 2-22 0,0-5-4 15,0 0-1-15,0 2 0 0,-1 1-12 0,1 2-2 16,0-3-1-16,0 3 0 0,0-2-9 0,-3 2 0 0,3-3 0 0,-3 3 0 15,3 1 0-15,-3 1 0 0,0-1 0 0,3 4-11 32,0 0-58-32,-3 3-12 0,3 3-3 0,0-3 0 15,0 8-48-15,-3 0-9 0,6 0-3 0,0 8-687 0,-3-3-137 0</inkml:trace>
  <inkml:trace contextRef="#ctx0" brushRef="#br0" timeOffset="179728.994">17032 5943 2030 0,'-3'10'57'0,"3"-10"14"0,0 8-57 0,0-2-14 0,0-1 0 0,0 3 0 15,0-3 156-15,3 3 29 0,-3-3 6 0,0 1 1 16,3-1-75-16,-3 0-14 0,0 3-3 0,3-2-1 16,-3-1-30-16,0 0-5 0,0 3-2 0,0-3 0 15,0 1-14-15,-3-1-4 0,3 3 0 0,0 0 0 0,-3-3 6 0,3 0 1 16,0 3 0-16,-3 0 0 0,3-2-60 0,-3-1-12 15,3 3-3-15,-3-3 0 16,0 3 24-16,3 0 0 0,-3 0 0 0,3 3 0 0,-3-4-12 0,3 1-2 16,0 0 0-16,0 0 0 15,0-2-62-15,0 2-12 16,3-3-2-16,-3-3-1 0,0-2-142 0,0 0-29 0,0 0-6 0,0 0 0 16</inkml:trace>
  <inkml:trace contextRef="#ctx0" brushRef="#br0" timeOffset="180607.317">17576 5710 1958 0,'0'0'43'0,"0"0"9"0,3-5 1 0,-3-3 3 0,3 3-45 0,0-1-11 16,0 1 0-16,-3-3 0 0,3 3 156 0,0-1 28 15,-3-2 7-15,3 3 1 0,-3 0-103 0,0 5-20 0,0-5-4 0,0 5-1 16,0 0 0-16,0 0 0 0,0 0 0 0,0 0 0 15,0 0-51-15,-3 5-13 16,-3 0 0-16,0 3 0 0,0 3 0 0,0-1 0 16,0 4 0-16,-3 1 0 0,4 7 0 0,-1-1 0 0,3 0 0 0,-3 5 0 15,3-2 0-15,3 3 0 0,0-4 0 0,3 4 0 16,0-6 0-16,0 0 0 0,3-5 0 0,-3 0 0 31,2-3-48-31,1 0-13 0,3-5-3 0,-3 0 0 16,3 0 0-16,3-5 0 0,-3-3 0 0,0-3 0 0,3 1 64 0,0-4 0 0,0 1 0 0,0-3 0 15,0-2 0-15,-1-1 0 0,1-2 0 0,-3-1 0 16,0 1 10-16,0-3-10 0,0 3 8 0,-3-3-8 16,0 3 24-16,-3 0-1 0,3 0 0 0,-3 2 0 15,-3-2 6-15,3 2 2 0,-3 1 0 0,0-1 0 16,0 3-4-16,0 0-1 0,0 3 0 0,-3 0 0 16,3 5-13-16,0 0-2 0,0 0-1 0,0 0 0 15,0 0-10-15,0 8 0 0,0-1 0 0,0 4 8 16,0 0-8-16,0 4 0 0,3-1 0 0,-3 4 0 0,3-2 0 15,3 0 0-15,-3 0 0 0,3 0 0 0,3-3-8 16,-3 3 8-16,3-6 0 0,-1 1 0 16,4 0 20-16,-3-3 8 0,3-1 1 0,0-1 1 15,0-4-30-15,0 1 0 0,3 2 0 0,-3-5 0 0,0 0 0 16,0-2 0-16,2-4 0 0,1 1 0 0,0 0 0 0,-3-3 0 16,0 0 0-16,3-3 0 0,-3 1 57 0,0-1 6 15,-3-5 1-15,0 3 0 0,-1-3-44 0,1-2-8 16,0 2-1-16,-3-3-1 0,3 1 2 0,-3-1 1 15,0 1 0-15,0-1 0 0,-3 1-13 0,3 2 9 16,-3 0-9-16,0 5 8 0,0-7-8 0,0 5 0 0,0-3 0 0,0 2 8 16,-3 1-8-16,3 0 0 0,-3 0-12 0,3 2 12 31,-3 3-84-31,3 0-8 0,-3 3-3 0,3 0 0 16,0 2-79-16,-3 3-16 0,0 0-3 0</inkml:trace>
  <inkml:trace contextRef="#ctx0" brushRef="#br0" timeOffset="181080.1">18320 6054 2228 0,'0'0'49'0,"0"0"11"0,-5 0 1 0,-1 0 1 0,6 0-50 0,-6 0-12 0,0 0 0 0,0 0 0 0,6 0 96 0,-6 5 17 16,0-2 3-16,0 0 1 0,0 2-50 0,3-2-11 15,-3 2-1-15,3 0-1 0,0 0-35 0,0-2-7 16,0 5-2-16,0-3 0 0,0 3-10 0,0 0 0 16,3 0 0-16,-3 3 0 0,3-3 0 0,-3 2 0 15,3 1 0-15,0-1 0 0,0 4 0 0,0-1 0 16,3-3 0-16,-3 4 0 0,6-4 0 0,-3 3 0 15,3-5 0-15,0 3 0 0,3-3 0 0,0 0 0 16,0-5 0-16,3 2 0 16,0-5 0-16,2 0 0 0,1 0 0 0,-3-3 0 0,6-2 0 0,-3 2 0 15,3-2 0-15,-3-3 0 0,0 3 0 0,-3-3 0 0,2 0 0 16,-2 3 0-16,0-3 0 0,-3 0 0 0,0-3 0 16,-3 3 0-16,0-2 36 0,0 2 6 0,-3-3 1 0,0 0 0 15,0 4-11-15,0-4-3 0,-3 3 0 0,-3-3 0 16,3 3-10-16,-3 1-3 0,-3-1 0 0,0 0 0 15,0 0-16-15,0 2 10 0,-3-1-10 0,0-1 8 32,0 2-28-32,-3 1-7 0,0-3-1 0,-2 5 0 0,-1-2-28 15,0 2-7-15,0-2-1 0,-3 5-819 0,0-2-164 0</inkml:trace>
  <inkml:trace contextRef="#ctx0" brushRef="#br0" timeOffset="181864.523">14237 5461 1267 0,'0'0'28'0,"0"0"5"0,0 0 2 0,0 0 1 0,0 0-36 0,0 0 0 0,0 0 0 0,0 0 0 16,-6 3 109-16,6-3 15 15,0 0 4-15,0 0 0 0,0 0 0 0,0 0 0 0,0 0 0 0,0 0 0 16,0 0-103-16,0 0-25 16,6 0 0-16,2 0 0 0,1 3 56 0,0-3 7 0,3 2 1 0,3-2 0 15,0 0-24-15,0 0-5 0,3 0-1 0,0 0 0 16,-1 0-17-16,1 0-3 0,3 0-1 0,-3 0 0 15,3 0-13-15,0 0 8 0,-3-2-8 0,-1-1 0 16,-2 3 8-16,3-3-8 0,3 1 0 0,-3-1 0 16,0 0 16-16,0-2-4 0,-1 2 0 0,1 3 0 15,0-2-12-15,-3-1 0 0,0 1 0 0,-3-1 0 16,3 3-151 0,-3-5-33-16,0 2-6 0,2 0-2 0</inkml:trace>
  <inkml:trace contextRef="#ctx0" brushRef="#br0" timeOffset="182488.457">15272 5498 1267 0,'0'0'28'0,"0"0"5"0,0 0 2 0,0 0 1 0,0 0-36 0,-6 0 0 0,6 0 0 0,-5 3 0 15,5-3 109-15,0 0 15 0,0 0 4 0,0 0 0 16,0 0-52-16,0 0-9 0,0 0-3 0,0 0 0 15,0 0 0-15,0 0 0 0,0 0 0 0,0 0 0 16,5 3 0-16,1-1 0 0,3-2 0 0,-3 0 0 16,6 3-51-16,-3-3-13 0,0 0 0 0,3 0 0 0,-3 0 54 15,3-3 8-15,0 3 2 0,0 0 0 0,3-2-52 16,2 2-12-16,1-3 0 0,-3 0 0 16,3 3 10-16,0-2-1 0,0-1 0 0,3 3 0 0,-4-3-9 15,1 3 12-15,-3-2-12 0,0-1 12 0,-3 3-22 16,3-2-4-16,-3 2-1 0,-3 0 0 0,0 0 15 15,-3 0 0-15,-1 0 0 0,1 0 0 0,0 0 0 0,-6 0 0 16,6 2 0-16,-3 1 0 16,0-1 0-16,-3-2 0 0,0 0 0 0,0 0 0 0,6 3 0 0,-3 0 0 15,-3-3 0-15,0 0 0 0,6 2 0 0,-3-2 0 16,-3 0 0-16,6 0 0 16,-3 0-215-16,-3 0-40 0,0 0-8 0,0 0-1 0</inkml:trace>
  <inkml:trace contextRef="#ctx0" brushRef="#br0" timeOffset="183243.598">16424 5422 1537 0,'0'0'33'0,"0"0"7"0,0 0 2 0,0 0 2 0,0 0-35 0,0 0-9 0,-6-3 0 0,6 3 0 16,0 0 96-16,0 0 16 0,0 0 4 0,0 0 1 15,0 0-40-15,0 0-8 0,0 0-1 0,3 0-1 16,3-3-20-16,0 3-4 0,3-2-1 0,0 2 0 16,3-3 2-16,-3 3 1 0,6 0 0 0,-3-3 0 0,0 3-10 0,3 0-3 15,-1-2 0-15,1-1 0 0,0 0-9 0,3 1-3 16,3-3 0-16,0 2 0 0,3 0-8 0,-1-2-1 16,4 2-1-16,-3 3 0 0,3-2-2 15,-3-1-8-15,-1 3 12 0,-2 0-4 0,0 0-8 0,0 0 0 16,-3 0 0-16,0-3 0 15,-3 3-28-15,-4 0 0 0,1 0-1 0,0 0 0 16,-3-2 74-16,0 2 15 0,0-3 4 0,-3 3 0 16,3 0-103-16,-3 0-20 0,-3 0-4 0,-3 0-1 0,6 3 52 0,-6-3 12 15,6 0 0-15,-6 0 0 16,0 0-54-16,0 0-8 0,3 2-2 0,-3-2 0 16,6 0-153-16,-6 0-31 0,0 0-7 0,0 0-1 0</inkml:trace>
  <inkml:trace contextRef="#ctx0" brushRef="#br0" timeOffset="191054.964">12221 14736 1036 0,'0'0'23'0,"0"0"5"0,0 0 0 0,0 0 1 0,0 0-29 0,0 0 0 0,0 5 0 0,0-5 0 16,-3 5 108-16,3 0 16 0,0-5 4 0,0 8 0 15,-3-2 0-15,3-1 0 0,0 0 0 0,0 1 0 16,0-6-52-16,0 7-9 0,0-7-3 0,3 6 0 16,0-1 0-16,0-2 0 0,3-1 0 0,0 4 0 15,0-6-12-15,3 0-2 0,3 0-1 0,0 0 0 16,3-6-9-16,0 4-3 0,0-4 0 0,2 4 0 16,1-4-13-16,-3 1-2 0,6-3-1 0,-6 6 0 15,3-6-10-15,-3 2-3 0,0 1 0 0,-4 2 0 16,1-2-8-16,0 3 0 0,0-1 0 0,-3 0 8 0,0 1 3 15,-3 4 0-15,3-2 0 0,-3 6 0 0,0-1-11 16,0 3 0-16,-3 0 0 0,0 0 0 16,-3 5 0-16,0-3 0 0,0 6 9 0,-3 0-9 0,0 0 0 0,0 0 0 15,-3 2-10-15,0 1 10 0,0-1-27 0,-3 1 2 16,3-3 0-16,-6 2 0 0,0 1 5 0,0-1 0 16,-3 1 1-16,1 2 0 0,-4 0 5 0,3 0 1 15,0 3 0-15,-3-3 0 0,6 3 13 0,-3-3 0 16,3 3-10-16,1-3 10 0,2-2 0 0,0-3 0 0,3 2 0 15,0-4 0-15,3-4 0 0,0 3 0 16,0-5 0-16,3 0 0 0,0 0-10 0,3-3 10 16,0 1 0-16,0-4-9 0,3 4 9 0,3-4 0 0,-3 1 0 15,3 0 0-15,2-1 0 0,-2 1 0 0,3 0 0 0,0-1 0 16,0 1 0-16,0 0 0 16,3-1 0-16,-3 1 0 0,3-3 0 0,-3 2 0 0,2 1 0 0,-5 0 0 15,3-3 0-15,0 2 0 0,-3 1 0 0,3 0 0 16,0-3 0-16,-3 0 0 0,3 2 0 0,0-2 8 31,0 0-160-31,-1 0-32 0,1 0-7 0,0 0-478 0,3 0-96 0</inkml:trace>
  <inkml:trace contextRef="#ctx0" brushRef="#br0" timeOffset="191496.168">13153 15061 1552 0,'0'0'44'0,"0"0"10"0,0 0-43 0,0 0-11 0,0 0 0 0,0 0 0 16,0 0 104-16,6-3 20 0,0 1 3 0,3-1 1 16,3 3-52-16,0-3-9 0,3 1-3 0,2-1 0 15,1-2 0-15,0 2 0 0,0 1 0 0,0-4 0 16,0 4-51-16,3-4-13 0,-1 4 0 0,4-4 0 15,0 4 0-15,3-1 0 0,0-2 0 0,-1 2 0 16,4-2 0-16,-3 2 0 0,0 1 0 16,0-1 0-16,-1 3 0 0,-5 0 0 0,-3 0 0 0,0 0 0 15,0 3 0-15,-3-3 0 0,-3 5 0 0,-1-2 0 32,1 2-110-32,-3 0-25 0,-3 0-5 0,0 1-492 0,-3 2-98 0</inkml:trace>
  <inkml:trace contextRef="#ctx0" brushRef="#br0" timeOffset="191772.744">13353 15349 1728 0,'0'0'38'0,"0"0"8"0,0 0 2 0,0 0 0 0,0 0-39 0,0 0-9 16,0 0 0-16,0 0 0 0,0 0 98 0,0 0 18 0,0 0 3 0,5 0 1 15,1 0-37-15,3 0-7 0,3 0-2 0,0-2 0 16,0 2-10-16,6 0-1 0,-3-3-1 16,6 0 0-16,-1 1-47 0,4-1-15 0,0 1 8 0,0-1-8 15,0 0 0-15,0-2 0 0,-1 0 0 16,1-1 0-16,-6 1 0 0,3 2 12 0,-3-2-1 16,0 3 0-16,-1-1-11 0,-2 0-16 0,3 1 4 0,-3-4 1 31,0 4-196-31,3-4-39 0</inkml:trace>
  <inkml:trace contextRef="#ctx0" brushRef="#br0" timeOffset="192800.07">14719 14796 1810 0,'0'0'40'0,"0"0"8"0,0 0 1 0,-3-2 3 0,3 2-42 0,0 0-10 0,0 0 0 0,0 0 0 16,0 0 86-16,0 0 15 0,0 0 3 0,0 0 1 15,0 0-33-15,-3 8-6 0,3 0-2 0,0 5 0 16,0-3 0-16,0 6 0 0,0 0 0 0,0 0 0 16,0 3-64-16,3-4 0 0,-3 4 0 0,0 2-12 0,0-2 12 0,-3-1 10 15,3 1-2-15,0 2 0 0,-3 0-8 0,3 0 0 16,-3 3 0-16,0 0 0 16,3 2 0-16,-3-2 8 0,3 0-8 0,0-3 0 0,-3 0 0 0,3-2-9 15,0-1 0-15,-3-2 0 16,3-3-21-16,-3-2-4 0,0 0-1 0,3-6 0 15,-3 0-32-15,3-5-6 0,0 0-2 0,0 0-621 16,0 0-125-16</inkml:trace>
  <inkml:trace contextRef="#ctx0" brushRef="#br0" timeOffset="193032.968">14850 14471 1907 0,'-12'-5'54'0,"9"2"12"0,-3-2-53 0,0-1-13 0,-3 1 0 0,3-3 0 16,0 3 88-16,-3 0 14 0,3-3 3 0,-3 5 1 16,3-2-46-16,0 2-10 0,0-2-2 0,0 5 0 15,1 0-19-15,5 0-4 0,-3 0-1 0,3 0 0 16,-6 5-14-16,6-5-10 0,0 0 12 0,0 0-12 16,0 5 0-16,0-5 0 0,0 6 0 0,0 2 0 15,3-3-30-15,-3 3-6 0,6-3-2 0,-3 0 0 16,2 1-158-16,1 2-32 0</inkml:trace>
  <inkml:trace contextRef="#ctx0" brushRef="#br0" timeOffset="193734.375">14960 15230 1735 0,'0'0'38'0,"-6"6"8"0,3-1 2 0,-3 3 0 0,3 0-38 16,-3 0-10-16,0 0 0 0,3 2 0 0,-3-2 52 0,3 3 8 15,0-1 1-15,0 4 1 0,0-4-50 0,0 1-12 16,3-1 0-16,0 1 0 0,0 0 0 0,0-4 0 15,0 4 0-15,3 0 0 0,0-3 0 0,0 0 0 16,0 2 0-16,3-2 0 0,0-3 0 0,-3 1 0 16,3-1 0-16,0 0 0 0,0-2 0 0,0-3 0 0,3 0 0 15,-3 0 0-15,6-3 0 0,-3-2 0 0,0 0 0 16,-1-1 0-16,1 1 19 0,3-3 1 0,-3 0 0 16,3 0 0-16,0-2 7 0,0 2 1 0,-3-3 1 0,0 1 0 15,0-1 0-15,0-2 0 0,-3 2 0 0,0-2 0 16,-3 2 2-16,0 1 0 15,-6-1 0-15,3 1 0 0,-6-1 0 0,0 0 0 0,0 1 0 0,-6-1 0 16,0 1-12-16,0 2-3 0,0-3 0 16,0 3 0-16,-3 0-4 0,0 3 0 0,3 2-1 0,-2-2 0 15,-1 2-29-15,0 1-6 0,3 2 0 0,0 0-1 32,0 0-145-32,0 2-29 0,-3 1-5 0</inkml:trace>
  <inkml:trace contextRef="#ctx0" brushRef="#br0" timeOffset="194143.051">15585 15246 1756 0,'0'0'39'0,"0"0"8"0,3 0 1 0,3 0 1 0,3 0-39 0,0 0-10 0,0 0 0 0,3 0 0 15,2 0 73-15,1 0 13 16,-3-2 2-16,3 2 1 0,0-3-37 0,-3 0-7 0,3 1-1 0,0-1-1 16,0 0-19-16,-1 1-4 0,4-1-1 0,0 0 0 15,0 1-19-15,0-4 8 0,3 4-8 0,-3-1 0 16,2 1 8-16,1-1-8 0,0 0 0 0,-3 1 0 16,0-1 0-16,-3 0-17 0,0 1 1 0,-4-1 1 15,4 0-149 1,-6-2-31-16</inkml:trace>
  <inkml:trace contextRef="#ctx0" brushRef="#br0" timeOffset="194421.997">15796 15005 1792 0,'0'0'51'0,"0"0"10"0,0 0-49 0,0 0-12 16,0 0 0-16,0 0 0 0,-6-2 124 0,6 2 23 15,0 0 4-15,0 0 1 0,0 0-90 0,0 0-18 16,0 0-3-16,0 0-1 0,0 0 20 0,0 0 3 16,0 0 1-16,-6 5 0 0,0 0-16 0,3 3-2 15,0 3-1-15,1 2 0 0,2-2-31 0,-3 5-6 0,3 2-8 16,-3 3 11-16,3 0-11 0,-3 6 8 0,3 2-8 0,0 0 8 16,0-2-8-16,0-1 0 15,3 1 0-15,-3-4 0 0,0 1-12 0,3-3-4 0,-3-2 0 16,3-1-1-1,-1 1-17-15,1-1-3 0,0-2-1 0,0-2 0 16,0-1-174-16,0-3-36 0</inkml:trace>
  <inkml:trace contextRef="#ctx0" brushRef="#br0" timeOffset="194748.869">16549 14995 2012 0,'0'0'44'0,"0"0"10"0,0 0 2 0,0 0 0 0,0 0-45 0,0 0-11 0,0 0 0 0,0 0 0 0,0 0 72 0,0 0 13 16,0 0 3-16,-6 3 0 0,6-3-32 0,-3 2-7 15,3-2-1-15,-6 3 0 0,4 2-16 0,-4 3-4 16,3-3-1-16,0 6 0 0,-3 0-7 0,3-1 0 15,0 3-1-15,0 3 0 0,0 0-7 16,0 5-2-16,0 3 0 0,0 0 0 16,0 0-10-16,0 2-14 0,3 1 3 0,-3-1 1 0,3-2-6 0,-3 0 0 15,3-6-1-15,0 3 0 16,0-2-16-16,0-1-3 0,-3 1-1 0,3-3 0 16,0-3-23-16,-3 0-4 0,3-2 0 0,-3-1-630 15,0-2-126-15</inkml:trace>
  <inkml:trace contextRef="#ctx0" brushRef="#br0" timeOffset="194967.521">16570 14791 2170 0,'0'-16'48'0,"-3"11"9"0,0-6 3 0,3 1 1 0,-3-3-49 0,0-1-12 0,3 4 0 0,-3-3 0 15,3 5 70-15,-3-3 11 0,3 3 3 0,0 3 0 16,-3-1-49-16,3 6-10 0,0 0-1 0,0-5-1 15,0 5-7-15,0 0-2 0,0 0 0 0,0 0 0 16,0 0-6-16,0 0 0 0,0 0-8 0,0 0 12 16,0 0-12-16,3 8-18 0,0-3 4 0,0 3 1 31,0-2-114-31,0 4-22 0,3 1-5 0,-3-1-1 0</inkml:trace>
  <inkml:trace contextRef="#ctx0" brushRef="#br0" timeOffset="195260.97">16683 15352 2188 0,'-6'11'48'0,"3"-6"11"0,-3 0 1 0,3 1 1 0,-2-1-49 0,2 3-12 0,0-3 0 0,0 0 0 16,0 1 81-16,0 2 14 0,0 0 2 0,0-1 1 15,0 4-54-15,3 0-12 0,-3 2-1 0,0-3-1 16,3 4-30-16,-3 2 0 0,0-1 0 16,3 4 0-16,-3 2 57 0,3 3 6 0,-3-3 1 0,3 3 0 15,0-3-52-15,0 0-12 0,0-2 0 0,0-1 0 32,3-2-48-32,-3-3-13 0,0-5-3 0,3 3 0 15,-3-6-51-15,0 1-10 0,0-6-3 0,0 0-921 0</inkml:trace>
  <inkml:trace contextRef="#ctx0" brushRef="#br0" timeOffset="195597.585">17017 15294 1868 0,'0'0'41'0,"0"0"9"0,0 0 2 0,0 0 0 0,0 0-42 0,6-3-10 0,0 3 0 0,0 0 0 0,0-2 61 0,2 2 11 15,1 0 1-15,0 0 1 0,0 0-15 0,3 0-3 16,3-3-1-16,3 3 0 0,-3-3-19 0,3 1-4 0,2 2-1 0,-2-3 0 16,3 0-31-16,0-2 0 15,0 2-11-15,-3 1 11 0,0-1 8 0,-1 0 10 16,-2 1 2-16,3-1 0 0,-3 3-32 0,3-2-7 0,-3-1-1 0,0 0 0 15,3 3 20-15,-4-2 0 16,1-4 0-16,-3 4 0 0,3-4-17 0,-3 1 0 16,0 0 0-16,0-1 0 15,-3-1-171-15,0-1-33 0</inkml:trace>
  <inkml:trace contextRef="#ctx0" brushRef="#br0" timeOffset="195868.082">17314 15069 1958 0,'0'0'43'0,"-6"0"9"0,0 0 1 0,6 0 3 16,0 0-45-16,-5 0-11 0,5 0 0 0,0 0 0 0,0 0 89 0,0 0 16 16,0 0 3-16,0 0 1 0,0 0-37 0,-3 5-7 15,3-5-1-15,-3 6-1 0,0-1-35 0,3 3-6 16,0 0-2-16,0 2 0 0,0 1 32 0,0 2 5 15,0 0 2-15,0 6 0 0,0 2-38 0,0 0-7 16,0 0-2-16,0 3 0 0,-3 0-12 0,3 0 8 16,0 0-8-16,-3-3 0 0,3 0 0 0,-3-3 0 15,3 4 0-15,-3-1 0 16,3-3-24-16,-3 1-2 0,3 2 0 0,0-2 0 16,3-1-92-16,-3-2-18 0,3-3-4 0,0 0-969 0</inkml:trace>
  <inkml:trace contextRef="#ctx0" brushRef="#br0" timeOffset="196200.449">17969 14984 2224 0,'0'0'49'0,"0"0"11"0,0 0 1 0,0 0 1 0,0 0-50 0,0 0-12 0,0 0 0 0,-6 6 0 16,0-4 49-16,0 4 7 0,0-1 2 0,0 0 0 15,1 3-20-15,-1 0-4 0,0 3-1 0,0-1 0 16,0 3-13-16,-3 3-4 0,6 0 0 0,-3 5 0 16,0 3-8-16,3 5-8 0,-3-2 9 0,3 2-9 0,0 0 0 0,0-3 0 15,0 1 0-15,0-3 0 0,3-3 0 0,-3 0-16 16,3-3 1-16,0 1 1 15,-3-3-29 1,3 0-5-16,0-3-2 0,0 0 0 0,0-2-109 0,0-1-21 16,0-2-5-16</inkml:trace>
  <inkml:trace contextRef="#ctx0" brushRef="#br0" timeOffset="196431.959">17936 14635 2419 0,'0'0'53'0,"-2"-5"11"0,-4-1 3 0,3-2 1 0,0 3-55 0,0 0-13 0,3 0 0 0,-3-1 0 15,3 1 54-15,0 5 8 0,0 0 2 0,0 0 0 16,0 0-52-16,0 0-12 0,0 0 0 0,0 0 0 16,0 0 0-16,0 0 0 0,0 0 0 0,0 0 0 15,0 0 0-15,0 0 0 0,3 0 0 0,-3 0 0 16,6 3 0-16,0-1 0 0,-1 1 0 0,4 2 0 31,0 1-202-31,-3-1-43 0,9 5-9 0,3 1-2 0</inkml:trace>
  <inkml:trace contextRef="#ctx0" brushRef="#br0" timeOffset="196949.27">18154 15471 2095 0,'0'0'46'0,"-6"0"10"0,0 0 1 0,6 0 2 0,-6-2-47 0,0-1-12 16,0-2 0-16,6 5 0 0,-3-3 74 0,3 3 13 16,-3-5 2-16,3 5 1 0,3-6-28 0,-3 4-6 0,3-4 0 15,3 4-1-15,-3 2-37 0,3-3-7 0,0 0-2 0,3 1 0 16,0 2 23-16,0-3 4 0,0 3 0 0,-1-2 1 16,4 2-23-16,0 0-5 0,0 2-1 0,0-2 0 15,0 0 9-15,3 3 2 0,-3-3 0 0,0 2 0 16,-3 4-19-16,0-4 0 0,0 4 0 0,-4 2 0 15,-2 0 0-15,0 0 0 0,-3 5 0 0,-3 0 0 16,0 0-48 0,-2 6-12-16,-1 2-4 0,-3 0 0 0,0 3 0 0,-3 0 0 15,3 2 0-15,-3-2 0 0,3-3 30 0,-3 0 6 16,3-2 0-16,3 2 1 0,-3-5-8 0,3-3-1 0,3 0-1 16,0 1 0-16,0-4 37 0,0 1 0 0,3-3 0 0,0 0 0 15,0 0 0-15,3-1 0 0,0-4 0 0,3 0 0 16,0-1 0-16,3-2 0 0,0-2 0 0,0-1 0 15,3 0 0-15,3-2 0 0,0 0 0 0,3 0 0 16,-1-3 0-16,4 0 0 0,0-3 0 0,0-2 0 16,3 0 0-16,-3-3 0 0,5-3 0 0,-5-5-980 15</inkml:trace>
  <inkml:trace contextRef="#ctx0" brushRef="#br0" timeOffset="197368.076">18919 15278 1267 0,'0'0'28'0,"0"0"5"0,0 0 2 0,0 0 1 0,3 5-36 0,0 1 0 0,0-4 0 0,3 4 0 15,0-1 109-15,3-3 15 0,-4 1 4 0,4 2 0 16,0-5-52-16,3 3-9 0,-3 0-3 0,6-1 0 15,0-2 0-15,0 0 0 0,0 0 0 0,3 0 0 16,-1-2-51-16,4-1-13 0,0 0 0 0,0-2 0 16,0 2 0-16,-3-2 0 0,-1-3 0 0,4 6 0 0,-3-4 0 0,-3 1 0 15,0-3 0-15,-3 3 0 0,0-1 0 0,-3-1 0 16,0 1 0-16,0 1 0 16,-3-3-158-16,-4 0-34 0,4 3-8 0,-6-1 0 15</inkml:trace>
  <inkml:trace contextRef="#ctx0" brushRef="#br0" timeOffset="197668.546">18999 15106 2350 0,'0'0'52'0,"0"0"10"0,0 0 2 0,0 0 3 0,0 0-54 0,0 0-13 0,0 0 0 0,0 0 0 16,0 0 69-16,0 0 11 0,0 0 3 0,0 0 0 15,0 0-15-15,0 0-4 0,0 8 0 0,0-3 0 16,3 3-51-16,0 3-13 0,0-3 0 0,-3 2 0 16,3 4 0-16,0-1 0 0,0 3 0 0,0-1 0 15,0 1 0-15,0 3 0 0,0-1 0 0,0 1 0 16,0-1 0-16,0 1 0 0,0-1 0 0,0-2 0 16,-3 0 0-16,3 3 0 0,-3-3 0 0,3 0 0 15,-3-1-48-15,0 4-13 0,0-3-3 16,3 0 0-16,-3-3-167 0,0-3-33 15,0 9-8-15,0-8 0 0</inkml:trace>
  <inkml:trace contextRef="#ctx0" brushRef="#br0" timeOffset="198055.701">19859 14942 2055 0,'-3'3'45'0,"-3"2"10"0,-2 0 1 0,2-2 2 0,0 2-46 0,3-2-12 0,3-3 0 0,-6 5 0 16,6-5 43-16,-3 5 6 0,0 1 2 0,0 2 0 15,0 0-19-15,0-1-3 0,3 4-1 0,-3 2 0 16,0 3-4-16,0 0-2 16,3 5 0-16,-3 0 0 0,3 6-22 0,0-1 0 0,-3 3 0 0,3 3 0 15,0-3 0-15,0 0 8 0,0-2-8 0,0-1 0 16,0-2 8-16,0-3-8 0,0 3 8 0,0 0-8 16,3-3 0-16,-3-2 0 0,0 2 0 0,0-3-8 15,0-2-3-15,0 3 0 0,3-6 0 0,-3 0 0 16,0-2-29-1,0-3-7-15,0 0-1 0,0-3 0 0,0-5-120 0,0 0-25 16,0 0-5-16</inkml:trace>
  <inkml:trace contextRef="#ctx0" brushRef="#br0" timeOffset="198259.48">19889 14746 2376 0,'0'-10'52'0,"0"-1"12"0,3 0 1 0,0-2 1 0,-3 3-53 0,3-4-13 15,0 4 0-15,0-1 0 0,0 3 54 0,0 0 8 0,0 0 2 0,-3 3 0 16,3 2-42-16,-3 3-8 0,3-5-2 0,-3 5 0 16,0 0-12-16,0 0 0 0,0 0 0 0,0 0 0 15,0 0 24-15,0 0 3 0,0 0 0 0,0 0 0 16,0 0-27-16,0 0 0 16,0 0 0-16,0 0 0 15,3 5-70-15,0 1-16 0,0-1-3 0,0 3-670 0,0 0-133 0</inkml:trace>
  <inkml:trace contextRef="#ctx0" brushRef="#br0" timeOffset="198905.47">20044 15418 2120 0,'0'0'47'0,"0"0"9"0,6-2 62 0,0 2-106 0,0-3-12 15,3 0 0-15,3 3 0 0,0-2 68 0,-1-4 12 16,-2 4 3-16,3-1 0 0,0 0-15 0,-3 1-4 16,3-1 0-16,0 0 0 0,0 3-51 0,0 0-13 0,-3 0 0 0,3 3 0 15,-4-3 0-15,4 3 0 0,0-1 0 0,-3 1 0 16,0 0 0-16,0-1 0 0,-3 4 0 0,0-4 0 16,0 4 0-16,-6-6 0 0,3 5 0 0,-3-5 0 15,0 5 0-15,-3 0 0 0,0 1 0 0,0-1 0 16,-3 0 0-16,0 1 0 0,-3-1 0 0,0 0 0 31,3 1-48-31,-3-1-13 0,3 0-3 0,0 0 0 0,0 1 48 0,1-1 16 16,-1-2-12-16,6-3 12 0,0 0 0 0,0 0 0 0,0 0 0 0,0 0 10 15,0 0-10-15,3 5 0 0,0-2 0 0,2-1 0 16,1 1 0-16,3-3 0 0,0 0 0 0,0 2 0 16,3-2 0-16,0 0 0 0,0 3 0 0,3 0 0 15,-3-3 0-15,0 5 0 0,0-2 0 0,-1 2 0 16,1 0 0-16,0 3 0 0,-6 0 0 0,3 3 0 15,-6-1 53-15,3 4 9 0,-6-1 2 0,3 3 0 0,-3 2-52 16,-3-2-12-16,-3 0 0 0,0 2 0 16,0 1 0-16,-3 0-12 0,-3-4 3 0,0 1 0 0,4-2 9 0,-4-1 12 15,0 0-2-15,-3-2-1 0,3-1-9 0,-3 1 0 16,0-1 0-16,3-2 0 0,-3 3 0 0,3-1 0 16,1-2 0-16,-1 0 0 0,0 0 0 0,0 0 0 15,-3 0 0-15,3-3 0 0,-3 1 0 0,0-4 0 16,3 1 0-16,-2 0-783 15,2-3-158-15</inkml:trace>
  <inkml:trace contextRef="#ctx0" brushRef="#br0" timeOffset="203077.269">19124 5998 1645 0,'0'0'36'0,"0"0"7"0,0 0 1 0,0 0 4 0,0 0-39 0,3 8-9 0,-3-2 0 0,3 4 0 16,0-2 0-16,-3 5 0 0,0 1 0 0,0-1 0 15,0 0 0-15,0 3 0 0,3 0 0 0,-3-3 0 16,3 3 0-16,3 0 0 0,-3-3 0 0,3 0 0 15,3 1 0-15,-3-6 0 0,6-1 0 0,-3-1 0 16,3-1 0-16,-1-5 15 0,1 0-3 0,3-3 0 16,-3-2 52-16,3 0 11 0,0-6 1 0,0 3 1 15,0-5-10-15,3 0-3 0,-4 0 0 0,1-3 0 16,3 2-51-16,0-1-13 0,3-4 0 0,3 3 0 16,-1 0 28-16,1-2 4 0,3-1 0 0,3-2 0 15,0 0-32-15,-4-3 0 0,1 3 0 0,0-3 0 16,-3 3-20-16,-3 0-9 0,-4 2-3 15,1 1 0-15,-3-1 32 0,-3 3 0 0,0 1 0 0,0 4 0 16,-6 0 0-16,0 3 0 0,0 0 0 0,-6 6 0 16,0 2-124-16,0 0-18 0,0 0-4 0,-12 8-1 0</inkml:trace>
  <inkml:trace contextRef="#ctx0" brushRef="#br0" timeOffset="203647.353">17365 7245 1758 0,'0'0'50'0,"-6"5"10"0,0 0-48 0,0 3-12 0,0-2 0 0,3-1 0 16,0 0 0-16,0 3 0 0,3-3 8 0,-3 3-8 0,3-2 21 0,0 2 2 16,-3-3 0-16,3 3 0 0,0-3 4 0,0 6 1 15,0-3 0-15,3-3 0 0,0 0-12 0,0 3-3 16,0-3 0-16,0 1 0 0,3-4-13 0,0 1 9 16,0 0-9-16,3-3 8 0,-3 0-8 0,6-6 0 15,0 4 0-15,0-4 8 0,3-2 12 16,-1 1 3-16,4-1 0 0,3-3 0 0,3 0 15 0,0 1 3 15,2-1 1-15,1-5 0 0,-3 3-22 0,3-3-4 16,0-2 0-16,-6-1-1 0,-1 1-24 0,1-3-5 16,3-1-1-16,-3-1 0 0,0-1 15 0,2 0 0 0,-2 0 0 15,6 0 0-15,-3 3 0 0,0 3 13 0,0 2-2 16,-1 0-1 0,-2 0-35-16,-3 5-7 0,0 1-2 0,0-1 0 15,-3 1-24-15,0 2-5 0,-7 0-1 0,1 2 0 16,-3 4-136-16,-6-1-28 0</inkml:trace>
  <inkml:trace contextRef="#ctx0" brushRef="#br0" timeOffset="204168.298">15906 8417 1702 0,'-8'8'37'0,"5"-3"8"0,0 0 2 0,0 1 1 0,3-1-38 16,0 3-10-16,3 0 0 0,3 2 0 0,-4 1 0 0,4-3-14 0,0 5 3 0,0-2 1 15,0-1 10-15,0 1 0 0,0 0 0 0,3-3 0 16,-3 2 0-16,3-2 0 0,-3-3 0 15,0 3 0-15,3-5 0 0,0 2 8 0,0-2-8 0,0-1 11 16,0-2 30-16,-1-2 7 0,4-1 0 0,0-2 1 16,0 0 16-16,-3-3 3 0,3-3 1 0,0 1 0 15,0-4-25-15,3-2-4 0,-3 1-2 0,6-4 0 16,-4 3-38-16,1-5-20 0,3 2 3 0,3-4 0 16,0-1 35-16,3-3 7 0,-1 4 2 0,4-4 0 15,-3 6-27-15,0 0 0 0,0 2 0 0,-1 6 0 16,-2 0-37-16,-3 5-13 0,0 0-2 0,-3 5-1 15,-3 3-150-15,-6 3-29 0</inkml:trace>
  <inkml:trace contextRef="#ctx0" brushRef="#br0" timeOffset="204675.262">15525 9422 1681 0,'0'0'36'0,"0"0"8"0,0 0 2 0,0 0 2 0,0 0-38 0,0 0-10 0,-6-2 0 0,6 2 0 16,-1446 0 64-16,2892 0 10 0,-1451 5 2 0,2 0 1 15,0 1-61-15,0 2-16 0,3 5 0 0,0 0 0 16,0 0 0-16,3 3 0 0,0 0 0 0,0 0 0 15,2 2 0-15,1-2 0 0,0 0 0 0,3-5 0 16,0 2 0-16,0-2 0 0,3-4 0 0,0 1 0 16,-3 0 54-16,3-2 8 0,0-4 2 0,3 1 0 15,-3 0-52-15,-1-3-12 0,4-3 0 0,0 3 0 0,-3-5 54 16,0-1 8-16,3 1 2 0,0-3 0 0,-3-5-52 16,6 0-12-16,-1-6 0 0,7 1 0 0,0-4 0 0,3 1 0 15,3 0 0-15,2-3 0 16,4 3-48-16,3 3-13 0,-4-4-3 0,1 1 0 15,-3 0-102-15,0 0-21 0,5 2-4 0,1-2-1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35:12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4759 16323 633 0,'0'0'13'0,"0"0"3"0,0 0 1 0,0 0 3 0,0 0-20 0,0 0 0 0,0 0 0 0,0 0 0 15,0 0 37-15,0 0 4 0,0 0 1 0,0 0 0 16,0 0 26-16,0 0 4 0,0 0 2 0,0 0 0 16,0 0-6-16,0 0 0 0,0 0-1 0,0 0 0 15,0 0-22-15,0 0-4 0,0 0-1 0,0 0 0 16,0 0-14-16,0 0-3 0,-3 5-1 0,3-5 0 15,0 0-5-15,0 0-1 0,0 0 0 0,0 0 0 16,0 0-8-16,0 0-8 0,-3 6 12 0,3-6-12 16,0 0 10-16,0 0-10 0,0 5 8 0,0-5-8 15,0 8 0-15,0-8 0 0,0 0 0 0,3 5 0 0,-3-5 0 0,0 0 0 16,0 0 0-16,0 0 0 0,0 0 12 0,0 0-4 16,0 3 0-16,0-3 0 0,-6 0 2 0,3 0 0 15,3 0 0-15,0-3 0 16,-3 1-10-16,-6 2 0 0,0 2 0 0,-3 1 0 0,9-3 0 0</inkml:trace>
  <inkml:trace contextRef="#ctx0" brushRef="#br0" timeOffset="1647.43">5706 16363 1778 0,'0'0'158'0,"0"0"-126"16,0 0-32-16,0 0 0 0,0 0 11 0,0 0-11 15,0 5 12-15,0-5-12 0,3 8 12 0,3-5-4 16,-1-1 0-16,4 1-8 0,3-3 12 0,3 0-12 16,6-3 12-16,3 1-12 0,0-1 8 0,5 3-8 0,1-3 0 0,3 1 0 15,0-1 8-15,2-2-8 0,-2 2 0 0,3-2 0 16,-3 0 0-16,2-1 0 15,1 1 0-15,0 2 0 0,-1-2 0 0,1 2 0 16,0 1 0-16,3-1 0 0,-4 1 28 0,1-1 0 0,-3 0-1 16,3-2 0-1,-1 5-43-15,1-3-9 0,-3 1-2 0,5 2 0 0,-5-3 27 0,3 3 0 0,0 3 0 0,2-6 0 16,-5 3 0-16,3 0 0 0,-4-3 0 0,1 3 0 16,0-2 0-16,3-1 0 0,-4 0 0 0,1 1 0 15,3 2 0-15,-3-3 0 0,2 0 0 0,1 1 0 16,0 2 0-16,-3-3 0 0,2 3 0 0,1-2 0 15,-3-1 0-15,2 0 0 0,-2 3 0 0,3-2 0 16,0 2 0-16,-4-3 0 0,1 3 0 0,3 0 0 0,-3 0 0 16,-4-3 0-16,4 1 0 0,-3 2 0 0,3-3 0 15,-4 3 0-15,4 0 0 0,3-3 0 0,-6 1 0 0,2-1 0 16,1 0 0-16,0 1 0 16,0 2 0-16,-4-3 0 0,-2 0 0 0,3 1 0 0,0-1 0 0,-1 3 0 15,1-2 0-15,0-1 0 0,-3 0 0 0,2 1 8 16,-2 2-8-16,3-3 0 0,-6 0 0 15,3 3 8-15,-1-2-8 0,-2 2 0 16,0 0 13-16,0 0-1 0,0 0-1 0,-1 0 0 0,1 0-2 0,0 0 0 16,0 0 0-16,0-3 0 0,0 3-9 0,-1-3 0 15,1 1 0-15,3-1 0 0,-3 0 23 0,0-2 2 16,2 3 1-16,-2-4 0 0,0 4-15 0,0-1-3 16,0-2-8-16,-4 2 12 0,4 0 1 0,-3 1 0 15,0-1 0-15,0-2 0 0,0 2-13 0,-4-2 0 0,4 0 0 16,-3 2 0-16,3 0 10 0,-3 1-10 0,-3-1 10 0,0-2-10 15,3 2 13-15,-4 0-3 0,1 1-1 0,0 2 0 16,0-3-1-16,0 0 0 0,0 1 0 0,0-1 0 16,3 0-8-16,-7 1 0 0,4 2-10 0,0-3 10 15,0 1 0-15,-3-1 0 0,3 3 0 0,0-3 0 16,0 1 0-16,0-1 0 0,-4 3 0 0,1-3 0 16,3 1 0-16,-3 2 0 0,0 0 0 0,0 0 0 15,0 0 0-15,-3 0 0 0,0 0 0 0,0 2 0 16,0 1 11-16,0 0 8 0,-1-1 1 0,-2 1 1 15,0 0-21-15,0 2 9 0,0-3-9 0,0 4 0 16,0-1 9-16,0 0-9 0,-3 1 0 0,3 2 9 16,-3 0-9-16,0-1 8 0,0 4-8 0,0-3 8 15,0 3-8-15,0-1 0 0,0 3 9 0,0 3-9 16,0 0 12-16,0 0-1 0,0 3-1 0,0-1 0 0,0 1 2 0,-3 2 1 16,3 0 0-16,-3 3 0 0,0 0-5 0,3-1-8 15,-3 4 11-15,0-1-11 0,0 1 15 0,0-1-4 16,0 1-1-16,0 2 0 0,0 0 2 0,-3-3 0 15,3 3 0-15,-3 1 0 0,0-1 1 0,0 2 1 16,0 1 0-16,0 0 0 0,0 0-4 0,0-3-1 16,0 3 0-16,-3-1 0 0,3-4-9 0,0 2 10 15,0-3-10-15,-3 1 10 0,3-3-10 0,0-1 0 16,0-1 0-16,0 1 0 0,0-1 0 0,0-4 8 16,3 1-8-16,-3-1 0 0,0 1 0 0,0-4 0 0,0 1 0 15,0 0 0-15,0-3 0 0,3-2 0 0,-3 0 0 16,-3 2 0-16,3-5 0 0,0 2 0 0,0-2 0 15,1 3 0-15,-1-3 0 0,0-3 0 16,0 3 8-16,0-3-8 0,0 1 11 0,0-1 0 16,0-2 0-16,0 2 0 0,3-5-11 0,-3 5 0 15,3-5 0-15,-6 3 0 0,6-3 0 0,-3 2 0 0,3-2 0 0,-6 6 0 16,0-4 0-16,0 1 0 0,6-3 0 0,-9 3 0 16,3-3 0-16,0 2 0 0,0-2 0 0,-3 3 0 15,3-3 0-15,-3 0 0 0,0 0 0 0,0 0 0 16,1 0 0-16,-4 0 0 0,3 0 0 0,-6 0 0 15,3 0 26-15,0 0 3 0,0 0 1 0,-3 0 0 16,-3-3-19-16,1 3-11 0,-4 0 12 0,3 0-12 16,-3 0 29-16,-3 0-1 0,3 3 0 0,-5-3 0 0,2 3-28 15,0-3 0-15,-3 2 0 0,-3-2 0 0,4 3 0 0,-1-3-18 16,-3 3 2-16,0-3 1 0,-3 0 15 16,1 0 0-16,-1 0 0 0,0 0 0 0,1 0 9 15,-1 0 5-15,-3 0 1 0,0-3 0 0,4 3-15 0,-4-3 0 16,0 1 0-16,-3-1 0 0,4 0 0 0,-4 1-10 15,0 2 2-15,1-3 0 0,-1 0 8 0,0 1 11 16,1-1-3-16,-4 3 0 0,3-5-8 0,-2 5 0 16,2-3 0-16,-6 3 8 0,6 0-8 0,-5 0 0 15,5 0 0-15,-6 0 0 0,4-2 0 0,-1 2 13 16,3 0-1-16,-5 0-1 0,2 2-11 0,0-2-16 16,-2 3 4-16,-1-3 1 0,1 2 19 0,2-2 3 15,0 0 1-15,-2 3 0 0,-1-3-12 0,0 3 0 16,4-1 0-16,-4 1 0 0,3-3 0 0,1 3-17 0,-1-3 4 15,-3 0 1-15,7 0 12 0,-1 0 16 16,-3 2-3-16,0-2-1 0,1 3-12 0,-1-3-16 16,0 0 3-16,-2 0 1 0,2 0 12 0,3 0 0 0,1 0 0 0,-4 3 0 15,0-3 8-15,1 0 4 0,-1 2 0 0,-6 1 1 16,10-3-13-16,-4 3 0 0,0-1 8 0,1-2-8 16,2 0-9-16,0 3-5 0,-2-3-1 0,-1 3 0 15,0-1 15-15,1 1 16 0,2-3-3 0,0 2-1 16,7 1-12-16,2-3 0 0,6 3 0 0,0-3 0 15,6 2 0-15,6 1 0 0,3-3 0 0,1 3 0 16,-1-3 0-16,3 2 0 0,3 1 0 0,-6 0 0 16,-6-1 0-16,-33-2 0 15,-41 3 0-15,-179 0 0 0,-15-1 0 0,206 1 0 0,29-3 0 0,10 0 0 16,8 3 0-16,9-1 0 0,9-2 0 0,3 3 0 0,9-3 0 16,0 0 0-16,-6 2-8 0,6-2 8 0,-9 3 0 0,3-3 0 15,6 0 0-15,-12 3 0 0,0-3 0 0,4 2 0 16,-1-2 0-16,0 3 0 0,-3-3 0 0,6 0 0 15,-9 0 0-15,3 0 0 0,3 0 0 0,-3 3 0 16,0-3 0-16,-3 2 0 0,6-4 0 0,1 2 0 16,-1 0 0-16,-3 0 0 0,6 0 0 0,-3 0 0 15,0 0 0-15,0-3 0 0,0 3 0 0,3 0 0 16,6 0 0-16,-9 0 0 0,3 0 0 0,6 0 0 16,-6-3 0-16,0 1 0 0,6 2-10 0,-6-3 10 15,0 3-8-15,6 0 8 0,-6-5-17 0,6 5 1 16,0-3 1-16,-6-2 0 15,6 0-21-15,0-6-5 0,3-2-1 0,0-6-774 16,-3-7-154-16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37:21.1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17058 2305 1958 0,'0'0'43'0,"0"0"9"0,-3 0 1 0,-3-6 3 0,0 4-45 0,4 2-11 0,-4-6 0 0,0 4 0 16,0-1 95-16,0 3 17 0,0 0 3 0,0-3 1 0,0 3-52 16,0 3-9-16,0-3-3 0,0 3 0 0,6-3-20 0,-6 8-4 15,0 0 0-15,-3 0-1 0,3 0-27 0,0-1 0 16,3 7 0-16,-3-4 0 0,3 9 0 0,-3-9 13 15,3 9-1-15,0-3-1 0,3-3-11 0,-3 6 0 16,3-4 0-16,3 4 0 0,0-3 0 0,0 0 0 16,3 0 0-16,3 2 0 0,-3-7 0 0,3-1-9 15,0 1 9-15,3-3 0 0,0 0-12 0,3-3 12 16,0-5-12-16,0 0 12 0,2 0 0 16,4-5 0-16,-3-3 0 0,6 0 0 0,-3-5 0 0,0 2 0 15,-4-2 0-15,4 0 0 0,-3 2 44 0,-3-5 16 0,0 3 4 16,0 0 0-16,-6-1-17 0,0 4-3 15,-3-6-1-15,-3 3 0 0,0-3-18 0,-6 3-3 0,0-3-1 0,-3 0 0 16,-3 3-21-16,0-3 0 0,-3 3 0 0,-3-1 0 16,0 4 0-16,0-4 0 0,-3 1 0 0,1 3 0 15,-1 4 0-15,0-2 0 0,3 3 0 0,-3 3 0 16,3-4 0-16,0 6 0 0,3 0 0 0,0 0 0 16,4 6-149-1,2-4-35-15,0 6-6 0,-3 3-1000 0</inkml:trace>
  <inkml:trace contextRef="#ctx0" brushRef="#br0" timeOffset="1862.526">19210 2350 1497 0,'0'0'32'0,"0"0"8"0,0 0 0 0,3 0 4 0,3 0-36 0,-6 0-8 0,0 0 0 0,0 0 0 16,0 0 104-16,0 0 20 0,0 0 3 0,0 0 1 16,0 0-52-16,-9 0-9 0,4 8-3 0,-4-6 0 15,-3 9 0-15,0-3 0 0,0 0 0 0,-3 0 0 16,0-3-49-16,-3 3-15 0,0-5 0 0,1 4 8 15,-1-1-8-15,0-4 0 0,0 1 0 0,-3 0 0 16,0-3 0-16,0 0 0 0,1-3 0 0,2 0 0 16,0 1 0-16,0-4 0 0,0 4 0 0,3-6 0 15,3 3 0-15,3-3 0 0,1 0 0 0,2 0 0 16,3 0 0-16,0-3 0 0,3 3 0 0,3-2 0 16,0 2 0-16,3-3 0 0,-1 3 0 0,4-2 0 15,3 2 0-15,0-6 0 0,3 1 0 0,3 3 0 0,0-4 46 16,0 7 14-16,0-7 4 0,-1 6 0 0,4 0-52 15,0 0-12-15,0 1 0 0,3 1 0 0,0 1 0 16,-1 2 0-16,4 3 0 0,-3 3 0 0,0 2 54 0,0 1 8 16,-4 1 2-16,1 4 0 0,-6 2-64 0,0 1-15 15,0 1-1-15,-6 1-1 0,0 0 27 0,-3 3 6 16,-3-1 0-16,-3 3 1 0,0 6-17 0,-3-9 0 16,-3 9 0-16,-3-3 0 0,0-1 0 0,-6 4 0 15,0-3 0-15,0 5 0 0,-6 0 0 0,1 0 0 16,-1-5 0-16,0 2 0 0,0-5 9 0,-3 3-1 15,3-3-8-15,-2-5 12 0,5 5-12 0,-3-5 0 0,3 0 0 16,-6 0 0-16,3-3 0 0,-2 1 0 0,2-4 0 0,0 1 0 16,0-1-10-16,0-2 10 0,3 0-8 0,1 0 8 31,2-3-148-31,0 3-24 0,3-2-4 0,0-4-926 0</inkml:trace>
  <inkml:trace contextRef="#ctx0" brushRef="#br0" timeOffset="2828.302">19925 2299 1552 0,'0'0'44'0,"0"0"10"0,0 0-43 0,0 0-11 15,0 0 0-15,0 0 0 0,0 0 104 16,-3 8 20-16,0 0 3 0,-3 0 1 0,3 5-65 16,-3 1-13-16,3-1-2 0,-3 3-1 0,0 0-24 0,0 5-5 15,0-5-1-15,-3 5 0 0,3-5-17 0,0 5 0 16,0 0 0-16,0 0 0 0,1-2 0 0,-1 2 0 15,0 0 0-15,0-8 0 0,0 3 0 0,3 0 0 16,-3-3 0-16,0-5 0 0,3 3 8 0,-3-6-8 0,3 0 9 0,-3 3-9 16,6-8 0-16,0 0 0 0,0 0 0 15,0 0-10-15,0 0 10 0,0-10 0 0,0-1 0 0,0 3 0 16,3-10 0-16,0 2 0 0,0-5 0 0,3 2 0 16,3-2 25-16,-3 0 7 15,3-3 2-15,3 3 0 0,-1-3-4 0,4 3-1 16,-3-6 0-16,6 1 0 0,-3 5-29 0,3-8 8 0,3 0-8 0,0-3 0 15,-1 3 54-15,4 2 8 0,-3 3 2 0,0-2 0 16,0 2-52-16,0 8-12 0,-4 0 0 0,1 3 0 16,0 5 54-16,-6 0 8 0,3 0 2 0,-3 8 0 15,-3-5-52-15,0 5-12 0,0 5 0 0,-3-2 0 16,0 5 0-16,-1 5 0 0,-2 0 0 0,3 6 0 16,-3 2 0-16,-3 6 0 0,3-4 0 0,-3 1 0 15,3 3 0-15,-3-6 0 0,0 5 0 0,-3 1 0 16,3-3 0-16,-3-1 0 0,3 4 0 0,-3-3 0 15,0-1 0-15,-3 4 0 0,3-3 0 0,-2 2 0 16,2-2-72-16,-3-3-16 0,0-2-4 0,0 2-1 16,3-3-67-16,-3-2-12 0,0-3-4 0,-3 3-779 0</inkml:trace>
  <inkml:trace contextRef="#ctx0" brushRef="#br0" timeOffset="3064.378">19898 2445 1552 0,'-12'-5'44'0,"6"2"10"0,3 3-43 0,-3-5-11 0,0 2 0 0,6 3 0 15,0 0 104-15,0 0 20 0,0 0 3 0,0 0 1 16,0 0 0-16,0 0 0 0,6-3 0 0,3 3 0 16,0 0-52-16,6 0-9 0,0 0-3 0,0 3 0 15,6-3-51-15,2 3-13 0,1 2 0 0,0-5 0 16,0 3 54-16,3 2 8 0,-4-5 2 0,1 3 0 15,0-3-52-15,-3 0-12 0,0 0 0 0,0 0 0 32,-1-3-100-32,1 3-22 0,3 0-5 0,0-5-1025 0</inkml:trace>
  <inkml:trace contextRef="#ctx0" brushRef="#br0" timeOffset="4611.139">20791 2461 1839 0,'0'0'40'0,"0"0"9"0,0 0 2 0,0 0 1 0,3-6-42 0,-3 6-10 0,6-2 0 0,0 2 0 16,-3-5 56-16,3 2 10 0,0 3 2 0,-3 0 0 15,3-5-52-15,0 5-16 0,0-3 8 0,0 3-8 16,3 0-27-16,-1 0-9 0,1 0-1 16,0 0-856-16</inkml:trace>
  <inkml:trace contextRef="#ctx0" brushRef="#br0" timeOffset="4789.622">21294 2445 1958 0,'0'0'43'0,"0"0"9"0,0 0 1 0,6 0 3 0,0-5-45 0,0 5-11 0,0-3 0 0,3 3 0 0,-3-8 53 0,3 5 9 16,-3 1 2-16,0 2 0 0,3-6-52 0,-3 4-12 15,2 2 0-15,-2-5 0 0,3 2 0 0,0-2 0 16,-3 2 0-16,3-2 0 15,0 5-100-15,3-6-22 0,0 4-5 0</inkml:trace>
  <inkml:trace contextRef="#ctx0" brushRef="#br0" timeOffset="5436.289">22315 2286 1792 0,'0'0'51'0,"0"0"10"0,0 0-49 16,0 0-12-16,0 0 0 0,-6-3 0 0,3 3 54 0,3 0 8 15,0 0 2-15,0 0 0 16,0 0 0-16,0 0 0 0,0 0 0 0,0 0 0 16,0 0 0-16,0 0 0 0,0 0 0 0,0 0 0 0,0 0-52 0,-6 3-12 15,3 2 0-15,0 3 0 0,0 6 0 0,0-6 0 16,0 5 0-16,-3 3 0 0,3 0 0 0,-3 5 0 15,3-8 0-15,-3 5 0 0,4 1 0 0,-4-1 0 16,3 1 0-16,-3 0 0 0,3 2 0 0,0-5 0 16,0 2 0-16,0 1 0 0,0-1 0 0,0-7 0 15,3 7 0-15,-3-7 0 0,3 2 0 0,0-5 0 0,-3 0 0 16,3 0 0-16,0 0 0 0,0-6 0 16,0-2 0-16,0 0 0 0,0 0 0 0,0 0 0 0,0 0 0 15,0 0 0-15,0 0 0 0,3-5 0 0,0 0 0 0,0-6 0 16,3 1 54-16,-3-1 8 0,0-2 2 0,0 0 0 15,3-3-52-15,-3 0-12 0,3 0 0 16,-4 0 0-16,4-2 54 0,0 2 8 0,0 0 2 0,0-5 0 16,0 0-52-16,0 2-12 0,0 1 0 0,3-4 0 15,-3 4 0-15,3-3 0 0,0-1 0 0,3 1 0 16,0-3 34-16,0 3 4 0,3 0 1 16,-1 3 0-16,1-4-31 0,0 4-8 0,0 2 0 0,3 5 0 15,-3-2 0-15,3 5 0 0,-3 0 0 0,-1 3 0 16,4 2 0-16,-3-2 0 0,-3 5-9 0,3 0 9 15,-3 0-29-15,0 0-2 0,-3 0 0 16,-3 0 0-16,3 5-100 0,-3 3-20 0,-4 0-4 16,-2 3-975-16</inkml:trace>
  <inkml:trace contextRef="#ctx0" brushRef="#br0" timeOffset="5636.548">22264 2448 2188 0,'0'0'48'0,"0"0"11"0,0 0 1 0,0 0 1 0,0 0-49 0,3-3-12 0,6 3 0 0,0 0 0 16,0-5 105-16,6 5 19 0,0-3 3 0,3 3 1 15,0-5-64-15,3 2-13 16,2 3-3-16,-2-3 0 0,0 1-20 0,3 2-5 0,-3-6-1 0,3 4 0 16,-1 2-22-16,-2-8 0 0,0 8-12 0,3-8 4 31,-3 3-133-31,-1-1-27 0,1-2-4 0</inkml:trace>
  <inkml:trace contextRef="#ctx0" brushRef="#br0" timeOffset="7442.761">17588 2548 1384 0,'0'0'39'0,"0"0"9"0,0 0-38 0,0 0-10 0,0 0 0 0,0 0 0 15,0 0 127-15,0 0 23 0,0 0 5 0,0 0 1 16,3-5-60-16,-3 5-12 0,3-3-3 0,-3 3 0 16,3 0 38-16,-3 0 7 0,3-5 2 0,-3 5 0 15,3-3-103-15,-3 3-25 0,0 0 0 0,6 0 0 0,-3-2 0 0,-3 2 0 16,0 0 0-16,6 0 0 0,0 0 0 0,0 0 0 15,0 0 0-15,3 0 0 16,-3 0-97-16,3 0-25 0,-3 2-5 0,3-2-581 16,2 0-116-16</inkml:trace>
  <inkml:trace contextRef="#ctx0" brushRef="#br0" timeOffset="7611.136">17984 2530 1886 0,'0'0'41'0,"0"0"9"0,0 0 2 0,0 0 1 0,0 0-42 0,0 0-11 0,0 0 0 0,0 0 0 16,3 0 72-16,3 0 13 0,-6 0 3 0,6 0 0 15,-3 0-56-15,-3 0-12 0,6 0-1 0,0 0-1 16,-3 0-18-16,3 0-9 0,0 0 1 16,0 0-660-16,3 0-131 0</inkml:trace>
  <inkml:trace contextRef="#ctx0" brushRef="#br0" timeOffset="7781.516">18300 2540 1552 0,'0'0'44'0,"0"0"10"0,0 0-43 0,0 0-11 0,6 0 0 0,-3 0 0 16,3 0 156-16,-6 0 28 0,5 0 7 0,1-5 1 15,0 2-140-15,0 3-28 0,3-2-6 0,-3-1-1 0,3 3-29 0,3 0-5 16,0-5-2-16,3 2-962 15</inkml:trace>
  <inkml:trace contextRef="#ctx0" brushRef="#br0" timeOffset="7877.781">18645 2588 115 0</inkml:trace>
  <inkml:trace contextRef="#ctx0" brushRef="#br0" timeOffset="45171.077">10236 8488 806 0,'0'0'17'0,"0"0"4"0,0 0 1 0,0 0 2 0,0 0-24 0,0 0 0 16,0 0 0-16,0 0 0 0,0 0 56 0,0 0 6 16,-6 6 2-16,6-6 0 0,0 0 0 0,0 0 0 15,-3 2 0-15,3-2 0 0,0 0 0 0,0 0 0 0,-6 6 0 0,6-6 0 16,0 0 0-16,0 0 0 0,0 0 0 0,-6 2 0 15,6-2 0-15,0 0 0 0,0 0 0 0,0 0 0 16,0 0-20-16,0 0-4 0,0 0-1 0,-6 3 0 16,6-3-11-16,0 0-3 0,0 0 0 0,0 0 0 15,0 0 31-15,0 0 7 0,0 0 1 0,0 0 0 16,0 0-52-16,0 0-12 0,0 0 0 0,0 0 0 16,0 0 0-16,0 0 0 0,0 0 0 0,0 0 0 15,0 0 54-15,0 0 8 0,0 0 2 0,0 0 0 16,0 0-52-16,0 0-12 0,0 0 0 0,0 0 0 15,0 0 0-15,3 3 0 0,-3-3 0 0,6 2 0 16,-3 3 0-16,-3-5 0 0,3 0 0 0,3 0 0 0,-3 3 0 0,0-3 0 16,3 0 0-16,-6 0 0 0,6 3 36 0,-3-3 4 15,3 0 0-15,0 0 1 16,0 0-26-16,0 0-6 0,0 0-1 0,0 0 0 0,0 0 0 0,0 0-8 16,-1 0 12-16,4 0-4 0,-3 0-8 15,0 0 12-15,3 0-12 0,-3 0 12 0,0 0-12 16,3 0 0-16,-3 0 0 0,3 0 8 0,-3 0-8 15,3 0 12-15,-3 0-12 0,3 0 12 0,-3 0-12 16,0 0 0-16,3 0 0 0,-1 0 8 0,1 0-8 0,-3 0 0 16,3 0 0-16,0 0 8 0,-3 0-8 0,0 0 0 15,0 0 0-15,0 0 0 0,0 2 0 0,0-2 0 16,0 0 0-16,0 0 0 0,0 0 0 0,0 0 0 0,0 0 0 16,3 0 0-16,-3 0 0 0,0 0 0 0,-1 0 0 15,4 0 0-15,-3 0 0 0,0 0-12 0,3-2 0 0,-3 2 1 16,0 0 11-16,3 0 0 0,-3 0 0 0,3 0 0 15,-3 0 0-15,0 0 0 0,3 0 0 0,-3 0 0 16,3 0 0-16,-3 0 16 0,0 0-4 0,0 0-1 16,0 0-11-16,2 0 0 0,-2 0 0 0,0 0 0 15,0 0 0-15,3 0 0 0,-3 0 0 0,0 0 0 16,3 0 0-16,-3 0 0 0,3 0 0 0,0 0 0 16,0 0 0-16,-3 0 0 0,3 0 0 0,0 0 0 15,0-3 0-15,-1 3 0 0,1 0 0 0,-3-3 0 16,3 3 0-16,0-2 0 0,0-1 0 0,0 3 0 15,0 0 8-15,-3-2-8 0,0 2 0 0,3 0 8 16,-3 0-8-16,0 0 8 0,0 0-8 0,0 0 8 16,0-3-8-16,0 3 0 0,0 0 0 0,-1 0 0 15,1 0-11-15,0 0-7 0,0 0-2 0,0 0 0 16,0 0 20-16,0 0 0 0,0 0 0 0,0 0 0 0,0 0 0 16,3 0 0-16,-3 0 0 0,0 0 0 0,3 0 0 0,-3 0 0 15,0 0 0-15,3 0 0 0,-3 0 19 0,0 0 7 16,2 0 2-16,1 0 0 0,-3 0-18 0,3 0-10 15,0 0 12-15,-3 0-12 0,3 0 12 0,-3 0-4 16,3 0 0-16,-3 0-8 0,0 0 14 0,0 0-4 16,0 0-1-16,0 0 0 0,-3 0-9 0,3 3 8 15,-6-3-8-15,6 0 8 0,0 0-8 0,-6 0 0 16,3 2 0-16,-3-2 8 0,6 3-8 0,-6-3 0 0,5 0 0 16,-5 0 8-16,3 2-8 0,-3-2 0 0,6 3 0 0,-6-3 8 15,3 3-8-15,-3-3 0 16,6 2-10-16,-6-2 10 15,6 0-44-15,0-2-4 0,0 2 0 0,3-3 0 16,0-2-156-16,0 0-31 0</inkml:trace>
  <inkml:trace contextRef="#ctx0" brushRef="#br0" timeOffset="46484.679">11599 8888 1267 0,'0'0'28'0,"0"0"5"0,0 0 2 0,0 0 1 0,0 0-36 0,0 0 0 16,0 0 0-16,0 0 0 0,0 0 58 0,0 0 5 0,0 0 1 0,0 0 0 16,0 0 51-16,-6-5 10 0,6 5 3 0,0 0 0 15,0 0-103-15,0 0-25 0,0 0 0 0,0 0 0 16,0 0 66-16,0 0 8 0,0 0 2 15,0 0 0-15,0 0-33 0,0 0-7 0,0 0 0 0,0 0-1 16,0 0-3-16,0 0 0 0,0 0 0 16,0 0 0-16,0 0 0 0,0 0 0 0,-3 2 0 0,3-2 0 15,0 0 0-15,-6 6 0 16,6-6 0-16,-3 5 0 0,0 0-8 0,0 0-1 0,3-5-1 0,-3 6 0 16,1-1-1-16,2-5 0 0,0 8 0 0,-3-3 0 15,3-5-9-15,-3 6-1 0,3-1-1 0,-3 0 0 16,3 0-10-16,0-5 12 0,-3 6-12 0,3-6 12 15,0 8-12-15,0-3 0 0,0 0 0 0,0-5 8 16,0 8-8-16,-3-5 0 0,3-3 9 0,0 8-9 16,0-3 8-16,0 3-8 0,0-3 8 0,-3 1-8 15,3-1-11-15,0 3-6 0,-3-3-2 0,3 0 0 16,0 3 19-16,-3-2 0 0,3 2 0 0,0-1 0 0,0-1 0 16,0 2 0-16,0 0 0 0,0 0 0 0,0 0 0 15,0-1 0-15,0 1 0 0,0 0 0 0,0 0 0 16,0 0 0-16,0 0 0 0,0 0 0 0,0 3 0 15,0-3 0-15,0 0 0 0,0-1 0 0,0-1 0 16,0 2 0-16,0 0 0 0,-3 0 0 0,3 0 0 0,0-3 0 16,0 3 0-16,-3 0 0 0,3-3 0 0,0 3 0 15,-3-3 0-15,3 3 0 16,0-3 0-16,-3 3 0 0,3-2 0 0,0 2 0 0,0 0 0 0,-3-3 0 16,0 3 0-16,3 0 0 0,-3 0 48 0,0 0 12 0,3 0 4 15,0-1 0 1,-3 1-103-16,0 0-20 0,3 3-4 0,-3-3-1 0,3 0 52 0,-3 2 12 0,3 1 0 15,0 0 0-15,0-1 0 0,0 1 0 0,0 2 0 0,0-2 0 16,0-1 48-16,0 1 13 0,0 2 3 0,0-2 0 16,0-1-52-16,3 1-12 0,-3-1 0 0,3-2 0 15,-3 3 0-15,0-3 0 16,3 2 0-16,-3 1 0 0,3-3 0 0,-3 0 0 0,3-3 0 16,-3 3 0-16,0-3 0 0,3 3 0 0,-3-2 0 0,0 1 0 15,3-1 0-15,-3-1 0 0,3 0 0 0,0 1 0 16,-3-6 0-16,0 5 0 0,0 3 0 0,3-3 0 15,-3 0 0-15,0-5 0 0,0 6 0 0,3-1 0 16,-3 0 0-16,0 1 0 0,0-6 0 0,0 5 0 16,0 0 0-16,0-5 0 0,0 0 0 0,0 6 0 15,0-6 0-15,0 5 0 0,0-5 0 0,0 0 0 16,0 0-152-16,0 0-34 0,0 0-6 16,0 0-996-16</inkml:trace>
  <inkml:trace contextRef="#ctx0" brushRef="#br0" timeOffset="47427.853">11543 10454 1097 0,'0'0'31'0,"0"0"7"0,0 0-30 0,0 0-8 16,0 0 0-16,0 0 0 0,0 0 106 0,0 0 20 15,0 0 4-15,0 0 1 0,0 0-27 0,0 0-6 0,0 0-1 0,0 0 0 16,0 0-9-16,0 0-1 0,0 0-1 0,0 0 0 15,0 0-19-15,0 0-4 0,0 0-1 0,0 0 0 16,0 0-6-16,0 0 0 0,0 0-1 0,0 0 0 16,0 0-9-16,0 8-2 0,0-8 0 0,0 8 0 15,0-2-17-15,0 1-4 16,0-1-1-16,-3-1 0 0,3 0-10 0,0 3-3 16,0-8 0-16,-3 8 0 0,3-3-9 0,0 3 0 0,0 0 0 0,-3 0 0 15,3-2 8-15,0 2 0 0,0-1 0 0,0 1 0 16,0 0-8-16,-3 3 0 0,3-3 0 0,0 0 0 15,0 2 0-15,0 1-11 0,0-3 3 0,0 2 0 16,0 4 8-16,0-4 0 0,0 4 0 0,0-1 0 16,0 0 0-16,0 0 0 0,0 3 0 0,0 0 0 15,-3-3 0-15,3 3 0 0,0-3 0 0,-3 3 0 16,3-3 0-16,-3 1 0 0,3-1 0 0,-3 0 0 16,3-2 0-16,-3 2 0 0,3 0 0 0,-3-2 0 0,3 2 0 15,0-2 0-15,-3 2 0 0,3 0 0 0,0-2 0 0,0 2 0 16,0 0 0-16,0 0 0 0,-3 3 0 15,3 0 0-15,0 0 0 0,0 2 0 0,3-2 49 0,-3 5 12 16,0-2 3-16,0 0 0 0,0-1-52 0,0-2-12 16,0 2 0-16,0-2 0 15,0-2 0-15,0 1 0 0,0-1 0 0,0-4 0 16,0 3 0-16,-3-2 0 0,3-3 0 0,0 0 0 16,0 0 0-16,-3 0 0 0,3-3 0 0,0 3 0 0,-3-3 0 15,3 1 0-15,0-1 0 0,0-5 0 0,0 5 0 0,0-5 0 16,0 0 0-16,0 0 0 15,0 0-48-15,0 0-13 0,0 0-3 0,0 0 0 16,0 0-51-16,0 0-10 0,0 0-3 0,0 0-648 16,3-5-131-16</inkml:trace>
  <inkml:trace contextRef="#ctx0" brushRef="#br0" timeOffset="48604.461">10236 11671 1267 0,'0'0'28'16,"0"0"5"-16,0 0 2 0,0 0 1 0,0 0-36 0,0 0 0 0,0 0 0 0,0 0 0 0,0 0 58 0,0 0 5 16,3-5 1-16,0 3 0 0,-3 2 0 0,3-3 0 15,0 0 0-15,-3 3 0 0,3-2 0 0,0 2 0 16,-3 0 0-16,3-3 0 0,0 0 0 16,-3 3 0-16,6-2 0 0,-6 2 0 15,0 0-8-15,3 0-2 0,-3 0 0 0,6 0 0 0,-3 0-35 0,-3 0-7 16,6 0-2-16,-6 0 0 0,6 0 34 0,-3 2 6 15,3-2 2-15,-1 0 0 0,-2 3-27 0,-3-3-5 16,6 0 0-16,0 3-1 0,3-3-2 0,-3 0 0 0,0 0 0 0,0 0 0 16,3 0 2-16,-3 0 0 15,0 0 0-15,3 0 0 0,-3 0-3 0,3 0-1 0,0 0 0 16,-3 0 0-16,3 0 1 0,0 2 0 0,2-2 0 16,-2 0 0-16,0 3-6 0,0-3-1 0,0 3 0 15,-3-3 0-15,3 0-9 0,0 2 8 0,0-2-8 16,0 3 8-16,0-3-8 0,-3 2 0 0,6-2 0 0,-3 3 8 15,-1 0-8-15,1-3 0 0,3 2 0 0,0-2 0 16,-3 3 9-16,3-3-9 0,0 3 10 0,0-3-10 31,0 0-19-31,3 0-9 0,-3 0-3 0,-1 0 0 0,4 0 49 0,-3 0 10 0,3 0 1 0,-3 0 1 16,3-3-22-16,-3 3-8 0,3 0 0 0,-3 0 9 16,3 0-9-16,-4 0 12 0,4 0-12 0,-3 0 12 15,3 0-12-15,-3 3 12 0,-3-3-12 0,3 0 12 16,-3 0-4-16,0 0 0 0,3 0 0 0,-3 2 0 15,-1 1 2-15,1 0 0 0,0-3 0 0,3 2 0 16,-3 1-10-16,0 0 0 0,3-3 0 0,-3 2 0 16,3-2 0-16,-3 0 0 0,3 3 0 0,-3-3 0 0,2 0 0 15,1 0 0-15,-3 0 0 0,3 0 0 16,0 0 0-16,-3 0 0 0,3 0 0 0,-3 0 0 0,3-3 28 0,-3 3 1 16,3 0 0-16,0-2 0 15,-4 2-46-15,1-3-10 0,0 0-1 0,0 3-1 0,0-2 29 0,0-1 0 16,0 0 0-16,0 3 0 0,0-2 23 0,-3-1 10 15,0 0 3-15,0 1 0 0,0-1-36 0,0 0 0 0,0 1 0 16,-3-1 0 0,3 1-22-16,-3-4-11 0,0 4-3 0,2-1 0 0,-2-2 36 0,0-1 0 15,0 1 0-15,0 2 0 16,-3-4-159-16,3 1-25 0,0-2-4 0,-6-2-1004 0</inkml:trace>
  <inkml:trace contextRef="#ctx0" brushRef="#br0" timeOffset="49624.476">9944 10314 1422 0,'0'0'31'0,"0"0"6"0,0 0 2 0,3-5 1 0,0 0-32 0,0-1-8 0,-3 1 0 0,3 2 0 15,-3 3 116-15,0-5 20 0,3 2 5 0,-3 3 1 16,3-5-30-16,-3 5-7 0,3-5-1 0,-3 5 0 15,0 0-21-15,0 0-5 0,0 0-1 0,0 0 0 16,0 0-17-16,0 0-3 0,0 0-1 0,0 0 0 16,0 0-24-16,0 0-4 0,0 0-2 0,0 0 0 0,0 0-26 0,-6 5 0 15,3 0 0-15,0 1 0 16,3-6 56-16,-3 8 7 0,0 0 1 0,0-1 0 0,0 1-52 0,0 0-12 16,0 3 0-16,3-1 0 0,-3 1 0 0,3 2 0 15,-3-2 0-15,0-1 0 0,3 4 0 0,0-1 0 16,-3-2 0-16,3 2 0 0,0-3 0 0,-3 1 0 15,3 0 0-15,0-4 0 0,0 4-10 0,0 0-5 16,0-1-1-16,-3 1 0 0,3-1 26 0,0 1 5 16,0 0 1-16,0 2 0 0,0-3-16 0,0 4 0 0,0-1 0 15,0 0 0-15,0-2-10 16,0 4-5-16,3-1-1 0,-3 2 0 0,0-1 16 0,0 1 0 0,0 0 0 16,-3 3 0-16,3-3 0 0,0-3 0 0,0 3 0 0,0 0 0 15,0-3 12-15,-2 0 3 16,2 0 0-16,0-2 0 0,0-1-24 0,-3 1-5 0,3-3-1 0,0 3 0 15,0-3 15-15,0-1 0 0,0 1 9 0,0 0-9 16,0 0 0-16,0 0 0 0,0 0 0 0,0 3 0 16,0-3 0-16,0 2 0 0,0-2 0 0,0 0 0 15,0 0 8-15,0 0-8 0,0 0 0 0,-3 3 0 16,3-1 10-16,0 1-10 0,0-3 10 0,0 2-10 16,0 3 8-16,-3-2-8 0,3 2 0 0,-3 0 0 15,3 1 0-15,0-1 8 0,-3 0-8 0,3-2 0 16,-3 2 8-16,3-2-8 0,0 2 11 0,0-3-11 15,0 4 0-15,0-6 0 0,0 2 0 0,0 1-12 16,0-3 12-16,0 0 0 0,0 0 0 0,0-3 0 0,0 0 0 16,3 0 0-16,-3-5 0 0,0 0 0 15,3 6 0-15,-3-6 0 0,0 0 0 0,0 0 0 32,0 0-27-32,0 0-2 0,3 0-1 0,3-3 0 0,-1-2-117 0,1-1-23 0,0-1-5 0,3-4-609 15,-3 0-121-15</inkml:trace>
  <inkml:trace contextRef="#ctx0" brushRef="#br0" timeOffset="50677.266">9980 8758 1062 0,'0'0'23'0,"0"0"5"0,0 0 0 0,0 0 3 0,0 0-31 0,0 0 0 0,0 0 0 0,0 0 0 16,0 0 96-16,0 0 12 0,0 0 4 0,0 0 0 16,0 0-13-16,0 0-3 0,0 0 0 0,0 0 0 15,0 0-19-15,-6 3-4 0,6-3-1 0,-3 5 0 16,3-5-9-16,-6 5-3 0,3 1 0 0,-3-4 0 15,3 4-4-15,0-1-2 0,3-5 0 0,0 8 0 16,0-8-8-16,-3 5-2 0,3 1 0 0,-3-1 0 16,3-5-8-16,0 5-3 0,0 3 0 0,3-3 0 15,-3 1-4-15,0-1-1 0,3-2 0 0,-3 5 0 16,0-3-5-16,3 0-2 0,-3 3 0 0,0-3 0 16,3 1-5-16,-3-1 0 0,0 3-1 0,3-3 0 15,-3 3 15-15,0 0 3 0,0 3 1 0,3-3 0 16,-3 2-34-16,0-2 0 0,0 3 0 0,0-1 0 0,0 1 0 0,3-1-16 15,-3 4 2-15,0-1 0 0,3 0 14 0,0 3 0 16,-3 0 0-16,0 0 0 0,3 0 0 0,0 2 0 16,0-2 0-16,-3 3 0 0,3-4 0 0,0 1 0 15,-3 0 0-15,0 0 0 0,3-3 0 0,-3 0 0 16,3 1 0-16,-3-1 0 0,0-2 0 0,0 2 0 0,0 0 0 16,0 0 0-16,0-2 0 0,0-1 0 0,0 4 0 0,0-4 0 15,0 1 0-15,0-1 0 0,0 1 0 0,0 0 0 16,0-1 0-16,0 1 0 0,0 2 0 0,3-2 0 15,-3 2 0-15,0-3 0 0,3 4 0 0,-3-1 0 16,0-3 0-16,3 1 0 0,-3 0 0 0,0-1 0 16,3-2 0-16,-3 3 0 0,3-1 0 0,-3-2 0 15,3-3 0-15,-3 3 0 16,0 0 8-16,3 0-8 0,-3-5 0 0,3 2 0 0,-3 0 8 16,0 1-8-16,0-6 0 0,0 5 0 0,0-5 0 0,0 0 0 15,0 0 0-15,0 0 0 0,0 0 0 0,0 0 0 16,3 5 0-16,-3-5 0 0,0 0 0 0,0 0 0 15,0 0-30-15,0 0-6 0,0 0-2 16,0 0 0-16,3-2-137 0,0-4-27 0,3 1-6 16</inkml:trace>
  <inkml:trace contextRef="#ctx0" brushRef="#br0" timeOffset="53883.948">24408 4982 1339 0,'0'0'29'0,"0"0"7"0,0 0 0 0,0 0 2 0,-3-5-30 0,3 5-8 0,-3-5 0 0,0 0 0 16,3 5 109-16,-6-3 21 0,3 0 4 0,-3 1 1 16,6 2-37-16,-6-3-7 15,0 3-2-15,0 0 0 0,0 0-26 0,0 0-6 0,0 3-1 0,0-1 0 16,0 4-19-16,0-4-4 0,0 6-1 0,0 0 0 16,0 3-10-16,0-3-2 0,0 5-1 0,1-3 0 15,-1 4-8-15,3 2-2 0,0-3 0 0,0 3 0 16,0-1-9-16,3 1 0 0,0-5 0 0,3 5 0 15,-3-6 0-15,3 4 0 0,0-4 0 0,0 3 0 16,3-7 0-16,-4 4 0 0,7-2 0 0,-3 0 0 16,3 0 0-16,3-3 0 0,-3 1 0 0,3-4 0 15,0 1 0-15,3 0 0 0,0-3 0 0,0 0 0 16,2 0 0-16,-2 0 8 0,3-3 2 0,0 3 0 16,0-3 10-16,0 1 3 0,-3-4 0 0,0 1 0 15,-1 0 0-15,-2-3 0 0,0 3 0 0,0-3 0 16,-3 0 8-16,0 2 1 0,-3-4 1 0,0-1 0 15,0 1-1-15,-3-4 0 0,0 4 0 0,-3-6 0 0,0 3-6 16,0-3-2-16,0-3 0 0,-3 4 0 0,0-4-12 16,-3 3-2-16,0-2-1 0,-3 2 0 15,0 0-9-15,-3 3 10 0,0-1-10 0,-3 1 10 16,1 5-10-16,-1-2 0 0,-3-1 0 0,0 3 0 0,-3 0-8 0,3 6-8 16,-3-4 0-16,4 4-1 15,-1 2-30-15,0 0-5 0,0 0-2 0,0 2 0 16,3 4-171-16,-3-4-35 0,-23 1-6 0,14 5-2 0</inkml:trace>
  <inkml:trace contextRef="#ctx0" brushRef="#br0" timeOffset="54756.571">18710 4900 1728 0,'0'0'38'16,"0"0"8"-16,0 0 2 0,0 0 0 0,0 0-39 0,0 0-9 0,0 0 0 0,0 0 0 0,-3-2 104 0,3 2 20 15,0 0 3-15,0 0 1 0,-6 0-52 0,6 0-9 16,0 0-3-16,0 0 0 0,0 0 0 0,0 0 0 16,-5 2 0-16,5-2 0 0,0 0-51 0,-3 6-13 15,0 2 0-15,3 0 0 0,-3-1 54 0,3 7 8 16,0-4 2-16,-3 4 0 0,3 1-52 0,0 4-12 15,0-1 0-15,0 4 0 0,0-1 0 16,0-3 0-16,0 1 0 0,0-1 0 0,0 1 0 0,0-1 0 16,0-4 0-16,0-1 0 0,0 3 0 0,0-3 0 15,0 0 0-15,0 0 0 0,0-2 0 0,0 0 0 0,0-1 0 16,0-2 0-16,0 3 0 0,0-3 0 0,0 0 0 16,0 0 0-16,3-3 0 0,-3 3 0 0,3-3 0 0,-3 0 0 31,3-2-48-31,2 0-13 0,-2-1-3 0,3 1-751 0,3-3-150 0</inkml:trace>
  <inkml:trace contextRef="#ctx0" brushRef="#br0" timeOffset="55189.408">19446 4900 1886 0,'0'0'41'0,"0"0"9"0,0 0 2 0,0 0 1 0,0 0-42 0,0 0-11 15,0 0 0-15,0 0 0 0,0 0 104 0,0 0 20 16,0 0 3-16,0 0 1 0,0 0-43 0,0 0-8 15,0 0-1-15,0 0-1 0,0 0-2 0,0 0 0 16,0 0 0-16,-3 6 0 0,3-1-44 0,-3 3-9 16,0 0-1-16,3 0-1 0,-3 5 2 0,0-2 0 15,3 7 0-15,0-7 0 0,-3 5 4 0,3 2 2 16,0-2 0-16,-3 3 0 0,3-1-26 0,0 1 0 16,0-1 0-16,3 1 0 0,-3-4 0 0,0 1 0 0,3-2 0 15,-3 1 0-15,3-1 0 0,-3-1 0 0,3-3 0 16,0 4 0-16,-3-4 0 0,3 1 0 0,0-3 0 0,-3 0 0 15,3 0 0-15,0 0 0 0,0-3 0 0,0 0 0 16,0 1-9-16,-1-1-7 0,1-3-2 16,-3-2 0-1,6 3-98-15,0 0-19 0,0-1-4 0,3-2-679 0,0-2-136 0</inkml:trace>
  <inkml:trace contextRef="#ctx0" brushRef="#br0" timeOffset="55829.055">20621 4900 1728 0,'0'0'38'0,"0"0"8"0,0 0 2 0,0 0 0 0,0 0-39 0,0 0-9 0,0-5 0 0,0 5 0 16,0 0 129-16,0 0 24 0,0 0 5 0,0 0 1 15,0 0-64-15,0 0-13 0,0 0-2 0,0 0-1 16,0 0-26-16,0 0-5 0,0 0 0 0,0 5-1 16,-3 6-11-16,3-6-3 0,-3 6 0 0,3 2 0 15,-3 0-12-15,3 1-2 0,0 1-1 0,-3 1 0 16,3 3-5-16,0-3-1 0,-3 2 0 0,3 1 0 0,0-3-4 16,0 2 0-16,3-2-8 0,-3 0 12 0,0-3-12 15,0 3 9-15,0-5-9 0,0 4 8 0,0-4-8 0,0 0 8 16,0-1-8-16,3-2 8 0,-3 3-8 0,0-3 0 15,0 0 0-15,3-3 0 0,-3-5 21 0,0 5-1 16,3 0 0-16,-3-5 0 16,0 0-67-16,3 3-13 0,0 0-4 0,-3-3 0 15,6 2-102-15,0-2-21 0,0-2-4 16,-3-1-897-16</inkml:trace>
  <inkml:trace contextRef="#ctx0" brushRef="#br0" timeOffset="56370.971">21485 4892 1552 0,'0'0'44'0,"0"0"10"0,0 0-43 0,0 0-11 0,0 0 0 0,0 0 0 0,0 0 133 0,0 0 25 16,0 0 5-16,0 0 1 15,0 0-50-15,0 0-10 0,0 0-1 0,0 0-1 0,0 0-33 0,3 3-6 16,3 0-2-16,-3 2 0 0,-3 3-15 0,0-3-3 16,2 3-1-16,-2 0 0 0,0 5-12 0,0 1-2 15,0-1-1-15,0 3 0 0,0 0-11 0,0 2-1 0,-2-2-1 0,2 3 0 16,0-4-5-16,0 4-1 0,0-3 0 0,0-3 0 15,0 3 0-15,0-3-8 0,0-2 12 0,0 2-4 16,0-2-8-16,0-1 0 0,0-2 9 0,0 0-9 16,2 0 0-16,-2 0 0 0,0 0 0 0,0 0 8 15,3 0 8-15,-3 0 3 0,3-6 0 0,0 4 0 16,-3-6-19-16,3 5 0 0,0-3 0 0,-3-2 0 16,3 6-48-16,0-4-12 15,3 1-4-15,0 0 0 0,-3-3 0 16,3 0 0-16,0 0 0 0,0 0-751 0,0 0-150 0</inkml:trace>
  <inkml:trace contextRef="#ctx0" brushRef="#br0" timeOffset="56944.462">22503 4900 1728 0,'0'0'38'0,"0"0"8"0,0 0 2 0,0 0 0 0,0 0-39 0,0 0-9 0,0 0 0 0,0 0 0 16,0 0 104-16,0 0 20 0,0 0 3 0,0 0 1 15,0 0 0-15,0 0 0 0,0 0 0 0,0 0 0 16,3 6-103-16,0-1-25 0,0 0 0 0,0 3 0 16,-3 0 56-16,2 0 7 0,1 3 1 0,0-1 0 15,-3 1-40-15,0 5-7 0,3-3-1 0,-3 3-1 16,0 0 2-16,0 2 1 0,0-2 0 0,0 3 0 16,0-4-3-16,0 1-1 0,0 0 0 0,0-3 0 0,-3 3 2 15,3-2 1-15,0 1 0 0,-3-4 0 16,3 0-17-16,-3 2-14 0,3-5 2 0,0 2 1 0,0 4 11 15,0-9 0-15,0 3 0 0,0 0 0 0,0 0 0 0,0 0 0 16,0-3 0-16,0 0 0 16,0 1-47-16,3-1-4 0,-3-5-1 0,0 5 0 15,0-5-9-15,6 5-3 0,-3-5 0 0,3 3-751 16,0-3-150-16</inkml:trace>
  <inkml:trace contextRef="#ctx0" brushRef="#br0" timeOffset="57441.724">23407 4914 1580 0,'0'0'35'0,"0"0"7"0,0 0 2 0,0 0 0 15,0 0-36-15,0 0-8 0,0 0 0 0,0 0 0 0,0 0 128 0,0 0 24 16,-5 0 5-16,5 0 1 0,0 0-50 0,0 0-9 15,0 0-3-15,0 0 0 0,0 0-24 0,0 0-4 16,0 0-2-16,0 0 0 0,0 0-18 0,0 0-3 16,0 0-1-16,0 5 0 0,0 0-5 0,0 3-2 15,0 3 0-15,0-3 0 0,0 2-13 0,-3 6-4 16,3-5 0-16,0 5 0 0,0-3-7 0,0 3-1 16,0 2-1-16,0-2 0 0,0 0-2 0,-3 2 0 15,3 1 0-15,0-3 0 0,0 2-9 0,-3-4 10 16,3 2-10-16,0-3 10 0,0 0-10 0,-3 0 0 15,3-2 0-15,0 2 0 0,-3-2 0 0,3-3 0 0,0 2 8 16,-3-2-8-16,0 3-12 0,3-9-5 0,0 6-1 16,-3-2 0-1,3-1-108-15,0 0-22 0,3 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38:56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18573 3575 989 0,'0'0'28'0,"0"0"6"0,0 0-34 0,0 0 0 16,0 0 0-16,0 0 0 0,0 8 25 0,0 0-1 16,0 5-1-16,0 0 0 0,0 6 33 0,-3-4 6 15,3 4 2-15,0-3 0 0,0 5-46 0,0-2-9 16,0-1-1-16,3 3-8 0,-3-2 14 0,3-3-4 0,0 2-1 16,0-7 0-16,0 2 13 0,3 0 2 0,-3-5 1 0,3 0 0 15,-3-3 50-15,3-2 9 0,0 2 3 16,3-10 0-16,-3 2 33 0,0 1 6 0,3-6 2 0,0 0 0 15,0-3-53-15,0-2-11 0,3-3-1 16,0 0-1-16,-1 3-18 0,4-8-3 0,0 5-1 0,0 0 0 16,0 3-27-16,0-3-5 0,3-2-8 15,-3 2 11-15,2-3 7 0,1 1 2 0,0-1 0 16,3 1 0-16,-3 2-20 0,-3 0 0 0,0-3 0 0,0 3 0 16,-1-2 0-16,1 5 0 0,0-6 0 0,3 9 0 15,-3-9-48-15,0 8-12 16,3-2-4-16,-3 3 0 0,2 2-141 0,4 2-29 15</inkml:trace>
  <inkml:trace contextRef="#ctx0" brushRef="#br0" timeOffset="599.86">19508 3628 1497 0,'0'0'32'0,"0"0"8"0,0 0 0 0,0 0 4 0,0-6-36 0,0 6-8 0,0-5 0 0,0 5 0 15,0 0 53-15,0 0 9 0,0 0 2 0,0 0 0 16,0 0-40-16,0 0-8 0,0 0-2 0,0 0 0 16,3 8 8-16,0 0 2 0,0 0 0 0,-3 2 0 15,3 1-6-15,-3 5-1 0,3-5 0 0,0 7 0 16,0-2-17-16,0 0 10 0,0 0-10 0,3 2 8 16,0-2-8-16,0-3 0 0,3 3 0 0,-3-5 0 0,3-3 0 15,0-3 0-15,2 3 0 0,-2-3 0 0,0-5 17 0,3 0 8 16,0-8 2-16,0 3 0 0,3-3 9 0,0 0 3 15,0-5 0-15,0 0 0 0,-1 2-14 0,4-7-2 16,0-1-1-16,0 3 0 0,0-2-31 0,3-1-7 16,0 1 0-16,2-1-1 0,1 1 30 15,0-1 7-15,3 0 0 0,3-2 1 0,-4 3-21 0,4-3 0 16,3-3 0-16,-3 3 0 16,-4-3-17-16,-2 3-2 0,0 0 0 0,3 2 0 15,-6 0-36-15,2 4-7 0,-2 1-2 0,3-2 0 0</inkml:trace>
  <inkml:trace contextRef="#ctx0" brushRef="#br0" timeOffset="1139.284">20604 3636 1170 0,'0'0'25'0,"0"0"6"0,0 0 1 0,0 0 1 0,0 0-33 0,0 8 0 16,0-3 0-16,0 3 0 0,0 5 51 0,0-5 3 15,0 5 1-15,0 3 0 0,0 0-18 0,0 0-3 0,0 2-1 0,-3 1 0 16,3-1-25-16,0 1-8 0,0-1 0 0,0 1 0 15,0-3 0-15,3-3 0 0,-3 0 0 0,2-2 0 16,-2-3 8-16,3 2-8 0,0-7 0 0,-3 2 0 16,0-5 55-16,0 0 7 0,6 3 2 0,0-3 0 15,0-3 0-15,0 3 0 0,0-8 0 0,3 3 0 16,3-6 0-16,0 1 0 0,3-1 0 0,0-7 0 16,3-1-64-16,-1 1-18 0,1-1-1 0,3-7 0 15,3 5 4-15,0 2 1 0,0-2 0 0,2-3 0 31,1 3-19-31,3-6-4 0,-3 4-1 0,0-1 0 16,2-3-35-16,-2 6-7 0,3-3-2 0</inkml:trace>
  <inkml:trace contextRef="#ctx0" brushRef="#br0" timeOffset="1769.535">21526 3569 576 0,'0'0'12'0,"-3"8"4"0,0-2 0 0,0 4 0 0,0 1-16 0,0-3 0 0,3 5 0 0,-3 3 0 0,3-6 54 0,-3 4 8 15,3 2 2-15,0-1 0 0,0 4 0 0,3-6 0 16,-3 6 0-16,3-3 0 0,0 2-46 0,0-7-9 15,0 7-1-15,0-7-8 0,3-1 52 0,0 6 4 16,-3-8 1-16,6 0 0 0,-3-5 62 16,0 2 12-16,0 0 2 0,0-2 1 0,3-3-61 0,0 0-12 15,0-3-2-15,3-2-1 0,0 0-6 0,2-3-2 16,1-3 0-16,0-2 0 0,3 0-34 0,0-3-8 16,0 0 0-16,3 0-8 0,-1-2 0 0,1 2 0 0,-3 0 0 15,3-8 0-15,3 6 9 0,-3-1-9 0,2-2 0 16,1 2 9-1,0 1-34-15,0-3-7 0,0 5-2 0,2-5 0 16,-2 5-102-16,-3-3-20 0,6 9-4 0</inkml:trace>
  <inkml:trace contextRef="#ctx0" brushRef="#br0" timeOffset="2323.214">22494 3585 1224 0,'0'0'27'0,"0"0"5"0,0 0 2 0,0 0 0 0,0 0-34 0,6 0 0 0,-3 3 0 16,3 2 0-16,-3 1 31 0,0-1-1 15,-1 3 0-15,1 0 0 0,-3 2 1 0,0 4 0 0,0-4 0 0,-3 6 0 16,3 0-19-16,-2 0-3 16,-1 5-1-16,0 0 0 0,3-2-8 0,-3 2 0 0,0 0 0 15,3 0 8-15,0-5-8 0,3 0 0 0,-3 0 0 0,3 2 0 16,0-10 13-16,0 3 1 0,-1-1 0 0,4-2 0 16,-3-2 42-16,3 2 9 0,0-3 2 0,0-3 0 15,3 1-7-15,0 2-2 0,-3-5 0 0,3 0 0 16,0 0-14-16,0 0-2 0,3-5-1 0,0 0 0 15,0 2-19-15,-1-2-4 0,4 0-1 0,0-1 0 16,3-2-17-16,3-2 0 0,0-3 0 0,0-1 0 16,2-2 0-16,1 3 0 0,3-8 0 0,0 5 0 15,0-8 0-15,2 6 0 0,-2-3-8 0,0 2 8 16,-3 1-56-16,3-1-4 16,-1 1-2-16,-2-1-544 0,3 6-109 0</inkml:trace>
  <inkml:trace contextRef="#ctx0" brushRef="#br0" timeOffset="2957.397">23440 3569 1130 0,'0'0'32'0,"0"0"8"0,0 0-32 0,0 0-8 0,0 6 0 0,3 2 0 0,-3-8 66 0,3 2 12 15,0 4 2-15,-3 2 1 0,3-3-39 0,0 3-8 16,-3-3-2-16,3 0 0 0,-3 3 26 0,0 3 5 16,0-3 1-16,0 0 0 15,0 0-52-15,0 5-12 0,0-5 0 0,0 2 0 0,3 4 0 0,-3-1 8 16,3-5-8-16,-3 5 0 0,3-5 0 0,0 3 0 16,0-3 0-16,0 2 0 0,0-7 8 0,3 2 4 15,0-2 2-15,0-3 0 0,0 0 28 0,3 0 6 16,0-3 0-16,0-5 1 0,2 0-2 0,4 0-1 15,0-2 0-15,0 2 0 0,3-5-22 0,0 2-4 0,3 3 0 16,-1-5-1-16,1 0-19 0,3 2 0 0,-3-2 0 16,0-1 0-16,0 4 0 0,-1-3 0 0,-2-3 0 15,0 3 0-15,0-3 0 0,3 0-11 16,-3 0 2-16,3 3 0 16,-1-6-38-16,1 3-7 0,0-2-2 0,0-1-549 0,0 3-111 0</inkml:trace>
  <inkml:trace contextRef="#ctx0" brushRef="#br0" timeOffset="3774.553">24479 3588 1162 0,'0'0'25'0,"0"0"6"0,0 0 34 0,0 0-65 0,0 0 0 16,0 0 0-16,0 0 0 0,0 0 72 0,0 0 8 15,0 0 2-15,0 0 0 0,0 0-30 0,0 0-7 16,0 0-1-16,-6 5 0 0,0 1-20 0,3-1-5 16,3 3-1-16,-3-3 0 0,3 3-10 0,-3 0-8 15,3 0 12-15,0 2-12 0,0-2 8 0,0 3-8 16,0 0 0-16,3-1 0 0,0 6 0 0,0-8 0 15,0 3 0-15,0-1 0 0,0-2 11 0,3 3-11 16,-3-3 10-16,3-3-10 0,0 3 0 0,0-3 0 16,3-2 0-16,0 2 0 0,0-5 57 0,0 0 6 15,0-5 1-15,2 2 0 0,1-2 0 0,0 0 0 16,0-1 0-16,3-2 0 0,0-2-52 0,0 2-12 0,-1444-5 0 16,2894 2 0-16,-1448-2 0 0,1 2 0 0,3 1 0 0,0-1 0 15,0 0-8-15,3 1 8 0,-4-3 0 0,4-1 0 16,-1447 4-14-16,2894-3 4 0,-1447-1 1 0,-4 4 0 31,1-6-26-31,-3 3-5 0,0-1 0 0,-3 4-1 16,0-1-39-16,0 1-8 0,-3 2-2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40:56.0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6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3-09T22:42:32.233"/>
    </inkml:context>
  </inkml:definitions>
  <inkml:trace contextRef="#ctx0" brushRef="#br0">7655 3088 1552 0,'0'0'44'0,"-6"0"10"0,0 3-43 0,3-1-11 0,-6 1 0 0,4 2 0 16,-1-2 83-16,-3 2 14 0,3 3 3 0,0 0 1 16,3 0-59-16,-3 5-12 0,0-2-2 0,0 2-1 15,-3 3 17-15,3 0 4 0,3 2 1 0,-3-2 0 16,3 5-27-16,-3-5-6 0,3 5 0 0,0 3-1 15,0 0-15-15,-3 2 0 0,3-2 0 0,0 0 0 16,0 2 0-16,0-4 0 0,0-4 0 0,0 1 0 16,0-6 11-16,0 3-1 0,0-6 0 0,0 1 0 15,1-3-10-15,-1 0-14 0,0 0 3 0,0-6 1 16,3-2 43-16,0 0 9 0,0 0 2 0,-6-2 0 16,3 2-20-16,0-8-3 0,0-3-1 0,3 1 0 15,0-4-20-15,0-1 0 0,0-1-12 0,3-8 4 16,0 3 8-16,0 0 0 0,3-9 10 0,0 7-10 15,-1-4 19-15,4 3-3 0,0-2 0 0,0 2 0 16,3-5 7-16,0 5 1 0,0-2 0 0,3-1 0 16,-3-2 1-16,3 0 1 0,0 3 0 0,-4-4 0 0,1 4-26 15,-3 5 0-15,3-3 0 0,0 3 0 0,0 2 56 0,-3 3 7 16,3 1 1-16,0 7 0 0,-3-6-52 16,3 6-12-16,0 3 0 0,-4 2 0 0,1-2 0 0,0 3 0 15,0 4 0-15,0 3 0 16,0-2 0-16,0 8 0 0,-3 5 0 0,0-3 0 0,3 11 0 0,-3-3 0 15,0 5 0-15,-3 3 0 0,3 0 0 0,-3 1 0 0,0-4 0 16,0 1 0-16,0-1 0 0,-3 3 0 0,0-5 0 16,0 10 0-16,-3-5 0 0,0 6 0 0,3 4 0 15,-3-1 0-15,0-1 22 0,-3-6 2 0,3 4 0 0,-3-9 0 16,3 3-39-16,-3-2-7 0,0-3-2 0,0-3 0 16,0 0 24-16,0 0 0 0,0 3 0 0,0-8 0 31,3 5-107-31,-3-5-17 0,0-3-3 0,0 0-1 15,3 3-102-15,0-8-21 0,-3-3-4 0,3 1-564 0</inkml:trace>
  <inkml:trace contextRef="#ctx0" brushRef="#br0" timeOffset="238.165">7626 3355 1695 0,'0'0'37'0,"-6"-3"8"15,6 3 2-15,0 0 1 0,-3 0-39 0,3 0-9 0,0 0 0 0,3-7 0 0,0 4 112 0,0-2 20 16,2 5 4-16,1-3 0 0,0 3-57 0,0-3-12 16,3 3-3-16,-3-5 0 0,0 5-6 0,3-3-2 15,-3 3 0-15,3 0 0 0,0-5-38 0,0 0-8 16,0 2-2-16,3 0 0 0,3 1-8 0,-1-1 0 16,4-2 0-16,3 2 0 15,0-2-80-15,6 2-17 16,3-5-4-16,-1 3-975 0</inkml:trace>
  <inkml:trace contextRef="#ctx0" brushRef="#br0" timeOffset="1019.734">7545 4787 1825 0,'0'0'40'0,"0"0"8"0,0 0 1 0,0 0 3 0,0 0-41 0,0 0-11 0,0 0 0 0,0 0 0 15,-6 5 91-15,3 3 16 0,-3-8 3 0,3 5 1 16,0 3-38-16,-3 0-7 0,3 0-2 0,0 3 0 16,-3-1-28-16,3 3-7 0,0 1-1 0,-2 4 0 0,2 1-15 0,-3 2-3 15,3 5-1-15,-3 3 0 0,3 0-9 0,0 3 0 16,-3 0 9-16,3 2-9 0,0-7 0 0,-3-1 8 16,3 1-8-16,-3-1 0 15,3 1 0-15,-3-1 0 0,0 1 0 0,3 2 8 16,-3 0-8-16,0 0 0 0,3 0-8 0,-3 0 8 15,3-2-44-15,-3-4-4 0,3-1-1 0,-3-1 0 16,3-3-115-16,-3-2-22 0,3-5-5 0</inkml:trace>
  <inkml:trace contextRef="#ctx0" brushRef="#br0" timeOffset="1649.054">7423 5184 1728 0,'-3'-14'38'0,"0"-2"8"0,3-5 2 0,-3-3 0 0,3 1-39 0,0-4-9 0,3 3 0 0,-3 3 0 16,3-5 102-16,0 5 18 0,0 2 4 0,3 3 1 16,0 0-39-16,3 3-8 0,0-3-2 0,3 6 0 15,0-4-17-15,0 4-4 0,2-1-1 0,1 6 0 16,3-8-12-16,-3 5-2 0,3 0-1 0,0 2 0 16,-3-1-11-16,-3 1-1 0,2 1-1 0,-2 2 0 15,0-2-26-15,-3 5 0 0,0-3 0 0,3 3 0 16,-3 0 0-16,3 3 0 0,-3-3 0 0,0 5 0 15,0-2 0-15,0 2 0 0,-3 6 0 0,2-6 0 16,-2 3 0-16,0 0 0 0,-3 0 0 0,0 3 0 16,-3-4 0-16,0 4 0 0,-3 0 0 0,0-1 0 15,-3 3 0-15,0-2-12 0,1 2 0 0,-4 0 1 0,3-2-4 16,-3 2-1-16,3 3 0 0,-3-3 0 16,0-2 16-16,0 2 0 0,0-2 0 0,3-1 0 15,-3-2-32-15,3 3-4 0,0-3-1 0,3 0 0 16,-3-3 37-16,6 0 0 0,-3 3 0 0,3-8 0 0,0 3 0 0,3 0 0 15,0-1 0-15,3-2 0 0,-3 3 0 0,3-6 0 16,3 1 0-16,0 2 0 0,0-3 0 0,3 0 0 16,0 3 0-16,0-5 0 0,0 2 0 0,2 3 0 0,-2-2 0 15,6 2 0-15,-3 0 20 0,-3 2 11 0,3-2 2 0,0 8 1 16,0-5-22-16,-3 0-4 0,-1 5 0 0,1-3-8 16,-6 3 13-16,3 2-4 0,-3 1-1 0,-3 0 0 15,0-1 6 1,0 3 1-16,-3 1 0 0,-3 1 0 0,0-4-15 0,0 5 0 0,-6 0 0 0,0 0 0 15,0 0 8-15,-2-1-8 0,-1 1 11 0,-3 0-11 16,3 5 0-16,-3-2 0 0,-3 5 0 0,3-1-12 16,-3-1 25-16,3-1 6 0,1 0 1 0,-1 0 0 15,0 0-4-15,3-5 0 0,-3 3 0 0,0-3 0 16,-3-3 3-16,-3 0 0 0,4-2 0 0,-4-1 0 16,0 1-3-16,0-3-1 0,0 0 0 0,0-3 0 15,1-2-7-15,2 2-8 0,0-2 11 0,3-3-11 16,3 2 0-16,0-4 0 0,3 2 0 0,0-3 0 15,3 0 0-15,0-2-14 0,3 0 2 0,0-3 1 16,0 2-42-16,3-4-9 0,0-1-2 0,3 1-819 16,0-1-164-16</inkml:trace>
  <inkml:trace contextRef="#ctx0" brushRef="#br0" timeOffset="4462.66">11456 4877 1728 0,'0'0'38'0,"0"0"8"0,0 0 2 0,0 0 0 0,0 0-39 0,0 0-9 16,0 0 0-16,0 0 0 0,0 0 104 0,0 0 18 16,0 0 4-16,-6 2 1 0,6-2-50 0,-3 6-9 15,0-4-3-15,1 6 0 0,2-3-52 0,-3 6-13 0,3 0 0 0,0-1 0 16,-3 6 54-16,3 0 8 0,0 2 2 0,-3 4 0 15,3-1-52-15,-3 0-12 0,3 0 0 0,0 3 0 16,-3-6-16-16,3 1-5 0,0-1-2 16,-3 1 0-16,0-6 23 0,0 3 0 0,0-3 0 0,0 1 0 15,0-4 14-15,0 1 7 0,0-3 2 0,0 0 0 16,0-3-23-16,3-5 0 0,0 0 0 0,0 0 0 16,0 0 0-16,0 0-8 0,-3-3 0 0,-3-5 0 15,3-2 8-15,3 2 0 0,0-3 10 0,0-2-10 16,0 0 8-16,3-3-8 0,0 0 0 0,0-3 0 15,3-2 0-15,0-3 0 0,0 3 0 0,3-5 0 16,-3-3 0-16,6 2 8 0,-1 6-8 0,1-8 0 16,0 5 14-16,3 0 0 0,0-2 0 0,-3 2 0 15,3 3 4-15,0 2 1 0,0-2 0 0,-1 3 0 16,1 2 9-16,0 0 3 0,0 3 0 0,0 2 0 16,-3 1-17-16,-3 4-3 0,0 4-1 0,0-4 0 15,0 12 4-15,-3-4 1 0,0 4 0 0,2 4 0 16,-2 3-32-16,0 1-7 0,-3-1 0 0,3 8-1 0,-3-2 54 15,0 4 11-15,-3-1 3 0,3 1 0 0,-3 1-34 0,3 5-9 16,-3 0 0-16,0 3 0 0,0 0 0 16,0 0 0-16,0-1 0 0,0-2 8 0,0 1-8 15,0 1 0-15,-3-2-11 0,3 1 11 16,-3-4-28-16,0 3 0 0,0-5 0 0,0 2 0 16,0-2-21-16,0 0-4 0,0 0-1 0,0-6 0 15,0 1-82-15,0-3-17 0,0-3-3 0,1 0-559 16,-1-5-111-16</inkml:trace>
  <inkml:trace contextRef="#ctx0" brushRef="#br0" timeOffset="4715.637">11522 5154 1578 0,'-12'-13'44'0,"6"8"12"0,-3-6-45 0,3 3-11 0,-3-2 0 0,3 2 0 15,3 0 120-15,-3 0 21 0,3 5 5 0,3-5 1 16,-3 3-36-16,3 5-7 0,3-5-2 0,0 2 0 15,3 1-38-15,3-1-7 0,0 0-1 0,0 3-1 16,3 0-37-16,0-5-7 0,3 5-2 0,0 0 0 16,0 0 44-16,2 5 9 0,4-5 2 0,-3 0 0 15,0 0-52-15,0 0-12 0,0 0 0 0,3 0 0 16,-1 0 0-16,4-5 0 0,0 5 0 0,3-3 0 31,3 1-160-31,2-4-34 0,1 4-7 0</inkml:trace>
  <inkml:trace contextRef="#ctx0" brushRef="#br0" timeOffset="5746.324">13522 4847 1580 0,'0'0'35'0,"0"0"7"0,0 0 2 15,0 0 0-15,0 0-36 0,0 0-8 0,0 0 0 0,0 0 0 0,0 0 104 0,0 0 18 16,0 6 4-16,0-1 1 0,3 0-39 0,-3 1-8 16,3 2-2-16,-3 0 0 0,3 2-30 0,-3 1-7 15,0 2-1-15,3 3 0 0,-3 2-20 0,0 6-5 16,0-5-1-16,0 2 0 0,-3 3-14 0,3-1 11 16,0-1-11-16,0 1 10 0,0-4-10 15,-3-1 0-15,3 4 0 0,0-4 0 16,0 1 10-16,0-3-10 0,0-1 12 0,0-1-12 0,0 2 28 0,0-3-2 15,0-3 0-15,0 1 0 0,0-3-26 0,0 0 0 16,0 0 0-16,0-3 0 0,0-5 56 0,0 0 7 0,3 5 1 16,-3-5 0-16,0 0-52 0,0 0-12 0,3-5 0 0,0 0 0 15,0-3 0-15,0 0 0 0,0-3 0 0,0 1 0 16,0-1 0-16,0-5 0 0,0 3 0 0,-3-6 0 16,3 1 0-16,3-1 0 0,-3 1 0 0,0-6 0 15,3-2 0-15,-3 2 0 0,3-5 0 0,-3 0 0 16,3 5 54-16,0-3 8 0,2 4 2 0,-2 1 0 15,3 1-52-15,0 3-12 0,3-1 0 0,0 6 0 16,-3-6-12-16,3 4-6 0,0 1-1 0,0 4 0 16,3 2 19-16,-3 0 0 0,-1 0 0 0,1 5 9 15,0 1 5-15,3-1 1 0,-3 6 0 0,3-1 0 16,-3 1-15-16,0 5 0 0,0-3 0 0,0 3 0 16,-4 0 0-16,1 0-8 0,0 3 8 0,-3-1-13 15,0 3 13-15,-3-2 0 0,-3 0 0 0,0 2 0 16,0 0-15-16,-6 0-3 0,3 3-1 0,-6-3 0 15,3 1-16-15,-3-1-3 0,1 3-1 0,-1-3 0 0,-3-3 39 16,3 4 0-16,-3-4 0 0,0 1 0 0,3-3 0 16,0 0 12-16,0 2 0 0,3-4 0 0,-3-1-12 0,3 0 0 15,6-5 0-15,0 0 8 0,0 0-8 0,0 0 0 16,0 0 0-16,0 0-11 0,0 0 11 0,6-2 0 16,-3-4-9-16,6 4 9 0,0-4 0 0,0 1 8 15,3 0 0-15,3-1 0 0,-3 1 7 16,3 3 1-16,3-1 0 0,-4 0 0 0,4 3 2 0,0 0 1 15,0 0 0-15,-3 3 0 0,0 0-7 0,0 2 0 16,-3 0-1-16,-1 3 0 0,1 0-11 0,-3 0 0 0,0 2 9 16,-3 1-9-16,-3 2 0 0,0-2 0 0,-3 2 0 15,0 0 0-15,-6-2 0 0,0 2 0 0,0 0 0 0,-6 1 0 16,0 1 13-16,-2-1-1 0,-4 2-1 16,-3-3 0-16,-3 3-11 0,0 0 0 0,0-1 0 0,1 4 0 15,-1-3 0-15,-3 5 0 16,3-2-12-16,-3-1 12 15,1-2-30-15,-7 2 2 0,3-2 0 0,-3-2 0 16,1-1-79-16,2-3-15 0,-3-2-3 0,3 0-696 0,1-5-139 0</inkml:trace>
  <inkml:trace contextRef="#ctx0" brushRef="#br0" timeOffset="6536.054">8066 3374 1958 0,'0'0'43'0,"-6"0"9"0,0 2 1 0,0 1 3 0,-3-3-45 0,3 3-11 15,0-1 0-15,0 4 0 0,0-6 104 0,6 0 20 16,0 0 3-16,0 0 1 0,0 0-52 0,0 0-9 0,0 0-3 0,0 0 0 16,3 2-51-16,0 3-13 0,0 3 0 0,3-8 0 15,3 6 42-15,-3-4 6 0,3 1 0 0,0 0 1 16,3-1-27-16,0 4-6 0,0-6 0 0,0 2-1 16,3 4-15-16,-1-6 0 15,4 2 0-15,0 3 0 0,0-5 27 0,0 3 2 16,3-3 1-16,-3 3 0 15,2-3-48-15,1 2-10 0,0-2-1 0,-3 0-1 0,3 0 30 0,-3 0 0 0,-3 0 0 16,2-2 0-16,-2 2 0 0,-3 0 0 0,0-3 0 0,0 3 0 16,-3-3-16-16,0 3 4 0,0-5 0 0,-3 5 0 31,0-2-148-31,0-4-30 0,0 4-6 0,-6 2 0 0</inkml:trace>
  <inkml:trace contextRef="#ctx0" brushRef="#br0" timeOffset="7060.587">8349 3257 1958 0,'0'0'43'0,"0"0"9"0,0 0 1 0,0 0 3 0,0 0-45 0,0 0-11 0,0 0 0 0,0 0 0 15,0 0 53-15,0 0 9 0,-3-5 2 0,3 5 0 16,0 0 0-16,0 0 0 0,0 0 0 0,0 0 0 16,0 0-52-16,3 5-12 0,6-5 0 0,-3 3 0 15,3 2 0-15,0 0 0 0,-1 1 0 0,1 4 0 16,0-7 0-16,3 5 0 0,0 0 0 0,-3 2 0 16,0-2 0-16,-3 3 0 0,3-3 0 0,0 2 0 15,-3-2 0-15,3 3 0 0,-3 0 0 0,0-1 0 16,0 3 0-16,0-7 0 0,-3 4 0 0,-1 4 0 15,1-7 0-15,-3 4 0 0,0 0 0 0,-3-3 0 16,3-3 54-16,-5 5 8 0,2-2 2 0,-3-2 0 16,0 2-77-16,-3-3-15 0,3 3-4 0,-3 0 0 0,0-6 21 15,-3 4 11-15,3 2-12 0,-3-8 12 16,3 2-37-16,0-2-1 0,0 0 0 0,0 0 0 16,3 0-156-16,6 0-31 0</inkml:trace>
  <inkml:trace contextRef="#ctx0" brushRef="#br0" timeOffset="7380.877">8911 3091 1552 0,'0'0'44'0,"0"0"10"0,0 0-43 0,0 0-11 0,0 0 0 0,0 0 0 16,0 0 142-16,0 0 26 0,0 0 6 0,0 0 1 15,0 0-71-15,-3 7-13 0,3 4-3 0,0-3-1 16,0 0-23-16,0-3-5 0,-3 6-1 0,3 2 0 16,0-5-46-16,0 5-12 0,-3-2 0 0,3 2 0 15,0 0 0-15,-3 3 0 0,3-3 0 0,-2 6 0 16,2-3 26-16,-3 2 3 0,3-2 1 0,-3 5 0 16,3-5-30-16,0 5 8 0,-3 1-8 15,3-4 0 1,0 3-22-16,0-5-7 0,-3 3-2 0,3-4 0 0,0-1 31 0,0 2 0 15,0-6 0-15,0 3 0 0,0 1-12 0,0-9 3 0,0 3 1 0,0 0 0 16,3 0-201 0,-3-8-40-16,0 0-8 0,0 0-2 0</inkml:trace>
  <inkml:trace contextRef="#ctx0" brushRef="#br0" timeOffset="7768.279">9039 3429 2095 0,'0'0'46'0,"0"0"10"0,0 0 1 0,0 0 2 0,0 0-47 0,0 0-12 0,0 0 0 0,0 0 0 16,0 0 66-16,0 0 11 0,3-2 3 0,3 2 0 15,0 0-37-15,-3-6-7 0,3 6-2 0,0 0 0 16,0 0-9-16,3 0-1 0,-3 0-1 0,3 0 0 15,0 0-5-15,0 0-1 0,0 0 0 0,0 0 0 16,0-2-17-16,0 2-11 0,2-3 2 0,1 3 0 16,0-3-71-16,0 1-13 0,0 2-3 0,-3-6-971 15</inkml:trace>
  <inkml:trace contextRef="#ctx0" brushRef="#br0" timeOffset="8377.706">9391 3117 1958 0,'0'0'43'0,"0"0"9"0,0 0 1 0,-6-5 3 0,3 2-45 0,3 3-11 0,0 0 0 0,0 0 0 16,0 0 104-16,0 0 20 15,0 0 3-15,0 0 1 0,0 0-52 0,0 0-9 16,0 8-3-16,-3 0 0 0,3-3-51 0,0 6-13 0,0 2 0 15,0-2 0-15,0 2 32 0,0 0 4 0,0 0 1 0,0 3 0 16,0 0-28-16,3 0-9 0,-3 0 0 0,0 2 0 16,3-2 0-16,-3 5 0 0,3-2 0 0,-3-1-12 31,0 1-17-31,3-1-3 0,-3-2-1 0,0 0 0 0,0 0 33 0,0-3 0 0,0 1 0 0,0-4 0 16,0 1 0-16,-3-3 0 0,3 0 0 0,0-6 0 15,0-2 0-15,0 0 0 0,0 0 0 0,0 0 0 16,0 0 0-16,0 0 0 0,0 0 0 0,0 0 0 15,0 0 0-15,0 0 0 0,3-2 0 0,-3-6 0 16,3 0 0-16,0-3 0 0,0 3 0 0,0-2 0 16,0-1 0-16,2 0 0 0,-2-2 0 0,3 3 0 15,0-4 44-15,3 1 16 0,-3 3 4 0,0-1 0 16,3 0-52-16,0 3-12 0,0-2 0 0,0 2 0 16,0 5-11-16,0-2-5 0,-3 2 0 0,3 3-1 15,-3-5 17-15,0 10 8 0,0-5-8 0,-1 3 12 16,1 2-12-16,0-2 9 0,-3 5-9 0,3 2 8 0,0-2-8 0,-3 0 0 15,0 3 0-15,0 2 8 0,0 0-8 0,3 1 0 16,-3 2 0-16,0-3 8 0,-3 3-8 0,0-6 0 16,0 1 0-16,0 5 0 0,-3-8 0 0,0 2 8 15,0 1-8-15,-3-3 8 0,0 0-8 0,0 0 8 16,-3 0-8-16,0-1 8 0,0 1-8 0,1-2 8 0,-4-1-8 16,3 0 8-16,-3 1-8 0,0-1-14 0,0-5 3 15,3 2 1-15,-3 4 10 0,3-6 0 16,-3 0 0-16,3 0 0 0,3-6 0 0,-2 4 0 0,2-3 0 15,0-1 0 1,3 1-53-16,0 0-9 0,6-3-2 0,0 0 0 16,0-5-102-16,6 5-21 0,-1-6-4 0,7 4-794 0</inkml:trace>
  <inkml:trace contextRef="#ctx0" brushRef="#br0" timeOffset="8617.814">9709 3331 1504 0,'0'0'43'0,"0"0"9"0,0 0-42 0,0 0-10 0,0 0 0 0,0 0 0 15,6 0 115-15,-6 0 21 0,3 0 4 0,3 0 0 16,0 0-23-16,-3 3-5 0,3-3 0 0,-6 0-1 16,6 3-38-16,-3-1-7 0,3 1-2 0,-3 2 0 15,0 0-37-15,0-2-8 0,-3-3-2 0,3 8 0 16,0-3 34-16,0 1 6 0,0 2 2 0,-3 0 0 0,3-1-43 16,-3 4-16-16,0-3 11 0,0 3-11 15,0-3 0-15,0 2 0 0,-3 1 0 0,3-1 0 0,-3-2 0 16,3 0 0-16,-3 3 0 0,3-3 0 0,-3 0 0 0,0-3 0 15,0 0 0-15,0 6 0 16,3-11-45-16,0 0-15 0,0 0-4 0,0 0-751 16,0 0-150-16</inkml:trace>
  <inkml:trace contextRef="#ctx0" brushRef="#br0" timeOffset="8835.275">9781 3109 2419 0,'0'0'53'0,"0"0"11"0,0 0 3 0,0 0 1 0,-3-5-55 0,3 5-13 0,0 0 0 0,-3-6 0 16,3 6 54-16,0-5 8 0,0 3 2 0,0 2 0 16,0-3-52-16,3-5-12 0,-3 0 0 0,3 0 0 15,0 3 0-15,3-1 0 0,-1-1 0 0,4 4 0 31,-3-5-123-31,3-3-27 0,0 3-6 0</inkml:trace>
  <inkml:trace contextRef="#ctx0" brushRef="#br0" timeOffset="9096.332">10004 2964 1552 0,'0'0'44'0,"0"0"10"0,0 0-43 0,0 0-11 0,0 0 0 0,0 0 0 15,0 5 146-15,0 3 27 0,0-6 6 0,3 4 1 16,-3-1-68-16,0 6-12 0,0-3-4 0,3 5 0 15,-3 0-32-15,0-2-8 0,0 2 0 0,0 3-1 0,0 0-19 0,-3 2-3 16,3-2-1-16,-3 0 0 0,0 5-13 0,0-5-3 16,3 2-1-16,-3 6 0 0,0-5-6 0,0-1-1 15,0 3 0-15,0 3 0 0,0-3-8 0,0 3 0 16,0 3 0-16,0-4 8 0,3 1-8 0,-3 0 0 16,-3 3 0-16,3-6 0 0,0-5-12 0,-3 5 0 15,3-5-1-15,-3 0 0 16,0-1-83-16,3 1-17 0,-3-3-3 0,0 1-1 15,1-4-79-15,2 1-16 0</inkml:trace>
  <inkml:trace contextRef="#ctx0" brushRef="#br0" timeOffset="9297.966">9867 3464 2293 0,'0'0'50'0,"0"-8"10"0,-3 0 3 0,0 2 2 0,3-7-52 0,0 5-13 0,0-2 0 0,0 4 0 15,3-2 66-15,0 1 10 0,0-1 3 0,3 2 0 16,0 1-47-16,0 2-10 0,3-5-2 0,0 3 0 16,0 2 14-16,-1 3 2 0,4-7 1 0,-3 7 0 15,3-3-8-15,3 3-1 0,-3-3-1 0,3 3 0 16,3-2-73-16,-3 2-14 0,-1 0-4 0,1-3-1152 16</inkml:trace>
  <inkml:trace contextRef="#ctx0" brushRef="#br0" timeOffset="10004.259">8179 5136 1522 0,'0'0'33'0,"0"0"7"0,0 0 2 0,0 0 2 16,0 0-36-16,-3 5-8 0,3-5 0 0,0 0 0 0,0 0 79 0,0 0 13 0,0 0 4 0,0 0 0 15,0 0-24-15,0 0-5 0,0 0-1 0,0 0 0 16,0 5-5-16,3-2-1 0,3 2 0 0,0-2 0 16,0 0-26-16,0-3-6 0,3 2 0 0,3 1-1 15,0 0 29-15,3-3 7 0,-1 0 1 0,1 2 0 16,3-2-36-16,3 3-6 0,-3-3-2 0,3 0 0 16,0 0-4-16,-1 0-2 0,1 0 0 0,-3 0 0 15,0 0-3-15,0 0-1 16,3 0 0-16,-3 0 0 0,2 0-10 0,-2-3 0 0,3 3 0 15,-3-2 0-15,3 2 0 0,-3-3-9 0,-1 0 0 0,-2 1 0 16,0-1-39 0,-3 0-7-16,0-5-1 0,0 6-1 15,-3-3-204-15,0-1-41 0</inkml:trace>
  <inkml:trace contextRef="#ctx0" brushRef="#br0" timeOffset="10335.172">8560 4935 1728 0,'0'0'38'0,"0"0"8"0,0 0 2 0,0 0 0 0,0 0-39 0,0 0-9 16,0 0 0-16,0 0 0 0,0 0 104 0,0 0 20 15,0 0 3-15,0 0 1 0,6 5-52 0,0-2-9 16,0 5-3-16,3-3 0 0,3 0 0 0,-3 3 0 16,3 0 0-16,0 0 0 0,0 3-12 15,-1-1-2-15,1 1-1 0,0-1 0 0,0 4-31 0,0-1-6 16,0-3-2-16,-3 6 0 0,3-5-10 0,-3-1 0 15,0 6 0-15,-3-5 8 0,3 0-8 0,-6 4 0 16,-1-7 0-16,1 6 8 0,-3-4-8 0,0 1 0 0,-3 2 0 16,1 0 8-16,-4-2-8 0,0 2 0 0,-3-2-12 15,-3-1 12-15,0-2-20 0,0 3 3 16,0-1 1-16,-3 1 0 0,0-3-6 0,3 2-1 0,0-2 0 0,-2 0 0 31,2-2-49-31,0-1-9 0,3 0-3 0,0 0 0 16,0-2-95-16,0-3-19 0,-15-5-4 0,24 5-1 0</inkml:trace>
  <inkml:trace contextRef="#ctx0" brushRef="#br0" timeOffset="10846.135">9120 4840 1710 0,'0'0'37'0,"0"0"8"0,0 0 2 0,0 0 1 0,0 0-38 0,0 0-10 0,0 0 0 0,0 0 0 15,0 0 91-15,0 0 16 0,6 0 3 0,-6 0 1 16,3 2-20-16,0 3-4 0,-3 1-1 0,3-1 0 15,-3 6-69-15,0-3-17 0,0 2 0 0,0 3 0 16,0 1 55-16,0 1 7 0,-3 4 2 0,3 2 0 16,0 0-52-16,-3 3-12 0,3 0 0 0,0 2 0 15,-3-2 0-15,3-3 0 0,0 3 0 0,-3-3 0 16,3 1 0-16,0-4 0 0,0 1 0 0,-3 2 0 16,3-5 0-16,0 2 0 0,0-2 0 0,-3 0 0 15,3 0 0-15,-3-3 0 0,3 3 0 0,-3-3 0 16,0 0-23-16,3-2-7 0,0-3-2 15,0 2 0-15,0-2-173 0,3-5-35 0</inkml:trace>
  <inkml:trace contextRef="#ctx0" brushRef="#br0" timeOffset="11144.694">9283 5207 1410 0,'0'0'40'0,"0"0"9"0,0 0-39 0,0 0-10 0,0 0 0 0,0 0 0 16,0 0 116-16,0 0 20 0,0 0 5 0,0 0 1 15,0 0-54-15,0 0-12 0,0 0-1 0,3 0-1 16,3 0-21-16,0 0-4 0,0-2-1 0,0 2 0 15,0 0-17-15,0-3-4 0,0 3-1 0,0 0 0 16,0-3-18-16,3 3-8 0,0 0 8 0,0-2-8 16,3 2 0-16,-3-3 0 0,0 0 0 0,0 3 0 15,2 0-21-15,-2-5-10 0,3 0-1 16</inkml:trace>
  <inkml:trace contextRef="#ctx0" brushRef="#br0" timeOffset="11757.366">9617 4855 1758 0,'-6'-8'50'0,"3"3"10"0,0 0-48 0,0-3-12 0,0 3 0 0,0-1 0 0,0 1 137 0,0 2 25 15,3 3 5-15,-3-5 1 0,3 5-67 0,0 0-13 16,0 0-2-16,0 0-1 0,0 0-34 0,0 0-7 15,0 0-2-15,0 0 0 0,-3 5-20 0,3 3-4 0,0 0-1 0,0 6 0 16,0-4-9-16,0 1-8 0,3 2 9 0,-3 3-9 16,0 0 0-16,3 0 0 0,-3 2 0 0,0 1 0 15,3 2 0-15,-3 3 0 0,3-3 0 0,-3 0 0 16,0-3 0-16,3 4 0 0,-3-1 0 0,0-5 0 16,0 0 0-16,0-1-10 15,0 1 2-15,0-2 0 0,0-1-4 0,0-3-1 0,-3 1 0 16,3-1 0-16,0-2 4 0,0-2 1 0,0 2 0 15,0-8 0-15,0 0 8 0,0 0-10 0,0 0 10 0,0 0-10 16,0 0 10-16,0 0 0 0,0 0 0 0,0 0 0 16,0 0 0-16,0 0 0 0,3-8 0 0,0 2 0 15,0 1 0-15,0-3 0 0,0 3 0 0,0-3 0 16,0 0 0-16,0 3 0 0,3-1 10 0,-3-4-10 16,3 2 17-16,-3 0-2 0,3 0-1 0,0 5 0 15,0-7-1-15,0 5 0 0,-1-1 0 0,1 1 0 16,-3 0 0-16,3 2 0 0,0 3 0 0,0-3 0 0,0 3-2 15,-3 0-1-15,3 3 0 0,0 0 0 16,-3 2-2-16,3 0-8 0,-3 1 12 0,3-1-4 0,-3 0-8 0,0 3 0 16,3 0 0-16,-3 0 8 0,0 0-8 0,0 2 0 15,-3-2 0-15,3 0 8 0,0 3-8 0,-3-3 0 16,0 0 0-16,0 0 0 0,0 0 0 0,-3 2 0 16,0-2 8-16,0 0-8 15,0-3 0-15,0 3 0 0,-3 0 0 0,0-2 0 0,0-1 0 0,0 0 0 16,0 0 0-16,0-2-11 0,-3 2 0 0,3-2 0 0,-3 0 0 15,0-1 0 1,3-2-17-16,-2 0-4 0,-1 0-1 0,3-2 0 16,-3-1-83-16,3 0-16 0,0-2-3 0,3 0-608 15,0 0-121-15</inkml:trace>
  <inkml:trace contextRef="#ctx0" brushRef="#br0" timeOffset="12052.141">9849 5149 1668 0,'0'0'47'0,"0"0"11"0,0 0-46 0,0 0-12 0,3 5 0 0,0-2 0 15,0 0 128-15,0 2 24 0,-3-5 5 0,0 0 1 16,6 3-73-16,0 2-14 0,-3-2-3 0,3 2-1 16,0-2-5-16,-3 4-1 0,3-4 0 0,0 2 0 15,-3 1-21-15,0-1-5 0,0 0-1 0,0 3 0 16,-3-3-13-16,2 3-2 0,1 0-1 0,-3 0 0 0,0 0-10 15,0 0-8-15,0 0 9 0,0 3-9 16,0-3 8-16,0 2-8 0,0-2 0 0,-3 0 0 16,3 3 0-16,0-3 0 0,-2 2 0 0,-1-2 0 0,3 3-14 15,-3-1-6-15,3-2 0 0,-3 3-1 16,3-6-32-16,-3 3-7 0,3-3 0 0,-3 3-1 16,3-2-132-16,0-6-27 0,0 0-4 0,0 0-2 0</inkml:trace>
  <inkml:trace contextRef="#ctx0" brushRef="#br0" timeOffset="12286.439">9837 4879 1958 0,'0'0'43'0,"0"0"9"0,-6 0 1 0,6 0 3 0,0 0-45 0,0 0-11 0,0 0 0 0,0 0 0 16,0 0 104-16,0 0 20 0,0 0 3 0,0 0 1 16,0 0-52-16,0 0-9 0,0 0-3 0,0 0 0 15,0 0-51-15,0 0-13 0,0 0 0 0,0 0 0 32,6-2-26-32,-3-1-8 0,3 3-2 0,0-5-727 0,0-1-145 0</inkml:trace>
  <inkml:trace contextRef="#ctx0" brushRef="#br0" timeOffset="12584.004">10054 4752 1958 0,'0'0'43'0,"0"0"9"0,0 0 1 0,0 0 3 0,0 0-45 0,0 0-11 16,0 0 0-16,0 0 0 0,3 6 104 0,0-1 20 15,0 3 3-15,0-6 1 0,0 6-52 0,0 0-9 16,0 3-3-16,-3-3 0 0,3 2-15 0,0 1-3 15,0 0-1-15,-3-1 0 0,3 3-21 0,0 1-4 16,-3-1 0-16,3 3-1 0,-3 0-19 0,3 2 0 16,-3 1 0-16,0-1 0 0,3 3 0 0,-3 0 0 15,3 1 0-15,-3-1 0 0,0 3 0 0,3-3 0 16,-3-3 0-16,0 3 0 0,3-2 0 0,-3 2 0 0,0-5 0 0,0 5 0 16,0-5 0-16,0 3 0 0,0-1 0 0,0 1 0 15,0-9 0-15,0 6 0 16,3-3 0-16,-3-2 0 15,0 2-150-15,3-2-34 0,-3-3-6 0,3 0-548 0,0-3-110 0</inkml:trace>
  <inkml:trace contextRef="#ctx0" brushRef="#br0" timeOffset="12829.185">10078 5154 1728 0,'0'0'49'0,"0"0"11"0,0 0-48 0,0 0-12 0,0 0 0 0,0 0 0 0,0 0 118 0,0 0 22 16,0 0 4-16,0 0 0 15,3 0-29-15,3-5-7 0,0 2 0 0,0 1-1 0,0 2-69 16,0-3-14-16,3 3-2 0,0 0-1 0,0-2-21 0,0-1 0 16,3 3 0-16,0-5 0 0,-1 2 0 0,4 0 0 15,0-2 0-15,3 2 0 16,-3-7-287-16,24-6-61 0,-1 5-13 0,-29 1-3 0</inkml:trace>
  <inkml:trace contextRef="#ctx0" brushRef="#br0" timeOffset="23499.481">11668 6800 1616 0,'0'0'36'0,"0"0"7"0,0 0 1 0,0 0 1 0,-6-2-36 0,0 2-9 16,0-3 0-16,-3 3 0 0,0 3 78 0,3-3 14 16,-3 2 2-16,3 4 1 0,-3-4-25 0,-3 3-5 15,3 1-1-15,0 2 0 0,1 0-51 0,-1 0-13 0,3 2 0 0,-3 1 0 16,0 2 54-16,3 0 8 0,-3 0 2 0,3 1 0 16,0 2-52-16,3 2-12 0,0 1 0 0,0 2 0 15,3 0 0-15,0 3 0 16,3 0 0-16,3-1 0 0,0-1 0 0,3-1 0 0,0-3 0 0,3 1 0 15,3-6 0-15,0 0 0 0,-1 0 0 0,4-2 0 32,0-3-48-32,3-3-13 0,-6 1-3 0,3-4 0 0,0-2 52 0,-4 0 12 0,4 0 0 0,-3-2 0 15,0-4 48-15,3-2 13 0,-3 0 3 0,3 0 0 16,0-5-52-16,-4 0-12 0,1-3 0 0,0 0 0 16,-3-2 67-16,0-1 10 0,0 1 3 0,-3-1 0 15,-3 1-21-15,0-1-4 0,-3 1-1 0,-3-1 0 16,-3 0-20-16,-3 4-4 0,0-1-1 0,-6 0 0 15,3 0-17-15,-3 3-3 0,-3-3-1 0,0 3 0 16,0-1 11-16,-2 1 1 0,2 3 1 0,0-4 0 16,0 6-21-16,0-2 0 0,0 2 0 0,3 3 0 15,-3-1-47-15,3 4-13 0,-5-1-4 0,2 3 0 16,0 3-51-16,0-1-10 0,0 1-3 0,0 2-648 16,0 3-131-16</inkml:trace>
  <inkml:trace contextRef="#ctx0" brushRef="#br0" timeOffset="24202.995">13480 6888 1728 0,'0'0'38'0,"0"0"8"0,0 0 2 0,0 0 0 0,-5 0-39 0,-1-3-9 16,6 3 0-16,-6 3 0 15,0-3 53-15,-3 2 9 0,3 1 2 0,0-1 0 16,0 1 0-16,0 2 0 0,3 1 0 0,-3 2 0 0,0 0-52 0,3 0-12 15,-3 2 0-15,3 3 0 0,0 3 0 0,3 0 0 16,-3 3 0-16,3 2 0 0,0 0 0 0,0-3 0 16,0 4 0-16,3-1 0 0,0 0 0 0,0-3 0 15,3 1 0-15,0-3 0 0,0 2 0 0,6-2 0 0,-3-2 0 16,0-4 0-16,3 3 0 0,3-5 0 16,2 3 0-16,1-3 0 0,0-3 0 0,0 0 0 0,0 1 0 15,3-1 0-15,0-2 0 0,-1-3 0 16,1-3-9-16,-3 0 9 0,3 1 0 0,-3-4 0 0,0-2 0 15,-1 0 10-15,-2 3 43 0,3-3 9 0,0-2 2 16,-3 2 0-16,3-3 0 0,-3 1 0 0,-3-4 0 0,0 1 0 16,-1-3-52-16,-2 0-12 0,0-2 0 0,-3-3 0 15,-3 2 54-15,0-2 8 0,-3 0 2 16,0 0 0-16,-6 2-52 0,0 1-12 0,0 2 0 0,-3 0 0 16,-3 3 0-16,1-3 0 0,-1 5 0 0,-3 1 0 15,0-1 32-15,0 0 3 0,0 1 1 0,0 2 0 16,-3 3-28-16,1-3-8 0,-1 2 0 0,-6 4 0 15,3-1 0-15,0 0-17 0,-3 3 1 0,1 3 1 16,-1 0-83-16,-3-1-17 0,3 6-3 16,0 0-688-16,3 0-138 0</inkml:trace>
  <inkml:trace contextRef="#ctx0" brushRef="#br0" timeOffset="25023.707">11843 8618 1552 0,'0'0'44'0,"0"0"10"0,-6 0-43 0,0 0-11 15,1 0 0-15,-1 0 0 0,-3 3 104 0,3-3 20 16,-3 2 3-16,0 4 1 0,0-4 0 0,0 4 0 16,3 1 0-16,-3 1 0 0,0 0-75 0,3 3-14 15,-3 0-3-15,3 2-1 0,-3 0-17 0,3 3-3 16,0 0-1-16,-2 0 0 0,2 2-14 0,3 1 0 16,-3-3 0-16,3 5 0 0,0-3 0 0,3 1 0 15,-3 2 0-15,3 0 0 0,0-5 0 0,3 2 0 16,0 1 0-16,0 0 0 0,3-4 0 0,-3 4 0 15,3-1 0-15,2-2 0 0,-2 0-13 0,6-3 4 0,-3 1 1 16,3-4 0-16,0 1 27 0,3-3 5 0,-3-3 2 16,6 0 0-1,0-5-53-15,2 0-10 0,1-2-3 0,0-4 0 0,3-2 32 0,0 1 8 0,0-4 0 0,-1 0 0 16,-2 1-23-16,3-3 0 0,-3-1 0 0,-3 1 0 16,-3 0 59-16,-1 0 11 0,1-3 2 0,-3 0 1 15,0 0-29-15,-3 3-5 0,-3-3-2 0,0-3 0 16,0 3 40-16,-6-2 8 0,3-1 2 0,-6-2 0 15,3 0-52-15,-3-3-12 0,-3 0 0 0,0 3 0 16,0-2 27-16,0 1 2 0,-6 4 1 0,0-1 0 16,-3 3-20-16,1 1-10 0,-4 1 10 0,-3 4-10 15,-3-1 8-15,0 6-8 0,0 0 0 0,1-1 9 16,-4 4-9-16,3 2-17 0,3 0 4 0,-3 2 1 16,7 4-12-16,-1-1-1 0,0 0-1 0,3 3 0 15,3 3-184-15,0-1-37 0,0 1-7 0,0 2-2 16</inkml:trace>
  <inkml:trace contextRef="#ctx0" brushRef="#br0" timeOffset="25627.107">13823 8510 1497 0,'0'0'32'0,"0"0"8"0,0 0 0 0,-3-3 4 0,3 3-36 0,0 0-8 16,-6-3 0-16,6 3 0 0,-6-2 104 0,6 2 20 16,0 0 3-16,-6 2 1 0,0-2 0 0,3 6 0 15,-3-4 0-15,0 3 0 0,3 1-103 0,0-1-25 16,0 3 0-16,0 3 0 0,0-3 56 0,3 5 7 16,-3 0 1-16,0 5 0 0,3 1-39 0,-3 2-7 0,0 3-2 0,3 2 0 15,0 4 5-15,0-4 1 16,0 3 0-16,0 0 0 0,0-2-4 0,0-1-1 15,0 1 0-15,0-4 0 0,0 1-6 0,0 0-2 0,3 0 0 16,-3 0 0-16,0 0 2 0,0-1 0 0,3 4 0 0,-3-3 0 16,0-1-11-16,0-1 0 0,0-4 0 0,0 1 0 15,0-4 0-15,0-1 0 0,0-4 9 0,0 1-9 16,0-3-11-16,0 0-6 0,0-8-2 0,0 0 0 16,0 0-185-1,0 0-38-15,3 0-7 0</inkml:trace>
  <inkml:trace contextRef="#ctx0" brushRef="#br0" timeOffset="26414.657">11897 10224 1728 0,'0'0'38'0,"0"0"8"0,0 0 2 16,0 0 0-16,0 0-39 0,0 0-9 0,0 0 0 0,0 0 0 0,0 0 104 0,0 0 20 16,0 0 3-16,0 0 1 0,0 0-52 0,-6 3-9 15,0 2-3-15,3 3 0 0,0 0 0 0,0 3 0 16,0 2 0-16,0 0 0 0,0 6 0 0,0-1 0 0,0 3 0 16,3 3 0-16,-3 0-51 0,3 0-13 15,-3-1 0-15,3 4 0 0,0-3 0 16,-3 0 0-16,3-1 0 0,0 4 0 0,-3-3 0 0,3 5 0 15,0 2 0-15,0 4 0 0,0-3 0 0,-3 2 0 16,3-5 0-16,0 3-10 0,0-6 10 0,-3-2 0 0,3 0 0 16,0-3 0-16,-3-5 0 0,3 3 8 0,0-4-8 15,-3-1 0-15,3-1 0 0,0 0 0 0,0-2 0 16,0-1 0-16,0-2 0 0,0 0 0 0,0 0 0 16,0-3 0-16,0-5-10 0,0 0-3 0,0 6-1 0,0-6 0 31,0 0-44-31,6 0-9 0,0 0-1 0,0-3-1 15,3-2-127-15,0-1-26 0,0-1-5 0</inkml:trace>
  <inkml:trace contextRef="#ctx0" brushRef="#br0" timeOffset="27081.094">13951 10362 1638 0,'-12'5'46'0,"12"-5"11"0,-6 0-45 0,-3 5-12 0,0-2 0 0,0 2 0 16,0 1 100-16,0 1 19 0,0 1 3 0,0 3 1 15,1 0-62-15,-1-1-12 0,0 3-2 0,0 3-1 16,0-2 13-16,0 1 2 0,0 4 1 0,0 2 0 16,0-2-48-16,0 4-14 0,3-1 0 0,0 7 8 15,0-3-8-15,0 3 0 0,0 0 0 0,3 3 0 16,0-3 0-16,3-2 0 0,0-4 0 0,0 1 0 16,3 0 8-16,0-3 1 0,0-5 0 0,3 3 0 15,0-3-9-15,0-3-12 0,0 0 2 0,6-2 1 16,-3-3 9-16,3-3 0 0,3-3 0 0,0 1 0 0,0 0 0 15,2-6 0-15,4 3 8 0,0-5-8 0,0 0 8 16,0-1-8-16,3-4 10 0,-4-1-10 0,1-2 24 16,0-3 0-16,-3 0-1 0,0-2 0 0,-3-1 7 0,0-2 2 15,-7-3 0-15,1-2 0 0,3-1 12 0,-6 1 2 16,-3-1 1-16,0 1 0 0,0 2-9 0,-3 3-2 16,0-3 0-16,-3 3 0 0,-3 0-15 0,0-1-3 15,-3 4-1-15,-3-1 0 0,1 4-7 16,-7-1-2-16,0 2 0 0,-6 1 0 0,-3 3-8 0,0-1 12 15,-2 0-12-15,-4 4 12 0,3 1-12 0,0 4 0 16,4-4 0-16,-4 6-11 16,3 0-28-16,3 3-5 0,-3 2-2 0,-2 1 0 15,-1 1-82-15,0 1-17 0,0 0-3 0,-2 6-984 0</inkml:trace>
  <inkml:trace contextRef="#ctx0" brushRef="#br0" timeOffset="27703.001">11879 12058 1666 0,'0'0'74'0,"0"0"15"0,-9 2-71 0,3 1-18 0,0-3 0 0,0 3 0 15,6-3 116-15,-6 2 19 0,0 1 4 0,0 2 1 16,3-2-38-16,0 2-7 0,1 3-2 0,-1-2 0 15,0-1-32-15,0 3-6 0,0 0-2 0,0 0 0 16,0 0-17-16,3-1-3 0,-3 4-1 0,0 0 0 16,3-1-11-16,-3 3-2 0,3 3-1 0,-3 0 0 15,3 3-18-15,0 2 0 0,-3 3 0 0,3 5 0 16,0-3 0-16,0 6 0 0,0-3 0 0,3 0 0 16,-3-2 0-16,0-3 0 0,3-3 0 0,0 0 0 15,-3 0 0-15,3-2 0 0,-3-1 0 0,3-2 0 16,-3 0 0-16,0 0 0 0,0 0 0 0,0 2 0 15,0-2 0-15,3 0 0 0,-3 0 0 0,0 0 0 0,3-1 0 16,-3-1 0-16,3-1 0 0,0 0 0 16,-3-5-96-16,3 3-25 0,0-3-6 0,-1-3-1 15,1-2-52-15,0-1-10 0,-3-2-2 16</inkml:trace>
  <inkml:trace contextRef="#ctx0" brushRef="#br0" timeOffset="28263.357">13704 12050 1515 0,'0'0'33'0,"0"0"7"0,-3-5 2 0,0 2 1 0,3 3-35 0,-3-5-8 0,3 5 0 0,-6-6 0 0,6 6 100 0,0 0 19 15,0 0 3-15,0 0 1 0,0 0 4 0,0 0 1 16,-3 6 0-16,-3-1 0 0,3 3-59 0,0 0-11 16,0 2-2-16,0 4-1 0,3-1-10 0,-3 0-1 15,3 3-1-15,0 0 0 16,0 2-11-16,-3 1-3 0,3 2 0 0,0 0 0 0,-3 3-12 0,3 5-2 15,0 0-1-15,0 6 0 0,0-4-1 0,0 4 0 16,0-6 0-16,0 0 0 0,0 0-13 0,0-5 9 0,0 2-9 16,0-2 8-16,0 0-8 0,3-3 0 0,-3 0 9 15,0 1-9-15,3-4 0 0,-3 3 0 0,3-5 0 16,-3 3 8-16,3-4-8 0,0 1 0 0,-3-2 0 0,3-1 0 16,0-5-16-16,-3 0 0 0,3 0-1 0,0-6 0 31,-3-2-51-31,3 6-9 0,-3-6-3 0,0 0-742 0,3-6-149 0</inkml:trace>
  <inkml:trace contextRef="#ctx0" brushRef="#br0" timeOffset="32243.56">16174 5001 1623 0,'0'0'36'0,"0"0"7"0,0 0 1 0,0 0 2 0,0 0-37 0,0 5-9 0,0 3 0 0,-3-3 0 16,3 3 53-16,-3 0 9 0,3 8 2 0,-3-5 0 15,3 2-28-15,-3 3-6 0,3 2-1 0,-3 1 0 0,3-1-17 16,-3 4-3-16,0 1-1 0,3-4 0 0,-2 2-8 0,-1 6 0 15,0-9 9-15,-3 3-9 0,3 0 0 0,0-2 8 16,-3 2-8-16,3-2 0 0,-3-3 0 0,3-1 8 16,-3 1-8-16,0-2 0 0,3-4 8 0,-3 1-8 15,3-3 10-15,0-3-10 0,3-5 20 0,0 0-1 16,0 0-1-16,0 0 0 0,0-8-5 0,0-3-1 16,3-2 0-16,0 0 0 0,0-6 0 0,3 1 0 15,0-1 0-15,3 1 0 16,-3-1-12-16,0-2 0 0,3-3 8 0,0 1-8 0,-1-1 36 0,1-3 5 15,0 3 1-15,0-5 0 0,0-2-16 0,3 1-3 16,-3-1-1-16,3-4 0 0,0 6 11 0,3 0 3 0,-6 3 0 16,3 4 0-16,-1 4-7 0,1-3-1 0,0 5 0 0,0 0 0 15,-3 5-28-15,0 4 0 0,0-4 0 0,0 6 0 16,-3 2 0-16,0 0 0 0,0 1 0 0,0 2 0 16,0 2 0-16,0 1 0 0,-3 2 0 0,0 6 0 15,3-3 0-15,-3 2 0 0,2 1 0 0,-2 5 0 16,0 0 0-16,3 2 0 0,-3 6 0 0,0-3 0 15,0 6 0-15,0-1 0 0,0 3 0 0,0 0 0 16,0-2 0-16,0 2 0 0,-3 0 0 0,0 0 0 16,0-5 0-16,-3 2 0 0,3-2 0 0,-3 3 0 15,0-3 19-15,0 2-3 0,0-2 0 0,0 2 0 16,-3-5-36-16,3 1-8 16,-3-1-2-16,3-3 0 0,-2-2-24 0,-1 0-5 0,3-5-1 15,-3-1 0-15,3-2-151 16,-3 0-30-16</inkml:trace>
  <inkml:trace contextRef="#ctx0" brushRef="#br0" timeOffset="32469.81">16168 5258 1403 0,'0'0'40'0,"0"0"8"0,0 0-38 15,0 0-10-15,0 0 0 0,0 0 0 0,0 0 85 0,0 0 15 0,3 0 4 0,3 2 0 16,0 1-32-16,0 2-7 0,0-5-1 0,0 3 0 16,3-3 0-16,-3 2 0 0,3-2 0 0,0 3 0 15,0-3-51-15,3 3-13 0,-3-3 0 0,6 0 0 16,-4 0 0-16,4 0 0 0,3 0 0 0,0-3-646 16,3 3-132-1</inkml:trace>
  <inkml:trace contextRef="#ctx0" brushRef="#br0" timeOffset="33092.858">16924 4967 1552 0,'0'0'44'0,"-6"-6"10"0,1 4-43 0,-1-4-11 16,3 4 0-16,-3-4 0 0,0 4 104 0,0-1 20 15,0 3 3-15,0-8 1 0,3 8 0 0,-3-3 0 16,6 3 0-16,0 0 0 0,-3-2-103 0,3 2-25 0,0 0 0 0,0 0 0 16,0 0 56-16,0 0 7 0,0 0 1 0,0 0 0 15,0 0-64-15,0 0-12 16,0 0-2-16,3 5-1 0,3-2 15 0,0 2 0 0,3 0 0 0,0 3 0 16,0-2 8-16,3-1-8 0,-4 3 0 0,4 0 0 15,0-3 12-15,0 0 0 0,0 1-1 0,0-1 0 16,3 0-11-16,0 3-16 0,0-5 4 15,2 2 1-15,-2 0 11 0,3 1 16 0,-3 2-4 0,3-3-1 16,0 0-11-16,-3 1-12 0,0 1 2 0,-4-1 1 16,1 4 9-16,0-4 0 0,-3 2 0 0,-3-1 0 15,0-1 8-15,0 4 0 0,-6-4 0 0,0 2 0 16,0 0-8-16,-3 2 0 0,-3-2 0 0,0 3 0 16,-3-1 0-16,0 3 0 0,-3-5 0 0,-2 3 0 15,2 0 0-15,-3-1 0 0,0 1 0 0,-3 5 0 16,3-8 0-16,-3 2 0 0,3 1 0 0,-2 2 0 15,2-2 0-15,0 2 0 0,0-3 0 0,0 1 0 16,3 2 0-16,0-2 0 0,0-1 0 0,3-2 0 16,-3 3 0-16,4-3 0 0,-1 0 0 15,0-3 0-15,3 3 0 0,-3 0 0 0,6-5 0 0,-3 2 0 16,6-5 0-16,0 0 0 0,0 0 0 0,0 0 0 16,0 0-108-16,0 0-24 0,0 0-4 0</inkml:trace>
  <inkml:trace contextRef="#ctx0" brushRef="#br0" timeOffset="34223.698">17505 4988 1337 0,'0'0'28'0,"0"0"6"0,0 0-34 0,0 0 0 0,0 0 0 0,-3 8 0 16,3-3 109-16,-3 3 15 0,3 0 4 0,-3 2 0 15,3 4-71-15,0-4-13 0,0 3-4 0,0 3 0 16,0 0-16-16,0 0-4 0,0 0-1 0,0 0 0 16,0 2-10-16,3-2-1 0,-3 3-8 0,0-1 12 0,3 1-4 15,-3-3-8-15,0 2 11 0,3 1-11 16,-3-1 18-16,0 1-3 0,0-1-1 0,0 3 0 0,0-2 3 0,0-1 1 0,3 1 0 16,-3 0 0-16,0-1 5 0,0-5 1 0,0 3 0 15,0-3 0-15,0-2-10 0,0 0-2 16,3-4 0-16,-3-1 0 0,0-4 10 0,0-2 2 0,0 0 0 15,0 0 0 1,0 0 8-16,0 0 3 0,-3-8 0 0,3-2 0 0,0-3-8 0,-3-1-2 16,3-4 0-16,0-1 0 0,0 1-1 0,0-3-1 0,0-3 0 15,0 0 0-15,0 3 1 0,0-3 0 0,0 0 0 0,0-2 0 16,0 2-24-16,0 0-20 0,0-2 4 0,0-3 1 16,3 0 63-16,0-1 13 0,0 1 3 0,3-5 0 15,0 7-56-15,0 4-8 0,3-1-8 0,0 3 8 16,2 2 0-16,1 3 0 0,0 3 8 0,3 0-8 15,0 2 14-15,0 6-3 0,0-6-1 0,0 3 0 16,3 3-10-16,-4 0 0 0,4 0 0 0,0 5 0 16,-3-3 0-16,3 6-12 0,-3-3 0 0,3 2 1 15,-4 3 11-15,1-2 0 0,0 2 0 0,-3 3 0 16,3 3 0-16,-3-6 0 0,0 3 0 0,-3 0 0 16,0 3 8-16,-3-1 4 0,-3 3 1 0,0 1 0 15,-3-1-13-15,0 0 0 0,-3 0-9 0,-3 1 9 16,-3-1-16-16,3-3 4 0,-3 4 0 0,-3-4 0 15,3 1 0-15,-3-1 1 0,0 1 0 0,0-3 0 16,0 0 11-16,3 0-8 0,-2-3 8 0,2 3-8 16,0-3 8-16,0-2-8 0,0 2 8 0,3-2-8 15,0 0 8-15,6-3-8 0,0 0 8 0,0 0-8 16,0 0 8-16,0 0-8 0,0 0 8 0,0 0-8 0,0 0 8 16,0 0-12-16,3-3 12 0,0 3-12 0,3-3 12 0,3 1 0 15,-3-1-9-15,3 3 9 16,3-3 0-16,-3 3 0 0,2 0 0 0,1 0 0 0,0 0-24 0,3 3 0 0,-3 0 0 15,0-1 0-15,0 4 48 0,0-1 10 0,0 0 2 0,0 0 0 16,-4 3-26-16,4 0-10 0,-3 0 8 0,-3 0-8 16,0 5 8-16,0-7-8 0,-3 4 0 0,0 1 8 15,-3-1 2-15,0 1 0 0,-3 0 0 0,0 2 0 16,-3-3-10-16,-3 4 0 0,0-1 0 0,0-2 0 16,-2 4 10-16,-1-1-10 0,-3-1 12 0,0 3-12 15,0-3 12-15,0 3-4 0,0-3 0 16,-3 3-8-16,3-3 10 0,1 0-10 0,-1-2 8 0,0 2-8 15,0-2 13-15,0-1-2 0,-3-2-1 0,3 3 0 16,-3-6-22-16,4 3-4 0,-1 0 0 0,-3-3-1 16,3 1 17-16,3-4 0 0,0 1 0 0,0 0 0 15,0-3 12-15,3 0 5 0,3 0 2 0,-3 0 0 16,4 0-55-16,-1-3-10 0,0 0-2 0,6 3-1 16,-6-2-104-16,3-4-21 0,3 4-4 0</inkml:trace>
  <inkml:trace contextRef="#ctx0" brushRef="#br0" timeOffset="36598.332">19526 4832 1646 0,'0'0'47'0,"-3"8"9"16,0-6-44-16,0 6-12 0,3-3 0 0,-3 3 0 15,3 3 44-15,-3-3 8 0,3 2 0 0,-3 4 1 0,3 2-33 0,-3 2-8 0,3-2 0 0,-3 5-1 16,3-2-11-16,-3 4 8 0,3-1-8 0,-3 1 8 15,3-1-8-15,-3-1 0 0,3-3 0 0,0 1 0 32,-3-1-21-32,0 11-7 0,0-7 0 0,3-14-1 0,-3-1 29 0,0 4 0 15,3-3 0-15,-3 3 0 0,0-9 34 0,3 6 13 16,-3-3 2-16,3-5 1 0,0 0-29 0,0 0-5 16,0 0-2-16,0 0 0 0,0 0 33 0,0 0 6 15,-6-5 2-15,4 0 0 0,-1 0-37 16,3-9-7-16,0 1-2 0,0 0 0 0,3-3 44 0,-1 0 9 0,4 0 2 0,-3 0 0 15,3-7-52-15,3-4-12 0,-3 3 0 0,3-5 0 16,0 0 28-16,3 0 4 0,0 3 0 0,-3-1 0 16,3-2-5-16,3 5-1 0,-3 0 0 0,-1 1 0 15,4-1-7-15,-3 3-2 0,0 2 0 0,3-2 0 16,-3 5-6-16,0-3-2 0,-3 6 0 0,3-3 0 16,-3 6 2-16,0 2 0 0,2 0 0 0,-2 3 0 15,-3 5-3-15,3-6-8 0,-3 12 12 0,0-6-4 16,0 5 0-16,0 3-8 0,0 2 12 0,0 4-4 15,-3-1-8-15,0 0 8 0,3 3-8 0,-3 8 8 16,-3-8-8-16,3 5 12 0,0 0-12 0,-3 3 12 16,0 5-3-16,0-8 0 0,0 8 0 0,-3 0 0 15,3 0-23-15,0 3-5 0,0-3-1 0,-3 0 0 16,3 0-19-16,0-2-4 0,-3-1-1 0,3 1 0 16,-3-3-2-16,0-3-1 0,0 0 0 0,0 0 0 15,0-2-35-15,-3-1-7 0,3 1-2 0</inkml:trace>
  <inkml:trace contextRef="#ctx0" brushRef="#br0" timeOffset="36866.661">19493 5109 1579 0,'0'0'32'0,"0"0"10"0,0 0-34 0,0 0-8 0,0 0 0 0,0 0 0 16,0 0 104-16,0 0 20 0,0 0 3 0,6 0 1 15,3 0-48-15,3 0-8 0,0 0-3 0,3 0 0 16,0 0-15-16,0-2-3 0,2 2-1 0,4-3 0 16,-3 0-31-16,3 1-7 0,-3-3 0 0,3 2-1 15,-3-2-11-15,-4-1 0 0,4 1 0 0,3 0 0 16,-3-3-158-16,0 0-27 0</inkml:trace>
  <inkml:trace contextRef="#ctx0" brushRef="#br0" timeOffset="37228.392">20193 5033 2066 0,'0'0'43'0,"0"0"10"0,0 0-42 0,0 0-11 0,0 0 0 0,0 0 0 15,0 0 53-15,0 0 9 0,0 0 2 0,0 0 0 16,0 0 0-16,3-3 0 0,3 3 0 0,3-3 0 15,-3 3 0-15,2 0 0 0,1-2 0 0,3-1 0 16,-3 0-52-16,3 3-12 0,0-2 0 0,0-1 0 16,0 3 0-16,3 0 0 0,-3-5 0 0,3 2 0 15,-4 1 0-15,4 2 0 0,0-3 0 0,-3 0 0 16,3 3 0-16,-3-2 0 0,0 2 0 0,0 0 0 16,-3-3-35-16,0 3-3 0,0 0-1 0,-1 3 0 15,-2-3-38-15,0 2-8 16,-3 4-2-16</inkml:trace>
  <inkml:trace contextRef="#ctx0" brushRef="#br0" timeOffset="37493.039">20148 5266 1706 0,'0'0'48'0,"-6"2"11"0,6-2-47 15,0 0-12-15,0 0 0 0,0 0 0 16,0 0 76-16,0 0 14 0,9 3 2 0,-3-3 1 16,0 0-17-16,3 0-3 0,0 0-1 0,-3 0 0 0,3-3-12 0,0 1-4 0,0-1 0 0,0 3 0 15,-1-3-16-15,4 1-4 0,0 2-1 0,-3 0 0 16,6-6-10-16,-6 4-1 0,6-1-1 0,-3 0 0 16,3 1-23-16,-3-1 0 0,2-2 0 0,1 2 0 15,0 0 0-15,0-2 0 0,0 3 0 16,0-4 8-1,0 4-59-15,0-4-11 0,0 1-2 0</inkml:trace>
  <inkml:trace contextRef="#ctx0" brushRef="#br0" timeOffset="38316.702">20845 4911 2030 0,'0'0'57'0,"0"0"14"16,0 0-57-16,0 0-14 0,0 0 0 0,0 0 0 16,-3 3 65-16,3 5 11 0,-3-3 1 0,3 3 1 15,0 2-36-15,0 1-7 0,0 2-2 0,0 0 0 16,0 3-18-16,0 3-4 0,-3-3-1 0,6 5 0 0,-3-5-2 0,0 2-8 0,0 1 12 0,0-1-4 15,0-2-8-15,0 0 0 0,0-3 0 0,0 3-11 16,0-5 11-16,3 2 0 16,-3 0 0-16,3 0 0 0,0-2 0 15,-3 0 0-15,3-6 0 0,-3 3 0 0,0-3 0 0,0-5 9 16,0 0-9-16,0 0 0 0,0 0 14 16,0 0-4-16,0 0-1 0,0 0 0 0,0 0 36 15,0 0 7-15,0-5 2 0,0-3 0 0,0 3-43 0,-3-6-11 0,3 0 0 0,-3 1 0 16,3-3 0-16,-3-1 0 0,3 1 0 15,-3-3 0-15,3 0 53 0,0-5 9 0,0 0 2 0,3-3 0 16,0 0-64-16,0 1-15 0,0-4-1 0,3 1-1 16,-1-1 27-16,4 6 6 0,0 0 0 0,3 0 1 15,0 2-17-15,0 1 0 0,0 2-11 0,3 0 11 16,-3 3 0-16,3 2 0 0,-3 1 12 0,-1-1-3 16,4 6-9-16,0-1 8 0,-3 4-8 0,3-4 8 15,0 6-8-15,3 0 0 0,-3 0 0 0,0 0 0 16,-1 6 0-16,1-4 0 0,0 4 8 0,-3-1-8 15,-3 0 0-15,0 6 0 0,0-6 0 0,-3 3 8 16,-6 0-8-16,3 3 0 0,-6-1 0 0,0 1 8 16,0-1-8-16,-6 4 0 0,3-4 0 0,-3 1 0 15,-3 2-12-15,3-5 1 0,-3 5 1 0,0-2 0 16,1-1 10-16,-1 4-8 0,3-4 8 0,-3-2-8 16,3 0 8-16,0 0 0 0,0 0 0 0,0-3 0 15,3 0 0-15,3-2 0 0,3-3 0 0,0 0-8 16,0 0 8-16,0 0 0 0,0 0-9 0,0 0 9 15,0 0-10-15,0 0 10 0,3 0-13 0,3 0 5 16,3-3 8-16,0 1 0 0,3-1-9 0,0-2 9 0,3 2 0 16,2 1 0-16,1-4 0 0,0 6 0 0,0 0 0 0,0 0 10 0,0 0-1 0,0 6 0 15,-1-1 7-15,-5 0 2 0,3 0 0 16,-3 6 0-16,0 0-18 0,-3-1-9 0,3 3 1 0,-6 3 0 16,3-5 50-16,-6-1 10 0,0 6 3 0,0-2 0 15,-6-4-37-15,0 3-7 0,-3-2-2 0,-3 2 0 16,0 0-9-16,-3-5 0 15,-3 3 0-15,-3-3 0 0,0 2 0 0,-2-2 0 0,-4 0 0 16,0 6 0-16,0-9 0 0,3 3 0 0,-2-3 0 0,-1 3 0 16,3 3 21-16,3-6 3 0,0 0 0 0,0 1 0 15,0-4-32-15,1 1-7 0,2-1-1 0,0-2 0 16,0 0-87-16,3-2-17 16,3-1-4-16</inkml:trace>
  <inkml:trace contextRef="#ctx0" brushRef="#br0" timeOffset="39180.733">22711 4961 1956 0,'3'-5'40'0,"-3"5"11"15,3-3-41-15,-3 3-10 0,3-5 0 0,-3 5 0 16,0 0 76-16,0 0 14 0,0 0 2 0,0 0 1 16,0 0-23-16,0 0-5 0,0 11-1 0,0-1 0 15,-3 3-51-15,3 3-13 0,-3 5 0 0,0 1 0 16,0-4 54-16,-3 3 8 0,3 0 2 0,0 1 0 16,-3-1-52-16,3-3-12 0,0 1 0 0,-3-1 0 15,3-2 0-15,-3 0 0 0,3 0 0 0,-3-3 0 16,3 0 0-16,-3 1 0 0,3-4 0 0,0 1 0 15,-2-3-11-15,2-3-5 0,3 3 0 0,0-8-1 16,0 0 25-16,0 0 4 0,0 0 2 0,0 0 0 0,0 0-4 16,-3-8-1-16,3 0 0 0,3 0 0 0,-3-2-9 0,3-6 0 15,-1 0-12-15,1 0 12 0,3 0 0 0,0-2 0 16,0-1 0-16,0-5 0 0,3 0 0 0,0-2 0 0,0-3 0 16,3 0 0-16,0 0 44 0,0-3 16 0,0 3 3 0,0 0 1 15,2 0-64-15,1 2-20 0,3 3 0 0,0 1 0 16,-3-4 32-16,0 6 7 15,3 0 1-15,-3-3 0 0,-3 5-20 16,-1 1 10-16,4-1-10 0,-6 6 8 0,0 3 6 0,0 2 1 0,-3 0 0 0,0 2 0 16,0 6-3-1,0 0 0-15,-3 3 0 0,3 8 0 0,-3-6-3 0,3 5-1 0,-3 4 0 0,0-1 0 16,0 3-8-16,0 2 0 0,0-2 0 0,-3 5 0 16,3-2 0-16,0-1 0 0,-3 4 8 0,3 1-8 15,-3-1 0-15,0 4 0 0,3 0 0 0,-3 1 8 16,3 2-8-16,-3 0 0 0,0-2 0 0,3 2 0 15,-3-3 21-15,2 1-1 0,-2-6 0 0,3 3 0 16,-3-1-67-16,0-4-13 0,-3-1-4 16,3 1 0-16,-2-3 49 0,-1 0 15 0,3 0 0 0,-3 0-10 15,0-3-41-15,0 0-8 0,0-2-1 0,-3-1-1 16,3-2-105-16,0 0-21 0,0-3-4 0</inkml:trace>
  <inkml:trace contextRef="#ctx0" brushRef="#br0" timeOffset="39406.56">22726 5099 1337 0,'-9'-3'56'0,"3"-2"-44"16,6 5 144-16,-9-3 28 0,9 3 7 0,0 0 1 31,0 0-95-31,0 0-18 0,0 0-4 0,0 0-1 16,6 0-16-16,0 0-3 0,3 0-1 0,3 0 0 0,0 0 1 0,3 0 0 0,2 0 0 0,1 0 0 15,6 0-32-15,-3-2-7 0,3 2 0 0,0-3-1 16,-4 0-15-16,7 3 0 0,-6-5 0 0,3 2 0 16,0-2-87-16,2 0-23 15,-2-3-5-15</inkml:trace>
  <inkml:trace contextRef="#ctx0" brushRef="#br0" timeOffset="40092.781">23723 4744 1900 0,'0'0'54'0,"0"0"11"0,3-2-52 16,-3 2-13-16,6-3 0 0,-3 3 0 0,-3 0 82 0,6-3 14 0,-3 3 2 0,-3 0 1 15,6 3-27-15,-3-3-4 0,3 3-2 0,-6-3 0 16,3 2-18-16,0 4-3 0,0-1-1 0,-3 3 0 16,0 0-20-16,0-3-5 0,0 3-1 0,-3 3 0 15,0-1-18-15,-3 1 10 0,0-1-10 0,0 4 8 16,-3-1-8-16,0 3 0 0,-3-3 0 0,0 3 8 15,-3 0-8-15,0 2 0 0,-2 3 0 0,-1 3 0 16,3-3 0-16,-3 0 8 0,0 1-8 0,0 1 0 16,3-4 0-16,0-1 0 0,4 1 0 0,-4 0 0 15,6-4 0-15,-3-1-9 0,3-1 0 0,3 0 0 16,0 0 9-16,3-2 12 0,0 2-2 0,0-2-1 16,3-3-9-16,0 2-12 0,3-2 2 0,0 0 1 15,0 0 9-15,3 3 0 0,0-9 0 0,3 6 0 16,0-2 0-16,3-1 0 0,0 0 0 0,2 0 0 15,4 1 9-15,3-1 4 0,-3 0 1 0,3 1 0 16,0-1-2-16,2 3 0 0,-2 0 0 0,-3 0 0 16,3-3-30-16,-6 0-6 0,3 6-2 0,-3-9 0 15,0 4 45-15,-1-1 9 0,-2 0 1 0,0 1 1 16,0-4-48-16,-3 4-10 0,3-1-1 0,0-2-1 16,-3-1 30-16,3-2 0 0,-3 3 0 0,0-1 0 15,0-2 0-15,-1 0 0 0,1 0 0 0,0 0 0 16,0-2-262-16,0-1-46 0</inkml:trace>
  <inkml:trace contextRef="#ctx0" brushRef="#br0" timeOffset="40902.87">24143 4951 1824 0,'0'0'38'0,"0"0"8"0,0 0-37 0,0 0-9 0,0 0 0 0,0 0 0 16,0 0 116-16,0 8 22 0,3 0 4 0,-3 2 1 15,3 1-64-15,-3 2-13 0,3 3-2 0,0 0-1 16,-3 2-31-16,0 1-7 0,3-1-1 0,-3 1 0 16,0-1-14-16,0-2-10 0,0 3 12 0,0-3-12 15,0-1 8-15,0 1-8 0,0 0 0 0,0-3 0 16,0 1 21-16,0-1-2 0,0 0-1 0,-3-5 0 15,3 3-18-15,0-3 0 0,-3 0 0 0,3-3 0 0,-3 0 0 0,3-5 0 16,0 0 0-16,0 0 0 0,0 0 0 0,0 0 0 16,0 0 0-16,0 0 0 15,0 0 0-15,0 0 0 0,0-5 0 0,-3-3 0 0,3 0 0 0,-3 3 0 0,3-11 0 16,0 5 0-16,3 1 0 0,-3-6 0 0,3 0 0 0,-3 0 0 16,3-3 55-16,0 1 7 0,0-1 2 0,0-7 0 15,0 2-52-15,3 0-12 16,-1-5 0-16,1 3 0 0,0-1-10 0,3 6-5 0,0-5-1 0,0 2 0 15,0 3 16-15,0 2 0 0,3 1 0 0,0-1 0 16,0 6 0-16,0-3 0 0,5 3 0 0,1 5 0 16,0-3 0-16,0 3 0 0,3 3 0 0,-3 0 0 15,6 5 0-15,-4-6 0 0,-2 4 0 0,3 2 0 16,-3 0 0-16,0 2 0 0,-3 4 0 0,0-4 0 16,-3 1 0-16,-1 5 0 0,-2 0 0 0,0 2 0 15,-3-2 8-15,-3 3-8 0,0 0 0 0,-3-1 0 16,-3 3 0-16,0-2 0 0,-3 2 8 0,-3-2-8 15,-3 2 0-15,1-2 0 0,-4-1-8 0,0 6 8 16,-6-8-13-16,3 5 3 0,-3-2 1 0,0-1 0 16,1 4 9-16,-1-4 0 0,0 1-9 0,3-3 9 0,0 0 17 0,3 0 8 15,0-3 2-15,3 3 0 16,1-5-44-16,5 2-9 0,0-3-2 0,0 1 0 0,6-3 19 0,0 0 9 16,0 0-10-16,0 0 10 0,6 3-9 0,0-1 9 15,6-2-8-15,-1 0 8 0,4 0 0 16,0 0-10-16,3 0 10 0,0 0 0 0,3 0 0 15,0 0 0-15,-1 0 0 0,1 3 0 0,-3 2 0 0,0-5 9 16,-3 3 1-16,0 2 0 0,0 1 4 0,-3-1 1 16,-1 3 0-16,-2 2 0 0,-3-4 0 0,3 4 0 0,-6 1 0 15,3-1 0-15,-3 1 0 0,-3 0 0 0,0 4 0 0,0-4 0 16,-3 0-4-16,0 2-1 16,-3-3 0-16,-3 1 0 0,0 2 0 0,-2-5 0 15,-1 3 0-15,-6-3 0 0,0 2-10 0,-3-2 12 0,-3 0-12 16,0 0 12-16,-2-3 0 0,-1 3 0 0,0 0 0 0,0 0 0 15,0 0-1-15,4 0 0 0,-1-3 0 0,0-2 0 16,0 0-11-16,0-1 0 0,4-2 0 0,-1-2 0 31,3-1-100-31,0 0-23 0,3-2-4 0,3-5-1127 0</inkml:trace>
  <inkml:trace contextRef="#ctx0" brushRef="#br0" timeOffset="72869.882">16618 10388 703 0,'3'-5'29'0,"-3"0"-29"31,0-1 88-31,0 6 12 0,0-5 3 0,0 0 0 0,0 5 20 0,0-6 4 0,0 6 1 0,0-5 0 16,0 5-52-1,0-3-9-15,-3-2-3 0,3 5 0 0,0 0 0 0,0-5 0 0,0 5 0 0,0 0 0 16,0 0 28-16,0 0 4 0,0 0 2 0,0 0 0 16,0 0-35-16,0 0-7 0,0 0-2 0,0 0 0 31,0 0-8-31,0 0-2 0,0 0 0 0,-3 5 0 0,0 0-8 0,0 3-3 0,3-2 0 0,0 2 0 16,0 2-5-16,0 1 0 0,0-1-1 0,0 4 0 15,0-1-27-15,0 3 0 0,0-3 0 0,0 0 0 16,0 3 0-16,0 0 0 0,0 2 0 0,0-2 0 15,0 3 0-15,0-3 0 0,0 2 0 0,0 1 0 16,0-1 56-16,0 1 7 0,0-1 1 0,0 1 0 16,0 2-103-16,0-5-20 0,0 2-4 0,0 1-1 15,3-3 52-15,-3 0 12 0,0 0 0 0,0-3 0 16,0 0 0-16,0 0 0 0,0-2 0 0,3-1 0 16,-3-2 0-16,0 0 0 0,3 0 0 0,-3 0 0 15,3-2 12-15,-3-4 4 0,0-2 2 0,3 5 0 16,0 1-80-16,0-4-16 0,3 1-3 0,-3 0-1 15,3-1-31-15,-3-2-7 0,3-2 0 0</inkml:trace>
  <inkml:trace contextRef="#ctx0" brushRef="#br0" timeOffset="75087.804">16814 12108 2030 0,'0'0'57'0,"-6"-3"14"16,6 3-57-16,-6-2-14 0,0-1 0 0,0 3 0 15,1 0 66-15,-4 0 10 0,3 3 3 0,-3-1 0 16,0 1-23-16,0 2-4 0,-3-2 0 0,3 5-1 16,-3 0-17-16,0 2-3 0,0-2-1 0,0 6 0 15,0-1 2-15,4 0 0 0,-4 6 0 0,0-3 0 16,3 5-32-16,0-3 0 0,0 6 0 0,0 0 0 16,3 0 0-16,0 2 0 0,0 1 0 0,3-4-10 15,0 4 10-15,0-6 0 0,3 3 0 0,0-3 0 0,0 0-12 16,3 0 4-16,3-2 0 0,0 2 0 0,0-5-9 15,0 0-2-15,3-3 0 0,0 0 0 16,0-2-9-16,3-1-3 0,0-2 0 0,3 0 0 0,-1-5 31 0,1 0 0 0,3-1 0 16,0-2 0-16,0-5 0 0,0 0 0 0,3-1 0 15,-1-2 0-15,-2-5 0 0,3 0 0 0,0-3 0 0,-3 0 0 16,0 0 24-16,-3 0 12 0,-1-2 1 0,1 2 1 16,-3-2-10-16,0-1-1 0,-3-2-1 0,0 0 0 15,0-3 30-15,-3 0 7 16,-3-2 1-16,0-1 0 0,0 3-52 0,-3 0-12 0,0 3 0 0,-3 0 0 15,0 0 47-15,-3 2 6 0,0 1 2 0,-3 2 0 16,0 0-37-16,-3 3-7 0,0 2-2 0,0 1 0 16,-6 2-9-16,4 0 0 0,-7 3 0 0,0-1 0 15,0 4 0-15,-3-1 0 0,0 3 0 0,-2 0 0 16,2-3-52 0,0 3-8-16,0-2-3 0,3-1 0 0,1 0-103 15,2 1-21-15,3-1-4 0</inkml:trace>
  <inkml:trace contextRef="#ctx0" brushRef="#br0" timeOffset="75999.4">16534 8486 1577 0,'-5'0'66'0,"-1"0"-53"16,3 0 92-16,-3 0 19 0,0 0 3 0,0 2 1 15,3-2-51-15,-3 3-9 0,0 0-3 0,0-1 0 16,0 4-14-16,3-1-3 0,-3 0-1 0,0 0 0 16,0 6-27-16,0 0-6 0,3-1-1 0,-3 3 0 15,3 3-13-15,-3 3 0 0,3-1 0 0,-3 6 0 16,0-3 0-16,3 6 0 0,0-3-9 0,1-1 9 15,2 1-25-15,0-3 1 0,0-2 0 0,0 2 0 16,2-5-20 0,1 0-3-16,0 0-1 0,3-3 0 0,0 0 0 0,0 0 0 15,3-2 0-15,0 0 0 0,3-1 16 0,-3-5 4 16,3 1 0-16,0 2 0 0,0-6 12 0,0 1 4 0,0-3 0 0,-1 0 0 16,4 0 12-16,-3-5 0 0,0 2 0 0,0-5 10 15,3 0 22-15,-3 0 4 0,3-2 0 0,-3-1 1 16,2 0 22-16,1 1 4 0,-3-3 1 0,3 2 0 15,-3-5 24-15,0 0 6 0,0 0 1 0,0-2 0 16,-3-3-25-16,0-3-5 0,0-2-1 0,-3 2 0 16,-1 0-24-16,-2-3-6 0,3 4-1 0,-6 1 0 15,0-1-6-15,-3 1-2 0,0 4 0 0,0-3 0 16,-2 2-12-16,-4 3-2 0,0 0-1 0,0 1 0 16,-3 1-10-16,0 1 10 0,-3 0-10 0,3 2 10 15,-3 3-10-15,0-2 0 0,-2 2 0 0,2 0 0 16,-3 3 0-16,3-1-12 0,0 1 0 0,0 2 1 15,-3 1-28-15,3-1-5 0,-2 3-2 0,-1 0 0 16,0 0-81-16,3-3-16 0,-3 3-3 0</inkml:trace>
  <inkml:trace contextRef="#ctx0" brushRef="#br0" timeOffset="76812.303">16668 6657 1668 0,'0'0'47'0,"-6"0"11"0,1 0-46 0,-1 0-12 0,0 0 0 0,0 0 0 15,-3 3 68-15,3-3 11 0,-3 3 2 0,3-1 1 16,-3 4-2-16,0-4-1 0,0 3 0 0,0 1 0 15,0-1-63-15,-3 3-16 0,3 0 0 0,-2 3 0 16,-1-4 52-16,0 4 8 0,0 0 2 0,-3-1 0 16,0 3-48-16,0 3-14 0,0-2 0 15,3 1 8-15,0 1-8 0,1 0 0 0,-1 0 0 0,3 0 0 16,0 0 0-16,0 0 0 0,0-3 0 0,3 3 0 16,3 0 0-16,0 0 0 0,3-1 0 0,0 1 0 15,3 0 8-15,0 0 1 0,3-3 0 0,0 3 0 16,3-5-9-16,0-1-12 0,0 1 2 0,0 0 1 15,3-4 9-15,2-1 0 0,-2-1 0 0,3 0 0 16,0-2 0-16,3-3 0 0,-3 0 0 0,3-3 0 16,-3 1 0-16,-1-1 0 0,1-2 0 0,3-3 0 15,-3 3 0-15,3-6 0 0,0 3 0 0,0-3 0 16,-1-2 49-16,1 3 12 0,0-4 3 0,0 1 0 16,-3 0-52-16,3 0-12 0,-3-1 0 0,3 1 0 15,-7 0 40-15,4-3 6 0,-3 3 1 0,-3-3 0 16,0 0-24-16,-3 0-5 0,0 0-1 0,-3 0 0 15,0 1-17-15,0-4 0 0,-3 3 0 0,-3-2 0 0,0-1 33 16,0 1 3-16,-3-4 1 0,-3 4 0 0,0-1-26 16,-3 1-11-16,0 2 8 0,-2 0-8 15,-1 0 24-15,-3 3-1 0,3 2 0 0,-6 1 0 16,3 2-70-16,-3 3-13 0,1-1-4 0,-4 4 0 16,0-1-72-16,-6 0-16 0,0 1-2 0</inkml:trace>
  <inkml:trace contextRef="#ctx0" brushRef="#br0" timeOffset="80513.376">19922 6676 1094 0,'0'0'46'0,"0"0"-37"16,0 0 95-16,0 0 20 0,0 0 3 0,0 0 1 15,0 0-16-15,0 0-4 0,0-5 0 0,0 5 0 16,0 0-19-16,0 0-4 0,0 0-1 0,0 0 0 15,0 0-16-15,0 0-3 0,0 0-1 0,0 0 0 16,0 0 0-16,0 0 0 0,0 0 0 0,0 0 0 16,0 0-51-16,-3 7-13 0,0 1 0 0,0 3 0 15,3 0 0-15,-3 4 0 0,3-1 0 0,0 4 0 16,-3 1 0-16,3-1 0 0,0 1 0 0,0 2 0 16,0 0 0-16,0 0 0 0,0 0 0 0,0 3 0 15,0-3 0-15,0 3 0 0,0 3 0 0,3-3 0 16,-3 2 0-16,0-2 0 0,0-3 0 0,-3 3 0 15,3-3 0-15,0-3 0 0,0-2 0 0,-3 0 0 16,3 0 0-16,0-5 0 0,-3-1 0 0,3 4 0 16,0-7 24-16,-3-1 1 0,3-1 1 0,0 3 0 15,0-3-104-15,0-5-21 0,0 6-4 0</inkml:trace>
  <inkml:trace contextRef="#ctx0" brushRef="#br0" timeOffset="81440.899">20118 12182 1292 0,'3'-2'54'0,"-3"-4"-43"16,0 6 103-16,3-2 21 0,-3 2 4 0,0 0 1 15,3-6-61-15,-3 6-12 0,0 0-3 0,0 0 0 16,0 0 0-16,0 0 0 0,0 0 0 0,3 8 0 16,0-2 0-16,-3 1 0 0,0 1 0 0,0 0 0 15,0 3-8-15,0 0-3 0,0-1 0 0,-3 3 0 16,3 3-25-16,0 0-4 0,-3 3-2 0,3-1 0 0,-3 3-9 16,3 0-1-16,0 3-1 0,-3 0 0 15,0-3-27-15,3 0-4 0,-3 1-2 0,0 1 0 16,3-1 39-16,-3-1 8 0,0 5 2 0,3-2 0 0,-3-3-27 0,3 3 8 15,-3 0-8-15,3 2 0 16,0-2 0-16,0 0 0 0,0 0 8 0,0 0-8 0,0-3 0 16,0-3 0-16,0 1 0 0,3-1 0 0,-3-2 0 0,0-3 0 0,3 1 0 15,-3-4 0-15,0 1 0 0,3-1 0 16,-3-4 0-16,3 2 0 16,0-3-24-16,-3 0-4 0,0-5-1 0,3 3 0 15,-3-3-28-15,0 0-6 0,0 0-1 0,0 0 0 16,3-3-119-16,0-2-24 0</inkml:trace>
  <inkml:trace contextRef="#ctx0" brushRef="#br0" timeOffset="82253.293">19842 8433 1337 0,'0'0'56'0,"-6"0"-44"16,0 2 92-16,0-2 20 0,0 3 3 0,0 0 1 15,0-1-30-15,-3 1-6 0,3 2 0 0,0 3-1 16,0-2-43-16,-3 1-9 0,6 1-2 0,-6 0 0 15,3 6 8-15,0-4 2 0,-3 3 0 0,3 1 0 16,0 2-29-16,-3-1-6 0,4 1 0 0,-1 3-1 16,3-1-11-16,-3 3 0 0,3 1 0 0,0-1 0 15,0 0 0-15,3-2 0 0,3-1 0 0,0 1 0 16,0-4 0-16,3 1 0 0,3-2 0 0,-4-4 0 16,4 1-16-16,0-3 4 0,0 0 0 0,0 0 1 15,3-3-26-15,0-3-6 16,-3 1-1-16,3 0 0 0,0-3 36 0,3 0 8 0,-3-3 0 0,5 0 0 15,-2 1 0-15,0-3 0 0,0-3 0 0,0 2 0 16,0-2 49-16,0-2 12 0,3 2 3 0,-4-5 0 0,-2 2-42 16,0-5-8-16,-3 3-2 0,0-6 0 0,0 4 32 15,-3-1 5-15,0-3 2 0,0 1 0 0,-3-1-11 16,-3 3-1-16,3-2-1 0,-3 2 0 0,0 0-9 0,-3 3-1 0,0-3-1 16,-3 3 0-16,0-1-3 0,0 1 0 15,0 0 0-15,-3 2 0 0,0 1-13 0,-3 2-3 0,3-3-8 0,-5 6 12 16,2-3-12-16,0 3 8 0,-3-1-8 0,3 1 0 31,-3 2-21-31,3 3-11 0,0-2-1 0,-3 2-1 0,3 0 34 0,1 2 0 0,-4 1 12 0,3 0-3 16,0 2-116-16,3 3-23 0,-3 0-5 15</inkml:trace>
  <inkml:trace contextRef="#ctx0" brushRef="#br0" timeOffset="83073.431">19871 10145 1552 0,'0'0'44'0,"0"0"10"15,0 0-43-15,0 0-11 0,0 0 0 0,-3-3 0 16,3 3 53-16,-6 3 9 0,0-3 2 0,0 5 0 16,-2-2 0-16,2 2 0 0,0 3 0 0,0-3 0 15,0 3 0-15,0 3 0 0,0-1 0 0,0 1 0 16,-3 2-46-16,3 0-9 0,0 3-1 0,-3 0-8 16,3 0 0-16,-3 3 0 0,3-1-10 0,-3 3 10 15,0-2 0-15,3-1 0 0,0 3 0 0,1-2 0 16,-1-1 0-16,0 1 0 0,0 0 0 0,3-4 0 0,0 4 16 15,3-3 10-15,0 0 2 0,0 2 1 16,3-5-29-16,0 3 0 0,3 0 0 0,0-3 0 16,0 1-22-16,-1-1-4 0,4 0-1 0,0-2 0 0,0-3 27 15,0 0 0-15,3-1 0 0,-3-1 0 0,0-1 0 0,3-2 0 16,-3-1 0-16,3-2 0 0,-3 0 0 16,3 0 0-16,-1-2 0 0,1-1 0 0,0-2 0 0,0-3 0 0,0 3 0 0,-3-3 0 15,3 0 0-15,0 0 0 0,-3 0 0 16,3 0 0-16,0-3 17 0,-4 1 3 0,1-1 0 0,0 1 0 15,-3-4 17-15,3 1 4 0,-3 0 1 0,0 0 0 16,0-3 18-16,0 2 3 0,-3-1 1 0,0-1 0 16,0 0 0-16,-3-3 0 0,3 3 0 0,-3-2 0 15,-3-1-52-15,3 1-12 0,-3-1 0 0,0-2 0 16,0 5 0-16,-3-2 0 0,0 2 0 0,0 0 0 16,0 3 0-16,-3 0 0 0,0 2 0 0,0 0 0 15,-2 1 0-15,-1 2 0 16,-3-3 0-16,0 1 0 0,0 2-10 0,0 0-5 0,-3-3-1 0</inkml:trace>
  <inkml:trace contextRef="#ctx0" brushRef="#br0" timeOffset="87349.329">23274 8451 1496 0,'0'0'42'0,"0"0"10"15,0 0-41-15,0 0-11 0,0 0 0 0,0 0 0 0,0 0 68 0,0 0 12 0,0 0 3 0,0 0 0 16,0 0-21 0,0 0-4-16,0 0-1 0,0 0 0 0,0 0 3 0,0 0 0 0,0 0 0 0,0 0 0 15,0 0-11-15,0 0-1 0,0 0-1 0,0 0 0 16,0 8-19-1,0 0-3-15,0-3-1 0,0 3 0 0,-3 3 12 0,3 0 3 0,0-1 0 0,-3 3 0 16,0 1-28-16,3 4-11 0,0 1 8 0,-3 2-8 16,0 3 10-16,3 2-10 0,-3 6 12 0,0-3-12 15,3-3 12-15,-3 4-12 0,0-4 12 0,0-2-12 16,3 0 9-16,-3-1-9 0,3-1 0 0,-3 1 9 16,3-1-9-16,-3-1 0 0,0-3 0 0,3 3 0 15,-3 1 0-15,0-1 0 0,3 0 0 0,-3 0 0 16,3-2 0-16,-3-1 8 0,3-2-8 0,-3 3 0 15,3-6 0-15,-3 0 0 0,3-2 0 0,0-3 0 16,0-1-12-16,0-1-7 0,0-6-1 0,0 0-1 16,0 0-113-16,0 0-22 0,0 0-5 0</inkml:trace>
  <inkml:trace contextRef="#ctx0" brushRef="#br0" timeOffset="88157.243">23431 6551 1773 0,'0'0'50'0,"0"0"11"0,-6 3-49 16,0 0-12-16,0 2 0 0,-2 0 0 0,-1 1 35 0,0-1 4 0,0 3 1 0,0 2 0 15,-3 1-12-15,3 0-1 0,-3 2-1 0,0 3 0 16,0 2-18-16,0-2-8 0,0 5 0 0,1 0 8 16,-1 1 26-16,3-4 5 15,-3 3 1-15,0 1 0 0,6-1-28 0,-3 0-12 0,3 0 10 16,0 0-10-16,0-2 21 0,6 2-1 0,-3 0-1 15,3-2 0-15,3-1-33 0,0 1-6 0,3-4-2 0,0 1 0 16,3-2 13-16,3-4 9 0,-3 1-12 0,3-3 12 16,3-3-9-16,-1 0 9 0,1-5 0 0,3 0-9 15,-3-2 9-15,3-6 0 0,-3 0 0 0,0 0 0 16,0-5 24-16,-1 2 0 0,1-5 0 0,0 0 0 16,0 0 19-16,-3 0 4 0,3 1 1 0,-3-4 0 15,0 1-6-15,-3 2-1 0,0-3 0 0,0 1 0 16,-1-1-2-16,-2-2-1 0,3 2 0 0,-6-4 0 15,0-1-14-15,0 0-4 0,-3-2 0 0,-3-4 0 16,0 4-3-16,0 2-1 0,-6 0 0 0,3 3 0 16,-2 0 15-16,-1 5 2 0,0 0 1 0,0 3 0 15,-3 2-34-15,3 4 0 0,-3-1 0 0,0 2 0 16,3 4-13-16,-6-1-10 0,6 3-1 0,-6 3-1 16,4-1-21-16,-4 4-4 0,-3-1-1 0,3 5 0 15,-3 4-129-15,0 2-27 0,0 2-5 16</inkml:trace>
  <inkml:trace contextRef="#ctx0" brushRef="#br0" timeOffset="88999.05">23172 10454 1549 0,'-9'14'44'0,"0"-1"9"0,4-3-42 0,-4 6-11 0,3-3 0 0,-3 3 0 16,0-2 48-16,3 1 8 0,-3 4 2 0,3-3 0 16,0 0-41-16,0 2-8 0,0 1-1 0,3-1-8 15,0 1 0-15,0-1 0 0,3 1 0 0,0-1 0 16,0-2 0-16,3 0 0 0,0 0 0 0,0-3 0 16,3 0 0-16,0 1 0 0,0-4 0 0,3-2 0 15,0 0 0-15,3 0 0 0,0 0 0 0,3-5 0 16,-1-1 24-16,1 1-1 0,3 0-1 0,3-3 0 15,-3 2-35-15,3-4-7 0,-1-1-2 0,1 0 0 16,-3 1 60-16,-3-4 12 0,3 1 2 0,0 0 1 16,-6-3 4-16,0-3 1 0,0 1 0 0,-1-4 0 15,-2 1-3-15,-3-5-1 0,3 2 0 0,0-5 0 16,-3 2 3-16,-3-2 1 0,3-3 0 0,-3 3 0 16,-3 0-14-16,3 0-4 0,-3 0 0 0,-3 2 0 15,3 0-8-15,-3 4-1 0,0 1-1 0,-3-2 0 16,0 3-13-16,0 3-2 0,0-4-1 0,-3 4 0 15,3-1-14-15,-3 3 11 0,1 0-11 0,-1 0 10 16,-3 3-10-16,3 0 0 0,-3 2 9 0,-3 1-9 16,3 2 0-16,-3 0-12 0,3 0 2 0,-3 2 0 15,3 1-45-15,-2 2-9 0,-1 0-1 0,0 3-1 16,0 3-174-16,0 0-36 0</inkml:trace>
  <inkml:trace contextRef="#ctx0" brushRef="#br0" timeOffset="89847.709">23241 12132 1963 0,'-12'5'56'0,"3"3"12"0,0 0-55 0,0 0-13 0,0 3 0 0,0-3 0 16,0 2 48-16,0-2 6 0,0 3 2 0,1 2 0 15,-1 0-26-15,0 0-5 0,0 1-1 0,3 1 0 16,-3 1-13-16,3 5-3 0,0-2-8 0,0 2 12 15,0 0-12-15,0 3 0 0,3-3 0 0,0 0 0 16,0 1 0-16,0-1 0 0,0-3-9 0,0 4 9 16,3-4 0-16,0 1 0 0,-3-1 11 0,6 3-3 15,-3-2-8-15,0 2-10 0,3-3 10 0,0 4-13 16,0-4 13-16,3 1 0 0,-3-1 0 0,3-2 10 16,3 0-25-16,-3 0-5 0,3-3 0 0,3-2-1 15,-3-3 0-15,3 0 0 0,-3-1 0 0,2-4 0 16,1 0 9-16,0-3 3 0,0 0 0 0,0-3 0 15,0 0 9-15,0-2 0 0,0 0 0 0,3-3 0 16,-6-3 0-16,2 3 9 0,1-5-1 0,-3 0-8 16,0 0 46-16,0-3 2 0,3 0 1 0,-3 0 0 15,0 0 5-15,-3-2 1 0,3-1 0 0,-3 3 0 16,0-2 1-16,-3-1 0 0,3 1 0 0,-3-1 0 16,0 1-17-16,0-1-3 0,0 1-1 0,-3-4 0 15,3 4-11-15,-3-3-1 0,3 0-1 0,-3-1 0 0,0 4-7 16,-3-3-2-16,3 2 0 0,0 1 0 0,-3 2-5 0,0 3-8 0,0-3 11 15,0 5-11-15,0 1 9 0,-3-1-9 0,0 0 0 0,0 3 9 16,0 1-9-16,-3-1 0 0,3 2 0 0,-6 1 0 31,3 0-30-31,0-1-8 0,-3 1-2 0</inkml:trace>
  <inkml:trace contextRef="#ctx0" brushRef="#br0" timeOffset="95131.278">16567 3929 2269 0,'0'0'64'15,"0"0"15"-15,0 0-63 0,0 0-16 0,-3-8 0 0,3 8 0 16,0 0 56-16,0 0 8 0,0 0 1 0,0 0 1 15,0 0-29-15,0 0-5 0,0 0-2 0,0 0 0 16,3 8 2-16,0 0 0 0,0 3 0 0,3 2 0 16,-3 0-32-16,0 3 0 0,3 0 0 0,-3 3 0 15,3-4 0-15,0 7 0 0,0-9 0 0,0 5 0 16,3-2-10-16,-3 3-8 0,0-3-2 0,3 5 0 16,-3-11 20-16,0 4 0 0,-1-1 0 0,4-5 0 15,0 0 0-15,0-3 0 0,0 0 0 0,0 1 0 16,0-6 0-16,0 0 0 0,3-3 0 0,-3-2 0 15,3-3 15-15,3 0 0 0,-3 0 0 0,2-8 0 16,1 3 1-16,-3-3 0 0,3 0 0 0,3 3 0 16,-6-8-16-16,6 2 9 0,-6 1-9 0,2-6 8 15,1 5-20-15,-3-2-4 0,0-3 0 0,3 0-1 16,-3 1 17-16,0-4 0 0,3-2 0 0,-6 5 0 0,3-2-22 16,-1-1-1-16,-2 6 0 0,0-3 0 15,0 11-157-15,-3-5-31 0,0 7-6 0</inkml:trace>
  <inkml:trace contextRef="#ctx0" brushRef="#br0" timeOffset="95555.017">16862 3813 2229 0,'-3'-3'46'0,"3"3"12"16,-6 0-46-16,6 0-12 0,-3-5 0 0,3 5 0 15,0 0 87-15,0 0 15 0,0 0 3 0,0 0 1 16,0 0-47-16,0 0-10 0,0 0-1 0,-3 8-1 16,3 5-26-16,3-5-5 0,-3 8 0 0,3 0-1 15,0 2-15-15,3-2 9 0,-3 5-9 0,3-2 8 16,0-1-8-16,-3 4 0 0,6-1 0 0,-3 3 0 16,0-3 0-16,0 3 0 0,0-6 0 0,-3 3 0 15,2 0 0-15,1 1 8 0,0-1-8 0,0-3 0 16,0 1 0-16,0-6 0 0,0 3 0 0,0-6 0 15,0 1 36-15,0-3 1 0,3 0 1 0,0-3 0 16,3-2-30-16,0-3-8 0,0 0 0 0,0-3 0 16,2-2 36-16,4-3 5 0,0-3 2 0,0 1 0 0,3-6-13 15,-3 0-2-15,3 3-1 0,-1-8 0 0,4 5-11 0,-3-5-1 16,3 5-1-16,-3-5 0 0,2-3-14 16,-2 3 0-16,0-3 8 0,3 0-8 0,3 0 0 15,3 0 0-15,2-2 0 0,4-1 0 16,0 6-10-16,2 0-5 0,1 0-1 0,3 2 0 15,-4 6-96-15,1-5-19 0,0 7-4 0,3-2-1 16,2 5-95-16,1 0-19 0</inkml:trace>
  <inkml:trace contextRef="#ctx1" brushRef="#br0">24729 7787 0,'0'0'15,"0"0"-15</inkml:trace>
  <inkml:trace contextRef="#ctx0" brushRef="#br0" timeOffset="97125.272">20199 3908 2086 0,'0'0'59'0,"0"0"13"0,-3-5-57 0,3 5-15 0,-3-5 0 0,0 2 0 15,3 3 68-15,-3-3 10 0,3 3 2 0,0 0 1 16,0 0-41-16,0 0-8 0,0 0-1 0,0 0-1 15,0 0-15-15,0 0-3 0,0 0-1 0,0 0 0 16,-3 6-11-16,0 4 0 0,3 3 0 0,0 1 0 16,0-1 0-16,3 5-11 0,-3-2 1 0,3 3 0 15,0-3 10-15,0 2 14 0,0-2-3 0,0 3-1 16,3-6-10-16,-3 3 0 0,0-6 0 0,3 1 0 16,-3-1 0-16,2 1 0 0,4-3 0 0,-3 0 0 0,3 0-8 15,-3-6 8-15,3 4 0 0,3-6 0 0,0 0 0 16,0-6 0-16,-3 4 0 0,6-6 0 0,0 0 0 15,2-3 0-15,1 1 0 0,3-6 0 0,0 3 0 0,0-3 0 16,3 3 8-16,-1-11-8 0,-2 5 0 0,0-2 0 0,0-3 0 16,0 0 0-16,-3-5 0 0,5-2-14 15,-2 1 3-15,0-1 1 0,0-1 10 16,-3 8 0-16,3-5 8 0,0 0-8 16,-4 5-19-16,1 6-8 0,0-4-1 0,-3 4-1 15,-3 2-18-15,-3 3-3 0,-3 0-1 0</inkml:trace>
  <inkml:trace contextRef="#ctx0" brushRef="#br0" timeOffset="97568.85">20437 3813 1934 0,'-6'5'40'0,"6"-5"9"15,-6 0-39-15,3 3-10 0,3-3 0 0,-6 5 0 16,3 0 80-16,0 1 13 0,0 4 3 0,0-2 1 0,0 0-76 16,3 0-21-16,-3 5 8 0,3 1-8 15,0-1 20-15,0 5 2 0,0-4 0 0,0 1 0 16,3 1-35-16,0 0-7 0,0 3-2 0,0-3 0 15,0-1 35-15,3 1 7 0,0 0 2 0,0 0 0 0,0-3-35 0,0 3-7 0,3-3-2 0,0 1 0 16,0-4 22-16,0 3 0 0,-1-5 0 0,4 0 0 16,-3 0 47-16,0-5 13 0,3 5 4 0,-3-8 0 15,3 0 0-15,-3-8 0 0,0 5 0 0,3-5 0 16,3 0 0-16,-4-2 0 16,1-6 0-16,3 3 0 0,0-3-52 15,3 3-12-15,0-6 0 0,3 3 0 0,0-2 0 0,-1-3 0 0,4-1 0 0,0-1 0 16,0 1 0-16,0-7 0 0,-1 0-8 0,4-3 8 15,-3 6-52 1,0-3-6-16,3 2-2 0,-1-2 0 0,1 3-24 0,3 2-6 16,0-2-1-16,3 2 0 0,2 3-114 15,1-1-23-15</inkml:trace>
  <inkml:trace contextRef="#ctx0" brushRef="#br0" timeOffset="98280.196">23211 3654 2066 0,'-18'-3'43'0,"12"1"10"0,3 2-42 0,-3-5-11 0,3 2 0 0,-3 3 0 16,6 0 87-16,0 0 15 0,0 0 3 0,0 0 1 15,0 0-67-15,0 0-14 0,0 0-2 0,0 0-1 16,0 0 10-16,0 0 1 0,0 0 1 0,0 8 0 16,0-3-26-16,0 3-8 0,0 8 0 0,0-5 0 15,3 7 0-15,-3 1 0 0,3 2 8 0,-3 5-8 16,3-2-26-16,0 5-9 0,0-5-1 0,0 0-1 16,3 0 17-16,-3-1 4 0,3-7 1 0,0 5 0 15,0-7-19-15,3 2-4 0,0-6-1 0,0 1 0 16,3-3 27-16,-3 0 12 0,3-6-12 0,-1 4 12 15,1-6 14-15,3-6 10 0,0 4 3 0,0-9 0 0,0 3 19 0,0-3 4 16,0-4 1-16,3 1 0 0,-1-7-4 0,4 0-1 16,0-3 0-16,3 0 0 0,0-2-34 0,2-3-12 0,4 0 0 15,3 0 9-15,-3 0-9 0,-1 2 0 0,4-2 9 0,0 2-9 16,-6 1 0-16,3 0 0 0,-7 2 0 16,4-3 8-1,-3 1-8-15,0 5-10 0,0-8 10 0,-1 5-13 0,-5 5 13 16,0 1 0-16,0 4-10 0,-3 1 10 15,-3 3-122-15,-3 4-20 0,-3-2-4 0</inkml:trace>
  <inkml:trace contextRef="#ctx0" brushRef="#br0" timeOffset="98729.599">23625 3577 1824 0,'0'0'76'16,"0"0"-60"-1,0 0 89-15,0 0 19 0,0 0 3 0,0 0 1 16,-6 6-52-16,3-4-9 0,0 4-3 0,0-1 0 15,0 3-51-15,0 2-13 0,0 1 0 0,3 5 0 16,-3-6 25-16,0 9 3 0,3-3 0 0,-3 5 0 16,3-2-45-16,-3 7-9 0,3-2-2 0,0 0 0 15,0 2 28-15,3-2 0 0,-3 0 0 0,3-3 0 16,3 0 0-16,0-5 0 0,0 2 0 0,3-2 0 16,-3-2 0-16,3-4-8 0,-3-2 8 0,3 3 0 0,2-6 0 15,-2-2 0-15,3 5 0 0,0-8 0 0,3 0 21 16,-3-6 7-16,6 4 0 0,-3-6 1 0,3 2 6 0,-4-2 1 0,-2 1 0 0,6-7 0 15,-3 1 4-15,3 0 0 0,-3-3 1 16,6-5 0-16,0 2-24 0,2-7-5 0,1-1 0 16,6 1-1-16,-3 2 1 0,0-2 0 0,2 2 0 0,1 0 0 15,-3-2-26-15,0-1-5 0,-1 6-1 0,1-6 0 16,0 4-121-16,0 1-25 16,0 4-5-16</inkml:trace>
  <inkml:trace contextRef="#ctx0" brushRef="#br0" timeOffset="104696.023">16189 10126 1269 0,'0'0'53'0,"0"0"-42"15,0 0 27-15,3 0 6 0,3 3 0 0,0-3 1 16,0 0-6-16,3 0-2 0,0 0 0 0,0-3 0 16,3 3-37-16,3-2 0 0,0-1 0 0,5 0 0 15,1 1 22-15,3-1 0 0,3-2 0 0,0 2 0 16,-1 0 17-16,4 1 3 0,0-1 1 0,-3-2 0 15,2 2-23-15,1 1-5 0,0-1-1 0,3 3 0 16,-1-3-5-16,1 1-1 0,3-1 0 0,0 3 0 16,-4-3-8-16,-2 3 10 0,0-2-10 0,-3 2 10 15,-3 0-2-15,-4 0 0 0,-2 2 0 0,0-2 0 16,0 3 12-16,-3-3 1 0,0 0 1 0,0 3 0 16,-4-1 4-16,-2 1 1 0,3 0 0 0,-3-1 0 15,-3 1 4-15,3-1 1 0,-3 1 0 0,3 0 0 0,-3-1-3 0,-3 1 0 16,-3-3 0-16,6 5 0 0,-3 1 15 15,-3-6 2-15,6 5 1 0,-6 3 0 16,3-3-38-16,0 3-9 0,-3 0 0 0,3 0 0 0,-3-3 0 16,0 3 0-16,0 3 0 0,0-3 0 15,0 5 0-15,-3 0 12 0,3 3-4 0,0 0 0 16,0 5-8-16,-3 3-9 0,3 2 9 0,0 3-13 0,0 1 13 0,0-1 8 16,0-3 0-16,0 6-8 0,0-6 0 0,0 3 0 15,0 1 0-15,0-1-12 0,0 2-5 0,0 4-1 0,0 2 0 0,0 0 0 16,0 0-2-16,0-5 0 0,0 2 0 0,0-2 0 15,0-3 4-15,0-3 1 0,0-2 0 0,0-3 0 16,3 1 6-16,-3-4 1 0,0 3 0 0,0-2 0 16,0-3-4-16,0 2 0 0,0-2 0 0,0 3 0 15,3-6 12-15,-3 0 0 0,0 0 0 0,3 1-8 16,-3-7 8-16,0 4 14 0,3-3-3 0,-3 0-1 16,0-3-10-16,0-5 0 0,0 0 0 0,0 6 0 15,0-6 0-15,0 0 0 0,0 5 0 0,0-5 0 16,0 0 16-16,0 0 0 0,-6 2 1 0,0 1 0 15,0 0 8-15,0-3 2 0,-3 0 0 0,3 0 0 16,-3 0-6-16,0 0-1 0,0-3 0 0,-3 3 0 16,0 0-20-16,3-3 0 0,-2 3 0 0,-4-2 0 15,3 2 56-15,-6 0 6 0,6-3 2 0,-6 1 0 16,-3 2-75-16,-2 2-14 0,-1 1-3 0,-6-3-1 16,0 2 29-16,-3 1 0 0,-2 0 0 0,2 2 0 15,0-2 27-15,3 2-2 0,1-2 0 0,-1 2 0 16,0 0-39-16,-3 3-8 0,1 0-2 0,-1-3 0 0,0 3 24 0,0-2 0 0,1-1 0 15,-1 3 0-15,6-3 15 0,0 0 7 0,4-2 2 0,-1 2 0 32,3-2-41-32,3 0-8 0,3-1-2 0,0 1 0 0,3-3 27 0,0 0 0 0,1 3 0 0,2-3 0 15,0 2 0-15,3-2-10 0,-3 0 10 0,9 0 0 16,0 0 0-16,0 0 0 16,0 0 0-16,0 0 0 0,0 0-8 0,0 0 8 15,0 0 0-15,0 0 0 16,0-5 0-16,-3 0-8 0,6 2 8 0,-3-2 0 0,3-1 23 0,0 1 8 0,0 0 1 15,3-3 1-15,-3 3-33 0,0-1 0 0,3 1 0 16,-3-3 0-16,0 0 0 0,3-2 0 0,-3 2 0 0,2-3 0 16,-2-2 0-16,0 0 0 0,0-1 0 0,0 1 0 15,0-3-21-15,0-2-11 0,0 2-3 16,0-5 0-16,0 2 56 0,-3-2 11 0,3-3 3 0,-3 0 0 16,3-2-35-16,-3-3 0 0,0-3 0 0,3-5 0 15,-3 0-44-15,0-3-16 0,3-2-4 0,-3 0 0 16,0 2 76-16,3 5 16 0,-3-2 2 0,0 6 1 15,0-4 1-15,0 1 1 0,-3 0 0 0,3-1 0 16,0 3-33-16,-3 1 0 0,3-1 0 0,0 3 0 16,0 2 0-16,0 3 0 0,3 3 0 0,-3 0 0 15,3 0 0-15,0 2 0 0,0 1 0 0,3-1 0 16,-3 4 0-16,0-1 0 0,3 0 0 0,-3 0 0 16,0 0 0-16,3-2 0 0,-3 2 0 0,0-3 0 15,0 3 12-15,3 3-12 0,-3-3 12 0,3 3-12 0,-3 0 9 16,0-1-9-16,0 4 0 0,0-1 9 0,0 3-9 15,-3 0 0-15,3 0 0 0,0 3 0 0,-3 0 0 16,0 2-11-16,2 1 1 0,-2 2 0 0,0 0 10 0,0 0 12 16,0-6-2-16,0 6-1 15,0 0-31-15,0 0-6 0,0 0-2 0,6-2 0 16,0 2-62-16,0 0-12 0,3-3-2 0</inkml:trace>
  <inkml:trace contextRef="#ctx0" brushRef="#br0" timeOffset="106591.038">13076 14164 1580 0,'-6'5'67'0,"3"1"-54"15,0-4 41-15,0 6 8 0,3-3 2 0,-3 3 0 16,0 3-40-16,0 0-8 0,3 2-2 0,-3 3 0 16,0 0-14-16,0-1 0 0,3 7 8 0,-3 1-8 15,0 1-10-15,0 3-5 0,0 2-1 0,0 0 0 16,0-5 16-16,0 2 8 0,0-5 0 16,0 1-8-16,3-4 0 0,-3-2 0 0,0-3-10 15,0 0 10-15,3-2 0 16,-3 0 0-16,3-4 0 0,-3-1 0 0,3-6-15 0,0 0 5 0,0 0 1 0,0 0 0 15,0-6 9-15,-3-1 0 0,3-7 0 0,0 1 0 16,3-3 0-16,-3-5 0 0,3-3 0 0,3-5 0 16,-3 0 0-16,6-3 12 0,-3-2-2 0,6-1-1 15,-3 4 19-15,3-1 4 0,3 3 1 0,3 0 0 16,-4 0 20-16,4-3 4 0,0 3 1 0,3-3 0 16,-3 3 5-16,3 0 1 0,-3 0 0 0,-1 2 0 15,-2 3-27-15,3 6-5 0,-6 2 0 0,0 0-1 16,0 6-11-16,-3 2-1 0,0 2-1 0,0 1 0 15,-3 5 27-15,3 0 6 0,-4 3 1 0,1 5 0 16,-3 2-42-16,3 3-10 0,-3 3 0 0,0 0 0 16,3 8-12-16,-3 0-5 0,0 2-1 0,3 1 0 0,-3-1 18 15,0 1 0-15,0-3 8 0,0-1-8 0,0 1 16 16,0 0-2-16,0 0-1 0,-3 0 0 16,3 5-61-16,-3-3-13 0,3 6-3 0,-3-3 0 15,0 0-58-15,0-5-12 0,0 0-2 0</inkml:trace>
  <inkml:trace contextRef="#ctx0" brushRef="#br0" timeOffset="106824.789">13108 14273 2191 0,'0'0'62'0,"0"0"14"15,0 0-61-15,6-6-15 0,0 4 0 0,0-1 0 16,3-2 39-16,3 5 5 0,-3-3 0 0,3 3 1 16,0 0-11-16,0 0-2 0,0 0-1 0,0 0 0 15,2 3-18-15,1-3-3 0,0 0-1 0,0 2 0 16,0 1-9-16,-3-3 0 0,3 0 0 0,0 0 0 16,3 0 0-16,-4-3-14 0,4 3 3 0</inkml:trace>
  <inkml:trace contextRef="#ctx0" brushRef="#br0" timeOffset="107293.49">13915 14071 1824 0,'0'0'76'0,"-6"0"-60"16,0 0 38-16,6 0 8 0,-6 0 2 16,6 0 0-16,-6 3 0 0,0 0 0 0,6-3 0 0,-3 2 0 15,3-2-52-15,-3 8-12 0,3-2 0 0,3 2 0 16,0-3 0-16,3 0 0 0,0 0 0 0,3 3 0 15,3-2 0-15,0 2 9 0,3-6-9 0,0 6 8 16,0-3-8-16,2 1 0 0,1 2 0 0,0-3-11 16,0 0 11-16,-3 3 0 0,0 0 0 0,0 0 0 15,-3 0 0-15,0 0 0 0,-1 3 0 0,-2-4 0 16,0 1-12-16,-3 3 4 0,3-3 0 0,-6 3 0 16,0-4-38-16,-3 4-7 0,-3 0-2 0,0 2 0 15,0-3 55-15,-3 4 20 0,0-1-1 0,-3 0 0 16,-6-2-19-16,4 5 0 0,-4-3 0 0,-3 0-9 15,0 0 9-15,-3 3 0 0,0-3 0 0,0 1 0 16,1-1 0-16,-1-5 0 0,0 2 0 0,0-2 0 16,6 0 0-16,0-5 0 0,3 2 0 0,1 0-8 15,2-5-107-15,3 0-21 0,6 0-4 0</inkml:trace>
  <inkml:trace contextRef="#ctx0" brushRef="#br0" timeOffset="108084.325">14359 14172 1720 0,'-6'5'36'0,"3"6"8"0,-3-3-35 0,3 0-9 0,0 0 0 0,0 0 0 16,0 0 24-16,0 2 2 0,3 1 1 0,-3-1 0 15,0 4-9-15,0-4-2 0,3 3 0 0,-3 1 0 16,0 1-16-16,3-1 10 0,-3 2-10 0,3-1 8 16,0-1-8-16,0 2 0 0,-3-3 0 0,3 3 0 15,0-3-19-15,0-3 1 0,0 1 0 0,3-3 0 16,-3 0 27-16,0-3 6 0,0-5 1 16,0 0 0-16,0 0-16 0,0 0 0 0,6-8 0 0,-3-2 0 15,0-4 0-15,3-1 0 0,0-4 0 0,0-2 0 16,0 2 0-16,0-2 0 0,3 0 0 0,-3 0 9 15,2 0-21-15,1 0-5 0,3-3-1 0,-3 3 0 16,0-3 53-16,3 3 10 0,-3-1 3 0,3-1 0 16,-3-1 25-16,3 3 6 0,-3-6 1 0,3 3 0 15,-4 3-37-15,1 0-7 0,3 0-2 0,0 2 0 16,0 1-3-16,0 5-1 0,0-1 0 0,0 6 0 16,0-2-30-16,0 4 0 0,0 1 0 0,-3 0 0 0,2 5 16 15,-2-3-4-15,0 3 0 0,3 3 0 0,-6-3-3 0,0 5-1 16,3 0 0-16,-6 3 0 0,3 0 0 0,-3 3 0 0,-3 0 0 15,0-1 0-15,0 3-8 0,-3 3 12 0,0-3-12 16,0 3 12 0,-3 0-37-16,0 0-7 0,0 3-2 0,-3-4 0 0,0-1 12 0,0 2 2 0,-3-3 1 0,4 0 0 15,-4-2 7-15,3-1 0 0,0 1 1 0,0-3 0 16,3 0 11-16,-3 0 0 0,3-3 0 16,0 3 0-16,-3-6-27 15,9-2-6-15,-3 6-2 0,3-6 0 0,0 0 35 0,0 0 0 0,0 0 0 0,0 0 0 16,0 0 11-16,0 0 9 0,0 0 1 0,3 0 1 15,6 0-35-15,-3 0-7 0,3-3-2 0,0 3 0 16,0 0 69-16,3 0 13 0,0-3 4 0,-1 3 0 16,1 0-64-16,0 3-20 0,0-3 0 0,0 3 0 15,0-1 20-15,0 1 0 0,-3 0 0 0,0 2 0 16,0 0 12-16,-3 3-3 0,0-2-1 0,0 4 0 16,-3 1 0-16,-3-3 0 0,0 5 0 0,-3-3 0 15,0 6 0-15,-6-2-8 0,3 4 12 0,-6-2-4 16,0 0-8-16,0 2 0 0,-3 1 0 0,-3 2 0 15,3-5 0-15,-2 0 0 0,-1 2-12 0,0-2 12 16,3-3-9-16,-3 1 9 0,0-1 0 0,0-3 0 16,0 1-8-16,-2 0 8 0,2-1 0 0,-3-2 0 15,0 0 0-15,0-3 0 0,3-2 0 0,1 0 0 16,2-1-19-16,-3-2 3 0,6-5 1 0,0 2 0 16,3-2-45-16,3 0-8 0,0-3-3 0,3 0 0 15,6 0-111-15,0-3-22 0</inkml:trace>
  <inkml:trace contextRef="#ctx0" brushRef="#br0" timeOffset="108504.877">15112 14193 991 0,'-6'5'20'0,"3"1"6"16,0-4-26-16,3-2 0 0,-3 3 0 0,3-3 0 15,-3 5 129-15,3-5 21 0,0 0 4 0,0 0 1 16,0 0-36-16,0 0-7 0,0 0-2 0,0 0 0 16,0 0-11-16,0 0-3 0,0 0 0 0,0 0 0 15,0 0-35-15,0 0-7 0,0 0-2 0,0 0 0 16,0 0-20-16,0 0-4 0,0 0 0 0,0 0-1 16,6-2 6-16,-6 2 2 0,6-3 0 0,-6 3 0 0,6-5-35 15,-6 5 0-15,0 0 0 0,3-3 0 0,-3 3 8 0,3-5-8 16,-3 5 0-16,3-6 0 0,-3 6 0 0,0 0-11 0,3-2 2 0,-3 2 0 31,0 0-141-31,0 0-28 0,0 0-6 0</inkml:trace>
  <inkml:trace contextRef="#ctx0" brushRef="#br0" timeOffset="108868.113">15094 14516 1516 0,'0'0'32'0,"0"0"6"0,0 8-30 0,0-8-8 0,0 5 0 0,0 0 0 15,0-5 43-15,0 8 7 0,0-8 2 0,3 6 0 16,-3-6 22-16,0 5 5 0,0-5 1 0,3 5 0 15,-3-5-3-15,0 0 0 0,0 0 0 0,0 0 0 16,0 8-10-16,0-8-3 0,0 0 0 0,-3 6 0 16,3-6-37-16,0 0-8 0,0 0-2 0,0 0 0 15,0 0 23-15,0 0 4 0,0 0 0 0,0 0 1 16,0 0-11-16,0 0-2 0,0 0-1 0,0 0 0 16,0 0-15-16,0 0-4 0,6-6 0 0,0 1 0 15,-3 0-12-15,3-3 0 0,0-3 8 0,-3 3-8 16,3-2 0-16,-1-4-8 0,1 4 8 0,0-6-13 15,3 3-185-15,3-3-37 0</inkml:trace>
  <inkml:trace contextRef="#ctx0" brushRef="#br0" timeOffset="113262.913">15966 14172 1862 0,'0'0'86'0,"0"0"-77"0,0 0-9 0,-3-5 0 0,3 5 0 16,0 0 54-16,0 0 9 0,0 0 1 0,0 0 1 15,0 0-12-15,0 0-2 0,0 0-1 0,-6 2 0 16,3 4-21-16,-3 2-4 0,0-1-1 0,3 4 0 15,-3 5-16-15,0 0-8 0,0 2 0 0,0 4 8 16,0 4-25-16,0-2-6 0,1 5-1 0,-4 0 0 16,3 0 24-16,0-2 0 0,0-1 0 0,-3 3 0 15,3-5-12-15,0-3 3 0,-3 0 0 0,3 0 0 16,0-5 9-16,-3 3-10 0,3-1 10 0,0-4-10 16,0-1 10-16,3 0 0 0,-3-5 0 0,3 0 0 15,0-5 14-15,3-3-2 0,0 0 0 0,0 0 0 16,0 0-12-16,0-6 0 0,-3-2 0 0,3-2 0 15,3-1 0-15,-3-5 0 0,3 3 0 0,-3-5 0 16,3-1 54-16,3-2 8 0,-3 0 2 0,3-3 0 16,0 0-52-16,0-2-12 0,3-3 0 0,0-1 0 15,-3 4 0-15,6-1 0 0,-3 1 0 0,3 0 0 0,-3 2 36 16,3 3 4-16,-1-1 0 0,1 4 1 16,0 2-14-16,0 0-3 0,0 0-1 0,0 3 0 15,0 0-23-15,-3 2 0 0,0 1 0 0,-3 2 8 0,3 0-8 16,-3-3 0-16,-1 6 0 0,-2 0 0 15,3-1 0-15,-3 4 9 0,0-4-1 0,0 4-8 0,0-1 10 0,-3 3-10 16,6-3 8-16,-3 1-8 0,-3 2 0 0,3-3 8 0,-3 3-8 0,0 0 0 16,3 0 8-16,-3 0-8 0,0 0 0 0,6-3 8 15,-6 3-8-15,6 3 0 0,-3 0 0 0,3 2 0 16,0 0 0-16,-3 1 0 0,3-1 0 0,-3 3 0 16,0 0 0-16,3 2 8 0,0 1-8 15,-3 2 0-15,3 0 0 0,-3 3 0 0,0 3 0 0,-3-1-11 16,3 1-11-16,-3-1-2 0,3 1-1 0,-3 2 0 15,-3 0-15-15,3 0-2 16,-3 3-1-16,0 0 0 0,0-3-25 0,0 0-4 16,0 1-2-16,0-1 0 0,-3-3-82 0,3 1-17 15,-3-1-3-15</inkml:trace>
  <inkml:trace contextRef="#ctx0" brushRef="#br0" timeOffset="113547.966">15906 14368 2090 0,'0'0'44'0,"0"0"8"0,0 0-41 15,0 0-11-15,0 0 0 0,0 0 0 0,0 0 56 0,0 0 10 0,0 0 2 0,0 0 0 16,0 0-23-16,0 0-4 0,0 0-1 0,6 2 0 15,0 1-7-15,6-3-1 0,0 3-1 0,0-1 0 16,3 1 13-16,0-3 2 0,3 0 1 0,0-3 0 31,-1 3-63-31,4-2-13 0,0-1-3 0,0-2 0 0,0 2 0 16,0-5 0-16,-1 0 0 0,4 0 0 16,3-2-179-16,0-1-36 0</inkml:trace>
  <inkml:trace contextRef="#ctx0" brushRef="#br0" timeOffset="114247.323">16728 14127 1821 0,'0'0'52'0,"0"0"11"0,-3 3-51 0,3-3-12 0,-6 2 0 0,3 4 0 16,3-6 42-16,-3 5 6 0,0 0 0 0,0 3 1 15,0-3-33-15,0 3-8 0,3 0 0 0,0 3-8 16,-3-1 0-16,3 4 0 0,0-1 0 0,0 3 0 15,0-3 32-15,0 3-1 0,0 0 0 0,0 2 0 16,0 1-31-16,-3 2 0 0,3 0 0 0,0-2 0 16,0 2 11-16,-3-3-11 0,3 1 12 0,-3-3-12 15,3 0 0-15,-3-3 0 0,3 0 0 0,-3 0 0 16,0-5 28-16,0 0 0 0,0 0-1 0,-3-3 0 16,6-5-27-16,0 0 0 0,0 0 0 0,0 0 0 15,0 0 0-15,-6-5 0 0,4 0 0 0,-1-3 0 16,3-3 56-16,-3-2 7 0,3-3 1 0,0 0 0 15,0-2-52-15,3-3-12 0,0-3 0 0,-1 0 0 0,1 0 54 16,3 0 8-16,0 1 2 0,0-1 0 0,3 3-52 0,0-1-12 16,0 4 0-16,3-3 0 0,0 2 32 0,3 1 4 0,0-3 1 0,3 5 0 15,-4-3-21-15,1 3-4 0,3 0 0 0,0 3-1 16,-3 3-11-16,0-1 0 0,3 3 9 0,-3 0-9 16,-4 5 0-16,1 3 9 0,0 0-9 15,-3 6 0-15,0-1 8 0,0 3-8 0,0 0 0 0,-3 2 0 16,0 4 9-16,-3-1-9 0,0 0 0 0,0 3 9 15,-3-3-9-15,0 1-17 0,0 1 4 0,-3-1 1 16,0 1-8-16,-3-1 0 0,0 2-1 0,0-3 0 16,3 3 11-16,-6-3 10 0,3-2-13 0,-3 2 5 15,3-3 8-15,-3 1 0 0,3-3 0 0,-3 2-8 16,4-4 8-16,-1 2 0 0,0-3 0 0,6-5 0 16,0 0-18-16,0 0 2 0,0 0 0 0,0 0 0 15,0 0 16-15,6 0 11 0,-3 3-2 0,2-3 0 16,4-3-9-16,0 0-12 0,3 1 2 0,-3-4 1 15,3 4 37-15,0-4 8 0,3 1 2 0,0 0 0 16,-3 0-10-16,3 2-1 0,-1 3-1 0,1-3 0 16,0 3-26-16,-3 3 0 0,3 0-14 0,-3 2 5 15,-3 3 21-15,0 0 5 0,0 0 1 0,-3 5 0 16,0 0-6-16,-3 3-2 0,0 3 0 0,-3-1 0 16,0 1-10-16,-6-1 12 0,0 3-12 0,-6-2 12 0,3-1-12 15,-6-2 8-15,3 0-8 0,-6 3 8 16,3-4-30-16,-3-1-6 0,4 2-2 0,-4-1 0 0,0-1 18 0,-3-1 3 15,3-3 1-15,0 1 0 16,0 0-32-16,1-3-5 0,-1-3-2 0,-3-2 0 16,3-1-104-16,0-2-21 0,0-2-4 0</inkml:trace>
  <inkml:trace contextRef="#ctx0" brushRef="#br0" timeOffset="114620.775">16689 13873 1333 0,'-41'-3'28'0,"26"1"6"0,0 2-34 0,3 0 0 0,-3 0 0 0,3 0 0 16,0 2 110-16,0-2 15 0,3 0 3 0,0 0 1 15,1 3-1-15,-1-3 0 0,3 0 0 0,6 0 0 16,0 0-51-16,0 0-10 0,0 0-3 0,0 0 0 15,0 0 0-15,0 0 0 0,0 0 0 0,0 0 0 16,6 5-51-16,0-5-13 0,5 3 0 0,1-3 0 16,0 0 0-16,6 0 0 0,0-3 0 0,3 1 0 15,6-1 54-15,-1 0 8 0,4-2 2 0,3 0 0 16,-3 2-52-16,5-2-12 0,-2 0 0 0,0-1 0 16,-3 1 0-16,-7 0 0 0,1-1 0 0,0 1 0 15,0-3 0-15,-3 3 0 0,0 2 0 0,-4-2 0 16,-2 0 9-16,0 2-1 0,-3-2 0 0,0 2 0 15,-3 0-8-15,-3 1-9 0,-6 2 9 0,0 0-13 16,0 0-11-16,0 0-1 0,0 0-1 0,0 0 0 16,0 0-38-16,0 0-8 0,0 0-2 0</inkml:trace>
  <inkml:trace contextRef="#ctx1" brushRef="#br0" timeOffset="19147.949">17335 18043 0,'0'0'0,"0"0"15</inkml:trace>
  <inkml:trace contextRef="#ctx0" brushRef="#br0" timeOffset="115728.033">13102 15463 2066 0,'-5'6'43'0,"-1"-4"10"0,0 3-42 0,3-2-11 0,3-3 0 0,-6 3 0 16,0 2 46-16,0 3 7 0,3-3 2 0,0 3 0 16,-3 3-37-16,3 2-7 0,-3 3-2 0,0 0 0 31,3 5-9-31,0 0 0 0,0 3 0 0,0 2 0 0,0-2 0 0,0 0 0 0,0 0 0 0,0 2 0 16,0-5 0-16,0 3 0 0,0 0 0 0,-3-3 0 15,3 3 0-15,-3-3 0 0,0 0 0 0,3 1 0 16,-3-4 0-16,3 1 0 0,-2-4 0 15,-1-1 0-15,3-4 32 0,0 1 4 0,0-3 0 0,0-6 1 16,3-2-8-16,0 0-1 0,0 0-1 0,0 0 0 16,-3-7-27-16,3-7 0 0,-3-2 0 0,3-2 0 15,3-3 0-15,-3-3 0 0,3 0 0 0,0-2 0 16,0-3 0-16,3 2 0 0,3-2 0 0,-1-5 0 16,1-1 0-16,0 1 0 0,3-6 0 0,3 3 0 15,-3 3 56-15,3 2 7 0,0 3 1 0,3 0 0 16,-3 5-49-16,2 3-15 0,-2 0 8 0,0 2-8 15,3 3 0-15,-3 0 0 0,0 6 0 0,-3-4 0 16,0 6 0-16,-1 1 0 0,1 1 0 0,-3 4 0 16,0 2 0-16,0 2 0 0,-3 4 0 0,3-1 0 15,-3 5 20-15,0 4 11 0,0-4 1 0,-3 9 1 16,0-1-53-16,0 3-10 16,0 3-2-16,0 3-1 0,-3 2 33 0,3 0 0 0,-3 5 0 0,0 1 0 15,0-4-28-15,0 4 2 0,0-3 0 0,0 2 0 16,0 0-18-16,0 1-3 0,0-1-1 0,-3 3 0 15,3-2-18-15,-3-4-4 0,0 4-1 0,0-3 0 16,0-1-129-16,-3-4-25 0</inkml:trace>
  <inkml:trace contextRef="#ctx0" brushRef="#br0" timeOffset="115988.938">13076 15762 2017 0,'0'0'42'0,"0"0"10"0,0 0-42 0,0 0-10 0,0 0 0 0,0 0 0 16,0 0 55-16,0 0 9 0,0 0 1 0,0 0 1 16,0 0-23-16,0 0-5 0,6 0-1 0,0 0 0 15,0-2-7-15,2 2-2 0,1 0 0 0,0 2 0 16,3-2-14-16,3 0-3 0,-3 3-1 0,6-3 0 15,0 0-10-15,0 0 0 0,-1 0 0 0,4 0-11 16,-3-3-22-16,3 3-5 0,0-2-1 0</inkml:trace>
  <inkml:trace contextRef="#ctx0" brushRef="#br0" timeOffset="116377.332">13701 15794 1579 0,'0'0'32'0,"0"0"10"0,0 0-34 0,0 0-8 0,6 0 0 0,3-3 0 16,-3 3 104-16,0 0 20 0,2-2 3 0,1-1 1 15,0 3-52-15,3-3-9 0,0 3-3 0,-3-2 0 16,6 2-51-16,-3-3-13 0,3 0 0 0,0 3 0 15,0-2 0-15,-1-1 0 0,1 1 0 0,-3 2 0 16,3-3 0-16,0 3 0 0,0-3 0 0,-3 3 0 16,0-2-102-16,0 2-20 0,-4-3-4 0</inkml:trace>
  <inkml:trace contextRef="#ctx0" brushRef="#br0" timeOffset="116615.226">13781 15987 2176 0,'0'0'45'0,"0"0"11"16,0 0-44-16,0 0-12 0,0 0 0 0,0 0 0 0,0 0 40 0,0 0 5 0,3-5 2 0,0 2 0 16,3-2-14-16,0 0-2 0,0-1-1 0,3 4 0 15,0-4-6-15,0 4-2 0,0-1 0 0,3 0 0 16,-1-2-22-16,4 2 0 0,-3-2 0 0,3 0 0 15,0 0 0-15,0-1 0 0,3 1 0 0,-3 0 0 32,0-3-76-32,2 0-16 0,-2-3-3 0</inkml:trace>
  <inkml:trace contextRef="#ctx0" brushRef="#br0" timeOffset="117374.467">14376 15569 1844 0,'-5'5'52'0,"-1"3"12"16,0-2-52-16,0 4-12 0,3-2 0 0,-3 0 0 16,3 3 27-16,0-1 2 0,0 1 1 0,3 2 0 15,-3 3-18-15,3-3-4 0,0 3-8 0,0 3 12 16,0-4-12-16,3 1 0 0,-3 0 0 0,3 0 0 15,0 3 0-15,-3-4-8 0,3 1 8 0,0 3-13 16,0-3 13-16,0 0 0 0,-3-1 0 0,3 1-9 0,0-2 9 16,-3-1 0-16,0 0 0 0,3-2 0 0,-3-1 13 15,0-2-1-15,0-3-1 0,0 1 0 16,0-6 13-16,0 0 2 0,0 0 1 0,0 0 0 16,0-6-6-16,-3-2-1 0,0 1 0 0,3-7 0 0,-3 4 5 0,3-6 1 15,0 0 0-15,0-3 0 0,0 4 5 0,0-4 1 16,0 1 0-16,3-1 0 0,0 0-1 0,0-2 0 0,3-2 0 15,-1-1 0-15,1 0 1 0,0-5 1 0,3 2 0 0,0-2 0 16,3 3-1-16,-3 2 0 0,3 0 0 0,0 3 0 16,3 0-12-16,-3 2-4 0,0 3 0 0,2 1 0 15,-2 1-25-15,0 4-6 0,-3-1-1 0,3 6 0 16,0 0 16-16,-3-1 0 0,0 4 0 0,3 2 0 16,-3 0 0-16,-3 2 0 0,3 1 0 0,-3 0 0 15,0 4 20-15,-1-1 8 0,-2 2 0 0,0 2 1 16,-3 1-46-16,0-3-10 15,0 5-1-15,-3-2-1 0,0 2 16 0,0 0 3 0,-2-2 1 0,-1 5 0 16,0-3-37-16,0 3-7 0,0-3-2 0,-3 0 0 16,3 0 44-16,0 1 11 0,-3-1 0 0,3-3 0 15,0 1 0-15,0 0 0 0,0-1 0 0,0-2 0 16,0 0 0-16,3-3 0 0,0 3 0 0,3-8 0 16,0 0 0-16,-3 3 0 0,3-3 0 0,0 0 0 15,0 0 0-15,0 0 0 0,6 3 0 0,-3-1 0 16,3-2 0-16,3 0 0 0,-3 0 0 0,3-2 0 15,0-1 28-15,0 0 7 0,3 3 1 0,-3-2 1 16,3 2-24-16,0 0-5 0,-1 0 0 0,1 2-8 0,-3 1 23 16,3 0-3-16,0-1 0 0,-3 3 0 0,0 1-20 0,0-1-15 15,0 3 3-15,0 0 0 0,-3 0 12 0,0 2 16 16,0-2-3-16,-3 3-1 16,0 0-12-16,-3-4 0 0,3 4 0 0,-6 0 0 0,3-1 0 0,-3 3 9 0,0-2-9 15,-3 0 8-15,0-1-8 0,0 1 0 0,-3-1 0 16,0 1-11-16,-3 0 11 0,3-1 0 0,-3 3 0 15,0-2 0-15,0 0 0 0,-3-1 0 0,4 1 0 16,-1-3 0-16,0 0 0 0,0-3 0 0,3 0 0 16,0 0 0-1,0-5-80-15,0 3-13 0,0-6-3 0</inkml:trace>
  <inkml:trace contextRef="#ctx0" brushRef="#br0" timeOffset="118025.849">15237 15598 1811 0,'0'0'37'0,"0"0"11"15,0 0-39-15,0 0-9 0,0 0 0 0,0 0 0 16,0 0 114-16,0 0 21 0,0 0 4 0,0 0 1 16,0 0-46-16,0 0-9 0,-3-5-1 0,3 5-1 15,0 0-25-15,0 0-5 0,0 0-1 0,0 0 0 16,0 0-15-16,0-3-3 0,0 3-1 0,0 0 0 15,0 0-14-15,0 0-3 0,0-5-1 0,0 5 0 16,0 0 0-16,0 0 0 0,0 0 0 0,0 0 0 16,0 0-15-16,0 0 0 0,0 0 0 0,0 0 0 0,0 0 0 15,0 0-20-15,0 0 4 0,0 0 0 16,0 0-76-16,0 0-14 0,0 0-3 0</inkml:trace>
  <inkml:trace contextRef="#ctx0" brushRef="#br0" timeOffset="118267.088">15287 15895 2310 0,'-6'10'48'0,"6"-10"11"0,0 0-47 0,0 0-12 0,0 0 0 0,0 0 0 16,-3 3 104-16,3-3 20 0,0 0 3 0,-3 5 1 15,3-5-52-15,-3 3-9 0,3-3-3 0,-3 5 0 16,3-5-51-16,-3 5-13 0,3-5 0 0,0 0 0 16,0 0 0-16,0 0 0 0,0 0 0 0,0 0 0 15,0 0-100-15,0 0-22 0,0 0-5 0</inkml:trace>
  <inkml:trace contextRef="#ctx0" brushRef="#br0" timeOffset="120936.848">19821 6705 1580 0,'-3'-13'67'15,"-3"-1"-54"1,3 1 27-16,-3 0 6 0,0 0 1 0,0 0 0 15,0-1 27-15,0 4 6 0,-3-3 0 0,0 2 1 16,0 0-13-16,0 1-4 0,-3 2 0 0,0 3 0 16,-2-1-16-16,2 1-3 0,-6 0-1 0,0 2 0 15,0 6-20-15,-3-1-4 0,-3 4 0 0,4 4-1 16,-4 1-7-16,0 7-2 0,3 3 0 0,-3 3 0 16,4 5-10-16,-1 0 0 0,3 3 0 0,-3 3 0 15,3-1 0-15,0 0-9 0,-3 3 9 0,7 1 0 16,-1-1-8-16,3 0 8 0,3 2 0 0,0 1 0 0,6-3-8 15,3 0 8-15,3-5 0 0,3 2 0 0,3-2-12 16,3-3 12-16,6 0-12 0,-1-2 12 0,4-4-24 16,3-1 3-16,3-6 0 0,3-1 0 15,2-1-13-15,4-4-2 0,3-2-1 0,-1-3 0 0,4-5 46 0,0 0 10 16,-1-5 1-16,4-3 1 16,0 0-33-16,2-2-8 0,-2-4 0 0,3-1-1 0,-1447-1 68 0,2887-3 13 15,-1443-2 4-15,-4-3 0 0,-2 3-52 0,-3-5-12 0,-4-1 0 16,1-2 0-16,-6-3 54 0,-3-2 8 15,0-1 2-15,-4-2 0 0,-5 3 0 16,-3-3 0-16,-6 3 0 0,0-1 0 0,-9-2-36 0,0 0-8 0,-3-3 0 0,-9 1-1 16,0 2 21-16,-2 0 4 0,-7 2 0 0,0 1 1 15,-6 7-36-15,0 1-9 0,1 2 0 0,-10 6 0 16,0 2 0-16,-2 0-17 0,-7 5 4 0,0 1 1 16,1 7 12-16,-1 6 16 0,-2 2-3 0,-1 3-1 15,-3 5-72-15,4 3-16 0,-7 3-2 0,1 7-1 16,5 3-89-16,3 5-17 0,4 6-4 0</inkml:trace>
  <inkml:trace contextRef="#ctx0" brushRef="#br0" timeOffset="121974.106">20240 12225 1824 0,'-6'-14'76'0,"-3"1"-60"15,4 2 85-15,-1-2 18 0,0 3 3 0,0-1 1 16,0 3-43-16,-3 0-9 0,0 0-2 0,0 3 0 16,-3 2-4-16,0-2-1 0,-3 5 0 0,0-3 0 15,0 6-40-15,1-3-8 0,-4 5-1 0,-3-2-1 16,3 5 1-16,-3-3 0 0,-3 3 0 0,1 5 0 16,-1 1 16-16,3-1 3 0,-3 5 1 0,0 4 0 15,0-1-35-15,1 5 0 0,2 3 0 16,-3 3 0-16,3 0-12 0,-3 2-8 0,4 1-3 0,-1-1 0 15,0 0 37-15,6 1 7 0,0-1 2 0,0 3 0 16,3 0-43-16,6 3-8 0,0-3-1 0,6 3-1 16,0-6 10-16,3-2 1 0,6-3 1 0,0 0 0 15,3-5-13-15,3 0-2 0,3-3-1 0,0-3 0 16,3 1 5-16,2-3 1 0,1-3 0 0,0 0 0 16,3-5 2-16,0-3 1 0,5-2 0 0,-2 0 0 15,6-6 13-15,0 0 4 0,2-5 0 0,1 1 0 16,-3-1 18-16,-1-3 4 0,-2-2 1 0,3 0 0 15,-3-1-15-15,-1-2-18 0,4 3 4 0,-6-5 1 0,0-1 26 16,-4 1 6-16,4-4 1 0,-6-1 0 16,0-6 29-16,-6-1 7 0,-1 1 0 0,1-2 1 15,-6-1-45-15,0 3-12 0,-3-3 0 0,-3 3 0 16,0 0 53-16,-3 2 9 0,-3 1 2 0,0-3 0 0,-3 0-52 0,-3 0-12 16,0-1 0-16,-3-1 0 0,-3 2 54 0,0 2 8 15,0 1 2-15,-5-1 0 0,-4 6-52 0,0 0-12 0,-3 0 0 0,-6 2 0 16,4 1-12-16,-4 2-6 0,0 0-1 0,-3 3 0 31,1 2-14-31,-4-2-3 0,-3 5-1 0,0-3 0 0,-2 1-95 16,-4 2-20-16,3-3-3 0</inkml:trace>
  <inkml:trace contextRef="#ctx0" brushRef="#br0" timeOffset="123380.07">16335 15540 2269 0,'0'0'64'0,"-6"3"15"0,6-3-63 0,0 0-16 0,-3 5 0 0,0 0 0 0,0 3 0 0,3-3 0 0,0 3 0 0,0 3 0 16,0 2 54-16,0 0 8 0,0 3 2 0,-3 0 0 15,3 3-53-15,-3 2-11 0,3 0 0 0,-3 0 0 16,0 0 0-16,3 1 0 0,-3-1 0 0,0 0 0 15,3 0 0-15,-3 5 10 0,0 1-10 0,-3-1 8 16,3 3-8-16,0-2 0 16,-2 2 0-16,2 0-11 0,0-5 11 0,-3 0 0 0,3-3 0 15,0-3 0-15,0-4 0 0,0-1 0 0,0-2 0 0,0-4 0 16,3-7 0-16,0 0 0 0,0 0 0 0,0 0 0 16,0 0 0-16,-3-10 0 0,0-1 0 0,3-7 0 15,0-1 0-15,0-5 0 0,3-5 0 0,3 0 0 16,-3 0 0-16,3 0 0 0,3 0 0 0,0-3 0 15,-1 6 0-15,4-1 0 0,0-2 0 0,0 0 0 16,0 0 40-16,3-5 9 0,3-1 3 0,-3 1 0 16,0 2-19-16,-1 3-3 0,1 2-1 0,0 4 0 15,-3 1-10-15,3 4-3 0,0 2 0 0,-3 3 0 16,0 2-3-16,-3 3-1 0,3 0 0 0,-4 6 0 16,1-4-1-16,-3 6-1 0,3 3 0 0,0 0 0 15,-3 5-2-15,3 0 0 0,-3 2 0 0,0 6 0 16,0 3-8-16,0 4 0 0,-3 4 0 0,3 2 0 15,-3 0 0-15,3 3 0 0,0 2 0 0,-3 1 0 16,0-4 0-16,3-2 0 0,-3 1 0 0,-3 1 0 0,6-2-18 16,-3 6-6-16,0-1 0 0,-1 1-1 15,1-1-11-15,0 0-1 0,3-2-1 0,-6-3 0 16,3-2-123-16,-3-6-25 0,0 0-5 0</inkml:trace>
  <inkml:trace contextRef="#ctx0" brushRef="#br0" timeOffset="123629.968">16311 15850 1922 0,'-6'0'54'0,"6"0"13"16,0 0-54-16,0 0-13 0,0 0 0 0,0 0 0 15,0 0 42-15,0 0 6 0,6 0 0 0,0 0 1 16,6 0-5-16,0 0-2 0,0 0 0 0,3 0 0 16,0 0-20-16,3 0-4 0,-1-3-1 0,1 3 0 15,0-3-17-15,3 3 0 0,-3-2 8 0,0 2-8 16,0-3-21-16,-1 0-8 0,-2 1-2 0</inkml:trace>
  <inkml:trace contextRef="#ctx0" brushRef="#br0" timeOffset="123957.216">16192 15360 2066 0,'0'0'43'0,"0"0"10"16,6-3-42-16,0 1-11 0,0-4 0 0,3 4 0 0,3-1 52 0,0-2 9 0,3 0 2 0,0-1 0 16,-1 1-29-16,4 2-6 0,0-2 0 0,3 2-1 15,0-2 9-15,0 2 1 0,0-2 1 0,-1 3 0 16,1-1-50-16,3 0-9 0,-3 1-3 0,0-1 0 15,2 0-12-15,-2 1-4 0,6 2 0 0,-3-3 0 16,3 0 0-16,2-2 0 16,4 2 0-16</inkml:trace>
  <inkml:trace contextRef="#ctx0" brushRef="#br0" timeOffset="124825.89">17171 15458 1844 0,'-2'8'52'0,"-1"0"12"0,3 0-52 0,0 0-12 0,-3 0 0 0,3 5 0 15,0 0 24-15,-3 3 1 0,3 0 1 0,0 5 0 16,-3 0-16-16,3 0-10 0,0 3 12 0,0 3-12 16,0-4 10-16,0 1-10 0,0 0 8 0,-3 0-8 15,3 0 0-15,0-3 0 0,0 0 8 0,-3 3-8 16,3-3 0-16,0 0 0 0,-3 0 0 0,0 0 8 15,3-5 0-15,-3 3 0 0,0-3 0 0,3-3 0 16,-3-2 5-16,3-3 1 0,-3-1 0 0,3-7 0 16,0 0 6-16,0 0 2 0,0-7 0 0,-3-7 0 15,3 1 7-15,0-3 2 0,0-2 0 0,0-4 0 16,3 1-31-16,0 0 0 0,0 0 0 0,0-3 0 16,3 0 14-16,0-2-3 0,0-1-1 0,0-2 0 15,2-2 11-15,1-1 3 0,3-3 0 0,0 1 0 16,0 2 12-16,0 3 4 0,3 0 0 0,0 3 0 15,-3 4-8-15,3 4-2 0,-1-1 0 0,4 4 0 16,-6 1-17-16,3 1-3 0,0 2-1 0,0 4 0 16,0 1 5-16,3 1 1 0,-1 0 0 0,1 2 0 0,-3 3-15 15,3 3 0-15,0-3-9 0,-3 2 9 16,0 4 0-16,0-1 0 0,-4 0 8 0,-2 3-8 0,0 0 9 16,-3 0-9-16,-3 3 0 0,0-1 9 15,-3 1-9-15,-3 2 0 0,0 0 0 0,0 3 0 0,-6 0-22 0,0 2 3 16,1 1 1-16,-4 0 0 0,0-1 28 0,0 1 6 15,0 2 0-15,0-3 1 16,0-2-65-16,0 0-12 0,0-3-4 0,0 0 0 0,3-2 103 16,1 0 20-16,2-3 4 0,-3-3 1 15,3 0-103-15,0-2-20 0,6-3-4 0,0 0-1 0,0 0 52 0,0 0 12 0,0 0 0 16,0 0 0-16,0 0 0 0,3-3 0 0,3-2 0 16,0 2 0-16,3-2 0 0,2 2 0 0,1-2 0 0,0 0 0 15,3 2 0-15,0-2 0 0,3 2 0 0,0 0 0 16,0 1 22-16,-4 2 7 0,4 2 2 0,-3 4 0 15,0-1-23-15,0 0-8 0,0 3 0 0,0 3 9 16,-6-1-9-16,3 4 10 0,-3-1-10 0,-4 0 10 16,1 0-10-16,-3 3 8 0,0 0-8 0,0-3 8 15,-3 3-8-15,-3 3 8 0,-3-1-8 0,-2 1 8 16,-1-1-8-16,0-2 8 0,-6 3-8 0,0-1 8 16,0 1-8-16,-3-3 8 0,0 2-8 0,0-2 8 15,1 0 1-15,-1-3 0 0,-3 0 0 0,3-2 0 16,0 0-9-16,3-4 0 0,-3-1 0 0,4-1 0 15,-1-2-49-15,0-6-12 0,3 3-3 0,0-5 0 16,3-3-63-16,-3-3-13 0,3 1-2 0</inkml:trace>
  <inkml:trace contextRef="#ctx0" brushRef="#br0" timeOffset="125558.709">18094 15712 1436 0,'0'0'30'0,"0"0"6"0,0 0-28 0,0 0-8 0,0 0 0 0,0 0 0 16,3 5 72-16,3-2 14 0,0-3 2 0,0 5 1 15,0-5-15-15,3 3-3 0,0-1-1 0,0 1 0 16,3 2 1-16,0-2 0 0,0 0 0 0,-1-1 0 16,7 1-57-16,0 0-14 0,3-1 0 0,3-2 0 15,0 3 47-15,-1-3 6 0,7 0 2 0,-3-3 0 16,0 3-37-16,0-2-7 0,-1-1-2 0,1 0 0 16,-3 1-9-16,0-1 0 0,-3 0 0 0,2 3 0 15,-2-2 0-15,0-1 0 0,0 0 0 0,-3 1 0 16,0-1-20-16,2-2-7 0,-5 0-1 15,0 2 0-15,-3-2-160 0,-3-1-32 0,0-2-6 0</inkml:trace>
  <inkml:trace contextRef="#ctx0" brushRef="#br0" timeOffset="125886.514">18431 15569 1580 0,'0'-5'67'0,"0"-1"-54"16,3 1 92-16,-3 0 19 0,3 0 3 15,-3-1 1-15,3 1 0 0,0 2 0 0,-1-2 0 16,-2 5 0-16,0 0-103 0,0 0-25 0,0 0 0 0,0 0 0 16,3 5 56-16,0 1 7 0,0-1 1 0,0 3 0 15,-3 2 0-15,0 1 0 0,0 5 0 0,0 0 0 16,-3 0-52-16,3 5-12 0,0-3 0 0,-3 4 0 15,0-1 0-15,3 0 0 0,-3-3 0 0,1 4 0 16,2-4 0-16,0 1 0 0,-3-1 0 0,3 1 0 16,0-1 0-16,-3 3 0 0,3-2 0 0,0 2 0 15,0 0-12-15,0-2-6 0,0 2-1 0,0 0 0 16,3-5-21-16,-3 0-4 0,0-3 0 16,3 0-1-16,-1-5-67 0,-2 3-12 0,3-6-4 0</inkml:trace>
  <inkml:trace contextRef="#ctx0" brushRef="#br0" timeOffset="126457.06">19133 15511 2242 0,'-9'2'47'0,"3"4"9"0,3-4-44 16,3-2-12-16,-6 3 0 0,0 0 0 0,6-3 54 15,-3 2 9-15,-3 4 1 0,3-1 1 0,0 3-38 0,-3 2-8 0,3 1-2 0,1 2 0 16,-4 3-17 0,3 0 0-16,0 5 0 0,-3-2 0 0,3 5 32 0,0-3 4 0,0 0 0 0,0 0 0 31,0 0-58-31,0 0-11 0,0 1-3 0,0-1 0 0,0-3 36 0,0 3 0 0,0 1 8 0,0-4-8 31,0 1-20-31,0-4-11 0,0 1-1 0,0-2-1 0,0-6-4 0,0-3-1 16,0 0 0-16,3-5 0 0,0 0-22 15,0 0-5-15,0-10-1 0,-3-1 0 0,3-2 40 0,3-3 8 0,0-3 2 0,0 1 0 16,0-1 16-16,3 1 0 0,0-1 0 0,0-2 0 16,3 0 40-16,0-3 6 0,0 0 1 0,3-2 0 15,-3-1-11-15,5-4-1 0,1-1-1 0,3 0 0 16,-3 3 24-16,3 3 5 0,3-1 1 0,-3 3 0 15,2 3 0-15,-2 0 0 0,0 2 0 0,-3 4 0 16,3 1 0-16,-3 4 0 0,-3-4 0 0,3 7 0 16,-4 1-52-16,1 1-12 0,-3 2 0 0,3 1 0 15,-3 2 0-15,0 2 0 0,3 1 0 0,-3 2 0 16,0 1 0-16,3 1 0 0,0 1 0 0,-3 6 0 16,0-1 0-16,2 0 0 0,-2 3 0 0,0 5 0 15,0 3 0-15,-3 2 0 0,3 4 0 0,-3 4 0 16,0-2 0-16,0-1 0 0,0 4 0 0,0-1 0 0,-3-5 0 15,3-2 0-15,-3-3 0 0,0-1 0 16,0 1-48-16,-3-3-13 0,0 1-3 0,0-1 0 16,-3-3-102-16,0-2-21 0,-3 0-4 0</inkml:trace>
  <inkml:trace contextRef="#ctx0" brushRef="#br0" timeOffset="126749.271">19044 15823 2206 0,'0'0'63'0,"0"0"13"0,0 0-61 0,0 0-15 0,0 0 0 0,-3-3 0 16,3 3 16-16,3-5 1 0,0 2 0 0,3-2 0 16,0 3 38-16,0 2 7 0,3-3 2 0,-1 3 0 15,1-3-52-15,6 3-12 0,0 0 0 0,0 0 0 16,0-2 54-16,6-1 8 0,-3 0 2 0,2 1 0 15,4-4-64-15,-3 1-24 0,3 2 0 0,0-2 1 16,0 0 23-16,2 2 0 0,-2 1 0 0,3-1 0 16,6-2 14-16,-1-1 7 0,4 1 2 0,0-3 0 15,0 0-70-15,-1 0-13 16,4-5-4-16,-6 2 0 0,-1-2-122 0,-5 0-25 0,0 0-5 16</inkml:trace>
  <inkml:trace contextRef="#ctx0" brushRef="#br0" timeOffset="127458.712">19964 15455 1956 0,'-39'8'91'0,"30"-5"-81"0,0 0-10 0,-3-3 0 0,3 2 0 16,0 1 86-16,0-3 15 0,0 2 3 0,3 1 1 15,-3 0-42-15,4-1-9 0,5-2-2 0,-6 6 0 16,6-6-41-16,-3 5-11 0,3-5 0 0,-6 5 0 16,6 3 0-16,-3 0 0 0,3 3 0 0,3-1 0 15,-3 4 28-15,0-1 3 0,3 3 1 0,0 5 0 16,0-3 0-16,0 3 0 0,0 3 0 0,0-3 0 15,-3 1-77 1,2-1-15-16,1 0-4 0,-3-2 0 0,3-1 51 0,-3 1 13 0,-3-4 0 0,3-1 0 16,-3-1 0-16,3-3 0 0,-2 1 0 0,-1 0 0 15,3-6-22-15,0-5-2 16,0 0-1-16,0 0 0 16,0 0-11-16,0 0-3 0,-3-5 0 0,0-6 0 0,3 3 39 0,0-2 0 0,0-1 0 0,3 0 0 15,-3-5 0-15,3 3 0 0,2-3 0 0,1-5 0 16,-3 0 44-16,3-3 16 0,0-2 3 0,3-1 1 15,-3 1-52-15,3-1-12 0,3 1 0 0,0-3 0 16,0 5 54-16,3 0 8 0,0 3 2 0,2 0 0 16,1 0-52-16,0 5-12 0,0-3 0 0,3 3 0 15,-3-2 54-15,3 5 8 0,-4-3 2 0,4 3 0 16,-3 2-52-16,-3 3-12 0,3 0 0 0,-3 5 0 16,0 3 0-16,-3 0 0 0,2 3 0 0,-5 2 0 15,3 3 0-15,-6 0 0 0,0 3 0 0,0-1 0 16,-3 1 0-16,-3 0 0 0,-3-3 0 0,0 5 0 15,-3-3-48-15,0 4-13 0,-3-1-3 0,0-3 0 0,-3 6 52 0,4-2 12 16,-4 1 0-16,0 1 0 0,-3 0 0 0,0 0 0 16,0-3 0-16,0 3 0 0,0-3 0 0,-3 1 0 0,4-1 0 15,-1 0 0-15,3-2 0 16,0-3 0-16,6-1 0 0,-3-1 0 0,3-4 0 0,6-2 0 16,0 0 0-16,0 0 0 0,0 0 0 0,9-2 0 0,0-4 0 0,3 1 0 15,3 0 0-15,0-3 0 16,-1 0 0-16,4 3 0 0,0-3 0 0,0 3 0 0,0-3 0 0,-3 5 0 15,3 0 0-15,0 3 0 0,2 3 0 0,-2 0 0 16,0 5 48-16,0 2 13 0,0 1 3 0,0 2 0 16,-6 3-52-16,-1 0-12 0,-2 0 0 0,-6 2 0 31,0 1 0-31,-3-4 0 0,0 4 0 0,-6-3 0 0,-3 2 0 0,1-4 0 0,-4 1 0 0,-3 1 0 16,0-2 0-16,-6 1 0 0,0 1 0 0,0 3 0 15,1-3 0-15,-4 2 0 0,0 1 0 0,-3-1 0 16,-3-2 0-16,1 3-18 0,-1-3 4 0,-3-1 1 15,0 1-31-15,4-5-5 0,-4 0-2 0,0-4 0 16,6 1-1-16,-2-5 0 0,5 0 0 0,-6-3 0 16,3 0-175-16,0-6-35 0</inkml:trace>
  <inkml:trace contextRef="#ctx0" brushRef="#br0" timeOffset="128160.556">17255 15114 817 0,'-6'0'34'15,"0"3"-34"1,0-3 81-16,3 2 10 0,-3-2 1 0,0 0 1 15,0 3-5-15,0-3 0 0,0 3-1 0,0-1 0 0,-3 1-12 16,3-3-3-16,0 2 0 0,0 1 0 16,1 0-8-16,-1-1-3 0,3 1 0 0,-6-3 0 0,6 3-8 15,-3-1-1-15,0 1-1 0,3-3 0 16,-3 3-18-16,0 2-3 0,6-5-1 0,-3 3 0 0,3-3 19 0,0 0 3 0,0 0 1 16,0 0 0-16,3 5-16 0,0 0-4 0,3-2 0 0,3-1 0 15,0 1 10-15,6 0 2 0,2-3 0 16,1 0 0-16,3 0-20 0,0-3-3 0,0-2-1 15,3 0 0-15,-4-1 20 0,4 1 3 0,-3-3 1 16,3 0 0-16,0 0-36 0,3 0-8 16,2 0 0-16,-2 0 0 0,3 0-14 0,0 3-5 0,-1-3-1 0,-2 3 0 15,0 0 20-15,-3-1 0 0,0 1 0 0,-4 0 0 16,-2 2 8-16,-3-2-8 0,0 2 0 0,-6 0 0 16,0 1 0-16,-3 2 0 0,0 0 0 0,0 0 0 15,-6 0-33-15,0 0-13 0,0 0-2 0,0 0-1 16,0 0-81-16,-6 5-16 0,0 0-3 0</inkml:trace>
  <inkml:trace contextRef="#ctx0" brushRef="#br0" timeOffset="131578.171">13769 16961 1026 0,'-18'-3'47'0,"9"3"-47"0,1-2 0 0,-1-1 0 0,0 0 0 16,-3 3 27-16,3-2 0 0,-3 2 0 0,0-3 0 15,3 3-15-15,0 3-4 0,-3-3 0 0,3 2 0 16,-3 1-8-16,3-3 0 0,-2 5-12 0,2-2 12 16,3-3-52-16,0 2-4 0</inkml:trace>
  <inkml:trace contextRef="#ctx0" brushRef="#br0" timeOffset="132357.402">13230 16956 1824 0,'0'0'38'0,"-3"5"8"0,1 0-37 0,2-5-9 0,-3 5 0 0,3 3 0 15,-3-2 100-15,0 2 19 0,3-3 3 0,0 5 1 16,-3-2-48-16,3 0-10 0,0 0-1 0,0 6-1 16,0-1-25-16,0 3-5 0,0 2-1 0,0 1 0 15,0 4-16-15,0 1-3 0,0 3-1 0,0-1 0 16,0 1-12-16,0 2 8 0,0-3-8 0,0 1 0 15,0-3 8-15,0-1-8 0,0-4 0 0,-3 2 0 16,3-5 0-16,-3-3 0 0,3 0 0 0,-3-2 0 16,0 0 0-16,3-4 0 0,0-7 0 0,0 0 0 15,0 0 0-15,0 0-8 0,0 0 8 0,0 0 0 16,0 0-14-16,-3-5 4 0,3-3 1 0,-3-2 0 16,3-1 9-16,3-5-10 0,-3-2 10 0,3-6-10 15,0-3 10-15,3-2 0 0,0-5-9 0,0-1 9 16,2 1 0-16,1 2 0 0,3-2 0 0,-3 2 0 15,3 3 8-15,0 3 2 0,0-1 1 0,-3 1 0 16,3 2 8-16,-3 0 1 0,3 0 1 0,-3-2 0 16,2 7-8-16,-2-2-1 0,3 5-1 0,-3 3 0 0,3 0-11 0,-3 5 0 0,0 3 0 15,0 2 0-15,0 3 53 0,-3 3 9 0,3 2 2 16,-3 3 0-16,0 5-52 0,0 0-12 0,0 0 0 16,-3 6 0-16,2-3 0 0,-2 2 0 0,3 1 0 15,0-1 0-15,-3 1 0 0,3-3 0 0,-3-3 0 0,0 6-10 16,0-1 10-16,0 1 0 0,0-1 0 0,0 6 8 15,0 2-8-15,-3 1-12 0,0 2 4 0,3 0 0 16,-3 3-20 0,0-3-4-16,0-3-1 0,0 4 0 15,0-4-27-15,-3-5-4 0,3-2-2 0,0 2 0 0,-3-5-20 16,3 0-4-16,0-1-1 0,-3-1 0 0,3-1-75 16,-3-5-15-16,0 2-3 0</inkml:trace>
  <inkml:trace contextRef="#ctx0" brushRef="#br0" timeOffset="132609.875">13329 17056 2280 0,'-9'5'48'0,"3"1"9"15,0-1-45-15,0-2-12 0,0 2 0 0,6-5 0 0,0 0 74 0,0 0 13 0,0 0 2 0,0 0 1 16,0 5-39-16,0-5-8 0,3 6-2 0,3 1 0 15,0-4-7-15,0 2-2 0,3-2 0 0,0 2 0 16,3-2-9-16,-1 0-3 0,4-1 0 16,0 1 0-16,0 0-2 0,3-3-1 0,3 0 0 0,0 0 0 31,-1-3-35-31,4 0-7 0,0-2-2 0,0 0 0 16,0-3-116-16,3 0-23 0,-4-3-5 0</inkml:trace>
  <inkml:trace contextRef="#ctx0" brushRef="#br0" timeOffset="133312.008">14207 16720 2030 0,'-3'5'57'0,"-3"1"14"0,3-1-57 0,0 0-14 0,0 1 0 0,0-1 0 15,0 0 89-15,-3 0 15 0,3 1 4 0,0 2 0 16,0 0-40-16,-3-3-8 0,0 3-2 0,3 2 0 16,-3 4-26-16,0-4-4 0,0 3-2 0,-3 1 0 15,3 2-26-15,-2-1 0 16,-4 1 0-16,3 3 0 0,-3-1 0 0,0-2 0 0,0 5 0 0,0-5 0 16,0 3 0-16,0-1 0 0,0-2 0 0,0 5 0 15,4-2 0-15,-1-1 0 0,0 4 0 0,3-1 0 16,0 0 0-16,3 3 0 0,0-3 0 0,0 0 0 15,3 0 0-15,3-2 0 0,0-3 0 0,0-1 0 16,3 1 0-16,0-2 0 0,3-4 0 0,0 1 0 16,-1-3 0-16,4 0 0 0,0-3 0 0,0 0 0 15,3 1 0-15,-3-4 0 0,3 1 0 0,3 2 0 16,-6-2 0-16,2-1 0 0,1 1 0 0,0 2 0 16,-3 1 0-16,3-4 0 0,0 4 0 0,0-1 0 15,0 0 0-15,0-2 0 0,-1-1 0 0,1 4 0 16,0-4 0-16,0 1 0 0,0 0 0 0,0 2 0 15,-3-2 0-15,3-1 0 0,-3 1 0 0,-1 2 0 0,-2-2 0 16,0-1 0-16,0 1 0 0,0 0 0 16,-3-1-46-16,0 1-14 0,0-3-4 0</inkml:trace>
  <inkml:trace contextRef="#ctx0" brushRef="#br0" timeOffset="134102.522">14558 17069 1824 0,'0'0'84'0,"-3"-2"-75"0,3 2-9 0,0 0 0 0,0 0 0 16,0 0 123-16,0 0 22 0,0 0 5 0,0 0 1 16,0 0-88-16,0 0-18 0,0 0-3 0,-6 5-1 15,3 0-10-15,0 3-3 0,3 3 0 0,0 2 0 16,0 0-44-16,0 3-10 0,0 3-2 0,0 4 0 15,3-1 74-15,-3 1 14 0,3 4 4 0,-3-3 0 16,3 2-103-16,0-2-20 0,0 0-4 0,0 0-1 16,-3-3 32-16,3-3 5 0,-3 1 2 0,3-3 0 15,-3 0-11-15,0-3-3 0,0 0 0 16,0 0 0-16,0-2 39 0,0-3 0 0,0 0 0 0,0-3 0 16,0-5-10-16,0 0 10 0,0 0 0 0,0 0-9 15,0-5 1-15,0-3 0 0,-3-3 0 0,3-2 0 16,0-3 8-16,-3 0 0 0,3 0 0 0,0-5 0 15,0-3 0-15,3-2 16 0,-3-6-4 0,3-2-1 16,0 2 22-16,0-2 5 0,3-1 1 0,-3 1 0 16,3 5-11-16,0 0-3 0,-3 5 0 0,3-3 0 15,3 6 31-15,-3-3 7 0,2 3 1 0,-2 3 0 16,3-4-52-16,0 4-12 0,0-1 0 0,3 1 0 0,-3 2 0 0,3 3 0 16,-3 0 0-16,3 2 0 0,-3 6 54 0,0-3 8 0,0 5 2 0,0 0 0 15,-1 3-64-15,1 3-15 0,0 0-1 0,-3 5-1 16,0 0 17-16,3 0 8 0,-3 2-8 0,-3 1 12 15,3 2-12-15,-3 3 11 0,0-3-11 16,-3 3 10-16,0-3-10 0,0 0-11 0,-3 1 3 0,0-1 0 16,0 0-6-16,0 0-1 0,0-2 0 0,-3 2 0 15,3-2 3-15,-3-1 0 16,0 1 0-16,0 0 0 0,0-4-10 0,0 4-2 0,3-3 0 16,0-3 0-16,-2 1 24 0,5-6 0 0,0 0 0 0,0 0 0 15,0 0 0-15,0 0 0 0,0 0 0 0,0 0 0 16,0 0 0-16,0 0 0 0,5-3 0 0,-2 0 0 15,6 1 0-15,-3-4 0 0,3-2 0 0,0 3 8 16,0 0 10-16,0 0 2 0,0-3 0 0,3 2 0 16,-3 4-36-16,0-4-6 0,3 4-2 0,-3-1 0 15,0 3 71-15,-4 0 13 0,1 0 4 0,0 0 0 16,0 5-64-16,0-2 0 0,-3 2-16 0,-3 3 3 16,3 0 13-16,-3 5 13 0,0 1-2 0,0 4-1 15,-3 3-1-15,-3 0 0 0,3 3 0 0,-3 3 0 16,-3-1-9-16,-2 1 8 0,-1-1-8 0,0 3 8 15,-3-5-8-15,-3 0 0 0,3-3-10 0,-3 0 10 16,0 0-11-16,-2 1 11 0,2-4-12 0,0 1 12 0,3-1 0 16,-3-2 0-16,3 0 0 0,0 2 0 15,0-7-58-15,4 2-5 0,-1-2-1 0,3-3 0 16,0-3 52-16,0-2 12 0,3-3 0 0,0-3 0 16,0-2-105-16,3-6-19 0,0 1-3 0</inkml:trace>
  <inkml:trace contextRef="#ctx0" brushRef="#br0" timeOffset="134626.953">15442 17019 2508 0,'0'0'71'0,"0"0"16"0,0 0-70 15,0 0-17-15,0 0 0 0,0 0 0 0,0 0 57 0,0 0 8 0,0 0 2 0,0 0 0 16,0 0-5-16,0 0-1 0,0 0 0 0,0 0 0 16,0 0-49-16,0 0-12 0,0 0 0 0,0 0 0 15,0 0 0-15,0 0 0 0,0 0 0 16,0 0 0-16,0 0 0 0,0 0 0 0,0 0 0 0,0 0 0 16,0 0 0-16,0 0 0 0,0 0 0 0,3 5 0 15,0 1-253 1,0-1-54-16</inkml:trace>
  <inkml:trace contextRef="#ctx0" brushRef="#br0" timeOffset="134839.429">15528 17540 2310 0,'-3'6'97'15,"0"-1"-77"1,3-5 86-16,0 8 18 0,0-8 3 0,0 0 1 15,0 0-52-15,0 0-9 0,0 0-3 0,0 0 0 16,0 0-51-16,0 0-13 0,0 0 0 0,0 0 0 16,0 0 0-16,0 0 0 0,0 0 0 0,0-5 0 15,0-3 0-15,0 2 0 0,3-4 0 0,0-1 0 16,0 1-151-16,0-4-33 0,3 1-6 0</inkml:trace>
  <inkml:trace contextRef="#ctx0" brushRef="#br0" timeOffset="136338.28">22893 8353 1500 0,'-18'-5'31'15,"12"5"8"-15,3-3-31 0,3 3-8 0,-6-2 0 0,6 2 0 16,-3-3 80-16,3 3 16 0,0 0 2 0,-3-5 1 15,3 5-22-15,0 0-4 0,0 0-1 0,0 0 0 16,0 0-7-16,0 0-1 0,0 0-1 0,0 0 0 16,-6 3-17-16,3 2-3 0,0 0-1 0,-3 0 0 15,3 3-10-15,0 3-3 0,0 0 0 0,-3-1 0 16,0 3-13-16,0 3-2 0,-3-3-1 0,3 6 0 16,-3-1 8-16,3 1 2 0,-3 0 0 0,1 4 0 15,-1 1-35-15,0 3-8 0,0 2 0 0,0 2-1 0,3-1 21 16,-3 4 0-16,3-2 0 0,-3 2 0 0,3-5 12 15,3 0 8-15,0-2 0 0,0-3 1 0,0 2-21 16,0-2 0-16,3 0 0 0,-3-3 0 16,3 3-25-16,0 0-10 0,3-1-1 0,-3-2-1 15,3 3 8-15,3-3 1 0,0 1 1 0,3-1 0 0,0-3 27 0,3 1 0 0,0-3 0 0,3 0 0 16,0-3 9-16,5-3 7 0,1 1 2 16,3 0 0-16,0-6-18 0,0 3 0 0,2-3 0 0,1-2 0 15,0-1-11-15,-3-2-5 0,3 0-2 0,2 0 0 16,1-2 33-16,0 2 6 0,6-6 2 0,-1 6 0 15,1-2-23-15,0 2 0 0,0-3-10 0,-1 3 10 16,-2-2 0-16,-3 2 0 0,-3 0 0 0,-1 0 0 16,-2 0-20-16,0 2 2 0,0 1 1 0,0-1 0 15,-4 1 29-15,1 0 7 0,-3-3 1 0,0 2 0 16,-6 4-20-16,3-4 0 0,-6 1-8 0,3 0 8 16,-6 2-15-16,2-2 3 0,-2-1 1 0,0 1 0 15,-6-3 3-15,0 0 0 0,0 0 0 0,0 0 0 16,0 0 8-16,0 0 0 0,0 0 0 0,0 0 0 15,0 0 0-15,0 0 0 0,0 0 0 0,3-3 0 16,-3-2 0-16,3 0 0 0,-3-3 0 0,0 0 0 16,3-3 8-16,0-2-8 0,0 0 8 0,0-6-8 15,0 1 0-15,3-4 0 0,0-4 0 0,-3 0 0 16,3-1 21-16,0 1 7 0,0-3 0 0,0-1 1 16,0 1-9-16,0 0-3 0,0-3 0 0,0-2 0 0,0 0-1 15,0-3-1-15,0 0 0 0,0-3 0 0,0 3-4 0,-1 2-1 0,1-2 0 16,0 3 0-16,-3 2 0 0,3 1 0 15,0 1 0-15,-3-1 0 0,0 2-1 0,0-1 0 0,-3 4 0 16,3-3 0-16,-3 5 8 0,0 0 2 0,0 3 0 0,0 0 0 16,-3 2-8-16,3 4-2 0,-3-1 0 0,0 2 0 15,-3 4-9-15,3-1 8 16,0 3-8-16,-3-2 8 0,0 2-8 0,0 2 0 0,-2-1 0 16,-1 1 8-16,0 1-8 0,0 0 0 15,-3-1 0-15,3 1 8 0,-3 0-8 0,0 2 0 16,0 1 0-16,0-1 0 0,-3 3 0 0,1-3 0 0,-4 1 0 0,0 2 0 15,0-3 0-15,0 6 0 0,0-3 0 0,-6 2 0 16,4 1 0-16,-1 0 0 0,0-3 8 0,0 5-8 16,-3-3 0-16,0 4 0 0,-2-4 0 0,-1 4 0 15,-3-1 0-15,-3-2 0 0,1 2 0 0,-1 3 0 16,0-3 0-16,0 3 0 0,1 0 0 0,-1 3 0 16,3-3 0-16,0 2 0 0,-2-2 0 0,2 0 0 15,0 0 0-15,0 3 0 0,-2-4-9 0,2 1 9 16,3 3 0-16,-3-3 0 0,6 0-8 0,4 2 8 15,-1-2 0-15,3 0 0 0,0 0 11 0,3-2-11 16,3-1-44-16,0-3-16 0,3 4-4 0,0-4 0 16,4 1 52-16,5-3 12 0,0 0 0 0,0 0 0 15,0 0-46-15,0 0-6 0,0 0-2 0,0 0 0 16,3-5-134-16,2-3-26 0,1 3-6 0</inkml:trace>
  <inkml:trace contextRef="#ctx0" brushRef="#br0" timeOffset="137717.705">16532 16966 1792 0,'0'0'51'0,"0"0"10"0,0 0-49 0,0 0-12 0,0 0 0 0,-3 5 0 16,0 1 54-16,3-1 8 0,-3 0 2 0,0 3 0 16,0-2 8-16,3 1 1 0,-3 1 1 0,0 0 0 15,0 3-40-15,3 2-8 0,-3 0-2 0,0 1 0 16,0 4-15-16,3 1-9 0,-3 4 10 0,0 1-10 15,0 0 0-15,3 3 0 0,-3 2 0 0,0 0 0 16,0-3-26-16,0-2-5 0,3 0-1 0,-3-3 0 16,0 0-1-16,3-5-1 0,-3 3 0 0,0-6 0 15,3 0-1-15,-3-5 0 0,0 3 0 0,0-6 0 16,3-5 35-16,0 0 0 0,0 0 0 0,0 0 0 16,0 0 0-16,0 0 0 0,0 0 0 0,-3-8 0 15,0 0-12-15,0-5 4 0,3-3 8 0,-3-3-13 0,3-2 13 16,0-5 0-16,3-6 0 0,-3-2 0 15,3-1 0-15,0 1 8 0,0-3 0 0,3 2-8 0,0 4 43 16,3 2 1-16,-3-1 1 0,0 1 0 0,3 0 1 0,-3-3 0 0,0 3 0 16,3 0 0-16,-3 0-7 0,0 5-2 0,-1 0 0 15,1 3 0-15,-3 3-29 16,3 5-8-16,0-1 0 0,0 6 0 0,0 0 36 0,0 3 5 16,-3 3 2-16,-3 2 0 15,0 0-18-15,6 2-3 0,0 3-1 0,0 3 0 0,-3 6-21 0,3 2 0 16,0 2 0-16,-3 3 0 0,3 0 0 0,0 6 0 0,0-1 0 15,0 3 0-15,0-5 0 0,0 3 0 0,0-4 0 0,-3 1 0 16,2 3-12-16,1-1-8 0,0 3 0 0,-3 0-1 16,3 3-25-16,-3 0-5 0,3 0-1 15,-3-1 0 1,0-1-32-16,0-4-6 0,0-5-2 0,0 3 0 0,0-5-132 0,0-4-26 16</inkml:trace>
  <inkml:trace contextRef="#ctx0" brushRef="#br0" timeOffset="137955.951">16555 17091 2066 0,'-6'0'43'0,"6"0"10"15,-6 0-42-15,6 0-11 0,-3-3 0 0,3 3 0 0,0 0 53 0,0 0 9 16,0 0 2-16,0 0 0 0,0 0-12 0,0 0-1 0,0 0-1 0,0 0 0 15,0 0-32 1,6 3-6-16,0-3-2 0,0 2 0 16,3 1-10-16,3-1 0 0,-3-2 9 0,3 3-9 15,3-3 0-15,0 0 0 0,0 0 0 0,2 0 8 16,4-3-24-16,-3 1-5 0,3-1-1 0</inkml:trace>
  <inkml:trace contextRef="#ctx0" brushRef="#br0" timeOffset="138319.535">16404 16646 1552 0,'0'0'44'0,"0"0"10"15,0 0-43-15,0 0-11 0,0 0 0 0,0 0 0 16,0 0 94-16,0 0 17 0,0 0 3 0,0 0 1 16,3-3-31-16,2 3-5 0,1-2-2 0,0 2 0 15,3 0-11-15,0 0-2 0,0 2-1 0,3-2 0 16,0 0-50-16,0 3-13 0,3-3 0 0,-3 0 0 15,0 0 0-15,2 0 0 0,-2 0 0 0,6 0 0 0,-3 0 0 16,3-3 0-16,0 1 0 0,0 2 0 0,3-6 9 0,2 4-9 16,1-4 10-16,3 1-10 15,-3 0-176-15,3 0-42 0</inkml:trace>
  <inkml:trace contextRef="#ctx0" brushRef="#br0" timeOffset="142854.281">17154 16889 1516 0,'0'0'32'0,"0"0"6"0,-3 6-30 0,3-6-8 0,0 0 0 0,-6 5 0 31,3 0 115-31,3-5 21 0,-3 6 5 0,0-1 1 0,3-5-42 0,0 8-9 0,-3-3-2 0,3 3 0 16,-3 0-37-16,3 0-8 0,0 0-2 0,0 0 0 16,0 0 18-16,0 2 3 0,0-2 1 0,0 3 0 15,3-3-52-15,-3 2-12 0,3 1 0 0,-3 2 0 16,0 0 0-16,3 3 0 0,-3-2 0 15,0 4 0-15,3 1 0 0,-3 2 0 0,3 0 0 0,0 3 0 16,0 0 0-16,-3-1 0 0,3 4 0 16,0-3 0-1,0-3-48-15,0 0-13 0,0-5-3 0,0 0 0 0,-3 0 52 0,2-6 12 0,1 1 0 0,0-1 0 16,-3-2-14-16,0-2 0 0,0-6 0 0,0 0 0 16,0 0 22-16,0 0 5 0,0 0 1 0,0 0 0 15,3-6-62-15,-3-2-13 0,3-2-3 0,-3-3 0 16,0-3 72-16,0-3 15 0,-3 1 2 0,3-6 1 15,0 0-16-15,0-3-10 0,0-2 12 0,0 3-12 16,0-1 25-16,0 1-1 0,3 0-1 0,-3-1 0 16,3 3 1-16,-3 0 0 0,3 1 0 0,3-1 0 15,-3 0 5-15,3-2 2 0,-3-1 0 0,3 3 0 16,0-2-3-16,3 5-1 0,-3-3 0 0,0 5 0 16,3 1-11-16,0 2-3 0,3 5 0 0,-6 1 0 15,3 2-13-15,0 0 11 0,-1 3-11 0,1 2 10 16,-3 6-10-16,3-1 12 0,-3 1-12 0,0 5 12 15,0 2 15-15,-3 4 3 0,3-1 1 0,-3 5 0 16,-3-2-76-16,3 3-15 0,-3-1-4 0,3 3 0 16,-3-2 52-16,-3 0 12 0,3-1 0 0,0 1 0 0,-3-4 0 0,0 1 0 15,0-2 0-15,-3-1 0 0,3-3 0 0,0 1 0 0,-3-3 0 16,3 2 0-16,0-4 0 0,3-6 0 0,-3 5 0 16,3-5 0-16,0 0 0 0,0 0 0 0,0 0 0 0,0 0 0 15,0 0-31 1,0 0-3-16,3-3-1 0,0-2 0 0,0 0 35 0,0 0 0 0,3-1 0 0,0-2 0 15,0 3 28-15,0-3 4 0,0 3 0 0,0-1 0 16,0 1-32-16,3 0 0 0,-3 0 0 0,0 2 0 16,3 0 31-16,-3 1 0 0,0-1 0 0,0 3 0 15,-1 0 1-15,-2 3 1 0,3-1 0 0,-3 4 0 16,3-1-33-16,-3 0 0 0,-3 3 0 0,3 0 0 16,-3 0 0-16,0 3 0 0,0-1 0 0,-3 3 0 15,0 3 0-15,-3 3 0 0,-3-1 0 0,3 6 0 16,-2-3 16-16,-4 6-4 0,0-3-1 0,0 2 0 15,0 0-11-15,0-2 0 0,-3 0 0 0,0 0 0 16,3-3 0-16,-6-2 0 0,4-1 0 0,-1-2 0 16,0-3 0-16,0 0 0 0,3-2 0 0,-3-3 0 15,0 0 0-15,3-3-16 0,0 1 4 0,4-4 1 16,-4-2 11-16,3 0 0 0,3-2 0 0,0-1 0 16,0-5-53-16,3 0-9 0,0 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44:31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9772 3681 1824 0,'0'0'38'0,"-6"0"8"0,3 5-37 0,3-5-9 0,-6 0 0 0,0 5 0 15,3 0 97-15,0-2 18 0,0 5 3 0,-3 0 1 16,3 3-51-16,0 2-11 0,0 0-1 0,0 6-1 16,0-1-30-16,0 3-5 0,3-2-2 0,-3 2 0 15,0-3-18-15,0 6 0 0,3-3 0 0,-3 1 0 16,0-4 0-16,0 1 0 0,3-1 0 0,-3 1 0 15,0-3 0-15,0-3 0 0,-3 0 0 0,3 0 0 16,0-2 0-16,0-3 0 0,0 0 0 0,0 0 0 16,0 0 22-16,3-8 1 0,-3 0 0 0,3 0 0 15,0 0-23-15,0 0 9 0,-5 0-9 0,2-8 0 16,0 0 0-16,0 0 0 0,3-3 0 0,0 1 0 16,0-9 0-16,3 3 0 0,0-2 0 0,3-3 0 15,-4-1 11-15,4-4-11 0,0-3 10 0,0 2-10 16,3-2 32-16,0 0 1 0,0-5 0 0,0 5 0 0,3 0-19 15,0 2-4-15,0 1-1 0,0-1 0 0,0 6-9 0,0 0-12 16,2 2 2-16,-2 1 1 0,0 2 58 16,3 3 12-16,-3 5 3 0,0 0 0 0,0-3-52 15,-3 6-12-15,0 2 0 0,3 3 0 0,-4 0 0 0,1 3 0 0,-3 2 0 16,3 6 0-16,-3-3 43 0,3 0 5 0,-3 5 2 0,0 3 0 16,0-3-36-16,-3 3-14 0,0 0 11 15,0 5-11-15,0 0 8 0,0 6-8 0,0-1 0 0,-3 6 0 16,0 2 8-16,0-5-8 0,-3 8 0 0,3 0 9 15,-3-8-9-15,0 1 8 0,0-1-8 0,-3 0 8 32,3-3-33-32,-3-2-7 0,0 0-2 0,0 0 0 15,0-3-12-15,0 0-2 0,0 3-1 0,0-3 0 16,0-3-122-16,0-2-24 0,1 3-5 0</inkml:trace>
  <inkml:trace contextRef="#ctx0" brushRef="#br0" timeOffset="211.897">9766 3932 1580 0,'-3'-3'67'15,"3"3"-54"1,0 0 127-16,0 0 24 0,0 0 6 0,0 0 1 16,0 0-70-16,6 0-13 0,0-5-4 0,0 10 0 15,3-5-16-15,2 0-4 0,1 3-1 0,0-3 0 16,3 3-49-16,0-1-14 0,3 1 0 0,0-3 8 0,0 3-8 0,2-3 0 15,1-3 0-15,3 3 0 16,-3 0-152-16,0-3-32 0</inkml:trace>
  <inkml:trace contextRef="#ctx0" brushRef="#br0" timeOffset="826.052">10409 3958 1579 0,'-12'3'32'0,"12"-3"10"0,-6 0-34 0,6 0-8 0,0 0 0 0,-6 5 0 16,6-5 104-16,0 0 20 0,0 0 3 0,0 0 1 15,0 0 0-15,0 0 0 0,0 0 0 0,0 3 0 16,3 2-103-16,0 1-25 0,0 2 0 0,3-8 0 15,3 7 56-15,0-7 7 0,2 3 1 0,1 0 0 16,3-3-52-16,-3 2-12 0,3-2 0 0,0 3 0 16,0-3 54-16,3 0 8 0,3 0 2 0,-4 0 0 15,7 0-52-15,0-3-12 0,3 3 0 0,0-2 0 16,-4 2-12-16,4 0-6 0,0 0-1 0,-3 0 0 16,0 0 19-16,-4 0 0 0,1 0 0 0,0-3 0 15,-6 3 12-15,0 0 5 0,-3 0 2 0,0-3 0 16,-3 3-67-16,0 0-12 0,-1-5-4 15,-2 5 0-15,-3-2-153 0,3 2-31 0,-3-8-7 16</inkml:trace>
  <inkml:trace contextRef="#ctx0" brushRef="#br0" timeOffset="4670.354">10403 3673 1074 0,'0'0'30'0,"0"0"8"0,0 0-30 0,-6 0-8 0,6 0 0 0,0 0 0 16,0 0 52-16,0 0 10 0,0 0 2 0,0 0 0 15,0 0-3-15,0 0 0 0,0 0 0 0,0 0 0 16,0 0-46-16,0 0-15 0,0 0 8 0,0 0-8 16,0 0 55-16,0 0 7 0,0 0 2 0,0 0 0 15,0 0-44-15,0 0-8 0,0 0-1 0,0 0-1 16,0 0-10-16,0 0 8 0,0 0-8 0,0 0 8 16,0 0-17-16,0 0-4 0,0 0-1 0,0 0 0 15,0 0-2-15,0 0-1 0,0 0 0 0</inkml:trace>
  <inkml:trace contextRef="#ctx0" brushRef="#br0" timeOffset="6352.472">10808 3805 1314 0,'-6'-5'37'0,"-3"-1"8"0,3 4-36 0,0-1-9 0,-3-2 0 0,3 2 0 15,0-2 112-15,-3 0 21 0,3-1 4 0,0 4 1 16,0-1-35-16,0 0-7 0,6 3-2 0,0 0 0 16,-6-2-17-16,6 2-3 0,0 0-1 0,0 0 0 15,0 0-21-15,0 0-4 0,0 0 0 0,0 0-1 16,6 0-11-16,0 0-3 0,0 0 0 0,3 2 0 16,0 1 7-16,3 0 2 0,-3-1 0 0,3 4 0 15,0-1-15-15,-4 0-3 0,4 3-1 0,0-3 0 16,0 3-11-16,0 0-3 0,0 0 0 0,-3 0 0 15,0 0-9-15,3 5 0 0,-3-5 0 0,0 0 8 16,0 0-8-16,-3 0 0 0,2 5 0 16,-2-5 0-16,-3 0 0 0,3 5 8 0,-3-5-8 0,0 0 8 15,-3 3-8-15,-3-1 12 0,3-2-12 0,-3 3 12 16,-3 0-4-16,3-1-8 0,-3 1 12 0,-2-1-4 16,-1 4-8-16,3-9 8 0,-3 5-8 0,0-2 8 15,-3 6-8-15,3-9 0 0,0 3 0 0,-3 0 8 16,0 0-8-16,3 0 0 0,3-3 0 0,-3 3 8 15,0 0-17-15,4 0-4 0,-4-6-1 0,3 1 0 16,0 2-59-16,3 1-12 0,3-6-3 0</inkml:trace>
  <inkml:trace contextRef="#ctx0" brushRef="#br0" timeOffset="7067.169">11596 3805 1907 0,'3'-16'40'0,"0"8"8"0,-3 3-38 15,3 0-10-15,3-1 0 0,-3 4 0 0,0-1 87 16,-3 3 15-16,-1446 0 3 0,2892 0 1 0,-1446 0-34 0,0 0-6 0,3 3-2 0,-3 5 0 16,3 2-51-16,-3 3-13 0,3 3 0 0,-6 0 0 15,3 5 54-15,-3-2 8 0,0-1 2 0,0 3 0 32,-3 3-75-32,0-3-14 0,0 1-3 0,0 1-1 0,-3-4 29 0,0 0 0 0,1-4 0 15,-1 7 0-15,0-12 8 0,0 9-8 0,0-9 0 0,0 3 0 16,3 1 25-16,0-6-1 15,0 0-1-15,0-3 0 0,6-5-23 0,0 0 0 16,0 0 0-16,0 0 0 0,0-3 0 0,0-5 0 16,3-2 0-16,0-4 0 0,3 1-10 0,3 3-6 15,0-9-2-15,0 3 0 0,3-2 18 0,0-3 0 0,2-3 0 0,1-3 9 16,0 1 7-16,3-1 2 0,-3-2 0 0,3-5 0 16,-3 5-18-16,3 0 0 0,-4-3 0 0,1 8-9 15,0-2 58-15,-3 2 12 0,3 8 3 0,-3-5 0 16,-3 8-52-16,0 2-12 0,0 0 0 0,0 6 0 15,-3 2 35-15,0 1 4 0,-6 2 1 0,0 0 0 16,3 5-13-16,0 0-3 0,0 6 0 0,-1 0 0 16,1 2-24-16,-3 3-16 0,0 2 3 0,3 6 0 15,-3-5 21-15,0 7 4 0,3 3 0 0,-3 0 1 16,0 0-13-16,0-2 0 0,3 2 0 0,-3-3 0 16,0 3-48-16,0-7-13 0,-3 4-3 0,3 1 0 15,0-4 52-15,-3 1 12 0,3-3 0 0,-3 6 0 16,0-6-54-16,1 3-8 0,-1-6-2 0,-3 1 0 15,3-3-118-15,0 0-24 0,0-3-5 0</inkml:trace>
  <inkml:trace contextRef="#ctx0" brushRef="#br0" timeOffset="7401.826">11599 3929 1564 0,'0'0'44'0,"0"0"10"16,0 0-43-16,-3 3-11 0,3-3 0 0,0 5 0 15,0-5 92-15,3 6 16 0,-3-6 3 0,3 5 1 16,3-3-34-16,-3 1-6 0,3 2-2 0,0-5 0 16,3 0 1-16,-3 0 0 0,3 3 0 0,0-3 0 15,3 0-55-15,-3 0-16 0,3 0 0 0,-1 5 8 16,-2-5-8-16,3 0 0 0,0 0 0 0,3 0 0 16,0 0-114-16,0 0-24 0,3 0-5 0</inkml:trace>
  <inkml:trace contextRef="#ctx0" brushRef="#br0" timeOffset="7878.722">12034 4075 1854 0,'0'0'78'16,"0"0"-62"-1,0 0 126-15,0 0 26 0,0 0 4 0,0 0 2 16,0 0-80-16,0 0-16 0,0 0-3 0,0 0-1 16,0 0-8-16,3 5-2 0,0 3 0 0,0 3 0 15,-3-3-21-15,0-3-5 0,3 5-1 0,-3 4 0 16,-3-1-6-16,3 3-2 0,-3-3 0 0,3 6 0 15,-3-4-29-15,0 4 0 0,3-1 0 0,-3 1 0 16,0 0 0-16,0-1 0 0,0-2 0 0,0 0 0 16,3 0 0-16,-3 0 0 0,3-3 0 0,-3 0 0 15,3-2-16-15,0-1-2 0,-3-2-1 0,3 0 0 16,3-3-174-16,0 3-35 0</inkml:trace>
  <inkml:trace contextRef="#ctx0" brushRef="#br0" timeOffset="8967.657">13162 3916 2014 0,'0'0'42'0,"0"0"9"0,0 0-41 0,0 0-10 0,0 0 0 0,0 8 0 16,-3 0 86-16,3 0 15 0,-3 2 3 0,0 1 1 15,3 0-56-15,-3 5-11 0,0-6-2 0,0 3-1 16,0 1-15-16,0-1-2 0,-3 0-1 0,3 6 0 16,0-6-9-16,-3 3-8 0,3 0 9 0,-3 5-9 15,3-8-10-15,0 5-8 0,0-2-2 0,0 3 0 0,1-3 20 16,-1 0 0-16,0-3 0 0,0 3 0 16,3-3 48-16,-3-5 12 0,0 2 4 0,3 1 0 0,-3-8-52 0,3-3-12 15,0 0 0-15,0 0 0 0,0 0 0 16,0 0 0-16,0-3 0 0,0-10 0 0,0 2 0 0,0-2 0 0,3-3 0 15,0-2 0-15,0-1 0 0,0-2 0 0,3 0 0 0,-4 0 0 16,4-1 0-16,0-1 0 0,0-1 0 16,0 3 0-16,3-8 54 0,0 2 8 0,0-5 2 15,0 1 0-15,3-4-64 0,3 1-15 0,0-1-1 16,0 1-1-16,-1 5 17 0,1 5 14 0,0-5-2 0,0 5-1 16,0 6 2-16,-3 2 1 0,0 0 0 0,-3 3 0 15,0 2 2-15,0 3 1 0,-3 3 0 0,0 5 0 16,-1-6-1-16,1 12-1 0,0-6 0 0,-3 2 0 15,0 4-6-15,0 2-1 0,0 0 0 0,0 5 0 16,-3-3-8-16,3 4 0 0,0 2 9 0,-3 5-9 16,3-3 0-16,-3 9 0 0,0-1 0 0,3 3 0 15,-3-2 0-15,0 2 0 0,0 0 0 0,0 0 0 16,0-3-8-16,-3 1-4 0,3-1 0 0,-3 4 0 16,0-7-18-16,0 1-4 0,0 3-1 0,-3-4 0 15,3 1-25-15,0 0-6 0,-3 0-1 0,3-3 0 16,0 3-2-16,0-8-1 0,1 0 0 0,-4-1 0 15,3-1-171-15,-3-1-35 0</inkml:trace>
  <inkml:trace contextRef="#ctx0" brushRef="#br0" timeOffset="9474.581">13177 4070 1758 0,'-21'-6'36'0,"3"6"10"0,3 0-37 0,0 0-9 0,4 0 0 0,2 0 0 16,3 0 67-16,6 0 11 0,0 0 2 16,0 0 1-16,0 0-13 0,6 0-4 0,0 6 0 0,5-6 0 15,4 0 0-15,0 0 0 0,6 0 0 0,0 2 0 16,3-2 0-16,2 0 0 0,-2 0 0 0,3 0 0 16,3-2-51-16,-6 2-13 0,-1 0 0 0,4-6 0 15,0 4 0-15,0 2 0 0,0 0 0 0,-1-6 0 16,1 6 0-16,-3 0 0 0,-3 0 0 0,0 0 0 15,0 0 0-15,-4 6 0 0,-2-6 0 0,0 0 0 16,-3 2 0-16,-3-2 0 0,-3 6 8 0,-3-6-8 16,0 5 20-16,-3-5-3 0,0 5 0 0,0 0 0 15,-6 1-2-15,3 2-1 0,-3 0 0 0,0 0 0 16,0-1-14-16,0 7 9 0,3-9-9 0,-3 8 8 16,6-2-8-16,-3 2 0 0,3-2 0 0,0 2 0 15,0-3 0-15,3 1 0 0,0 0 0 0,3 2 0 16,0-8 0-16,0 6 0 0,3-3-8 0,0 0 8 15,0-3 0-15,0-2 0 0,0-1 0 0,3 1 0 16,-3-1 0-16,-1-4 0 0,4-1 0 0,-3 1 0 16,0-1 8-16,0-2-8 0,3-3 12 0,-3 2-4 15,0-2 16-15,0-2 2 0,3 2 1 0,-3-5 0 16,-3-1 5-16,3 4 0 0,0-9 1 0,-4 9 0 0,1-9-6 16,0 6-2-16,-3 0 0 0,0 0 0 0,-3-1-8 15,0 1-1-15,0 2-1 0,-3 4 0 0,-3-7-15 0,0 4 9 16,1 2-9-16,-4 3 8 0,-3-3-8 0,0 2-12 0,0 1 2 15,-6 2 1 1,3 1-43-16,0 2-8 0,-3 2-1 0,1 1-1 16,-1 0-167-16,-3-1-34 0</inkml:trace>
  <inkml:trace contextRef="#ctx0" brushRef="#br0" timeOffset="12714.86">9525 6390 2033 0,'-3'11'85'0,"0"2"-68"16,0 3 56-16,0 0 11 0,0 2 3 0,0 1 0 15,0-1-31-15,0 1-5 0,3 2-2 0,-3 3 0 32,3 0-38-32,-3-1-11 0,3 4 0 0,0-1 0 0,0-2 10 0,0 0-2 0,0-3-8 0,0 3 12 15,-3-6-12-15,3-2 0 0,0 3 0 0,-3-6 0 16,0 0 12-16,3 0-1 0,-3-5 0 0,0 3 0 16,0-6 11-16,3 3 2 0,0-8 1 0,0 0 0 15,0 0-3-15,0 0-1 0,0 0 0 0,0-8 0 16,0 0-21-16,3-2 0 0,-3-3 0 0,3-1 0 15,0 1 40-15,3-5 3 0,-3 2 1 0,3-8 0 16,-3 0-20-16,3-2-3 0,0-4-1 0,3 1 0 16,-3 0 5-16,2 3 1 0,-2-3 0 0,3 2 0 15,3 1-1-15,0 2 0 0,3 0 0 0,-3-2 0 16,3 5-5-16,0 2 0 0,0 1-1 0,-1 2 0 16,-2 2-9-16,3 4-2 0,-3-1 0 0,3 6 0 15,-3 0-17-15,3 5-4 0,0 0-1 0,-3 0 0 16,0 5 14-16,-1 0 0 0,1 3 0 0,-3 0 0 15,-3 3 0-15,0-1 0 0,0 1 0 0,-3 2 0 16,-3 0 0-16,0 1 13 0,-3-1-2 0,-3 3-1 16,0-3-10-16,0 0-16 0,-3 3 4 0,-3 0 1 15,1-3 11-15,-1 3 0 0,0 0 0 0,-3 2 0 0,3-4 0 0,0 1-8 0,0-1 8 16,3-1-12-16,-3 0 12 0,3-2 0 0,0-3 0 0,3 0 0 16,1 0 0-16,2-3 0 0,3-5 0 15,0 0 0-15,0 0 0 0,6 2-8 0,-1-2 8 0,4 0-8 16,0-2 8-16,3-1 0 0,0 1 0 0,0-4 0 15,0 4 0-15,3-1 0 0,0 0 8 0,3 1-8 16,-4 2 8-16,1 0-8 0,0 2 10 16,0 1-10-16,-3 2 9 0,0 1-9 0,0 1 8 15,0 1-8-15,-6 3 0 0,3 0 0 16,-3-1 0-16,-3 3 0 0,-3 1 0 0,0-4 15 0,0 3-3 0,-6 1 0 16,0-4-12-16,-3-2-16 0,0 3 3 0,-3-1 1 15,0 1 12-15,-3 0 0 0,0-4 0 0,-3 7 0 16,0-4-9-16,1 1 1 0,2-3 0 0,-3 2 0 15,3 1-43-15,0-3-8 0,0-3-1 16,-3 3-1-16,6-3-107 0,-2-2-20 0,2 0-5 16</inkml:trace>
  <inkml:trace contextRef="#ctx0" brushRef="#br0" timeOffset="13494.468">10144 6692 1824 0,'0'0'38'0,"0"0"8"0,0 0-37 0,3 5-9 0,3 0 0 0,-3-2 0 15,6 2 104-15,-1-2 20 0,1 0 3 0,3-1 1 16,3 3-14-16,3-2-2 0,3 0-1 0,0-1 0 16,0 1-55-16,2 0-10 0,4-1-2 0,0-2-1 15,0 3-4-15,0 0-1 0,2-1 0 0,-2-2 0 16,0 3-38-16,0 0 0 0,2-1-14 0,-2 1 4 16,0-3 10-16,0 3 12 0,0-3-2 0,-1 0-1 15,-2-3-22-15,-3 3-5 0,0-3-1 0,-3 1 0 16,-3 2-18-16,0-6-4 0,-4 4-1 0,-2-1 0 15,-3-2-86-15,-3 2-18 0,3-2-3 0,-6 5-1 16,0-6-32-16,0 1-6 0,0 3-2 0,-3-4 0 16,0 1 86-16,0 0 16 0,-3-1 4 0,0-2 1 15,-3 3 37-15,1 0 7 0,2-3 2 0,-6 0 0 16,3 0 69-16,0 0 15 0,-3 0 2 0,0-2 1 16,0 2 50-16,-3 0 9 0,3-3 3 0,0 3 0 15,-2 0-8-15,2 3 0 0,0-3-1 0,0 0 0 0,0 3 20 16,3-1 4-16,3 1 1 0,0 0 0 0,0 2-60 0,3 1-12 15,3 2-3-15,0 0 0 0,0 0 6 0,0 0 1 16,0 0 0-16,3 0 0 0,3 2-6 0,3-2-1 16,0 3 0-16,3 2 0 0,3 0-9 15,-3 3-3-15,2 0 0 0,4 3 0 0,-3 0-13 16,3-1-4-16,0 3 0 0,-3 3 0 0,0-3-6 0,0-2-2 16,-3 2 0-16,-1 3 0 0,-2-3-16 15,0 1 0-15,-3-1 0 0,0 0 0 0,0 0 0 0,-3-2 0 0,-3-1 0 0,0 4 0 16,-3-4 0-16,0 1 0 0,-3-1 8 0,-3 4-8 15,3-6 0-15,-6 2 0 0,3-2-11 0,-2 3 11 16,-1-3-28-16,0 0 0 0,0 0 1 16,0-3 0-16,0 3-64 0,0-6-13 0,0 4-2 15,3-4-1-15,0 1-105 0,0-6-20 0</inkml:trace>
  <inkml:trace contextRef="#ctx0" brushRef="#br0" timeOffset="14376.919">11495 6626 1789 0,'0'0'37'0,"0"0"9"0,0 0-37 0,-3 8-9 0,3-3 0 0,0 0 0 16,0 6 60-16,0-1 11 0,3 3 1 0,-3 1 1 15,0-1-7-15,3 3-2 0,-3 0 0 0,0 0 0 16,3-1-51-16,-3 1-13 0,3-2 0 0,-3 1 0 16,3-1 8-16,0-4 0 0,0 3-8 0,-3 1 12 15,3-4-12-15,0 1 0 0,0-3 0 0,-3 2 0 16,3-4 0-16,0 2 0 0,-3-3 8 0,0-5-8 16,0 0 0-16,0 0 11 0,0 0-11 0,0 0 10 15,0 0 2-15,0 0 0 0,0 0 0 0,3-5 0 16,0-1 5-16,-3-4 2 0,3 2 0 0,-3-5 0 15,0-1 5-15,3 1 0 0,0-3 1 0,-3 0 0 16,3 1 5-16,0-7 1 0,0 1 0 0,3 0 0 16,-3-3-3-16,3-2-1 0,-3-3 0 0,2 0 0 15,1 2 14-15,3 1 3 0,0-1 1 0,3 3 0 16,-3 3-21-16,3 0-4 0,3 0 0 0,-3 2-1 16,3 1-19-16,-3 5 0 0,0-1 0 0,-1 4 0 15,1 2 38-15,-3 3 4 0,3-1 1 0,0 4 0 16,-3 2-18-16,3 5-3 0,-3-2-1 0,0 2 0 0,0 3-21 15,0 0 0-15,0 0 0 0,-3 2 0 0,-1 1 0 0,-2 2 0 16,0 0 0-16,-3 0 0 0,0 1 0 16,0-1 0-16,-3 0 0 0,-3 0 0 15,4 1 0-15,-7-1 0 0,3 3 0 0,-3-3 0 0,0 0 0 0,3 3 0 16,-3-3 0-16,0 1 0 0,3-4-47 0,0 1-13 16,-3-3-4-16,3 0 0 0,0-1 64 0,3-1 21 0,-3-4 0 15,6-2 0-15,0 0-21 0,0 0 0 0,0 0 0 0,0 0 0 16,0 0 0-16,0 0-12 0,0 0 12 0,3-5-12 15,3 0 12-15,-3-3 0 0,3 0 0 0,0 3-8 16,3-3-3-16,0 0 0 0,0 0 0 0,0 0 0 16,3 0 24-16,3 3 5 0,-3-1 1 0,2 1 0 15,-2 2-31-15,3 3-5 0,-3-2-2 0,0 4 0 16,0-2 67-16,0 6 12 0,-3-1 4 0,0 0 0 16,-3 3-103-16,0 3-20 0,-3-1-4 0,0 4-1 15,-3 2 52-15,-3-3 12 0,0 3 0 0,0 2 0 16,-6-2 48-16,3-3 13 0,-6 3 3 0,0-3 0 15,0 1-52-15,0-1-12 0,-3-3 0 0,0 4 0 16,3-4-24-16,-2 1-7 0,-1-1-1 0,0 1-1 16,3-3 15-16,0 3 3 0,3-4 1 0,0-1 0 15,0 2-16-15,0-3-3 0,3-2-1 0,6-3 0 16,0 0-115-16,0 0-23 0,0 0-5 0</inkml:trace>
  <inkml:trace contextRef="#ctx0" brushRef="#br0" timeOffset="14678.454">12162 6718 2471 0,'0'0'70'0,"0"0"15"0,0 0-68 16,0 0-17-16,0 0 0 0,0 0 0 0,3 5 114 0,3 1 19 0,-3-1 4 0,0 0 1 15,0 1-74-15,0 2-14 0,0-3-3 0,0 0-1 16,-3 3-1-16,3 0 0 0,0 0 0 0,-3 3 0 15,0-3-14-15,3 2-3 0,-3 1-1 0,0-3 0 16,0 5-9-16,-3-3-2 0,3 1 0 0,0 2 0 16,-3-2-8-16,0 2-8 0,0 0 9 15,0 1-9-15,0-1 0 0,0 0 8 0,0 3-8 0,0-3 0 16,0 3 0-16,0 0 0 0,0-3 0 0,0 3 0 16,0 0-25-16,3-3 1 0,-3 0 1 0,3 1 0 15,-3-1-69-15,3-3-15 0,0-2-2 0,0 3-1 16,0-3-87-16,-3 0-18 0</inkml:trace>
  <inkml:trace contextRef="#ctx0" brushRef="#br0" timeOffset="15878.452">13198 6618 2180 0,'0'0'62'0,"0"5"13"15,-3 3-60-15,0 0-15 0,0 2 0 0,0 1 0 16,0 2 54-16,-3 0 8 0,3 3 2 0,0 0 0 0,-3 3-46 0,3-3-9 0,0 2-1 0,-3 1-8 16,3-3 8-16,0 2-8 0,3 1 0 0,-3-4 0 15,3 4 0-15,-3-3 0 0,3 0 0 0,0 0 0 16,0-3 14-16,0 3 2 0,0-3 1 0,0 0 0 15,3 0-17-15,-3 1 0 0,0-4 0 0,3 1 0 16,-3-3 0-16,0 0 0 0,3 0-13 0,-3-3 5 16,0-5 8-16,0 0 9 0,0 0-1 15,0 0-8-15,0 0 41 0,3-5 2 0,0-1 0 0,-3-4 0 16,3 2-10-16,-3-5-1 0,0-1-1 0,3 1 0 16,-3 0 18-16,0 0 4 0,3-3 1 0,-3 0 0 15,3 0-43-15,-3-3-11 0,3-2 0 0,0 3 0 16,0-3 0-16,0-1 0 0,3-1 0 0,-3-1 0 15,3 0 53-15,3-2 9 0,-3-4 2 0,3 1 0 16,-1 6-52-16,4-1-12 0,0 0 0 0,0 5 0 16,0 1 0-16,0 5 0 0,0-1 0 0,0 4 0 15,0-1 0-15,0 3 0 0,0 3 0 0,-1 0 0 16,1 2 0-16,0 3 0 0,3 3 0 0,-3-3 0 16,-3 5 0-16,3-2 0 0,-3 2 0 0,0 0 0 0,0 3 25 15,-3 0 3-15,0 3 0 0,0-1 0 16,-6 1-45-16,0 5-9 0,0-3-2 0,-3 5 0 0,-3-2 28 0,0 0 0 15,0 0 0-15,-3 5 0 16,0-5-56-16,0-3-7 0,-3 3-1 0,3-3 0 0,-3-2 54 16,0 0 10-16,0-1 0 0,3-2 0 0,-2 0 0 0,2-3-9 15,0 1 0-15,3-1 0 0,-3-2 9 16,3-1-8-16,-3 1 8 0,9-3-8 0,0 0 8 0,0 0 14 0,0 0-3 16,0 0-1-16,0 0-10 0,0-5 0 0,0-1 0 15,3 1 0-15,0 0 0 0,3-3 0 0,0 0 0 0,0 0 0 16,3 3 0-16,0-3 0 0,0 2 0 0,-1 1 0 15,4 0 0-15,-3 2 0 0,6 1 0 0,-3-1 0 16,0 3 0-16,0 3 0 0,0-1 0 0,0 1 0 16,-3 2 0-16,3 0 0 0,-1 3 0 0,-2 3 0 15,0 0 53-15,0-4 9 0,-3 7 2 0,0-4 0 16,-3 1-103-16,0 2-20 0,-3-2-4 0,0-1-1 16,-3 3 103-16,-3 1 20 0,0-4 4 0,0 4 1 15,-3-4-64-15,-3 1-21 0,0 2 0 0,1-2 0 16,-4-1 21-16,3 3 0 0,-3-2 0 0,0 2 0 15,0-2 15-15,0-1 4 0,0 1 1 0,1-1 0 16,-1 1-31-16,0-6-5 0,0 3-2 0,0-2 0 16,3-4-22-16,0 1-5 0,3 0-1 0,0-3 0 15,0 0 18-15,3-3 3 0,3-2 1 0,0-1 0 16,6 1-177-16,0-3-35 0,3 0-8 0</inkml:trace>
  <inkml:trace contextRef="#ctx0" brushRef="#br0" timeOffset="16287.446">13689 6893 2240 0,'0'0'64'0,"0"5"12"0,0 0-60 0,0 1-16 0,0 2 0 0,-3 0 0 16,3-3 88-16,0 3 14 0,0 0 3 0,-3 0 1 15,3 0-42-15,-3 0-8 0,3-1-1 0,-3 4-1 16,0 0-27-16,0-1-6 0,3 1-1 0,-3 2 0 15,0-2-20-15,3 2 9 0,-3-3-9 0,0 1 0 16,3 2 0-16,-3-2 0 0,3-3 0 0,0 5 0 16,0-5 0-16,0 0 0 0,0 0 0 0,3 0 0 15,0-3-11-15,3 0 11 0,-3 1-12 0,3-4 12 16,0 1-10-16,0 0 10 0,3-3-8 0,-3 0 8 16,3 0 0-16,0-3-8 0,-3 0 8 0,2 1 0 15,1-1 21-15,-3-2 10 0,3-3 1 0,-3 5 1 16,0-5-33-16,3 0 0 0,-3 0 0 0,0-2 0 15,0-1 0-15,0 1 0 0,0-1 0 0,0-2 0 16,0 0 58-16,-3-1 5 0,0 1 1 0,-3-3 0 16,3 3-52-16,-3 0-12 0,3-1 0 0,-3 1 0 15,-3 3 0-15,3-1 0 0,-3 1 0 0,0 2 0 16,-3 0 0-16,0 0 0 0,0 0 0 0,-3 2 0 16,0 1 0-16,0 0 0 0,0 2 0 0,0 1 0 15,-3 2-151-15,0 0-33 0,1 0-6 0</inkml:trace>
  <inkml:trace contextRef="#ctx0" brushRef="#br0" timeOffset="42140.045">14115 12500 1313 0,'-21'2'62'15,"15"-2"-62"-15,0 0 0 0,0 0 0 0,0 0 0 16,-3 0 94-16,3 0 12 0,0-2 2 0,-3 2 1 15,0 0-27-15,-3-3-6 0,3 3 0 0,-3 0-1 16,1-3-10-16,-1 3-1 0,0-2-1 0,-3 2 0 16,0 0-13-16,0-3-2 0,0 3-1 0,-3 0 0 15,0-3-12-15,1 1-3 0,-1-1 0 0,-3 1 0 16,0 2-32-16,0-3 0 0,3 3 0 0,-5 3 0 0,-1-3 58 16,0 2 5-16,-3 1 1 0,0 2 0 15,1-2-75-15,-1-1-14 0,0 1-3 0,0 0-1 0,0-1 29 0,7 1 0 0,-4-3 0 16,3 3 0-16,3 2 22 0,0-2 4 15,3-1 1-15,0 1 0 0,4 2-27 0,-1-2 0 16,0-1 0-16,3 1 0 16,-3 0-19-16,0 2-9 0,3-2-1 0,-3-1-1 0,3 1 10 0,3 0 3 0,-3-3 0 15,3 2 0 1,6-2-26-16,0 0-5 0,-6 3 0 0,6-3-1 16,0 0-22-16,0 0-4 0,0 0-1 0</inkml:trace>
  <inkml:trace contextRef="#ctx0" brushRef="#br0" timeOffset="42838.048">13778 12246 1406 0,'0'0'29'0,"-6"-3"7"0,6 3-36 0,-6-3 0 16,6 3 0-16,0 0 0 0,-3-5 95 0,3 5 12 0,0 0 2 0,-6-3 1 16,6 3-37-16,0 0-7 0,0 0-2 0,0 0 0 15,0 0 0-15,0 0 0 0,0 0 0 0,0 0 0 16,0 0 0-16,0 0 0 0,0 0 0 0,0 0 0 15,0 0-51-15,-3 8-13 0,3-8 0 0,0 6 0 16,3 2 38-16,0 0 5 0,0-3 1 0,0 0 0 16,3 3-20-16,0 0-4 0,3 0-1 0,3 0 0 15,-3 0-10-15,6 2-1 0,-3-2-8 0,3 3 12 16,-1-3-12-16,1 2 11 0,3 1-11 0,0 0 10 16,0-3-10-16,-3 0 10 0,0 2-10 0,0-2 10 15,-1 0-10-15,-2 0 0 0,0 0 9 0,3 0-9 16,-3 0 0-16,-3 0 9 0,0 0-9 0,-3 0 0 15,0-1-11-15,0 1-9 0,-3-2-1 0,0 2-1 16,0 0 47-16,-6-3 10 0,3 3 1 0,-6-3 1 16,3 3-24-16,-6 0-5 0,3 0 0 0,-6 0-8 15,0 0 11-15,0 0-11 0,-3-3 10 0,0 3-10 0,-2 0 8 16,2 0-8-16,-3-3 0 0,0 3 9 16,-3 0-9-16,6 3 0 0,-3-3 0 0,1 2 8 0,2 1-8 0,3-1 0 15,-3-2 0-15,3 3 0 0,0-1 0 0,3-2 0 0,3 0 0 16,-3 0 0-1,3 0-44-15,3 0-7 0,-3-3-1 0,3 1-1 16,3-6-111-16,0 0-23 0,0 0-4 0</inkml:trace>
  <inkml:trace contextRef="#ctx0" brushRef="#br0" timeOffset="71322.624">21401 12317 1561 0,'0'0'32'0,"0"0"8"0,0 0-32 0,0 0-8 0,0 0 0 0,0 0 0 16,-6-3 90-16,6 3 16 0,-6-2 3 0,3-1 1 15,3 3-21-15,0 0-4 0,-6-2-1 0,6 2 0 16,-6-3-20-16,1 0-5 0,2 1-1 0,-3 2 0 16,0 0-18-16,0 0-4 0,0 0-1 0,-3 0 0 15,0 0-12-15,3 2-3 0,0 1 0 0,-3 0 0 16,0 2-6-16,3-3-2 0,-3 6 0 0,0-2 0 15,0 2-12-15,0 2 9 0,-2 1-9 0,2-1 8 16,3 1-8-16,-3 0 0 0,0 2 0 0,3 0 8 16,0 0-8-16,0 0 0 0,3 1 0 0,0-1 0 15,0 0 0-15,3-2 0 0,0 2 0 0,-3-2 0 16,6-1-14-16,-3 1 5 0,3-1 1 0,0 1 0 16,3-3-6-16,-3 0-1 0,3 0 0 0,3 0 0 15,-3 0-4-15,6-3-1 0,-3 0 0 0,-1 3 0 16,4-5 4-16,0 2 0 0,0 0 0 0,3-2 0 15,-3 0 4-15,0-1 0 0,6-2 1 0,-6 3 0 16,0-3 11-16,-1 0-10 0,1 0 10 0,0-3-10 16,-3 3 10-16,0-2 0 0,3-1 0 0,-3 0 0 15,0-2 0-15,3 0 0 0,-3 2 0 0,0-2 0 16,0 2 14-16,0-2-2 0,-4 0 0 0,4-1 0 0,0 1 42 16,-3 0 8-16,0-1 2 0,0 1 0 0,0-3-20 15,0 3-4-15,0 0-1 0,-3-3 0 16,0 2-11-16,0-2-3 0,0 1 0 0,0-4 0 0,0 3 23 0,-3-3 5 15,0 1 1-15,0-3 0 16,0 2-22-16,-3-2-5 0,0 0-1 0,0-1 0 0,0 4 18 0,0-3 3 0,-3 2 1 16,0 0 0-16,0 1-39 0,-3 2-9 0,3-3 0 0,-3 3 0 15,0 0 0-15,-2 3-17 0,2 0 4 16,0 2 1-16,-3-2 12 0,3 2 0 16,0 1 0-16,0-1 0 0,-3 0-16 0,3 3-1 0,0 0 0 15,0-2 0 1,0 2-31-16,-3 0-7 0,4 0-1 0,-4-3 0 15,3 3-93-15,0 0-19 0,-3-3-4 0</inkml:trace>
  <inkml:trace contextRef="#ctx0" brushRef="#br0" timeOffset="74046.623">23464 12256 1337 0,'0'0'28'0,"0"0"6"15,0 0-34-15,0 0 0 0,0 0 0 0,3-2 0 16,-3 2 58-16,3-6 5 0,0 4 1 0,-3 2 0 15,3-3 29-15,0 0 7 0,0-2 0 0,-3 5 1 16,3-3-8-16,-3 3-1 0,3-2-1 0,-3 2 0 16,0 0-22-16,0 0-4 0,3-3-1 0,-3 3 0 0,0 0-6 0,0 0-2 15,0 0 0-15,0 0 0 0,0 0-9 16,0 0-3-16,0 0 0 0,0 0 0 0,0 0-12 0,0 5-4 0,0-5 0 0,3 11 0 31,-3-3-28-31,0 3 0 0,0-4 0 0,0 7 0 0,0-1 0 0,0 3 0 16,0 0 0-16,0 2 0 15,0 3 57-15,-3 1 6 0,3-1 1 0,0 3 0 0,-3-3-52 16,3-3-12-16,-3 1 0 0,3 2 0 0,0-5-20 16,-3 2-6-16,3-2-2 0,-3 3 0 0,3-6 45 0,0 3 9 0,-3 0 2 0,3-3 0 15,-3 3-45 1,3-3-9-16,0 0-2 0,-3 1 0 0,3-4 9 0,0 3 2 0,0-5 0 16,0 3 0-16,0-3-53 0,0-3-10 0,0 3-3 15,0-3 0-15,0-5-98 0,0 0-20 0,0 0-4 0</inkml:trace>
  <inkml:trace contextRef="#ctx0" brushRef="#br0" timeOffset="75019.507">19294 12325 2090 0,'0'0'44'0,"0"0"8"0,0 0-41 0,0 0-11 0,0 0 0 0,0 0 0 16,-6 0 78-16,0 3 14 0,0-1 2 15,-3 1 1-15,3 0-30 0,0-1-5 0,-3 4-2 16,3-1 0-16,-3 0-15 0,0 0-3 0,0 3-1 0,-2 3 0 15,2 0-39-15,-3-1 0 0,3 1 0 0,0 5-12 16,0-3 61-16,3 0 12 0,-3 3 3 0,3 0 0 16,0 0-52-16,0-3-12 0,3 3 0 0,0-3 0 15,0 3 0-15,3 0 0 0,-3 0 0 0,3 0 0 16,3-3-48-16,-3 3-13 0,3 0-3 16,3-1 0-16,-3-1 49 0,3 2 15 0,3-1 0 0,-3-1-10 15,6-4-15 1,-3 3-3-16,3-5-1 0,0 3 0 0,3-3 9 0,-1-3 3 0,-2 0 0 0,3-2 0 15,0 0 1-15,3-3 1 0,-3 0 0 0,3-3 0 16,-3-2 15-16,-1 0-9 0,1-3 9 0,-3-3-8 16,0 0 8-16,3 1 0 0,-3-3 8 0,0-1-8 15,3 1 56-15,-3 0 6 0,3-3 2 0,-4 3 0 16,1 0-52-16,0-1-12 0,-3-2 0 0,0 3 0 16,0-3 54-16,0 0 8 0,-3 1 2 0,0-4 0 15,-3 1-52-15,0-4-12 0,-3-1 0 0,0-1 0 16,0 3 55-16,-3-3 8 0,-3 0 1 0,0 3 1 15,-3 0-53-15,0 2-12 0,0 1 0 0,-3 4 0 16,0 1 25-16,0 3 5 0,1-1 1 0,-1 0 0 16,-3 3-31-16,0 1 0 0,3 1 0 0,-3 4 0 0,-3-4 0 15,0 4 0-15,0 2 0 0,-2-3 0 16,-1 3-23-16,-3 3-4 0,3-3-1 0,-3 2 0 16,3 1-80-16,1 2-17 0,2 1-3 0</inkml:trace>
  <inkml:trace contextRef="#ctx0" brushRef="#br0" timeOffset="90818.392">13966 15315 808 0,'0'0'16'0,"6"-3"6"0,-3 1-22 0,0-1 0 0,3 0 0 0,-6 3 0 15,3-2 53-15,-1-1 7 0,4 1 0 0,-6 2 1 16,3-6-13-16,0 4-4 0,0-4 0 0,-3 6 0 15,3-2-8-15,-3-4-1 0,3 1-1 0,0 2 0 16,-3-2-34-16,3 0 0 0,0 0 0 0,-3-1 0 16,3 4 0-16,3-4 0 0,-3-2 0 0,0 3 0 15,0 2 0-15,0-2 0 0,0 0 0 0,0 2 0 16,0-2 0-16,0 2 0 0,0-2 0 0,0 2 0 16,0-2 0-16,0 2 0 0,0 3 0 0,0-2 0 15,-3 2 0-15,0 0 0 0,3-3 0 0,-3 3 0 16,0 0 0-16,3-3 0 0,-3 3 0 0,0 0 0 15,0 0 54-15,0 0 4 0,0 0 1 0,0 0 0 16,0 0-6-16,0 0-1 0,0 0 0 0,0 0 0 16,0 0-1-16,0 0-1 0,0 0 0 0,0 0 0 15,0 0-3-15,-6 0-1 0,0 0 0 0,0 0 0 16,-3 0 2-16,3 0 1 0,0 0 0 0,-3 0 0 16,-3 0-39-16,0 0-10 0,0 0 0 0,-2 0 0 15,-1 0 53-15,-3 0 9 0,-3 3 2 0,0-3 0 16,0 3-52-16,-2-1-12 0,-1-2 0 0,0 3 0 15,0 2 14-15,-3 1 0 0,1-1 0 0,-4 3 0 16,3-3-14-16,-3 3 8 0,0 0-8 0,-2 0 0 0,5 0 0 16,-3 0-21-16,0-3 3 0,4 3 1 0,2 0 17 15,3-3 0-15,0 1 0 0,3 2 0 0,0-3 0 16,3 0 0-16,1 0 0 0,2 1 0 0,0-1 0 0,3 0 0 16,0-2 0-16,3 0 0 0,-3-1 0 15,9-2-10-15,0 0 10 0,0 0-8 16,0 0-44-16,0 0-8 0,0 0-1 0,0 0-1 15,0 0-43-15,6-5-9 0,0 2-2 0</inkml:trace>
  <inkml:trace contextRef="#ctx0" brushRef="#br0" timeOffset="91446.673">13987 14968 1219 0,'0'0'52'16,"0"0"-42"-16,-6 0 75 0,6 0 15 0,-6 0 4 0,6 0 0 16,-3 3-38-16,-3 0-7 0,6-3-2 0,-6 2 0 31,6-2-13-31,-3 3-4 0,3-3 0 0,-6 5 0 15,3 1-2-15,3-6-1 0,-3 5 0 0,3-5 0 0,-3 8 10 0,3-3 1 16,0-5 1-16,-3 8 0 0,3 0-39 0,0-3-10 0,3 3 0 0,-3-2 0 16,3-1 53-16,0 0 9 0,0 3 2 15,0-3 0-15,3 1-52 0,3-1-12 0,-3 3 0 0,3-3 0 16,-1 0 54 0,1 3 8-16,0-2 2 0,3-1 0 15,0 0-77-15,0 1-15 0,3-1-4 0,-3 0 0 0,-3 0 32 0,3-2 0 0,0 2 0 16,-3 1 0-16,-1-1 0 0,1 0 0 0,-3 1 0 0,3-4 0 15,-3 3 0-15,-3 1 0 0,3-1 0 0,-3 0 0 16,0 1 0-16,-3 2 0 0,3-3 0 0,-3 0 0 16,-3 0 0-16,0 3 8 0,0 0-8 0,0-2 0 15,-3 2 0-15,0-1 0 0,3 1 0 0,-6-2 0 16,3 2-8-16,-3 0 8 0,4 0-13 0,-4-1 5 16,0 1-5-16,-3 0-1 0,3 0 0 0,0 0 0 15,0 3-8-15,0-6-2 0,0 3 0 0,3-3 0 16,0 1-24-16,0-1-4 0,0 3-2 15,0-6 0-15,3 4-102 0,3-6-20 0,0 0-4 0</inkml:trace>
  <inkml:trace contextRef="#ctx0" brushRef="#br0" timeOffset="96383.928">11933 4850 1976 0,'0'0'41'0,"0"0"9"0,-6 3-40 0,0-1-10 0,0 1 0 0,-3 2 0 16,0 1 82-16,0-1 14 0,0 0 4 0,0 3 0 16,0 0-34-16,-3 3-6 0,3 2-2 0,0 0 0 15,-2 6-21-15,2-3-4 0,0 5-1 0,0 5 0 16,0-7-13-16,3 7-3 0,-3 1-1 0,3-1 0 15,0 1-5-15,0-1-1 0,0 0 0 0,3-2 0 16,-3 3-9-16,3-1 0 0,0 1 0 0,0-1 0 16,0 1 0-16,3-1 0 0,0 0 0 0,-3 1-11 15,3-3 11-15,3-3-12 0,-3 0 12 0,3-2-12 16,3-6-104-16,-3 0-22 0,3-2-4 0</inkml:trace>
  <inkml:trace contextRef="#ctx0" brushRef="#br0" timeOffset="96822.619">13332 4911 1508 0,'0'0'64'0,"-3"-5"-52"15,-3 2 57-15,3 0 11 0,3 3 3 0,-6 0 0 16,0-2-15-16,0 2-4 0,-3 0 0 0,3 2 0 15,-3 1 0-15,3 0 0 0,0 2 0 0,0 0 0 16,0 1 0-16,0 1 0 0,0 4 0 0,0-3 0 16,0 5-13-16,1 3-3 0,-1 3-1 0,0 4 0 15,0-1-24-15,3 4-5 0,-3 1-1 0,0-1 0 16,0 0-17-16,3-2 0 0,-6 0 0 0,6 3 0 16,-3-4 14-16,3 1-1 0,-3 3 0 0,3-4 0 15,0 4-13-15,0 2 0 0,3 0 0 0,0 3 0 16,-3-8 0-16,3 0 0 0,0 2 0 0,0-2-10 15,0-3-34-15,0 0-6 0,0-2-2 0</inkml:trace>
  <inkml:trace contextRef="#ctx0" brushRef="#br0" timeOffset="97560.515">12126 7697 1682 0,'-12'6'35'0,"0"-1"9"0,-3 0-36 16,1 0-8-16,-1 3 0 0,0 0 0 0,0 0 50 16,0 3 8-16,0 2 2 0,3 3 0 0,-3 2-27 0,3 1-5 0,-2 5 0 0,2 2-1 15,3-2-13-15,0 2-2 0,0 1-1 0,3-1 0 16,3-2-11-16,0-3 0 0,3 1 0 0,0-1 0 15,3 0 0-15,3-5 0 0,0 0 0 0,0 0 0 16,3-3 0-16,3 0 0 0,0 0 0 0,2-2-11 16,1-3 11-16,0 0 0 0,0-3 0 0,3 0-8 15,-3-2 8-15,0-3 0 0,0 0 0 0,-1-5 0 16,-2 2 0-16,0-5 0 0,3 0 0 0,-3 0 0 16,0-2 17-16,-3-1 6 0,0-2 1 0,0 2 0 15,-3-2 20-15,0 0 4 0,0-1 0 0,0 4 1 16,-6-6 12-16,3 3 3 0,-6-6 0 0,0 3 0 15,0 0 0-15,-3-5 0 0,0 3 0 0,0-3 0 16,-3 2-52-16,0-2-12 0,0 0 0 0,-3 2 0 16,3 1 0-16,-3 2 0 0,-3 0 0 0,0 3 0 15,1 2 27-15,-4 1 2 0,0 2 1 0,-3 0 0 16,3 0-30-16,-3 2 0 0,0 4 0 0,1-1 0 16,2 3-35-16,-3 0-9 0,3 0-3 0,0 3 0 15,6-1-128-15,0 1-25 0,1 0-6 0</inkml:trace>
  <inkml:trace contextRef="#ctx0" brushRef="#br0" timeOffset="98172.496">13320 7824 1876 0,'-9'6'39'16,"0"-1"9"-16,-3 3-38 0,0 0-10 0,0 0 0 0,0 2 0 16,0 3 49-16,0 1 8 0,-2-1 2 0,2 3 0 15,0 2-26-15,0-2-5 0,-3 3 0 0,6-3-1 16,0 2-11-16,0 1-3 0,0-4 0 0,3 1 0 15,3 3-13-15,0-3 0 0,0-3 0 0,3 3 0 16,3-6 8-16,0 4-8 0,3-4 0 0,0 1 9 16,3-1-9-16,3-2 0 0,0 0-12 0,0-2 12 15,3-4 0-15,3 1 0 0,-3 0 0 0,2-3 0 16,1 0 0-16,-3-3 0 0,3 0 0 0,0-2 0 16,-3 0 0-16,0-3 0 0,-1-3 0 0,1 1 0 0,0-1 0 0,3-2 0 15,-3 0 0-15,3-1 0 0,-3 1 21 0,0 0 12 0,-1-3 3 16,1 3 0-16,-3-3 5 0,0-3 2 15,-3 3 0-15,0-5 0 0,-3 3 7 0,-3-3 2 0,0-6 0 16,0 3 0-16,-6 0-14 0,3 3-2 16,-6-2-1-16,0 1 0 0,-3 1-9 0,-3 3-2 0,0 2 0 15,-6-3 0-15,4 6-4 0,-4 0 0 0,0 2-1 0,0 1 0 16,0-1-19-16,-3 6 0 0,3-3-8 0,1 5 8 16,-4-2-24-16,0 5 0 0,-3 0 1 0,-3 0 0 31,3 0-115-31,-2 3-23 0,-1-1-5 0</inkml:trace>
  <inkml:trace contextRef="#ctx0" brushRef="#br0" timeOffset="102433.171">23759 15180 802 0,'0'0'22'0,"0"0"6"16,0 0-28-16,0-3 0 0,0 3 0 0,0-5 0 15,0 0 64-15,0 5 8 0,3-8 0 0,-3 8 1 16,0-5-1-16,0 5-1 0,0-6 0 0,0 1 0 16,0 5-9-16,0 0-2 0,0-5 0 0,0 5 0 15,0 0-3-15,0 0-1 0,0-6 0 0,0 6 0 16,0 0-10-16,0 0-2 0,0 0-1 0,0 0 0 15,0 0 0-15,0 0 0 0,0 0 0 0,0 0 0 16,0 0-7-16,0 0 0 0,0 0-1 0,0 0 0 16,0 0-19-16,0 0-3 0,0 0-1 0,0 0 0 15,-3 8 20-15,0-2 4 0,3-1 1 0,-3 3 0 0,3 0-11 16,0 2-2-16,-3-2-1 0,3 3 0 0,0 2-11 0,-3 0-1 16,3-2-1-16,-3 5 0 0,3-3-10 0,-3 0 0 0,3 3-12 15,-3 0 12-15,3-3 0 16,-3 1 0-16,3-1 0 0,0 3 0 15,0-6 0-15,0 3 0 0,0 1 0 0,-3-4 0 16,3 4 0-16,0-1 0 0,0-3 0 0,-3 4 0 0,3-4 0 0,0 1 0 0,0-1 0 16,0 1 0-16,0-3 0 0,0 2 12 0,0-2 0 0,0 0 0 15,-3 0-12-15,3-2 0 0,0 1 0 0,0-1 0 16,0 2 0-16,0-8-17 0,0 5 4 0,0 0 1 16,0-5 12-16,0 0-12 0,0 0 12 0,0 0-12 15,0 0-25-15,0 0-5 16,3 6-1-16,-3-6 0 0,0 0-29 15,0 0-5-15,0 0-2 0</inkml:trace>
  <inkml:trace contextRef="#ctx0" brushRef="#br0" timeOffset="104561.666">21455 15164 1212 0,'0'0'51'0,"0"0"-41"16,0 0 75-16,0 0 15 0,-6 6 4 0,6-6 0 15,0 0-53-15,0 0-11 0,0 0-1 0,-3 2-1 16,3-2-15-16,0 0-3 0,-6 3-1 0,6-3 0 15,-3 5 21-15,3-5 5 0,-6 3 1 0,3 2 0 16,3-5-22-16,-6 5-5 0,3 3-1 0,0-2 0 16,0-1 25-16,0 3 5 0,0-3 0 0,-3 3 1 15,3 3-23-15,0-3-5 0,0-1-1 0,0 1 0 16,0 0-20-16,0 0 0 0,3 0 0 0,-3 3-12 16,0-3 20-16,0 2 3 0,3-2 1 0,0 3 0 15,0-1-12-15,0 1-17 0,0 0 4 0,0-3 1 16,3 5 12-16,-3-3 0 0,3 1 0 0,3 0 0 15,-3 2-36-15,3-3-5 0,0 1-1 0,3 0 0 16,-3-4 10-16,3-1 3 0,3 2 0 0,-3-3 0 16,3-2 4-16,-3-1 1 0,3 1 0 0,0-3 0 15,-1 3-8-15,1-6 0 0,0 3-1 0,0-3 0 16,0 1 24-16,0-1 9 0,0-2 0 0,0 2-9 0,0-2 9 0,0-1 0 16,0-1 0-16,-1 1-8 0,-2 1 8 0,3 0 0 15,-3-1 0-15,0 1 0 0,0 0 0 0,-3-1 0 16,0-1 10-16,0 4-10 0,0-2 55 15,0-1 5-15,0 1 0 0,0 2 1 0,-3-2-46 16,3 2-15-16,-3-2 8 0,0 2-8 0,-3 3 55 0,0 0 7 0,3-2 2 16,0-3 0-16,-3 5-52 0,0-3-12 15,3-2 0-15,-3 5 0 0,0-3 0 0,0 3 0 0,0 0 0 0,0-5 0 16,0 5 0-16,0 0 0 0,0-3 0 0,0 3 0 16,0 0 26-16,0-5 2 0,0 5 1 0,0 0 0 15,0 0-29-15,0 0 0 0,-3-3 0 0,3 3 0 16,0 0 8-16,0 0-8 0,0 0 0 0,-3-3 0 15,3 3 0-15,0 0 8 0,-3-2-8 0,3 2 0 16,0 0 0-16,-6-6 0 0,6 6 0 0,0 0 0 16,-3-2 0-16,3 2 11 0,0 0-11 0,-6-3 10 15,6 3 4-15,-6-2 1 0,3-1 0 0,3 3 0 16,-6-3-3-16,3 1 0 0,-3-4 0 0,3 6 0 16,-3-5 32-16,3 2 7 0,0-2 1 0,-3 2 0 15,0-2-12-15,0 3-1 0,0-4-1 0,-3 1 0 16,0 0-8-16,3-1-2 0,-3 1 0 0,-2 0 0 15,2-1-11-15,-3 1-2 0,0 3-1 0,0-4 0 16,0 4-14-16,0-4 0 0,0 1 0 0,-3 2-10 16,3 1 20-16,1-1 4 0,-1 3 1 0,0-3 0 15,0 3-15-15,0 0 0 0,0 0 0 0,0 0 0 16,0 0 0-16,0 0 0 0,0 0 0 0,3 0 0 16,-2 3-14-16,2-3 1 0,0 0 0 0,0 3 0 15,0-1-30-15,-3-2-5 0,3 0-2 0,3 3 0 16,-3-3-118-16,3 0-24 0,0 0-5 0</inkml:trace>
  <inkml:trace contextRef="#ctx0" brushRef="#br0" timeOffset="105465.069">19169 15214 1900 0,'-9'3'54'0,"0"2"11"0,3-2-52 0,0 2-13 0,0-2 0 0,-3 2 0 16,3 1 65-16,0-1 11 0,0 0 1 0,-3 3 1 15,3 0-46-15,0-3-8 0,-2 3-3 0,2 0 0 16,0 0 9-16,-3 0 2 0,3 0 0 0,0 0 0 16,0-3-18-16,0 3-3 0,0 0-1 0,0 0 0 15,3 0-10-15,0 0 10 0,0 0-10 0,0 0 10 16,0 0 6-16,0 0 0 0,0 0 1 0,3 2 0 15,0 1-29-15,0-1-7 0,3 1-1 0,0 2 0 16,0-2 20-16,0-1-12 0,3 1 12 0,0 0-10 16,0-1-23-16,3-2-5 0,3 3-1 0,-3-3 0 15,3-3 20-15,2 0 4 0,1 0 1 0,3 1 0 16,-3-6 0-16,3 0 0 0,0 0 0 0,0-3 0 16,0 0-18-16,-1-2-3 0,1 0-1 0,0-3 0 0,0-3 36 15,-3 1 0-15,3-3 0 0,0 2 0 0,-4-2 0 16,-2 0 0-16,0-3 0 0,0 2 0 15,-3 4 44-15,0-3 16 0,3-1 4 0,-6 4 0 0,0-1-52 16,0 1-12-16,0-4 0 0,-3 4 0 0,-3-3 46 16,3-1 6-16,-3 4 2 0,-3-3 0 0,0-1 16 15,0 1 3-15,-3 0 1 0,0 0 0 0,0 2-59 0,-3-2-15 16,3 2 0-16,-3-2 0 0,-3 5 36 0,3-3 4 0,-3 4 0 0,0-1 1 16,-2 0-28-16,-1 2-5 0,-3-2-8 0,3 3 11 15,-3 0-11-15,0 2 0 0,0 1 0 0,-2-1 8 16,2 3-8-16,0-3 0 0,0 3 0 0,3 0 0 31,-3 3-40-31,3-3-6 0,0 3-2 0,1-1 0 0,2 3-77 16,-3 1-16-16,3-1-3 0</inkml:trace>
  <inkml:trace contextRef="#ctx0" brushRef="#br0" timeOffset="110811.879">21363 17805 1337 0,'0'0'56'16,"0"0"-44"0,-3 3 41-16,3-3 9 0,0 0 2 0,-6 5 0 15,3 0 0-15,3-5 0 0,-6 3 0 0,6-3 0 16,-3 5 0-16,0 0 0 0,3-5 0 0,-6 6 0 16,0-4-16-16,3 4-2 0,0-1-1 0,-3 0 0 15,3 0-21-15,0 1-4 0,3 2 0 0,-3-3-1 16,0 3 20-16,0 0 4 0,3 0 1 0,-3 0 0 15,3 0-21-15,0 0-4 0,0 0-1 0,0 2 0 0,0 1-1 0,0-1 0 16,0 1 0-16,0-1 0 0,3 4 0 0,0-1 0 16,0 0 0-16,0 3 0 0,0-3-1 0,0 3-1 0,0-3 0 0,3 1 0 15,-3-1-7-15,3 0-8 16,-3 0 11-16,3 1-11 0,0-4 0 0,0 1 0 0,-3-1 0 16,3-2 0-16,0 0-11 0,-1 0-5 15,1-3-2-15,0 1 0 16,0-4-30-16,3 1-7 0,-3 0-1 0,0-3 0 15,0-3-146-15,-3 3-30 0</inkml:trace>
  <inkml:trace contextRef="#ctx0" brushRef="#br0" timeOffset="111720.409">19270 17950 1552 0,'-6'6'44'0,"0"-4"10"16,0 1-43-16,3 0-11 0,-3-1 0 0,0 1 0 16,0 0 104-16,3 2 20 0,-3-2 3 0,0-1 1 15,0 3-103-15,-2 1-25 0,2-1 0 0,0 0 0 16,-3 1 43-16,3 2 3 0,0-3 1 0,-3 5 0 15,0-2-27-15,3 3-4 0,-3 0-2 0,0 2 0 0,3 0-6 16,0 0 0-16,0 3-8 0,0-3 12 0,0 3-12 0,3 0 0 0,-3 0 0 16,3 0-10-16,3 2-6 0,0-2 0 0,0 0-1 0,3 0 0 31,3 0-24-31,0 0-5 0,3 0-1 0,3 0 0 0,0-1 38 0,0-1 9 0,3-4 0 16,0-2 0-16,3 3 0 0,-1-6 0 0,4 0 0 15,0 1 0-15,0-6 0 16,0 0 0-16,3-3 0 0,-1 0 0 0,1-2 0 0,0 0 0 0,0-6 0 15,3 3 0-15,-4-2 0 0,1-4 14 0,3 1-2 0,0 3 0 16,-3-4 13-16,-1 1 3 0,-2-3 0 0,0 3 0 16,-3 2-12-16,0-2-3 0,-3 3 0 0,-3-1 0 15,-3 0-1-15,0 1 0 0,-4-1 0 0,-2 3 0 16,0-2-12-16,-3 2 0 0,-3 0 0 0,0 0 0 16,-2 3 54-16,-1-3 8 0,-3 2 2 0,0 1 0 15,-3 0-64-15,0 0 0 0,-3-1-12 0,-3 1 2 16,3 0 10-16,-3 2-13 0,1-2 5 0,-1 2 8 15,0 0-45-15,0 1-2 0,0-1 0 0,0 3 0 16,3-2-13-16,1-1-4 0,-1 0 0 0</inkml:trace>
  <inkml:trace contextRef="#ctx0" brushRef="#br0" timeOffset="112779.37">23672 17858 1690 0,'0'0'35'0,"-6"2"9"0,0 1-36 0,1 0-8 15,5-3 0-15,-6 2 0 0,6-2 67 0,-6 0 11 0,0 0 2 0,0 3 1 16,0-3-50-16,0 0-11 0,0 0-1 0,0 0-1 16,0 0 26-16,0 0 6 0,0-3 1 0,-3 3 0 15,3 0-31-15,-3 0-5 0,-3 0-2 0,0 0 0 16,1 0-13-16,-1 0 0 0,-3 0 0 0,3 0 0 15,-3 3 32-15,0-3 4 0,-3 3 1 0,3-3 0 16,-3 2-24-16,4 4-5 0,-1-4 0 0,0 1-8 16,3 2 8-16,0-2-8 0,0 2 0 0,0 0 0 15,3 1 0-15,3-1 0 0,-3 0 0 0,3 1 0 16,0-1-14-16,3-2 3 0,1 2 1 0,-1 3 0 16,3-3-10-16,0 0-1 0,3 3-1 0,2 0 0 15,-2 0 10-15,6 0 1 0,-3 0 1 0,3 3 0 16,3-3-13-16,-3 0-2 0,3-1-1 0,0 1 0 15,3 0 26-15,0 0 0 0,3 0 0 0,-1-2-8 16,1-1-24-16,0 0-4 0,3 0 0 0,0-2-1 16,3 0 37-16,-4-1 0 0,7-2 0 0,-3 0 0 15,0 0 0-15,0-2 0 0,-1-1 0 0,4-2 0 0,-3 2 0 0,-3-2 0 16,3 0 0-16,0-1 0 0,-7 1 0 0,4 0 0 0,-6-1 0 16,3 1 0-16,-3-3 14 0,0 0 10 0,0 3 3 15,-3-3 0-15,2 3-6 0,-5-3-1 16,3 2 0-16,-6 1 0 0,3 0-4 0,-3-3 0 0,-3 3-1 15,3-1 0-15,-3 1-15 0,-3-3 0 0,3 0 8 0,-3 3-8 16,-3-3 34-16,-3 0 4 0,3 3 1 0,-6-3 0 16,0 0-20-16,0 0-4 0,-3-3-1 0,-3 3 0 15,1 0-14-15,-4 0 0 0,-3 1-12 0,0 1 12 16,0 1-44-16,-3 2-3 0,1-2 0 0,-4 2 0 16,0 3-65-16,0 0-12 15,3 0-4-15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46:31.8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18880 2352 2082 0,'-12'-2'44'0,"12"2"8"16,0 0-41-16,0 0-11 0,6 2 0 0,0 6 0 15,3-2 0-15,3 1-9 0,0 7 9 0,0-6-13 0,0 0 13 0,0 5 0 0,-1-5 0 16,1 0 0-16,-3 5 0 0,0-5 0 0,-3 2 0 16,3 1 0-16,-3 5 20 0,-3-6 0 15,0 4 0-15,0 2 0 0,0 2 8 16,0 1 1-16,0-1 1 0,0 3 0 0,0 3-10 0,0-3-3 15,3-2 0-15,-3 2 0 16,3 5-17-16,0-10 8 0,0 5-8 0,0-2 0 0,2 0 0 0,-2-4 0 16,3-1 0-16,3 2-9 0,-3-9 9 0,3 7 0 15,0-6 0-15,3-6 0 0,0 6 37 0,3-3 10 16,0-5 1-16,2 3 1 0,4-3-30 0,0-3-7 16,3-2 0-16,3-3-1 0,-1-2-1 0,1-4 0 0,3-7 0 0,6-3 0 15,2-2-10-15,4-6 0 0,2-2-12 16,7-6 12-16,0-2 0 0,-1-6 0 0,4-2 14 0,5-14-4 15,-5 9-35-15,2-9-7 0,4 3-2 0,2-10 0 16,-5 10-55-16,-4 3-11 0,1-3-3 0,0 3 0 16,-7 5 27-16,-2 3 6 0,-1 5 1 0,1 0 0 15,-9 8-55-15,2 2-12 0</inkml:trace>
  <inkml:trace contextRef="#ctx0" brushRef="#br0" timeOffset="640.836">21550 2260 1416 0,'-6'10'29'0,"0"6"8"16,0 3-29-16,3-3-8 0,0-1 0 0,0 7 0 16,3-7-16-16,0 7-4 0,0-6 0 0,0 2-1 15,3 1 67-15,0-4 14 0,0-1 2 0,3 2 1 0,0-3-12 0,0 0-3 0,3-2 0 0,-3-1 0 32,6-2 27-32,-3-5 5 0,3 2 0 0,0-2 1 15,2-6 2-15,1 3 0 0,6-8 0 0,0 0 0 16,3-2-39-16,3-1-7 0,2-8-1 0,4 1-1 15,-3-3-22-15,6-3-4 0,-1-5-1 0,1 0 0 0,3-6-8 0,-3 4 0 0,2-6 0 16,1 0 8-16,-3-1-8 16,-1 1-14-16,4 0 3 0,-3-5 1 0,-1 5-10 0,4-3-3 0,-3 1 0 0,6-1 0 15,-4 3-21 1,1 0-5-16,0 0-1 0,5 2 0 16,-5 4-47-16,3 4-10 0,-1 1-1 0</inkml:trace>
  <inkml:trace contextRef="#ctx0" brushRef="#br0" timeOffset="1301.726">23815 1953 1538 0,'-6'5'32'0,"3"-5"8"0,3 0-32 0,-6 8-8 0,3 0 0 0,3-3 0 16,-3 3-16-16,0 3-4 0,3-3 0 0,-3 2-1 16,3 1 40-16,0-3 8 0,-2 2 1 0,-1 6 1 15,0 0 11-15,0-3 1 0,-3 6 1 0,3-1 0 16,-6 4-2-16,3 1-1 0,0 1 0 0,0 3 0 16,0-4-12-16,3-1-3 0,0-1 0 0,0 3 0 15,3-9-9-15,3 7-3 0,0-6 0 0,0 5 0 16,3-8 21-16,3-2 4 0,3 2 1 0,0-8 0 15,0 3 9-15,2-5 1 0,4-3 1 0,3 0 0 16,3-3-15-16,6-8-3 0,2 3-1 0,10-7 0 16,0-1-19-16,5-8-11 0,7 3 12 0,6-14-12 15,2 6 0-15,1-3 0 0,2-5-10 0,9-5 10 16,-5 5-24-16,-1 0 2 0,4-3 1 0,8-2 0 0,-8 5 1 16,-1 0 0-16,3-5 0 0,4 2 0 15,-7 3-33-15,1 0-7 0,-1 0 0 0,10 0-1 16,-13 2-105-16,0 4-21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47:14.0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24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3-09T22:55:25.043"/>
    </inkml:context>
  </inkml:definitions>
  <inkml:trace contextRef="#ctx0" brushRef="#br0">11468 3215 1820 0,'0'0'38'0,"0"0"8"16,0 0-37-16,0 0-9 0,0 0 0 0,0 0 0 16,0 0 105-16,0 0 19 0,0 0 4 0,0 0 1 15,0 0-52-15,0 0-10 0,-3 5-3 0,0 3 0 16,0 0-51-16,0 5-13 0,0-5 0 0,0 5 0 15,-3 3 0-15,4 0 0 0,-1 0 0 0,-3 5 0 0,3 0 0 0,0 1 0 16,-3 1 0-16,3 1 0 0,0-3 0 0,-3 1 0 0,3-1 0 0,-3-5 0 16,3-1 0-16,0-1 0 15,0-1 0-15,0 3 0 0,0-8 0 0,0 0 0 0,0-3 0 16,0 0 0-16,3-5 0 0,0 0 0 0,0 0 0 0,0 0 0 16,0-5 0-16,-3 0 0 0,3-9 0 15,3 4 0-15,-3-3 29 16,3-11 3-16,3 3 1 0,-3-3 0 0,3-3-1 15,0 4-1-15,0-7 0 0,0 1 0 0,3 0-31 16,-3 3 0-16,3-1 0 0,2 1 0 0,-2-1 0 0,3 1-13 0,0-3 1 0,0 0 0 16,3 0 12-16,-3-3 12 0,3 3-3 0,-3-3 0 15,0 6 3-15,0 2 1 0,-1 5 0 0,1 1 0 16,0 4 12-16,-3 7 3 0,0-1 0 0,-3 0 0 16,0 8-14-16,0 0-2 0,0 0-1 0,0 8 0 15,0 0-11-15,-3 5 10 0,0 3-10 0,0 5 10 16,0-3-10-16,-3 9 8 0,3 2-8 0,0 0 8 15,0-3-8-15,-3 4 0 0,3-1 0 0,-3 0 0 16,0 5 0-16,0-5 8 0,0 3-8 0,-3 0 0 16,3 2 0-16,-3 1 0 0,0 2 0 0,-3 2 0 15,3-4-12-15,-3-6-4 0,0 0 0 0,0 3-1 16,0-9-21-16,-3-1-4 0,3 1-1 0,0-1 0 16,-3-4-76-16,3 1-15 0,0-3-3 0</inkml:trace>
  <inkml:trace contextRef="#ctx0" brushRef="#br0" timeOffset="198.078">11477 3331 1824 0,'-21'-13'38'0,"12"8"8"0,4 2-37 15,-1 0-9-15,6 3 0 0,0 0 0 0,0 0 104 0,0 0 20 0,0 0 3 0,0 0 1 16,8 0-42-16,1 0-8 0,0 0-2 0,3 3 0 15,3-3-31-15,0 3-6 0,3-1-2 0,-3 1 0 16,3 2-17-16,-1-5-3 0,1 3-1 0,3 2 0 16,-3-5-16-16,3 3 0 0,-3-3 0 0</inkml:trace>
  <inkml:trace contextRef="#ctx0" brushRef="#br0" timeOffset="585.987">12028 3450 1691 0,'0'0'71'16,"0"0"-57"-16,0 0 106 0,0 0 20 0,0 0 5 0,0 0 1 16,0 0-52-16,6-2-10 0,0-1-3 0,-3 0 0 15,3 3-39-15,3 0-8 0,-3 0-2 0,3-5 0 16,-1 5-4-16,1 0 0 0,0 0-1 0,3 0 0 16,0 0-7-1,3 5-2-15,0-5 0 0,0 0 0 0,6 0-6 0,-1 0-2 0,1 0 0 0,3 0 0 16,0 3-10-1,3-3 0-15,-3 3 9 0,-1-3-9 0,1 2 0 0,0 1 0 0,0 0 0 16,0-1 8-16,-4-2-8 0,-2 6 0 0,0-6 0 0,0 2 0 31,-3-2-20-31,0 0-6 0,0 6-1 0,-3-6 0 16,-1 0-132-16,1 0-26 0,-3 0-6 0</inkml:trace>
  <inkml:trace contextRef="#ctx0" brushRef="#br0" timeOffset="914.613">12519 3228 2066 0,'-6'-8'43'0,"0"3"10"16,3 2-42-16,-3-5-11 0,3 3 0 0,0 0 0 16,3 5 95-16,0 0 17 0,0 0 3 0,0 0 1 15,0 0-40-15,0 0-7 0,6-3-1 0,-3 3-1 16,3 0 5-16,0 3 0 0,0-1 1 0,3 4 0 15,-3-4-58-15,3 6-15 0,0-5 0 0,0 2 0 0,0 3 0 16,0-3 0-16,0 1 0 0,-1 4 0 16,-2-2 54-16,3 0 8 0,-3-3 2 0,0 6 0 15,0 2-52-15,-3 0-12 0,0 3 0 0,0 0 0 16,-3 5 0-16,0-7 0 0,0 4 0 0,-3 1 0 16,0-1 0-16,-3 1 0 0,0-3 0 0,0-1 0 0,-3 1 0 0,3 0-16 15,-3-5 3-15,1 5 1 0,2-6 12 0,-3-2 16 16,3 3-3-16,-3-3-1 15,0 0-60-15,3 0-13 0,0-3-3 0,0 3 0 16,0-6-24-16,6-2-6 0,-6 6-1 0</inkml:trace>
  <inkml:trace contextRef="#ctx0" brushRef="#br0" timeOffset="2043.284">13784 3228 1580 0,'0'0'67'0,"0"0"-54"15,0 0 92-15,0 0 19 0,-6 5 3 0,0 3 1 16,3 0-52-16,0 3-9 0,-3-1-3 0,3 6 0 16,-3-5-39-16,3 5-8 0,0 2-1 0,-3 3-1 15,3-5-24-15,-2 6-5 0,2-7-1 0,0 7 0 16,0-7 31-16,0 7 7 0,0-9 1 0,0 3 0 16,-3 0-24-16,3-3 8 0,3 3-8 0,-3-6 0 15,0-2 0-15,0 3 0 0,3-9 0 0,0-2 8 16,0 0-28-16,0 0-6 15,0 0-1-15,0 0 0 0,0 0 27 0,-3-2 0 0,3-6 0 0,0-3 0 16,3 1 46-16,-3-9 14 0,3 3 4 0,0-5 0 16,0 3-52-16,0-9-12 0,3 3 0 0,0 1 0 15,0-4 0-15,0 1 0 0,-1-1 0 0,1 3 0 16,3-5 0-16,0 0 0 0,0 0 0 0,0-3 0 16,3 3 54-16,0 0 8 0,3-8 2 0,0 8 0 15,-3 0-64-15,3 0 0 0,2 2-9 0,-5 9 0 16,3-1 9-16,0 9 12 0,0-4-2 0,-3 6-1 15,0 3 44-15,0 2 9 0,-3 3 2 0,0 0 0 16,-1 3-52-16,-2 2-12 0,0 3 0 0,0 6 0 16,0-4 0-16,-3 9 0 0,3-3 0 0,0 5 0 0,-3 0 0 15,3 3 0-15,0 0 0 0,-3 2 0 0,0-5 0 0,3 3 0 16,-3 0 0-16,0-3 0 0,0 0 0 0,0 0 0 0,0 3 0 16,0-3 0-1,-3 0 0-15,0 3 0 0,0-3 0 0,-3 3 0 0,3-3 0 0,-3 1 0 16,-3 1 0-16,3-7 0 15,-3 5-104-15,0-10-20 0,0 8-4 0,3-9 0 16,-3 1-97-16,3-3-19 0</inkml:trace>
  <inkml:trace contextRef="#ctx0" brushRef="#br0" timeOffset="2240.886">13870 3294 1579 0,'-20'-21'32'0,"11"16"10"0,3 2-34 0,0-5-8 0,0 3 0 0,0 2 0 16,0-5 104-16,3 6 20 0,3 2 3 0,0 0 1 15,0 0-52-15,0 0-9 0,0-6-3 0,3 4 0 16,6-1 0-16,-3 3 0 0,0-5 0 0,3 5 0 16,3 0-28-16,-1-3-7 0,1 3-1 0,3 0 0 15,0 3-15-15,0-3-3 0,3 0-1 0,0 5 0 16,0-5-9-16,-1 3 0 0,1-1-10 0,3 1 10 16,-6 0-185-16,0-3-31 15</inkml:trace>
  <inkml:trace contextRef="#ctx0" brushRef="#br0" timeOffset="2765.19">14231 3382 2030 0,'3'-6'57'0,"-3"1"14"0,3-3-57 0,0 5-14 0,0-5 0 0,-1 1 0 16,1-1 105-16,3 2 19 0,0-2 3 0,0 0 1 15,0 3-40-15,3 0-8 0,0-3-2 0,0 5 0 16,3-2-34-16,3 2-8 0,-3-2 0 0,3 0-1 16,0 2-10-16,-4 3-1 0,4-3-1 0,-3 3 0 15,3 3-5-15,-3-3-1 0,0 3 0 0,0-1 0 16,-3 1-9-16,0 2-8 0,0-2 12 0,0 2-12 16,-4-2-18-1,1 2-10-15,0 0-3 0,0 3 0 0,-3 0 31 0,-3 0 0 0,3-2 0 0,-3 2 0 16,-3-1 0-16,3 4 0 0,-3-3 0 0,0 0 0 15,0 3-10-15,0-4 10 0,-3 4-10 0,1 0 10 16,-1-1-24-16,0-2 0 0,0 0 1 0,0 0 0 16,0 3 9-16,0-9 2 0,3 6 0 0,-3-3 0 15,3 1-10-15,3-6-2 0,0 0 0 0,3 8 0 16,-3-8 33-16,3 2 7 0,3 4 0 0,0-6 1 16,3 2-17-16,-3-2 0 0,3 6 0 0,-1-6 0 15,4 0 0-15,-3 0 10 0,3 2-10 0,-3 1 12 16,0 0 2-16,0-1 1 0,-3 1 0 0,3 5 0 15,-3-6 9-15,0 4 1 0,0 2 1 0,0-6 0 16,-3 6 0-16,0 3 0 0,-3-9 0 0,3 6 0 16,-6 0-6-16,3-2-2 0,-3 2 0 0,0-1 0 15,-3 1-9-15,0 0-1 0,-3 0-8 0,0 3 12 0,0-3-12 16,-3 0 11-16,3 0-11 0,-3 5 10 0,0-5-10 0,0-3 0 16,1 0 0-16,-4 6 0 15,0-3-21-15,0-5-3 0,3 2-1 0,-3 0 0 16,3-2-130-16,0 0-25 0</inkml:trace>
  <inkml:trace contextRef="#ctx0" brushRef="#br0" timeOffset="3757.155">16040 3236 1925 0,'0'0'40'0,"0"0"10"16,0 0-40-16,0 0-10 0,0 0 0 0,0 0 0 15,0 0 94-15,0 0 17 0,0 0 3 0,-6 5 1 16,0 3-62-16,3 0-12 0,1 0-2 0,-4 0-1 15,3 5-19-15,0 3-4 0,0 0-1 0,-3 0 0 16,3 5-14-16,0-2 0 0,0 4 8 0,0-1-8 16,0 1 0-16,0-1 0 0,0-7 0 0,0 7 0 15,0-9 0-15,0 3 0 0,0-6 8 0,-3 1-8 16,3-3 0-16,0 2 0 0,0-4 0 0,0 2 0 16,3-8 8-16,0 0-8 0,0 0 0 0,0 0 0 15,0 0 0-15,0-8 0 0,0 0 0 0,3 0 0 16,0-3 0-16,0 1 0 0,0-9 0 0,3 1 0 15,0-1 0-15,0 1 0 0,3-9 0 0,0 3 0 0,0 1 0 16,0 1 11-16,-1-1-3 0,7 1-8 0,-3 1 15 16,0 0-4-16,3-3-1 0,-3 0 0 0,3 3 2 0,0-5 1 15,-3 2 0-15,6-2 0 0,-7 7 2 0,4-5 0 0,0 3 0 16,-3 2 0-16,3 9 5 0,-3-6 2 0,0 5 0 0,0 4 0 16,0-1 1-16,-3 5 0 0,-1 3 0 15,1 3 0-15,0 5-9 0,0-1-2 0,-3 4 0 0,3 5 0 16,-3 0-12-16,0 0 9 0,3 2-9 0,-3 1 8 15,3-1-8-15,-3 1 0 0,0-1 0 0,3 1 8 16,-3-1-8-16,-3 6 0 0,3-3 0 0,-3-2 0 16,0 7 8-16,0-5-8 0,-1 6 0 0,-2-1 8 15,0 3-8-15,0-7 0 0,-2 4 0 0,-1 1 0 16,0-6-49-16,0-5-3 0,-3 5 0 0,0-5 0 16,0-6 23-16,0 3 4 0,-3 1 1 0,0-6 0 15,0 0-167-15,3-1-33 16,0-1-6-16</inkml:trace>
  <inkml:trace contextRef="#ctx0" brushRef="#br0" timeOffset="3996.457">16040 3347 1892 0,'-9'5'53'0,"3"-5"13"0,6 0-53 0,0 0-13 0,0 0 0 0,0 0 0 0,0 0 84 0,6 3 13 0,0 2 3 15,3-5 1-15,0 0-25 0,3 3-4 0,0-3-2 0,3 5 0 16,-3-5-22-16,3 0-4 0,0 0 0 0,0 0-1 16,-1-5-15-16,4 5-4 0,0 0 0 0,0 0 0 15,3 0-13-15,0 0-3 0,-1 0-8 0,1 5 12 16,0-5-12-16,0 0 0 0,3 3-12 0,-3 2 12 31,-1 1-131-31,1-4-19 0,0 4-4 0</inkml:trace>
  <inkml:trace contextRef="#ctx0" brushRef="#br0" timeOffset="4428.831">16612 3517 1337 0,'3'-3'56'0,"3"-2"-44"16,-3-1 144-16,0-2 28 0,3 0 7 0,-3 0 1 15,3 1-52-15,0-1-9 0,0-6-3 0,0 1 0 16,-1 3-51-16,4-4-10 0,0 1-3 0,0 3 0 15,0-4-29-15,0 1-7 0,3 2 0 0,0 1-1 16,0 2-2-16,3 0 0 0,-3 0 0 0,3 3 0 16,-1-1-9-16,-2 1-1 0,0 5-1 0,0-5 0 15,0 5-6-15,0 5-8 0,-3-5 11 0,3 3-11 16,-3 2 9-16,-3 0-9 0,0 3 0 0,-3 0 9 16,0 3-9-16,0 2-16 0,0 0 4 0,-6 3 1 15,0 5 11-15,0-5 0 0,-3 5 0 0,-3 1 0 16,3-4 0-16,-6 3 0 0,3-2 0 0,-3-1 0 15,0 1 0-15,0-1 0 0,0-2 0 0,-3 3 0 16,3-9 0-16,1 4 0 0,-1-1 0 0,3-3 0 0,0 1 0 16,0 0 0-16,3-3 0 0,3 2 0 0,3-2 0 0,0 0 0 0,3-5 0 15,3 2 0-15,3-2-17 0,3-1-2 0,0 1 0 16,3 0 0-16,-1-3 30 0,4 0 5 0,0 0 2 0,0 0 0 16,0 0-2-16,0-3 0 0,0 0 0 0,-1 3 0 15,1-2-2-15,0-1-1 0,0 3 0 0,3-5 0 16,-3 2-13-16,3-2 0 0,-1 2 0 0,1 3 0 15,0-8 0-15,-3 5-8 0,3 3-1 0,-3-2 0 16,-1-1-163 0,1 1-32-16,-3-1-6 0</inkml:trace>
  <inkml:trace contextRef="#ctx0" brushRef="#br0" timeOffset="5368.792">18734 3244 2062 0,'0'0'43'0,"0"0"10"15,0 0-42-15,0 0-11 0,0 0 0 0,0 0 0 16,0 0 93-16,0 0 17 0,0 0 3 0,0 0 1 16,0 0-54-16,0 0-10 0,0 0-2 0,0 0-1 15,0 0-16-15,0 0-3 0,3 5-1 0,-3 3 0 0,3 0-13 16,-3 0-2-16,0 5-1 0,-3 3 0 15,3-3-11-15,-3 6 8 0,3-1-8 0,-3 4 8 0,0 1-8 16,0-1 0-16,0 1 0 0,0-1 0 0,0-4 0 16,3 1 0-16,-3-1 0 0,0-5 0 0,3 3 0 15,0-5-12-15,-3-1 0 0,3 4 1 0,0-9 11 16,0 0 0-16,0 1 0 0,0-6 0 0,0 0 0 0,0 0 0 16,0 0 0-16,0 0 0 0,3-6 0 0,0-2 0 0,3 0 0 15,-3-2 0-15,3-3 0 0,-3-1 0 0,3-4 0 16,0-1 0-16,3-5 0 0,-3 1 0 0,3-4 0 0,-3 3 0 15,3-5 25-15,0 5 7 0,0-2 2 0,0 2 0 16,0-2-18-16,-1 2-4 0,4 0-1 0,0 0 0 16,0 3-11-16,0-5 0 0,3 2 0 0,-3 3 8 15,0 0-8-15,0 2 0 0,0 0 0 0,-3 4-11 16,-1 1 11-16,1 4 0 0,-3 2 0 0,0 3 0 16,0 5 0-16,0 0 9 15,0 5-9-15,0-2 10 0,0 4 4 0,-3 4 1 0,0 5 0 0,3 0 0 16,-3 0-15-16,0 0 0 0,0 2-12 0,0-2 12 15,0 5 0-15,0-5 0 0,0 0 8 0,0 2-8 16,0 1 0-16,0-1 0 0,-3 1 0 0,3-1-10 16,-3 6 10-16,0-5 0 0,-3 2 0 0,3 5 0 15,-3-4-20-15,0 1-1 0,0-1-1 0,0-4 0 16,0 1-21-16,0-4-4 0,0 1-1 0,-3-2 0 16,3-4-124-16,-3 1-24 0,0-1-6 0</inkml:trace>
  <inkml:trace contextRef="#ctx0" brushRef="#br0" timeOffset="5811.168">18803 3368 1824 0,'-9'-5'38'0,"3"5"8"0,6 0-37 0,0 0-9 0,0 0 0 0,0 0 0 31,0 0 99-31,0 0 17 0,6-3 4 0,3 3 1 0,0 0-48 0,3 0-9 0,-1 0-3 0,4 0 0 16,0 0 11-16,0 0 1 0,3 3 1 0,0-3 0 15,-3 5-74-15,3-5-14 0,-1 0-3 0,-2-5-1 16,3 5 29-16,3 0 5 0,-3-3 2 0,3 3 0 31,-3 0-41-31,2 0-8 0,1 0-1 0,0 0-1 0,-3 0 1 16,0 0 1-16,0 0 0 0,-4 0 0 16,1 0-26-16,-3 0-6 0,-3 0-1 0,-3-5 0 0,0 5 38 0,-6 0 7 0,6-3 2 0,-6 3 0 15,0 0 27-15,0 0 6 0,0 0 0 0,0 0 1 16,0 0-17-16,0 0 0 0,0 0 0 0,0 0 0 15,0 0 55-15,-3-5 7 0,3 5 2 0,0 0 0 16,0 0 0-16,0 0 0 0,0 0 0 0,0 0 0 16,0 0-52-16,0 0-12 0,0 0 0 0,0 0 0 15,0 0 54-15,0 0 8 0,3 5 2 0,0 3 0 16,0 0-52-16,0 0-12 0,-3 6 0 0,3-7 0 16,-3 7 0-16,3 2 0 0,-3-1 0 0,0-1 0 15,0 2 0-15,-3-1 0 0,3 7 0 0,-3-9 0 16,3 3 0-16,-3 0 0 0,3-1 0 0,-3 1 0 15,0-2 0-15,0-1 0 0,0-3 0 0,0 4 0 16,0-1 0-16,0-3 0 0,-3 1 0 0,3-3 0 16,0 3-48-16,3-4-13 0,-3 4-3 0</inkml:trace>
  <inkml:trace contextRef="#ctx0" brushRef="#br0" timeOffset="6876.941">21223 3239 1956 0,'0'0'40'0,"0"0"11"16,0 0-41-16,0 0-10 0,0 0 0 0,0 0 0 15,0 0 100-15,0 0 17 0,3-3 4 0,-3 3 1 16,0 0-53-16,6 0-10 0,0 3-3 0,-6-3 0 16,3 2-22-16,-1 6-5 0,1 0-1 0,0 0 0 15,-3 0-12-15,3 5-4 0,-3-2 0 0,0 2 0 16,-3 3-4-16,3 3-8 0,-3 4 11 0,0-1-11 15,1-4 9-15,-4 9-9 0,3-6 0 0,0 2 9 16,-3-1-9-16,3-4 0 0,0 1 0 0,-3-3 0 0,3-1 0 16,0-1 0-16,0-1-12 0,0-3 12 0,0 1 0 0,0-3 0 15,3-3 0-15,-3 6 0 0,3-11 0 0,0 0 0 0,0 0 0 16,0 0 0-16,0 0 0 0,0 0 0 16,0-8 0-16,0 0 0 0,3-3 0 15,-3 1 0-15,6-9 0 0,-3 3 0 0,0-5 0 16,3-3 0-16,0 1 0 0,3-6 0 15,-3 2 0-15,3-5 0 0,-1 1 0 0,1 1 0 0,3 1 0 0,-3 0 0 0,3 3 0 0,0-3 0 16,0 2 0-16,3-2 0 0,0 0 0 0,-3 0 0 16,0 0 13-16,-1 5 11 0,1-2 1 0,0 4 1 15,0 4-15-15,0 2-3 0,0 3-8 0,-3 0 12 16,0 2-1-16,3 6-1 0,-3-3 0 0,0 8 0 16,0 0 2-16,-4 0 0 0,4 8 0 0,0-3 0 15,-3 6-4-15,0 2 0 0,3 5 0 16,-3 1 0-16,0 2-8 0,-3 3 8 0,3-3-8 0,-3 0 8 15,0 3-8-15,0-3 0 0,0-2 0 0,0 7 0 16,-3-5 8-16,0-2-8 0,0 7 0 0,0-5 8 16,-3 6-8-16,0 2 0 0,0 0-10 0,0 0 10 15,0 0-26-15,0-5 1 0,-3 3 0 0,3-4 0 16,-3-1-13-16,0-1-2 0,0-5-1 0,0 5 0 16,0-11-172-16,0 4-35 15,0-1-6-15</inkml:trace>
  <inkml:trace contextRef="#ctx0" brushRef="#br0" timeOffset="7126.043">21205 3371 2101 0,'-9'-3'60'0,"3"3"12"0,6 0-57 0,0 0-15 0,0 0 0 0,0 0 0 16,3-5 90-16,3 2 15 0,3 3 3 0,3 0 1 15,0 0-36-15,5 0-7 0,1 0-2 0,0 0 0 16,3 3-51-16,0-3-13 0,0 0 0 0,2 0 0 16,1 0 0-16,3 0 0 0,0-3 0 0,0 3 0 15,2 0 8-15,1 0 0 0,3 0-8 0,0 0 12 16,-4 0-29-16,4 3-7 0,-3 2 0 0,0-5-1 31,-1 3-146-31,-2-3-29 0,-3 0-5 0</inkml:trace>
  <inkml:trace contextRef="#ctx0" brushRef="#br0" timeOffset="7461.031">21872 3405 1782 0,'-6'6'37'0,"0"-1"8"0,0 0-36 0,3 1-9 0,-3 2 0 0,3-1 0 16,0-4 87-16,0 5 15 0,0 3 3 0,0-3 1 15,0-3-38-15,0 5-7 0,3-2-1 0,0 6-1 16,0-9-20-16,0 5-4 0,0-2-1 0,0 6 0 15,3-9-17-15,0 3-3 0,0 2-1 0,0-2 0 16,0 0-13-16,3 0 8 0,0 3-8 0,0-9 0 16,3 4 8-16,0-1-8 0,-1 0 0 0,1-2 0 0,3 0 0 0,0-3-16 15,3 2 1-15,0-2 1 16,0-2 46-16,0 2 10 0,0-3 2 0,0 0 0 0,-1 1-11 0,-2-1-1 16,0-2-1-16,-3-1 0 15,3 4 4-15,-3-6 1 0,-3 0 0 0,0 3 0 0,0-3-5 16,-3 0-1-16,0-5 0 0,0 5 0 0,-3-6-10 0,3 1-3 15,-3 3 0-15,-3-4 0 0,0-2-17 0,0 3 10 16,0 0-10-16,-3 2 8 0,0 4-8 0,-3-7 0 16,0 4 0-16,0 4 8 0,-3-2-26 0,-3 1-6 0,0 1 0 0,-2 1-1 31,-1 5-155-31,-6-3-30 0</inkml:trace>
  <inkml:trace contextRef="#ctx0" brushRef="#br0" timeOffset="9004.834">11370 4723 1792 0,'0'-8'51'0,"-3"0"10"15,3 0-49-15,-3 6-12 0,3-6 0 0,0 8 0 16,0 0 104-16,0 0 19 0,0 0 3 0,0 0 1 15,0 8-67-15,0-3-14 0,0 6-2 0,0 2-1 16,0 3-25-16,0 5-5 0,0-5-1 0,0 5 0 16,0 0-12-16,0 0 8 0,-3 0-8 0,3 3 0 15,-3 0 0-15,3 0 8 0,0 2-8 0,-3 1 0 16,3-6 0-16,0 3 0 0,-3-3 0 0,3-3 0 16,0-2 0-16,-3-3 0 0,3 3 0 0,0-10 0 15,0 2 0-15,0-8 0 0,0 0 8 0,0 0-8 16,0 0 0-16,0-6 8 0,0 1-8 0,3-6 0 0,-3-4 14 15,0 1-3-15,3-7-1 0,0 0 0 0,-3 0 4 0,3 0 1 16,0-3 0-16,0 0 0 0,0 0 20 0,0 3 4 0,0-3 1 16,0-2 0-16,3-1-40 0,0 1 0 0,0-9 0 0,3 4 0 15,0-6 0-15,3 2 0 0,-3-2 0 0,5 5 8 16,1-2-8-16,3 10 0 0,0 0 0 0,0 6 0 16,0-1 14-16,0 6 2 0,-1 0 0 0,1 0 0 15,0 5-16-15,-3 2 8 0,0 4-8 16,0-1 0-16,-3 3 12 0,-3 3-4 0,3 2-8 0,-6 3 12 15,2 0-30-15,-2 0-6 0,0 3-2 0,-3-1 0 16,-3 3 50-16,3 3 9 0,-3-3 3 0,0 9 0 16,-3-4-36-16,0 1 0 0,0 4 0 0,-3-4-9 15,-2-1-3-15,2 1 0 0,-3-3 0 0,0 0 0 16,-3 0 12-16,0-3 0 0,0 0-9 0,0 0 9 16,0-2-17-16,0-3 1 0,-3 2 0 0,3-2 0 15,1-2 26-15,2-1 6 0,0 0 0 0,0-2 1 16,6 0-27-16,3-3-6 0,0 0 0 0,0 0-1 15,0 0 17-15,0 0 17 0,6 0-3 0,3-3-1 16,0 0-13-16,3 1-18 0,-1-4 4 0,4 4 1 16,0-1 13-16,0 0 0 0,3 1 0 0,-3 2 0 15,0-6 0-15,-3 6 0 0,0 6 0 0,2-6 0 0,-2 2 21 16,-3 4 7-16,3 2 2 0,-3 0 0 16,0-1-48-16,0 4-10 0,-3 0-1 0,0 2-1 0,-3-3 30 15,-3 1 0-15,0 5 0 0,0-5 0 0,-6 2 32 16,0 3 12-16,0 2 2 0,-6 1 1 0,3-1-31 0,-3 1-7 15,-3 2-1-15,0-3 0 0,-5 6-8 0,-1-8 0 0,0 3 9 0,-3-1-9 16,-3-2 0-16,1 0 0 0,-4-3 0 16,3 0 8-16,0-2-8 0,3 0 9 0,1-4-9 0,2-1 10 15,3-1-10-15,3-2-12 0,0-1 2 16,3-2 1 0,0 0-88-16,6-2-18 0,0-4-3 0,3-2-1 15,3 1-184-15</inkml:trace>
  <inkml:trace contextRef="#ctx0" brushRef="#br0" timeOffset="9254.164">11849 4972 2063 0,'6'5'87'15,"3"-5"-70"1,0 0 75-16,0 0 14 0,3 0 3 0,3 0 1 15,0 0-36-15,3 0-7 0,-1 0-2 0,4 0 0 16,0-5-26-16,0 2-6 0,0 1-1 0,0-4 0 16,2 4-32-16,-2-4-16 0,3 1 2 0,0 0 0 15,3 2 62-15,-1-2 13 0,1-1 3 0,3 4 0 16,-3-1-52-16,-3 1-12 0,2 2 0 0,1 0 0 16,-6-3-19-16,0 3-6 0,-3-3-2 0,0 3 0 15,-6 0-70-15,-1 0-15 0,-2 0-2 0</inkml:trace>
  <inkml:trace contextRef="#ctx0" brushRef="#br0" timeOffset="9575.031">12236 4800 2108 0,'-12'-8'44'0,"3"5"10"0,1-2-43 0,-1 2-11 0,3 1 0 0,6 2 0 16,0 0 96-16,0 0 16 0,0 0 4 0,0 0 1 15,0 0-42-15,0 0-9 0,0 0-2 0,0 0 0 16,6 2 0-16,0 1 0 0,2 0 0 0,4 2 0 16,0 3-51-16,0-3-13 0,0 0 0 0,3 3 0 15,0 0 54-15,-3 3 8 0,3-3 2 0,-3 0 0 16,2 2-41-16,-5 1-8 0,3 0-2 0,-3-1 0 16,3 6-5-16,-6-3-8 0,0 3 11 0,0 0-11 15,0 5 9-15,-3-8-9 0,0 11 0 0,-3-8 9 16,0 5-9-16,0-5 0 0,-3 3 9 0,0-4-9 15,-3 4 0-15,0-6 8 0,-3 0-8 0,0 1 0 16,0-1 0-16,0-2-10 0,0-4 1 0,0 4 0 16,-2-6-7-16,-1 3-2 0,3-2 0 0,0-1 0 15,0-3-155-15,3 1-31 0,0-3-7 0</inkml:trace>
  <inkml:trace contextRef="#ctx0" brushRef="#br0" timeOffset="10619.539">13864 4805 1804 0,'0'8'37'0,"0"-3"10"0,0 3-38 0,0 3-9 0,0-6 0 0,3 3 0 16,-3 0 86-16,0 3 15 0,3-1 3 0,-3 3 1 15,0 1-49-15,0-1-11 0,0 3-1 0,0 2-1 16,0-2-23-16,0 3-5 0,0 2-1 0,0-3 0 31,0 1-34-31,-3-1-8 0,3 1 0 0,0-3-1 0,-3 2 74 0,3-7 15 0,0 0 4 0,-2-4 0 16,2 4-52-16,0-3-12 0,-3-3 0 0,3-5 0 15,0 0 0-15,0 0 0 0,0 0 0 0,0 0 0 16,0-5 54-16,-3 0 8 0,0-6 2 0,3 1 0 16,-3-4-52-16,3-4-12 0,3-1 0 0,-3-2 0 15,0 0 0-15,3-3 0 0,0 0 0 0,2 3 0 16,1-5 10-16,0 4-1 0,3 4 0 0,3-8 0 16,0 2 1-16,0 0 0 0,3 0 0 0,3-5 0 15,-3 3-23-15,3 2-5 0,-1-8-1 0,4 5 0 16,-3 4 19-16,0 4 0 0,0-2 0 0,-3 5 0 15,0 3 0-15,-1 0 0 0,-2 2 0 0,3 8 0 16,-6-5 48-16,3 6 12 0,-3 2 4 0,0 5 0 16,-3 0-52-16,0 3-12 0,0 6 0 0,-3 1 0 15,-3-1-12-15,0 9-6 0,-3-4-1 0,0 2 0 16,0 0 19-16,-3-2 0 0,-3 5 0 0,3-8 0 16,-3 5-11-16,0-5 2 0,0 2 0 0,-3-2 0 15,0 0 9-15,0-3 0 0,-2 0-9 0,-1 1 9 16,0-4 0-16,3-2 0 0,-3-3 0 0,3 6 0 0,0-8 0 0,0-1 0 15,3 4 0-15,0-4 0 16,9-2-28-16,0 0-5 0,0 0-1 0,0 0 0 0,0 0 34 16,0 0 0-16,9-2 0 0,-3 2 0 0,6-3 0 0,0 0 0 0,0 1 0 15,3 2 0-15,-3-3 0 0,3 3 0 16,0-5 0-16,-3 5 0 0,2 0 0 16,1-3 0-16,0 3 0 0,-3 3 0 0,3-3 44 15,-3 5 16-15,0-2 4 0,0-1 0 0,0 6-52 0,-3 0-12 16,-1 3 0-16,-2-1 0 0,-3 4-14 0,0 1-6 0,-3 1 0 0,-3 0-1 15,0 3 33-15,-3-1 8 0,-2 1 0 0,-1-1 1 16,0 1-21-16,-3-3 0 0,0-3 0 0,-3 5 0 16,3-7 0-16,-3 0 0 0,3 4 0 0,-3-7-8 15,-2 3 8-15,2-3 0 0,-3 2 0 0,0-2 0 16,0-2-9-16,0-1-7 0,3-2 0 0,0 5-1 16,1-8-73-16,5 2-14 0,-3-2-4 0</inkml:trace>
  <inkml:trace contextRef="#ctx0" brushRef="#br0" timeOffset="15766.915">14338 5168 1824 0,'0'0'38'0,"0"0"8"0,0 0-37 0,3-6-9 0,0 1 0 0,0 2 0 31,3-5 104-31,3 6 20 0,-3-3 3 0,2 2 1 0,1 0 0 0,0 1 0 0,3-1 0 0,0 0 0 16,0 1-103-16,0 2-25 0,3-3 0 0,-3 3 0 15,0 3 56-15,0-3 7 0,-1 2 1 0,-2 1 0 16,3 0-52-16,-3 2-12 0,0-2 0 0,0 2 0 16,0 0 0-16,-3 0 0 0,0 1 0 0,-3 2 0 15,0 0 0-15,-3 0 0 0,0-1 0 0,0 1 0 16,-3 0 0-16,0 0 0 0,-3 0 0 0,0 0 0 15,0 0 0-15,-3-3 0 0,3 3 0 0,-3 0 0 16,0-2 0-16,3-1 0 0,-3 0 0 0,0 0 0 16,4-2 0-16,2 2 0 0,3-5 0 0,0 0 0 15,0 0 0-15,0 0 0 0,0 0 0 0,0 0 0 16,0 0 0-16,3 6 0 0,0-4 0 0,2 1 0 16,-2-3 0-16,3 3 0 0,3-1 0 0,-3 1 0 15,0-3 0-15,3 0 0 0,-3 3 0 0,3-3 0 16,0 2 0-16,-3 1 0 0,3-3 0 0,-3 5 0 15,0-2 0-15,0-1 0 0,-3 4 0 0,0-1 0 16,-3 3 0-16,0 0 0 0,0 2 0 0,-3 1 0 16,-3 2 0-16,0 0 0 0,0-2 0 0,-3 5 0 15,0 0 33-15,-3-3 4 0,3 3 1 0,-3 0 0 16,-3 0-10-16,0-3-1 0,1 0-1 0,-1 3 0 16,0-3-26-16,-3-2 0 0,0-1 0 0,0 4 0 15,3-6-46-15,0 0-14 0,1-1-4 0,-1-1 0 16,3-4-153-16,0 4-31 0</inkml:trace>
  <inkml:trace contextRef="#ctx0" brushRef="#br0" timeOffset="16839.098">16326 4922 1907 0,'0'0'40'0,"0"0"8"0,0 0-38 0,0 0-10 0,0 0 0 0,0 0 0 31,0 0 98-31,0 0 18 0,0 0 3 0,0 0 1 0,-3 2-57 0,0 6-11 0,3 0-3 0,-3 3 0 16,3 2-19-16,0 3-4 0,-3 2-1 0,3 1 0 15,0-1-13-15,-3 4-4 0,3 1 0 0,0-4 0 16,0 2-8-16,0-5 0 0,0 2 0 0,0-2 8 16,-3 0-8-16,3-3 0 0,0 1 0 0,0-4 0 15,-3 3 28-15,3-2 1 0,0 0 0 0,0-6 0 16,-3 0-29-16,3 0 0 0,0-5 0 0,0 0 0 16,0 0 0-16,0 0 0 0,0 0 0 0,0 0 0 15,0 0 0-15,0 0 0 0,-3-5 0 0,0-3 0 16,3-2 0-16,-3-1 0 0,3-2 0 0,-3-3 0 15,3 0 57-15,0-5 6 0,0 2 1 0,0-7 0 16,0-1-52-16,3 1-12 0,0-3 0 0,0-3 0 16,0 6 0-16,3-1 0 0,0 1 0 0,0 2 0 15,3-2 0-15,3 2-12 0,0 0 3 0,0-3 0 16,3 1 9-16,3 5 12 0,-4-3-2 0,7 3-1 16,-3 2-9-16,0 6 0 0,3 0 0 0,-3 2 0 15,0 1 0-15,-1 7 0 0,-2-2 0 0,3 5 0 16,0 0 0-16,-3 5 0 0,3 6 0 0,-3-6 0 15,0 8 0-15,-4 0 0 0,4 1 0 0,-6-1 0 16,-3 3 0-16,0 0 0 0,-3-3 0 0,0 3 8 0,-6-3-8 0,0 0 0 16,0 3 0-16,-6 0 0 0,0-6 0 0,-3 4 0 0,1-1 0 15,-4 0 0 1,3 0-56-16,0-2-6 0,0 2-2 0,0-2 0 0,0-1 64 0,0 1 18 0,-3-3 1 0,3 5 0 16,3-10-31-16,-2 5-5 0,2-6-2 15,3 4 0-15,0-4 19 0,6-2 0 16,0 0 0-16,0 0 0 0,0 0 0 0,0 0 0 0,0 0 0 0,6 0 0 15,0 0 0-15,0 0 0 0,3-2 0 0,-1 2 0 16,1-3 0-16,0 0 0 0,0 1 0 0,3 2 0 16,-3 0 0-16,3 0 0 0,0 0 0 0,0 0 0 15,0 2 0-15,0 4 0 0,0-1 0 0,-4 3 0 16,1 0 0-16,0 0 0 0,-3 2 0 0,0 6 0 16,-3-5 0-16,0-1 0 0,-3 6 0 0,-3-3 0 15,0 3 0-15,-3-2 0 0,-3-1 0 0,0 3 0 16,-3-3 27-16,1 0 9 0,-4-2 1 0,0 2 1 15,0 0-28-15,-3-2-10 0,0-3 0 0,0 2 9 16,0 1-9-16,-2-3 0 0,2-3 0 0,-3 3 0 16,3-3 20-16,0 1 3 0,3-1 0 0,0-2 0 15,4-1-121-15,2 1-24 0,0-3-5 0</inkml:trace>
  <inkml:trace contextRef="#ctx0" brushRef="#br0" timeOffset="17237.504">16910 5170 2025 0,'0'0'85'16,"0"0"-68"-16,0 0 111 0,0 0 23 0,3-2 4 16,0-1 1-16,-1 0-58 0,4 1-11 0,0-4-3 0,0 6 0 15,0-5-23-15,0 2-5 0,0 1 0 0,0-3-1 16,0 2-15-16,3 0-2 0,0 1-1 0,0-1 0 15,0 3-15-15,0-3-3 0,0 3-1 0,0 0 0 16,-3 0-18-16,2 3 8 0,-2 0-8 0,0-1 0 16,0 4 8-16,-3-1-8 0,3 5 0 0,-6-4 0 15,3 2 0-15,-6 2 0 0,3 3 0 0,-6-2 0 16,3 0-9-16,-3-1 1 0,0 3 0 0,-2 1 0 16,2-1 0-16,-3 0 0 0,0-2 0 0,0 2 0 15,3 0 8-15,-3 0-8 0,3 1 8 0,0-1-8 16,3 0 8-16,-3-2 0 0,3-1 0 0,3 1 0 15,0-1 0-15,0-2 0 0,3-2 0 0,0-1 0 16,0 3 0-16,3-8 0 0,0 3 0 0,0-1-8 16,3-2 8-16,3-2 0 0,-3 2 0 0,3-3 0 15,2-2 0-15,1-1 0 0,0 4 0 0,3-4 0 16,0 1 0-16,0 0 0 0,0-1 0 0,-1 4 0 16,4-6-50-16,-3 5-11 0,3-2-3 0</inkml:trace>
  <inkml:trace contextRef="#ctx0" brushRef="#br0" timeOffset="18273.172">18835 4951 1427 0,'6'-6'29'0,"3"4"9"15,-3-1-30-15,3-2-8 0,-3 2 0 0,3 0 0 16,-3 3 112-16,0 0 22 0,0 0 4 0,0 0 1 15,0 3-34-15,0-3-6 0,0 8-2 0,0-5 0 16,0 2-28-16,-3 3-5 0,3 3-2 0,-3-1 0 16,3 3-23-16,-4 6-5 0,1-3-1 0,0 2 0 0,-3 1-13 15,3 2-2-15,-3 0-1 0,3 0 0 16,-3-2-17-16,3 2 8 0,0-5-8 0,-3 2 0 0,3-4 9 16,0-1-9-16,-3 0 0 0,3-2 9 15,-3-1-9-15,0-2 0 0,3-3 0 0,-3 1 0 0,0-6 9 0,0 0-9 16,0 0 10-16,0 0-10 0,0 0 9 0,0 0-9 0,0 0 8 0,0 0-8 15,0-6 17-15,-3-4-1 0,3-1-1 0,0-2 0 16,-3-3-27-16,3-2-6 0,0-3-1 0,-3-3 0 16,3 0 45-16,0-5 9 0,0 2 1 0,0-2 1 15,3-5-24-15,-3 5-5 0,3 0 0 0,0-3-8 16,0 0 10-16,3 0-10 0,0 1 8 0,3-1-8 16,0-5 18-16,0 2-2 0,3-2 0 0,3 6 0 15,0-4-16-15,-1 9 0 0,4 2 0 0,3 5 0 16,0 1 0-16,0 7-16 0,0-2 4 0,0 8 0 15,-1-1 12-15,1 4 0 0,-3 2 0 0,-3 2 0 16,0 1 0-16,-3 5 0 0,0 0 0 0,0 3 0 16,-7 2 0-16,4 3 0 0,-6 0 0 0,0 2 0 15,0 1 0-15,-6 4 0 0,3 1-8 0,-6-3 8 16,0 3 0-16,-2-3-9 0,-1-2 9 0,-3 5 0 16,-3-8 8-16,0-1 8 0,0 1 0 0,-3-2 1 15,3-1-33-15,-6-3-6 0,4 1-2 0,-1 0 0 16,0-3 39-16,0-1 7 0,3 1 2 0,0 3 0 15,3-8-24-15,0 2 0 0,4 0 0 0,-1-2 0 16,3-1 0-16,6-2 0 0,0 0 0 0,0 0 0 16,0 0-16-16,0 0-8 0,0 0-2 0,0 0 0 0,3-2 26 0,3-3 0 15,2 2 0-15,1-2 0 0,3 2 0 0,3-2 0 16,0 2 0-16,3 0 0 0,0 1 0 0,0-1 0 0,3 3 0 16,-1 0 0-16,-2 0 12 0,0 3-1 15,0-1-1-15,0 1 0 0,-3 0 2 16,0 2 1-16,-4 3 0 0,1-3 0 0,0 3-13 0,-3 3 0 15,-3-3 0-15,0 2 0 0,-3 1 0 0,0 2 0 0,0 0 0 0,-3 3 0 16,0-5 0-16,-3 5 0 0,0 0 0 16,-3-3 0-16,-3 3 0 0,0-3 0 0,-3 0 0 15,-3 3 0-15,1-5 0 0,-1 4 0 0,-3-7 0 16,0 3 0-16,-3 0 0 0,0-1 0 0,0-2 0 0,1-3 0 16,-1 1 0-16,3-1 0 0,0 0 0 0,3-2 0 15,0 2 0-15,6-5 0 0,0 3 0 0,1-6 0 16,8 3-107-16,0 0-24 0,0-5-5 0</inkml:trace>
  <inkml:trace contextRef="#ctx0" brushRef="#br0" timeOffset="18544.523">19654 5014 2066 0,'0'0'43'0,"0"0"10"16,0 0-42-16,0 0-11 0,0 0 0 0,0 0 0 15,0 0 156-15,0 0 28 0,0 0 7 0,0 0 1 0,3 5-103 0,-3 3-20 16,0 3-4-16,3 2-1 0,0-7-19 0,-3 4-4 0,3 3-1 16,0-2 0-16,-3-1-3 15,3 6-1-15,-3-5 0 0,3 2 0 16,-3 0-36-16,0 1-12 0,-3-1 0 0,3 0 0 16,-3 0 12-16,3 1 0 0,-3-1 0 0,0 0 0 15,0 0 49-15,0-2 12 0,-3 2 3 0,3 0 0 16,0-2-103-16,-3 2-20 0,3 3-4 0,-3-3-1 0,3 3 52 0,0 0 12 15,3 0 0-15,-3-3 0 16,3 0-54-16,-3 1-8 0,3-4-2 0</inkml:trace>
  <inkml:trace contextRef="#ctx0" brushRef="#br0" timeOffset="19674.205">21449 4858 1580 0,'0'0'67'0,"0"0"-54"15,0 0 104-15,0 0 21 0,0 0 4 0,0 8 1 16,0 0-63-16,0-3-13 0,3 3-3 0,-3 3 0 16,0 2-21-16,3-5-5 0,0 2-1 0,-3 4 0 15,3 2-20-15,0 2-4 0,-3-5-1 0,3 6 0 16,0-3-12-16,-3 5 0 0,3-3 0 0,-3 4 0 16,3-7 0-16,0 4 0 0,-3 0 0 0,3-4 0 15,-3 1 16-15,3-2 1 0,-3-4 0 0,0 1 0 16,3-1-5-16,-3 1-2 0,0-3 0 0,0-3 0 15,0-5 0-15,0 0 0 0,0 0 0 0,0 0 0 16,0 0 13-16,0 0 2 0,0 0 1 0,-3-5 0 16,0-3-26-16,3 0 0 0,-3-3 8 0,3 1-8 15,0-6 38-15,0 0 6 0,0 0 0 0,0-5 1 16,0 0-25-16,3-3-6 0,0-2-1 0,0-1 0 16,0 1-5-16,3 2-8 0,-1-3 11 0,1 3-11 15,3-2 0-15,3 2 0 0,0-2 0 0,3-1 0 0,0 3 0 16,0-2 0-16,3-3 0 0,2 2 0 0,-2 4 19 0,3 1-3 15,0 1-1-15,-3 3 0 0,3 5-15 0,-3-3 0 0,-1 8 0 0,1 2 0 16,-3-4 0-16,0 7 0 0,-3 1 0 0,0 2 0 16,0 2 0-16,-3 1 0 0,3 7 0 0,-6-4 0 15,3 4 0-15,-7 4 0 0,4-1 0 0,-3 3 0 16,-3 0 0-16,0 2-20 0,-3-2 4 0,-3 0 0 16,1 2 16-16,-1-2 0 0,0-3 0 15,-3 3 0-15,0-2 0 0,0-1 0 0,0 0 0 16,0 3 0-16,0-8 0 0,-3 0 0 15,0 0 0-15,0 0 0 0,0 0 0 0,1-6 0 0,-1 4 0 0,0-4 0 16,3 1 0-16,3-3 0 0,-3 2 0 0,3-2 0 16,6 0 0-16,0 0 0 0,0 0 0 0,0 0 0 15,0 0 0-15,0 0 0 0,6 0 0 0,0 0 0 16,3-2 0-16,0 2 0 0,3-3 0 0,0 3 0 16,-1 0 0-16,1-2 0 0,0 2 0 0,0 0 0 15,0 0 0-15,-3 0 0 0,3 0 0 0,0 0 0 16,-3 2 0-16,3 1 0 0,-3-1 0 0,-3 4 0 15,2 2 0-15,-2 0 0 0,0 0 0 0,0-1 0 16,-3 7 0-16,0-4 0 0,-3 4 0 0,0 1 0 16,0-1 0-16,-3 4 0 0,0-2 0 0,0 5 0 15,-3-8 0-15,-3 6 0 0,3-3 0 0,-2 2 0 0,-4-7 0 0,0 2 0 16,0 0 0-16,0-2 0 0,-3 0 0 16,0-1 0-16,-3 1 0 0,0-3 0 0,1 0 0 15,-4-3 0-15,3 0 0 0,0 0 0 0,0-2 0 0,0 0 0 16,0-1 0-16,4 1 0 0,2-3 0 0,0-3 0 15,3 3 0-15,3-2 0 16,6 2-106-16,0-8-18 0,0 3-3 0</inkml:trace>
  <inkml:trace contextRef="#ctx0" brushRef="#br0" timeOffset="20073.798">22136 5094 2243 0,'0'0'64'0,"-5"5"13"0,2 0-61 0,0 0-16 0,0 3 0 0,0-2 0 16,0-1 79-16,0 3 13 0,3 0 2 0,-3-3 1 15,0 3-39-15,0 0-7 0,3 0-1 0,-3 0-1 16,0 2-19-16,0-4-4 0,3 2-1 0,-3 0 0 16,3 0-11-16,0-1-1 0,-3 1-1 0,3 0 0 15,3-2-10-15,-3 2 0 0,3 0 0 0,3-1 0 16,-3-1 0-16,3 2 0 0,0 0 9 0,0-3-9 15,3 0 0-15,-1 1 0 0,1-4 0 0,0 1 0 16,0-1 0-16,3 1 0 0,-3 0 0 0,0-3-8 16,3 0 8-16,-3 0 0 0,0-3 8 0,3 0-8 15,-3 1 12-15,0-1-3 0,-1-2 0 0,1 2 0 16,0-2 13-16,0 0 2 0,0-3 1 0,0 2 0 16,0 1 6-16,-3-3 1 0,0 0 0 0,0-2 0 15,0 2-7-15,-3-3-1 0,3 1 0 0,-6-4 0 16,3 4-11-16,-3-3-2 0,-3-1-1 0,0 1 0 0,-3 0-10 0,0 0 8 15,-3-1-8-15,0 4 8 0,0-1-8 0,0 1 0 16,-3 4 0-16,0-2 0 0,-3 3-18 0,4 2-2 0,-4 1-1 16,0-1 0-1,-3 1-79-15,0 2-15 0,0-3-3 0</inkml:trace>
  <inkml:trace contextRef="#ctx0" brushRef="#br0" timeOffset="46432.783">13695 2807 1637 0,'-3'-8'34'0,"3"1"8"0,0-1-34 0,3 2-8 0,-3-2 0 0,0 3 0 15,3-3 92-15,-3 5 17 0,0-4 3 0,3 4 1 16,-3 3-35-16,0 0-7 0,0 0-2 16,0 0 0-1,0-3-23-15,0 3-5 0,0 0-1 0,0 0 0 0,3-5-20 0,-3 5-4 0,3-3 0 0,3 3-1 16,0 0-15-16,0 0 11 0,0 0-11 0,2 0 10 15,4 0-10-15,0 0 0 0,3 0 0 0,3 0 0 16,6 0 0-16,0 0 0 0,5 0 0 0,1-5 0 16,3 5 0-16,0-3 0 0,2 3 0 0,1-5 0 15,0 2 0-15,-3 3 0 0,-4 0 0 0,4-5 0 16,-3 3 0-16,3-1 0 0,-1 0 0 0,1 3 0 16,-6-5 0-16,3 2 0 0,-7 3 0 0,1-5 0 15,-3 5 0-15,-3 0 0 0,-3-3 0 0,0 3 0 16,-3 0 0-16,-3 0 8 0,-4 0-8 0,1 0 0 15,0 0 0-15,-3 3 8 0,-3-3-8 0,6 0 0 16,-6 0 0-16,3 5 0 0,0-2 8 0,-3-3-8 16,0 0 0-16,3 5 0 0,-3-5 0 0,3 6 8 15,0 1-8-15,-3-7 0 0,3 3 0 0,0 2 0 16,-3-5 0-16,0 8 0 0,3 0 0 0,0-5 0 16,-3 2 11-16,0-5-3 0,3 8-8 0,-3 0 12 15,3-3-12-15,-3 3 9 0,0-2-9 0,3 2 8 16,-3-1-8-16,3-4 0 0,-3 2 9 0,0 1-9 15,3 2 0-15,-3 0 8 0,3 0-8 0,-3-6 0 16,3 6 0-16,-3-3 0 0,3 3 0 0,-3 0 0 0,3 0 0 0,0 0 8 16,-3 3-8-16,3-3 0 0,0 2 0 0,-3-2 0 15,3 5 0-15,0 1 0 0,0-4 0 0,0 3 0 0,0 1 0 16,3 2 0-16,-3-3 0 0,3 3 0 16,-3 0 0-16,3 2 8 0,-1-2 0 0,1 0 1 0,0 0 0 15,0 0 0-15,0 2 0 0,3-2 0 0,-3-3 0 0,0 3 0 16,0 0 2-16,3 0 0 0,-3 2 0 0,0 1 0 15,0 2-3-15,0 0-8 0,0 3 12 0,0 2-4 16,0 1 2-16,0-1 0 0,0 4 0 0,0-1 0 16,0-8-10-16,-1 5 12 0,-2-5-12 0,3 3 12 15,-3 3-2-15,3-6 0 0,-3-3 0 16,0 4 0-16,0 4-10 0,-3-5 12 0,3 6-12 0,0-1 12 16,0 1-4-16,-3 2-8 0,3 0 12 0,0 0-4 15,0 0-8-15,-3-5 0 0,0 2 9 0,3-2-9 16,-3 3 8-16,0-9-8 0,0 3 10 0,0 3-10 15,0 0 9-15,0 0-9 0,0-1 8 0,-3 4-8 16,3 2 8-16,-3-3-8 0,0 4 8 0,3-4-8 16,-3 1 0-16,0-1 8 0,3-2-8 0,-3 0 0 15,0-3 0-15,3-3 8 0,-3 1-8 0,3-1 0 16,-3 4 0-16,3-4 0 0,-3 1 0 0,3 4 0 16,-3-4 0-16,3 5 8 0,0-3-8 0,-3 3 0 15,3-1 0-15,0 1 0 0,0-3 0 0,0 3 0 16,0-5 0-16,0-1 0 0,0-2 0 0,0 3 0 15,0-3 0-15,0-1 0 0,0 1 8 0,0 3-8 0,0-9 0 16,0 6 0-16,0-2 0 0,0 1 0 0,0-1 0 0,0 2 0 0,0 2 0 16,0 1 0-16,0-1 0 0,0 1 0 0,0-1 0 15,0 3 0-15,-3-2 0 0,3-1 0 0,0 1 0 16,0-3 0-16,0 2 0 0,0-2 0 16,0 0 0-16,-3-3 0 0,3 3 0 0,0-5 0 15,0 2 0-15,0 0 0 0,0 0 0 0,0-2 0 0,0 2 0 16,0-2 0-16,0 2 0 0,0-2 0 0,0-1 0 0,-3 3 0 15,3 1 0-15,0-1 8 0,0 0-8 0,0 3 0 16,0-3 0-16,0 3 0 0,0 0 0 0,0 0 0 16,0-3 0-16,0 3 0 0,0-3 0 0,0 3 0 15,0-3 0-15,0 1 0 0,3-1 8 0,-3 0-8 16,0-2 0-16,3-1 0 0,-3 1 0 0,3-1 0 16,-3 1 0-16,0 0 0 0,0-1 0 0,0 1 0 15,0-3 0-15,0 0 0 0,0-1 0 0,0 1 0 16,0 0 0-16,0 0 0 0,0 0 0 0,0 0 0 15,-3 0 0-15,0-3 0 0,0 3 0 0,0 0 0 16,3-2 0-16,-3 2 0 0,1-3 0 0,-1 3 0 16,-3-3 8-16,3 0-8 0,0 1 0 0,0-1 8 15,0 0-8-15,0-2 0 0,3-3 0 0,-6 5 0 16,0 0 0-16,3-2 0 0,-3 0 9 0,0-1-9 16,3 1 0-16,3-3 8 0,-6 3-8 0,-3-3 0 15,3 0 0-15,0 0 9 0,-3 0-9 0,0 0 0 16,3-3 10-16,-3 3-10 0,0-3 8 0,4 1-8 15,-4-1 8-15,0 0-8 0,3 1 8 0,-3-1-8 16,0 1 10-16,0-1-10 0,0-2 12 0,0 2-12 0,0 0 10 0,-3 1-10 16,3-1 8-16,0-2-8 0,-3 2 0 0,1 0 0 15,-1 1 8-15,-3-1-8 0,3 0 0 0,-3 1 0 0,0-1 0 16,0 1 0-16,0 2 0 0,0 0 0 16,-2 0 0-16,2 0 0 0,-3 2 0 0,3-2 0 0,0 3 0 15,0-3 0-15,0 0 0 0,3 2 0 0,-2-2 0 16,2 3 0-16,-3 0 0 0,3-1 0 0,0 1 0 0,0 0 0 15,3-3 0-15,-3 2 0 0,3 1 0 0,-3 0 0 16,3-1 0-16,0-2 0 0,-2 3 0 0,2-3 0 16,-3 0 0-16,0 3 0 0,0-3 0 0,0 0 0 15,-3 2 0-15,3-2 0 0,0 0 0 0,-3 0 0 16,1 0 0-16,-1 0 0 0,3 0 0 0,-3 3 0 16,3-3 0-16,-3 0 0 0,3 0 0 15,0 0 0-15,0 0 0 0,3 0 0 0,-2 0 0 0,2 0 8 16,-3 0-8-16,3 0 10 0,0 0-10 0,0 0 10 15,3 0-10-15,-3-3 10 0,3 3-10 0,0-2 10 16,0 2-10-16,6 0 8 0,-6-3-8 0,0 3 8 16,6 0-8-16,-6-5 8 0,6 5-8 0,-6-3 8 15,3-2-8-15,-3 2 8 0,3-2-8 0,3 5 8 16,-6-3-8-16,1-2 10 0,2 0-10 0,-3 2 10 16,0-2-10-16,3 2 0 0,-6-2 0 0,6-1 8 15,-3 1-8-15,-3 0 8 0,3-1-8 0,0 4 8 16,-3-3-8-16,0 2 0 0,3-2 9 0,-3-1-9 15,0 1 0-15,0 0 9 0,0-1-9 0,1-2 0 16,-1 3 8-16,0 0-8 0,3 0 0 0,-3-3 0 16,3 2 0-16,-3 1 0 0,3 0 0 0,0-3 0 0,0 0 0 0,3 3 0 0,-3-3 0 15,0 0 0-15,3 0 8 16,0-3-8-16,0 3 0 0,0-2 0 16,0-4 8-16,0 1-8 0,3 0 0 0,-3-3 0 0,0 3 0 15,3-3 0-15,-3 0 8 0,0-2-8 0,3 2 0 0,0-3 0 0,0 3 8 16,-3-2-8-16,3 2 0 0,-3 0 0 0,3 3 0 15,0 0 0-15,0-3 8 0,0 0-8 16,0 0 0-16,0 0 0 0,0 0 0 0,0 0 0 0,0-2 0 16,0-1 0-16,0 1 0 0,0-6 0 0,0 0 0 0,0 0 0 15,0-2 0-15,3 2 0 0,-3-2 0 0,0-1 0 16,3 6 0-16,-3 0 0 0,0 0 0 0,3 2 0 16,0-2 0-16,-3 2 0 0,3-2 0 0,0 0 0 15,-3 0 0-15,3 0 0 0,0-3 0 0,0 0 0 16,0-2 8-16,0-1-8 0,0-2 0 0,0 0 0 15,0 3 0-15,0 4 0 0,0-1 0 0,-3-1 0 16,3 5 10-16,0-5-10 0,-3 6 8 0,3-1-8 16,-3 1 8-16,0-1-8 0,3 1 0 0,-3-3 8 15,0-3-8-15,0 3 0 0,3-6 9 0,-3 3-9 16,0 1 0-16,3-1 0 0,-3-3 0 0,0 1 8 16,0 7-8-16,3-2 0 0,-3 3 0 0,0-1 0 15,0 3 0-15,0 0 8 0,0 1-8 0,0-4 0 16,0 3 0-16,0 0 0 0,0 0 0 0,0-2 0 15,0-1 0-15,0-2 0 0,0 0 0 0,0 0 0 16,0-3 0-16,0 3 0 0,0-3 0 0,0 3 8 16,0 0-8-16,0 2 0 0,0 1 0 0,0 2 0 0,0 0 0 0,0 0 0 15,0 3 0-15,0 0 0 0,3-3 0 0,-3 2 0 16,0 4 0-16,3-6 0 0,-3 5 0 16,0 1 0-16,0-9 0 0,0 9 0 0,0-9 0 0,0 3 0 0,0 0 0 15,0 1 0-15,0-7 0 0,0 7 0 0,0-7 0 16,0 6 0-16,-3-5 0 0,3 5 0 0,0-2 0 0,0 2 0 15,-3 0 0-15,3 3 0 0,0 2 0 16,0-5 0-16,0 6 0 0,0 2 12 0,0-3-4 0,0 1 0 16,0 2-8-16,0-3-12 0,0 1 4 0,0 2 0 15,0 0 8-15,0-3 0 0,0 3 0 0,0-2 0 16,0 2 0-16,3 0 0 0,-3-3 0 0,0 1 0 16,3 2 0-16,-3-3 0 0,0 1 0 15,3-1 0-15,-3-2 0 0,3 5 0 0,-3-5 0 0,3 2 0 16,-3-2 0-16,3 0 0 0,0-1 0 0,-3 4 0 15,3 2 0-15,0-5 0 0,0 2 0 0,0 0-8 16,-3 3 8-16,3-2 0 0,0 5 0 0,0-3 0 16,0 0 0-16,0 0 0 0,-1 0 0 0,1 2 0 15,0-1 0-15,0-1 0 0,0 2 0 0,0 4 0 16,0-6 0-16,0 2 0 0,3 1 0 0,-3 3 0 16,0-4 0-16,0 4 0 0,0-6 0 0,0 2 0 15,0 4 20-15,-3-4 5 0,3 6 2 0,0-5 0 16,-3 2-27-16,3-2 0 0,0 3 0 0,-3 2 0 15,0 0-16-15,0 0-9 0,0 0-2 0,0 0 0 16,3-6 18-16,-3 6 9 0,0 0-10 0,0 0 10 16,0 0-75-16,0 0-9 0,0 0-1 0</inkml:trace>
  <inkml:trace contextRef="#ctx0" brushRef="#br0" timeOffset="49656.518">17097 2786 1269 0,'-9'6'53'0,"0"-6"-42"15,3 0 81-15,-3 0 17 0,0 2 3 0,0 3 1 16,1-5-29-16,-1 0-5 0,0 0-2 0,0 0 0 16,0 0-17-16,0 3-3 0,0-3-1 0,-3 0 0 15,3 0-8-15,-3 0-3 0,0 0 0 0,-3 0 0 16,1 0-8-16,-1 0-1 0,-3 0-1 0,0-3 0 15,0 3-13-15,-3 0-2 0,0 0-1 0,1 0 0 16,-1 0-9-16,0 0-2 0,-3 0 0 0,3 0 0 16,3-5-8-16,-2 5 10 0,-1 0-10 0,3-2 10 15,-3 2-10-15,3 0 12 0,0-6-12 0,-3 1 12 16,-2 2-12-16,-1-2 12 0,0 2-12 0,-6-2 12 16,3 2 4-16,-2-2 0 0,-4 2 1 0,3-4 0 15,0 4 15-15,4 0 2 0,2 3 1 0,-3-5 0 16,6 5-26-16,-3 0-9 0,4 0 0 0,-4 5 9 15,0-5-9-15,0 3 0 0,0-3 0 0,0 3 0 16,1 4 0-16,2-7 0 0,0 3 0 0,0 2 0 16,3 3-16-16,0-5-6 0,4 2-1 0,-1 1 0 15,3 2 23-15,3-6 0 0,-3 3 0 0,3-2 0 0,0 2 0 16,0 1 0-16,3-4 0 0,0 1 0 16,0 2 15-16,6-5 7 0,-6 6 2 0,3 2 0 0,3-8-24 0,-3 2 0 0,3-2 0 15,-3 5 0-15,3-5 0 0,-3 6 8 0,3-6-8 16,-3 8 0-16,3-6 0 0,0 4 0 0,0-6 0 0,0 8 0 15,0-1 0-15,0-4 0 0,0 2 0 0,3 3 8 16,-3-2-8-16,3 2 0 0,0 0 0 0,-3-3 8 16,3 3-8-16,-3 0 0 0,3 0 0 0,-3 2 0 15,3 1 0-15,0-1 0 0,-3 1 0 0,3 5 0 16,0-6 0-16,-3 1 0 0,3 5 0 0,0-6 0 16,0 1 0-16,0 5 0 0,0-8 0 0,0 5 0 31,0-2-20-31,-3 2-8 0,6-2-1 0,-6-1-1 0,3 6 30 0,0-8 0 0,0 5 0 0,-3-2 0 15,3 2 0-15,-3 0 0 0,0-2 0 0,0 2 0 16,0 3 0-16,0 0 0 0,0 2 0 0,0 1 0 16,0 2 0-16,-3 5 0 0,3-4 0 0,0 1 0 15,0 1 0-15,-3 0 0 0,3 0 0 0,0 0 0 16,-3-1 0-16,3-1 0 0,0 1 0 0,-3-1 0 16,0-1 24-16,0 3 10 0,0-3 2 0,0 3 1 15,0 5-21-15,0 0-5 0,0 0-1 0,0 3 0 16,0-1-10-16,0 1 10 0,0-3-10 0,3 0 10 15,-3-2-10-15,0-1 0 0,0 1 0 0,0-1 0 16,0 3 0-16,0-2 0 0,0-1 8 0,0 6-8 16,3 0 0-16,-2-3 0 0,-1 0 0 0,0 0 0 0,3 0 0 15,-3 0 0-15,0-2 0 0,3-3 0 16,-3-1 0-16,0 4 0 0,3-1 8 0,-3-5-8 16,0 3 8-16,3 0 0 0,-3 3 0 0,0-1 0 15,3 3-8-15,-3-2 0 0,3-1 0 0,-3 3 0 16,3-5 0-16,-3 0 0 0,3 0 8 0,-3-1-8 15,3-1 0-15,-3-1 0 0,3 0 0 0,0-3 0 0,-3 4 0 0,3-1 0 0,0 0 0 0,-3 0 0 16,3 0 0-16,-3 0 0 0,3 3 0 0,-3-3 0 16,3 3 0-16,-3-3 0 0,3 1 0 0,-3 1 0 15,3-7 0-15,-3 5 0 0,3-5 0 0,-3 5 0 16,3-7 0-16,-3-1 0 0,3 3 0 0,0-3 0 16,-3 0 0-16,3 0 0 0,0 1 0 0,-3-1 0 15,3 0 0-15,-3 3 0 0,3-3 0 0,-3 1 0 16,3 1 0-16,0-1 0 0,-3-1 0 0,3 0 0 15,0 3 0-15,-3-3 0 0,3 0 0 0,0 3 0 16,0-2 0-16,0-4 0 0,0 3 0 0,0 1 0 16,0-4 0-16,0 1 0 0,0-1 0 0,0-2 0 15,3 3 0-15,-3-3 0 0,0 2 0 0,3-2 0 16,-3 0 0-16,0 3 0 0,3-3 0 0,-3 0 0 16,0-3 0-16,3 3 0 0,-3 0 0 0,0-3 0 15,3 0 0-15,-3 3 0 0,3-2 0 0,0-1 0 16,-3 3 0-16,3-3 0 0,0 0 0 0,-3 1 0 15,3-1 0-15,0 0 0 0,-3 1 0 0,3-1 0 16,-3-5 0-16,3 8 0 0,0-5 0 0,0 2 0 16,0 0 0-16,0 0 0 0,0-2 0 0,0 2 0 15,0 1 0-15,0-4 0 0,0 4 0 0,0-4 0 16,-3-2 0-16,3 6 0 0,3-4 0 0,-3 3 0 0,0-2 0 16,3 0 0-16,-4-1 0 0,4 1 0 0,0-3 0 15,-3 3 0-15,3-3 0 0,0 2 0 0,0-2 0 0,0 3 0 0,3-3 0 16,-3 0 0-16,3 0 0 0,0 0 0 0,0 0 0 15,0 0 0-15,3 0 0 0,0-3 0 0,0 1 0 0,2 2 0 16,-2 0 0-16,6-3 0 0,-3 3 0 0,3 0 0 16,0 0 0-16,0 0 0 0,-1 3 0 0,4-3 0 15,-3 0 0-15,3 2 0 0,-3-2 0 16,0 0 0-16,3 0 11 0,-4-2 6 16,4 2 2-16,0 0 0 0,3-3-31 0,0 3-5 0,0-3-2 0,2 1 0 15,4 2 19-15,-3 0 0 0,3 0 0 0,-1 0 0 16,-2 0 0-16,0 2 0 0,-3-2 0 0,3 0 0 15,-4-2 0-15,1 2 0 0,0-3 0 0,3 0 0 16,0 1 12-16,-1-1 5 0,4 1 2 0,0-1 0 16,-3 3-19-16,2 0 0 0,-2-3 0 0,0 1 0 15,0 2 0-15,-3-3 0 0,-3 3 0 0,-1-5 0 16,-2 2-9-16,3 0-9 0,0 1-2 0,-3-1 0 16,3-2 20-16,-4 2 0 0,1 0 0 0,0 1 0 15,0-1 12-15,0 1 7 0,0 2 1 0,0-3 0 16,-4 0-20-16,1 1 0 0,0 2 0 0,0 0 0 15,-3-3 0-15,3 3 0 0,-3 0 0 0,0 0 0 16,0 0 8-16,-3 0-8 0,2 0 0 0,1 0 0 16,-3-3 0-16,0 3 0 0,0-2 0 0,-3 2 0 15,3 0 0-15,0-3 0 0,0 3 0 0,-3 0 0 0,3-3 0 16,0 3 0-16,0 0 0 0,0 0 0 16,0 0 0-16,-1-5 0 0,1 5 0 0,0-3 0 15,0 3 0-15,0 0 0 0,0 0 0 0,0-2 0 16,0 2 8-16,-3 0-8 0,3 0 0 0,-3 0 0 15,3 0 0-15,-3 0 0 0,0 0 0 0,0 0 0 0,-3 0 0 0,-3 0 0 16,5 0 0-16,-5 0 0 0,6 2 0 0,-6-2 0 0,3 0 0 0,-3 0 0 16,0 0 0-16,0 0 0 0,0 0 0 0,0 0 0 15,0 0 0-15,0 0 0 0,0 0 0 0,0 0 0 16,0 0 8-16,0 0-8 0,0 0 0 0,0 0 0 16,0 0 0-16,0 0 0 0,0 0 8 0,0 0-8 15,0 0 0-15,0 0 0 0,0 0 0 0,0-5 0 16,0 2 8-16,0 3-8 0,-3-7 0 0,0 4 0 15,3-2 14-15,-3-1-4 0,1-2-1 0,-1 3 0 16,0 0 5-16,0-3 1 0,0 0 0 0,-3-3 0 16,3 3-6-16,0-2-1 0,0-1 0 0,0 1 0 15,0-6 0-15,0 0-8 0,0 0 12 0,0-3-4 16,0-2-8-16,0-2 0 0,0-4 0 0,3 6 8 16,-3-6-8-16,3 4 0 0,0 1 9 0,-3-1-9 15,3 1 0-15,0 4 0 0,-3-1 0 0,3 1 8 16,0-3-8-16,-3 2 0 0,0-2 0 0,3-3 0 15,-3 0 0-15,0-5 0 0,0 0 0 0,0-3 8 16,3 3-8-16,-3 0 0 0,0 0 0 0,0 3 0 16,0-1 0-16,0 3 0 0,0 1 0 0,0-4 8 15,0 3-8-15,-3 0 0 0,3 1 0 0,-3-6 8 16,3-1-8-16,-2 1 0 0,2-2 0 0,0 1 0 16,-3-4 0-16,3 8 0 0,0-3 0 0,0 7 0 15,0-4 0-15,0 2 0 0,0 0 0 0,0 0 0 0,0 1 0 0,0-1 0 16,0 0 0-16,0-5 0 0,0 2 0 0,3-2 0 0,0 3 0 15,0-1 8-15,-3 1-8 0,3 5 0 0,0-6 0 0,3 6 8 16,-3 3-8-16,0-4 0 0,3 7 0 0,-3-7 0 16,0 7 0-16,3-7 8 0,-3 7-8 0,3-7 0 15,-3-1 0-15,3 1 8 16,-3-4-8-16,3 2 0 0,-3 0 0 0,3-2 8 0,-3-1-8 0,3 4 0 16,-3-1 0-16,0 3 8 0,3 2-8 0,-3-2 0 15,0 5 0-15,0-5 0 0,0 2 0 0,0 1 8 16,0-1-8-16,0 1 0 0,0-1 0 0,0-5 0 15,0 1 0-15,-3-4 0 0,3-2 0 0,0 3 8 16,0-4-8-16,0 4 0 0,0 0 0 0,0 4 0 16,0 1 0-16,0 0 0 0,0 5 0 0,0-8 8 15,0 11-8-15,0-3 0 0,0-5 0 0,-3 5 0 16,3 3 0-16,0-3 0 0,-3-2 0 0,6 2 0 16,-3 0 0-16,0 0 0 0,0-3 0 0,0 4 0 15,0-4 0-15,0 6 0 0,0-6 0 0,-3 3 0 16,3 6 0-16,0-6 0 0,0 3 0 0,-3-1 0 15,3 7 0-15,0-1 0 0,0-6 0 0,-3 12 0 16,3-9 0-16,0 8 0 0,-3-4 0 0,3 1 0 16,-3 4 0-16,3 2 0 0,0-8 0 0,-3 8 0 15,3 0 0-15,0-8 0 0,0 8 0 0,-3-6 0 16,3 6 0-16,0 0 0 0,-3-5 0 0,3 5 0 16,0 0 0-16,-3-2 0 0,3 2 0 0,-3-6 0 15,3 6 0-15,0 0 0 0,-3-2 0 0,3 2 0 0,-3-6 0 16,-3 1 0-16,3 2 0 0,3 3 0 15,-6-2 0-15,0-1 0 0,0 0 0 0,0 3 0 16,0-5 0-16,0 2 0 0,-3 3 0 0,1-5 0 0,2 3 0 0,-3 2 8 0,0-6-8 0,0 6 0 16,0-2 0-16,-3-1 0 0,3 0 0 0,-3 3 0 15,3 0 0-15,-6-5 0 0,3 2 0 0,0 3 0 32,1-5-14-32,-1 5 2 0,3-3 1 0,-3 3 0 0,0 0-12 15,3 0-2-15,-6 0-1 0,6 0 0 16,-3 3-19-16,3-3-4 0,0 5-1 0,0-5 0 0,-2 8-145 0,-1-8-29 15</inkml:trace>
  <inkml:trace contextRef="#ctx0" brushRef="#br0" timeOffset="52698.039">19568 2932 1580 0,'-3'-8'67'0,"0"3"-54"15,-3-3 79-15,0 2 16 0,0 4 4 0,-3-6 0 16,0 2-26-16,-3 1-5 0,3 2-1 0,-3-2 0 16,0 3-64-16,0-4-16 0,-2 4 0 0,-1-4 0 15,-3 4 55-15,0-4 7 0,3 1 2 0,-9 2 0 16,-3-4-52-16,-2-1-12 0,-1 0 0 0,-6 0 0 15,0 2 54-15,4-2 8 0,-4 1 2 0,-3 1 0 16,7-2-64-16,-1 3-16 0,3 2-2 0,-6-5 0 16,4 8 29-16,-1-8 5 0,-3 8 2 0,3-5 0 15,1 3-18-15,-1 2-19 0,6 0 4 0,0 0 1 16,4 0 14-16,-1 0 0 0,6 0 0 0,3 2 0 16,3 3 0-16,0-5 0 0,3 3 0 0,0 2 0 15,3-5 0-15,0 8 0 0,6-8 0 0,-3 3 0 16,-3 2 0-16,6-5 0 0,-3 3 0 0,1 2 0 15,-1 1 0-15,3-6 0 0,-3 7 0 0,-3-4 0 0,3 2 0 16,0 1 0-16,3-1 0 0,-3 6 0 0,0-9 0 16,3-2 0-16,-3 6 0 0,0 1 0 0,0-4 0 0,0 8 8 15,3-9-8-15,-3 6 0 0,3 0 8 0,0 3-8 0,-3-3 0 16,3 2 0-16,0 4 0 16,0-1 0-16,0-3 0 0,0 6 0 0,0 3 0 0,0-3 0 15,0 5 0-15,3 0 0 0,-3-5 0 16,0 5 0-16,3-2 0 0,-3 2 0 0,0-3 10 0,0 6-2 15,0-3 0-15,0-2 0 0,0 2-8 0,0-3-11 0,0 6 3 16,0-3 0-16,3 6 8 0,-3-1 0 0,0 3 0 0,0 3 0 16,3-3 0-16,-3 0 11 0,3 3-3 0,-3-3 0 15,0 0-8-15,0-2 0 0,0-1 0 0,-3 3 0 16,3 0 0-16,-3 1-11 0,0-1 3 0,0 5 0 16,3-2 8-16,-3 2 11 0,0 3-3 0,0-5 0 15,0 0-8-15,0 0 0 0,0-3 0 0,-3 0 0 16,3 3 0-16,0-3 0 0,-3 0 0 0,3 8 0 15,0-8 14-15,-3 5 1 0,3 1 0 0,0-1 0 16,0 0-15-16,0-4 9 0,0-1-9 0,0 0 8 16,0-3-8-16,0 1 8 0,3-3-8 0,-3 2 8 15,0 0-8-15,0 1 8 0,3 2-8 0,-3 3 8 16,3-6-8-16,0 1 8 0,-2 2-8 0,2-3 8 16,0 1-8-16,0-9 0 0,0 3 9 0,0-2-9 15,0-1 0-15,0 1 9 0,2-3-9 0,-2 0 0 16,0 0 9-16,0-1-9 0,3 4 0 0,-3-6 9 15,0 6-9-15,0-3 0 0,3 5 0 0,-3-3 0 16,0 1 0-16,0-1 8 0,0 4-8 0,0-4 0 0,0-2 0 16,0 2 0-16,0-2 0 0,0 0 0 15,0-3 22-15,0 1-1 0,3-1 0 0,-3 0 0 16,0 0-21-16,0-2 0 0,0 2 0 0,0-2 0 16,0-1 0-16,0 1 0 0,0-1 0 0,0 1 0 0,0 2 0 0,0-2 0 0,0-1 0 15,0 1 0-15,0 2 0 0,0 1 0 0,0-1 0 0,0 0 0 16,0 3 0-16,0-3 0 0,0 3 0 0,0-3 0 15,0 3 0-15,0 0 0 0,3-3 0 0,-3 0 0 16,0 1 0-16,3-1 0 0,-3 0 0 0,0 0 0 16,3-2 0-16,-3 2 0 0,0-8 0 0,3 6 0 15,-3-3 0-15,3 0 0 0,-3 0 0 0,3 0 0 16,0 0 0-16,-3 0 0 0,3 0 0 16,-3-3 0-16,3 3 0 0,-3-3 0 0,3 0 0 0,0 3 0 15,-3-2 0-15,3-1 0 0,0-2 0 0,-3-3 0 16,3 7 0-16,-3-1 0 0,3-4 0 0,-3-2 0 15,6 8 0-15,-3-5 0 0,0 2 0 0,3-2 0 16,-3 2 0-16,3-2-15 0,0 0 3 0,-3-1 0 16,3 1 12-16,0-1 0 0,0-2 0 0,-3 0 0 15,3 3 0-15,0-3 0 0,2 0 0 0,1 0 0 16,-3-3 12-16,3 3-12 0,3 0 12 0,-3-2-12 16,3 2 0-16,0-3 0 0,3 1 0 0,0 2 0 15,3-3 9-15,2 3-9 0,1-3 0 0,0 3 9 16,6 0-9-16,0 3 0 0,-1-3 0 0,4 0 0 15,-3 0 0-15,0 0-14 0,-3 0 3 0,2 0 1 16,4 0 10-16,3 0 0 0,0 0 0 0,2 0 0 0,4 3 8 16,-3-1 1-16,5 1 0 0,-2 2 0 0,-3-2-9 0,0-1-17 15,-4 1 4-15,1 0 1 0,3-1 12 0,-1 1 16 16,4 0-3-16,3 2-1 16,-3 0-12-16,-4 1 0 0,4-1 0 0,-3 0 0 0,-7 3 0 0,4-5 0 15,-6 2 0-15,3 0 0 0,0 1 0 16,-1-1 0-16,1 0 0 0,0 0 0 0,0 1 0 0,-7-1 0 0,4-2 0 15,-6 2 0-15,0 0 0 16,-3 1 0-16,0-4 0 0,-4 3 0 0,-2-2 0 0,-3 0 0 0,0-1 0 16,0 1 0-16,-3-3 0 0,0 0 0 0,-3 3 0 0,-3-3 0 15,0 0 0-15,0 0 0 0,0 0 0 0,0 0 0 16,0 0 0-16,0 0 0 0,0 0 0 0,0 0 0 16,0 0 0-16,0 0 0 0,0-6 0 0,0 1 0 15,0 0 54-15,0 0 8 0,0-1 2 0,-3-2 0 16,3 0-52-16,0 0-12 0,-3-2 0 0,3 2 0 15,-3-5 0-15,0 2 0 0,0-2 0 0,0 0 0 16,3-1 0-16,-3 1 0 0,0 0 0 0,0 2 0 16,3-7 0-16,-3 2 0 0,0 0 0 0,0-2 0 15,3-1 10-15,-3 1-10 0,0-4 10 0,0-1-10 16,3-1 9-16,-3-3-9 0,0-2 8 0,3 0-8 16,-3 3 0-16,3-1 8 0,0 1-8 0,-3-1 0 15,3 3 0-15,0 3 0 0,0-3 8 0,0 1-8 16,0-1 0-16,0-3 0 0,0 1 0 0,0-1 0 15,0-4 0-15,0-1 0 0,0-2 0 0,0-1 0 16,0 3 0-16,0 3 0 0,0 0 8 0,0 3-8 16,0-3 0-16,0-1 0 0,0 4 0 0,0-6 0 15,0-2 0-15,0-1 8 0,0-2-8 0,0 0 0 16,0 3 0-16,0 0 0 0,0 2 0 0,0 0 0 16,0 3 0-16,0 0 0 0,0 0 8 0,0-3-8 0,0-2 0 0,-3-1 0 15,3-2 0-15,0-3 0 0,-2 6 0 0,2 2 0 0,0-2 0 16,0 5 0-16,0 0 0 0,-3 2 0 0,3 1 0 0,0-1 0 15,0-2 0-15,-3 0 0 0,3 0 8 16,0-3-8-16,0 3 0 0,0-3 0 0,3 1 0 0,-3 2 0 16,3 2 0-16,-3 6 0 0,2-6 0 0,1 9 0 15,-3-3 0-15,3 5 0 0,-3-5 0 0,3 5 0 16,-3-5 0-16,3 5 0 16,-3-3 0-16,3 1 0 0,-3-1 0 0,3 1 0 0,-3-3 0 0,3-1 0 15,-3 7 0-15,3-7 0 0,-3 1 0 0,3 3 0 16,0 4 0-16,-3-4 0 0,3 2 0 0,-3 0 0 15,3 3 0-15,-3 2 0 0,0-5 0 0,0 3 0 16,-3 5 0-16,3-5 0 0,0 5 8 0,-3-5-8 16,0 2 0-16,3 3 0 0,-3-2 0 0,0-1 0 15,0 3 0-15,-3-2 0 0,3 2 8 0,0 0-8 16,0-3 0-16,-2 6 0 0,-1-8 0 0,3 5 8 16,-3-3-8-16,0 6 0 0,-3-3 0 0,3 0 0 15,-3-5 0-15,0 5 0 0,0 0 8 0,0 0-8 16,0 0 0-16,-3-3 0 0,0 4 0 0,0 4 0 15,1-8 0-15,-1 3 0 0,0 6 8 0,-3-6-8 16,3 0 0-16,-3 0 0 0,0 3 0 0,0-1 0 16,3 4 0-16,-3-4 0 0,1 4 0 0,2-4 0 15,-3 4 0-15,3-4 0 0,0 1 8 0,-3 3-8 0,-3-4 0 0,0 4 0 16,4-4 0-16,-7 4 0 0,3-4 0 16,-3 4 0-16,-3 2 0 0,0-8 0 0,4 8 0 15,-4-3 0-15,3 3 0 0,-3 0 0 16,3 3 0-16,0-3 0 0,4 8 0 0,-1-8 0 0,0 2 0 0,3 4-9 0,0-4 9 15,0 4-10-15,3-4-7 16,-3 4-2-16,0-6 0 0,4 2 0 16,-4 1-17-16,3-1-4 0,0 4-1 0,3-4 0 15,-3 4-79-15,3-6-15 0,0 2-3 0</inkml:trace>
  <inkml:trace contextRef="#ctx0" brushRef="#br0" timeOffset="55376.111">22104 2924 1406 0,'0'0'29'0,"0"0"7"16,3-3-36-16,0 1 0 0,0-4 0 0,0 4 0 16,0-4 109-16,0 4 15 0,0-6 4 0,-3 2 0 15,3 1-41-15,-3 2-8 0,0-2-2 0,0 3 0 16,0-6-13-16,0 8-4 0,0-6 0 0,0 4 0 15,-3-6-12-15,3 8-4 0,-3-6 0 0,0 1 0 16,-3 3-8-16,3-4-3 0,-3 4 0 0,0 2 0 16,0-6-6-16,-3 4-2 0,0-4 0 0,-3 4 0 15,0-1-10-15,0 0-3 0,-3 3 0 0,0 0 0 16,1-5-4-16,-4 2 0 0,0 3-8 0,-3 0 12 16,3-5-12-16,0 5 9 0,-3 0-9 0,4 0 8 15,-4-2-8-15,0 2 0 0,0 0 0 0,-6 0 8 0,1-6-8 16,-7 6 10-16,-3-5-10 0,-3 5 10 0,4-3-10 0,-1 3 0 15,-3 0-10-15,1 0 10 0,2 0 0 0,3 0 0 16,0 3 0-16,-2-3 0 16,2 3 0-16,0-1-9 0,0-2 9 0,1 6 0 0,2-6-24 0,3 2 0 15,3 3 0-15,-2-2 0 0,5 2 37 0,3-2 8 0,3 2 2 0,0 1 0 16,3-4-23-16,0 4 0 0,0-4 0 16,3 4 0-16,0 1 0 0,1-7 0 0,-1 6 0 0,0-4 0 15,0 4 0-15,0-4 0 0,0 4 0 0,0-6 0 16,0 2 0-16,0-2 0 0,3 6 0 0,-3-6 0 15,0 2 0-15,3 3 0 0,-3-5 0 0,3 3 0 16,0 0 0-16,1-1 0 0,5-2 0 0,-3 6 0 16,-3-4 0-16,6-2 0 0,-3 6 0 0,0 2 0 15,3-8 0-15,0 8 0 0,0-3 0 0,3 3-8 16,-3 0 8-16,3 2 0 0,-3-2 0 0,3 3 0 16,0-1 0-16,3 1 0 0,-4 0 0 0,4 2-8 15,-3-3 8-15,3 4 0 0,0-1 0 0,-3 0 0 16,3 3 0-16,-3-5 0 0,3 2 0 0,-3 3 0 15,3-6 0-15,-3 6 0 0,0 0 0 0,3-3 0 16,-3-2 0-16,0 2 0 0,-3 0 0 0,3 3 0 16,0-3 0-16,-3 3 0 0,3 0 0 0,-3 5 0 15,3-5 0-15,-3 5 0 0,0 0 0 0,3 3 0 16,-3 0 0-16,0 3 0 0,3-1 0 0,-3-2 0 16,3 2-18-16,-3 1 2 0,0-6 0 0,0 5 0 0,0 1 16 15,0-6 0-15,0 3 0 0,-3 5 0 0,3 0 0 0,-3-2 0 16,0 4 0-16,3 4 0 0,-3-4 0 0,0 4 0 15,3-3 0-15,-3 2 0 0,3 0 0 0,-3-5 0 0,0 1 0 16,0-1 0-16,0 2 0 0,3 4 0 0,-3 2 0 0,0 0 0 16,3-3 0-16,-3 1 0 0,3 2 0 0,-3-3 0 15,3-2 0-15,-3-3 0 0,3 0 0 0,0 0 0 16,-3 3 0-16,3 2 0 16,0-5 0-16,-3 6 0 0,3-3 0 0,-3-1 0 0,3 1 0 15,0 0 0-15,0-3 48 0,-3-3 12 0,3 1 4 16,0-1 0-16,0-4-52 0,-3 1-12 0,3-1 0 15,0-1 0-15,0 2 0 0,0-1 0 0,0 4 0 0,0-2 0 16,0 0 0-16,-3 2 0 0,3-7 0 0,0 5 0 16,0-1 0-16,-3-7 0 0,3 5 0 0,0-5 0 15,-3 0 0-15,3 0 0 0,0 0 0 0,-3-3 0 16,3 0 0-16,0 1 0 0,-3-4 0 0,3 1 0 16,0-1 0-16,0 1 0 0,0-3 0 0,0 5 0 15,0-2 0-15,3-1 0 0,-3 1 0 0,0-1 0 16,3 1 0-16,-3 0 0 0,0 2 0 0,3-3 0 15,0 1 0-15,-3-3 0 0,3 3 0 0,0-1 0 16,-3-2 0-16,3 3 0 0,0-3 0 0,0 2 0 16,0-2 0-16,3 0 0 0,0-3 0 0,-3 3 0 15,0-2 0-15,3-1 0 0,-3 0 0 0,3 0 0 16,0 1 0-16,-3-4 0 0,3 4 0 0,0-4 0 16,0 4 0-16,-3-4 0 0,6 1 0 0,-6 2 0 15,3-2 0-15,-1 2 0 0,1-5 0 0,0 3 0 0,3-3 0 16,-3 2 0-16,3-2 0 0,0 3 0 15,-3-3 0-15,3 3 0 0,3-3 0 0,-3 0 0 0,3 0 0 16,0 0 0-16,0 0 0 0,-1 0 0 0,4 0 0 0,0-3-10 16,0 3 2-16,0-3 0 0,3 1 8 0,-3 2 0 15,6-3 0-15,-4 3 0 0,1-5 0 0,0 2 0 0,0 1 0 0,-3-4 0 16,3 4 0-16,0-1 11 0,-3 0-3 0,-1 1 0 16,1 2-8-16,0-3 0 0,0 0 0 15,3 1 0-15,-3 2 0 0,0-3 0 0,3 0 0 0,2 1 0 16,-2-1 0-16,6 3 0 0,-3-3-12 0,0 1 12 15,3-1-9-15,-4 3 9 0,1 0 0 0,0-2 0 16,0 2 0-16,0 0 0 0,0 0 0 0,-1 0 0 16,1 2 0-16,-3-2 0 0,3 0 12 0,0 0-3 15,3 3-9-15,-4-3 0 0,4 0 0 0,0 2 0 16,0-2 0-16,0 0-11 0,2 0 3 0,-2 0 0 16,0 3 8-16,-3-3 0 0,3 0 0 0,-6 0 0 15,2 3 0-15,-5-3 0 0,3 2 0 0,-3-2 0 16,0 0 0-16,0 3 0 0,0-3 0 0,-3 3 0 15,2-3 9-15,1 0-9 0,0 2 12 0,-3-2-12 16,3 0 0-16,-3 3 0 0,0-3 0 0,3 3 0 16,-3-3 0-16,0 0 0 0,2 2 0 0,-2-2-9 15,0 0 9-15,-3 3 0 0,3-3 0 0,-3 0 0 16,0-3 0-16,0 3 0 0,0 0 0 0,-3 3 0 16,3-3 0-16,-3 3 0 0,0-3 0 0,0 0 0 15,-1 0 0-15,-2 0 0 0,3 0 0 0,-3 0 8 0,3 0-8 16,-6 0 0-16,3 0 0 0,0 0 0 0,3 0 0 0,-3 0 0 0,0 0 0 15,-3 0 0-15,6 0 0 0,-3 0 0 16,-3 0 0-16,3-3 0 0,-3 3 0 0,3 0 0 0,-3 0 0 0,6-3 0 16,-6 3 0-16,3-2 0 0,-3 2 0 0,3 0 8 15,-3 0-8-15,3-3 0 0,0 0 0 0,-3 3 8 16,0-2-8-16,0 2 0 0,3-6 0 0,-3 6 0 16,3-2 0-16,0-1 0 0,-3 3 0 0,0-5 8 15,0 5-8-15,3-3 0 0,0-2 0 0,-3 5 0 16,0-3 0-16,3-2 0 0,-3 5 0 0,3-3 0 15,-3 3 0-15,0-5 0 0,0 5 0 0,3-3 0 16,-3-2 0-16,0 2 0 0,3-2 0 0,-3 5 0 16,0-5 0-16,0 5 0 0,0-5 0 0,3-1 8 15,-3 4-8-15,0-4 0 0,0 1 0 0,0 2 0 16,0-2 0-16,0 0 0 0,3 0 0 0,-3 2 0 16,0-5 0-16,0 3 0 0,0-3 0 0,0 2 8 15,0-2 0-15,0-2 1 0,3 2 0 0,-3 0 0 16,0-3 7-16,0 1 2 0,3 2 0 0,-3-3 0 15,0 1-3-15,0-1-1 0,0-2 0 0,0 2 0 16,0-2-4-16,-3 0-1 0,3-3 0 0,0 0 0 16,-3 0-9-16,3-2 12 0,0-1-12 0,-3-2 12 15,3 0-12-15,0 2 8 0,0-7-8 0,-3-1 8 16,3 4-8-16,0-1 0 0,0 0 0 0,-3 0 0 16,3 0 0-16,0 3 8 0,-3-3-8 0,3 1 0 15,-3-1 0-15,0-3 0 0,3 1 8 0,-6-3-8 0,6 0 0 0,-3-3 0 16,0 0 9-16,0-2-9 0,3 5 0 0,-3 0 8 0,0 2-8 15,0-2 0-15,0 2 0 0,0 1 0 0,0 2 0 16,-3-8 8-16,3 6-8 0,0-6 0 0,0 0 0 16,-3 1 0-16,3-1 0 0,0 3 0 15,0-6 0-15,-3 4 0 0,3-1 0 0,0 6 0 0,3-1 0 16,-3 1 0 0,0-1 0-16,0 1 0 0,1-1 0 0,-1-2 8 0,0 5-8 0,0-10 0 0,3 5 0 0,-3-3 0 15,3 8 0-15,-3-5 0 0,3 0 0 0,0 5 0 16,0 3 0-16,0 3 0 0,0-1 0 0,0 0 0 15,0 4 0-15,0-4 0 0,0 1 0 0,0 2 0 16,0 0 0-16,-3-3 0 0,3 3 0 0,0-2 0 16,0-1 0-16,-3 1 0 0,3-1 0 0,0 3 0 15,-3-5 0-15,3 5 0 0,0-5 0 0,-3 5 0 16,0 0 0-16,0-2 0 0,3 7 0 0,-3-7 0 16,0 7 0-16,0-2 0 0,0 2 0 0,0 1 0 15,0 2 0-15,-3-3 0 0,0 3 0 0,0 3 0 16,0-3 0-16,0 0 0 0,0-2 0 0,0 2 0 15,-3-3 0-15,0 3 0 0,3-5 0 0,-3 5 0 16,1-5 0-16,-1 2 0 0,0 1 0 0,0-1 8 16,0-2-8-16,3 0 0 0,-3 2 0 0,3-2 0 15,0-3 0-15,0 0 0 0,0 3 0 0,0 0 0 16,0-3 0-16,0 2 0 0,0 1 0 0,0 3 0 16,0 2 0-16,0-6 0 0,3 7 0 0,-2-1 0 15,2 0 0-15,-3 0 0 0,3 2 0 0,-3 1 0 16,3 2 0-16,-3-4 0 0,3 7 0 0,-3-6 0 0,0 4 0 0,3-4 0 0,3 6 0 15,-9-2 0-15,3 2 0 0,0 0 0 16,0-6 0-16,0 4 0 0,-3-1 0 0,3 3 0 0,-3-3 0 0,0 3-8 16,0 0 8-16,1 0 0 0,-1 0-9 0,-3-5 9 15,0 5-10-15,0 0 10 0,-3 0-13 0,0 0 5 32,0 0-20-32,0 0-4 0,0 0-1 0,1 0 0 15,-1 5-79-15,3-5-16 0,-3 0-4 0</inkml:trace>
  <inkml:trace contextRef="#ctx0" brushRef="#br0" timeOffset="105967.931">8164 2680 1465 0,'0'0'30'0,"0"0"9"16,0 0-31-16,0 0-8 0,0 0 0 0,-3 8 0 16,3-8 76-16,0 0 15 0,0 0 2 0,0 3 1 15,0-3-24-15,0 0-5 0,3 5-1 0,0-2 0 16,3 2 0-16,-3-2 0 0,3-3 0 0,0 3 0 16,0-3 0-16,3 2 0 0,0-2 0 0,-3 0 0 15,6 0-28-15,-3-2-7 0,3 2-1 0,-3 0 0 0,2 0-12 16,1-3-4-16,0 3 0 0,0 0 0 0,3-3-12 15,-3 3 8-15,-3 0-8 0,3 0 0 0,0-5 0 16,-3 5 8-16,0-3-8 0,-1 3 0 0,1 0 0 16,-3 0 0-16,3-5 0 0,-3 5 0 15,0 0-36-15,-3 0-6 0,-3 0-2 0,0 0 0 16,0 0-131-16,0 0-26 0,0 0-6 0</inkml:trace>
  <inkml:trace contextRef="#ctx0" brushRef="#br0" timeOffset="106228.172">8230 2831 1697 0,'0'0'35'0,"0"0"9"0,0 0-35 0,0 0-9 0,0 0 0 0,3 0 0 15,3-2 108-15,0 2 19 0,0 0 4 0,0 0 1 16,2 0-44-16,-2-6-8 0,3 6-1 0,0-2-1 15,0 2-27-15,0-3-6 0,0 3-1 0,3 0 0 16,-3 0-20-16,0 0-5 0,3 0-1 0,-3 0 0 16,3 0-18-16,-3 0 8 0,2 0-8 0,1 0 0 15,-3 0 0-15,3-3 0 0,-3 1 0 0,0-1 0 16,0 0-142-16,-3-2-32 0</inkml:trace>
  <inkml:trace contextRef="#ctx0" brushRef="#br0" timeOffset="106523.995">8632 2588 1811 0,'0'0'37'0,"0"0"11"0,0 0-39 16,0 0-9-16,0 0 0 0,0 0 0 0,0 0 114 0,0 0 21 0,0 0 4 0,0 0 1 15,0 0-52-15,0 0-11 0,0 0-1 0,0 0-1 16,0 0-17-16,0 0-3 0,0 5-1 0,3 3 0 15,-3 0-15-15,0 0-3 0,0 5-1 0,-3-2 0 16,3-1-10-16,0 6-1 0,-3-5-1 0,0 2 0 16,0 0-8-16,3 0-2 0,-3-2 0 0,0 2 0 15,0 0-24-15,0 3-5 0,0-2 0 0,-3 1-1 16,3-1 35-16,0 2 7 0,0-1 2 0,-3 1 0 16,3 5-43-16,0-5-9 15,3 6-2-15,-3-7 0 0,3 4 43 0,-3-3 8 0,3 2 1 0,3 1 1 16,-3-3-198-16,3-3-39 0</inkml:trace>
  <inkml:trace contextRef="#ctx0" brushRef="#br0" timeOffset="107275.144">8182 4784 1824 0,'0'0'38'0,"0"0"8"0,0 0-37 0,0 0-9 0,6-3 0 0,-3 3 0 15,3-2 96-15,0-1 18 0,0 3 3 0,0-3 1 16,3 3-57-16,0 0-11 0,0-2-2 0,3 2-1 16,-1 0-18-16,4 0-3 0,-3 0-1 0,3 0 0 15,0 0-13-15,0 0-4 16,0 0 0-16,-3 0 0 0,3 0-8 0,-4 0 0 0,4 0 0 0,-3 0 0 16,0 2 0-16,0-2 0 0,-3 3 0 0,-3-3 0 15,3 3-27-15,-3-1-7 0,-3 1-2 0,0 0 0 16,-3-3-130-16,0 0-26 0</inkml:trace>
  <inkml:trace contextRef="#ctx0" brushRef="#br0" timeOffset="107539.26">8233 4924 1659 0,'0'0'34'0,"0"0"10"15,0 0-36-15,0 0-8 0,0 0 0 0,0 0 0 0,0 0 111 0,0 0 20 16,0 0 4-16,0 0 1 0,0 0-41 0,3-2-8 0,3 2-2 16,0-3 0-1,0 0-25-15,0 3-4 0,-1 0-2 0,1 0 0 16,3 0-19-16,0 0-4 0,-3 0-1 0,3 0 0 0,3 0-14 0,-3 0-2 16,0 0-1-16,3 3 0 0,-3-3-25 0,3 3-6 0,0-3-1 0,-1 0 0 15,1 0 34-15,0 0 6 0,3 0 2 0,-3-3 0 31,3 3-44-31,-3-3-9 0,0 1-2 0,3-1 0 16,-3-2-198-16,2-3-40 0</inkml:trace>
  <inkml:trace contextRef="#ctx0" brushRef="#br0" timeOffset="107838.568">8822 4699 1976 0,'0'0'41'0,"0"0"9"0,0 0-40 0,0 0-10 0,0 0 0 0,0 0 0 16,0 0 104-16,0 0 20 0,0 0 3 0,0 0 1 15,0 0-47-15,0 0-9 0,0 0-1 0,0 0-1 16,-3 6-26-16,0-1-4 0,3 0-2 0,-3 3 0 16,3-3-8-16,0 3-2 0,-3 0 0 0,3 3 0 15,-3-3-9-15,0 2-3 0,3 1 0 0,-3 0 0 16,0-1-4-16,0 3 0 0,0-2-1 0,-3 2 0 15,3 0-11-15,0-2 10 0,0 2-10 0,-2 0 10 16,2 1-10-16,0-1 0 0,0 0 9 0,0 3-9 16,0 0 0-16,0 0 0 0,3 0 0 0,-3 2 8 0,0-5-26 15,3 3-5-15,-3-2-1 0,3 1 0 16,3 1-205-16,0-3-42 0</inkml:trace>
  <inkml:trace contextRef="#ctx0" brushRef="#br0" timeOffset="108609.809">8060 6888 1592 0,'0'0'33'0,"0"0"7"15,0 0-32-15,0 0-8 0,0 0 0 0,0 0 0 16,0 0 81-16,0 0 15 0,0 0 2 0,0 0 1 16,0 0-28-16,0 0-6 0,0 0-1 0,6 0 0 15,0 0-4-15,0-3-2 0,0 3 0 0,0 0 0 16,0-3-9-16,3 1-1 0,0 2-1 0,3-3 0 15,-3 0 1-15,2 1 1 0,4-1 0 0,-3 0 0 16,3 3-49-16,3-2-12 0,0-1-2 0,-3 0 0 16,0 3 14-16,2-2 0 0,-2 2 0 0,0 0 0 0,0-3 0 15,-3 3 0-15,0 0 0 0,0 3 0 0,-3-3-11 16,-3 0-9-16,0 2-1 0,0-2-1 16,-6 0-114-16,0 0-22 0,3 6-5 0</inkml:trace>
  <inkml:trace contextRef="#ctx0" brushRef="#br0" timeOffset="108862.201">8093 7070 2019 0,'0'0'57'0,"0"0"13"0,0 0-56 0,0 0-14 0,0 0 0 0,0 0 0 16,0 0 56-16,0 0 9 0,0 0 2 0,0 0 0 15,6-3-3-15,0 1 0 0,0 2 0 0,0 0 0 16,0-3 0-16,0 3 0 0,0 0 0 0,2-2 0 16,1 2-47-16,-3-3-9 0,3 3-8 0,0 0 9 15,3 0-9-15,0-3 0 0,0 3-10 0,0-2 10 16,3 2-8-16,0-3 8 0,-1 3 0 0,1-3-9 16,3 1-111-16,0-4-21 0,-3 1-5 15</inkml:trace>
  <inkml:trace contextRef="#ctx0" brushRef="#br0" timeOffset="109151.01">8539 6763 1580 0,'-3'-2'67'16,"3"2"-54"-16,-3-6 135 0,3 6 26 15,0 0 6-15,0 0 0 0,0 0-84 0,0 0-16 0,0 0-4 0,0 0-1 16,0 0 7-16,0 0 2 0,0 0 0 0,0 0 0 15,0 0-32-15,0 6-7 0,-3-1-1 0,3 3 0 16,0 0-35-16,0 0-9 0,0 0 0 0,0 2 0 16,0 1 0-16,0-1 0 0,0 1 0 0,0 2 0 15,0 0 0-15,0 1 0 0,0-1 0 0,0 0 0 16,-3 3 53-16,3 0 9 0,0 0 2 16,0 5 0-1,0-3-52-15,0 4-12 0,0-1 0 0,0 0 0 0,0 0-48 16,0 0-13-16,3-2-3 0,-3-1 0 0,0-2-153 15,0 3-31-15</inkml:trace>
  <inkml:trace contextRef="#ctx0" brushRef="#br0" timeOffset="109830.75">8155 8933 1485 0,'0'0'63'15,"0"0"-51"1,0 0 112-16,6 0 23 0,0 3 4 0,0-3 1 16,-3 0-70-16,3 0-14 0,0 0-2 0,0 0-1 15,0 0-1-15,3 0 0 0,-3 0 0 0,3 0 0 16,0 2 0-16,0-2 0 0,0 0 0 0,0 0 0 0,-1 3-64 0,4-3-24 0,-3 0 1 0,3 2 0 15,0-2 37-15,-3 3 7 0,0 0 2 0,3-3 0 16,-3 2-23-16,-3 1 0 0,3 0 0 0,-3-1 0 31,-3 1-47-31,3 0-13 0,-3-1-4 0</inkml:trace>
  <inkml:trace contextRef="#ctx0" brushRef="#br0" timeOffset="110083.682">8137 9137 1820 0,'0'0'38'0,"0"0"8"0,0 0-37 0,0 0-9 0,0 0 0 0,0 0 0 16,0 0 105-16,0 0 19 0,6 2 4 0,0-2 1 15,3 0-52-15,-3 0-10 0,3 0-3 0,-3 0 0 16,3 0 0-16,3-2 0 0,0 2 0 0,0 0 0 15,0-3-64-15,3 0 0 0,-3 3-13 0,2-2 1 16,1-1 12-16,3 0 0 0,-3 1 10 0,3-1-10 16,-3-2 0-16,3 2-8 0,-1-2-1 0,1 0 0 15,0-1-135-15,0-2-26 0,0 0-6 0</inkml:trace>
  <inkml:trace contextRef="#ctx0" brushRef="#br0" timeOffset="110354.163">8670 8846 1580 0,'0'0'67'0,"0"0"-54"31,0 0 135-31,0 0 26 0,0 0 6 0,0 0 0 0,0 0-84 0,0 0-16 0,0 0-4 0,0 0-1 16,0 0-9-16,0 0-2 0,0 0 0 0,3 5 0 15,-3-5 0-15,3 8 0 0,-3-3 0 0,0 3 0 16,3-3-51-16,-3 3-13 0,0 0 0 0,0 3 0 15,0-3 0-15,0 2 0 0,-3 1 0 0,3 2 0 16,-3 3 0-16,0 0 0 0,0 0 0 0,-3 2 0 16,3 3 0-16,0 1 0 0,0 1 0 0,-3-1 0 15,4-4 0-15,2 3 0 0,-3-2 0 0,3-1 0 16,0-4 0-16,0 1 0 0,3-4 0 0</inkml:trace>
  <inkml:trace contextRef="#ctx0" brushRef="#br0" timeOffset="175730.947">24488 15744 1989 0,'0'-3'56'0,"0"3"13"0,3-5-55 0,0-1-14 0,-3 4 0 0,0 2 0 16,0 0 88-16,0 0 16 0,0 0 2 0,0 0 1 15,0 0-28-15,0 0-6 0,0 0-1 0,0 0 0 16,0 0-20-16,0 0-5 0,0 0-1 0,0 0 0 16,3 5-16-16,0 3-3 0,-3-3-1 0,0 6 0 15,0-3-8-15,0 5-2 0,0-2 0 0,-3 2 0 16,3 3-6-16,-3 0-2 0,0 2 0 0,0 6 0 16,0 0-8-16,0 2 0 0,0 6 9 0,0 0-9 15,0 0 0-15,0-3 0 0,0 2 0 0,0 1 8 16,0-3-8-16,0-2 0 0,0-1 0 0,-3 1 0 15,3-1 0-15,0-2 8 0,0 2-8 0,-3-2 0 16,3 0 0-16,3 0 0 0,-3-3 0 0,0 3 0 16,3-6 0-16,0 1 0 0,0-6 0 0,0 3 0 15,3-5 0-15,-3-1-10 0,0-5 10 0,3 3-10 16,-3-5-20-16,0-3-4 0,0 0-1 0,0 0 0 16,0 0-104-16,0 0-21 0,3-5-4 0</inkml:trace>
  <inkml:trace contextRef="#ctx0" brushRef="#br0" timeOffset="176703.528">21285 17091 1546 0,'0'0'65'0,"0"0"-52"16,-6 2 85-16,6-2 17 0,0 0 3 0,-3 5 1 16,3-5-38-16,-6 6-7 0,3-4-2 0,0 4 0 15,0-4-24-15,0 4-4 0,0-1-2 0,0 3 0 16,0 0-11-16,0 0-3 0,0 0 0 0,-2 0 0 16,2 2-8-16,0 3-1 0,-3 1-1 0,3-1 0 15,0 3-10-15,0 0-8 0,0 2 12 0,3 1-12 16,-3-1 0-16,3 1 0 0,0 2 0 0,3 0 0 15,-3-2 0-15,3-1 0 0,3-2 0 0,-3 2 0 16,3 1 0-16,0 0-9 0,-1 2 9 0,1-3-12 16,3 1 0-16,0-1-1 0,0 1 0 0,0-1 0 15,3-4 1-15,0 1 1 0,0-4 0 0,0 2 0 16,0-5 3-16,0 0 0 0,0 0 0 0,-1-3 0 16,1-2-4-16,0-3 0 0,0 0 0 0,0-3 0 15,3 1-16-15,-3-4-3 0,3-2-1 0,-3 1 0 0,0-1 32 16,-1-3 0-16,1 0 0 0,0-2 0 15,0 3 0-15,0-4 0 0,0 1 0 0,0-3 0 16,0 3 13-16,-3 0 9 0,3-3 2 0,-3 3 0 16,-1-1 12-16,1 1 2 0,-3 0 1 0,3 0 0 15,-3-3 5-15,-3 0 0 0,0 0 1 0,0-2 0 0,0-1-12 0,-3-2-2 0,0 2-1 16,-3 1 0-16,0-3-30 0,0 2-10 16,-3 1 0-16,0-1 0 0,0 1 10 0,-3 4 0 0,0-1 0 15,1 1 0-15,-4 4 49 0,0-4 12 0,0 7 3 0,-3-4 0 16,3 0-52-16,-6 3-12 0,3 1 0 0,0-1 0 15,1 0 0-15,-1 2 0 0,3-2 0 0,-3 3 0 16,0 2-40 0,0-2-12-16,3 0-1 0,-3 2-1 0,3-2-63 15,-2 2-13-15,-1 1-2 0</inkml:trace>
  <inkml:trace contextRef="#ctx0" brushRef="#br0" timeOffset="177496.42">22416 17173 1580 0,'-6'0'67'15,"0"0"-54"1,6 0 114-16,-6 2 22 0,0-2 5 0,1 3 1 15,-1-1-95-15,0 4-18 0,0-4-4 0,0 4-1 16,0-1 22-16,0 3 4 0,0-3 1 0,-3 6 0 16,3-1-52-16,0 1-12 0,0 0 0 0,0 2 0 15,0 0 54-15,0 3 8 0,3-3 2 0,-3 3 0 16,3-3-52-16,0 0-12 0,-3 3 0 0,6 0 0 16,-3-3-48-16,3 1-13 0,-3-1-3 0,3 3 0 15,3-3 52-15,-3 3 12 0,3-3 0 0,3 3 0 16,0-3 0-16,0-2 0 0,3 2 0 0,0-2 0 15,3-1-48-15,0-5-8 0,3 3 0 0,0-5-1 16,3-3 29-16,-4 0 5 0,4 0 2 0,0-5 0 16,3-1 11-16,-3-1 10 0,3-4-13 0,-3 0 5 15,-1 1 8-15,1-1-8 0,0-2 8 0,-3 0-8 16,0 2 26-16,0-2 6 0,0 5 0 0,-3-3 1 0,-1 1-25 16,-2-1-9-16,3 1 0 0,-6 2 0 0,0-3 44 0,0-2 9 15,0 0 1-15,-3-1 1 0,0 1-15 0,-3 0-3 0,0-6-1 16,0 4 0-16,-3-1 29 0,-3 0 7 0,0-3 1 0,0 3 0 15,0 3-52-15,0-3-12 0,0 3 0 0,-3 0 0 16,0 2 0-16,4 1 0 0,-4-4 0 0,0 7 0 16,0-4 28-16,-3 3 2 0,0 0 1 0,0 3 0 15,0 0-31-15,-3 2 0 16,0-2 0-16,0 5 0 0,-2 0-28 0,2 0-9 16,-3 0-2-16,3 2 0 0,0 4-85 0,3-1-18 15,-3 0-3-15</inkml:trace>
  <inkml:trace contextRef="#ctx0" brushRef="#br0" timeOffset="180404.658">23419 17225 1606 0,'0'0'33'0,"0"0"9"0,0 0-34 0,0 0-8 0,0 0 0 0,0 0 0 16,0 0 92-16,0 0 16 15,0 0 3-15,0 0 1 0,0 0-28 0,0 0-6 16,-6-2-1-16,6 2 0 0,-6 2-18 0,1-2-4 0,-1 3-1 0,0 0 0 16,0 2-18-16,0 0-3 0,0 3-1 0,3 0 0 15,-3 0-13-15,0 3-3 0,0 2-1 0,0 0 0 16,0 0-15-16,0 3 8 0,3 0-8 0,-3 0 0 16,0 0 8-16,3 0-8 0,0 0 0 0,3 2 9 15,-3-2-9-15,3 5-17 0,3-2 4 0,-3 2 1 16,3 0-32-16,3 0-7 0,-3 3-1 15,3-3 0-15,0 0-11 0,0 1-2 0,3-4-1 0,0-2 0 16,-3 0 6-16,3-3 2 0,0-2 0 0,0-3 0 16,3 0 20-16,-4-3 4 15,1-3 1-15,0 1 0 0,0-3 12 0,0 0 2 16,0-3 1-16,0-2 0 0,0 3 18 0,3-6 0 0,-3 0 11 0,3-3-11 16,0-2 0-16,-3-3 0 0,2 0 0 0,1-2-12 15,-3-1 76-15,3 1 15 0,-3-1 3 0,0-2 1 16,0 2-31-16,0 1-5 0,-3 2-2 0,0 0 0 15,-3-2 43-15,0 2 8 0,0-3 1 0,-3 1 1 16,-3-6-54-16,0 0-12 0,0-5-1 0,-3 2-1 16,-3 1 27-16,3-1 6 0,-3 1 1 0,-3 2 0 15,3 3-52-15,-3 3-12 0,0 2 0 0,0 2 0 16,1 1 0-16,-1 3 0 0,0 2 0 0,0 0 0 16,0 2 0-16,0 4 0 0,-3-1 0 0,3 1 0 0,0 4 0 15,-3-2 9-15,1 3-9 0,2 2 8 16,-3 3-96-16,0 0-19 0,0 0-4 0,3 2-1 15,0 1-104-15,3 0-22 0</inkml:trace>
  <inkml:trace contextRef="#ctx0" brushRef="#br0" timeOffset="181109.86">24425 17262 1792 0,'-8'3'51'0,"2"0"10"0,0-3-49 0,-3 2-12 0,3 4 0 0,0-4 0 16,0 4 84-16,0 2 15 0,0-3 2 0,-3 3 1 15,3 2-30-15,0 1-5 0,-3-3-2 0,3 3 0 16,0-1-32-16,-3 1-6 0,3-3-2 0,0 2 0 31,0 1 18-31,4-1 3 0,-4 1 1 0,0 0 0 0,3-1-31 0,0 3-7 0,0-2-1 0,0 2 0 16,0 3-8-16,3-3 0 16,0 1 0-16,0 4 0 0,0-2 0 0,3 0 0 0,0 2 0 0,0 1 0 15,3-3 9-15,3 0 0 0,-1-1 0 16,1 1 0-16,0-2-66 0,0-4-14 15,3-2-2-15,0 3-1 0,0-9 16 0,3 4 3 16,0-6 1-16,3 0 0 0,-4-3 43 0,4-2 11 0,0-3 0 0,0 0 0 16,3-3 0-16,-3-2 0 0,3-3 0 0,-4 0 0 15,-2 0 0-15,0 0 0 0,0-2 0 0,0 2 0 16,-3-2 0-16,0 2 0 0,0 0 0 0,0 0 0 16,-3 0 34-16,-4 3 9 0,4 0 1 0,-3-1 1 15,-3 1 31-15,0 0 5 0,0-3 2 0,-3 0 0 16,-3 0-67-16,3-2-16 0,-3 2 0 0,-3-5 0 15,0 5 55-15,-2-3 7 0,2 1 2 0,-3 2 0 16,-3 0-52-16,3 3-12 0,-3 2 0 0,-3 1 0 16,-3 4 0-16,-3-2 0 0,-2 6 0 0,-4-1 0 15,0 3 0-15,-6 3 0 0,3-1 0 0,-2 4 0 16,-1 2-12-16,3 0-6 0,0 0-1 0,1 5 0 16,2-3-123-16,-3 4-25 0,3 1-5 0</inkml:trace>
  <inkml:trace contextRef="#ctx0" brushRef="#br0" timeOffset="182140.096">19077 16082 1576 0,'0'0'32'0,"-6"3"9"15,6-3-33-15,-6-3-8 0,0 3 0 0,6 0 0 16,-6-2 88-16,3-4 15 0,-3 4 3 0,3-3 1 16,0 2-23-16,0-2-4 0,0 2 0 0,3 3-1 15,0 0-11-15,-3-5-3 0,3 5 0 0,-6 0 0 16,6 0-14-16,0 0-3 0,-6 2-1 0,0 1 0 15,3 2-21-15,-3 3-4 0,3 0-1 0,-3 0 0 16,3 3-12-16,0 2-9 0,-3 0 12 0,3 3-12 16,0 0 9-16,-3 0-9 0,3 0 0 0,0 2 9 15,0 1-9-15,3 2-14 0,-3 3 3 0,0-3 1 16,3 3-10-16,-2-1-3 0,2 1 0 0,-3-3 0 16,0-2-12-16,3 2-2 0,-3-5-1 0,0 0 0 15,3-3 38-15,-3-2 8 0,0-1 2 0,0-2 0 0,3-8-10 16,0 0 0-16,0 0-12 0,0 0 12 0,-6-2-14 15,3-6 5-15,-3-3 1 0,3-2 0 0,0-6 8 0,0 1-12 16,3-6 12-16,0 0-12 0,0-2 12 0,0-1-8 16,0 3 8-16,3-5-8 0,0 0 8 0,0 0 0 15,3 0 0-15,0-5 0 0,-3 2 0 0,3-5 11 0,0 0-3 16,3 0 0-16,-4 2 16 0,1 6 2 0,3-3 1 0,-3 3 0 16,3 5-4-16,0 3-1 0,0 0 0 0,0 0 0 15,3 5-10-15,0 0-3 0,0 0 0 0,0 3 0 16,0 5 3-16,-1 0 0 0,-2 0 0 0,3 8 0 15,0-2-12-15,-3 4 0 0,0 6 0 0,0 0 0 16,0 0 0-16,0 5 0 0,0-2 0 0,0 5 0 16,0-3 15-16,-3 6 1 0,0-4 0 0,2 4 0 15,-2 2-16-15,3 3 0 0,-3 2 0 0,0 3 0 16,0 3 0-16,-3 3-18 0,3-1 4 0,-3 0 1 16,3 1-20-16,-3-6-4 0,0-3-1 0,-3 1 0 15,3 2-32-15,-3-3-6 0,0 1-2 16,0-1 0-16,-3-2-130 0,3 0-27 0</inkml:trace>
  <inkml:trace contextRef="#ctx0" brushRef="#br0" timeOffset="182369.525">19026 16241 2269 0,'-6'-5'64'0,"0"2"15"0,3-2-63 0,3 5-16 0,-3-3 0 0,3 3 0 16,0 0 39-16,0-5 5 0,0 5 0 0,3-3 1 31,3 1-21-31,0-1-4 0,3 0 0 0,0 3-1 0,3-2 36 0,3 2 7 0,2 0 2 0,4-3 0 32,3 3-78-32,0-5-15 0,6 2-3 0,-1-2-1 15,4-3-32-15,0 0-7 0,0-5 0 0</inkml:trace>
  <inkml:trace contextRef="#ctx0" brushRef="#br0" timeOffset="182898.458">19797 16035 1456 0,'0'0'41'0,"0"0"9"0,0 0-40 16,0 0-10-16,0 0 0 0,3 2 0 0,0 4 54 0,0-1 9 0,3 0 1 0,-3 1 1 15,3-1-5-15,3 0-2 0,-3 0 0 0,2 1 0 16,7-4-22-16,0 4-4 0,0-1 0 0,3-2-1 16,3-3-3-16,3 0-1 0,-1 0 0 0,4 0 0 15,-3-3-43-15,3-2-9 0,0 2-2 0,-1-2 0 16,-2-1 27-16,0 1 0 0,-3 0 0 0,3 0 0 16,-3 2 32-16,2-2 12 0,1-3 3 0,0 2 0 15,0 1-47-15,-3 0-13 0,-1 0-1 0,4 2 0 16,-6-2-96-16,-3-1-19 0,0 4-4 0</inkml:trace>
  <inkml:trace contextRef="#ctx0" brushRef="#br0" timeOffset="183269.29">20258 15868 2030 0,'-9'-5'57'0,"0"2"14"0,3-2-57 16,0 2-14-16,1-2 0 0,-1 2 0 0,3 1 54 0,3 2 8 0,0 0 2 0,0 0 0 16,0 0 0-16,0 0 0 0,0 0 0 0,0 0 0 15,0 0 0-15,0 0 0 0,0 0 0 0,0 0 0 16,6 0-52-16,-1 2-12 0,1 1 0 0,0 0 0 16,6-1 0-16,-3 3 0 0,6-2 0 0,-3 2 0 15,3-2 0-15,0 2 0 0,0-2 0 0,0 2 0 16,-1 1 20-16,4-1 2 0,-3 0 0 0,0 0 0 15,-3 3-14-15,0 0-8 0,0 0 8 0,-3 0-8 32,-3 5-16-32,0-2-8 0,0 2-2 0,-3 0 0 0,0 3 51 0,-3 0 11 15,0 0 1-15,-3 0 1 0,0 0-26 0,-3 0-4 0,0 0-8 0,-3-1 11 16,0-1-11-16,0-1 0 0,-3-2 9 0,0 2-9 16,-3-3 18-16,3 1-1 0,-3-3 0 0,1 2 0 15,2-2-65-15,0 0-12 0,0-2-4 16,0 2 0-16,0-1-102 0,3-1-21 0,-3 2-4 0</inkml:trace>
  <inkml:trace contextRef="#ctx0" brushRef="#br0" timeOffset="184228.107">19008 17360 2263 0,'-9'8'47'0,"6"-2"12"0,-3-1-47 0,3 0-12 0,3-5 0 0,0 0 0 15,-3 8 12-15,0-3 0 0,0 1 0 0,3 2 0 16,0-3-12-16,-3 3 0 0,3 2 0 0,0 1 0 15,0 2 0-15,0 3 0 0,3 0 0 0,-3 5 0 16,3 0 28-16,-3 6 3 0,3-1 1 0,0 3 0 16,-3 1-32-16,3-4 0 0,-3 0 0 0,0 1 0 15,3-3-20-15,-3-6-9 0,0 1-3 0,0-1 0 16,0-4 32-16,-3-1 0 0,3-5 0 0,-3 2 0 16,0-4 13-16,3-6 9 0,0 0 2 0,0 0 0 15,0 0-39-15,0 0-7 0,0 0-2 0,-3-6 0 16,-3-2 24-16,3-2 0 0,0-1 0 0,-3-5 0 0,3-2 0 15,0-3 0-15,3-1 0 0,-3-4 0 0,3-3 0 0,-2-3 0 16,2 0 0-16,0-2 0 0,0 5 0 0,0 0 0 16,2-3 0-16,1 3 0 0,0 2 32 15,0-2 10-15,0-2 2 0,3 1 1 0,0-1-21 0,0 2-4 16,3-1 0-16,-3 1-1 0,6 3-19 0,0 5 0 0,3 2 0 16,0 1 0-16,0 4 0 0,-1 4 0 0,4-1 0 0,0 3 0 15,0 6 0-15,0-1 0 0,0 3 0 0,-3 3 0 16,3-1 32-16,-4 6 2 0,-2 0 1 0,0 0 0 15,-3 3-21-15,0 2-4 0,-3 0-1 0,0 6 0 16,0-3 9-16,-3 0 2 0,-3 2 0 0,0 1 0 31,0-1-20-31,-3 1-16 0,0-4 4 0,-3 4 0 0,0-3 12 0,0-3 0 0,0 0 0 0,-3 1-9 16,3-4 18-16,-3 1 4 0,0-3 1 0,0 0 0 16,4 0-14-16,-4-3 0 0,3-3 0 0,0 4 0 15,6-6 0-15,0 0 0 0,0 0 0 0,0 0 0 16,0 0 0-16,0 0 0 0,0 0 0 0,0 0 0 15,0-6 0-15,6 1 0 0,-3-3 0 0,6 3 0 16,-1-3-11-16,4 0-5 0,0 0 0 0,0-2-1 16,0 2 17-16,3 0 9 0,-3-3-1 0,3 6 0 15,-3-3-8-15,3 3 8 0,-4 2-8 0,1 3 8 16,-3 0-8-16,3 3 10 0,0 5-10 0,-3-1 10 16,0 1-2-16,0 3-8 0,0 0 12 0,0 2-4 15,0-3-8-15,-3 4-9 0,0-4 9 0,-3 3-13 16,0 1 13-16,-3-1 0 0,-3 3 0 0,0 0 0 15,0 0 0-15,-3-1 0 0,0 4 0 0,0-3 0 16,-3 2 0-16,0 1 0 0,0-1 0 0,0 4 0 16,0-4 0-16,-3-2 0 0,0 2 0 0,3-2 0 15,-3-2-10-15,1-1 1 0,-4-3 0 0,3 4 0 16,-3-6-37-16,3-1-7 0,0-1-2 0,0-4 0 16,0-2-62-16,0-2-13 0,0-1-2 0</inkml:trace>
  <inkml:trace contextRef="#ctx0" brushRef="#br0" timeOffset="184678.252">19636 17490 2066 0,'-21'8'43'0,"15"-3"10"15,0-5-42-15,6 0-11 0,0 0 0 0,0 0 0 16,0 0 0-16,0 0 0 0,0 0 0 0,3-5 0 16,0 2 32-16,6-2 4 0,-3 2 0 0,6 1 1 15,0-1-21-15,3-2-5 0,0 5-1 0,3-3 0 16,0 3-10-16,-1-2 0 0,4 2 0 0,3 2 0 0,3-2 0 16,0 3 8-16,5-1 0 0,4 1 0 0,0-3 3 0,2 3 0 15,4-3 0-15,0 0 0 0,-3 0-11 0,-1 0-12 16,-2 0 2-16,0 0 1 0,-1 0 9 0,1-3 12 0,0 3-2 15,0 0-1 1,-4-3-58-16,-2 1-12 0,0-3-3 0</inkml:trace>
  <inkml:trace contextRef="#ctx0" brushRef="#br0" timeOffset="185159.989">20264 17143 1579 0,'0'0'32'0,"0"0"10"0,-6 0-34 16,6 0-8-16,-6 0 0 0,6 0 0 0,-6 0 53 0,6 0 9 15,0 0 2-15,-6 3 0 0,6-3 0 0,-6 3 0 0,6-3 0 0,-3 2 0 32,3-2 0-32,-6 6 0 0,6-6 0 0,-2 5 0 15,2-5-16-15,0 5-4 0,0-5 0 0,0 6 0 16,2-1-19-16,-2 3-4 0,3-3-1 0,3 0 0 0,-3 1-20 0,3 2 0 0,0-3 0 16,3 3 0-16,-3-3 56 0,6 3 6 0,-3-3 2 0,0 6 0 15,3-6-52-15,0 3-12 0,-3 0 0 16,3 0 0-16,-3 0-16 15,-1 0-5-15,1 0-2 0,-3-3 0 0,3 3 37 0,-3 0 7 0,0 0 2 16,-3 0 0-16,0 0-32 0,0 0-7 0,-3 0 0 0,0 0-1 16,0 0 17-16,-3 0 0 15,0-1 8-15,0 4-8 0,-3-3 16 0,0-3-4 0,-3 3 0 0,3 0 0 16,-3-3-12-16,1 1 0 16,2 2 0-16,-3-3 0 0,0 0 0 0,3 3 0 0,0-3 0 0,0 1 0 15,0-1 0-15,0 0 0 0,0 1 0 0,6-6 0 16,-6 5 0-16,3 0 0 0,3-5 0 0,0 0 0 15,-3 3-49 1,3-3-13-16,0 0-2 0</inkml:trace>
  <inkml:trace contextRef="#ctx0" brushRef="#br0" timeOffset="187725.469">20190 17207 1824 0,'0'0'38'0,"0"0"8"0,0 0-37 0,-6-3-9 0,6 3 0 0,-6 0 0 15,6 0 0-15,-6 0 0 0,6 0 0 0,-6 0 0 16,6 0 62-16,0 0 10 0,0 0 3 0,0 0 0 16,0 0-12-16,0 0-3 0,-6 3 0 0,6-3 0 15,0 0-24-15,0 0-6 0,0 5-1 0,0 1 0 16,3 1-9-16,0-1-1 0,3-1-1 0,-3 0 0 16,3 3-2-16,-3-2 0 0,3 1 0 0,3 1 0 15,-3 0-16-15,3 0 0 0,0 0-11 0,-1 3 11 16,4-3 0-16,3 2 0 0,0 1 0 0,0-3 0 15,0 2 0-15,0-2 0 0,3 3 0 0,-1-3 0 16,-2 0 44-16,3-3 16 0,0 3 4 0,-3 0 0 16,0 0-52-16,0-3-12 0,-3 3 0 0,0 0 0 15,-4 0-25-15,1-3-8 0,0 3-2 0,-3 0 0 16,-3-2 35-16,0 1 11 0,-3-1 0 0,0 2 0 16,-3 0 13-16,-3-3 4 0,0 3 0 0,0 0 0 15,-5 0 3-15,2-3 1 0,-6 3 0 0,3 0 0 16,-3-3-4-16,0 3 0 0,0 0 0 0,0 0 0 15,-3 0-28-15,4 0 0 0,-1 0 0 0,0 0 0 16,0 0 0-16,3 0 0 0,0 0 0 0,-3 0 0 0,6-1 0 0,-3-1 0 0,3-1 0 16,3 3 0-16,0-3 0 0,1 1 0 0,-1-1 0 0,3 0 0 15,3-5 0-15,0 5 0 0,0-5 0 0,0 0 0 16,0 0-197 0,3 3-46-16</inkml:trace>
  <inkml:trace contextRef="#ctx0" brushRef="#br0" timeOffset="-214550.081">16040 11264 1580 0,'0'0'67'0,"0"0"-54"15,-3 8 69-15,0-3 14 0,0 1 2 0,0 1 1 16,0 1-19 0,-2 0-3-16,2 0-1 0,0 3 0 0,-3-1-47 0,3 1-9 0,0 2-3 0,-3 1 0 15,3 1 23-15,-3 1 4 0,3 0 0 0,-3 3 1 16,3 2-32-16,-3 3-13 0,3-1 11 0,0 4-11 31,-3-1 17-31,3-2-2 0,-3 3-1 0,3-4 0 0,-3-1-14 0,3-1 0 0,-3-3 0 0,0 1 0 16,3-3 0-16,-3 0 0 0,3-3 0 0,-3-3 0 15,3 4 0-15,-2-6 0 0,2 0 0 0,0-1 0 16,-3-1 0-16,6-6 0 0,0 0 0 0,0 0 0 16,0 0 0-16,-3-6 0 0,0 1 0 0,0-5 0 15,3-1 0-15,3-2 0 0,-3-3 0 0,3-3 0 16,3-2 0-16,0-3 0 0,-1 1 0 0,1-7 0 16,0-1 0-16,3-4 0 0,3 4 0 0,0-6 0 15,0 5 54-15,0 0 8 0,3 0 2 0,0 1 0 16,3-1-56-16,-4 0-8 0,4-2-8 0,0 2 8 15,0 3 8-15,-3 0 9 0,0 5 2 0,0 0 0 16,0 3-10-16,-1 5-1 0,-2 0-8 0,0 3 12 16,0 2-25-16,-3 3-6 0,0 3-1 0,0 2 0 15,0 3 20-15,0 0 0 0,-3 3 0 0,0 2 0 16,0 3 32-16,0 6 11 0,0-1 1 0,-3 5 1 0,0 3-21 16,0 1-4-16,-1 4 0 0,1 1-1 0,-3-4-19 15,0 1 0-15,3 0 0 0,-3 2 0 16,-3 1 0-16,3-3 0 0,0 2 0 0,-3 3 0 0,1 0 0 0,2 0 0 15,-3 3 0-15,0-3 0 16,0 0-48-16,0 1-12 0,0-4-4 0,0 0 0 16,0-2 0-16,0-5 0 0,0-1 0 0,0 1 0 15,0-6-108-15,-3 0-21 0,3-2-5 0</inkml:trace>
  <inkml:trace contextRef="#ctx0" brushRef="#br0" timeOffset="-214302.467">16014 11444 1721 0,'0'0'72'15,"0"0"-57"1,0 0 69-16,0 0 15 0,0 0 2 0,0 0 1 16,0 0-34-16,0 0-6 0,6 0-2 0,-1 0 0 15,1 0-5-15,6 3-2 0,0-3 0 0,0 2 0 16,0-2-14-16,0 3-3 0,3-3-1 0,0 3 0 15,-3-1-20-15,3-2-4 0,-1 0-1 0,1 0 0 16,-3 0-10-16,3 0 0 0,0 0 9 0,0 3-9 16,3-3-32-16,-3 0-12 0,2 2-1 0</inkml:trace>
  <inkml:trace contextRef="#ctx0" brushRef="#br0" timeOffset="-213691.965">16451 11637 2120 0,'3'-3'60'0,"3"1"13"0,0-3-58 0,0 2-15 0,0-2 0 0,3 2 0 16,-3-2 93-16,3-1 16 0,0 1 3 0,0 0 1 15,3-1-46-15,-4 1-10 0,1 3-1 0,0-4-1 16,3 4-3-16,-3-4 0 0,3 1 0 0,-3 2 0 16,0-2-27-16,3 2-5 0,-3 3-2 0,0-2 0 15,3 2-18-15,-3 0 0 0,-1 0-11 0,4 2 11 16,-6 1 0-16,3 0 0 0,-3-1 0 0,0 4 0 16,-3 2 0-16,0-3 0 0,0 3 0 0,-3 2 0 15,-3-2 0-15,0 0 0 0,0 3 0 0,-3-1 0 16,0-2 0-16,0 3 0 0,-3-3 0 0,3 2 0 15,-3-2-58-15,4-2-5 0,-4 2-1 0,3 0 0 16,0-3 52-16,0 0 12 0,0 0 0 0,0-2 0 16,6-3 0-16,0 0 0 0,0 0 0 0,0 0 0 15,0 0 0-15,0 0 15 0,0 0-3 0,0 0-1 16,3 3-11-16,3-1 0 0,3-2 9 0,0 0-9 16,0 0 0-16,2 0-18 0,1 0 3 0,0-2 1 15,0 2 62-15,3 0 13 0,-3 0 3 0,0 0 0 16,0 2-52-16,0-2-12 0,3 0 0 0,-7 3 0 15,1 0 9-15,0-1-1 0,0 4 0 0,-3-1 0 0,0 0-8 0,0 3-11 16,-3-3 3-16,0 3 0 0,0 3 57 0,-3-3 12 0,0 3 3 16,-3-4 0-1,-3 4-52-15,3 0-12 0,-3-3 0 0,-3 5 0 0,0-3 0 0,-3 4 0 0,1-1 0 0,-1 3 0 16,-3 0 0-16,3-3 0 0,-3 3 0 0,-3 0 0 16,3-3 0-16,0 0 0 0,0 3 0 0,1-3-10 15,-1-2 10-15,0-1 0 0,0-2 0 0,0 3 0 16,0-6-10-16,0 3 0 0,-3-3 0 0,4-2 0 15,-1 2-32-15,0-5-6 0,0 0-2 0,0-2 0 16,0-1-86 0,3-2-18-16,0-1-3 0</inkml:trace>
  <inkml:trace contextRef="#ctx0" brushRef="#br0" timeOffset="-212574.469">17201 11415 2030 0,'0'0'57'0,"-3"-3"14"0,3 3-57 0,0 0-14 0,0 0 0 0,0 0 0 15,0 0 83-15,0 0 13 0,0 0 4 0,0 0 0 16,0 0-58-16,0 0-11 0,0 0-3 0,-3 5 0 15,0 3 29-15,0 3 6 0,3 2 1 0,-3 0 0 16,0 6-52-16,3 2-12 0,-3 3 0 0,0 2 0 16,3-2 0-16,0 0 0 0,-3 3 0 0,3-4 0 15,0-2 0-15,-3 1 0 0,3-1 0 0,-2-3 0 16,2 1 0-16,-3-3 0 0,0-3 0 0,0 3 0 16,0-6 0-16,0 4 0 0,0-6 0 0,0 2 0 15,0-5 0-15,3-5 0 0,0 0 0 0,0 0 0 0,0 0 0 0,0 0 0 16,0 0 0-16,0 0 0 0,-3-5 0 0,3-5 0 15,3-1 0-15,0-2 0 0,0-3 0 0,0 0 0 16,0-2 0-16,3-6 0 0,0-3 0 0,-1 1 0 16,4-6 0-16,0-2 0 0,3 2 0 0,0-3 0 15,0 1 0-15,0-3 0 0,3 3 24 0,0-1 3 16,3 1 0-16,-4-1 0 16,4 1-43-16,-3 0-9 0,3-1-2 0,-3 1 0 0,0 5 56 0,3 0 11 15,0 5 3-15,-4 0 0 0,4 6-27 16,-3 4-4-16,3 4-2 0,-3-1 0 0,0 6 1 0,-3 2 0 0,3 1 0 15,-6 2 0-15,2 5-11 0,-5 0 0 0,0 3 0 0,0 5 0 16,-6 1 0-16,0 4 0 0,0 3 0 0,-6 0 0 16,0 6 0-16,0-3 0 0,-3-1 0 0,-2 7 0 15,2-7 0-15,-6-1 0 0,0-1 0 0,0 3 0 16,0-6 0-16,0 3 0 0,0-5 0 0,-2 3 0 16,-1-4-9-16,3 1 9 0,0 0 0 0,0-3 0 15,3-2 0-15,0 0-8 0,0-1 8 0,3-2 0 16,-3-3 0-16,6 1-10 0,1-4 10 0,5-2-8 15,0 0 8-15,0 0-10 0,0 0 10 0,0 0-10 16,5-2 10-16,4-1-8 0,0-5 8 0,0 3-8 16,3-3 8-16,0 0 0 0,0 0 0 0,0 0 0 15,3 0 9-15,0 0 4 0,0 0 1 0,2 0 0 16,-2 0-14-16,0 3 11 0,0 0-11 0,3 2 10 16,-3 1 10-16,0 2 3 0,-3-3 0 0,-1 6 0 15,1-1-37-15,-3 1-7 0,0-1-2 0,0 4 0 0,-3 2 23 16,-3 2 0-16,3-2 0 0,-6 5 0 15,0 3 25-15,0 0 10 0,-3 0 1 0,-3 5 1 0,0-2-8 16,-3 2-1-16,-3 0-1 0,0 0 0 16,1 0-27-16,-4-5 0 0,0 3 0 0,-3-1 0 15,3-2-46-15,-3 0-14 0,3-3-4 0,-3 6 0 0,1-6 64 0,-1 0 18 16,0 1 1-16,0-1 0 0,0-3-31 0,0 1-5 0,-3 0-2 0,4-4 0 16,-1 1 19-16,0 0 0 15,3-2 0-15,0 2 0 0,3-3 0 0,0-2 0 16,0 2 0-16,6-3 0 0,6-2-106 15,0 0-18-15,0 0-3 0,0 0-1 0,0 0-51 0,0-5-10 16,6 0-3-16</inkml:trace>
  <inkml:trace contextRef="#ctx0" brushRef="#br0" timeOffset="-211806.733">17675 11775 2131 0,'3'-6'44'0,"-1"4"11"0,1-4-44 0,0 1-11 0,0 0 0 0,3 0 0 16,0-1 84-16,3 1 14 0,-3 2 3 0,3 1 1 15,3-4-30-15,-3 4-7 0,0-1-1 0,0 0 0 16,0 1-28-16,0 2-5 0,0-3-2 0,0 3 0 16,-3 0-14-16,2 3-3 0,-2-3-1 0,3 2 0 15,-3 1-11-15,0 0 12 0,0 2-12 0,-3 0 12 16,0 1-12-16,-3-1 8 0,0 3-8 0,0 0 8 15,-3 0-39-15,-3 0-8 0,0 0-1 0,-3 0-1 16,3 0 33-16,-3 2 8 0,1-2 0 0,-1 0 0 16,-3-3-19-16,3 3-1 0,-3-3-1 0,3 1 0 15,-3-1 21-15,3 0 0 0,0 1-9 0,3-1 9 16,0-2 0-16,6-3 0 0,0 0 0 0,0 0 0 16,0 0-11-16,0 0 11 0,0 0-10 0,6 0 10 15,3 2 0-15,3-2 0 0,0-2 0 0,-3 2 0 16,3-3 11-16,0 3 1 0,0-3 1 0,-3 1 0 15,2-1-1-15,1 3 0 0,0 0 0 0,0-3 0 16,-3 3-12-16,0 0 0 0,0 3 8 0,-3-3-8 16,3 3 0-16,-3-1 0 0,-3 4 0 0,0-1 0 0,0 0 54 15,-3 3 8-15,0 0 2 0,-3 3 0 0,0-1-52 0,-3 3-12 16,0 1 0-16,-3-1 0 0,0 0 0 0,0 3 0 16,0-3 0-16,-3 0 0 0,0 3 0 0,0-5 0 0,0 2 0 15,1-2 9-15,-4-1-9 0,3 1 0 0,-3 0-10 0,-3-1 10 16,3 1-16-16,-3-3 4 0,3 0 0 0,1-1 0 15,-1-1-30 1,0-1-6-16,0-2 0 0,0 2-1 0,0-2-12 0,3-1-3 16,-3-2 0-16</inkml:trace>
  <inkml:trace contextRef="#ctx0" brushRef="#br0" timeOffset="-211233.464">17359 11031 1269 0,'-6'-2'36'0,"0"2"8"0,0-6-36 16,-3 4-8-16,3-1 0 0,0 0 0 0,0 1 12 0,-3-1 0 0,3-2 0 0,1 2 0 15,-1-2 41-15,0 2 9 0,0-2 2 0,0 2 0 16,0-2 0-16,0 2 0 0,0 1 0 0,6 2 0 16,-3-6 0-16,3 6 0 0,-6-2 0 0,6 2 0 15,0 0 0-15,-6-3 0 0,6 3 0 0,0 0 0 16,0 0 0-16,0 0 0 0,0 0 0 0,0 0 0 16,0 0-52-16,0 0-12 0,6-3 0 0,0 3 0 15,3 0 54-15,3-2 8 0,0-1 2 0,0 3 0 16,2-3 0-16,4 1 0 0,-3-1 0 0,3 0 0 15,3 1-52-15,-3-1-12 0,3 1 0 0,2-4 0 16,-2 4 54-16,3-4 8 0,3 4 2 0,0-1 0 16,-4 0-52-16,4-2-12 15,-3 2 0-15,3 1 0 0,-6-1 0 0,-1 1 0 0,1 2 0 0,0-3 0 16,-6 0 0-16,0 3 0 0,0-2 0 0,-3 2 0 16,-3-3 0-16,3 3 0 0,-4 0 0 0,-2 3 0 15,3-3-48-15,0 2-13 0,0-2-3 0,-3 0 0 16,3 0 0-16,-3 0 0 0,3 0 0 0</inkml:trace>
  <inkml:trace contextRef="#ctx0" brushRef="#br0" timeOffset="-184433.82">21401 15749 1007 0,'-6'-3'42'0,"0"3"-34"15,0 0 63-15,0 0 12 0,0 0 2 0,1 0 1 16,-1 0-17-16,-3 0-3 0,0 0-1 0,0 0 0 15,0 0-1-15,0 3 0 0,0-3 0 0,-3 3 0 32,3-1 0-32,-3-2 0 0,3 3 0 0,-3 2 0 0,3-2-29 0,-2 0-7 15,-1-1 0-15,0 3-1 0,3-2-43 0,-3 2-9 0,0 1-2 0,0-1 0 16,0 3 73-16,0 0 14 0,3-3 4 0,-3 6 0 16,1-1-64-16,2 1-28 0,-3 2 3 0,3 0 0 15,3 3 25-15,-3 0 0 0,3 3 0 0,0-1 0 16,0 1-36-16,0-1-3 0,3 1 0 0,-3-1 0 15,3 1 39-15,0-1 0 0,3 1 0 0,0-3 0 16,0 0 0-16,0-1 16 0,0 1 0 0,3-2-1 16,0-1-24-16,0-3-5 0,3 4-1 0,0-4 0 15,0-2 5-15,0 3 1 0,3-3 0 0,0 0 0 16,0-1-2-16,3-1 0 0,0 2 0 0,-1-3 0 16,1 0 11-16,3 3-12 0,0-5 12 0,0 2-12 15,0 3-20-15,3-5-5 0,0 2-1 0,-1 0 0 16,1-2 38-16,0-3 0 0,3 3 0 0,0-1 0 15,-3-2 0-15,0 0 0 0,-4 0 0 0,1 0 0 16,3-5 0-16,-3 2 0 0,3-2 0 0,-3 0 0 16,0-1 0-16,3 1 0 0,-4-3 0 0,1-2 0 15,0 4 0-15,0-2 0 0,0 0 12 0,-3 1-4 16,0-1-8-16,0 0 12 0,-3 0-12 0,0-3 12 0,0 3 2 0,-4-2 1 16,1 2 0-16,-3-3 0 15,0 1 15-15,-3-1 3 0,3 0 1 0,-6-2 0 0,3 0 8 16,-6 0 2-16,3-1 0 0,-3-1 0 0,-2 1 3 15,2-2 1-15,-3 1 0 0,-3-1 0 0,0 0-2 0,0 3 0 16,0-3 0-16,-3 2 0 0,0 1-10 0,3 3-1 16,-2-4-1-16,2 4 0 0,-3-1-7 0,3 3-2 0,0-2 0 0,0 2 0 15,0 0-5-15,0 3 0 0,0-1-1 0,0 1 0 16,0 0-11-16,4-1-8 0,-4 4 12 0,3-1-12 16,-3 0 8-16,3 3-8 0,0-2 0 0,-3 2 0 15,3 0 0-15,0 0 0 0,3 2 0 0,-3-4 0 16,3 2-13-16,0 0-7 0,0 0 0 0,0 0-1 15,6 0-144-15,-5 2-29 0,-1-2-6 0</inkml:trace>
  <inkml:trace contextRef="#ctx0" brushRef="#br0" timeOffset="-172152.873">18195 11571 1333 0,'0'0'28'0,"0"0"6"0,0 0-34 0,0 0 0 0,0 0 0 0,-6 3 0 15,6-3 101-15,0 0 14 0,0 0 2 0,0 0 1 16,0 0-20-16,0 0-4 0,0 0-1 0,0 0 0 15,0 0-16-15,0 0-3 0,0 0-1 0,0 0 0 16,0 0-15-16,0 0-3 0,0 0-1 0,3 2 0 16,0 4-6-16,0-4 0 0,3 3-1 0,0-2 0 15,0 0-7-15,3-1-2 0,0-2 0 0,3 3 0 16,0 0-10-16,3-3-1 0,0 2-1 0,3-2 0 16,-1 0-26-16,1 3 0 0,0-3 0 0,3 0 0 15,-3 0 21-15,0 0-1 0,0 0 0 0,-1-3 0 16,1 3-20-16,3 0 0 0,-6-2 0 0,3-1 0 15,-3 0 0-15,0 1 0 0,0-1 0 0,-1 0 0 16,1-2 0-16,0 3 0 0,0-1 0 0,-3-2 0 16,3 2-14-16,0-2-4 0,-3-1-1 0,3 4 0 15,-1-4-36-15,-2 1-7 0,0 2-2 0,0-2 0 16,-3 0-56-16,0 0-12 0,-3-1-3 0</inkml:trace>
  <inkml:trace contextRef="#ctx0" brushRef="#br0" timeOffset="-171745.879">18523 11375 1630 0,'0'-5'68'16,"0"0"-54"-16,0 5 102 0,3-6 20 0,-3 1 4 0,0 5 0 15,0 0-30-15,0 0-6 0,0 0-2 0,0 0 0 16,0 0-9-16,0 0-1 0,0 0-1 0,0 0 0 16,0 0-28-16,0 0-6 0,0 0-1 0,0 0 0 15,-3 8-18-15,3 0-4 0,-3 0-1 0,3 5 0 16,-3-2-9-16,3 2-1 0,-3 3-1 0,3 2 0 15,0 1-8-15,0 2-2 0,0 0 0 0,0 6 0 16,0-4-4-16,0 1 0 0,0 3-8 0,0-4 12 16,3-1-12-16,-3 1 0 0,0-4 8 0,0 2-8 15,0-2 0-15,0-1 0 0,0 1 0 0,-3-1 0 16,3-2 0-16,0 0-15 0,-3 0 5 0,3 0 1 16,-3-3-28-16,3 3-6 0,0-3-1 0,-3 0 0 15,3 1-174-15,0-4-35 0</inkml:trace>
  <inkml:trace contextRef="#ctx0" brushRef="#br0" timeOffset="-158117.376">19252 11296 1652 0,'3'-8'34'0,"-3"3"9"15,3-1-35-15,0 1-8 0,0-3 0 0,0 3 0 16,0 2 89-16,0-2 16 0,0-1 3 0,-3 6 1 16,3-2-36-16,-3 2-7 0,3-5-2 0,-3 5 0 15,0 0 16-15,0 0 4 0,0 0 0 0,0 0 0 16,0 0-35-16,0 0-6 0,0 0-2 0,0 0 0 16,0 7-30-16,0 1-11 0,3 0 0 0,-3 3 9 15,0 2 44-15,-3 0 9 0,3 3 2 0,-3 0 0 0,3 3-52 0,-3 2-12 16,3-3 0-16,-3 6 0 0,0 0 0 0,3 5 0 0,-3-2 0 15,0 4 0-15,3-2-11 0,-3-2-5 16,0 2 0-16,0 0-1 0,3-2 17 16,-3-4 0-16,0 1-8 0,-3-3 8 0,3 3 0 15,0-3 0-15,0-2 0 0,0 2 0 0,0-2 0 0,0-1-10 16,0-2 10-16,0 0-8 0,0 0 8 0,0-3 0 0,0 0-9 16,0 0 9-16,1-5-24 0,-1 0 0 15,0-2 0-15,3-6 0 16,0 0-104-16,0 0-20 0,0 0-5 0</inkml:trace>
  <inkml:trace contextRef="#ctx0" brushRef="#br0" timeOffset="-157659.23">19261 11029 1796 0,'0'0'37'0,"0"0"10"0,0 0-38 16,0 0-9-16,0-6 0 0,0 6 0 0,0-5 113 0,3 0 21 0,0-1 4 0,-3 1 1 16,3 2-34-16,0-2-6 0,0 0-2 0,0 0 0 15,0 2-33-15,0-2-6 0,0 2-2 0,-3-2 0 16,3 2-24-16,0 0-4 0,0-2-2 0,-3 5 0 15,6-3-18-15,-6 3-8 0,3 0 8 0,-3 0-8 16,6-2 0-16,-6 2 0 0,3-3 0 0,3 3 0 31,-3 3-41-31,3-1-4 0,-6-2-1 0,3 3 0 0,-3-3-180 0,2 3-36 0</inkml:trace>
  <inkml:trace contextRef="#ctx0" brushRef="#br0" timeOffset="-156854.246">19416 11878 1580 0,'0'-5'67'0,"3"-1"-54"16,-3 1 143-16,0-3 29 0,3 3 6 0,-3-1 1 16,0-1-52-16,3 1-9 0,0 1-3 0,-3 0 0 15,3-1-53-15,-3 4-11 0,3-4-3 0,0 4 0 16,3-3-25-16,-3 2-4 0,3 3-2 0,-3-5 0 15,3 5 6-15,-1 0 0 0,1 0 1 0,3 0 0 16,-3 0-37-16,3 0 0 0,-3 2 0 0,3 1 0 16,0-3 0-16,3 3 0 0,-6 2 0 0,3-3 8 15,0 1-8-15,-3 0 0 0,3-1-8 0,0 4 8 16,-3-1 0-16,-1-2-10 0,1 2 10 0,-3 0 0 16,0 0-24-16,0 1 1 0,-3-1 1 0,3 3 0 15,-3-3-15-15,-3 1-3 0,3-1-1 0,-3 3 0 16,0-3 1-16,0-2 1 0,0 2 0 0,-3 3 0 15,4-5 21-15,-4 2 4 0,3 0 1 0,-3-2 0 0,3 2 13 0,3-5 0 16,-3 3 0-16,3-3 0 16,0 0 0-16,0 0 0 0,-3 2 0 0,3-2 0 0,0 0 0 0,0 0 0 15,0 0 0-15,3 6 0 0,0-4 0 0,0 1 0 0,3 0 0 0,0 2 0 16,-1-2 0-16,1-1 10 0,3 1-2 0,-3 2 0 16,0-2-8-16,0 2 12 0,0-2-12 0,0 2 12 15,0 0-12-15,0 3 12 0,-3-2-12 0,3 2 12 31,-3-3-31-31,-3 3-5 0,3 2-2 0,-6-2 0 0,3 0 50 0,-3 0 11 0,-3 0 1 0,0 0 1 16,-3 0-27-16,0 0-10 16,-3 0 0-16,0 2 9 0,-2-4-9 0,-1 2 0 0,0-3 0 15,-3 3 0-15,0 0 8 0,3 0-8 0,-3 0 8 0,0 0-8 16,1 0 0-16,-1 0 0 0,3-1 0 0,-3 1 0 16,3-2 0-16,-3-1-14 0,0-2 3 0,3 2 1 15,-2-2-16-15,2-3-3 0,0 2-1 16,0-2 0-16,3 0-122 0,0-2-25 0,3 2-5 15</inkml:trace>
  <inkml:trace contextRef="#ctx0" brushRef="#br0" timeOffset="-156328.325">19877 11693 2288 0,'0'0'65'0,"0"0"14"0,0 0-63 0,0 0-16 0,0 0 0 0,0 0 0 16,0 0 101-16,0 0 18 0,0 0 3 0,0 0 1 16,0 0-99-16,0 0-24 0,0 0 0 0,0 0 0 15,0 8 0-15,-3-3 0 0,0 3 0 0,3 0 0 16,-3 0 0-16,0 0 0 0,3 2 0 0,-3 1 0 15,0-1 0-15,0-2 0 0,0 3 0 0,-3-3 0 16,3 0 0-16,1-3 0 0,2 0 0 0,0-5 0 16,0 0 0-16,-3 8 0 0,3-8 0 0,0 0 0 15,0 0 0-15,0 0 0 0,0 0 0 0,0 0 0 16,5-2 0-16,-2-4 0 0,3 4 0 0,0-6 0 16,-3 3 0-16,3-3 0 0,0 2 0 0,0-2 0 15,0 0 0-15,0 3 0 0,0-3 0 0,0 3 0 16,0-3 36-16,-3 3 1 0,0-3 1 0,0 2 0 15,3-2-26-15,-3 3-12 0,0 0 10 0,0-3-10 0,0 3 0 0,0-3-8 16,0 0-1-16</inkml:trace>
  <inkml:trace contextRef="#ctx0" brushRef="#br0" timeOffset="-136029.822">20422 11373 1356 0,'0'0'57'16,"0"0"-45"0,0 0 104-16,0 0 22 0,-3 2 4 0,-3 3 1 0,3 1-40 15,0-1-8-15,-3 3-2 0,0 0 0 0,3 0-35 0,-3 2-7 0,0 1-2 16,0 5 0-16,3 0-15 16,-3 5-3-16,0 0-1 0,0 6 0 0,1-4-30 15,-1 4-16-15,0-1 1 0,-3 3 1 0,3-5 14 0,0 3 0 16,-3-4 0-16,3 1 0 0,0-3 0 0,-3 1 18 15,3-1-2-15,-3-3-1 16,0 1-63-16,3-3-13 0,-3-3-3 0,0 0 0 0,3-2 52 0,0-3 12 0,1-3 0 0,-1-2 0 16,6-3 0-16,0 0 0 0,-3-3 0 0,-3-5 0 15,6-5 0-15,-3 0 0 0,6-3 0 0,-3-3 0 16,3-2 0-16,-3 0 0 0,3-6 0 0,3 4 0 16,-3-7 0-16,2 1 0 0,4 0 0 0,0-2 0 15,0-1 48-15,3-3 13 0,0 4 3 0,3-4 0 16,-3 1-52-16,3 5-12 0,3 0 0 0,-1 0 0 15,1-1 47-15,3 4 6 0,-3-1 2 0,3 1 0 16,-3 2-16-16,3 3-3 0,-4 3-1 0,1 2 0 16,-3 2-7-16,0 4-2 0,-3 5 0 15,-3-3 0-15,3 5-9 0,-3 3-1 0,-3 3-1 0,3-1 0 16,-3 6-3-16,0 3 0 0,-4-1 0 0,4 4 0 16,-3 1-12-16,0 4 11 0,0-1-11 0,0 6 10 15,-3 0-10-15,0 0 12 0,0 0-12 0,0 5 12 16,-3 0-12-16,0 3 0 0,0-1 0 0,0 4 0 15,0-1 0-15,0 1 0 0,1-1 0 0,-1 0 0 16,0 1-18-16,-3-3-6 0,3-1 0 0,-3 4-1 16,0-6-21-16,3-3-4 0,-3 1-1 0,0-3 0 15,0-1-22-15,0-4-5 0,0-1-1 0,0 1 0 16,0-6-141-16,0-2-28 0</inkml:trace>
  <inkml:trace contextRef="#ctx0" brushRef="#br0" timeOffset="-135799.009">20339 11605 2269 0,'-3'-8'64'0,"0"0"15"0,3 3-63 0,3-3-16 0,0 3 0 0,0-3 0 16,6 5 61-16,-4-2 10 0,7 0 1 0,0 2 1 15,0 0-9-15,0 3-1 0,3-2-1 0,3 2 0 16,-3 0-22-16,3 0-5 0,-4 0-1 0,4 0 0 15,-3 0-22-15,3 0-12 0,-3 0 12 0,0 0-12 16,3 0-16-16,0 2-9 0,-4-2-3 0,1 3 0 16,3 2-211-16,0-2-42 0</inkml:trace>
  <inkml:trace contextRef="#ctx0" brushRef="#br0" timeOffset="-134302.456">21479 11404 1824 0,'0'0'38'0,"0"0"8"16,0 0-37-16,0 0-9 0,0 0 0 0,0 0 0 16,0 0 116-16,0 0 22 0,0 0 4 0,0 0 1 0,0 0-75 0,0 8-16 0,0 0-2 0,0 5-1 15,-3 1-39-15,0 1-10 0,3 4 0 0,-3 5 0 31,0-3 53-31,3 3 9 0,-3 0 2 0,0 2 0 0,3-5-52 0,0 3-12 0,-3-3 0 16,3 0 0-16,0-2 0 0,-3-1 0 0,3 1 0 16,0-1 0-16,-3-4 0 0,0 2 0 15,3-3 0-15,-3-3 0 0,0 1 0 0,0-3 0 0,3-3 0 0,-3 0 0 16,3-5 0-16,0 0 0 0,0 0 0 0,0 0 0 16,0 0 0-16,0 0 0 0,0-5 0 0,-3-5 0 31,3-1-21-31,0 0-7 0,0-4-2 0,3 1 0 0,-3-2 48 0,3-2 10 0,-3-1 1 0,3-4 1 15,0-1-30-15,3-3 0 0,-3-2 0 0,3-3 0 16,0 3 0-16,0-5 0 0,3 2 0 16,0 0 0-16,2 3 57 0,1 0 6 0,3 3 1 0,0-3 0 15,0 5-47-15,0 3-9 0,3-3-8 0,0 3 12 16,-1 5-12-16,1 0 0 0,3 0-12 0,-3 3 12 16,0 5 0-16,0 0 0 0,0 3 0 0,-1 2 0 15,-2 6 11-15,0-1 9 0,-3 1 3 0,0 5 0 16,-3 3-23-16,0-1 0 0,0 1 0 0,-3 2 0 15,0 0 0-15,0 0 0 0,-3 1 0 0,-3 1 8 16,0-1-8-16,-3 2-13 0,-3-1 3 0,0 1 1 16,-3 0-5-16,0 0-1 0,-3-3 0 0,-3 3 0 15,3-3 15-15,-6 1 0 0,-2-1 0 0,2 0 10 16,-3-2-10-16,0-1 0 0,3 1 0 0,-3-1 0 16,3-2 0-16,4-2 0 0,-1-1 0 0,0-2 8 15,6-1-8-15,0 1 0 0,3 0 0 0,6-3 0 0,0 0 0 16,0 0 0-16,0 0 0 0,6-6 0 0,3 1 0 15,3 0-11-15,0-1 11 0,3 1-8 0,2 0 23 0,1 2 5 0,3-2 0 16,-3 5 1-16,0-3-7 16,-3 3-2-16,3 0 0 0,-1 3 0 0,-2 0-3 0,-3 2-1 15,0-3 0-15,0 6 0 0,-3 0-8 0,0 0 8 0,-3 3-8 16,0 2 8-16,-3 0-8 0,0 1 10 0,0-1-10 16,-3 3 10-16,-3 0-10 0,0-3 8 15,-3 0-8-15,0 0 8 0,-3 3-8 0,0-3 8 0,0 1-8 0,-3 1 8 16,-3-1-8-16,0-1 0 0,-2 3 0 0,-4-6 0 15,3 4 0-15,0-6-11 0,-3 2 3 0,3-2 0 16,0 0-14-16,4 0-2 0,-1-3-1 0,3 0 0 16,3-2-124-1,0 0-25-15,3-3-5 0</inkml:trace>
  <inkml:trace contextRef="#ctx0" brushRef="#br0" timeOffset="-131356.623">20723 11843 1691 0,'0'0'71'0,"0"0"-57"16,0 0 106-16,0 0 20 0,0 0 5 0,0 0 1 16,0 0-52-16,0 0-10 0,0 0-3 0,0 0 0 15,0 0-13-15,0 0-4 0,0 0 0 0,0 0 0 16,0 0 0-16,0 0 0 0,0 0 0 0,0 0 0 16,0 0-51-16,0 0-13 0,0 0 0 0,0 0 0 15,0 0 54-15,9-2 8 0,-4-1 2 0,1 1 0 16,3 2-64-16,0-3 0 0,3-2 0 0,-3 2-13 15,3 3 13-15,3-3 16 0,-3 1-3 0,3 2-1 16,-3-3-12-16,0 3 9 0,-1-3-9 0,1 3 8 16,-3 3-8-16,0-3 0 0,3 3 0 0,-6-1 8 15,-3 1-8-15,3 0 0 0,-3 2 0 0,-3 3 0 16,0 0 0-16,-3 0 8 0,0 0-8 0,-3 5 0 16,-3 0 0-16,-3 3-16 0,3 0 3 0,-6 2 0 15,3 1 13-15,-5-1 13 0,2 1-2 0,-3 2-1 16,3-2-10-16,-3-3 0 0,3-1 0 0,3 1 0 15,0-5 0-15,1 2-14 0,5 0 3 0,-3-5 1 16,6 3 10-16,0-3 0 0,0-3 0 0,3 3 0 16,0-3 0-16,3 1 0 0,3-4 0 0,0 1 0 15,3 0 0-15,-1-3 0 0,4 0 0 0,3 0 0 0,3 0 0 0,0-3 0 16,3 0 10-16,0-2-10 0,-1 2 0 16,4-2 0-16,0 0 0 0,0-1 0 0,0-2 0 0,0 3 0 0,-4-3 0 15,7 0-10 1,0 0-197-16,0 0-39 0,3-2-8 0</inkml:trace>
  <inkml:trace contextRef="#ctx0" brushRef="#br0" timeOffset="-128548.052">21922 11883 1026 0,'-6'-2'43'16,"-3"-1"-35"-1,3-2 97-15,0 2 19 0,0 0 4 0,0 1 1 16,3-1-17-16,-2-2-3 0,2 2-1 0,3 3 0 16,-6-5-20-16,6 5-5 0,-3-6-1 0,3 6 0 15,-3-2-7-15,3 2-2 0,0 0 0 0,-3-5 0 16,3 5-8-16,0 0-1 0,3-3-1 0,0-2 0 16,3 5 9-16,0-3 3 0,-1 0 0 0,4 3 0 15,0-2-60-15,3 2-15 0,-3 0 0 0,3 2 0 0,0-2 0 16,3 3 0-16,-3 0 0 0,3-1 0 0,-6 4 0 15,3-1 0-15,-1 3 0 0,-5 0 0 0,0 0 0 16,-3 5 0-16,0-3 0 0,-3 6 0 16,-3 0 0-16,0 3 0 0,-6 2 0 0,0 0 0 15,1-2-48-15,-4 2-13 0,-3-3-3 0,3 1 0 0,-3-1 52 0,3-2 12 16,3 3 0-16,-3-3 0 16,3-1-54-16,0-1-8 0,3 2-2 0,0-6 0 0,0 3 38 0,4-5 7 0,2 3 2 0,-3-3 0 15,6 0 27-15,-1-3 6 0,4 0 0 0,0-2 1 16,3 0-33-16,0-3-8 0,3 0 0 0,3-3-1 15,0 0 25-15,6-2-8 0,-3 2 8 0,2-2 0 16,1-3 0-16,3 0-10 0,0 0 10 0,-6 0 0 16,0-2-163-16,-6-1-25 15</inkml:trace>
  <inkml:trace contextRef="#ctx0" brushRef="#br0" timeOffset="-128057.614">21422 11021 1424 0,'-6'2'29'0,"0"4"8"0,0-4-29 0,0-2-8 0,0 3 0 0,6-3 0 16,-6 2 104-16,6-2 19 0,0 0 4 0,0 0 1 15,0 0-23-15,0 0-4 0,0 0-1 0,0 0 0 16,0 0-24-16,0 0-6 0,0 0-1 0,0 0 0 16,0 0 18-16,6-2 3 0,0-1 1 0,3 1 0 15,0 2-43-15,6-6-9 0,3 4-2 0,0-1 0 16,6 0 22-16,2 1 4 0,4-4 1 0,3 4 0 16,-3-1-52-16,2 0-12 0,1 1 0 0,-3-1 0 15,0 0 0-15,-4-2 0 0,-2 3 0 0,0-1 0 16,-3 0 0-16,3 1 0 0,-3 2 0 0,-1-3 0 15,1 0 13-15,-3 3 0 0,0-2 0 0,0-1 0 16,-3 3-35-16,-3 0-7 0,-3 0-2 16,-1 0 0-16,1 0-196 0,0 0-39 0</inkml:trace>
  <inkml:trace contextRef="#ctx0" brushRef="#br0" timeOffset="-122135.962">22455 15860 1276 0,'-6'-5'54'16,"0"0"-43"-1,0-1 69-15,3 1 13 0,0 0 3 0,-3-1 1 16,0 4-24-16,3-4-5 0,-3 4 0 0,0-1-1 16,0 0-15-16,-3 1-4 0,4-1 0 0,-1 1 0 15,3 2-15-15,3 0-3 0,-6 0-1 0,6 0 0 16,-6 0-6-16,3 2-2 0,3-2 0 0,-6 3 0 15,3-1-10-15,-3 1-3 0,6-3 0 0,-3 5 0 16,-3 1-8-16,3-1 0 0,0 0 0 0,0 1 8 16,0-1-8-16,-3 3 0 0,3-3 0 0,0 3 8 15,0 3-8-15,0-3 0 0,0 0 0 0,0 2 0 0,0 1 0 16,0 2 0-16,0 0 0 0,0 0 0 16,0 3 0-16,3 3 0 0,-3-1 0 0,3 1 0 0,-3-1 0 0,3 1 0 0,0-3 0 15,0 2 0 1,0-5 0-16,3 3 0 0,0-2 0 0,-3-1 0 0,3-3 0 15,0 1 0-15,0-3 0 0,0 3 0 16,0-4 0-16,0 1 0 0,3 0-9 0,-3 0 9 0,3 0 0 16,3-3 0-16,-3 1 0 0,3-1 0 0,0 0 0 0,0-2 0 0,0 0 0 15,3-1 0-15,-1 1 0 0,1-3 0 0,0 3 0 0,0-3 0 16,3 0 0-16,0-3 0 0,-3 3 0 0,3-3 0 16,0 1 0-16,0-1 0 0,-1-2 0 0,-2-1 0 15,0 1 0-15,0-3 0 0,-3 3 0 0,3-3 0 16,-3 3 0-16,0-3 0 0,0 0 0 0,0 0 0 15,0 0 0-15,-3 0 0 0,2 0 0 0,-2-3 0 16,0 4 34-16,0-4 4 0,-3 3 1 0,3-3 0 16,-3 1-11-16,-3-1-3 0,3 1 0 0,-3 2 0 15,3-5 10-15,-3 2 1 0,0 0 1 0,-3-2 0 16,0 0-8-16,0 0-1 0,0-1-1 0,0 1 0 16,0 0 22-16,0 0 5 0,0 2 1 0,-3-2 0 15,0 2-23-15,3-2-4 0,-2 3 0 0,-1-4-1 16,0 4-6-16,3-1-1 0,-3 3 0 0,0-2 0 15,0-1-10-15,3 3-2 0,-3 0-8 0,0 0 12 16,0 0-12-16,0 0 8 0,0 3-8 0,-3 0 0 16,3-1 0-16,-3 4 8 0,3-3-8 0,-3 2 0 15,0 0 0-15,3 3 0 0,-2 0 0 0,-4 0 0 16,3 0-41-16,-3 3-2 0,3 0 0 0,-3-1 0 16,0 1-128-16,0 2-25 0,3-2-6 0</inkml:trace>
  <inkml:trace contextRef="#ctx0" brushRef="#br0" timeOffset="-87837.736">17121 11812 957 0,'-155'37'20'0,"93"-24"4"0,2-2-24 0,-2-1 0 0</inkml:trace>
  <inkml:trace contextRef="#ctx0" brushRef="#br0" timeOffset="-87184.023">15790 13066 2067 0,'0'-5'87'16,"3"-1"-70"0,0 1 89-16,0 0 18 0,0-1 3 0,3 4 1 0,-3-3-52 0,3 2-9 0,0-2-3 0,3 2 0 15,0 0-13-15,0 1-3 0,3 2-1 16,0-3 0-16,6 3-22 0,-4-3-4 16,7 3-1-16,0 0 0 0,0-2-8 0,0 2-1 15,3 0-1-15,-1-3 0 0,-2 3-10 0,3-3 0 16,-3 3 0-16,3 0 8 0,-3-2-8 0,2-1 0 0,-2 0 0 15,0 1 0-15,0-1-15 16,3 1 2-16,-3-1 0 0,-4 3 0 16,4-3-112-16,-6 1-23 0,3-1-4 0</inkml:trace>
  <inkml:trace contextRef="#ctx0" brushRef="#br0" timeOffset="-86859.128">16130 12785 2150 0,'0'-7'91'16,"3"-1"-73"0,0 2 82-16,-3 1 17 0,3 0 3 0,0 2 1 15,0-2-36-15,-3 5-7 0,3-3-2 0,-3 3 0 16,0 0-23-16,0 0-5 0,0 0 0 0,0 0-1 15,0 0-18-15,0 5-3 0,3 3-1 0,-3 3 0 16,0 0-11-16,-3 2-2 0,3 3-1 0,0 0 0 16,-3-1-11-16,3 1 12 0,-3 3-12 0,3-1 12 15,-3 1-12-15,0-1 0 0,3 4 0 0,-3-1 8 16,0 0-8-16,3 0 0 0,-3 3 0 0,0 0 0 0,0-3 0 0,0 0 0 16,3 0 0-16,-3-2 0 0,3-1-23 0,0-2 0 0,3-3 0 15,-3 3 0 1,3-5-123-16,0-1-25 0,0-2-5 0</inkml:trace>
  <inkml:trace contextRef="#ctx0" brushRef="#br0" timeOffset="-86156.193">16683 12905 1824 0,'0'0'38'0,"0"0"8"15,-6 2-37-15,6-2-9 0,-3 5 0 0,-3 1 0 16,3-1 96-16,3 0 18 0,-3 3 3 0,1 0 1 16,-1 0-35-16,0 3-7 0,0 2-2 0,0 0 0 15,0 0-8-15,0 6-2 0,0-3 0 0,0 2 0 16,0 4-64-16,-3-1-24 0,3 0 1 0,0 3 0 15,0-3 23-15,0 3 0 0,0-3 0 0,0 0 0 16,0 0 21-16,0-5-1 0,0 0 0 0,3 2 0 16,-3-4-41-16,0-1-9 0,0-3-2 0,0 4 0 15,0-4-3-15,3 1-1 0,-3-3 0 0,3 0 0 16,0-3-86-16,-3 3-18 0,3-8-3 0</inkml:trace>
  <inkml:trace contextRef="#ctx0" brushRef="#br0" timeOffset="-85911.136">16758 12637 2428 0,'-6'-2'51'0,"0"-1"10"0,6 3-49 0,0 0-12 16,0 0 0-16,0 0 0 0,0 0 59 0,0 0 9 0,-3-3 1 0,3 3 1 15,0 0-27-15,0 0-6 0,0 0-1 0,0 0 0 16,0 0-24-16,0 0-12 0,0 0 10 0,0 0-10 16,0 0 0-16,0 0 0 0,0 0 0 0,0 0-10 15,6 3-113-15,0-3-22 0,0 5-5 0</inkml:trace>
  <inkml:trace contextRef="#ctx0" brushRef="#br0" timeOffset="-85221.883">16722 13246 1789 0,'0'0'37'0,"0"0"9"0,0 0-37 0,0 0-9 0,0 0 0 0,0 0 0 16,0 0 100-16,0 0 17 0,0 0 4 0,0 0 1 15,3-3-34-15,0-2-8 0,3 2 0 0,3 1-1 16,-3-1-21-16,3-2-4 0,3 2-1 0,0 0 0 16,-4 1-22-16,4-1-5 0,0 3-1 0,0-5 0 15,0 5-12-15,0 0-2 0,3-3-1 0,-6 3 0 16,3 0-10-16,-3 3 0 0,0-3 9 0,0 2-9 31,-1 1-17-31,-5 0-8 0,3 2-2 0,-3-2 0 0,-3 2 27 0,3 0 0 0,-3-5 0 0,0 6 0 16,0-1-12-16,-3 3 4 0,3-3 0 0,-3 3 0 15,-3-3-9-15,3 3-2 0,-2-5 0 0,-1 5 0 16,0-3 9-16,0 0 2 0,0-2 0 0,-3 2 0 16,3 1 8-16,0-1 0 0,0-2 0 0,3 2 0 15,3-5 0-15,-6 5 0 0,6-5 10 0,0 0-10 16,0 5 14-16,0-5-3 0,0 0-1 0,0 6 0 16,3-4 1-16,0 4 0 0,0-4 0 0,3 1 0 0,-3 2-11 15,3-2 8-15,0 0-8 0,0-1 8 0,0 1-8 0,0 2 10 16,0-2-10-16,-3 2 10 0,0 0-10 0,-1 1 0 0,1-1 0 15,0 0 0 1,0 1 0-16,-3 2 8 0,0-3-8 0,0 0 0 0,-3 3 0 16,0-3 0-16,-2 3 8 0,-1 0-8 0,0 0 0 0,-3 3 0 15,0-3 0-15,0 0 0 0,-3 2-20 0,3-2 4 0,-3 3 1 16,3-1 0-16,-3-2-1 0,0 3 0 16,0-3 0-16,1 0 0 0,-1-3 0 0,0 3-1 0,3-3 0 15,-3 0 0 1,3 1-16-16,0-4-3 0,3-2-1 0,-3 0 0 15,3 0-128-15,0-5-26 0</inkml:trace>
  <inkml:trace contextRef="#ctx0" brushRef="#br0" timeOffset="-84993.585">17169 13317 2488 0,'0'0'52'0,"0"0"12"0,0 0-52 0,0 0-12 0,0 0 0 0,0 0 0 16,0 0 98-16,0 0 17 0,-6 3 3 0,6-3 1 16,-6 0-46-16,6 0-9 0,-6 3-1 0,6-3-1 15,0 0-40-15,0 0-8 0,0 0-2 0,0 0 0 16,0 0-12-16,0 0 0 0,0 0 0 0,0 0 0 16,0 0-40-16,0 0-5 0,0 0-1 0,0 0 0 15,0 0-113-15,0 0-22 0,0 0-5 0</inkml:trace>
  <inkml:trace contextRef="#ctx0" brushRef="#br0" timeOffset="-84603.876">17597 12955 2218 0,'0'0'46'0,"0"0"11"15,0 0-45-15,0 0-12 0,0 0 0 0,0 0 0 16,-6 2 84-16,6-2 16 0,-6 3 2 0,0 2 1 15,3 1-45-15,-3-1-9 0,0 3-1 0,0 0-1 16,3 0-20-16,-2 2-4 0,-1 4-1 0,3-1 0 16,-3 3-12-16,0 0-2 0,0 2-8 0,0 3 12 15,0 0-12-15,0 1 8 0,3 1-8 0,-3 1 0 16,0-3-18-16,0-2-10 0,0 2-1 0,3-2-1 16,-3-4 30-16,3 1 0 0,0-5 0 0,0 2 0 15,0 0 0-15,0-2 0 0,0 0 0 0,3-1 0 16,-3-2-57-16,0 0-6 0,3-3-1 0</inkml:trace>
  <inkml:trace contextRef="#ctx0" brushRef="#br0" timeOffset="-84379.033">17654 12844 2477 0,'-3'-19'52'0,"3"3"11"0,-3 0-51 15,3 1-12-15,0-1 0 0,0 2 0 0,0 1 65 0,0 0 11 0,0 2 1 0,0 1 1 16,3 2-38-16,-3 0-8 0,0 3-2 0,3-1 0 16,-3 4-16-16,0 2-3 0,0-3-1 0,0 3 0 15,0 0-10-15,0 0 0 0,6-3 0 0,-6 3 0 16,3 0-8-16,3 3-4 0,-3-3-1 0,3 3 0 16,-4-1-172-16,1 4-35 0</inkml:trace>
  <inkml:trace contextRef="#ctx0" brushRef="#br0" timeOffset="-83916.479">17621 13288 2245 0,'-9'5'47'0,"9"-5"10"16,0 0-45-16,0 0-12 0,0 0 0 0,0 0 0 0,0 0 85 0,0 0 15 0,0 0 4 0,0 0 0 16,0 0-51-16,0 0-9 0,0 0-3 0,0 0 0 15,6-2 18-15,0-1 3 0,3 3 1 0,0-2 0 16,0-1-50-16,0 3-13 0,0 0 0 0,2 0 0 16,-2 0 0-16,0 0 0 0,0 3 0 0,-3-1 0 15,3 1 56-15,-3-1 7 0,0 1 1 0,0 2 0 16,-3-2-103-16,0 2-20 15,0 1-4-15,0-1-1 0,-3 3 52 0,0-3 12 0,0 3 0 0,0 3 0 16,-3-3-54-16,-3 2-8 0,3 1-2 16,-3 2 0-16,-3-2-8 0,0 2-3 15,3-3 0-15,-3 4 0 0,0-4 9 0,0 3 2 16,1-2 0-16,-1 2 0 0,0-2 40 0,0 2 8 0,0 0 1 0,3 1 1 16,-3-4-20-16,3 1-4 15,0-1-1-15,3 4 0 0,0-7 63 0,3 4 12 0,0-3 2 0,0 0 1 16,0 0-20-16,3 0-4 0,0 0-1 0,0-3 0 15,3 0-2-15,0 1-1 0,0-1 0 0,0-2 0 16,0-3-3-16,3 2-8 0,0 1 12 0,0-3-4 16,-1 0-8-16,4 0 10 0,-3-3-10 0,3 1 10 15,-3-1-10-15,3-2 0 0,-3-3 0 0</inkml:trace>
  <inkml:trace contextRef="#ctx0" brushRef="#br0" timeOffset="-83704.825">18109 13328 2672 0,'-9'0'76'0,"6"0"16"0,3 0-73 16,0 0-19-16,0 0 0 0,-6 0 0 0,6 0 70 0,-6 0 10 0,6 0 3 0,0 0 0 15,0 0-37-15,0 0-7 0,0 0-2 0,0 0 0 16,0 0-27-16,0 0-10 0,0 0 0 0,0 0 9 31,0 0-81-31,0 0-17 0,0 0-3 0</inkml:trace>
  <inkml:trace contextRef="#ctx0" brushRef="#br0" timeOffset="-82774.264">18440 12997 2066 0,'0'0'43'0,"0"0"10"15,0 0-42-15,0 0-11 0,0 0 0 0,0 0 0 16,0 5 79-16,0 3 13 0,-3 0 4 0,0 3 0 16,0-1-50-16,0 6-10 0,0-2-1 0,-3 7-1 15,3 0-34-15,-3 3 0 0,0 2 0 0,-3 1 0 16,3-4 0-16,-3 1 0 0,0 0 0 0,0 0 0 15,3-3-46-15,-3-2-16 0,3-1-3 0,-3-2-1 16,3 3 34-16,0-6 6 0,1 0 2 0,-1 0 0 16,0-2-4-16,3-3-1 0,0 0 0 0,0-3 0 15,3-5 13-15,0 0 4 0,0 0 0 0,0 0 0 0,0 0-3 16,0-8 0-16,3-3 0 0,0 1 0 0,0-3 15 16,3-3 0-16,0-3 9 0,-1 1-9 0,4-6 15 0,0 0-3 15,0-5-1-15,3 0 0 0,0-3 50 0,0-2 11 16,3-1 1-16,0 1 1 0,0 2-8 0,0 3-2 0,-1 0 0 15,4 0 0-15,-3 2 0 16,0-2-1-16,0 5 0 0,0-2 0 0,0 2-17 0,-3 0-3 0,-1 3-1 0,1 0 0 16,0 5-23-16,-3 0-5 0,0 3-1 0,0 2 0 15,0 4-13-15,-3 1 0 0,0 4 0 0,-6 2 0 16,0 0 0-16,6 5 0 0,0 5 0 0,0 1 0 16,-3 5 24-16,0 2 1 0,0 1 1 0,-3 2 0 15,3 0-18-15,0 0-8 0,-3 1 0 0,3-4 8 16,-3 3-8-16,3 1 0 0,0 1 0 0,0-2 0 15,-3 6-16-15,3-3 4 0,-3 2 0 0,3 1 1 16,-3-1-25-16,0 1-4 16,0 2-2-16,2 0 0 0,-2-8-24 0,0 0-5 0,-2 0-1 0,2-5 0 15,-3 0-78-15,0 0-16 0,3-3-3 16,-6-2-1-16,3-3-14 0,-3 2-4 0</inkml:trace>
  <inkml:trace contextRef="#ctx0" brushRef="#br0" timeOffset="-82519.055">18508 13238 1644 0,'-24'-21'34'0,"15"13"9"0,0 0-35 0,3-3-8 0,-3 3 0 0,3 0 0 16,1 0 91-16,2 1 16 0,0-1 3 0,0 2 1 16,0 1-4-16,3 2-1 0,0 3 0 0,0 0 0 15,0-5-44-15,0 5-9 0,6-3-1 0,0 1-1 16,-1 2-7-16,4 0-2 0,3 0 0 0,-3 2 0 15,3 1-13-15,0 0-2 0,0-1-1 0,3 1 0 16,-3 0-14-16,3-3-4 0,0 2 0 16,-1-2 0-16,1 0-8 0,3 0 8 0,0 0-8 0,0 0 8 31,0 0-92-31,3-2-18 0,-1 2-4 0,1 0-1 16,0-3-166-16</inkml:trace>
  <inkml:trace contextRef="#ctx0" brushRef="#br0" timeOffset="-82124.32">18972 13206 2560 0,'0'0'72'0,"0"0"17"0,0 0-71 0,0 0-18 0,0 0 0 0,0 0 0 16,0 0 68-16,0 8 11 15,-3-3 1-15,0 1 1 0,3 2-28 0,-3 0-5 0,0 2-2 16,3 1 0-16,-3-1-14 0,3-2-4 0,-3 3 0 0,3 2 0 15,-2 0-8 1,-1-2-3-16,0 2 0 0,0 3 0 0,0-3-17 0,0 3 0 0,0 0 8 0,0-3-8 16,0 3 0-16,0-3 0 0,0 3 0 0,0-3 0 15,3 1 0-15,-3 2-12 0,3-3 1 0,0-3 1 32,0 4-38-32,0-4-8 0,0-2-2 0,0 0 0 0,0-3-142 0,0-5-28 0,3 6-5 0</inkml:trace>
  <inkml:trace contextRef="#ctx0" brushRef="#br0" timeOffset="-80958.093">19333 12971 2260 0,'0'0'47'0,"0"0"11"0,0 0-46 0,0 0-12 0,0 0 0 0,0 0 0 0,0 0 78 0,0 8 14 16,-3-3 2-16,3 3 1 16,-3 0-34-16,0 0-6 0,0 2-2 0,0 4 0 15,0-1-30-15,-3 3-7 0,3 2 0 0,-3 3-1 16,3-2-15-16,-3 5 0 0,3-3 8 0,-3 3-8 0,0-1 0 0,3-1 0 16,0-4 0-16,-3 3 0 0,0-5 0 15,3 0 0-15,-3-3-10 0,0 3 10 0,3-5-12 0,-3-1 4 0,3 1 0 16,-3 0 0-1,3-4 8-15,0-1 0 0,0-1 0 0,3-5 0 0,0 0 0 0,0 0-10 0,0 0 10 16,0 0 0-16,3-8-12 0,-3 0 12 0,3-2-12 0,0-4 12 16,3 1 0-16,-3-5 0 0,3-4 0 0,3 1 0 15,-3-5 0-15,3-3-8 0,0 0 8 0,0-3 0 16,3 0 0-16,-3 3 8 0,3 0-8 0,3 0 12 16,-4 2 15-16,1 1 2 0,0-1 1 0,0 1 0 15,3-1 10-15,-3 1 1 0,3 0 1 0,3-1 0 16,-3 6 6-16,2-3 0 0,1 3 1 0,3 2 0 15,-3 6-49-15,0 0-16 0,0 5 0 16,0 0 0-16,-4 5 16 0,-2 3 0 0,0 0 0 0,0 6 0 16,-3 2 8-16,-3 2-8 0,0 1 9 0,-3 2-9 15,-3 3 0-15,0 2 0 0,-3-2-11 0,0 3 11 16,-3-3-27-16,-3 2 3 0,0-2 0 0,0 3 0 16,-3-3-5-16,0-3-1 0,-2 3 0 0,-1-3 0 15,0 0 12-15,0 0 2 0,0-2 1 0,0-1 0 16,0 4 15-16,3-6 0 0,-2 2 0 0,2 1 0 15,3-3 0-15,0-3-12 0,0 3 3 0,3-5 1 16,0 2-23-16,6-5-4 0,0 0-1 0,0 0 0 16,0 0 36-16,0 0 0 0,0 0 0 0,0 0 0 15,0 0 0-15,3-3 0 0,3 3 0 0,3-2 0 0,-3 2 0 16,6-3 0-16,-3 0 0 0,2 3 0 0,4-2 26 0,-3 2 12 0,0 0 2 16,3 2 1-16,0 1-24 0,0 0-5 0,-3-1 0 15,0 4-1-15,0-1-3 0,-1 3 0 0,-2 0 0 0,0 2 0 16,0 1-8-16,-3 2 0 0,3 3 9 0,-6 0-9 15,0 0 0-15,0 0 9 16,-3 2-9-16,-3-2 0 0,0 0 8 0,0 0-8 16,-3 0 0-16,0-3 0 0,-3 0 0 0,-3 0 0 0,0 1 0 0,1-4 0 15,-1 1 0-15,-3-1 0 16,0-2 0-16,0 3-9 0,0-3 9 0,0 0 0 0,0-3 0 0,0 3 0 16,1-3 0-16,2 1 0 0,-3-1 0 0,3 0 0 15,0-2-8-15,0-1 0 0,0-2 0 0,3 0 0 31,0 0-20-31,3-2-3 0,-3-1-1 0,3 1 0 16,1-4-33-16,-1 1-7 0,3 0-2 0</inkml:trace>
  <inkml:trace contextRef="#ctx0" brushRef="#br0" timeOffset="-80604.944">19752 13299 2063 0,'0'0'87'16,"0"0"-70"-16,0 0 90 0,0 0 17 0,0 0 4 0,0 0 1 16,0 0-41-16,3 5-9 0,-3 0-2 0,0 3 0 31,0 0-25-31,0-2-4 0,-3 1-2 0,3 1 0 15,-3 3-14-15,3-3-4 0,-3 5 0 0,0 0 0 16,-3-2-8-16,3 5-1 0,-3-3-1 0,0 6 0 0,0-4-10 0,1 4-8 0,-1 0 9 0,0-1-9 16,0 1 8-16,0 2-8 0,0 0 0 0,3-3 0 15,-3 1 0-15,3-1 0 0,0-2 0 0,3 0 0 16,-3-3-10-16,0 1-2 0,3-4 0 0,0 1 0 16,0-3-28-1,0 0-5-15,0-3-2 0,0-5 0 0,0 0-112 0,0 0-22 0,6 3-5 16</inkml:trace>
  <inkml:trace contextRef="#ctx0" brushRef="#br0" timeOffset="-80061.253">19231 12653 1792 0,'0'0'51'0,"0"0"10"0,0 0-49 0,0 0-12 0,0 0 0 16,0 0 0-16,0 0 105 0,0 0 19 0,0-5 3 0,0 5 1 15,3-3-52-15,3-2-9 0,0 2-3 0,0 3 0 16,3-2 0-16,0-1 0 0,3 0 0 0,3 1 0 16,-3-1 0-16,6 3 0 0,-4-3 0 0,4 1 0 15,0-1-51-15,3 3-13 0,0 0 0 0,0-3 0 16,2 3 54-16,1-2 8 0,3 2 2 0,0 0 0 16,0-3-52-16,-1 3-12 0,-2-2 0 0,3 2 0 15,-3-3 0-15,-3 3 0 0,0 0 0 0,-4-3 0 16,1 3 0-16,-3 0 0 0,0 0 0 0,-3-2 0 15,-3 2 0-15,3-3 0 0,-3 3 0 0,-3 0 0 16,3-3-49-16,-3 3-13 0,-1-2-2 0,1 2-1 16,-6 0-101-16,0 0-20 0,6 0-4 0</inkml:trace>
  <inkml:trace contextRef="#ctx0" brushRef="#br0" timeOffset="-57129.515">23455 16006 2030 0,'-3'-6'57'0,"3"6"14"16,-3-2-57-16,0-4-14 0,0 4 0 0,-3-4 0 15,6 6 54-15,0 0 8 0,-3-2 2 0,3 2 0 16,-6 0 4-16,6 0 2 0,-6-3 0 0,6 3 0 16,-6 0-31-16,3 0-7 0,3 0 0 0,-6 5-1 15,1 1-10-15,-1-1-1 0,3 0-1 0,-3 3 0 16,3 3-9-16,0-3-2 0,0 2 0 0,3 4 0 16,-3-1-8-16,3 0 0 0,0 3 0 0,0-3 0 15,0 3-14-15,3-3-2 0,0 1 0 0,0 1 0 16,0-1-6-16,0-1-2 0,0 0 0 0,0-2 0 15,3 2-2-15,-1-5-1 0,-2 2 0 0,3-2 0 16,0 0 3-16,0-2 1 0,0 2 0 0,0-6 0 16,3 1 12-16,-3-1 3 0,0-4 0 0,3 2 0 0,-3-3 8 15,0-2 0-15,3 0-9 0,0-1 9 16,0 1-25-16,-3-3-1 0,3 0 0 0,0 0 0 0,-4 0 64 0,4-2 13 16,0 2 2-16,-3-3 1 0,0-2-6 0,0 0 0 0,0-1-1 0,-3-1 0 15,0-1 7-15,-3-3 2 0,0-2 0 0,0 3 0 16,-3-4-9-16,0 4-2 0,0-1 0 15,-3 1 0-15,-3-1-11 16,3 6-2-16,-3-3-1 0,-3 6 0 0,4-4-10 0,-4 6-1 0,0-2-1 0,0 5 0 16,0-1-7-16,0 1 0 0,0 2-1 0,-3 1 0 15,3 2-11-15,0 2 0 0,1-2 0 0,-1 6 0 16,-3-4-12-16,3 4-7 0,0-1-1 0,-3 0-1 16,3 0-108-16,0 3-22 0,0-2-4 0</inkml:trace>
  <inkml:trace contextRef="#ctx0" brushRef="#br0" timeOffset="-56034.811">20068 13201 1579 0,'-6'5'32'0,"6"-5"10"0,-6 3-34 0,6-3-8 0,-3 2 0 0,3-2 0 15,0 0 102-15,0 0 18 0,0 0 4 0,0 0 1 16,0 0-34-16,0 0-7 0,0 0-2 0,0 0 0 16,0 6-15-16,6-4-3 0,0 1-1 0,0 0 0 15,3-1-11-15,0 1-1 0,-1-3-1 0,4 0 0 16,0 3-4-16,0-3-1 0,3 0 0 16,0 0 0-16,0 0-18 0,0 0-4 0,3-3-1 0,-4 3 0 15,4 0-22-15,3-3 0 16,0 3 0-16,-3-2 0 15,3-1 0-15,0 3 0 0,2-3 0 0,-2 1 0 0,-3-1 0 0,3 3 0 16,-3-5 12-16,3 5-4 0,-4-3-8 0,1 3-16 0,0-5 4 0,-3 5 0 16,0-3-28-1,-3 1-5-15,3-1-2 0,-3-2 0 0,0 2-126 0,-4 0-26 16,1 1-5-16</inkml:trace>
  <inkml:trace contextRef="#ctx0" brushRef="#br0" timeOffset="-55668.916">20321 13066 2032 0,'-9'-8'42'0,"9"8"10"0,-3-5-41 16,3 5-11-16,-3-6 0 0,3 4 0 0,0 2 112 0,-3-6 20 0,3 1 4 0,0 5 0 15,0 0-57 1,0 0-12-16,0 0-3 0,0 0 0 0,0 0 0 0,0 0 0 0,0 0 0 16,0 0 0-16,0 0 0 0,0 0 0 15,0 0 0-15,0 0 0 0,0 8-51 0,0 0-13 0,0 3 0 0,0 2 0 16,-3 3 0-16,3 0 0 0,0 2 0 0,-3 6 0 16,3-3 0-16,-3 3 0 0,3 0 0 0,-3 2 0 15,3-5 0-15,0 1 0 0,-3-1 0 0,3 0 0 16,0 0 17-16,0-2 1 0,0-1 0 0,0 3 0 15,0-5-18 1,0 0 0-16,0 0 0 0,0 0 0 0,0-3-19 0,3 0 3 0,-3 0 0 0,0 1 0 16,3-6-89-16,-3 0-18 15,3 0-3-15</inkml:trace>
  <inkml:trace contextRef="#ctx0" brushRef="#br0" timeOffset="-54592.59">20964 13106 1792 0,'0'0'51'0,"0"0"10"15,0 0-49-15,0 0-12 0,0 0 0 0,0 0 0 16,0 0 108-16,0 0 20 0,0 0 3 0,0 0 1 15,0 0-58-15,0 0-11 0,-3 5-3 0,0 0 0 0,0 3 4 16,0 0 0-16,0 0 0 0,0 5 0 0,0 0-52 0,-3 1-12 0,3 4 0 0,0 1 0 16,-3-1 0-16,0 1 0 0,3 2 0 15,-3 3 0-15,0-3 21 0,0 0 2 0,3 0 0 16,-3 0 0 0,3-2-23-16,-3 2 0 0,0 0 0 0,3-2 0 0,-3-1 0 15,1-2-12-15,2 3 2 0,-3-1 0 16,3-2-26-16,-3-3-6 0,3 1-1 0,-3-1 0 15,3-5-113-15,-3 0-22 0,3-3-5 0</inkml:trace>
  <inkml:trace contextRef="#ctx0" brushRef="#br0" timeOffset="-54386.252">21032 12920 2538 0,'-9'-15'53'0,"3"-1"11"0,-3 2-51 0,3 1-13 0,0 5 0 0,0-2 0 16,1 4 58-16,2-2 9 0,0 3 1 0,3 5 1 16,0 0-37-16,0 0-7 0,-3-2-1 0,3 2-1 15,0 0-13-15,0 0-2 0,0 0-8 0,0 0 12 16,0 0-12-16,0 0 0 0,0 0 0 0,0 0 0 16,6 2-116-16,-3 6-27 0,0-3-5 0</inkml:trace>
  <inkml:trace contextRef="#ctx0" brushRef="#br0" timeOffset="-53860.319">21005 13376 2067 0,'0'0'87'15,"0"0"-70"-15,0 0 88 0,0 0 18 0,0 0 3 0,0 0 1 16,0 0-51-16,6 0-9 0,0 2-3 0,3-2 0 16,-3 0-20-16,0 0-5 0,3 0-1 0,3 0 0 15,-3 0-19-15,3 3-4 0,0-3-1 0,-3 2 0 16,3 1-14-16,-1-3 8 0,1 3-8 0,0-1 0 16,-3 1 0-16,0 2 8 0,0-2-8 0,-3 2 0 15,0-2-15-15,-6-3-5 0,3 5-2 0,-3 1 0 31,-3-1-33-31,0 0-6 0,0 0-2 0,-3 1 0 16,0 2 10-16,-3-3 1 0,0 0 1 0,0 0 0 0,-3 3 31 0,3-2 5 0,-2-1 2 0,2 0 0 16,0 3 13-16,0-2 0 0,0-1 0 0,0 0 0 15,3 0 19-15,3-2 0 0,3-3 0 0,0 0 0 16,0 0-8-16,0 0-2 0,0 0 0 0,0 5 0 16,0-5 37-16,3 6 7 0,3-4 2 0,3 4 0 15,-3-6-37-15,3 2-7 0,3 1-2 0,-3 0 0 16,2 2 44-16,-2-3 9 0,0 1 2 0,0 2 0 15,-3 1-64-15,3-1-8 0,-3 0-4 0,-3 3-1 16,3 0 26-16,-6 0 6 0,0 0 1 0,0 3 0 16,0-1-20-16,-6 1 0 0,0-1-13 0,0 4 5 0,-3-4 8 15,0 3 0-15,-3-2 0 0,0 0 0 0,1-1 0 16,-1 1 0-16,-3 2 0 0,3-2 0 0,-3-1 0 16,3 1 0-16,0 2 0 0,0-2 0 15,0-1-58-15,0-2-10 0,4 0-1 0,-4-3-1 16,3 1-114-16,0-6-22 0</inkml:trace>
  <inkml:trace contextRef="#ctx0" brushRef="#br0" timeOffset="-53646.838">21416 13526 2299 0,'0'0'96'0,"0"0"-76"16,0 0 124-16,0 0 26 0,0 0 5 0,0 0 1 15,-6-2-84-15,6 2-17 0,0 0-3 0,-6-3-1 16,6 3-39-16,0 0-7 0,0 0-1 0,0 0-1 16,0 0-23-16,-3-5 0 0,3 5 0 0,0-3 8 15,0 3-20-15,0-5-3 0,0 5-1 0,0-5 0 16,0 5-137-16,3-6-28 0,3 4-6 0</inkml:trace>
  <inkml:trace contextRef="#ctx0" brushRef="#br0" timeOffset="-53247.507">21583 13286 1824 0,'0'0'76'15,"0"0"-60"-15,3-3 89 0,3 0 19 0,-3 3 3 0,-3 0 1 16,6 0 0-16,-6 0 0 0,3 0 0 0,3 3 0 16,-3 0-52-16,3-1-9 0,-3 1-3 0,-1 2 0 15,4 3-51-15,-3-3-13 0,0 3 0 0,-3 0 0 16,3 3 0-16,0-1 0 0,-3 1 0 0,0 2 0 15,0 0 0-15,0 3 0 0,0 0 0 0,-3 0 0 16,3 3 0-16,-3-1 0 0,0 1 0 0,-3 2 0 16,3-3 0-16,1 4 0 0,-4-4 0 0,3 1 0 15,0-1-19-15,0 1-6 0,0-4-2 0,-3-1 0 16,3-1-29-16,0-2-5 0,0-1-2 0,-3-2 0 16,3-3-82-16,0 1-17 0,3-6-3 0</inkml:trace>
  <inkml:trace contextRef="#ctx0" brushRef="#br0" timeOffset="-53047.868">21699 13047 2560 0,'-9'-29'53'0,"6"19"13"0,0 2-53 15,0-3-13-15,3 1 0 0,0 2 0 0,-3 0 64 0,3 2 9 0,0 1 3 0,0 5 0 16,0-5-33-16,0 5-7 0,0 0 0 0,0 0-1 15,0 0-19-15,0 0-4 0,0 0-1 0,6-3 0 16,-3 1-11-16,-3 2 0 0,6 0 0 0,0 0 8 31,-3 0-56-31,-3 0-11 0,6 0-2 0</inkml:trace>
  <inkml:trace contextRef="#ctx0" brushRef="#br0" timeOffset="-52450.461">21788 13653 1751 0,'0'0'74'16,"0"0"-59"-16,0-5 105 0,-3 0 22 0,0-1 4 0,3 6 1 16,0-2-30-16,0 2-5 0,3-5-2 0,-3 5 0 15,0-3-42-15,0 3-9 0,6-5-2 0,-3 5 0 16,3 0-26-16,-3 0-6 0,3 0-1 0,0 2 0 16,0 1-24-16,0 0 0 0,0 2 8 0,-3 0-8 15,3 0 0-15,0 1 0 0,-3-1 0 0,3 3 0 16,-3-3 0-16,0 3 0 0,0 3 0 0,-3-3 0 15,0 2-18-15,-3 1-6 0,3-3 0 0,-6 5-1 16,0-2-63-16,0-1-12 16,0 3-2-16,-3 1-1 0,3-1 31 0,-3 0 7 0,0 0 1 15,0 1 0-15,0-4 31 0,0 3 6 0,0-2 2 0,0 0 0 16,0-1 15-16,4-2 10 0,-1 0-12 0,3 0 12 16,0-3 9-16,3 3 9 0,0-8 2 0,3 5 0 15,3-2-8-15,0 2 0 0,-1-5-1 0,4 3 0 16,-3-3-11-16,3 0 0 0,3 0 0 0,-3 0 0 15,0-3 0-15,3-2 0 0,0 2 0 0,0-4 0 16,0 1 0-16,3-2 0 0,-1-2 0 0</inkml:trace>
  <inkml:trace contextRef="#ctx0" brushRef="#br0" timeOffset="-52231.694">22178 13550 2310 0,'0'0'97'16,"0"0"-77"-16,-6-2 86 0,6 2 18 0,0 0 3 0,0 0 1 16,0 0-52-16,-6 0-9 0,6 0-3 0,0 0 0 15,0 0-51-15,0 0-13 0,0 0 0 0,0 0 0 16,0 0 54-16,0 0 8 0,0 0 2 0,0 0 0 16,0 0-103-1,0 0-20-15,0 0-4 0,0 0-1 0,3-6-153 0,-3 1-31 0</inkml:trace>
  <inkml:trace contextRef="#ctx0" brushRef="#br0" timeOffset="-51773.24">22526 13251 1956 0,'0'0'56'0,"0"0"11"0,0 0-54 0,0 0-13 0,0 0 0 0,0 5 0 16,0 1 85-16,3-1 15 0,-3 3 2 0,0-3 1 16,0 3-24-16,0 0-5 0,3 0-1 0,-3 0 0 15,0 3-27-15,0-1-6 0,3 3 0 0,-3 1-1 16,0 2-19-16,-3-1-3 0,3 1-1 0,-3 3 0 15,3-1-16-15,-3 1 10 0,0-1-10 0,0 1 8 16,0 2-8-16,1-2 0 0,-1 2 0 0,-3 0 0 16,3-3 0-16,0-2-11 0,-3 0 1 0,0 0 0 15,3-3-35-15,0-2-7 0,-3-1-2 16,3-2 0-16,-3-2-100 0,0-1-20 0,0-2-4 16</inkml:trace>
  <inkml:trace contextRef="#ctx0" brushRef="#br0" timeOffset="-51564.652">22613 13013 2580 0,'-3'-16'54'0,"0"-2"11"0,3 2-52 16,0 3-13-16,-3-3 0 0,3 5 0 0,0 0 48 0,0 1 8 0,0 2 0 15,0 3 1-15,3-1-17 0,-3 6-3 0,0 0-1 0,0 0 0 31,0 0-21-31,0 0-5 0,0 0-1 0,0 0 0 0,0 0-9 0,6 0-9 0,-3 3 9 0,3 0-13 32,0 2-103-32,0 0-21 0,0 1-4 0</inkml:trace>
  <inkml:trace contextRef="#ctx0" brushRef="#br0" timeOffset="-51124.445">22717 13574 2269 0,'0'0'64'0,"0"5"15"0,3 1-63 15,-3 1-16-15,0 1 0 0,0 0 0 0,0 3 105 0,0 0 19 0,0-1 3 0,0 3 1 16,-3 1-52-16,0-1-9 0,3 0-3 0,-3 0 0 15,0 3-51-15,-3 0-13 0,3 0 0 0,-3 0 0 16,0 0 0-16,0 2 0 0,0 1 0 0,-3 2 0 16,3-5 0-16,0 5 0 0,3-3 0 15,-3 1 0-15,3-1 0 16,1-2 0-16,-1 0 0 0,0 0 0 0,0-3 19 0,0 1 1 16,3-4 0-16,0-2 0 15,0 0-138-15,0-3-27 0,3 1-6 0</inkml:trace>
  <inkml:trace contextRef="#ctx0" brushRef="#br0" timeOffset="-45204.276">23041 13558 1792 0,'0'0'51'0,"0"0"10"0,0 0-49 0,0 0-12 0,0 0 0 0,0 0 0 15,0 0 105 1,0 0 19-16,0 0 3 0,-3 3 1 0,3-3-56 0,0 0-12 0,0 0-1 0,0 0-1 15,0 0 10-15,0 0 1 0,0 0 1 0,0 0 0 16,0 0-56-16,0 0-14 0,0 0 0 0,0 0 0 16,0 0 54-16,0 0 8 0,0 0 2 0,0 0 0 15,0 0-31-15,-6-3-5 0,6 3-2 0,-3-3 0 16,0-2-9-16,1 0-1 0,2 0-1 0,-3-1 0 16,3 1-15-16,0 0 9 0,0-1-9 0,0 4 8 15,3-4-8-15,-3 6 0 0,0-5 0 0,2 0 0 16,-2 0-36-16,0 5-7 0,3-6-1 0,-3 4 0 15,3-4-80-15,-3 6-17 0,0-5-3 0</inkml:trace>
  <inkml:trace contextRef="#ctx0" brushRef="#br0" timeOffset="-44586.088">23399 13325 2169 0,'0'0'45'0,"0"0"11"0,0 0-45 15,-3 6-11-15,3-1 0 0,0 3 0 0,-3 2 29 0,3 1 4 0,0 0 1 0,-3 4 0 16,3 1-22-16,-3 3-4 0,0-1 0 0,0 6-8 16,-3 0 0-16,0 2 0 0,0 1 0 0,0 2 0 15,0 0 0-15,-3-2 0 0,3 2-15 0,-3-3 5 16,0-2 10-16,3-3 0 0,-3 3 0 0,0-6-8 16,3 1 8-16,-3-6 0 0,4 3 0 0,-1-5 0 15,0-1 0-15,0-4 0 0,0-1 0 0,6-5 0 16,0 0 0-16,0 0 0 0,0 0 10 0,0-8-10 15,3 0 0-15,0-5 0 0,3-3 0 0,0-3 0 16,3-2 0-16,-1-3 0 0,4-5 0 0,0-3 0 16,0 1 12-16,3-4-4 0,0 1-8 0,0-6 12 15,0 3 10-15,-3 3 2 0,2-3 0 0,1-3 0 16,-3 3 8-16,3-3 3 0,0 1 0 0,-3-1 0 16,3 3 23-16,0 5 5 0,-3 0 1 0,3 6 0 15,-4 5-10-15,1 0-2 0,0 5 0 0,0 2 0 16,-3 4-22-16,0 2-5 0,0 3-1 0,0 2 0 15,-3 0-10-15,3 6-2 0,-3 0-1 0,0-1 0 16,0 6-11-16,-3 0 12 0,3 3-12 0,-1 5 12 0,-2 0-12 16,0 7 0-16,0 1 0 0,0 3 0 15,-3 2 0-15,3 0 0 0,0 0-12 0,-3 0 12 16,3 0-24-16,-3-5 2 0,0 2 1 0,0 1 0 16,-3-3-13-16,3 0-2 0,-3-1-1 0,0 1 0 15,0 0-29-15,0 0-6 0,-3 0 0 0,3-1-1 16,-2-1-139-16,2-1-28 0</inkml:trace>
  <inkml:trace contextRef="#ctx0" brushRef="#br0" timeOffset="-44381.392">23375 13447 2303 0,'-9'-3'65'0,"3"1"15"16,6 2-64-16,0 0-16 0,0 0 0 0,0 0 0 15,0 0 48-15,0 0 6 0,0 0 2 0,3-6 0 16,3 6-4-16,-3-2 0 0,6 2 0 0,-3 0 0 16,3 2-8-16,0-2-3 0,2 3 0 0,-2 0 0 15,6-1-5-15,0-2-2 0,0 3 0 0,3 0 0 16,3-1-46-16,0 1-8 0,2 0-3 0,1-1 0 16,0-2-79-16,3 3-16 0,-3-1-3 0</inkml:trace>
  <inkml:trace contextRef="#ctx0" brushRef="#br0" timeOffset="-43679.732">23866 13645 1569 0,'0'0'66'16,"0"0"-53"0,0 0 95-16,0 0 18 0,0 0 4 0,-6 3 1 15,0 0-54-15,6-3-10 0,-3 5-3 0,-3 3 0 16,3 0 0-16,0 0 0 0,0 0 0 0,0 2 0 16,0 1-51-16,0 0-13 0,0-1 0 0,0 3 0 0,0 1 19 15,-3-1 1-15,3 3 0 0,0 0 0 0,0-1-20 0,0 1-14 0,3-2 2 16,-3-1 1-16,3 3-8 0,0-3-1 0,0 0-1 0,0 0 0 31,3-2-6-31,0-1-1 0,0-2 0 0,0 0 0 0,0-2 4 16,3-1 0-16,-3-2 0 0,3-1 0 0,0-2 24 0,0-2 0 15,0-4 0-15,0 4 0 16,0-6 0-16,3 0 0 0,0-3 0 0,-3 3 0 0,3-2 39 0,-3-1 13 0,3-2 2 16,-3 2 1-16,-1 1-10 0,1-1-1 0,0-2-1 0,-3 2 0 15,0-2-11-15,0 0-1 0,-3 2-1 0,3-2 0 16,-6 2 5-16,3-2 1 0,0 0 0 0,-3 0 0 15,0 0-20-15,-3-1-4 16,3 1-1-16,-3 0 0 0,4 0-11 0,-4 2-11 0,0 0 3 0,-3 3 0 16,0 1-128-16,0 1-24 0,0 1-6 0</inkml:trace>
  <inkml:trace contextRef="#ctx0" brushRef="#br0" timeOffset="-39875.674">24274 13357 2149 0,'-6'5'44'0,"3"1"12"15,-3-1-44-15,3 0-12 0,0 0 0 0,-3 3 0 16,3-2 85-16,0 2 15 0,3 0 4 0,-3 2 0 15,0 1-47-15,0-1-9 0,3 4-1 0,-3-1-1 16,0 5-26-16,0 1-4 0,0-1-2 0,0 6 0 16,0 0-14-16,3 0 0 0,0 2 0 0,-3 1 0 0,3-3 8 0,0-1-8 15,-3-1 0-15,3 1 0 16,0-2 0-16,-3-2 0 0,3 0 0 0,0-1 0 16,-3-2 0-16,3-3 0 0,-3 0 0 0,0-2 0 0,3 0 0 15,0-6 0-15,-3 0 0 0,3-5 0 0,0 0 0 0,0 0 0 0,0 0 0 16,3-5 0-16,0-3 0 0,0 0 0 0,3-5-8 15,-3-3 8-15,3 0 0 0,-3 0 0 0,3-5 0 0,0 0 0 16,-3-3 0-16,3 0 0 16,0-2 11-16,0-3-11 0,0-3 8 0,0 3-8 0,3-6 0 15,0 4 0-15,-3-1 37 0,5 3 1 0,-2 2 0 16,3 1 0-16,0 2-10 0,0 0-1 0,3 3-1 0,3-3 0 16,-3 6-4-16,3-4-1 0,2 4 0 0,-2 2 0 15,3 0-21-15,0 3 9 0,0 2-9 0,-3 6 0 16,0 0 8-16,-4 2-8 0,1 3 0 0,-3 3 0 15,0 2 0-15,0 0 8 0,-3 6-8 0,0 0 0 16,-3 2 9-16,-3 0-9 0,0 3 0 0,-3 0 9 16,0 0-9-16,0 0 0 0,-6 2 0 0,0 1 0 15,-3-1-18-15,-3 1 1 0,-3-1 0 0,-3 3 0 16,0 0 5-16,1 1 2 0,-4-4 0 0,-3 1 0 16,3-1 10-16,-3 3-8 0,3 1 8 0,1-4-8 15,-1-2 8-15,6-3 0 0,-3 0 0 0,3-2 0 16,3 0 0-16,3-6 0 0,3 0 0 0,0 0 0 15,6-5 0-15,0 0 0 0,0 0 0 0,0 0 0 16,0 0 0-16,6-2 8 0,3 2-8 0,0-3 8 16,3 1 3-16,0-1 1 0,3-2 0 0,0 2 0 0,0 0-12 0,3 3 12 15,-1-2-12-15,1 4 12 16,-3 1-12-16,3 0 8 0,-3-1-8 0,0 4 8 0,-3-1-8 16,0 3 0-16,-1-3 9 0,-2 3-9 0,0 0 0 0,-3 3 9 15,0-4-9-15,-3 4 0 0,-3 0 9 16,0-1-9-16,0 1 0 0,-6 2 9 15,0-2-9-15,0 2 0 0,-6 0 0 0,1-2 0 0,-1 2-12 16,-3-3 12-16,-3 1-12 0,0 2 12 0,-3-2-12 0,3 2 12 16,-2 0-10-16,-1 1 10 0,0-1-22 0,0 0 2 0,3-2 0 0,0-1 0 15,3 1 20-15,1-3 0 0,2-3 0 0,0 0 0 16,0 1-18-16,3-4 1 0,3-2 0 0,-3 0 0 16,9 0-146-16,-3-5-29 0,-3 0-5 0</inkml:trace>
  <inkml:trace contextRef="#ctx0" brushRef="#br0" timeOffset="-39441.692">24637 13902 2348 0,'0'0'109'15,"0"0"-97"-15,0 0-12 0,0 0 0 0,0 0 0 16,0 0 80-16,0 5 13 0,0 1 3 0,0 2 1 0,0-3-56 0,0 3-11 16,-3 0-2-16,3 0-1 15,-3 2-16-15,3-2-3 0,-3 5-8 0,0-2 12 16,3 0-12-16,-3 2 8 0,0-3-8 0,0 4 0 0,0-1 0 16,-3-3 0-16,6 4 0 0,-3-4 0 0,3-2-13 0,0 3-3 15,0-3 0-15,3 0 0 0,0-3-4 0,0 0-2 0,0 1 0 0,3-4 0 16,0 1 6-16,0 0 2 15,3-3 0-15,0-3 0 0,0 0-10 0,0 1-1 16,2-4-1-16,-2 4 0 0,3-6 72 0,3 0 14 16,-3 0 4-16,0-3 0 0,0 3-52 0,0-2-12 0,0-4 0 15,-3 4 0-15,0-3 49 0,0 2 7 16,-4-2 2-16,1 2 0 0,-3-2-14 0,0 0-4 0,-3 0 0 16,-3 2 0-16,3 0-13 0,-6-2-3 0,3 3-1 0,-5 2 0 15,2 0-7-15,-6 0 0 0,0 2-1 0,0 1 0 16,0 0-15-16,-3 2 11 0,0 1-11 0,-3-1 10 15,0 3-24-15,4 0-5 0,-4-3-1 0,-3 3 0 16,0 0-137-16,-3-2-28 0,3-1-6 0</inkml:trace>
  <inkml:trace contextRef="#ctx0" brushRef="#br0" timeOffset="-38919.447">24330 13063 1314 0,'-9'3'37'0,"0"-3"8"16,3 0-36-16,0 3-9 0,-2-3 0 0,2 0 0 15,6 0 53-15,-9 2 9 0,9-2 2 0,0 0 0 16,0 0 40-16,0 0 9 0,0 0 2 0,0 0 0 16,0 0-23-16,0 0-4 0,0 0 0 0,9 0-1 15,0-2 25-15,5 2 4 0,1-3 2 0,6 3 0 16,0-5-43-16,6 2-9 0,3 0-2 0,-4-2 0 16,4 2-40-16,3-2-9 0,-3 0-2 0,2 0 0 15,-2-1-13-15,3 1-18 0,-3 0 4 0,2-1 1 16,-2 4 13-16,0-4 0 0,-3 4 0 0,-1-1 0 15,1 0 0-15,-6 1 0 0,-3 2 0 0,0-3 0 16,-3 1 22-16,-3 2 7 0,-1 0 2 0,-2 0 0 16,-3 0-39-16,-6 0-8 0,0 0-2 0,0 0 0 15,0 0-98-15,0 0-20 0,-3 5-4 0</inkml:trace>
  <inkml:trace contextRef="#ctx0" brushRef="#br0" timeOffset="-38246.82">23729 13595 1242 0,'0'0'52'0,"0"0"-41"16,0 0 92-1,0 0 18-15,0-5 4 0,0 5 1 16,0 0-16-16,0-5-3 0,0 5-1 0,0 0 0 0,0 0-18 0,0 0-4 0,0 0-1 0,0 0 0 16,0 0-15-16,0 0-2 0,0 0-1 0,0 0 0 15,0 0-5-15,0 0-2 0,0 0 0 0,-3 7 0 16,3 1-15-16,-3 0-3 0,0 3-1 0,0 2 0 16,0-2-12-16,0 2-3 0,0 0 0 0,0 0 0 15,0 1-10-15,3-1-2 0,-3 0-1 0,3 0 0 16,-3-2-11-16,3 2 8 0,0 0-8 15,0-2 8-15,0 2-8 0,3-2 0 16,-3 2 0-16,0-2 8 0,3-1-8 0,-3 1 0 0,0-3 0 16,3 5 0-16,-3-5 0 0,0 0 0 15,3 2 0-15,-3-2 0 0,3 0 0 0,-3 0 0 0,0 0 0 16,3-3 0-16,-3 3-12 0,0-8-2 0,0 6 0 0,0-6 0 16,0 0-18-1,0 0-4-15,0 0-1 0,0 0 0 0,0 0-83 0,0 0-17 0,3 5-3 0</inkml:trace>
  <inkml:trace contextRef="#ctx0" brushRef="#br0" timeOffset="-31527.515">24661 15405 1422 0,'-3'5'31'0,"-3"1"6"0,3-1 2 0,0-2 1 0,3-3-32 0,-6 5-8 15,6-5 0-15,0 0 0 0,0 0 90 0,0 0 16 16,0 0 3-16,-3 8 1 0,3-8-36 0,0 5-7 15,0-5-2-15,0 5 0 0,0 1-38 0,3 2-8 16,0-3-2-16,0 0 0 0,0 0-17 0,0 3 0 0,0 0 8 0,0 0-8 16,0 0 0-16,0 0 0 15,0 0 0-15,3-3 0 0,-3 1 0 0,-1-4 0 16,4 1-10-16,-3 0 10 0,3-3 0 0,0-3 0 16,0 0 0-16,0-2 0 0,3 0-8 0,0-6 8 15,0 1 0-15,0-4 0 0,3 1 0 0,0-3 10 0,0-2-1 16,3 2 0-16,-1-3 0 0,4-2 0 0,0 0 0 0,3-3 0 15,-3-2-9-15,0 2 0 0,3-3 0 0,-1 1 0 16,1-1 0-16,0 4 0 0,0-1 0 0,-3 3 0 16,0 0 11-16,-1 2-3 0,1 3-8 0,-3 0 12 15,3 3-78 1,-3 2-16-16,0 1-3 0,0 2-512 0,0 0-103 0</inkml:trace>
  <inkml:trace contextRef="#ctx0" brushRef="#br0" timeOffset="12363.091">15487 10920 2048 0,'0'0'86'16,"0"0"-69"0,0 0-5-16,0 0 0 0,0 0-1 0,0 0 0 15,0 0 18-15,0 0 4 0,0 0 1 0,0 0 0 16,0 0-4-16,-3 8-1 0,0-3 0 0,0 6 0 16,0-1-13-16,-3 1-4 0,3 0 0 0,-3 4 0 15,0 1-23-15,3 0-5 0,-3 5 0 0,0 1-1 16,0 1 65-16,3 4 12 0,0-1 4 0,-3 3 0 15,3-2-77-15,0 2-15 0,0-3-4 0,0 4 0 16,0-4 0-16,0 0 0 0,0 1 0 0,0 2 0 0,0 0 32 16,3 0 0-16,-3 6 0 0,1-4 0 0,2 1 0 0,-3-3 0 0,3 0 0 15,0 0 0-15,-3 1 21 0,3-7 11 0,3 4 1 0,-3-3 1 32,0-3-54-32,3 0-12 0,-3 0-1 0,2 0-1 0,-2 0 34 15,3 1 0-15,0-1 0 0,0 0 0 0,0 0 0 0,3-2 0 0,-3-1 0 16,3 1 0-16,-3-1 0 0,3-2 0 15,-3 0 0-15,3 0 0 0,0-3 10 0,-3-2 9 16,3-1 1-16,0 1 1 0,0-1-21 0,0 1 0 0,-3-3 0 0,3 0 8 16,0 2-8-16,-3-2 0 0,3 0 0 0,-3 3 0 15,3-3 0-15,-3 0 0 0,3 0 0 0,-3 2 0 16,-1-2 0-16,4 0 0 0,-3 3 0 0,0-1 0 16,0-2 0-16,0 3 0 0,0-1-11 0,-3 1 11 15,3 0-20-15,0-3 3 0,0 2 0 0,0 1 0 16,0-3 17-16,0 2 11 0,0-2-2 0,3 0 0 15,-3-3-9-15,0 3 0 0,3-2 0 0,0 2 0 16,-3-3 0-16,3-2 0 0,3 2 0 0,-3-2 0 16,0 2 0-16,3-5 0 0,0 2 0 0,-3 1 0 15,2 0 0-15,4-3 0 0,-3 2 0 0,3-2 0 16,-3 3 0-16,3-3 0 0,-3 0 0 0,0 0 0 16,3 0 0-16,0 0-11 0,-3 0 1 0,3 0 0 15,-1-3 10-15,1 3 0 0,0 0 0 0,0 0 0 0,3-2 0 16,0 2 0-16,0 0 0 0,0-3 0 15,3 0 13-15,-1 3 5 0,1-2 1 0,0-1 0 16,3 1-19-16,-3 2 0 0,0-3 8 0,3 0-8 16,-1 1 0-16,-2 2 0 0,3-3 0 0,-3 0 0 15,0 1 0-15,0-1 0 0,0 0 0 0,-1 1 0 16,1-4-11-16,0 4-9 0,3-1-1 0,-3 0-1 0,6 1 35 0,-4-3 7 16,4 2 2-16,-3 0 0 0,3 1-22 0,0 2 0 0,0-3 0 0,-4 0 0 15,1 3 0-15,3 0 0 0,-3-2 0 0,0 2 0 16,0 0 0-16,-4 0 0 0,4-3 0 0,0 3 0 15,0-3-13-15,0 3-7 0,3-2-2 16,-1 2 0-16,1 0 35 0,0 0 7 0,3 0 2 0,-3 0 0 16,2 0-22-16,-2 2 0 0,0 1 0 0,0 0 0 15,0-1 0-15,-4 1 0 0,1 0 0 0,0-3 0 16,0 2-13-16,0 1-7 0,0 0-2 0,-3-3 0 16,2 2 38-16,-2 1 8 0,3-1 2 0,-3 4 0 15,0-4-26-15,3 1 0 0,-4 0 0 0,1-1 0 16,3 1 0-16,-3 0 0 0,0 2 8 0,-3-2-8 31,3-1-20-31,-3 1-5 0,2 0-2 0,-5-1 0 0,3 1 27 0,-3-3 0 0,0 2 0 0,3-2 0 16,-3 0 0-16,0 3 0 0,3-3 0 0,-1 0 0 15,1 0 0-15,0 0 0 0,0 0 0 0,3 0 0 16,-3 0 16-16,6 0 9 0,-3 0 2 0,-1 0 0 16,1 0-27-16,0 0 0 0,0 0 0 0,0 0 0 15,3 3 0-15,-3-3 0 0,-1 0 0 0,-2 2 0 16,0-2-16-16,3 0-9 0,-6 3-2 0,3 0 0 15,0-3 27-15,-3 0 0 0,2 2 0 0,-2-2 0 0,3 0 0 16,-3 0 0-16,0 0 0 0,0 0 0 0,0 3 18 0,3-3 9 16,-3 0 1-16,0 0 1 15,-1 0-46-15,1 0-10 0,0 0-1 0,0 0-1 0,0 0 46 0,0 0 10 0,-3 0 1 16,3-3 1-16,-3 3-21 0,0-2-8 0,0 2 0 0,0 0 0 16,-1-3 0-16,1 0 0 0,-3 3 0 0,3-2 0 15,-3-1 0-15,3 0 0 0,-3 1 0 0,-3-1 0 16,3 1 0-16,-3-1 8 15,3-2-8-15,-3 2 0 0,0-2 0 0,0-3 11 0,-3 2-11 16,3 1 10-16,-3-3 8 0,0 0 2 0,3-2 0 0,-3 2 0 16,0-3 6-16,0 1 2 0,3-4 0 0,-3 4 0 15,0-4 0-15,0-1 0 0,0 1 0 0,0-1 0 16,0-4-8-16,0 0-2 0,0 1 0 0,0-1 0 16,-3-2-8-16,3 0-2 0,-3 0 0 0,0-3 0 15,3 0-8-15,-3 0 12 0,0 1-12 0,-3-4 12 16,3 3-4-16,-3 1-8 0,3-1 12 0,-3 3-4 15,0-3-8-15,0 3 12 0,0-3-12 0,0 3 12 16,0-1-4-16,0-1 0 0,0 1 0 0,1-1 0 16,2-4-8-16,-3 3 12 0,3-5-12 0,0 3 12 15,3-1-12-15,-3 4 0 0,3-4 9 0,0 3-9 16,0 3 0-16,3 0 0 0,-3 0 0 0,0 2 0 16,0-2 0-16,3 3 0 0,-3-4 0 0,3 4 8 15,-3-3-8-15,0 0 0 0,3-1 0 0,-3-1 0 16,0 1 0-16,0 1 0 0,0-3 0 0,-3 6 0 15,0-3 0-15,3 0 8 0,-3 5-8 0,0-3 0 16,3 3 0-16,-3 3 0 0,0-3 0 0,3 3 8 16,-3 0-8-16,3-1 0 0,-3 1 0 0,3 0 0 0,0 2 0 15,0-2 0-15,0-3 0 0,3 3 0 16,-3 0 11-16,0 0 1 0,3-1 0 0,0-1 0 0,-3 1-20 0,3-2-4 16,0 1-1-16,0 1 0 0,0 1 13 0,0-3 0 0,0 3 0 15,0 0 0-15,0 0 0 0,2-1 0 0,-2 4 0 0,0-1-9 16,3 1 9-16,-3-1 0 0,0 3 0 15,0 0 0-15,0 3 0 0,0-3 0 0,0 0 0 0,0 3 0 16,0-3 0-16,0 2 0 0,0 1 0 0,0 0 0 16,0 0 0-16,-3-1 0 0,0 1 0 0,0 0 0 15,0-1 0-15,0 1 0 0,0 2 0 0,-3-2 0 16,3 2 0-16,-3-2 0 0,0 3 0 0,-3-1 8 16,3-2-8-16,-3 2 0 0,0 0 0 0,-3 1 8 15,0-4 1-15,1 6 1 0,-1-2 0 0,-3-1 0 16,0 0-10-16,-3 3 0 0,3 0 0 0,-6-2 0 15,3 2 0-15,-6 0 0 0,1-3 0 0,-1 3 0 16,0 0 0-16,-3 0 0 0,0 0-10 0,0 0 10 16,-2 0 0-16,-4-3 0 0,0 3-8 0,-6 0 8 15,4-2 0-15,-7 2 0 0,-3 0 0 0,1-3 0 16,-1 3 0-16,3-2-9 0,1 2 9 0,-4 0-8 16,3 0 8-16,-2 0-12 0,-1 0 12 0,0 2-12 15,4 1 23-15,2-1 4 0,-3 1 1 0,3 0 0 16,4-1-16-16,2 4 0 0,0-4 0 0,-3 4 0 15,4-4-11-15,-1 1-5 0,0 0 0 0,-3-1-1 16,7 1 27-16,-4 0 6 0,3 2 0 0,0-3 1 0,3 1-17 16,1 0 0-16,-1 2 0 0,3-2 0 0,0 2-10 15,0-2-6-15,0 2 0 0,4-2-1 0,-4-1 17 16,0 1 0-16,3 0-8 0,-6 2 8 0,3-3 0 0,1 1 0 16,-1 0 0-16,0-1 0 0,0 1 12 0,3 0 5 0,0 2 2 15,-3 0 0-15,7-2-19 0,-4 2 0 0,0 0 0 16,3 1 0-16,0-1 0 15,0 0 0-15,0-2 0 0,3 2 0 0,-2 1-12 16,-1-4-5-16,0 1-2 0,0 2 0 0,0-2 19 0,0 2 0 0,0-2 0 16,0 2 0-16,-3-2 0 0,4 2 0 0,-1 0 0 0,-3 1 0 15,3-1 12-15,-3 0 5 0,3 0 2 0,-3 1 0 16,1-1-19-16,2 3 0 0,-3-3 0 0,3 3 0 16,0-5 0-16,-3 2 0 0,6 0 0 0,-3 1 0 15,3-1-10-15,-2 0-6 0,2 3 0 0,0-5-1 16,-3 2 17-16,0-2 0 0,0 2 0 0,0-2 0 15,0 2 0-15,0 0 0 0,1-2 0 0,-1 2 0 16,0-2 0-16,3 0 0 0,-3-1 8 0,0 1-8 16,3 2 0-16,-3-2 0 0,3-1 0 0,1 1 0 15,-1 0 0-15,3-1 0 0,0-2 0 0,0 3 0 16,0 0-45-16,3-1-3 0,0-2 0 0,0 3 0 16,0-3-12-16,6 0-4 0,0 0 0 0</inkml:trace>
  <inkml:trace contextRef="#ctx0" brushRef="#br0" timeOffset="13085.654">10825 10423 1948 0,'0'0'40'0,"0"0"11"0,0 0-41 0,0 0-10 0,0 0 0 0,0 0 0 31,-3 8 16-31,3-1 0 0,3 4 1 0,-3 0 0 15,3-1-3-15,0 3-1 0,0 3 0 0,0-2 0 0,3-1-13 0,-3 0 11 0,3 0-11 0,0 0 10 16,0-2-10-16,0-3 0 0,0 0-10 0,0 0 10 16,0-5 0-16,0-1 13 0,0 1-1 0,0-1 0 15,3-4 31-15,0-1 5 0,0 1 2 0,-1-6 0 16,4 0-38-16,3 0-12 0,-3-6 8 0,3 1-8 16,6-3 39-16,0-2 4 0,0-1 1 0,2-4 0 15,1-1-29-15,0-3-6 0,3-2-1 0,-3 0 0 16,-1 3-8-16,-2-4 10 0,0 4-10 15,0 0 10-15,-3 2-10 0,0 0 10 0,-1 3-10 0,-2 0 10 16,0 2-10-16,-3 1 0 0,3-1 0 0,-6 6 8 16,0-3-40-16,0 5-8 15,-3 1-1-15,-3 2-1 0,0 0-118 0,-3 3-23 16,0 5-5-16</inkml:trace>
  <inkml:trace contextRef="#ctx0" brushRef="#br0" timeOffset="13460.576">11028 10483 2066 0,'-15'0'96'0,"15"0"-85"0,0 0-11 0,0 0 0 0,0 0 0 16,0 0 53-16,0 0 9 0,0 0 2 0,0 0 0 15,0 0 5-15,0 0 2 0,0 0 0 0,0 0 0 16,0 0-44-16,6 3-9 0,-3 2-2 0,0 1 0 15,3 2-16-15,3-3 0 0,-3 3 0 0,3 0 0 16,2-3 0-16,1 3 0 0,0-3 0 0,0 1 0 16,0 2 0-16,0-3 0 0,3-3 0 0,0 4 0 15,0-4 20-15,0-2 1 16,-1 3 0-16,4-3 0 0,-3-3-1 0,0 1 0 0,0-1 0 0,3-2 0 16,0 0-20-16,0-3 0 0,-1-3 0 0,4 0 0 15,3 1 23-15,3-1 0 0,0-2 0 0,2-3 0 16,1 0-23-16,3-2 0 0,0-1 0 0,-1-2 8 15,1 0-8-15,-3 0 0 0,0-3 0 0,2 0 0 16,-2 3-18-16,3 2-5 0,3-2-1 0,-1 3 0 16,-2 2-20-16,3 0-5 0,-3 3-1 15,-4 2 0-15,-2 1-182 0,0-1-36 0</inkml:trace>
  <inkml:trace contextRef="#ctx0" brushRef="#br0" timeOffset="32157.7">7140 10743 1136 0,'0'0'52'0,"0"0"-52"0,0 0 0 0,0 0 0 0,-6 2 0 15,6-2 79-15,-3 3 9 0,3-3 3 0,-6 3 0 16,6-3-19-16,-6 5-4 0,6-5-1 0,-2 3 0 16,2-3-14-16,-6 5-2 0,6-5-1 0,0 0 0 15,-3 5-9-15,3-5-1 0,0 0-1 0,-3 6 0 16,3-6-3-16,-3 5 0 0,3-5 0 0,0 0 0 15,0 5-8-15,0-5-1 0,0 0-1 0,-3 5 0 16,3-5-26-16,0 0 0 0,0 0 0 0,0 8 0 16,0-8 56-16,3 3 7 0,-3-3 1 0,3 5 0 15,0 1-64-15,0-4-12 0,3 1-2 0,-1-1-1 16,-2 1 23-16,3-3 4 0,0 3 0 0,0-3 1 16,0 2-1-16,0-2-1 0,3 3 0 0,0-3 0 15,0 0-11-15,0 0-12 0,3 0 2 0,-3 0 1 16,3 0 58-16,0 0 12 0,-1 0 3 0,1 0 0 15,3 0-52-15,-3-3-12 0,0 1 0 0,3 2 0 16,0-3 0-16,0 0 0 0,0 1 0 0,2 2 0 0,1-3 0 0,-3-2 0 0,3 2 0 16,0 1 0-16,0-4 20 0,0 4 2 0,0-1 0 0,-1-2 0 15,-2 2-35-15,0 0-7 0,0 1-2 16,-3-1 0-16,0 1 22 0,0-1 0 0,-3 3 0 0,0-3 0 16,-3 3 0-16,0 0 0 0,-4 0 0 0,4 0 0 31,-6 0-56-31,0 0-6 0,3 0-2 0,-3 0 0 15,0 0-103-15,0 0-21 0,6 0-4 0</inkml:trace>
  <inkml:trace contextRef="#ctx0" brushRef="#br0" timeOffset="32502.167">7652 10558 2066 0,'0'-6'96'15,"0"6"-85"-15,0 0-11 0,0 0 0 0,0 0 0 16,0 0 87-16,0 0 15 0,0 0 3 0,0 0 1 0,0 0-34 0,0 0-8 0,0 0 0 0,-6 6-1 16,3-1-31-16,0 3-7 15,0 0-1-15,0 0 0 16,3 5-24-16,-3-3 0 0,0 4 0 0,3 2 0 0,-2 2 12 15,2 1 1-15,0-1 0 0,0 6 0 16,-3-3-13-16,3 0 0 0,0 3 0 0,0-3 0 0,0-2 0 0,0-1-18 16,0-2 4-16,0 3 1 15,0-3 13-15,0-1 0 0,0 1 0 0,0 0-9 16,-3-3-43-16,3-2-8 0,0 0-1 0,-3-1-1 16,3 1-9-16,-3-3-1 0,3 0-1 0,-3 0 0 15,3-8-107-15,0 0-20 0</inkml:trace>
  <inkml:trace contextRef="#ctx0" brushRef="#br0" timeOffset="32944.859">7679 10645 1963 0,'-18'-29'92'16,"15"21"-82"-16,-3 0-10 0,3 0 0 0,0 3 0 15,-3-1 75-15,3 1 13 0,-3 0 2 0,3-1 1 16,3 6 29-16,-2-2 7 0,2 2 1 0,0 0 0 16,0 0-103-16,0 0-25 0,0 0 0 0,0 0 0 15,0 0 36-15,0 0 1 0,0 0 1 0,0 8 0 16,2-3-22-16,1 0-4 0,3 3 0 0,-3 0-1 16,3 0 3-16,0 0 1 0,0 0 0 0,0 0 0 15,3 3-15-15,-3-4-12 0,3 4 3 0,0 0 0 16,-3-1 9-16,3 1 0 0,0-3 0 0,3 2 0 15,-3 1 0-15,0 0 0 0,2-1 0 0,-5 1 0 0,3-1 0 16,0-2 0-16,0 3 0 0,-3-1-8 0,0-2 8 0,-3 3 16 16,3-3-4-16,-6 0-1 0,3 0-11 0,-3 0 0 0,-3 0-10 15,3 0 10-15,-3-1 0 0,-3 1 0 0,0 0 0 0,0-2 0 16,0 2 8-16,-3 0-8 0,0-3 0 0,0 3 0 16,1-3 0-16,-1 3 0 0,0 0 0 0,0 0 0 15,0-3 0-15,0 3 0 16,3 0 0-16,-3-3 0 0,0 3 0 15,0-2 0-15,3-1 0 0,-3 0 0 0,3-2 0 0,-3 2-16 0,3-2 4 16,0-1 0-16,6-2-32 16,0 0-7-16,0 0-1 0,0 0 0 15,0 0-125-15,0 0-26 0,0 0-5 0</inkml:trace>
  <inkml:trace contextRef="#ctx0" brushRef="#br0" timeOffset="33394.015">7884 10767 1630 0,'0'0'68'16,"0"0"-54"-1,0 0 102-15,0 0 20 0,0 0 4 0,0 0 0 16,0 0-45-16,0 0-10 0,0 0-1 0,-5 5-1 16,2 0-27-16,0-2-4 0,3 5-2 0,-3-3 0 15,3 3-21-15,-3 0-4 0,3 0-1 0,0 2 0 16,0-2-16-16,3 3-8 0,-3-3 8 0,0 2-8 15,3-2 0-15,-3 3 0 0,3-3 0 0,-3 3 0 16,3-4 9-16,2 1-9 0,1 0 10 0,0 0-10 16,0 0-15-16,3 0-9 0,-3 0-1 0,3-3-1 15,3 1-6-15,-3-1-2 0,3-2 0 0,-3 2 0 16,3-2 13-16,0-1 2 0,0-2 1 0,-1 3 0 0,-2-3 26 0,3-3 4 0,-3 3 2 16,3-2 0-16,-3-4-14 0,0 1 0 0,-3 0-12 0,3-1 12 15,-3 1 16-15,0-3 11 0,0 3 1 16,0-3 1-16,0 0 7 0,-3 0 2 0,0 0 0 15,3 0 0-15,-6 0-28 0,3-2-10 0,-3 2 0 0,2-3 9 16,-2-2 42-16,-2 2 8 0,2-2 1 0,-3 0 1 16,0 0-31-16,0-1-6 0,0 1-2 0,-3 3 0 15,0-4-11-15,0 4-3 0,0-1 0 0,-3 1 0 16,0 2-8-16,0-3 0 0,-3 3 0 0,0 3 0 16,-3-3-21-16,0 3-10 15,-2-1-1-15,-1 4-1 0,0-1-108 16,3 3-22-16,-3 0-4 0</inkml:trace>
  <inkml:trace contextRef="#ctx0" brushRef="#br0" timeOffset="34987.612">8084 10838 1326 0,'0'0'28'0,"0"0"5"15,0 0-33-15,0 0 0 0,0 0 0 0,3 5 0 16,-3-5 104-16,3 6 15 0,-3-6 2 0,3 5 1 16,3-2-39-16,0-1-8 0,0-2-2 0,0 0 0 15,0 3-22-15,0-3-5 0,2 0-1 0,-2 0 0 16,3 0-21-16,3 2-4 0,-3-2 0 0,3 0-1 15,0 3 36-15,3-3 7 0,-3 0 2 0,3 0 0 16,0 3-52-16,-1-3-12 0,1 0 0 0,0 0 0 16,3 0 0-16,-3 0 0 0,3 0 0 0,-3 2 0 15,0-2 22-15,2 0 2 0,-2 0 0 0,0 0 0 16,0 3-14-16,-3-3-2 0,3 3-8 0,-3-1 12 0,0-2-12 0,-3 3 8 16,3-3-8-16,-4 3 0 0,4-3 30 0,-3 2 0 0,0-2 0 15,0 3 0-15,3-3-30 0,-3 0 0 16,3 3 0-16,-3-3 0 0,3 2 0 15,0-2 0-15,0 0 0 0,-1 0 0 0,1 0 0 0,0 0 0 0,0 0 0 0,3 0 0 16,-3 0 0-16,0 0 0 0,3 0 0 0,0 0 0 16,-3 3 0-16,2-3 0 0,1 0 0 0,0 0 0 15,-3 0 0-15,0 0 0 0,3 0 0 0,-3 3 0 16,0-3 0-16,-3 0 0 0,3 2 0 0,-4-2 0 16,4 0 0-16,0 3 0 0,-3-3 0 0,6 2 0 15,-6-2 0-15,3 0 0 0,0 3 0 0,3-3 0 16,-3 0 0-16,0 0 0 0,2 0 0 0,-2 0 0 15,3 0 16-15,-3 0-2 0,3 0-1 0,-3 0 0 16,3 3-5-16,-3-3-8 0,0 0 11 0,0 0-11 16,-1 0 12-16,1 0-4 0,0 0 0 0,0 2-8 15,0-2 12-15,0 0-4 0,-3 0 0 0,3 0-8 16,-3 0 11-16,0 0-11 0,0 0 10 0,0 0-10 16,-1 3 12-16,-2-3-4 0,3 0-8 0,0 0 12 15,0 0-4-15,-3 0 0 0,3 0-8 0,0 0 12 16,-3 0-12-16,3 0 8 0,3-3-8 0,-3 3 0 15,0 0 0-15,0 0 8 0,-1 0-8 0,1 0 0 0,0 0 0 16,3 0 0-16,-3-2 0 0,0 2 0 0,3 0 0 0,-3-3 0 16,3 3 0-16,-3 0 0 0,0 0 0 15,0 0 0-15,3-3 8 0,-4 3-8 0,1 0 0 0,0 0 0 0,0-2 0 0,0 2 0 16,0 0 0-16,0-3 8 0,0 3-8 0,0 0 0 16,-3-2 0-16,3 2 0 0,0 0 8 0,-3-3-8 15,3 3 0-15,-3 0 0 16,3-3 0-16,-4 3 0 0,1 0 0 0,0-2 8 0,3 2-8 0,-3-3 0 15,0 3 0-15,-3 0 8 0,3-3-8 16,0 3 0-16,0 0 0 0,-3 0 8 0,3-2-8 0,0 2 0 16,0 0 0-16,-3-3 0 0,3 3 8 0,0 0-8 15,-3 0 0-15,3 0 0 0,0-3 0 0,0 3 0 16,0 0 0-16,0 0 8 0,-1-2-8 0,1 2 0 16,3-3 0-16,-3 3 0 0,0 0 8 0,0-3-8 15,3 3 0-15,-3 0 0 0,0-2 8 0,0 2-8 16,3 0 0-16,-3-3 9 0,0 3-9 0,0 0 8 15,0-3-8-15,3 3 10 0,-3-2-10 0,0 2 10 16,0 0-10-16,-1-3 0 0,1 3 9 0,0 0-9 16,0 0 0-16,0 0 0 0,0-2 0 0,0 2 8 15,-6 0-8-15,3 0 0 0,3 0 0 0,-6 0 0 16,0 0 0-16,6 0 8 0,-6 0-8 0,3 0 0 16,-3 0 0-16,0 0 0 0,0 0 0 0,0 0 8 15,0 0-8-15,0 0 0 0,6 0 0 0,-6 0 0 16,0 0 0-16,0 0 0 0,0 0 0 0,0 0 0 15,0 0 0-15,0 0 9 0,0 0-9 0,0 0 0 16,0 0 9-16,0 0-9 0,0 0 0 0,0 0 9 16,0 0-9-16,0 0 10 0,-6 2-10 0,0-2 10 15,-3 3-10-15,0-3 10 0,0 0-10 0,-3 0 10 0,0 0-10 16,1 2 10-16,-4-2-10 0,0 0 10 0,0 0-10 0,0 0 8 0,0 0-8 16,-3 0 8-16,3 0-8 0,1 0 0 0,-1 0 9 15,3 0-9-15,-3 0 0 0,3 0 8 16,3 0-8-16,-3 0 0 0,3 3 0 0,0-3 0 15,0 0 0-15,0 0 0 0,0 0 0 0,4 0 0 0,-1 0 0 0,6 0 0 16,-6 0 0-16,6 0 0 0,0 0 0 0,0 0 0 16,0 0 0-16,0 0 0 0,0 0 0 0,0 0 0 15,0 0 0-15,0 0 0 0,0 0 0 0,0 0 0 16,0 0 0-16,0 0 0 0,0 0 0 0,0 0-8 16,0 0 8-16,3-3 0 0,3 1 0 0,0 2 0 15,-1-3 0-15,1 3 0 0,3 0 0 0,0 0-8 16,0 0 8-16,0 0 0 0,0 3 0 15,0-3 0-15,3 0 0 0,0 2 0 0,0-2 0 0,3 3-8 16,-3-3 8-16,5 0 0 0,-2 3 0 0,0-3 0 16,0 0 0-16,0 0 0 0,0 0 0 0,-3 0 0 15,0 0 0-15,-1 0 0 0,-2 0 0 0,0 2-8 16,-3-2-9-16,0 0-2 0,0 0 0 0,-6 0 0 16,0 0-100-16,0 0-20 0,0 0-4 0</inkml:trace>
  <inkml:trace contextRef="#ctx0" brushRef="#br0" timeOffset="60707.573">17344 6149 1578 0,'0'0'44'0,"0"0"12"15,0 0-45-15,0 0-11 0,0 0 0 0,0 0 0 16,0 0 0-16,0 0 12 0,0 0-12 0,-3 8 12 0,3 0-12 0,-3 3 0 0,0-1 0 0,-3 6 0 31,3 0-13-31,-3 5 1 0,3 0 1 0,-3 6 0 16,-3-3 11-16,4 5 0 0,-4-3 0 0,3 3 0 15,-3 0 10-15,0-2 4 0,0-1 1 0,3 6 0 16,-3-3-15-16,3 6 0 0,0 2 0 0,0 0 0 0,3-3 0 16,0 1 0-16,0-4 8 0,6-2-8 0,-3 1 0 0,6-7 0 0,-3-2 0 15,3 1 0-15,0-1-16 0,3-5 1 0,3 2 0 16,-3-2 0-16,3-3 31 0,0 1 5 0,2-1 2 0,1-3 0 16,3 1 14-16,0-3 3 0,3-3 1 0,0 0 0 15,8-2-33-15,4 0-8 0,3-3 0 16,6 0 0-16,-4-3-8 0,7 3-4 0,0-3-1 0,5 1 0 15,7-1 21-15,-1-2 4 0,7 2 0 0,5-2 1 16,-2 0-13-16,5-1-8 0,-2-2 8 0,8 3-13 16,-5 0 13-16,2 2 0 0,0 1 0 0,7-1 0 15,-7 3 0-15,1 3 0 0,-1-3 8 0,3 0-8 16,-8 0 0-16,-1 0 0 0,1 0 8 16,-1-3-8-16,-11 3 0 0,-4 0 0 0,-2 0 0 0,0 0 0 15,-10 0 0-15,-2 0 0 0,0 0 0 0,-1-3 0 16,-8 3 12-16,-3 0-12 0,0 0 12 0,-7 0-12 15,-2-2 12-15,-6 2-12 0,0 0 12 0,0-3-12 16,-3 3 13-16,-3-3-4 0,-3 1-1 0,3-1 0 16,-3 0 10-16,0-2 2 0,-3 2 0 0,3-2 0 15,-3 0 3-15,3-3 1 0,0 0 0 0,-3-3 0 16,3 1-24-16,0-6 0 0,0-3 0 0,3 1 0 16,-3-6 50-16,6-2 6 0,-4-1 0 0,4-5 1 15,0 1-40-15,0-1-8 0,0 0-1 0,-3-2-8 16,3 2 0-16,-3 3 0 0,0 0 0 0,0-3 0 0,0 0 0 15,0 1 0-15,-3-4 0 0,3 1 0 0,-3 2 58 16,-3 0 5-16,3 0 1 0,-3 1 0 0,0 4-53 0,-3 6-11 0,0-3 0 16,-3 6 0-16,-3-1 0 0,0-2 0 15,0 3 0-15,-6-1 0 0,0 3 0 0,-6-2 0 0,1 2 0 16,-4 0 0-16,-6 0 0 0,-3 3 0 0,1-3 0 16,-7 3 0-1,3 2 0-15,-3 3 0 0,1 0 0 0,-7 0 0 0,0 6 0 0,-5-1 0 16,-1 3 0-16,-8 5 0 0,5-2 0 0,-2 5 0 0,-1 0 0 0,-5 5 0 15,-1-2 0-15,0 2 0 0,-5 3 0 0,-3 0 0 16,2-1 0-16,1-1 0 0,-1-1 0 0,-2 5 0 16,8-7 0-16,4 2 0 0,2 1 0 0,-2-1 0 15,5 0 17-15,0-2 0 0,1-1 0 0,2 3 0 16,7-2-27-16,5 0-6 0,3 2 0 0,1-3-1 16,5-2 17-16,0-2 12 0,3-1-1 0,0 0-1 15,1 0-10-15,2-2 0 0,0 0 0 0,0-1 0 16,3-2-12-16,0 0 12 0,4 0-12 0,-1 3 12 15,0-3-8-15,6 0 8 0,-3 0 0 0,3-3 0 16,0 3-56-16,3 0-6 0,0-2-2 0,4 2 0 16,-1 0 0-16,0-3 0 0,0 3 0 15,0-3 0-15,3 3-112 0,-3 0-24 0</inkml:trace>
  <inkml:trace contextRef="#ctx1" brushRef="#br0">24110 17736 0,'0'0'16,"-63"-16"0,40 3-1</inkml:trace>
  <inkml:trace contextRef="#ctx0" brushRef="#br0" timeOffset="62599.575">17282 13929 1824 0,'-18'29'38'0,"12"-19"8"15,3-2-37-15,0 0-9 0,0 0 0 0,3 0 0 16,0 3 0-16,0-1 12 0,3-2-12 0,-3 5 12 0,3 1-12 16,-3 1 0-16,3 1 0 0,-3 3 0 0,0-1 0 0,-3 1 8 0,3 2-8 15,-3 3 8-15,0 0-8 16,0 2-14-16,0 3 3 0,-3 3 1 0,0 2 10 0,0 3 0 0,0 3 0 16,0 0 0-16,-3-6 49 0,3 1 12 15,-3-1 3-15,3 0 0 0,0-5-64 0,0 3 0 16,1 0-9-16,-1 0 0 0,3-3 9 0,0 0 12 0,3 3-2 0,0-3-1 15,3-5-9-15,0-1 0 0,3-1 0 0,-1-7 0 16,4 4 0-16,3-6 12 0,0-2-12 0,3-1 12 16,0 1-12-16,3-6 0 0,3 1-12 0,0-1 12 15,-1-2 0-15,1-1 0 0,0-2 0 0,3-2 0 16,3-1 0-16,-1-2 0 0,7-1 0 0,3-2 0 16,3 0-12-16,-1-2 12 0,4-1-10 0,6 1 10 15,-4-4-9-15,4 1 9 0,2 0-8 16,4-3 8-16,0 0 0 0,-1 0-8 0,4-2 8 0,5-1 0 15,-2 3-9-15,-1 1 9 0,7-1-10 0,-4 0 10 16,-2 3-14-16,-4-1 3 0,1 4 1 0,0-1 0 16,2 1 10-16,-2 2 0 0,2 0-9 0,1 2 9 15,-10-2 0-15,1 3-11 0,-9-3 11 0,5 0-8 16,-2 3 8-16,-4 0-8 0,4-1 8 0,0 1-8 16,-7 2 8-16,1-2 0 0,-6 3 0 0,0-4 0 15,-4 4 0-15,-2-1 0 0,-3 0 0 0,0 1 0 16,-3-1 0-16,-3 0 0 0,-1 3 0 0,1-2 0 15,-6-1 0-15,3 0 0 0,-6 3 0 0,3-2 0 16,-3-1 0-16,-3 1 0 0,0 2 0 0,-3-3 0 16,-3 3 8-16,3-3-8 0,-3 3 8 0,3-5-8 15,-3 2 19-15,0-2-1 0,3 2 0 0,-3-2 0 16,0 0 1-16,-3-1 0 0,3-1 0 0,0-4 0 16,-3 3-4-16,3-3-1 0,0 1 0 0,0-3 0 15,0-3-1-15,0 0 0 0,0 0 0 0,0-3 0 0,0 1 15 16,0-1 2-16,0 1 1 0,0-1 0 0,0 3-31 0,0 1 0 15,0-1 0-15,-3 0 0 0,0 0 16 0,3-3 4 16,-3 4 1-16,-3-1 0 0,0 0-1 0,0 0 0 16,0 0 0-16,-6-2 0 0,3 2 1 0,0-3 0 0,-3 1 0 0,0-4 0 15,-3 4-5-15,4-1-2 0,-4 1 0 0,0-1 0 16,0 1-6-16,0 2 0 0,0 0-8 0,-3 0 12 16,0 3-4-16,-5 0-8 0,-1-3 11 0,0 5-11 15,-3-2 14-15,0 3-4 0,-2-1-1 16,-1-2 0-16,3 2 0 0,-3 1 0 0,4-1 0 0,-1 0 0 15,3 1 11-15,-3 2 3 0,3 0 0 0,-2 0 0 16,-1 0-23-16,-3 0-18 0,0 3 3 0,-3 0 1 16,4-1 14-16,-1 1 0 0,0 0 0 0,0 2 0 15,1-2 13-15,5 2-1 0,0 0 0 0,0 1 0 16,0-1-12-16,4 3-15 0,-4-3 3 0,3 3 1 16,-3 3 11-16,0-3 0 0,0 3 0 0,-2-3 0 15,2 2 0-15,0-2 0 0,0 3 0 0,0-3 0 16,4 0 0-16,-4 3 0 0,3-3 0 0,0 0 0 15,0 0 0-15,0 2 0 0,1-2 0 0,-1 3 0 16,-3 0 0-16,-3-3 0 0,-3 2 0 0,1 1 0 16,-4 0 0-16,3 2 0 0,-3-2 0 0,-2-1 0 0,5 1 12 15,-3 2-3-15,3-2 0 0,-2 2 0 0,-1 0-9 0,0 1-11 16,-3 2 3-16,-2-1 0 0,2 1 8 0,0 0 0 16,1 0 0-16,-1 3 0 0,3-3 0 15,6 0 11-15,1 0-3 0,-4 2 0 16,3-2-8-16,0 0 0 0,0 0 0 0,-2 0 0 0,5 3 0 0,-3-1-17 0,3-2 4 15,0 5 1-15,4-2 12 0,-1 0 0 0,3-1 0 16,0 3-9-16,3-2 9 0,6 2 0 0,0 0 0 16,0-2 0-16,3 2 0 0,3-2 19 0,0 2-3 15,3 0-1-15,3 0-33 0,0 1-6 16,0 2-2-16,0-3 0 0,6 3 18 0,-3 0 8 0,3-3-8 0,3 3 8 16,0 0 0-16,0-1 0 0,0 1 0 0,0 3 0 15,3-1 0-15,-4 4 0 16,4-1 0-16,0 2 0 0,0 4-10 0,-3-3 10 0,0 5-12 0,0-3 12 15,0 3-14-15,0-2 4 0,-3-1 1 0,0 1 0 16,-4-1-8-16,1-2-2 0,3 3 0 0,-6-1 0 16,3 0 19-16,-3 1 0 0,0-1 0 0,0 4 0 15,-3-4 0-15,0 0 0 0,0-2 0 0,0 3 0 16,0-6-57-16,0 0-8 0,-3-2-2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57:03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17987 9486 1337 0,'-18'3'56'16,"0"-1"-44"-16,1 1-12 0,2-3-12 0,-3 2 2 0,3 1 1 16,-3-3 9-16,3 0 12 15,0 0-2-15,-3 0-1 0,4-3 26 0,-1 1 5 0,-3 2 0 16,3-3 1-16,-3 3-14 0,0-2-3 15,0-1-1-15,0 3 0 0,1 0 33 16,2 0 6-16,-3-3 2 0,0 6 0 0,0-3-52 16,0 0-12-16,0 3 0 0,1-1 0 0,2 1 43 0,-3-1 5 0,6 1 2 15,-3 0 0-15,3 2-29 0,0-2-5 16,3-1-2-16,0 1 0 16,0 0 23-16,3-1 5 0,3 1 1 0,3-3 0 0,0 0-27 0,0 0-4 0,0 0-2 0,0 0 0 15,0 0-10-15,0 0 12 0,0 0-12 16,6 3 12-16,0-1-12 0,3 1 10 0,0-3-10 0,3 3 10 15,3-3-10-15,3 0 0 0,3 0 0 0,-3 0 0 16,5 0 14-16,1 0 1 0,3-3 0 0,3 3 0 16,0-3-7-16,2 1-8 0,1-1 11 0,3-2-11 15,2 2-10-15,1-2-9 0,0 2-1 0,5 0-1 16,-2-2 41-16,3 2 9 0,-1 1 2 16,4-1 0-16,0-2-19 0,-1 2-3 0,4-2-1 0,3 2 0 15,-4 1-8-15,1 2 10 0,2 0-10 0,4 0 10 16,-1 0 8-16,4 0 2 0,-1 2 0 0,4-2 0 15,-1 3-20-15,-2 0-19 0,0-3 4 0,5 5 1 16,-2 0 14-16,-4-2 0 0,4 2 0 0,5 0 0 16,-5 1 0-16,-1-1 0 0,4 0 0 0,5 1 0 15,-6-1 0-15,4-2 8 0,-1 2-8 0,7-3 0 16,-4 1 11-16,-2 0-11 0,5-3 10 0,6 0-10 16,-5 0 9-16,2-3-9 0,4 0 8 0,5-2-8 15,-9 3 10-15,4-4-10 0,-1 4 12 0,9-4-12 0,-8 1 10 0,-4 0-10 0,4-1 8 16,5 1-8-16,-9 0 11 0,1 0-3 15,-1-1-8-15,6 1 12 0,-8 0 28 0,-4 2 6 16,4-2 1-16,5 2 0 0,-9 0-59 16,-2 1-12-16,2-1-3 0,4 1 0 0,-7-1 27 0,-2 3 0 0,2-3 9 0,1 1-9 15,-7 2 24-15,1 2-3 0,-4 1 0 0,1 2 0 32,-4-5-38-32,-2 0-8 0,2 0-2 0,1 0 0 15,-3 3-25-15,2-3-6 0,-2 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57:40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6262 4654 1386 0,'-6'-2'28'0,"0"2"8"0,3-3-28 0,3 3-8 0,-6-5 0 15,6 5 0-15,-3-3 67 16,3 3 12-16,0 0 2 0,0 0 1 0,-3-3-46 0,3 3-10 16,0 0-2-16,0 0 0 15,0 0 1-15,0 0 0 0,3-5 0 0,-3 5 0 0,3-3-6 0,0-2-2 0,0 5 0 0,3-2 0 16,-3 2 0-16,3 0 0 0,3-6 0 0,-3 6 0 16,3-2 1-16,0 2 0 0,3 0 0 0,0 0 0 15,0 0-3-15,3 0-1 0,-1 0 0 0,1 0 0 16,3 0-14-16,-3 0 9 0,3 0-9 0,0 0 8 15,0-3-24-15,0 0-4 0,-1 1-2 0,7-1 0 16,-3 0 22-16,3 1 0 0,0-1 0 0,2 0 0 16,1-2 13-16,0 5 7 0,-3-2 2 15,3-1 0-15,-4 3-22 0,1 0 8 0,-3-3-8 16,-3 3 0-16,0-2 0 0,-3 2 0 0,0 0 0 0,-4 0 0 16,4 2-15-16,-6-2-7 0,3 0-2 0,0 0 0 15,-3 3 24-15,0-3 0 0,3 0 0 0,-3 3 0 16,0-1 0-16,0-2 0 0,-3 0 0 0,3 5 0 15,-4-5 0-15,1 0 0 0,3 3 0 0,-3 0 0 16,0-3 26-16,0 2 10 0,0 1 1 0,0 0 1 16,0-1-15-16,3 1-3 0,-3 0-1 0,0-1 0 15,0 4 7-15,0-6 2 0,0 7 0 0,0-7 0 16,0 6-4-16,0-4 0 0,0 4 0 0,0-1 0 16,0-2-4-16,-1 5 0 0,-2-3-1 0,3 0 0 15,0 3-19-15,0-3 0 0,0 3 0 0,-3 0 0 0,0-2 0 16,3 2 0-16,-3-1 0 0,0 1 0 0,0 0 0 15,0 0 0-15,3 0 0 0,-3 3 0 0,0-3 0 16,-3 2 0-16,3 1 0 0,-3-1 0 0,3-2 55 0,-3 3 7 0,0 0 2 16,3-1 0-16,-3-2-52 0,3 3-12 15,-3 2 0-15,0-5 0 0,0 2 0 16,0-2 0-16,0 3 0 0,-3 0 0 0,3-1 0 16,0 3 0-16,3 1 0 0,-3-4 0 0,3 3 0 0,-3 1 0 0,0-1 0 15,3 0 0-15,-3 0 0 0,0 3 0 0,3-5 0 16,0 2 0-1,-3 0-20-15,3 0-8 0,-3-2 0 0,3 2-1 0,0 1 29 0,0-4 0 0,0 1 0 0,-3 2 0 16,3-2 0-16,0-1 0 0,-3 3 0 0,3 1 0 16,0-4 0-16,-3 1 0 0,3-1 0 15,0 4 0-15,0-4 17 0,-3 1 10 16,2-1 1-16,1 4 1 0,-3-1-29 0,3 0 0 0,0 0 0 0,0 0 0 16,-3 3 0-16,0-2 0 0,3-1 0 0,-3 3 0 15,0 0 0-15,3-1 0 0,0-1 0 0,-3 2 0 16,3-1 0-16,0 1 0 0,-3-3 0 0,3 1 0 15,-3 2 0-15,0-6 0 0,3 3 0 0,-3 3 0 16,0-2 0-16,0-1 0 0,0 0 0 0,0 3-10 16,3-3 10-16,-3 0 0 0,0 1 10 0,0-1-10 15,0 3 0-15,0 0 0 0,0-1 0 0,3 1 0 16,-3 3 0-16,0-3 0 0,3 2 0 0,-3 1 0 16,0 2 0-16,3-3 0 0,-3 1 0 0,3 2 0 15,0-5 0-15,-3 2 0 0,3-2 0 0,0 3 0 16,0-3 0-16,-3 2 0 0,3-2 0 0,0 0 0 15,-3 3 0-15,3-4 0 0,0 1 0 0,-3 0 0 16,3 3 57-16,0-1 6 0,-3 3 1 0,3 1 0 16,0-1-52-16,-3 0-12 0,3 3 0 0,0-3 0 15,-3 0 0-15,3 0 0 0,-3 0 0 0,3-2 0 16,-3 2 0-16,3-5 0 0,-3 2 0 0,0 1 0 0,3-3 0 0,-3 0 0 16,0 0 0-16,0 2 0 0,0 1 0 0,0-1 0 15,-3 3 0-15,3 1 0 0,0-1 0 16,0 3 0-16,0-3 0 0,-3 2 0 0,3-1 0 0,0-1 0 0,0 0 0 15,0 0 0-15,0-2 0 0,0-3 0 0,0 2 0 0,0-2 0 16,0 0 0-16,0 0 0 0,0 0 0 0,0-1 0 16,0 1 0-16,0 3 0 0,0-3 0 0,0 2 0 15,0 1 0-15,0 2 0 0,3 0 0 16,-3 0 0-16,0 3 0 16,3-3 0-16,-3 0 0 0,0 1 0 0,3-4 0 0,-3 3 0 0,0-5 0 15,3 5 0-15,-3-5 0 0,0 0 0 0,3 3 0 0,-3-1 0 16,3-2 0-16,-3 3 0 0,0-4 0 0,3 4 0 15,-3-1 0-15,0 1 0 0,3 0 0 0,-3 2 0 16,0 0 0-16,3 0 0 0,-3 3 0 0,0-6 0 16,2 4 0-16,-2-1 0 0,3-5 0 0,0 2 0 15,-3-2 0-15,3 0 0 0,-3 0 0 0,3-3 0 16,-3 3 0-16,3-3 0 0,-3 0 0 0,3 3 0 16,-3-5 0-16,0 2 0 0,0 0 0 0,0 0 0 15,0 3 0-15,3-2 0 0,-3-1 0 0,0 3 0 16,0-3 0-16,0 3 0 0,0 0 0 0,0-1 0 15,0-1 0-15,3 2 0 0,-3-3 0 0,0 0 0 16,0 0 0-16,3 1 0 0,-3-4 0 0,0 1 0 16,0-1 0-16,0-2 0 0,0 0 0 0,0 3 0 15,0-6 0-15,0 3 0 0,0-3 0 0,-3 1 0 0,3 1 0 16,0-1 0-16,-3-4 0 0,3-2 0 0,0 6 0 16,0-6 0-16,-3 8 0 0,3-8 0 0,-3 5 0 0,0 0 0 0,3-5 0 15,-3 6 0-15,-3-4 0 0,3 3 0 16,3-5 0-16,-5 3 0 0,-1 0 0 0,-3-1 0 15,3 1 0-15,0 0 0 0,-3-3 0 0,0 2 0 0,0-2 0 16,0 0 0-16,0 0 0 16,-3 0 0-16,3 0 0 0,-3 0 0 0,-3 0 0 0,1 0 0 15,-1 0 0-15,-3 3 0 0,-3-3 0 0,3 3 0 0,-6-3 0 16,4 2 0-16,-1 1 0 0,0 0 0 0,0-1 0 16,0 1 0-16,0 0 0 0,3 2 0 0,1-3 0 0,-1 4 0 15,0-1 0-15,3 0 0 0,0 1 0 0,0-1 0 16,0 0 0-16,0 0 0 0,-2 1 0 0,2-4 0 15,0 4 0-15,-3-4 0 0,3 1 0 0,-3 2 0 16,0-2 0-16,4 2 0 0,-7 1 0 0,3-1 0 16,3 0 0-16,-3 0 0 0,3 1 0 0,0-1 0 15,-3 3 0-15,4-3 0 0,-1 1 0 0,0 1 0 16,3-1 0-16,-3 2 0 0,3-3 0 0,0 3 0 16,0-3 0-16,0 3 0 0,0-3 0 0,1 1 0 15,-1-1 0-15,0 3 0 0,0-3 0 0,0 3 0 16,-3-3 20-16,3 1 0 0,-3-1 1 0,0 3 0 15,0 0-10-15,-2-3-3 0,-4 3 0 0,0 0 0 16,3 0 22-16,3-3 4 0,-3 1 1 0,3-1 0 16,4 0-35-16,-4 1 0 0,6-1 0 0,-3-3 0 15,3 1 0-15,0 2 0 0,3-2 0 0,-3 0 0 16,3-1 0-16,0-2 0 0,6 0 0 0,-6 3 0 0,6-3 0 0,0 0 0 16,0 0 0-16,0 0 0 0,0 0 0 0,0 0 0 0,0 0 0 0,0 0 0 15,0 0 0-15,0 0 0 0,0 0 0 0,0 0 0 16,0 0 0-16,0 0 0 0,-3-5 0 0,3 5 0 15,-3-6 0-15,3 6 0 0,-3-5 0 0,3 0 0 16,0 0 0-16,0-1 0 0,0-2 0 0,0 3 0 16,0-3 0-16,3 3 0 0,-3-3 0 0,0 0 0 15,0 0 0-15,0 0 0 0,0 0 0 16,0 0 0-16,0-2 0 0,0-1 0 0,0 3 0 16,-3-3 0-16,3 1 0 0,-3-3 0 0,0 2 0 0,0-2 0 15,0 0 0-15,0 2 0 0,0-2 0 0,0 0 0 16,1 2 8-16,-1 0-8 0,3 1 0 15,-3-3 0-15,0 2 0 0,0-2 0 0,0 2 8 0,0-2-8 16,0 0 0-16,0 2 0 0,3-2 0 0,-3 0 0 16,0-1 0-16,0-1 0 0,3 1 0 0,-3-2 0 15,0-2 0-15,3-1 0 0,-3 1 0 0,0-1 0 16,0 1 0-16,3-3 0 0,-3 2 0 0,0-2 0 16,3 2 0-16,-3-2 0 0,3 0 0 0,-3 3 0 15,3-1 0-15,0 1 0 0,0-1 0 0,-3 3 0 16,3-2 0-16,0-1 0 0,0 1 0 0,0-1 0 15,0-2 0-15,0 2 0 0,0-4 0 0,0 1 0 0,3 1 0 16,-3-3 0-16,0 1 0 0,0 1 0 16,0-1 0-16,0 1 0 0,3 1 0 0,-3 0 0 15,0 3 0-15,0-4 0 0,-3 4 0 0,3-1 0 0,0 1 0 0,-3-1 0 16,3 1 0-16,0-1 0 16,0-2 0-16,-3 3 0 0,3-4 0 0,0 1 0 0,0-3 0 0,-3 3 0 15,3-3 0-15,0 1 0 0,0 1 0 0,3 1 0 16,-3 0 0-16,3 3 0 0,-3-4 0 15,0 7 0-15,3-4 0 0,-3 1 0 0,0-1 0 0,3 3 0 0,-3-2 0 0,0-1 0 16,3 1 0-16,-3-1 0 0,0-2 0 0,3 0 0 16,-3 0 0-16,0-1 0 0,3 1 0 0,-3 0 0 15,0 3 0-15,3-4 0 0,-3 1 0 16,3 3 0-16,-3-4 0 0,0 4 0 0,0-1 0 0,0 1 0 16,-3 2 0-16,3-2 0 0,0-1 0 0,-3 0 0 15,3 1 0-15,0-3 0 0,-3 0 0 0,3-1 0 16,0-1 0-16,-3 1 0 0,0-1 0 0,3-1 0 15,0 3 8-15,-3-3-8 0,3 3 0 0,0 0 0 16,0 2 0-16,-3 0 0 0,3-2 0 0,0 3 0 16,0-1 0-16,-3 3 0 0,3-2 0 0,0-3 0 15,-3 2 8-15,3-2-8 0,0-3 0 0,0 3 0 16,-1447-3 0-16,2891 0 0 0,-1444 3 0 0,0-3 0 16,0 1 8-16,0 4-8 0,0-2 0 0,0 0 0 15,0 2 9-15,3 3-9 0,-3-5 0 0,0 5 9 16,3-2-9-16,-3 2 0 0,0 0 0 0,3-2 0 15,-3 2 0-15,0 0 0 0,3-3 8 0,-3 1-8 16,0-3 0-16,3 2 0 0,-3-2 9 0,3 2-9 16,0-2 0-16,-3 0 0 0,3 2 0 0,0-2 8 0,-3 5-8 15,3-2 0-15,-3 2 0 0,3 3 8 16,-3-3-8-16,0 3 8 0,0-1-8 0,0 1 8 0,0 0-8 0,-3 0 9 16,3 2-9-16,0-5 10 0,-3 3-10 0,3 0 8 0,-3-3-8 15,0 0 8-15,0 0 18 0,0 3 3 0,0-6 1 16,0 4 0-16,0 1-42 0,0-1-8 0,3-1-1 0,-3 0-1 15,3 5 22-15,-3-7 0 0,3 4 0 0,0 1 0 16,0 0 0-16,0 2 0 0,0-2 0 0,0 3 0 16,3 2 0-16,0-3 0 0,0 0 0 0,0 4 0 15,0-1 13-15,0 0 7 16,-3 0 2-16,3 2 0 0,0-2-35 16,0 1-7-16,0 4-2 0,0-8 0 0,0 6 22 0,0 0 0 0,0-1 0 0,0 1 0 15,0 0 0-15,0 0 0 0,0-1 0 0,0 1 0 16,0 0 0-16,0 2 0 0,0-2 0 0,0 5 0 15,-3 0-17-15,3-8 4 0,0 3 1 0,-1 2 0 16,1-2-20-16,0 2-3 0,0-2-1 0,3-1 0 16,0 4-119-16,0-9-24 0,3 6-5 15</inkml:trace>
  <inkml:trace contextRef="#ctx0" brushRef="#br0" timeOffset="2871.464">13510 3154 1094 0,'-15'0'46'0,"3"0"-37"15,4 0 95-15,-4 0 20 0,0 0 3 16,3 0 1-16,-3 0-40 0,3 0-8 0,3 0-2 0,-3 0 0 16,3 0-25-16,6 0-5 0,-6 0 0 0,6 0-1 15,0 0-4-15,-6 0-1 0,6 0 0 0,0 0 0 16,-6 3-14-16,6-3-4 0,0 0 0 0,-6 5 0 16,6-5-24-16,-3 3 0 0,3-3 8 0,-3 5-8 15,3 0 0-15,0-5 0 0,0 8 0 0,0-5 0 16,3 2 33-16,-3-2 5 0,3-1 1 0,3 4 0 15,-3-4-25-15,3 1-5 0,0 2-1 0,0-2 0 16,3 2 7-16,0-5 1 0,0 0 0 0,3 3 0 16,0 2-16-16,0-5 0 0,2 0 0 0,-2 3 0 15,6-3 0-15,0 2 0 0,0 1 0 0,3 0 0 16,0-3 0-16,2 2 0 0,1 1 0 0,-3 2 0 16,3-5 0-16,-3 0 0 0,3 0 0 0,-4 0 0 15,4 0 0-15,3 0 0 0,0 0 0 0,0 0 0 16,2 0 0-16,1 0 0 0,3 0 0 0,0 0 0 15,-1 3 0-15,-2-3 0 0,-3 0 0 0,3 0 0 16,-4 0 0-16,4 0 0 0,-3-3 0 0,3 3 0 16,0 0 25-16,2 0-1 0,1 0 0 0,0 0 0 15,0 0-38-15,-4 0-8 0,1 0-2 0,3 0 0 16,-3-5 71-16,-4 5 13 0,4-3 4 0,0 1 0 0,-3 2-52 16,5-3-12-16,1 0 0 0,0 3 0 0,-3-2-14 15,2 2-6-15,-2 0 0 0,0 0-1 0,0 0 33 0,-3 0 8 16,-4 0 0-16,4-3 1 0,-3 3-21 0,3 0 0 0,-1 0 0 15,1-5 0-15,0 5 0 0,0 0 0 0,0 0 0 0,2 0 0 16,-2 5 0-16,0-5 0 0,0 0 0 0,0 0 0 16,-4 0 0-16,1 3 0 15,-3-3 0-15,0 0 0 0,0 0 0 0,0 0 0 0,2 0 0 0,1 0 0 16,0-3 0-16,0 3 0 0,0 0 0 16,2 0-12-16,-2 0 12 0,0 3 0 0,0-3 0 0,3 0 8 15,-7 2-8-15,1-2 12 0,0 0-4 0,0 0 0 16,3 0-8-16,-6 0 0 0,0 0 0 0,-1-2 0 15,4 2 0-15,0 0-10 0,0-3 10 0,0 3 0 16,3 0 0-16,-4 0 0 0,4 0 0 0,0 0 0 16,-3 0 8-16,3 0-8 0,-4 0 0 0,4 0 9 15,-6 0-9-15,3 0 0 0,-3-5 0 0,0 5 0 16,-3 0 0-16,2-3 0 0,-2 3 0 0,3 0 8 16,-3 0-8-16,3-5 0 0,0 5 0 0,0 0 0 15,0 0 0-15,2 0 0 0,-2 0 0 0,3 0 0 16,0-3 0-16,-3 3 0 0,0 0 0 0,2 0 0 15,-2 0 0-15,-3 0 12 0,3 0-12 0,0 0 12 16,-3 0-12-16,-3 0 0 0,0 0 0 0,-1 0 0 16,1 0 0-16,0 0 0 0,0 0 0 0,-3 0 0 15,3 0 0-15,-3 0 0 0,0-5 0 0,3 5-11 16,-3 0 11-16,0 0 0 0,3 0 0 0,-3 0 0 16,2-3 0-16,-2 3 0 0,3 0 0 0,-3-2 0 15,0 2 0-15,0 0 0 0,0 0 0 0,0 0 0 16,0 0 0-16,0 0 0 0,0 0 0 0,0 0 0 0,0 0 0 0,-3 0 0 15,2 2 0-15,1-2 8 0,-3 0-8 0,3 0 0 0,-3 0 0 16,0 0 0-16,0 0 0 0,0 0 0 0,0 0 0 0,0 0 8 16,-3-2-8-16,-3 2 0 15,6 0 0-15,0 0 0 0,-6 0 0 0,3 2 0 0,3-2 0 16,-6 0 0-16,3-2 0 0,3 2 8 0,-3-6-8 0,-3 6 0 16,3-2 8-16,-3 2-8 0,3-3 8 0,0-2-8 15,-3 2 8-15,3-5-8 0,-3 3 8 0,0 0-8 16,3 2 11-16,-3-5-3 0,0 0 0 0,3 3 0 15,-3-6 4-15,0 6 0 0,-3-3 0 0,3-5 0 16,-3 2-4-16,3 1-8 0,-3-1 12 0,0-2-4 16,3-3 0-16,-3 3 0 0,0-3 0 0,-3 3 0 15,3-3-8-15,-3 0 0 0,3-3 0 16,-3 3 0-16,3 1 8 0,-3-1-8 0,0 0 0 0,3 3 8 16,-3-1-8-16,3 1 0 0,-3 3 0 0,3-6 0 15,-3 2 0-15,3 1 0 0,0-3 8 0,-3 3-8 16,3 2 0-16,3-7 0 0,-3 2 0 0,0 0 0 15,3 0 0-15,-3-2 0 0,0 2 0 0,0 0 0 16,3-5 0-16,-3 5 0 0,0-5 0 0,1 5 8 16,2 0-8-16,-3 0 0 0,0 3 0 0,-3-6 8 15,3 9-8-15,0-6 0 0,0 3 9 0,0 5-9 16,-3-8 0-16,3 5 8 0,-3 1-8 0,0 2 0 0,0 0 0 16,0-5 9-16,3 5-9 0,-3 0 0 0,0-5 8 15,0 5-8-15,0 0 0 0,-3 0 0 0,3-3 0 0,0 3 0 16,-3 0 8-16,0 0-8 0,4-2 0 0,-4 4 0 15,0-1 0-15,0 1 0 0,0-2 0 0,0 6 0 0,0-4 0 0,-3 1 0 16,0 2 0-16,0-2 0 16,0 3 0-16,-3 2 0 0,-2-6 0 0,-1 4 0 15,-3 2 0-15,-3 0 0 0,-3 0 0 0,0 0 0 16,-2-6 0-16,-1 6 0 0,-3 0 0 0,3 6 0 16,-2-6 0-16,-1 0 0 0,0 0 0 0,-3 0 0 0,1 2 0 15,-4-2 0-15,0 6-8 0,-5-6 8 0,-1 2 0 0,-3 3-9 16,4-2 9-16,2 2 0 0,0-5 0 0,-2 6 0 15,-1-6 0-15,-2 0 0 0,-7 2 0 0,3 4 0 16,1-6-15-16,5 0 3 0,0 0 0 0,-2 0 0 16,-1 2 12-16,1-2 0 0,-4 0 0 0,0 6 0 15,7-6 0-15,2 0 0 0,0 0 0 0,1 0 0 16,2 0 0-16,-3-6 0 0,1 6 0 0,-1 0 0 16,3 0 0-16,1 0 0 0,-1 0 0 0,3 0 0 15,0 0 0-15,4 0 13 0,2-2-2 0,0 2-1 16,0 0-10-16,1 0-14 0,-1-6 3 0,0 6 1 15,3 0 10-15,-2-2 0 0,-1 2 0 0,0 0 0 16,3 0 0-16,3-6 0 0,1 6 0 0,-1-5 0 16,0 2 0-16,3 3 0 0,0-5 0 0,-2 3 0 15,-1 2 0-15,0-6 0 0,0 4 0 0,-6-4 0 16,6 4 0-16,-2 2 0 0,-1-6 0 0,0 1 0 16,6 5 0-16,-3-3 0 0,4 3 0 0,-1-5 0 15,3 5 0-15,0-3 0 0,3 3 0 0,0 0 0 16,3 0 0-16,1 0 0 0,-1-5 0 0,-3 5 0 15,3 0 0-15,3 0 0 0,-3 5 0 0,0-5 0 0,3 0 0 0,-3 0 0 16,3 3 0-16,0 2 0 0,-3-5 0 0,4 3 0 0,-4-3 0 16,3 5 0-16,0 1 0 0,0-6 0 15,0 2 0-15,0 4 0 0,0-6 0 0,-3 2 0 16,3 4 0-16,0-6 0 0,0 2 0 0,0 3 0 0,0-5 0 0,4 3 0 16,-4 2 0-16,3-5 0 0,0 6 0 0,0-4 0 15,0 4 0-15,0-4 0 0,3 4 0 0,0-6 0 16,-3 2 0-16,6-2 0 0,-3 5 0 0,0 1 0 15,0-4 0-15,0 4 0 0,3-6 0 0,-3 8 0 16,0-6 0-16,0 6 0 0,0-2 0 0,0-1 0 16,0 3-8-16,0 0 0 0,0-6 0 0,0 6 0 15,0 0 8-15,0-2 11 0,0 1-3 16,0 1 0-16,0 0-8 0,0-2 0 0,0 2 0 0,0 0 0 16,0-1 0-16,0 1 0 0,1 3 0 0,-1 0 0 15,0 2 0-15,0-5 0 0,0 5 0 0,3 3 0 16,-3 0 0-16,3-3 0 0,0 3 0 0,-3 5 0 15,3-5 0-15,0 5-17 0,0-5 4 0,0 5 1 16,0-5 12-16,0 0 16 0,3 2-3 0,-3 1-1 16,3-1-12-16,-3-2-18 0,0-3 4 0,3 3 1 15,-3 0 21-15,0 0 4 0,3-3 0 0,-3 3 1 16,3-3-13-16,-3 3-18 0,0 0 4 0,3 3 1 16,-3-3 21-16,0 5 4 0,0-5 0 0,0 5 1 0,2-5-13 15,-2 5 0-15,3-5 0 0,0 0 0 0,-3-1 0 16,3-1 0-16,0 2 0 0,0-6 0 0,0 6 0 0,0-5 0 15,0-3 0-15,0 2 0 0,-3-2 0 0,3 0 0 0,0 0 0 16,-3-5 0-16,3 2 0 0,-3-5 0 16,3 5 0-16,-3-5 0 15,0 0-203-15,0 0-43 0</inkml:trace>
  <inkml:trace contextRef="#ctx0" brushRef="#br0" timeOffset="9235.703">19196 569 1599 0,'0'-13'68'0,"0"5"-55"15,0-6 90-15,0 7 17 0,3-1 4 0,0-6 1 16,0 6-25-16,-1 1-6 0,1-1-1 0,0 0 0 16,0 2-31-16,0 4-6 0,0-4-2 0,-3 6 0 15,0 0-18-15,0 0-3 0,0 0-1 0,3 8 0 16,0-2-16-16,-3 4-4 0,0 3-1 0,-3 9 0 15,0-1-3-15,0 3-8 0,0 5 12 0,-3 0-4 16,3 0-8-16,3-5-9 0,-2 0 9 0,2 2-13 16,0-5 13-16,0-2 0 0,2-1 0 0,1-2 0 15,3 0 0-15,-3 0 8 0,3-3 0 0,0 0-8 16,3-5 0-16,-3 0 0 0,0 0-10 0,3 0 10 16,-3-8 0-16,3 0 0 0,0 0 0 0,0-3 12 15,0-2-12-15,0-3 0 0,3 0-12 0,-3 0 12 16,-1447 0 0-16,2893-5 0 0,-1449 0 0 0,3 5 0 0,-3-8 11 15,3 3 9-15,-3-3 3 0,0 0 0 0,-3 3-4 0,3-3-1 16,-3 3 0-16,0-3 0 0,0 3-3 0,0 2-1 16,-3-2 0-16,3 5 0 0,0 3-14 15,-3-3 9-15,3 5-9 0,-3 3 8 0,0 0-8 0,0 0 0 16,6 8 0-16,-3 0-11 0,0 0 11 0,3 0 12 0,0 5-2 0,-3-2-1 16,3 2-9-16,0 0-12 0,-1-5 2 15,4 8 1-15,0-8 9 0,0 5 0 16,0-5 0-16,3 0 0 0,-3 0 0 0,3-3-12 0,0-2 12 0,0 2-12 15,0-2 12-15,0-3 0 0,2 5 10 0,-2-5-10 16,0-5 26-16,-3 5-1 0,3-3 0 16,0-2 0-16,-3 2 5 0,0-2 1 0,-3-3 0 0,3 0 0 15,-3 0-4-15,0-5-1 0,0 5 0 0,-3-5 0 16,3 2-9-16,-4-2-1 0,1-3-1 0,0 3 0 16,0-8-15-16,0 5 9 0,0-8-9 0,-3 3 8 15,3 5-8-15,0-5 0 0,0-1 0 0,0 1 0 16,0 5-8-16,-3 1-4 0,3 1-1 0,0 1 0 15,0 3-33-15,0 2-6 0,0 2-2 0,3-2 0 16,-3 3-130-16,3 5-25 0,0 0-6 0</inkml:trace>
  <inkml:trace contextRef="#ctx0" brushRef="#br0" timeOffset="11333.905">20014 773 1750 0,'0'0'49'0,"0"0"12"0,0 0-49 0,-6 0-12 0,6 0 0 0,-6-3 0 15,6 3 63-15,0 0 9 0,-6 0 3 0,6 0 0 16,-3-5 42-16,3 5 9 0,-3-3 2 0,0-2 0 16,3 5-52-16,-3-3-9 0,3-2-3 0,-3 2 0 15,3-2 0-15,0 5 0 0,3-8 0 0,0 3 0 16,0 2-51-16,3-5-13 0,0 3 0 0,0-3 0 15,3 3 0-15,0 2 0 0,3-2 0 0,0 2 0 16,0-5 0-16,0 8 0 0,0-5 0 0,-1 2 0 16,1-2 54-16,0 5 8 0,0 0 2 0,0 0 0 15,0 5-52-15,0-5-12 0,-3 3 0 0,-3 2 0 16,3-2-48-16,-3 2-13 0,-3 3-3 0,3 0 0 16,-6 0 52-16,3 0 12 0,-3 5 0 0,-3 3 0 15,0-3-16-15,-3-2-1 0,-3 7 0 0,0-2 0 16,0-3-24-16,-6 3-5 0,0 0-1 0,0 0 0 15,0 5 38-15,-2-8 9 0,2 8 0 0,0-5 0 16,-3 0 0-16,6 0 0 0,-3 5 0 0,3-8 0 16,3 3 0-16,0-2 0 0,3-4 0 0,0 3 0 15,3-5 0-15,3 0 0 0,0 0 0 0,3 0 0 0,3-3 0 16,0 1 0-16,3-4 0 0,0 4 0 0,3-6 0 16,3 0 0-16,0 0 0 0,3-6 0 0,0 4 0 0,-1 2 0 0,4-6 0 15,-3-1 0-15,3 1 24 16,0 4 8-16,0-6 0 0,-1 2 1 0,4-2-33 0,0 0 0 0,3 1 0 15,0-1 0 1,-3 0-24-16,5-3-6 0,-2 0-1 0</inkml:trace>
  <inkml:trace contextRef="#ctx0" brushRef="#br0" timeOffset="12067.866">20672 437 1337 0,'0'-8'56'16,"0"2"-44"0,0 1 144-16,0 2 28 0,0 3 7 0,3-8 1 15,-3 8-63-15,0 0-12 0,0 0-2 0,0 0-1 16,0 0-50-16,0 0-9 0,0 0-3 0,0 8 0 16,0 0-23-16,-3 0-5 0,3 6 0 0,-3-4-1 15,0 9-23-15,0-3 9 0,0 5-9 0,0 2 0 0,3-1 0 0,0-1 0 0,-3-3 0 16,3 4 0-16,0-1 0 0,3-5 0 0,0 2 0 0,0-2 0 15,3-5 0-15,-3 2 0 0,3 0 0 16,0-5 0-16,0 0 0 0,3-3 0 0,-3-2 0 0,3 2 0 16,0-5 0-16,0 0 0 0,-1 0 0 0,1-5 0 15,0 2 0-15,0-2 0 0,0-3 0 16,0 0 0-16,0 0-12 0,0 0-8 16,-3-2-3-16,0-1 0 0,0-2 32 0,0-1 7 0,0 4 0 0,0-3 1 15,-3-3-9-15,0 3-8 0,0-3 12 0,0 0-12 16,-3 3 58-16,0-1 5 0,0 4 1 0,0-3 0 15,0 5-52-15,0 2-12 0,-3 4 0 0,3 2 0 16,0 0 0-16,0 0 0 0,0 0 0 0,-3 8 0 16,0 0 0-16,0 5 0 0,3-3 0 0,-3 9 0 15,3-3 0-15,3 0 0 0,0 5 0 0,0-5 0 16,0 0 0-16,0 5-18 0,6-8 4 0,-4 3 1 16,4 0 13-16,0-3-12 0,0 3 12 0,0-8-12 15,3 5 12-15,0-5-9 0,0 0 9 0,0-3-8 16,0-2 8-16,-3 2 0 0,3-5 0 0,-4 0 0 15,1-5 9-15,3 2 4 0,-3-2 1 0,0-3 0 16,0 3 16-16,0-6 3 0,0 3 1 0,0-5 0 16,-3 5 2-16,3-8 0 0,0 3 0 0,-3-3 0 15,0 0-27-15,3-5-9 0,-3 0 0 0,2 0 9 16,-2-3 9-16,0 3 2 0,3-9 0 0,-3 7 0 0,0 2-20 0,0 5 0 16,0-6 0-16,-3 7 0 0,3 1 0 15,-3 1-11-15,0 5 0 0,3 0 0 16,-3 0-101-16,3 8-21 0,-3-5-4 0,3 2-1 15,0 3-65-15,-3 3-13 0,3 2-2 0</inkml:trace>
  <inkml:trace contextRef="#ctx0" brushRef="#br0" timeOffset="12311.53">21354 654 2508 0,'0'0'71'0,"0"0"16"0,0 0-70 0,0 0-17 0,0 0 0 0,0 0 0 16,0 0 106-16,0 0 18 0,0 0 3 0,0 5 1 15,3 3-52-15,0-3-9 0,0-2-3 0,0 2 0 16,0-2-51-16,-1 2-13 0,1 3 0 0,-3 0 0 16,3 0 0-16,0-3 0 0,-3 3 0 0,3 3 0 15,-3 2 0-15,0 0 0 0,0-5 0 0,0 8 0 16,0-8 0-16,-3 5 9 0,0 0-9 0,3-2 8 16,-3 2-17-16,0 3-4 0,3-3-1 0,-2 3 0 15,-1-3-30-15,0-2-7 0,3 2-1 16,-3 0 0-16,0 3-119 0,0-8-24 0,3 0-5 0</inkml:trace>
  <inkml:trace contextRef="#ctx0" brushRef="#br0" timeOffset="12936.338">21791 527 2310 0,'-6'-16'48'0,"3"8"11"0,-3-5-47 0,3 5-12 0,-3 0 0 0,3 0 0 16,0-3 104-16,3 8 20 0,-3-4 3 0,3 7 1 15,0 0-52-15,0 0-9 0,0 0-3 0,0 0 0 16,0 0-51-16,-3 7-13 0,0 1 0 0,1 0 0 16,2 6 0-16,-3-1 0 0,3-3 0 0,-3 6 0 15,3 3 0-15,3-3 0 0,-3 0 0 0,3 5 0 16,-1-5 0-16,1-3 0 0,3 3 0 0,0 0 0 15,-3-3-22 1,3 0-7-16,0-5-2 0,0 3 0 0,0-1-16 16,0-2-3-16,0-5-1 0,3 2 0 0,-3-2 20 15,3-3 4-15,-3 0 1 0,3 0 0 0,0-3 5 0,0-2 1 0,-3 2 0 0,3-2 0 16,-4-3 20-16,4 0 0 0,-3 0 0 0,0-5 0 16,0-1 47-16,0-1 13 0,0-1 4 0,0 0 0 15,-3-3-52-15,3 1-12 0,0-1 0 0,-3 3 0 16,0 6 42-16,0-3 6 0,0 5 0 0,0 0 1 15,-3 2-27-15,0 6-6 0,0 0 0 0,0 0-1 16,0 0-15-16,0 8 0 0,-3 0 0 0,0 11 0 16,3-3 0-16,0 0 0 0,0-1 0 0,0 7 0 15,3-6 0-15,-3 5 0 0,3-5 0 0,3 2 0 16,0-2 0-16,3-5 0 0,-3 2 0 0,3 0 0 0,3-2 0 16,-4 2 0-16,4-5 0 0,0 0 0 0,0-3 0 0,0 3 0 15,3-3 0-15,-3-2 0 0,0-3 0 16,0 0 0-16,0-3 0 0,-1-2 0 0,-2-3 0 15,3 0 0-15,0 0 0 0,-3 0 0 0,3-5 54 16,-3 0 8-16,0 5 2 0,-3-8 0 0,3 0-52 0,0-5-12 16,0 5 0-16,0-10 0 15,2 2 34-15,-2 0 4 0,3-3 1 0,0 4 0 0,0-1-27 0,0-3-12 16,0 6 10-16,0 3-10 0,0-4 0 0,-3 7 0 0,3-4 0 0,-3 9 0 16,-1-4-16-16,1 6 3 0,0-5 1 0,-3 10 0 15,0-2-83 1,0 5-16-16,0 0-3 0,-6 0-1 0,3 8-73 0,0 0-14 15,0 5-3-15</inkml:trace>
  <inkml:trace contextRef="#ctx0" brushRef="#br0" timeOffset="13303.077">22360 709 1968 0,'-3'3'83'15,"0"2"-67"1,3 3 111-16,0-5 21 0,0 5 5 0,3-3 1 15,-3 3-72-15,0-3-14 0,3 3-4 0,-3 3 0 16,0-1-51-16,3-2-13 0,-3 0 0 0,0 0 0 16,3 0 20-16,0 5 2 0,0-5 0 0,0 5 0 15,0-5-22-15,0 3 0 0,3 2 0 0,-1-5 8 16,1 5-8-16,0-5 0 0,3 0 0 0,-3 5 0 16,3-10 8-16,0 5-8 0,3-3 10 0,-3 3-10 15,0-8 30-15,3 5 0 0,-3-5 0 0,3 0 0 0,-3 0-1 16,2-5 0-16,1 3 0 0,0-4 0 0,-3-2 1 0,0 3 0 0,3-3 0 15,-3 0 0-15,-3 0-4 0,3-5-1 0,-3 5 0 0,0-5 0 16,0 2-5-16,-3 3 0 0,0-5-1 0,0 0 0 16,0 2-6-16,-3-2-1 15,3 0 0-15,-3 5 0 0,-3-8-12 0,3 8 8 0,-3-5-8 16,0 0 0-16,-3 5 0 0,0-3 0 0,0 3 0 16,-6-2 0-1,3 2-65-15,-6 5-13 0,3-5-2 0,-6 3-1 0,3 5-136 16,-2-3-27-16</inkml:trace>
  <inkml:trace contextRef="#ctx0" brushRef="#br0" timeOffset="15192.52">22345 135 1291 0,'0'0'36'0,"0"0"9"0,0 0-36 0,0 0-9 0,-3-5 0 0,3 5 0 16,0 0 59-16,-3-3 9 0,3 3 3 0,0 0 0 16,-6-5-14-16,6 5-2 0,-3 0-1 0,3 0 0 15,-3-3-2-15,3 3-1 0,-6 0 0 0,0-5 0 16,6 5-3-16,-6 0 0 0,0 0 0 0,0 0 0 16,0 0-10-16,-3 0-2 0,3 0-1 0,-3 0 0 15,1 5-7-15,-1-5 0 0,0 3-1 0,0-3 0 16,-3 0-9-16,0 5-2 0,0-5 0 0,0 3 0 15,-3 2-7-15,0-5-1 0,0 3-8 0,-2 2 12 16,-1-5-3-16,-3 5-1 0,0-2 0 0,-3-3 0 16,0 5-8-16,1-5 10 0,-1 3-10 0,-6 2 10 15,6-2-10-15,-3-3 0 0,1 5 9 0,-1-5-9 16,-3 5 0-16,3-5 9 0,-5 3-9 0,-1-3 0 16,0 0 8-16,-3 5-8 0,1-2 0 0,-1-3 0 15,-3 0 0-15,4 0 0 0,-1 0 0 0,-3 5 0 16,3-5 0-16,-2 0 0 0,-1 0 0 0,0 3 0 15,4-3 0-15,-4 5 0 0,3-5 0 0,0 3 0 0,1-3 0 16,2 5 0-16,3-5 0 0,-3 5 0 0,4-2 0 16,-1-3 0-16,0 5 0 0,3-2 0 0,1 2 0 15,-1-5 10-15,0 3 0 0,0 2 0 0,3-2-10 16,4 2 0-16,-4-5 0 0,0 5 0 0,3-2 0 16,3-3 0-16,0 0 0 0,-2 5 0 0,2-5 0 0,0 3 0 0,0-3 0 0,0 0 0 15,0 0 0-15,0 5 0 0,-2-5 0 16,2 0 0-16,0 0 0 0,-3 0 0 0,3 0 0 0,-3 0 0 15,0 0 0-15,1-5-14 0,-4 5 3 0,3 0 1 16,-3-3 19-16,3-2 4 0,0 2 1 0,1-2 0 16,-4 0-14-16,-3 2 0 0,3-2 0 0,-6 2 0 15,4-2 8-15,-4 5-8 0,0-8 0 0,-3 5 0 16,1-2 0-16,2 0-21 0,0 2 3 0,-3-2 1 16,4 2 17-16,-1 3 0 0,0-5 0 0,0 5 0 15,1-3 0-15,-1 3 0 0,0-5 0 0,-3 5 0 16,4 0 0-16,-1 0 0 0,-3-3 0 0,3 3 0 15,3 0 22-15,1 0 8 0,-1 0 2 0,0 0 0 16,0 0 0-16,1 0 0 0,-4 0 0 0,0 0 0 16,3 0-32-16,-3 3 0 0,1-3 0 0,-1 5 0 15,0-5 0-15,3 3 0 0,1-3 0 0,-1 5 0 16,0-5 0-16,3 0 0 0,-3 3 0 0,4 2 0 16,-4-5 0-16,3 3 0 0,-3 2 0 0,0-5 0 15,4 5 0-15,-1-2 0 0,-3-3 0 0,3 5 0 16,0-2 0-16,3 2 0 0,1-5 0 0,2 3 0 15,0 2 0-15,3-5 0 0,0 3 0 0,3 2 0 16,0-5 0-16,0 5 0 0,1-5 0 0,2 3 0 0,3-3 0 0,-3 5 0 16,3-5 0-16,-3 3 0 15,3-3 0-15,3 0 0 0,-3 0 0 0,0 0 0 0,0-3 0 0,0 3 0 16,3 0 0-16,-3-5 0 16,0 5 0-16,0 0 0 0,0 0 0 0,0-3 0 0,0-2 0 0,0 5 0 0,1-5 0 0,-1 2 0 31,-3-2-45-31,3 2-15 0,0-2-4 0,-3 2 0 15,3-2-153-15,3-3-31 0,-3 3-7 0</inkml:trace>
  <inkml:trace contextRef="#ctx0" brushRef="#br0" timeOffset="15722.759">18636 48 1462 0,'0'0'30'0,"0"0"8"0,0 0-30 0,0 0-8 16,0 0 0-16,0 0 0 15,0 0 96-15,0 0 17 0,0-8 4 0,0 8 1 0,0 0-62 16,0-3-12-16,0 3-2 0,0 0-1 0,0 0 19 0,0 0 3 16,0 0 1-16,0 0 0 15,0 0-12-15,-6 0-3 0,0 0 0 0,0 3 0 0,0-3-29 0,0 8-5 16,0-3-2-16,0-2 0 0,-3 2-4 16,3 3-1-16,-3 0 0 0,1 0 0 15,-4-3-8-15,3 3 0 0,0 0 9 0,0 0-9 0,0 5 0 0,0-5-10 0,3 0 1 16,0 5 0-16,-3-5 9 0,3 0 0 0,0 5 0 0,0-5 0 15,3 0 49-15,-3 0 12 0,3 0 3 0,3 0 0 16,-3-3-52-16,3 3-12 0,0-8 0 0,0 3 0 16,0 2 0-16,0-5 0 0,3 8 0 0,0-3 0 15,0-2 0-15,0 2 0 0,0-2 0 0,3 2 0 16,0-5 0-16,0 3 0 0,0 2 0 0,-1444 0 0 16,2894-2 0-16,-1447-3 0 0,0 5 0 0,0-2 0 15,0 2 0-15,0-2 0 0,0 2 0 0,-1 1 0 16,4-4 0-16,-3 6 0 0,0-3 0 0,0 3 0 15,0-5 0-15,0 2 0 0,0 3 0 0,0-2 0 16,-3 1-100-16,3-4-22 16,-3 5-5-16</inkml:trace>
  <inkml:trace contextRef="#ctx0" brushRef="#br0" timeOffset="49346.943">18234 4773 1337 0,'0'0'56'16,"0"0"-44"0,0 0 92-16,0 0 20 0,0 0 3 0,0 0 1 15,0 0-52-15,0 0-9 0,0 0-3 0,0 6 0 16,3-1 0-16,-3-5 0 0,3 5 0 0,0 1 0 15,3-1-51-15,-3 0-13 0,3 0 0 0,0 3 0 16,0-5 0-16,3 2 0 0,-3 1 0 0,3 2 0 16,0-3 34-16,0 0 4 0,2 0 1 0,-2 3 0 15,3 3-29-15,3-6-10 0,-3 3 0 0,0 3 9 16,3 2 11-16,0-2 1 0,0 2 1 0,0 3 0 16,-1-3-22-16,1 3 0 0,0 2 0 0,0-2 0 15,-3 3 0-15,3-1 0 0,-3-2 0 0,3 3 0 16,-3-1 0-16,2 1 0 0,1-1 0 0,0 1 0 15,0-1 0-15,0 1 0 0,0-3 0 0,3 5 0 16,0-5 0-16,-1 2 0 0,4 1 0 0,-3 2 0 16,3 3 29-16,0 0 2 0,0 2 0 0,-1 0 0 15,-2 1-50-15,3-1-9 0,0 1-3 0,0 2 0 0,-6-3 76 0,3-2 15 16,-4 3 4-16,1 2 0 0,0-5-52 16,0 2-12-16,0 0 0 0,0 4 0 0,3-1 0 0,-3 2 0 0,2 4 0 0,1-1 0 15,0-2 0-15,0 0 0 16,3-1 0-16,-3 1 0 0,0-3 0 0,2-2 0 0,-5 2 11 0,3 0-11 15,0 3 9-15,-3 2-9 0,-3 1 0 0,3-1 9 16,0-2-9-16,-4-1-9 16,1 1 9-16,0 0-13 0,-3 0 21 0,0-3 5 0,0 3 1 0,0-1 0 15,0 1-22-15,0 2-5 0,-3 1-1 0,3 2 0 16,0-3 14-16,0 1 0 0,0-1 0 0,-1-2 0 16,-2 0 0-16,3-3 0 0,0 0 0 0,-3 3 0 15,0-1 0-15,0 4 0 0,0-1 0 0,0 3 0 16,0-2 16-16,-3 2 7 0,3-3 1 0,-3 3 0 15,3-5-24-15,-3 0 8 0,0-3-8 0,0 5 0 16,0 0 0-16,0 1 0 0,-3 2 0 0,3 3 8 16,0-3-8-16,-3 0 0 0,3-3 0 0,0 3 0 15,-3-2 0-15,3-4 0 0,0 1 0 0,-3 5 8 16,3 0-8-16,-3 3 8 0,0 2-8 0,3 3 8 16,-3-5 1-16,0 0 1 0,3-3 0 0,-3 2 0 15,0 1-1-15,0 0 0 0,0 2 0 0,0 0 0 16,0 1 7-16,0 2 2 0,0-3 0 0,0 6 0 15,0-6-6-15,0 0-2 0,-3 1 0 0,3 2 0 16,-3 0 0-16,0 2 0 0,0 3 0 0,0 1 0 16,0-6 3-16,-3 0 1 0,3-6 0 0,-3 6 0 15,3 0-3-15,-3 3-1 0,-3 2 0 0,3 3 0 16,0-8 3-16,0-3 1 0,0-2 0 0,-3 5 0 0,3-3-14 16,0 1 0-16,-3 4 0 0,0 1 0 15,1-6 0-15,-1 1 0 0,0-1 0 0,-3 3 0 0,3-3 0 0,-3 1 0 16,3-1 0-16,-3 6 0 0,0-6 0 15,-3 3 0-15,3 0 0 0,-3 3 0 0,-2-9 54 16,-1 1 8-16,0 0 2 0,-6 2 0 0,3-2-64 0,0 7-20 0,-2-2 0 0,-1 3 0 16,0-6 20-16,3-2 14 0,-3 0-2 15,3-3-1-15,1 0-11 0,2 2 0 0,-3-1 0 0,0 4 0 16,0-5 0-16,0 3 0 0,1-1 0 0,-4 1 0 16,0-6 0-16,-3 1 0 0,3-3 0 0,-5 2-11 15,2-2 11-15,3 2 0 0,-3 0 0 0,0 4 8 16,4-4-8-16,2 0 0 0,3 1 0 0,-3-1 0 15,3-5 0-15,0 0 16 0,-2-2-4 0,2-1-1 16,0 1-11-16,0-1-16 0,0-2 4 0,-3 2 1 16,0 1 11-16,1 2 0 0,2 3 0 0,-3-1 0 15,3-4 0-15,-3-1 0 0,6-2 0 0,-3 0 0 16,4-3 0-16,-1 0 0 0,3 1 0 0,-3-4 0 16,3 1 0-16,3-1 0 0,-3 1 0 0,3-1 0 15,0 3 0-15,0 0 16 0,0 1-4 0,3 1-1 16,-2-1-11-16,2 1 0 0,0-1 0 0,0 1 0 15,-3-1 0-15,3-1 0 0,0 0 0 0,-3-3 0 16,0 1 0-16,3-3-12 0,-3 0 2 0,0 2 1 16,0-5 9-16,0 3 0 0,0-2 0 0,0 1-8 15,1 1 8-15,-1 0 0 0,0-3 0 0,0 3 0 0,0 3 0 16,3-1 0-16,-3-2 0 0,0 5 0 0,0-5 0 16,0 3 0-16,0-1 0 0,0 1 0 0,0-3 0 0,0 0 0 15,3-3 0-15,-2 0 0 0,2-2 0 0,0-1 0 0,0-2 0 0,0-3-8 31,3 1-35-31,-3-4-6 0,6-2-2 0,0 0 0 16,-3-2-120-16,3 2-24 0,-3-6-5 0</inkml:trace>
  <inkml:trace contextRef="#ctx0" brushRef="#br0" timeOffset="50890.232">17913 12441 1261 0,'0'0'36'0,"0"0"8"16,3-2-36-16,-3 2-8 0,6-3 0 0,-3 1 0 15,-3 2 76-15,6-3 14 0,-3 3 2 0,-3 0 1 16,5 0-33-16,4 3-8 0,-3-1 0 0,-3 3-1 16,3-2-23-16,0 2-4 0,0 1 0 0,0-1-1 0,0-2-23 0,0 2 8 15,0 0-8-15,0 1 0 0,3-1 0 0,0 0 8 0,0-2-8 0,0 2 0 32,3-2-19-32,-4-1-8 0,4 1-1 0,0 0-1 0,3-1 29 0,-3 1 0 0,0-3 0 0,0 0 0 15,0 3 0-15,3-3 0 0,-3 0 0 16,2-3 0-16,1 3 0 0,3-3 0 15,0 1 0-15,3-1 0 0,3-2 0 0,0 2 0 0,-1-2 0 0,7-1 0 16,-3-1 0 0,3-1 0-16,-1 0 0 0,1-3 0 15,-3 0 0-15,0 1 0 0,0-3 0 0,-1-1 0 0,4 1 0 16,0-3 0-16,0 0 0 0,5 1 0 0,1-1 0 0,0 0 0 16,6 0 0-16,-7 0 0 0,1 0 45 0,-3 0 15 0,-4 3 4 0,4-3 0 15,0 0-64-15,3 0-18 0,-1 3-1 0,7-3 0 16,-6 0 19-16,2-2 9 0,1 2-1 0,-3-2 0 15,0-1 3-15,-4 1 0 0,1-1 0 0,0-2 0 16,3-3-11-16,-1 3 8 0,4-6-8 0,3 4 8 16,-7 1-8-16,1 1 0 0,0 3 0 0,0-3-11 15,-7 2 11-15,1 1 0 0,0-4 0 0,0 4 0 16,-1-1 26-16,1 1 7 0,3-1 2 0,0 1 0 16,-1-1-7-16,-2-5-2 0,3 3 0 0,-3-3 0 15,-1 1-1-15,-5-4 0 0,0 3 0 0,0 1 0 16,0 1 14-16,-1-1 2 0,1 1 1 0,3 1 0 15,-3 0-42-15,3 3 0 0,2-1-8 0,1-2 8 16,-3 2 0-16,-3-2 15 0,3 0-1 0,-1-3 0 16,-5 3-5-16,0-5-1 0,-3 2 0 0,0 0 0 15,3 0-8-15,-4 0 12 0,4-2-12 0,-3 2 12 16,3 0-27-16,0 6-5 0,0-4 0 0,2 1-1 16,1 0 39-16,-3 0 8 0,6 0 2 0,-3-3 0 0,-3 3-20 0,2-3-8 15,-2-2 0-15,0-1 8 0,-3 1-8 0,0-1 0 16,0-2 9-16,-1 3-9 0,1-1 28 0,3 1 2 15,-3 2 0-15,3 0 0 0,0 0-43 0,0 0-9 0,2 3-2 0,1-5 0 16,0-1 24-16,3 1 0 0,-3-6 0 16,2 3 0-16,-2-3 0 0,0 3 0 0,-3 0 0 0,3-3 0 15,-4 6 0-15,1-3 0 0,0 5 8 16,3-5-8-16,-3 2 0 0,3 1 0 0,-1-1 0 0,1-4 0 16,3 2 0-16,0-3 10 0,3-3-10 0,-1 4 10 15,-2-1-2-15,0 3-8 0,-3 2 12 16,0-2-4-16,-1 3 1 0,-2 2 0 0,-3-2 0 0,3-1 0 15,-3-2 1-15,3 0 0 0,-4 0 0 0,4-3 0 16,0 3 2-16,0-3 0 0,3 3 0 16,-3 0 0-16,-1 0 1 0,-2 5 1 0,3 0 0 0,-3-2 0 15,3 2-2-15,-6-3 0 0,3 4 0 0,-4-6 0 16,-2 2-2-16,0-2-1 0,0-3 0 0,0 3 0 16,-3-3-9-16,3 3 12 0,0 0-12 0,-3 0 12 15,3 3-4-15,-3 2-8 0,3-3 12 0,-1 1-4 16,-2-1-8-16,3 1 12 0,0-3-12 0,0-3 12 15,0 0-2-15,3 1 0 0,-3-1 0 0,3-3 0 16,-3 6-10-16,5 0 0 0,-2 3 0 0,0-1 0 16,-3 3 0-16,3-2 0 0,0 0 0 0,0-1 8 15,0-2-8-15,-3 0 0 0,2-3 0 0,-2-2 0 0,0 5 0 16,0 0 0-16,-3-1 0 0,0 4 0 0,0-1 0 0,0 1 0 16,0 2 0-16,0 0 0 0,-3 3 0 0,3-3 8 15,0 3-8-15,-4-3 0 0,4 3 0 0,-3-3 0 0,3 1 0 0,-3-1 0 16,0 3 0-16,3-1 0 0,-3 1 8 0,0 3-8 15,0-1 0-15,-3 6 0 0,3-3 0 16,-3 3 0 0,3 2 0-16,-3 3 0 0,0 0 8 0,0 1-8 0,0 1 0 0,0-2 0 15,-3 3 0-15,3 2 0 0,-3-2-13 0,0 5-5 0,0-3-1 0,0 3 0 32,0 0-80-32,0 0-16 0,0 0-3 0</inkml:trace>
  <inkml:trace contextRef="#ctx0" brushRef="#br0" timeOffset="54359.691">18270 4765 1198 0,'0'0'34'0,"0"0"7"0,0 0-33 0,0 0-8 0,0 0 0 0,0 0 0 15,0 0 96 1,0 0 18-16,0 0 3 0,0 0 1 0,0 0-21 0,0 0-4 0,0 0-1 0,6-2 0 16,0 2-25-16,0 0-6 0,0 0-1 0,0 0 0 15,0 2-23-15,0-2-5 0,2 0 0 0,1 6-1 16,-3-6-15-16,3 0-4 0,3 0 0 0,-3 2 0 15,3 1-12-15,0 0 11 0,0-1-11 0,0 4 10 16,3-1-10-16,2 3 0 0,-2-6 9 0,3 6-9 16,0-2 0-16,0-1 8 0,0 0-8 0,0 6 0 15,0-8 0-15,2 2 0 0,-2 0 0 0,3 0 8 16,3 1-8-16,0-1 0 0,-1 3 0 16,4-5 8-16,0 5-8 0,0-1 0 0,0 1 0 0,-1 3 0 15,-2-3 0-15,3 2 8 0,-3 1-8 0,0 0 0 16,-3-1 0-16,-1 1 0 0,4-1 0 0,0 4 0 15,0-1 0-15,0 0 0 0,2 0 0 0,1 3 0 16,0-3 0-16,0 3 0 0,3 0 0 0,-1-3 0 16,-2 3 0-16,0-2 0 0,-3 1 0 0,2-4 0 15,1 2 0-15,0 0 0 0,0 1 0 0,3-1 0 16,-4 0 0-16,7 0 0 0,0 1 0 0,0-1 0 16,-4 0 0-16,4 3 0 0,0-3 0 0,-3 6 0 15,-1-3 0-15,-2-1 0 0,-3 1 0 0,3 3 0 16,0-3 0-16,-1 5 0 0,4-5 0 0,3 2 0 0,-3 1 0 0,-1-1 0 15,1-2 0-15,0 3 0 0,0-3 0 0,-4 2 0 16,-2-5 0-16,3 3 0 0,-3-3 0 0,0 3 8 16,0-2-8-16,-1-1 0 0,1-3 0 0,3 4 0 15,-3-4 0-15,3 3 8 0,-4 3-8 0,1 0 0 16,0 0 0-16,0 3 8 0,0-1-8 0,-4-2 0 0,1 2 0 0,0 1 8 16,0 0-8-16,0-1 0 0,-3-2 0 0,0 2 0 15,2-2 8-15,-2 0-8 0,3-3 8 0,3 3-8 16,-3-5 0-16,3 2 0 0,-1 0 0 0,1 3 8 15,3-5-8-15,-3 2 0 0,0-2 0 16,-4 2 8-16,4 0-8 0,-3 0 11 0,0 1-11 0,0-1 12 16,-3 0-12-16,2 0 0 0,1 0 0 0,0 1 8 15,0 2-8-15,3-1 0 0,0 1 9 0,2 3-9 16,-2-3 9-16,0 0-9 0,3-1 12 0,-3 4-12 16,-1-6 11-16,1 3-11 0,-3-3 10 0,0 1-10 15,0 1 10-15,-3-1-10 0,-1-1 10 0,1 0-10 16,0 0 8-16,0-2-8 0,0 0 0 0,0-1 9 15,0 1-9-15,-1-1 0 0,1-2 9 0,3 5-9 16,-3-2 0-16,0 2 8 0,0 0-8 0,0 3 0 16,-4-2 0-16,4 1 9 0,0 1-9 0,-3 0 0 15,0 0 8-15,0 0-8 0,-3-3 0 0,3 3 0 16,-3 0 0-16,-1-3 0 0,1 0 8 0,-3 1-8 16,0-1 0-16,3-3 0 0,-3 4 0 0,0-4 0 0,0 4 8 15,0-7-8-15,3 4 0 0,0 0 0 0,-3-3 0 16,2-1 0-16,1 1 0 0,0 3 0 0,0-3 8 0,0 0-8 15,0-3 0-15,0 3 0 16,0 0 0-16,3 0 0 0,-3 0 8 0,0 0-8 16,2 0 0-16,-2 2 0 0,3-2 0 0,-3 3 0 15,3-3 0-15,-3 2 0 0,0 1 0 0,0 0 0 16,-3-1 9-16,3 1-9 0,-1-3 0 0,1 2 9 0,-3 1-9 0,0-1 10 16,0 1-10-16,0 0 10 0,0-1-10 0,-3 1 8 0,3-1-8 15,0 1 8-15,3 0-8 0,-3-1 0 0,0-2 9 0,-1 3-9 16,1-1 0-16,0-2 0 0,3 3 0 0,-3-3 0 15,0 2 0-15,0-2 0 0,3 0 0 0,-3 0 0 16,-3 0 0-16,3 0 8 0,0 0-8 0,0 0 0 16,0 0 0-16,2-3 0 0,-2 3 0 0,-3 0 8 15,3 0-8-15,-3 2 0 0,3-2 0 0,-3 0 0 16,0 3 0-16,3-3 0 0,-3 2 0 0,0-2 0 16,3 3 0-16,-3 0 0 0,0-3 0 0,0 2 0 15,3 1 0-15,-3-1 8 0,0 1-8 0,-3-3 8 16,2 2-8-16,1 1 0 0,0 0 0 0,0-4 0 15,0 4 0-15,0-3 0 0,0 3-8 0,0-3 8 16,-3-1 0-16,0 4 0 0,3-3 0 0,-3 0 8 16,0-3-8-16,0 3 0 0,0 0 0 0,0-3 0 15,-3 1 0-15,3 2 0 0,0-3 0 0,0 0 0 16,0 3 0-16,-3-3 0 0,3 1 0 0,0-1 0 16,-3 0 0-16,3 1 0 0,-3-1 0 0,3 0 0 15,-3-2 0-15,3 2 0 0,-3 0 0 0,0-5 8 16,3 6 0-16,0-1 0 0,-3-5 0 0,0 5 0 15,3 1-8-15,0-4 9 0,-3 4-9 0,0-6 10 0,3 5-10 16,-3-5 0-16,3 5 0 0,-3-2 8 16,0-3-8-16,3 5 0 0,0 0 0 0,-3-5 0 0,0 6 0 15,0-6 0-15,2 5 0 0,-2 0 0 0,0-5 0 0,3 8 0 0,-3 0 0 16,3-3 0-16,-3 3 0 0,3 0 0 0,-3-2 0 16,3 1 0-16,-3 1 0 15,3 0 0-15,0 0 0 0,-3 0 0 0,3 0 0 0,0 0 0 0,-3 0 0 0,3 0 0 16,0 0 0-16,-3 0 0 0,3 0 0 0,-3 0 0 15,3 0 0-15,0 0 0 16,0 0 0-16,-3-3 0 0,3 0 0 16,-3-5 8-16,3 5-8 0,-3-5 0 15,0 0-17-15,0 0-9 0,0 0-2 0</inkml:trace>
  <inkml:trace contextRef="#ctx0" brushRef="#br0" timeOffset="55540.483">22702 7763 1193 0,'0'0'50'0,"0"0"-40"16,3-2 82-16,0-4 17 0,0 4 3 0,0-4 1 15,-3 6-41-15,6-2-9 0,-3-1-2 0,0-2 0 16,3 2-15-16,-3 1-3 0,3-1-1 0,-3 0 0 16,3 3-5-16,0-2-1 0,3-1 0 0,-4 3 0 15,4-3-7-15,-3 3-1 0,3-2-1 0,3 2 0 16,-3 0-10-16,3 0-1 0,0 0-1 0,0 0 0 15,0 2-1-15,3-2 0 0,0 3 0 0,-1-3 0 32,1 3-2-32,0-3 0 0,3 2 0 0,-6-2 0 0,3 0-3 0,0 0-1 0,0 0 0 15,2 0 0-15,1 0-8 0,0 0 0 0,0 0 9 0,3 0-9 16,0 0 8-16,3 0-8 0,-1 0 10 0,1 0-10 16,0 3 8-16,0-3-8 0,3 0 0 0,-4 3 9 15,1-1-9-15,0-2 8 0,0 0-8 0,-3-2 8 16,2 2-8-16,-2-3 10 0,3 3-10 0,3-3 10 15,-3 1 1-15,3-1 0 0,2 3 0 0,1-3 0 16,0 3-2-16,0 3 0 0,-1-3 0 0,-2 3 0 16,0-1 2-16,0-2 0 0,-3 0 0 0,2 3 0 15,-2-3 13-15,3 0 4 0,3 0 0 0,-1 0 0 16,1 0-20-16,0 0-8 0,0 0 0 0,0 5 8 16,-4-2-8-16,1 0 0 0,0-1 9 0,-3 1-9 15,-3-1 9-15,-1-2-9 0,1 0 12 0,-3 0-12 16,3 0 10-16,-3 0-10 0,3-2 8 0,-1 2-8 15,1 0 9-15,-3 0-9 0,3 0 10 0,-3 0-10 0,0 0 9 16,0 0-9-16,-1 0 8 0,1 2-8 16,-3-2 8-16,-3 3-8 0,3-3 0 0,0 3 8 15,-3-3 0-15,0 2 0 0,0-2 0 0,-1 0 0 16,1 0-8-16,0 0 0 0,-3 0 0 0,3 0 8 0,-3 0-8 16,3 0 0-16,0-2 0 0,-3 2 0 0,3-3 8 0,0 3-8 15,2-3 0-15,-2 1 8 0,3 2-8 0,0 0 0 0,0-3 0 16,0 3 8-16,0 0-8 0,3 0 0 0,-3 0 0 0,-1 0 0 15,1 0 0-15,0 0 0 0,-3 3 0 0,0-3 0 16,0 0 0-16,-3 2 0 0,0-2 8 0,0 3-8 16,0-3 0-16,-3 0 0 0,2 0 0 0,-5 3 0 15,3-3 0-15,0 0 0 0,-3 2 0 0,-3-2 0 16,0 0-20-16,3 3-5 16,-3-3-2-16,0 0 0 0,0 0-177 0,6-3-35 0</inkml:trace>
  <inkml:trace contextRef="#ctx0" brushRef="#br0" timeOffset="58340.437">11581 4543 1178 0,'0'0'24'0,"0"0"6"0,0 0-30 0,0 0 0 0,0 0 0 0,0 0 0 15,0 0 82-15,0 0 10 0,0 0 3 0,6 0 0 16,0-2-33-16,0 2-6 0,0 0-2 0,0-3 0 16,0 3-10-16,0 0-3 0,0 0 0 0,0 0 0 15,0 0-9-15,3 0-1 0,0 0-1 0,0 0 0 16,0 0-6-16,0 0-2 0,0-3 0 0,-1 3 0 15,1 0-8-15,3-2-2 0,-3 2 0 0,3-3 0 16,0 3-4-16,0 0 0 0,3-3-8 0,0 3 12 16,3 0-12-16,-1 0 0 0,1 0 8 0,3 0-8 15,0 0 0-15,0 0 0 0,3 0 8 0,-1 0-8 0,1 3 0 16,-3-3 0-16,3 3 0 0,-3-3 0 16,0 2 0-16,-1-2 0 0,1-2 8 0,0 2-8 0,0 0 0 0,3 0 0 15,0-3 0-15,2 3 0 0,1 3 0 0,0-3 8 16,3 2-8-16,2 1 0 0,-5-3 9 0,3 3-9 15,-3-3 8-15,3 2-8 0,-1 1 0 16,-2-3 8-16,3 0-8 0,0 0 0 0,2 0 0 0,1 0 0 16,6 2 8-16,-3-2-8 0,-4 3 8 0,4 2-8 0,-3-5 12 15,-1 0-4-15,-2 3 0 0,3-3-8 0,-3 0 12 0,2 0-4 16,1 0-8-16,3 0 8 0,0 3-8 0,-1-3 8 16,1 2-8-16,0 1 10 0,-3 0-10 0,-1-1 10 15,-2-2-10-15,0 3 10 0,0-3-10 0,-1 0 10 16,4-3-10-16,0 3 0 0,6-2 0 0,-4 2 8 15,1 0-8-15,-3 2 0 0,-1-2 9 0,1 0-9 16,0-2 0-16,-3 2 8 0,-1-3-8 0,4 3 0 16,0-3 0-16,3 1 9 0,-1-1-9 0,1 3 0 15,0-3 10-15,0 3-10 0,-4 0 8 0,4 0-8 16,-3 0 9-16,-3-5-9 0,-1 0 10 0,1 2-10 16,0 1 10-16,3-1-10 0,2 0 10 0,-2 1-10 15,0-1 10-15,0 3-10 0,-1 0 10 0,-2 0-10 16,0-3 8-16,-3 3-8 0,-1-5 0 0,1 2 9 15,0 3-9-15,0-5 0 0,3 2 0 0,-1 1 0 16,1-1 8-16,0 0-8 0,0 3 8 0,-1 0-8 16,-2 0 8-16,-3 3-8 0,0-3 0 0,0 3 8 15,-4-3-8-15,-2 0 10 0,0 0-10 0,-3 0 10 16,3 0-2-16,-3 0 0 0,0 0 0 0,0 0 0 16,-4 0 0-16,1 0 0 0,3 0 0 0,-3 0 0 0,-3 0-8 15,3 2 12-15,0-2-12 0,-3 8 12 0,0-8-12 0,0 3 10 16,0 2-10-16,-3-2 10 0,2 0-10 0,-2 2 0 0,0-2 9 15,0 2-9-15,0 0 0 0,0 0 9 0,0 1-9 16,-3 2 0 0,3-3 0-16,0 3 0 0,0 2 0 0,-3-4 0 0,0 2 8 0,3 0-8 0,-3 2 0 15,0-2 0-15,0 3 0 0,3-3 0 0,-3 2 0 0,0 1 0 16,0-1 0-16,0 4 0 0,0-9 0 16,0 6 0-16,-3-1 8 0,3 1-8 0,0-6 0 0,0 3 0 15,0 0 0-15,-3 2 0 0,3-2 0 0,0 0 0 16,0 0 0-16,-1 3 0 0,1-3 0 0,0 0 0 15,0 0 0-15,0-3 0 0,0 3 0 0,0 0 0 16,0-3 0-16,0 3 0 0,3-3 0 0,-3 6 0 16,3-6 0-16,-3 1 0 0,0-1 0 0,3 3 0 15,-3-3 0-15,0 3 0 0,3-3 0 0,-3 1 0 16,0 1 0-16,3-1 0 0,-3-1 0 0,3 0 0 16,-3 1 0-16,3-1 0 0,-3 0 0 0,3 1 0 15,0-1 0-15,-3 0 0 0,3 0 8 0,-3 1-8 16,3-4 0-16,-1 4 0 0,1-1 0 0,0 0 0 15,0 3 0-15,0-5 0 0,0 2 0 0,0 0 0 16,0 1 0-16,3-1 0 0,-3 0 0 0,0 3 0 16,3-5 0-16,-3 2 0 0,0 0 0 0,0 1 0 15,3-4 0-15,0 6 0 0,0-5 0 0,-1 2 0 16,1 1 0-16,0-1 0 0,0-3 0 0,0 4 0 0,0-4 0 16,0 6 0-16,3-5 0 0,-3 0 0 15,0 2 0-15,3-2 0 0,0-1 0 0,-3 4 0 0,2-4 0 0,1 1 0 0,0-1 0 16,0 1 0-1,0 2 0-15,0-2 0 0,0 0 0 0,3 2 0 0,-3-2 0 16,3-1 0-16,-1 1 0 0,1 0 0 0,3-1 0 16,3 1 0-16,0 0 0 0,0-1 0 0,3 3 0 0,2-5 0 15,1 3 0-15,3 0 0 0,-3-1 0 0,-1 1-9 0,1 0 9 0,0-1 0 16,3 1 0-16,-3 0 0 0,-1-1 0 0,4 1 0 16,0-3 0-16,6 3 0 0,-4-1 0 0,4 1 0 15,0-1 0-15,-3 1 0 0,2 0 0 0,-2-1 0 16,-3 1 0-16,0 0 0 0,-1-3 0 0,1 2 0 15,3-2 0-15,0 3 8 0,5-3-8 0,-2 3 0 16,0-1 0-16,-1 4 8 0,-2-4-8 0,-3 1 0 16,3-3 0-16,-7 3 9 0,1-3-9 0,3 2 0 15,0-2 9-15,0 3-9 0,-1-3 0 0,4 0 9 16,-3 5-9-16,0-2 0 0,-1-1 0 0,1 1 0 16,-6 0 0-16,3-1 0 0,-6 4 0 0,2-6 0 15,-2 2 0-15,0-2 8 0,-3 0-8 0,3 0 0 16,0 0 8-16,-1 0-8 0,4 0 0 0,0 0 8 15,0 0-8-15,0 0 0 0,-1 0 0 0,4 0 0 16,-6 0 8-16,3 3-8 0,-3 0 0 0,0-1 8 16,-4-2-8-16,1 0 0 0,0 0 0 0,0 0 8 15,-3 0-8-15,3-2 0 0,-3-1 0 0,3 0 0 16,-1 3 8-16,1-2-8 0,3 2 0 0,-3 0 8 16,3 0-8-16,0-6 0 0,2 6 0 0,-2-2 8 0,0 2-8 0,0 0 0 15,0 2 0-15,-3-2 0 0,-1 6 0 0,1-6 0 16,0 0 0-16,0 0 0 0,-3 0 0 0,0 0 0 15,0 0 0-15,0 0 0 0,-1 0 0 0,1-6 8 0,3 6-8 16,-3-2 0 0,3 2 0-16,0-3 0 0,0 3 8 0,0 0-8 0,2 0 0 0,-2 0 0 0,3 0 0 0,-3 0 0 15,0 3 10-15,-3-3-10 0,3 0 12 0,-4 2-12 16,1 4 0-16,3-6 0 0,-6 0 0 16,3 2 0-16,-3-2 0 0,0 0 0 0,-3 0 8 15,3 0-8-15,-3 0 0 0,2 0 0 0,-2 0 0 0,0 0 0 16,3 0 9-16,-3 0-9 0,3-2 0 15,-3 2 9-15,0 0-9 0,3 0 12 0,-3 0-12 0,0 0 12 16,0 0-4-16,0 0-8 0,-1 0 12 16,1 0-4-16,0 2 0 0,-3-2-8 0,3 0 12 0,0 0-4 15,0 0-8-15,-3 0 12 0,3 0-12 0,-3 3 12 16,3-3-12-16,-3 0 0 0,3 0 0 0,-3 3 0 16,0-1 8-16,0-2-8 0,0 0 8 0,-1 3-8 15,-2-3 0-15,3 3 0 0,-6-3 0 0,6 0 0 16,-3 2 0-16,-3-2 0 0,3 0 0 0,-3 0 8 15,6 3-16-15,-6-3-4 0,0 0-1 0,0 0 0 16,0 0-150-16,3 2-29 0,-3-2-7 0</inkml:trace>
  <inkml:trace contextRef="#ctx0" brushRef="#br0" timeOffset="60802.591">11572 6022 1226 0,'0'0'25'0,"0"0"7"0,0 0-32 0,0 0 0 0,0 0 0 0,0 0 0 16,0 0 76-16,0 0 8 0,3-2 1 0,-3 2 1 16,0-6-29-16,3 4-5 0,0-1-2 0,3 3 0 15,-3-3-10-15,3 3-3 0,0 0 0 0,0 0 0 16,3 0-4-16,0 0-1 0,-3 0 0 0,3 0 0 16,0 0-6-16,-3 0-2 0,3 0 0 0,0 0 0 15,0 0-8-15,0 0-1 0,2 0-1 0,-2 0 0 16,3 0-6-16,0 0 0 0,0 0-8 0,6 0 12 15,0 0-12-15,0 0 9 0,6 0-9 0,2 0 8 16,4-2-8-16,6 2 0 0,-1-3 0 0,4 3 0 16,-3 0 0-16,0-3 0 0,-4 3 0 0,10-2 8 15,-3 2-8-15,5-3 0 0,7 3 0 0,-3-2 0 16,-1-1 0-16,-2 3 10 0,0-3-10 0,2 1 10 16,1-1 5-16,2 3 1 0,4-3 0 0,0 1 0 15,-7-1 0-15,1 3 1 0,-4-3 0 0,7 3 0 16,0-2-1-16,2-1-1 0,1 0 0 0,2 1 0 15,-8-1-4-15,0 3-1 0,-4-5 0 0,4 5 0 16,-3-3-2-16,2 1 0 0,4-1 0 0,-4 0 0 0,1-2-8 16,-6 2 0-16,-1 1 9 0,4-1-9 15,-6 0 0-15,2 1 8 0,1-1-8 0,3-2 0 0,-7 2 0 0,4 1 8 16,3-1-8-16,-4 0 0 0,-2 1 0 0,-3-1 9 16,-3 0-9-16,2-2 0 0,1 2 8 0,3 1-8 15,5-1 0-15,-2-2 0 0,0 2 8 0,-4 0-8 0,1 1 0 0,0-1 0 16,-1 1 0-16,1-1 8 0,3-2-8 0,0 2 0 15,2-2 10-15,-2 2-10 0,2 0 8 0,1 1-8 16,-3-1 0-16,-1-2 0 0,-2 2 0 0,3 0 0 16,0 1 0-16,2-1 0 0,4-2 0 0,-1 2 0 15,-5 1 0-15,0 2 0 16,-4-3 8-16,4-2-8 0,0 2 0 0,2 0 0 0,1 1 0 0,0-1 0 16,-1 0 0-16,-2 1 0 0,0 2 0 0,-1 0 0 15,-2 0 8-15,3-3 0 0,-6 1 0 0,5-1 0 16,-2 3-8-16,3 0 0 0,-1 0 0 0,1 0 0 15,-3 3 0-15,-4-3 0 0,-2 0 0 0,3 0 0 16,-1 0 0-16,1 0 0 0,0 0 9 0,6 0-9 16,-7 0 0-16,4 2 8 0,3 1-8 0,-4-1 0 15,-5 1 0-15,0-3 8 0,-3 3-8 0,-1-3 0 16,1 0 0-16,0 0 9 0,3 0-9 0,2 0 0 16,-2 0 12-16,0 0-12 0,0 0 12 0,-1 2-12 15,1 1 13-15,-6-3-4 0,0 0-1 0,-1 3 0 16,1-3-8-16,-3 0 8 0,6 0-8 0,-3 0 8 15,2-3-8-15,1 3 0 0,3-3 9 0,0 3-9 16,-4 0 0-16,1 0 9 0,-3 0-9 0,3 0 0 16,-3 0 9-16,-4 0-9 0,1-2 0 0,3 2 9 15,-3-3-9-15,3 0 0 0,2 1 0 0,-2 2 8 0,3 0-8 0,0 0 0 0,2 0 0 0,-2 0 0 16,-3 2 8-16,0-2-8 0,-3 3 0 0,-1-3 8 16,1 0-8-16,-3 0 0 0,0 0 9 0,-3 0-9 15,3-3 0-15,2 3 9 0,1-2-9 0,0 2 0 16,3 0 8-16,-3 0-8 0,5 0 0 0,-5 0 0 15,3 2 8-15,-3 1-8 0,0-3 0 16,-4 3 0-16,1-1 0 0,0-2 0 0,-3 0 0 0,0 3 0 16,3-3 0-16,-1 0 0 0,-2 0 0 0,3 0 0 15,3 0 0-15,0 0 8 0,0-3-8 0,-1 6 0 16,1-3 9-16,3 0-9 0,-3 3 0 0,-3-3 9 16,2 0-9-16,-5 2 0 0,3 1 0 0,-3-3 8 15,0 3-8-15,-3-3 0 0,0 0 9 0,0 0-9 16,-1 0 0-16,1 0 9 0,0 0-9 0,0-3 0 15,0 3 10-15,0 0-10 0,0-3 8 0,3 3-8 16,-4-2 8-16,1 2-8 0,3 0 0 0,-3 0 8 16,0 0-8-16,0 0 0 0,0 0 9 0,0 0-9 15,0 0 8-15,-4 0-8 0,1 0 8 0,0 0-8 16,0 2 11-16,0-2-3 0,3 0 0 0,-6 0 0 16,3 3-8-16,-3-3 0 0,0 0 0 0,0 0 0 15,-3 0 0-15,2 0 0 0,1 0 0 0,-3 0-11 16,3 0 11-16,-3 0 0 0,3 0 0 0,0 0 0 15,0 0 0-15,-3 0 0 0,3-3 0 0,0 3 8 16,0 0-8-16,0 0 0 0,0 0 0 0,0 0 0 16,-1 0 0-16,-2-2 8 0,0 2-8 0,0 0 0 0,3 0 0 15,-3 0 0-15,0 0 0 0,0 0 8 0,0 0-8 0,-6 0 0 16,0 0 8-16,0 0-8 0,3 0 0 0,-3 0 9 0,0 0-9 16,0 0 0-16,6 0 0 0,-6 0-20 0,0 0 2 15,0 0 1 1,0 0-124-16,0 0-25 0,3 8-5 0</inkml:trace>
  <inkml:trace contextRef="#ctx0" brushRef="#br0" timeOffset="64257.075">11534 8555 1179 0,'0'0'33'0,"0"0"8"0,0 0-33 0,0 0-8 0,0 0 0 0,0 0 0 15,0 7 55-15,0-7 9 0,0 3 1 0,3 2 1 16,-3-5-20-16,3 6-4 0,0-1-1 0,3-2 0 15,-3 2-10-15,0-2-3 0,3-1 0 0,-3 1 0 16,3-1 0-16,2 1 0 0,-2 0 0 0,3-1 0 16,0 1-7-16,3 0-1 0,-3-3-1 0,3 2 0 15,0-2-3-15,-3 0-1 0,3 0 0 0,0 0 0 16,0 0 0-16,-1 0 0 0,1 0 0 0,0-2 0 16,3 2 0-16,0 0 0 0,3-3 0 0,0 0 0 15,0 3-15-15,2-2 11 0,1-1-11 0,3 3 10 16,0 0-10-16,0 0 0 0,0 0 0 0,-1 0 8 15,1 0-8-15,-3 0 10 0,3 0-10 0,-3 0 10 16,-3 0-2-16,2 0-8 0,1 0 12 0,0-3-4 16,0 3 0-16,3 0 0 0,2-2 0 0,4 2 0 15,-3 0 2-15,3 2 0 0,0-2 0 0,-1 0 0 0,1 3 1 16,-3-3 0-16,0 0 0 0,-4 3 0 16,4-3-1-16,-3-3 0 0,0 3 0 0,6-3 0 0,-4 3-2 15,4-2-8-15,0 2 12 0,3-3-4 0,-4 3-8 0,4 3 8 16,0-1-8-16,-3-2 8 0,0 3-8 0,-4-3 0 0,-2 0 0 15,3 0 0 1,0 0 0-16,-1-3 0 0,4 3 0 0,0 0 0 0,3 0 0 16,-1 0 0-16,1 3 0 0,0-3 0 0,-3 3 0 15,0-1 8-15,-4 1-8 0,1-3 0 0,3 0 9 0,-3 0-9 16,-1 0 10-16,7-3-10 0,0 3 8 16,0 0-8-16,2 0 0 0,4 3 9 0,-6-3-9 0,0 3 0 0,-1-1 0 0,1-2 8 15,0 3-8-15,0-3 0 0,-1-3 0 0,4 3 8 16,3 0-8-16,-1 3 0 0,4 0 0 0,0-3 8 15,-4 2-8-15,-2-2 0 0,0 0 0 0,0 0 0 16,2 0 0-16,1 0 8 0,0 0-8 0,5 3 0 16,-2-3 0-16,0 3 8 0,-4-1-8 0,4-2 0 15,0 3 9-15,-4-3-9 0,1 0 10 0,3 0-10 16,-1 0 10-16,1 3-10 0,3-3 10 0,-1 2-10 16,-5 1 8-16,0-1-8 0,-3 1 0 0,-1 0 9 15,1-3-9-15,0 0 10 0,-1 0-10 0,1 2 10 16,3-2-10-16,-3 6 10 0,-4-4-10 0,4 1 10 15,-6 0-10-15,-3-3 10 0,-1 2-10 0,-2 1 10 16,-3 0-10-16,0-3 12 0,0 0-12 0,0 2 12 16,-1-2-12-16,-2 3 10 0,0-3-10 0,3 0 10 15,-3 3-10-15,0-3 0 0,-1 0 9 0,1 2-9 16,-3-2 0-16,0 3 9 0,0-3-9 0,0 0 0 16,0 0 8-16,-3 0-8 0,0 0 0 0,-1 0 0 0,1 0 8 15,-3 0-8-15,0 0 0 0,0-3 0 0,0 3 0 16,0-2 0-16,-3 2 8 0,0-3-8 0,3 0 0 15,-3 1 0-15,-3 2 8 0,3-6-8 0,-3 4 0 0,3-1 0 0,-3 0 0 16,0-2 0 0,0 0 9-16,3-1-9 0,-3 1 0 0,0-3 9 0,-1 3-9 0,-2-3 12 0,3 3-12 0,0-6 12 15,-3 3-2-15,3 0 0 0,0 0 0 0,-3-2 0 16,3-1-10-16,-3 1 12 0,3 2-12 0,-3-6 12 16,0 4-3-16,3-3 0 0,-3-1 0 0,0 1 0 15,-3-3 3-15,3 0 0 0,0 1 0 0,0-4 0 16,0 0-2-16,3-2 0 0,-3 0 0 0,0 0 0 15,3-3-1-15,-3 3 0 0,0-3 0 0,0 3 0 16,3 0-9-16,0 2 8 0,-3 1-8 0,3-1 8 16,0 3-8-16,-3 1 0 0,3-1 9 0,-3 0-9 15,0 0 0-15,3 3 0 0,-3-3 0 0,0 0 8 16,0 0-8-16,3 0 0 0,-3 0 8 0,0 0-8 16,3 1 0-16,-3-1 0 0,3-3 0 0,0 3 0 15,0-2 0-15,-3 4 0 0,3-1 0 0,0 1 0 16,0-1 0-16,3 1 0 0,-3 4 0 0,3-4 0 15,0 4 0-15,0-1 0 0,0 1 0 0,0 2 0 16,0 0 0-16,3 0 0 0,-1 3 0 0,1-1 0 16,0 1 0-16,3 0 0 0,0-1 0 0,0 4 0 15,0-1 0-15,3-2 0 0,-3 2 0 0,0 1 0 0,3-1 0 16,-1 3 0-16,1-3 0 0,-3 1 0 0,3-1 0 0,-3 3 0 16,3-3 0-16,-3 1-8 0,0 2 8 0,0-3 0 0,2 3 0 0,1 0 0 15,-3-3 0-15,3 1 0 0,3 2 0 0,-3-3 0 16,3 3 0-16,3 0 0 0,-1-3 0 0,1 1 0 15,0 2 0-15,3 0 0 0,0-3 0 0,0 3 0 16,-1 0 0 0,-2 0 0-16,3 0 0 0,-3-2 0 0,-3 2 0 0,0-3-8 15,-1 3 8-15,4-3 0 0,0 3 0 0,0-2 0 16,0 2 0-16,3-3 0 0,2 3 0 0,1-3 0 16,0 1 0-16,0 2 0 0,3 0 0 0,-4-3 0 0,1 3 0 15,0 0 0-15,-3-3 0 0,0 3 0 0,-4-2 0 0,1 2-8 16,3 0 8-16,0-3 0 0,0 3 0 0,2-3 0 15,1 3 0-15,3-2 0 0,0 2 0 0,-1 0 0 16,1 0 0-16,-3 0 0 0,0-3 0 0,-3 3-8 16,-1 0 8-16,1 0 0 0,-3 0 0 0,3 0 0 15,-3-3 0-15,6 3 0 0,-1 0 0 0,1 0 0 16,0 0 0-16,3 0 0 0,-1 0 0 0,1 0 0 16,-3 0 0-16,0-2 0 0,0 2 0 0,-4 0 0 15,-2 0 0-15,3 0 0 0,-3 0 0 0,3 0 0 16,-3 0 0-16,2-3 0 0,4 3 0 0,0 0 0 15,3-2 0-15,-4 2 0 0,4 0 0 0,-3 0 0 16,0-3 0-16,0 3 0 0,-1 0 0 0,-2 0 0 16,-3 0 0-16,0 0 0 0,0 0 0 0,0 0 0 15,2 0 0-15,-2-3 0 0,3 3 0 0,3 0 0 0,0-2 0 16,-4 2 0-16,4 0 0 0,3-3 0 16,-6 3 0-16,0 0 0 0,-1-3 8 0,-2 1-8 15,0 2 0-15,-3 0 0 0,0 0 0 0,0 0-8 16,-3 0 8-16,2 0 0 0,1-3 0 0,0 3 0 15,0 0 0-15,0-3 0 0,0 3 0 0,3-2 0 16,-4 2 0-16,4 0 0 0,0 0 0 0,-3 0 0 16,3 0 0-16,-3 0 0 0,-3 0 0 0,2 0 0 0,-2 0 8 0,0 0-8 0,-3 0 8 0,3 0-8 15,-3 0 0-15,0 2 0 0,-3-2 0 0,3 0 0 16,-3 3 0-16,-1-3 0 0,1 0 0 0,0 3 0 16,0-3 0-16,0 0 0 0,3 2 0 0,-3 1 0 15,3-3 0-15,0 0 0 0,0 3 0 0,-3-3 0 16,3 0 0-16,-1 0 0 0,4 0 0 0,-3 2 0 15,3-2 0-15,-3 0 0 0,0 0 0 0,3 3 0 16,-3-3 0-16,0 0 0 16,0 0 0-16,-1 0 0 0,1 0 8 0,-3 0-8 0,0 0 8 0,0 3-8 15,0-3 0-15,0 0 0 0,0 0 0 0,-3 2 0 16,0-2 8-16,3 0-8 0,-3 0 8 0,0 3-8 16,3-3 0-16,-3 0 0 0,0 2 0 0,-4-2 0 15,4 3 0-15,0-3 0 0,-3 0 0 0,3 3 0 16,0-3 0-16,-3 0 8 0,3 0-8 0,0 2 0 15,0-2 0-15,-3 3 0 0,3-3 0 0,0 0 8 16,0 0-8-16,0 0 0 0,0 0 0 0,0 0 0 16,0 0 0-16,3 0 0 0,-3 0 0 0,3 3 8 15,-3-3-8-15,2 0 0 0,1 0 0 0,-3 0 0 16,3 0 0-16,-3 0 0 0,3 0 0 0,-3 0 8 16,3 0-8-16,-3 0 0 0,3 0 8 0,0 0-8 0,-3 0 0 15,3 0 0-15,-3 0 0 0,3 0 0 0,-3 0 8 0,2 0-8 0,-2-3 8 16,0 3-8-16,3 0 0 0,-3 0 0 0,3 0 0 0,-3 0 0 15,3 0 0-15,-3-3 8 0,0 3-8 0,0-2 0 32,3 2 0-32,-3-3 0 0,3 0-10 0,-3 1 10 15,0 2-41-15,3-3-2 0,0 1 0 0,-4-1 0 16,4 0-142-16,0 1-29 0</inkml:trace>
  <inkml:trace contextRef="#ctx0" brushRef="#br0" timeOffset="66597.331">11605 10012 1337 0,'0'0'28'0,"0"0"6"0,0 0-34 0,0 0 0 0,0 0 0 0,0 0 0 16,3-2 58-16,3 2 5 0,0 0 1 0,-3 0 0 16,3 0 0-16,0 0 0 0,0 0 0 0,0 0 0 15,3 0-52-15,-3 0-12 0,0 2 0 0,3-2 0 16,-3 0 54-16,3 0 8 0,-1 0 2 0,-2 0 0 16,3 0-52-16,3 3-12 0,-3-3 0 0,3 3 0 15,0-3-11-15,0 0-5 0,3 2 0 0,3-2-1 16,0 3 17-16,2-3 0 0,1 0 0 0,0 0 0 15,6 0 10-15,-3 0 6 0,2 0 0 0,1 0 1 16,-3 3-17-16,3-3 0 0,0 2 0 0,-1 1 0 16,7 0 0-16,3-3 0 0,0 2 0 0,5 1 0 15,1-3 0-15,3 3-17 0,2-3 3 0,1 0 1 16,-4 0 21-16,4 2 4 0,0 1 0 0,2-3 1 16,-2 3-13-16,3-1 0 0,2-2 0 0,4 3 0 15,-7-1 0-15,1 1 11 0,-1-3-3 0,4 3-8 16,-3-1 16-16,-1 1-4 0,-2-3-1 0,5 0 0 0,-5 0 4 15,-3 3 1-15,-1-1 0 0,4 1 0 0,-3-3 2 16,-1 3 1-16,4-3 0 0,-3 2 0 0,-4-2-3 0,-5 0 0 16,-3 3 0-16,5-3 0 0,-2 3-4 0,3-3-2 15,0 2 0-15,-1-2 0 0,4 0-10 16,-6 0 10-16,-1 0-10 0,4 0 10 0,-6 0-10 0,0 0 0 0,-1 0 9 16,1 3-9-16,3-3 0 0,-1 0 0 0,7 0 0 15,-3 2 0-15,0-2 0 0,-4 3 8 16,1-3-8-16,0 0 0 0,-1 0 0 0,1 0 8 15,3-3-8-15,0 6 0 0,2-3 0 0,1 0 9 0,0 3-9 0,2-3 0 16,-5 0 8-16,-3 0-8 0,-1 0 0 16,4 0 0-16,0 2 11 0,-1-2-11 0,4 0 10 0,3 0-10 15,-7 3 12-15,1-3-3 0,3 0-1 0,-4 3 0 16,-2-3 3-16,3 0 0 0,-3 0 0 0,5 0 0 16,-2 0-3-16,0 0-8 0,2 0 12 0,1 0-4 15,-3 0-8-15,-4 0 0 0,-2 0 9 0,0 0-9 16,3 0 0-16,-4 0 0 0,4 0 0 0,3 0 8 15,-3 2-8-15,-1-2 8 0,4 3-8 0,-3 0 8 16,-1-3-8-16,-5 0 0 0,0 2 0 0,-3-2 0 16,2 0 0-16,1 0 9 0,-3 0-9 0,3 3 0 15,3-3 0-15,-4 0 0 0,1 3 0 0,0-3 0 16,-3 2 10-16,-4-2-10 0,1 0 8 0,-3 0-8 16,-3 0 8-16,-3 0-8 0,0 0 0 0,-3 0 8 15,0-2-8-15,-4 2 8 0,-2-3-8 0,3 0 8 16,-3 1 2-16,-3-1 0 0,3 0 0 0,-3 1 0 15,0-1 4-15,-3 3 1 0,3-5 0 0,0 2 0 16,-3-2 1-16,3 0 0 0,-3-1 0 0,0 1 0 16,0 0-4-16,-3-3 0 0,3 0 0 0,0 0 0 15,-3-3-1-15,3 1-1 0,0 2 0 0,0-5 0 16,0-1-10-16,0 1 8 0,0-3-8 0,0 0 8 0,0 0-8 0,0-2 0 0,0-1 9 16,0 4-9-16,3-4 0 0,-3 0 9 0,0 1-9 15,0-1 0-15,3 4 8 0,-3-4-8 0,3 3 0 0,-3-2 0 16,0 2 0-16,3-3 0 0,-3 3 8 0,0-2-8 15,3-1 0-15,-3-2 0 0,3-3 0 0,-3 3 0 16,3-3 0-16,0 1 0 0,-3-4 0 0,3 1 0 16,0 4 9-16,-3-1-9 0,3 1 0 0,0 4 9 15,0-1-9-15,0 4 0 0,0-4 0 16,0 3 0-16,0-2 8 0,-3 2-8 0,3-3 0 0,0 1 8 16,0-1-8-16,0 1 0 0,0-4 0 15,0 1 0-15,0-2 0 0,0 1 0 0,0 1 0 0,2-3 0 16,-2 3 0-16,3 3 0 0,0 2 0 0,-3 0 0 15,3 0 0-15,0 3 0 0,0-3 0 0,0 5 0 16,0 1 0-16,0 2 0 0,3 0 0 0,-3 0 0 16,3 0 0-16,0 0 0 0,0 0 0 0,0 0 0 15,3 3 0-15,-1-3 0 0,1 0 0 0,-3 3 0 16,3-3 0-16,0 3 0 0,3-3 0 0,-3 2 0 16,3 1 0-16,-3 0 0 0,3-3 0 0,-3 5 0 15,-1-2 0-15,4 0 0 0,-3-1 0 0,3 1 0 16,0 0 0-16,3-1 0 0,0 1 0 0,0 2 0 15,2-2-8-15,4 0 8 0,0 0 0 0,0 2 0 16,3-2 0-16,-4-1 0 0,4 4 0 0,0-4 0 0,-3 4 0 16,0-4 0-16,-4 1 0 0,4 3 0 0,0-4 0 15,0 4 0-15,0-4 0 0,3 4 0 0,2-1-9 16,1 0 9-16,0-2 0 0,6 2 0 0,-7 1 0 0,1-4 0 16,0 6 0-16,-3-2 0 0,-1-1 0 0,-2 1 0 0,0-1 0 0,0-2 0 15,0 2 0-15,5 0 0 0,1 1 0 16,0-1 0-16,0 0 0 0,2 3 0 0,1-2 0 0,0 2 0 15,-6 0 0-15,2 0 0 16,-5 0 0-16,3 0 0 0,-3 0 0 0,0 0 0 0,0-3 0 0,2 0 0 16,1 3 0-16,3 0 0 0,0-2 0 0,2 4 0 15,-5-2 0-15,3 0-8 0,0 3 8 0,-3 0 0 16,-4-3 0-16,1 2 0 0,-3 1 0 0,-3 0 0 16,3-1 0-16,-3-2 0 0,-1 3 0 0,4-3 0 15,-3 0 0-15,0 0 0 0,3 0 0 0,0 0 0 16,-1 3 0-16,-2-3 0 0,3 0 0 0,-3 2 0 15,3 1 0-15,-3 0 0 0,0-3 0 0,-1 2 0 16,1 1 0-16,-3-1 0 0,0 1 0 0,0 0 0 16,0-1 0-16,-3-2 0 0,0 3 0 0,0 0 0 15,-1-1 0-15,1-2 0 0,0 3 0 0,0 0 0 16,3-1 0-16,0 1 0 0,0-3 0 0,0 3 0 16,0-1 0-16,-1 1 0 0,1 0 0 0,3-1 0 15,0-2 0-15,0 3 0 0,-3-1 0 0,3 1 0 16,-3 0 0-16,2-1 0 0,-2-2 0 0,0 3 0 15,0 0 8-15,-3-1-8 0,0-2 0 0,0 3 9 16,0-3-9-16,-3 3 0 0,3-3 0 0,-4 0 0 16,-2 2 0-16,3-2 0 0,0 3 0 0,-3-3 0 15,0 3 0-15,3-3 0 0,-3 0 0 0,0 2 0 16,3 1 0-16,-3-3 0 0,0 0 8 0,3 2-8 0,0-2 0 16,-3 3 0-16,3-3 0 0,-3 3 0 0,-1-3 0 0,4 0 0 0,-3 0 0 15,3 0 0-15,0 0 0 0,-3 0 0 0,3 0 0 0,0 0 0 31,0 0-28-31,0 0-5 0,-3 0-1 0,3 2 0 16,-3-2-103-16,0 0-21 0,-3 0-4 0</inkml:trace>
  <inkml:trace contextRef="#ctx0" brushRef="#br0" timeOffset="68898.98">11397 12608 1136 0,'0'0'48'0,"0"0"-39"16,0 0 68-16,0 0 14 0,0 0 2 0,0 0 1 15,6 3-30-15,0-3-7 0,0 0-1 0,3 2 0 16,0-2-18-16,0 0-4 0,2-2-1 0,4 2 0 15,-3 0-12-15,6-3-2 0,0 1-1 0,0-1 0 16,0 0-4-16,2 3-1 0,-2-5 0 0,3 2 0 16,-3 1-13-16,0-1 9 0,-3 0-9 0,3 1 8 15,-3-1-8-15,2 0 8 0,1 1-8 0,0-1 8 16,3 3-8-16,3-3 0 0,0 1 9 0,2 2-9 16,4-3 9-16,0 3-9 0,6 0 12 0,-4 0-12 15,-2 0 8-15,0 0-8 0,0 0 0 0,2 0 0 16,4 0 0-16,0 3 10 0,3-3-10 0,5 0 8 15,-2 0-8-15,0 0 8 0,5 0-8 0,-2 0 8 16,-1 0-8-16,1 2 0 0,0 1 0 0,2-3 8 16,1 3-8-16,0 2 0 0,2-2 0 0,4-1 8 15,-7 1-8-15,1 0 0 0,-3-3 0 0,5 2 0 16,-2 1 12-16,6 2-4 0,-4-2 0 0,7 2 0 0,-10-2-8 16,1-3-11-16,-6 2 3 0,5 1 0 15,1 0 39-15,-1-1 8 0,4 1 1 0,0 2 1 0,-7-2-23 0,-2-3-5 0,-3 3-1 16,2-1 0-16,4-2 0 0,0 3-1 0,2 2 0 15,1-5 0-15,-3 3-11 16,-7-3 8-16,1 3-8 0,0-3 8 16,2 2-8-16,1-2 0 0,3 0 0 0,-1 0-11 15,1 0 11-15,0 0 0 0,-4-2 0 0,7 2 0 16,-6 0 9-16,-1-3 4 0,4 3 1 0,0-3 0 0,-1 3-22 0,4 0-5 16,-1 0-1-16,1 0 0 0,-6 0 14 0,-1-5 0 15,-5 2 0-15,6 3 0 0,-1-2 0 0,4-1 0 0,3 3 0 0,-1 0 0 16,-8-3 48-16,3 3 13 0,-7-2 3 0,4-1 0 15,-3 0-52-15,3 1-12 0,-1 2 0 0,4-3 0 16,-3 0 0-16,2 1 0 0,-2 2 0 0,3 0 0 16,-7-3 0-16,-5 3 0 0,0-2 0 15,3 2 0-15,-4-3 0 0,1 3 0 0,3-3 0 16,0 3 0-16,-1 0 0 0,1 0 0 0,0 0 0 0,-3 0 0 16,-4 0 0-16,1 0 0 0,-3 0 0 15,-3 0 0-15,-3 0 0 0,0 0 0 0,-1 0 0 0,1 3 0 16,-3-3 0-16,0 0 0 0,3 0 0 0,-3 0 0 15,-3 0 0-15,3 0 0 0,0 0 0 0,-4 0 0 16,1 0 0-16,0 0 0 0,-3 0 0 0,3 0 0 16,-3-3 0-16,-3 3 0 0,3-2 0 0,-3-1 0 15,0 3 0-15,0-3 0 0,0 1 0 0,0-1 0 16,-3-2 0-16,3 2 0 0,-3-5 0 0,0 3 0 16,3-3 0-16,-4 3 0 0,4-3 0 0,-3-3 0 15,3 3 54-15,-3-5 8 0,3 2 2 0,-3-2 0 16,0-5-52-16,3-1-12 0,-3-2 0 0,3 0 0 0,0-3 0 15,0-3 0-15,0 1 0 0,-3 0 0 0,3 2 0 16,0 0 0-16,0 0 0 0,0-2 0 0,0-1 26 0,-3 1 2 16,3-3 1-16,3-3 0 0,-3 0-19 0,-1-5-10 15,1 0 10-15,0-3-10 0,0 6 8 0,0 0-8 0,0-1 0 16,3-2 9-16,-3 3 15 0,0-1 2 0,3-2 1 0,-3 0 0 16,0-2-39-16,0-4-7 0,3 1-1 0,-3 0-1 15,0 2 21-15,0 5 0 0,0 1 0 0,0 0 8 16,0-3-8-16,-1 0 10 0,1-3-10 15,0-2 10-15,0 4-10 0,0-1 12 0,0 2-12 0,0 0 12 16,0 2-12-16,0 6 10 0,0-3-10 0,0 3 10 16,0-5-10-16,3 0 0 0,-3-4 9 0,0 1-9 15,3 3 0-15,-3 2 0 0,3-2 0 0,-3 5 8 16,3 2-8-16,-4 1 0 0,1 5 0 0,-3-3 0 16,3 3 0-16,0 0 0 0,-3-1 0 0,0 1 0 15,0-3 0-15,0 3 8 0,-3-3-8 0,3 1 0 16,0-1 0-16,0 0 0 0,-3 3 0 0,3 2 8 15,0-2-8-15,3 5 0 0,-3 3 0 0,0 0 0 16,0 0 0-16,0 2 0 0,0 0 0 0,0 3 0 16,0 1 0-16,3-1 0 0,-3 2 0 0,6 1 0 15,-6 0 0-15,3-1 0 0,-3 1 0 0,3 0 0 0,0 2 0 0,-3-2 0 16,2 2 0-16,1-2 0 0,-3 2 0 16,3 1 0-16,-3-1 0 0,0-2 0 0,3 2 0 0,-3 0 0 15,3 1 0-15,0-1 0 0,-3 0 0 0,3 1 0 0,0-1 0 16,0 3 0-16,3-2 0 0,0-1 0 0,0 0 0 0,0 1 0 15,0 2 0-15,0-3 0 0,2 0 0 0,4 1 0 32,0 2 0-32,3-3 0 0,0 0 0 0,0 1 0 0,3 2 0 15,-1-3 0-15,1-2 0 0,0 5 0 0,0-3 0 0,0 1 0 0,0-1 0 0,0 3 0 16,-4-5 0-16,4 2 0 0,-3 0 0 0,0 1-8 16,6-1 8-16,3 0 0 0,-1 1 0 0,1-1 0 15,3 0 0-15,3 1 0 0,-1-4 0 0,1 4 0 16,-3-3 0-16,0 2 0 0,-7 0 0 0,4 1 0 15,3-4 0-15,-3 4 0 0,0-4 0 0,2 4-8 16,1-4 8-16,3 4 0 0,3-4 0 0,-1 4 0 16,-2-3 0-16,-3 2 0 0,0-2 0 0,-1 2 0 15,-2 0 0-15,0 1 0 0,0-4 0 0,-1 4-8 16,1-4 8-16,0 4 0 0,3-4 0 0,0 4 0 16,-4-1 0-16,4 1 0 0,0-1 0 0,-3 0 0 15,-3 3 0-15,-4-2 0 0,1 2 0 0,0-3 0 16,-3 3 0-16,-3-3 0 0,0 3 0 0,3-2 8 15,-4 2-8-15,4-3 0 0,0 0 0 0,0 3 0 16,0-2 0-16,0 2 0 0,6 0 0 0,-4 0 0 16,1 2 0-16,3-2 0 0,0 0 0 0,0 3 0 15,-4 0 0-15,1-3 0 0,0 2 0 0,0 4 0 16,-3-6 0-16,-3 2 0 0,0-2 0 0,-1 0 0 16,1 3 0-16,0-6 0 0,3 3 0 0,-3 0 0 15,0 0 0-15,0 0 0 0,0 0 0 0,0 0 0 0,-1 0 0 0,4 0 0 0,-3 0 0 16,-3 0 0-16,3 0 0 0,-3 0 0 0,0 0 0 15,0 0 0-15,0 0 0 0,-1 0 8 16,-2 0-8-16,0 0 0 0,0 0 0 0,0 0 0 16,0 0 0-16,-3 0 8 0,0 0-8 0,3 0 0 15,-3 0 0-15,0 0 0 0,0 0-22 0,0 0-2 0,0-2-1 0,-3 2 0 16,3 0-102 0,-6 0-20-16,6 0-4 0</inkml:trace>
  <inkml:trace contextRef="#ctx0" brushRef="#br0" timeOffset="71098.443">11442 14426 1128 0,'-1447'0'48'15,"2894"0"-39"1,-1447 0 79-16,0 0 16 0,0 0 4 0,5-3 0 16,-2 3-34-16,0-2-6 0,3 2-2 0,0 0 0 15,-3-3-19-15,3 3-4 0,0 0-1 0,0-3 0 16,0 3-11-16,3 0-3 0,-3 0 0 0,3 0 0 15,-3 0-20-15,3 0-8 0,0 0 0 0,0 0 9 16,3 0 14-16,-1 0 2 0,-2 0 1 0,6 0 0 16,-3 0-42-16,0 0-8 0,0-2-1 0,0 2-1 15,0 0 26-15,-3-3 0 0,3 3 0 0,0 0 0 16,-1-3 0-16,1 1 0 0,0 2 0 0,0-3 0 16,3 3 16-16,0-2 9 0,3-1 2 0,0 3 0 15,6 0-27-15,-4-3 0 0,4 3 0 0,3 0 0 16,0 0-16-16,2 0-9 0,-2 0-2 0,3 0 0 0,-3 0 27 0,-3 0 0 15,-1 0 0-15,4 0 0 16,3-2 18-16,3-1 9 0,2 0 1 0,1 1 1 16,3-1-18-16,0 0-11 0,2 1 12 0,1-1-12 15,-6-2 15-15,-1 2-4 0,1-2-1 0,3 0 0 16,2-1-10-16,4 4 0 0,3-4 0 0,-1 4 0 0,-2-4 0 0,-3 1 10 0,-4 0-10 16,4 2 10-16,3-2-1 0,5 0 0 0,1-1 0 0,0 1 0 15,-4 2 0-15,-2-2 0 0,-4 2 0 0,7 1 0 16,-3-4-9-16,2 4 12 0,4-3-12 0,0 2 12 15,-4 0-4-15,-2 1-8 0,-1-1 12 0,1 0-4 16,3 1-20-16,-1-1-4 0,1 0 0 0,3 1-1 16,-4-1 17-16,1 0 0 0,-1 1 0 0,4 2 0 15,-6-3 0-15,2 0 0 0,1 1 0 0,3-1 0 16,-4 1 22-16,1 2 8 0,2-3 2 0,4 0 0 16,-6 1-52-16,-1 2-9 15,1-3-3-15,3 0 0 0,-4 3 53 0,1-2 11 0,2 2 1 0,1-3 1 16,-3 3-3-16,-4-3-1 0,1 3 0 0,3 0 0 15,-4 0-46-15,7 0-10 16,-4 0-2-16,4 0 0 0,-6 0 28 0,-4 0 0 0,1 0 0 0,0 0 0 16,2 0 0-16,1 0 0 0,3 0 0 0,-1 0 0 15,-5 0 0-15,0 0 0 0,-7 0 0 0,4 3 0 16,0-3 0-16,-4 0 0 0,7 0 0 0,0 3 8 16,-4-3-8-16,1 0 8 0,0 2-8 0,-3 1 8 15,-4-3-8-15,-2 0 0 0,-3 3 0 0,-3-3 0 16,-1 0 8-16,1 2-8 0,-3-2 8 0,3 3-8 15,0-3 0-15,0 3 9 0,-4-1-9 0,4-2 0 0,-3 3 8 16,0-3-8-16,-3 0 0 0,0 0 0 16,-1 0 9-16,-2 2-9 0,-3-2 0 0,0 0 9 0,0 0-9 0,-3 0 0 15,0-2 9-15,-3 2-9 0,0-3 0 16,0 1 9-16,0 2-9 0,-3-3 0 0,0-2 8 0,-3 2-8 0,3-2 0 16,-3-1 0-16,3 1 17 0,-3 0 0 15,3-3 0-15,-3 3 0 0,0-3-1 0,3 0-1 0,-3-3 0 16,0 1 0-16,0-1-3 0,0-2-1 0,0-3 0 15,0 0 0-15,0-3-1 0,3-4 0 16,-3 1 0-16,0-4 0 0,3 2 1 16,-3 0 0-16,3-2 0 0,-1 2 0 0,-2 0-11 0,0-2 0 0,3 2 0 0,-3 0 0 15,3-2 0-15,0-3 0 0,-3 0 0 0,3-3 0 16,0 0 20-16,0-2 3 0,0-3 0 0,0 0 0 16,3 5-15-16,0 0-8 0,-3 0 8 0,3 1-8 15,0-1-17-15,0-3-8 0,3 1-2 0,-3-3 0 16,3 0 73-16,0-3 14 0,0 0 4 0,0 1 0 15,3 2-76-15,2 5-14 0,-2 0-3 0,3-2-1 16,0-3 30-16,0 0 0 0,3 0 0 0,-3-6 0 16,3 6 0-16,-1-2 0 0,-2 2 0 0,3 0 0 15,-3 5 0-15,0 0 0 0,0 0 0 0,-3 3 0 16,0-3 8-16,0 1-8 0,-3-4 0 0,-1 1 0 16,1 0 8-16,-3 2-8 0,3-3 0 0,-3 6 0 15,3 0 22-15,-3 3 1 0,0 2 0 0,0 0 0 16,0 0-23-16,3 3 0 0,-3-3 0 0,0 0 0 15,0 1 0-15,0-4 0 0,-3 1 0 0,3-1 0 16,0 1 0-16,0 2 0 0,2 0 0 0,-5 0 0 16,6 3 0-16,-3 3 0 0,0 2 0 0,0 0 0 15,0 3 0-15,3 2 0 0,-3 1 0 0,0-1 0 16,0 0 0-16,0 1 0 0,0 2 0 0,0 0 0 16,3 3 0-16,-3-3 0 0,3 2 0 0,-3-2 0 0,3 6 0 15,-1-4 0-15,1 1 0 0,0 0 0 0,3 2 0 0,-3-2 0 0,3 2 0 16,-3-2 0-16,3 2 0 0,0 1 0 0,0-4 0 15,0 4 0-15,0-1 0 0,-1 0 0 0,1 1 0 16,0-1 0-16,3 1 0 0,-3 2 0 0,3-3 0 0,0 0 0 16,3 1 0-16,2 2 0 0,4-3 0 0,3 0 0 15,0 3 0-15,3-2 0 0,-1 2 0 0,4-3 0 16,-6 0 0-16,0 1 0 0,0-1 0 0,-4 3 0 16,1-3 0-16,-3 3 0 0,3 0 0 15,-3 0 0-15,2 0 0 0,1 3 0 0,0-3 0 16,0 0 0-16,0 0 0 0,2 0-12 0,-2-3 2 0,0 3 0 15,0 0 10-15,-6 0 0 0,3 0 0 0,-4 0 0 16,-2 0 0-16,-3 0 0 0,0 0 8 0,0 0-8 16,-3 3 8-16,0-3-8 0,-3 0 8 0,3 0-8 15,-3 0 0-15,0 0 8 0,0 0-8 0,-3 3 0 16,0-3 0-16,3 2 9 0,-6-2-9 0,3 0 0 16,-3 0 8-16,6 0-8 0,-6 0 0 0,5 0 0 15,1 3 0-15,-3-3 0 0,3 0 8 0,0 3-8 16,3-3 0-16,-3 0-19 0,3 0 4 0,0 0 1 15,3 0-30-15,3-3-7 0,0 0-1 0,3 3 0 16,-1-5-134-16,7 5-27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2:59:30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16734 4437 1500 0,'-9'-8'31'0,"9"8"8"16,-3-2-31-16,3 2-8 0,-6-6 0 0,0 4 0 0,3-1 112 0,-3 3 20 0,3-5 5 0,3 5 1 15,-6-3-52-15,6 3-10 0,0 0-3 0,0 0 0 16,0 0-15-16,0 0-3 0,0 0-1 0,0 0 0 15,0 0-20 1,0 0-4-16,0 0-1 0,0 0 0 16,-3 8-5-16,3-5 0 0,3 2-1 0,0 0 0 0,0 1-1 0,3-1 0 0,-3 0 0 0,3 3 0 15,3-2-2-15,-3-1-1 0,3 3 0 0,0 2 0 16,3-2 0-16,-3 0 0 0,0 0 0 0,3 5 0 16,-1-5 2-16,-2 3 1 0,3-1 0 0,0 1 0 15,0 2-3-15,0 1-1 0,0-1 0 0,0 0 0 16,3 5-2-16,-3-7 0 0,-3 8 0 0,2-6 0 15,1 3-4-15,-3 0 0 0,3 2-1 16,3-2 0-16,-3 0-2 0,0 0 0 0,0 0 0 0,3-1 0 16,-3 1-1-16,2-2-8 0,1 1 12 15,0-1-4-15,0 2 0 0,0-1-8 0,3 4 12 0,-3-6-4 16,3 8-8-16,-4-2 12 0,4 2-12 0,-3 0 12 16,3 0-12-16,-3 3 12 0,0-3-12 0,3 3 12 15,-3 0-12-15,-1-5-14 0,1 2 3 0,-3 0 1 16,3-3 10-16,-3 1 0 0,0-3 0 0,3 2 0 15,-3 1 23-15,0-3 6 0,0 2 2 0,-1 1 0 16,-2 2-23-16,3 0-8 0,-3 0 0 0,0 3 0 16,0 0-20-16,0-3-11 0,0 6-1 0,-3-4-1 15,0-2 55-15,0 1 11 0,0-1 3 0,0-3 0 16,-3 4-28-16,-3-7-8 0,0 4 0 0,0-1 0 16,0-2 0-16,-3 3 8 0,0-1-8 0,0 1 0 15,-3 2 8-15,0 0-8 0,0 3 0 0,0 0 0 0,-3 0 0 16,3-1 0-16,0 1 8 0,0 0-8 0,0 0 0 15,0-3 0-15,0 0 0 0,-3 0 0 16,3-2 0-16,0-1 10 0,0 1-10 0,1 0 8 0,-1-1-8 0,0 3 0 16,0-2 0-16,0 2 0 0,0 0 0 15,0 0 0-15,0 3 0 0,0 0 0 0,0 0 0 0,0-3 0 0,0 3 0 0,0-3 0 16,0 3 0-16,3-3 0 16,-3 0 0-16,0 0 0 0,0-2 0 0,0-1 0 0,0 1 0 0,0 2 0 15,-2-3 0-15,2 1 0 0,0 2 0 0,-3 0 0 16,3 0 0-16,-3 1 0 15,0 1 0-15,3-1 0 0,-3 1 0 0,0-1 0 0,0-1 0 0,0 0 0 16,0-3 0-16,0 4 0 16,0-7 0-16,0 1 0 0,1 3 0 0,-4-3 8 0,3-3-8 0,0 3 0 15,0 0 8-15,-3-3-8 0,3 3 0 0,-3 0 8 16,0 2-8-16,0 1 0 0,3-3 0 0,-3 5 8 16,4-3-8-16,-1 1 0 0,-3 2 0 0,3-2 8 15,0-4-8-15,0 1 0 0,0 0 9 0,-3 0-9 16,3-3 8-16,-3 3-8 0,3-3 8 0,-3 1-8 15,0-4 0-15,-2 3 0 0,2-2 0 0,-3 0 8 16,3-1-8-16,-3-2 0 0,3 0 0 0,-3 3 8 16,3-6-8-16,0 0 0 0,-2 0 8 0,2 1-8 15,0-4 0-15,0 1 0 0,3 0 0 0,0-1 0 16,0-2-29-16,3 0-1 0,0 0 0 16,6 0 0-16,0 0-108 0,-3-5-22 0,3 2-4 0</inkml:trace>
  <inkml:trace contextRef="#ctx0" brushRef="#br0" timeOffset="1095.287">16725 7388 1333 0,'0'0'28'0,"0"0"6"16,0 0-34-16,0 0 0 0,0 0 0 0,6 2 0 0,0-2 98 0,-3 3 13 0,3-3 2 0,0 0 1 16,0 0-46-16,0 0-8 0,0-3-3 0,0 3 0 15,3 0-16-15,-1 0-3 0,1 0-1 0,0 0 0 16,3 0-4-16,-3 0-1 0,3 0 0 16,0 3 0-16,0-6-4 0,0 3-2 0,3 0 0 0,-3-2 0 15,2 2-26-15,-2-3-9 0,3 0 0 0,0 1 0 16,0-1 58-16,0 0 12 0,3-2 3 15,-3 2 0-15,2 1-52 0,1-1-12 0,3-2 0 16,0 2 0-16,-3 1 0 0,3-1 0 16,0 0 0-16,-1 1 0 0,1 2 0 0,0-6 0 0,0 4 0 0,0-1 0 15,0 0 0-15,-4 1 0 0,4-4 0 0,0 4 0 16,-3-3 0-16,0 2 0 0,0-2 0 0,3-1 0 16,-4 1 54-16,4 0 8 0,0-1 2 0,3 1 0 15,-3 2-52-15,3-2-12 0,-4 0 0 0,4 0 0 16,-3-1-23-16,0 1-7 0,0 0-2 0,0-1 0 15,-1 1 52-15,-2 3 9 0,0-4 3 0,0 1 0 16,-3 0-45-16,0-1-9 0,0 1-2 0,-1-3 0 16,4 3 39-16,-3 0 7 0,3-1 2 0,-3-2 0 15,0 0-24-15,3 0 0 0,-3-2 0 0,2 2 0 16,1-3 0-16,-3 1 0 0,3-1 0 0,-3 1 0 16,0-1 0-16,0 0 0 0,3 1 0 0,-4-3 0 15,-2 2 0-15,3 0 0 0,0-2 0 0,0 3 0 16,-3-4 0-16,0 1 0 0,0 3 0 0,0-4 0 15,0 1 0-15,-1 0 0 0,1 0 0 0,0-3 0 16,0 3 0-16,0-1 0 0,0-2 0 0,3 1 0 16,-3 1 56-16,0-2 6 0,0 1 2 0,-4-4 0 0,4 3-52 15,0-2-12-15,3-1 0 0,-3 1 0 0,0-1 0 0,0 1 0 16,0-4 0-16,0 4 0 0,0 2 0 0,0 0 0 0,-1 0 0 16,1 0 0-16,3 3 0 0,-3-3 0 0,0 3 0 0,0-3 0 15,0 3 0-15,-3-3 0 0,3 0 0 0,-3 0 0 16,3 0 0-16,-1 1 0 0,-2-1 0 0,3-3 0 15,0 3 0-15,-3-2 0 0,3-1 0 0,0 1 0 16,-3-3 0-16,3-1 0 0,0 4 0 0,0-1 0 16,-1 1 28-16,1-1 2 0,3 3 1 0,-3 1 0 15,0 1-19-15,0 1-4 0,3 0-8 0,-3 2 12 16,0-2-12-16,0 2 11 0,-3 1-11 16,-1-1 10-16,4 3-10 0,-3-2 10 0,0-1-10 0,0 1 10 15,0-1-10-15,-3 3 0 0,3 0 0 0,-3 0 8 16,3 0-8-16,-3 0 0 0,0-2 0 0,0 4 0 15,0-2 0-15,-3 3 0 0,3-3 0 0,-3 3 0 16,0 0 0-16,0-1 0 0,-1 1 0 0,1 0 0 16,0 0-32-16,0 2-3 0,0-2 0 0,0 2 0 15,-3 0-105-15,3-2-20 0,0 2-5 0</inkml:trace>
  <inkml:trace contextRef="#ctx0" brushRef="#br0" timeOffset="5523.1">16749 4257 1437 0,'0'0'40'0,"0"0"10"0,0 0-40 0,-3 3-10 0,3-3 0 0,-3 5 0 16,0 1 64-16,3 2 12 0,-3-3 1 0,3 0 1 16,-3 0-21-16,3 1-4 0,0-1-1 0,-3 3 0 15,3-8-15-15,0 5-3 0,0 1-1 0,0 1 0 16,0-7-13-16,0 6-4 0,-3 2 0 0,3-3 0 16,0-5 3-16,0 8 0 0,0-3 0 0,0 1 0 15,0-6-4-15,0 10-1 0,0-7 0 0,0-3 0 16,-3 8-6-16,3-3-8 0,0-5 11 0,-3 8-11 15,3-8 9-15,-3 5-9 0,3-5 0 0,-6 8 9 16,3-5-9-16,3-3 0 0,-6 2-12 0,6-2 12 16,0 0-18-16,-3 3 4 0,3-3 1 0,0 0 0 15,0 0 13-15,0 0 0 0,0 0-10 0,0 0 10 16,0 0 0-16,0 0 0 0,0 0-9 0,0 0 9 16,-6-3 17-16,6 3 7 0,-3-2 2 0,3 2 0 15,-3-3-26-15,3 3-16 0,0-5 3 0,-3 0 0 0,3-1 21 16,0 6 4-16,3-2 0 0,-3-4 1 15,3 1-13-15,0 0 0 0,0 2 0 0,0-2 0 16,0 0 54-16,3-1 8 0,-3 1 2 0,0 0 0 0,3 2-19 0,0-2-3 16,-3 2-1-16,3-2 0 0,0-1-1 0,3 4 0 0,-3-1 0 0,0 1 0 15,3-1-12-15,-3 0-4 0,3 1 0 0,-4 2 0 16,4-3-12-16,0 3-4 0,0 0 0 0,0 0 0 16,3 0-8-16,0 3 0 0,0-3 9 0,0 2-9 15,0 1 0-15,3 0 8 0,-1-1-8 0,1 3 0 16,0 1 0-16,0-1 0 0,-3 3 0 0,6-5 8 15,-3 2-8-15,0 0 0 0,3 3 0 0,-1 0 0 16,1 0 0-16,0-3 0 0,3 3 8 0,0 0-8 16,0 0 14-16,-4 0-2 0,1 3 0 15,3-1 0-15,0-2-12 0,0 0 0 0,-3 0 0 0,3 5 0 16,-1-5 10-16,-2 3-10 0,0-3 10 0,0 5-10 16,-3-2 8-16,3-1-8 0,3 3 0 0,-4-2 9 15,1 0-9-15,3 4 0 0,0-4 0 0,0 8 8 16,0-9-8-16,-4 3 8 0,4 1-8 0,0-1 8 15,-3-3 0-15,3 4 0 0,-3-4 0 0,0 1 0 16,-4-1 0-16,4 1-8 0,-3-3 12 0,3 3-4 16,-3 2 0-16,-3-8 0 0,0 3 0 0,0 3 0 15,0-4-8-15,-1 4 12 0,1-3-12 0,3 0 12 16,-3 0-12-16,-3-3 10 0,3 3-10 0,0 0 10 16,0-3-10-16,-3 6 0 0,3-6 0 0,0 1 8 0,-4 1-8 15,7 1 0-15,-3-2 0 0,0 2 0 0,0 0 0 16,0-1 8-16,0 4-8 0,0-6 0 0,0 3 8 0,0 0-8 15,-1 3 0-15,1-1 8 0,0-2 0 0,0 3 0 16,0 2 0-16,0-8 0 16,0 6-8-16,-3 0 12 0,3-1-12 0,0-2 12 0,-3 3-12 0,0-1 10 0,-1-2-10 0,1 3 10 15,0-3-10-15,0 2 8 0,-3-2-8 16,3 3 8-16,0-3-8 0,-3 2 0 0,3-2 0 16,0 0 0-16,0 0 0 0,-3 0 8 0,3-3-8 0,-3 3 0 15,3 0 0-15,-3 0 8 0,2 0-8 0,-2 0 0 16,3 0 0-16,0-3 0 15,-3 1 0-15,3 2 0 0,0-3 0 0,0 0 0 0,0 3 8 0,-3-3-8 16,3 1 0-16,-3 2 0 16,3-3 0-16,-3 0 8 0,3 3-8 0,-3 0 0 0,2-3 0 0,-2 3 0 15,3 0 0-15,-3 0 0 0,3 0 0 0,-3 0 0 16,0 3 0-16,0-3 0 0,0 5 8 0,0-8-8 16,0 3 0-16,-3 0 0 0,3 0 0 0,0 3 0 15,0-4 0-15,-3 1 0 0,3 0 0 0,0 0 0 16,0 0 0-16,0 0 0 0,0 0 0 0,-1 0 0 15,-2 0 0-15,3-3 0 0,0 3 0 0,0 0 0 16,0-3 8-16,-3 3-8 0,3-2 8 0,0-1-8 16,-3 0 10-16,3 3-10 0,0 0 12 0,-3-5-12 15,3 5 11-15,0-6-11 0,-3 6 10 0,3-2-10 16,0-4 11-16,-3 4-11 0,3-1 12 0,0-3-12 16,0 4 9-16,0-1-9 0,0 0 0 0,0 1 9 15,-1-1-9-15,-2 0 0 0,3 0 0 0,0 1 0 16,0-1 0-16,-3 0 0 0,3 1 0 0,0-1 0 15,0-2 0-15,-3 2 0 0,3 0 0 0,0 0 0 16,0 1 0-16,-3-4 0 0,3 6 8 0,0-5-8 16,0 2 0-16,0 1 0 0,0-1 0 0,0 0 0 0,0 0 0 15,0 3 0-15,0-2 0 0,-3 2 0 0,2-3-9 0,-2 3 9 0,3 0-12 0,-3-3 12 16,0 3-26-16,0 0 2 0,0-3 0 0,0 3 0 31,0-3-58-31,0 1-11 0,0-1-3 0,3 0 0 16,-3 1-97-16,0-4-20 0,3 4-4 0</inkml:trace>
  <inkml:trace contextRef="#ctx0" brushRef="#br0" timeOffset="6615.832">18874 5930 1178 0,'0'0'24'0,"0"0"6"16,0 0-30-16,0 0 0 0,0 0 0 0,0 0 0 15,0 0 77-15,0 0 10 0,0 0 1 0,0 0 1 16,0 0-23-16,0 0-5 0,0 0-1 0,0 0 0 16,0 0-11-16,0 0-2 0,6-3-1 0,-3 0 0 15,0 1 6-15,3 2 2 0,0 0 0 0,0 0 0 0,0 0-14 0,0 0-4 0,0 0 0 0,0 0 0 16,3 0-8-16,0 0-3 0,-1 2 0 0,1-2 0 16,0 3-5-16,0-3 0 0,0 0-1 0,3 3 0 15,0-1 3-15,3-2 1 0,0 0 0 0,3 3 0 16,-1-3 4-16,1 0 1 0,3 0 0 0,0 0 0 15,3 0-2-15,-3 0 0 0,2-3 0 0,4 3 0 16,-3 0-2-16,0-2 0 0,0-1 0 16,3 3 0-16,-4 0-11 0,1-3-2 15,3 3-1-15,0 0 0 0,2-2 6 0,1 2 0 0,3-3 1 0,3 3 0 16,-4 0-1-16,1-3 0 0,0 1 0 0,0 2 0 16,-1 0-8-16,-2 0-8 0,-3-3 9 0,3 3-9 15,-3 3 15-15,-1-3-3 0,4 0-1 0,-3 0 0 16,0-3 0-16,-1 3 0 0,-2 0 0 0,3 0 0 15,-3 0-3-15,3 3-8 0,-4-3 12 0,-2 0-4 16,3 0 0-16,-3 2-8 0,0 1 12 0,-3-3-4 16,2 3-8-16,1-1 10 0,3 1-10 0,0-3 10 15,0 3-10-15,-3-1 8 0,2 1-8 0,1-3 8 16,-3 0-8-16,3 3 0 0,-3-3 0 0,0 2 8 16,-1-2-8-16,-2 0 0 0,3 3 9 0,-3-3-9 15,-3 3 0-15,0-3 0 0,0 2 0 0,-1-2 8 16,-2 0-8-16,0 3 0 0,0-3 0 0,0 0 0 15,0 2 0-15,-3-2 0 0,3 3 0 0,0-3 0 16,-3 0 0-16,0 3 0 0,0-3 0 0,-1 2 0 0,1-2 0 0,-3 3 0 16,0-3 0-16,0 3 0 0,0-1 0 0,0 1 0 0,0-3-10 0,-6 0 10 31,3 3-40-31,-3-3-2 0,6 2 0 0,-6-2 0 16,3 0-162-16,-3 0-32 0</inkml:trace>
  <inkml:trace contextRef="#ctx0" brushRef="#br0" timeOffset="8366.557">16963 10767 851 0,'0'0'36'0,"0"0"-36"16,0 0 100-16,0 0 12 0,-6-3 4 0,6 3 0 15,-6 0-19-15,6 0-3 0,0 0-1 0,-6 0 0 16,6 0 2-16,0 0 0 0,-6 3 0 0,6-3 0 16,-3 5-11-16,3-5-1 0,-3 3-1 0,3-3 0 15,-3 5-10-15,0 3-3 0,0-3 0 0,0 0 0 16,3 3-11-16,0-2-2 0,0-1-1 0,3 0 0 16,-3 3-15-16,3-3-4 0,0 1 0 0,0 2 0 15,0-3-9-15,3 3-3 0,0 0 0 0,0 0 0 16,0 0-11-16,0 0-2 0,0 0-1 0,0-1 0 15,3 1 0-15,0 3 0 0,0-3 0 0,3 2 0 16,-3-2-19-16,3 3-4 0,-4-3-1 0,4 3 0 16,0-4 14-16,0 4 0 0,0 0 0 0,3-1 0 15,-3 3 24-15,0 1 7 0,3 2 1 0,0-1 1 0,-1 4-24 16,1-1-9-16,0 4 0 0,3-4 9 0,-3 1-1 16,0 2 0-16,0-3 0 0,3 1 0 15,-7-3 0-15,4 2 0 0,-3-2 0 0,3 3 0 0,-3-1 1 0,-3 1 0 16,3-1 0-16,-3 3 0 0,3-2-9 0,-3 2 12 15,3 3-12-15,-3 0 12 0,-1 0-12 16,1 2 0-16,0 0 0 0,0 4 0 16,-3-4 0-16,0-2 8 0,3 0-8 0,-3-3 0 0,0 3 0 0,0-3 0 0,-3-3 8 15,3 4-8-15,-3-1 0 0,3 0 0 0,-3 0 0 0,0 5 0 16,0 1 0-16,-3-1 8 0,0 4-8 0,3-1 0 16,-3-3 0-16,0 1 0 0,0-1 8 0,0-2-8 15,-3 0 0-15,3-3 0 0,-3 0 0 0,0-3 0 16,0 4 0-16,3-4 0 0,-3 3 8 0,0 1-8 15,0 1-8-15,0 1-4 0,0 3-1 0,-3-1 0 16,3-2 21-16,-3 2 5 0,3 1 1 0,-3-3 0 16,0-3-14-16,3 0 0 0,-3-3 0 0,0 1 0 15,3 2 0-15,-3-5 0 0,0 3 0 0,0-1 0 16,0 3 0-16,1-2 0 0,-1 2 0 0,0 0 0 16,0 0 0-16,0 3 0 0,3 0 0 0,-3 2 0 15,3-2 0-15,-3-3 0 0,3 3 0 0,-3-3 0 16,3 0 0-16,-3-2 0 0,0 0 0 0,0-1 0 15,0 1 0-15,0-1 0 0,0 1 0 0,-3 2 0 16,0-3 0-16,3 1 0 0,-3 2 0 0,1 0 0 16,2 3 0-16,-3 0 0 0,0 0 0 0,0 2 0 15,0-5 0-15,0 3 0 0,0 0 0 0,-3-3 0 16,3-2 0-16,-3-1 0 0,0-2 0 0,0 2 0 16,1-2-11-16,-1 0-1 0,0 0-1 0,0 0 0 0,0-3 21 15,0 3 4-15,0-3 0 0,0 3 1 16,0 0-13-16,3-3 0 0,-3 3 0 0,4 0 0 15,-1-3 0-15,0 3-18 0,0-3 4 0,0 1 1 16,0-1 13-16,0-3 0 0,3-2 0 0,-3 3 0 0,3-3 0 0,-3 0 0 0,3 0 0 16,-3 0 0-16,0 0 0 0,0-3 0 0,-2 0 0 0,2 1 0 15,0-1 0-15,-3-3 0 0,0 4 0 0,3-4 0 16,-3 1 0-16,3 0 0 0,0 2 0 0,-3-2 0 16,0-1-16-16,3 1-1 0,-2 0 0 0,-1-1 0 15,0 1-24-15,0 0-5 0,3-3-1 0,0 2 0 16,-3 1 38-16,3-3 9 15,0 2 0-15,0 1 0 0,3 0 0 0,-3-1 0 0,3-2 0 0,-3 3 0 16,4-3-17-16,-1 3-2 0,3-3 0 0,-3 2 0 31,6-2-21-31,-6 3-4 0,6-3 0 0,-6 3-1 16,6-3-15-16,0 0-4 0,0 0 0 0,0 0 0 16,0 0-94-16,0 0-19 0,0 0-4 0</inkml:trace>
  <inkml:trace contextRef="#ctx0" brushRef="#br0" timeOffset="9408.69">16660 13717 1094 0,'0'0'46'16,"2"5"-37"-1,-2-5 44-15,3 5 9 0,0 1 2 0,3 2 0 16,-3-3 51-16,3-2 10 0,0 2 3 0,0 0 0 16,0-2-57-16,0 2-11 0,0-2-3 0,3 2 0 15,0-2-24-15,0-1-5 0,3 1 0 0,-3 0-1 16,3-1-9-16,3 1-2 0,-4-3 0 0,4 3 0 16,0-1 10-16,0-2 2 0,3 3 0 0,0-3 0 0,0 0-28 0,-3 0-12 15,-1 0 0-15,4 0 1 0,-3 0 11 16,3 0 0-16,0 0 0 0,0 0 8 0,0 0-8 0,5 0 0 15,-2 0 8-15,6 0-8 0,0 0 8 0,0 0-8 0,2-3 10 16,1 3-10 0,0-2 20-16,0-1-3 0,-4-2 0 0,7 2 0 0,-6 0-27 0,3 1-6 0,3-1 0 0,-1 0-1 15,1-2 41-15,0 0 8 0,2 0 1 16,1-3 1-16,-3 2-23 0,-3-2-11 0,-1-2 10 16,1 2-10-16,-3 0 9 0,0 0-9 0,-3-3 8 0,2 1-8 15,-2 2 22-15,0-5-1 0,0-1 0 0,0 1 0 16,-1 0-21-16,1-3-15 0,0 3 3 0,-3-3 0 15,0 0 12-15,0 0 0 0,-1 0 9 0,-2 3-9 16,-3-3 0-16,0 0 8 0,0 3-8 16,0-3 0-16,-3 3 0 0,0-3 0 0,0 3 8 0,-1-3-8 15,-2 5 0-15,3-2 0 0,0 0 8 0,-3 2-8 16,3-2 0-16,-3-3 0 0,3 3 8 0,0-3-8 16,0-2 0-16,-3-1 0 0,3 1 0 0,-1-1 0 15,1-2 10-15,0 0-10 0,0 0 10 0,0 2-10 16,0 1 0-16,0 2 0 0,0-3-8 0,0 3 8 15,0 0 18-15,-1-2 10 0,1 2 3 0,0-3 0 16,3 4-12-16,-3-1-3 0,0-3 0 0,0 3 0 16,0-2-6-16,-3-1-2 0,3 1 0 0,0-3 0 15,-4-1 0-15,4 1 0 0,0 0 0 0,0 0 0 0,3 0-8 16,-3 0 0-16,3 2 0 0,0-2 0 16,0 5 0-16,0-2 0 0,-1 2 0 0,4 0 0 0,0 0 36 0,-3 3 3 15,3-1 0-15,3 1 0 0,-6-3-25 0,2 3-5 16,1 0-1-16,-3-3 0 0,0 0 7 15,3 0 1-15,-3 0 0 0,-3-2 0 0,3 2-16 16,-6-3 0-16,2 4 0 0,1-4 0 0,-3 3 0 16,0 0 0-16,0-2 0 0,0 5 0 0,0-3 0 0,-3 2 0 15,3 1 0-15,0 3 0 0,-3-1 0 0,3 0 0 0,-3 1 0 0,0-1 0 16,-3 3 0-16,3 3 0 16,-4-3 0-16,1 0 0 0,3 3 0 0,-3 0 0 0,0-1 0 0,-3 1 0 15,3 0 0-15,0-1-21 0,-3 1 3 0,0 2 1 16,3-2-127-1,-3 0-24-15,0 2-6 0</inkml:trace>
  <inkml:trace contextRef="#ctx0" brushRef="#br0" timeOffset="14689.85">16796 10732 1060 0,'0'0'44'16,"0"0"-35"-16,3 0 86 16,3 0 17-16,0 0 3 0,-3 0 1 0,3 0-25 0,-3 0-5 15,3 0-1-15,-3 0 0 16,0 0-1-16,3 0 0 0,-3 0 0 0,3 0 0 16,0 0-33-16,-3 0-7 0,6 3-2 0,-3-3 0 15,0 2-15-15,0-2-3 0,0 3-1 0,0 0 0 0,0-1-11 0,-3 1-1 0,3 0-1 16,-1 2 0-16,1-2 3 0,0 2 1 0,0 0 0 0,3 1 0 15,-3-1 1-15,0 3 0 0,3-3 0 0,0 3 0 16,0 0-15-16,3-3 9 16,0 3-9-16,3 0 8 0,-3-3 4 0,5 3 0 15,-2 0 0-15,3-2 0 0,3-1-12 0,0 0 10 0,3 0-10 16,-1 1 10-16,-2-1-10 0,3 0 8 0,-3 1-8 16,0-1 8-16,-3 0 0 0,0 3 0 0,-1-3 0 0,-2 3 0 15,0-2 0-15,-3 2 0 0,0-3 0 0,3 0 0 16,-3 0 2-16,0 1 0 0,3-1 0 0,-1 0 0 15,1 1 6-15,0-1 0 0,0 0 1 0,3 3 0 16,-3 0-17-16,6-3 0 0,-4 3 0 16,1 3 0-16,3-3 0 0,-3 2 0 0,3 1 0 0,-3 2 0 15,0-2 0-15,-1-1 10 0,1 1-10 0,0 2 8 16,-3-2-8-16,3 2 0 0,-3 0 0 0,3 0-11 16,-3 1 11-16,2-1 0 0,4-2 0 0,-3 2 0 15,3 0 0-15,0-2 0 0,-3-1 0 0,2 1 0 16,1-1 0-16,-3-2 0 0,0 3 0 0,0-3 0 15,0 0 0-15,-3 2 0 0,2-2 0 0,-2 3 0 16,0-3 0-16,-3 0 0 0,0 2 0 0,0-2 0 16,-3 3 49-16,3-3 12 0,-3 0 3 0,0 0 0 15,0 0-52-15,3-1-12 0,-4 1 0 0,1 3 0 16,3-3 0-16,-3 0 0 0,3 2 0 0,0 1 0 0,0 0 0 16,3-1 0-16,-3-2 0 0,3 5 0 15,-3-2-20-15,2 0-6 0,1-1-2 0,-3 1 0 0,3-1 28 0,0 1 0 0,0-1 0 0,-3 1 0 16,0 0 20-16,0-3 5 0,-1 0 2 15,1 2 0-15,-3-2-27 0,3 0 0 16,-3 0 0-16,0 0 0 16,0 0 0-16,0 0 0 0,0-3 0 0,-3 0 0 0,3 1 0 0,-3 2 0 15,0-3 0-15,0 0 0 0,3 0 0 0,-4 3 0 16,4-2 0-16,-3-1 0 0,3 0 0 0,-3 1 0 16,3-1 0-16,0-3 0 0,0 4 0 0,0-4 0 0,0 1 0 0,0 0 0 15,3-1 0-15,-3 4 0 0,0-4 0 0,2 1 0 16,-2 0 8-16,0-1-8 0,3 1 0 0,-6 0 8 15,3-1-8-15,0 1 8 0,0-1-8 0,-3 1 8 16,0 0-8-16,0-1 10 0,0 1-10 0,0 0 10 16,0-1-2-16,0 1-8 0,-3 0 12 0,3 2-4 15,0-2-8-15,-3 2 8 0,2 0-8 0,1 0 8 16,-3 1-8-16,0-1 0 0,3 0 9 0,-3 1-9 16,0 2 0-16,3-3 9 0,0 3-9 0,-3 0 0 15,3-3 8-15,0 3-8 0,0 0 0 0,-3 0 0 16,3 0 0-16,0 0 0 0,0 0 0 0,0 2 0 15,-3-2 8-15,3 3-8 0,-3-3 0 0,3 2 0 16,-3-2 8-16,0 0-8 0,0 3 0 0,3-3 0 16,-3 0 0-16,0 0 0 0,0-1 0 0,-3 1 0 0,2 0 0 15,1 0 0-15,-3 0 0 0,3 0 0 16,0 0 0-16,0 0 0 0,0-3 0 0,0 3 0 16,0 0 0-16,0-3 0 0,0 3 0 0,0-2 0 15,0-1 0-15,-3 0 0 0,3 1 0 0,-3-6 0 0,6 5 8 0,-3-2-8 16,-3-3 0-16,6 2 0 0,0 1 0 0,-6-3 0 0,6 2 0 15,-3-2 0 1,6 0-30-16,-3 0-3 0,0 0-1 0</inkml:trace>
  <inkml:trace contextRef="#ctx0" brushRef="#br0" timeOffset="16824.195">11680 4522 1164 0,'0'0'32'0,"0"0"9"0,0 0-33 0,0 0-8 0,0 0 0 0,0 0 0 15,0 0 70-15,0 0 12 0,0 0 2 0,0 0 1 16,3 0-29-16,-3 0-7 0,0 0-1 0,0 0 0 16,6 0-19-16,-6 0-4 0,0 0-1 0,0 0 0 15,0 0-4-15,3 5 0 0,-3-5-1 0,0 0 0 16,6 0-3-16,-4 3-1 0,-2-3 0 0,6 3 0 15,-3 2-3-15,0-2 0 0,0 2 0 0,0 0 0 16,3 0 0-16,-3-5-1 0,3 3 0 0,0 0 0 16,3 2 9-16,-3-2 1 0,3-3 1 0,3 2 0 15,0 1-2-15,0 0 0 0,3-3 0 0,2 2 0 16,-2 1-4-16,3-3 0 0,3 3-1 0,-3-1 0 16,6-2-6-16,-3 5-1 0,-1-5 0 0,1 3 0 15,0-3 1-15,3 0 0 0,-3 3 0 0,0-3 0 16,-1 0-9-16,1-3 12 0,0 3-12 0,0 0 12 15,3-3-1-15,0 3 0 0,2-5 0 0,4 5 0 16,-3 0 1-16,3-2 0 0,2 2 0 0,-2 0 0 16,0 0-2-16,-3 0 0 0,2 0 0 0,-2-3 0 15,3 3-10-15,0 0 10 0,3-3-10 0,-1 1 10 16,1 2 1-16,0 2 0 0,2-2 0 0,1 3 0 16,-3-3-1-16,-3 3 0 0,-1-1 0 0,4 3 0 15,-3-5-10-15,0 3 10 0,2-3-10 0,1 3 10 0,0-3-10 16,0 5 0-16,2-2 0 0,-2-1 0 0,0 1 0 15,0 0 8-15,-4-1-8 0,1 4 0 16,0-4 0-16,-3 3 0 0,0-2 0 0,-1 0 0 16,4-1 0-16,0 1 0 0,3 0 0 0,-1 2 0 15,1-2 0-15,-3-1 0 0,3 4 8 0,-4-6-8 0,1 2 0 0,-3 1 0 16,-3 2 0-16,3-2 0 0,-1-3 0 0,4 2 0 0,0-2 0 0,3 3 0 16,-4-3 0-16,4 0 0 0,0 3 0 0,0-3 8 15,-1 0-8-15,-2 2 10 0,-3 1-10 0,3-3 10 16,-4 3-10-16,4-1 0 0,0-2 9 0,3 6-9 15,-1-6 8-15,4 0-8 0,-3 0 10 0,3 2-10 16,-4-2 0-16,1 3 8 0,0-3-8 0,-3 0 0 16,-1 3 0-16,1-1 0 15,3 1 8-15,0-3-8 0,-1 3 0 0,4-1 0 16,0-2 0-16,0 0 0 0,-1 3 0 0,-2-3 0 0,0 0 0 0,-1 2 0 16,1-2 0-16,-3 3 0 0,3-3 0 0,-1 0 0 15,1 0 8-15,3 0-8 0,0 0 0 0,-1 3 0 16,-2-3 0-16,0 2 8 0,-3-2-8 0,-1 0 0 15,1 0 0-15,-3 6 11 0,-3-6-11 0,3 0 10 16,2 0-10-16,-2 2 12 0,3-2-12 0,0 3 12 16,-4-3-12-16,4 3 0 0,-3-3 9 0,0 2-9 15,-3-2 0-15,-1 3 8 0,-2-3-8 0,3 0 0 16,-3 3 0-16,-3-1 0 0,3 1 0 0,-4 0 8 16,4-3-8-16,0 5 0 0,0-5 0 0,0 0 0 15,0 0 0-15,2 2 0 0,-2-2 0 0,3 6 0 16,-3-6 0-16,-3 0 0 0,3 2 0 0,-1 1 8 0,-2-3-8 15,0 0 0-15,0 3 8 0,-3-1-8 0,3-2 9 0,-3 0-9 0,0 3 12 16,-1-3-12 0,1 0 12-16,0 3-12 0,0-3 12 0,3 0-12 0,-3 0 9 15,3 0-9-15,0 0 0 0,-4 0 9 0,4 0-9 0,0-3 0 16,-3 3 9-16,3 0-9 0,0-3 0 0,-3 3 9 16,2 0-9-16,-2 0 0 0,0 0 9 0,0-2-9 0,0 2 0 0,-3 0 9 15,0-3-9-15,0 3 0 0,0 0 9 0,0 0-9 16,-4-3 0-16,1 3 8 15,0 0-8-15,0 0 0 0,3 0 0 0,-3-2 9 0,3 2-9 0,-3 0 0 16,3 0 9-16,0 0-9 0,0 0 0 0,-3 0 9 16,2 0-9-16,4 0 10 0,-6 0-10 0,3 0 10 15,0 0-10-15,0 0 0 0,0 0 0 0,0 0 8 16,0 2 0-16,0-2-8 0,3 0 12 0,-4 0-4 16,1 0-8-16,0 3 0 0,-3-3 0 0,3 3 0 15,0-3 0-15,-3 2 0 0,0-2 0 0,3 0 0 16,-3 3 0-16,0-3 0 0,0 0 0 0,-3 0 0 15,2 0 0-15,-2 0 0 0,0-3 0 0,0 3 0 16,0 0-12-16,0 0-5 0,0 0-1 0,0 0 0 16,0 0-122-16,0 0-24 0,0 0-4 15</inkml:trace>
  <inkml:trace contextRef="#ctx0" brushRef="#br0" timeOffset="20854.936">11638 6096 1337 0,'0'0'28'0,"-3"-5"6"16,3 0-34-16,0 0 0 0,3-1 0 0,-3 1 0 0,3 0 109 0,0-1 15 0,0 1 4 0,-3-3 0 16,3 3-52-16,0 0-9 0,0-1-3 0,-3 1 0 15,3 0-39-15,-3-1-8 0,3 1-1 0,-3 5-1 31,0 0 19-31,0 0 4 0,0-5 1 0,0 5 0 16,0 0-8-16,0-6-2 0,0 6 0 0,3-2 0 0,-3 2-5 16,0 0 0-16,0 0-1 0,0-5 0 0,0 5-3 0,3-3 0 0,3 0 0 0,-6 3 0 15,3-2-3-15,3-1-1 0,0 3 0 0,-3 0 0 16,3 0 1-16,-1 0 0 0,1 0 0 0,0 0 0 16,0 0-3-16,3 0-1 0,-3 0 0 0,3 3 0 15,3-3-5-15,0 2-8 0,0-2 11 0,3 0-11 16,6 0 8-16,-1 0-8 0,4 0 0 0,3 3 0 15,3-3 8-15,3 0-8 0,2 0 0 0,4-3 0 16,-3 3 8-16,2 0-8 0,1-2 12 0,6 2-12 16,2-3 8-16,1 0-8 0,6-2 0 0,5 2 0 15,-5-2 9-15,-4 2-9 0,4-2 0 0,2 0 9 16,1 2-9-16,-1-2 8 0,4 0-8 0,3-1 8 16,-4 1-8-16,1 0 0 0,2-1 9 0,4 4-9 15,-10-3 9-15,-2 2-9 0,-1 0 12 0,4 1-12 16,-1-1 9-16,1 0-9 0,0 1 0 0,2-1 9 15,-8 3-9-15,-1 0 10 0,-2-3-10 0,2 3 10 16,-2 0-10-16,0 0 0 0,2 0 0 0,1 0 0 16,-3 3 0-16,-7-3 0 0,1 3 0 0,3-1 8 15,-4-2-8-15,-2 3 0 0,3 0 0 0,2-1 0 16,-5-2 0-16,3 3 0 0,-4 0 0 0,1-1 0 0,-3 1 0 16,-4-1 0-16,1 1 0 0,0 0 0 0,0-1 0 15,-1 1 0-15,1 0 0 0,3-1 0 0,-3 1 0 0,2 0 10 0,-2-3-10 16,0 2 10-16,-3 1-10 0,-1-3 0 0,-2 3 0 15,0-1 0-15,3 1 0 0,-1-1 0 0,1 1 0 0,0-3-11 16,3 3 11-16,-3-1 0 16,2-2 0-16,1 3 0 0,-3 0 0 0,0-1 8 0,-4-2-8 15,4 3 0-15,-6 0 0 0,3-1 0 16,-3-2 0-16,2 3 0 0,1 0 0 0,0-1 0 0,0 1 0 0,5 0 0 16,-5-1 0-16,3 1 0 0,0-3 0 0,0 2 0 15,-4 1 0-15,-2 0 0 0,3-1 8 0,0 1-8 16,-1 0 0-16,-2-1 0 0,3 1 0 0,3 0-8 15,-3-1 8-15,2 1 0 0,1 2 0 0,0-2 0 16,0 0 0-16,-4-1 0 0,4 3 8 0,-3-2-8 16,-3 2 0-16,-3-2 0 0,3 0 0 0,-1-1 0 15,-2 1 0-15,3-3 0 0,3 3 0 0,0-1-8 16,-4 1 8-16,4 0 0 0,0-3 0 0,0 2 0 16,0 4 0-16,-4-4 0 0,1-2 10 0,0 3-10 15,-3-1 0-15,0-2 0 0,-4 0 0 0,1 3 0 16,0-3 10-16,0 0-10 0,-3 0 10 0,3 0-10 15,-3-3 16-15,3 3-4 0,-1 0 0 0,4 0 0 16,-3-2-3-16,0 2-1 0,3 0 0 0,0 0 0 16,-3 0 0-16,2 0-8 0,-2 0 12 0,3 0-4 15,-3 0-8-15,0 0 8 0,0 0-8 0,-1 0 8 16,1 0-8-16,-3 0 10 0,0 0-10 0,0 0 10 0,0-3-10 16,3 3 8-16,-3 0-8 0,-1 0 8 0,4-2-8 15,0 2 10-15,-3 0-10 0,6 0 10 0,-3 0-10 16,0 0 8-16,0 0-8 0,2 0 8 0,-2 0-8 0,0 0 0 15,0 0 0-15,0 2 8 16,0-2-8-16,-3 0 0 0,2 0 0 0,-2 0 0 0,-3 0 0 0,0 0 0 16,0 0 0-16,-3 0 0 0,0 0-10 0,-3 0-4 0,3-2-1 0,-3 2 0 31,-6 0-77-31,0 0-16 0,0 0-4 0</inkml:trace>
  <inkml:trace contextRef="#ctx0" brushRef="#br0" timeOffset="22593.385">11632 8578 1242 0,'0'0'52'15,"0"0"-41"1,0 0 97-16,0 0 19 0,0 0 4 0,0 0 1 15,0 0-38-15,3 0-7 0,3 0-2 0,0 3 0 16,0 0-28-16,0-3-5 0,3 0-2 0,-3 0 0 16,3 2-19-16,0-2-4 0,-1 0-1 0,-2 0 0 15,3 3-5-15,0-3-1 0,3 0 0 0,-3 0 0 16,3 0-1-16,0 0-1 0,3 0 0 0,0 0 0 16,3 3-3-16,2-3-1 0,1 0 0 0,3 2 0 15,0 1-14-15,3-1 0 0,2 1 0 0,1 0 0 16,0-1 0-16,0 4 0 0,-3-4 0 0,2 1 0 15,4 0 0-15,-3-3 0 0,3 0 0 0,5 2 0 16,-2 1 21-16,0 0 2 0,5-1 0 0,-2 4 0 16,-3-4-37-16,-4 3-7 0,1 1-2 0,0-1 0 0,0 0 23 0,2 1 0 0,-2-4 0 15,6 6 0-15,-3-2 14 0,-4-1 7 0,7 3 2 0,-6-3 0 16,0 0-37 0,-4 3-7-16,-2-2-2 0,0-1 0 0,0 0 23 0,-1 0 0 15,1 1 0-15,0-4 0 0,0 4 18 0,0-4 8 0,-4 4 2 0,4-4 0 16,-6 1-28-16,0-3 0 0,0 0 8 0,0 3-8 15,-7-3 0-15,1-3 0 0,0 3 9 0,-3-3-9 16,0 1 0-16,-3-4 9 0,0 4-9 16,0-4 0-16,-3 1 30 0,0-3-1 15,0 0 0-15,-3 0 0 0,0 0-29 0,0-2 8 0,0-1-8 0,0 1 0 16,-3-4 16-16,3 1 0 16,0 0 0-16,-3 0 0 0,2-3 0 0,-2 0 0 0,3-3 0 0,-3 4 0 15,3-7-5-15,-3 4-1 0,0-3 0 0,3-3 0 16,-3 0-10-16,0-5 10 0,3 2-10 0,0-2 10 15,-3-2-10-15,3 1 8 0,0-1-8 0,0-1 8 16,-3 3-8-16,3 0 0 0,0 0 0 0,0 0 8 16,-3-3-8-16,0 3 0 0,3-6 0 0,0 4 0 15,-3-1 0-15,3 0 0 0,-3 0 8 0,3 1-8 16,0 1 0-16,-3 4 0 0,3 2 0 0,0 0 0 16,-3 1 0-16,3-1 0 0,0 0 0 0,-3 0 0 0,3 3 0 15,0-3 0-15,0 0 0 0,0 0 8 16,3 1-8-16,-3-1 0 0,3 0 0 0,-3 3 0 0,3 0 0 0,0 0 0 15,0 2 8-15,0 3-8 0,0 0 0 0,-1 0 0 0,4 3 0 16,-3 3 0-16,6-1 0 16,-3 0 0-16,3 3 0 0,-3-2 0 0,3 2 0 15,3-3 0-15,-3 3 0 0,3-2 0 0,2 2 0 16,-2 0 0-16,3 0-9 0,-3 3 9 0,3-3 0 0,-3 3 0 0,3-1 0 16,0-2 0-16,-1 3 0 15,1 2 0-15,0-2 0 0,3 0 0 0,3-1 0 16,3 1-8-16,-1 0 8 0,1 2 0 0,3-2 0 0,0 2 0 0,-1-2-8 0,1 2 8 15,0-2 0-15,-3 0 0 0,-3 2 0 16,2 0 0-16,1 1 0 0,3-1 0 0,0 1 0 0,2-1 0 16,1 3 0-16,0-3 0 0,3 1 0 0,-4-1 0 15,1 0 0-15,-3 3 0 0,0-2 0 0,-1-1 0 16,1 0 0-16,3 1 0 0,-3-1 0 0,-1 0 0 16,4 1 0-16,0 2 0 0,3-3 0 0,-4 1 0 15,1-1 0-15,-3 3 0 0,3-3 0 0,-4 3 0 16,1-2 0-16,-3-1 0 0,3 0 0 0,0 3 0 15,-1-2 0-15,1-1 0 0,3 0 0 0,0 1 0 16,-4 2 0-16,1 0 0 0,3-3 0 0,-6 3 0 16,-1 0 0-16,-2 0 0 0,0-3 0 0,0 1 0 15,-3 2 0-15,3 0 0 0,-1-3 8 0,1 3-8 16,0 0 0-16,3-3 0 0,0 3 0 0,-4 0 0 16,4 0 0-16,-3 0 0 0,0 0 8 0,0 0-8 15,-4-2 0-15,4 2 0 0,-3 0 0 0,0-3 0 16,0 3 0-16,-3 0 8 0,2-2-8 0,1 2 0 15,0-3 0-15,0 3 0 0,3 0 0 0,0-3 0 16,-1 3 0-16,1-2 0 0,0 2 0 0,0 0 0 16,0 0 0-16,-4 0 0 0,4 0 8 0,-3 0-8 0,0 0 0 0,-3 0 0 15,0-3 0-15,2 3 0 0,-5 0 0 0,3-3 0 0,0 1 8 16,3 2-8-16,-3-3 0 0,0 0 8 0,2 1-8 16,-2 2 0-16,0 0 0 0,3-3 8 0,0 3-8 0,0 0 0 15,-3 0 0-15,2 0 0 0,-2 0 8 0,0 0-8 16,0 3 0-16,-3-3 0 0,0 0 0 0,0 0 0 15,0 0 0-15,-1 0 0 0,-2 0 0 0,3 0 0 16,-3-3 0-16,0 3 8 0,3 0-8 16,-3-3 0-16,0 3 0 0,3-2 0 0,-1 2 8 0,1 0-8 15,-3-3 0-15,3 3 11 0,0 0-11 0,-3-3 10 16,0 3-10-16,3 0 10 0,-3 0-10 0,0 0 10 16,-1 3-10-16,1-3 10 0,0 0-10 0,-3 0 10 15,0 3-10-15,0-3 10 0,-3 0-10 0,3 0 10 16,-3 0-10-16,0 0 0 0,0 2 9 0,0-2-9 15,-3 3 0-15,-3-3 8 0,6 0-8 0,-6 0 0 16,0 0 0-16,0 0 0 0,3 3 0 0,-3-3 8 16,0 0-8-16,0 0 0 0,0 0 0 0,0 0 8 15,0 0-37-15,0 0-7 0,6 0-2 0</inkml:trace>
  <inkml:trace contextRef="#ctx0" brushRef="#br0" timeOffset="26148.105">11641 10015 1403 0,'0'0'40'16,"0"0"8"-16,0 0-38 0,0 0-10 0,3 3 0 0,0 2 0 0,3-2 70 0,-3-3 12 0,3 2 2 15,-3 1 1-15,3 0-53 0,0-3-10 16,0 2-2-16,0 1-1 0,3-3 30 16,-4 3 7-16,4-1 0 0,0 1 1 15,0-3-33-15,3 0-6 0,0 3-2 0,3-3 0 16,0 2-16-16,3 1-11 0,0-1 2 0,2 1 0 0,4-3 29 0,0 3 5 0,6-1 2 0,-3 1 0 15,2-3-9-15,1 3-2 0,-3-1 0 16,6 1 0-16,-4 0-4 0,1 2 0 16,0-2-1-16,3 2 0 0,-1 0-3 0,7-2 0 0,0 2 0 0,2 0 0 15,-2 1-8-15,0-1 8 16,0 0-8-16,-1 1 8 0,1-1-8 0,3 0 0 0,-1 0 9 0,1 1-9 16,0-1 10-16,-1 3-2 0,4 0-8 0,0-3 12 15,-1 0-12-15,-5 1 11 0,3-4-11 0,2 4 10 16,-2-1-10-16,6 3 10 0,-1-3-10 0,1 3 10 15,-6-3-10-15,-1 1 8 0,1-4-8 0,0 4 8 16,-4-1-8-16,7 0 12 0,0-2-12 0,-1 5 12 16,-2-3-4-16,-3 0 0 0,-4 3 0 15,4-5 0-15,-3 2 1 0,-1-2 0 0,1 0 0 0,3-1 0 16,-3 4 2-16,-1-4 0 0,4 3 0 0,-3-2 0 16,-1 2-1-16,-2-2 0 0,-3 2 0 0,0-2 0 15,-1-3-1-15,4 3 0 0,-3-3 0 0,3 2 0 16,-4-2-9-16,4 0 10 0,-3 3-10 0,3-3 10 15,-4 0-10-15,1 3 0 0,-3-3 9 0,0 0-9 16,-3 0 0-16,-1 0 9 0,-2 0-9 0,0-3 0 16,3 3 11-16,-3-3-11 0,0 3 10 0,2 0-10 15,-5 0 13-15,3 0-3 0,0 0-1 0,-3 0 0 16,0 0-1-16,0 0-8 0,-1 0 12 0,-2 3-4 0,0-3 1 0,-3 3 0 0,0-3 0 16,0 2 0-16,0 1-9 0,0-1 12 0,0 1-12 15,-3 0 12-15,-1-1-12 0,-2 1 10 0,3 2-10 0,-3-2 10 16,0 2-10-16,-3 1 0 0,3-4 0 0,0 4 0 15,-3-1 8-15,0 0-8 0,0 0 0 16,0 1 8-16,-3 2-8 16,3-3 8-16,0 0-8 0,-3 3 8 0,3-3-8 15,-3 3 0-15,3 0 0 0,-3 3 8 0,0-3-8 0,0 2 0 0,0 1 0 16,-3 0 0-16,3-1 0 0,0 1 8 0,0-3-8 0,-3 2 0 16,3 1 0-16,0-1 0 0,-3-2 8 0,3 3-8 15,0 0 0-15,0 2 0 0,0-3 0 0,0 1 0 16,-3 2 0-16,3-2 0 0,0 2 0 0,0-2 0 15,0 2 0-15,0 0 0 0,3-2 0 0,0 2 0 16,-3 0 0-16,3-2 0 0,0 2 0 0,-3 0 0 16,3-2 0-16,3-1 0 0,-3-2 0 0,3 0 0 15,3 3 0-15,-3-3 0 0,0-3 0 0,3 3 0 16,-1 0 0-16,1-3 0 0,3 0 0 0,0 1 0 16,0-1 0-16,0 0 0 0,3-2 0 0,3 2 0 15,-3-2 0-15,3 2 0 0,-1-2 0 0,1 2 0 16,0-2 0-16,3-1 0 0,0 1 0 0,-3 2 0 15,2-2 0-15,-2 2 0 0,3-2 0 0,0 2 0 16,-3-2 0-16,3 0 0 0,0-1 0 0,-1 3 0 16,4-2 0-16,-3 0 0 0,3-1 0 0,0 1 0 15,-1 0 0-15,1-1 0 0,0 4 0 0,0-4 0 16,0 4 0-16,0-4 0 0,-4 4 0 0,4-4 0 16,-3 3 0-16,3-2 0 0,-3-3 0 0,-1 3 0 15,1-1 0-15,3 1 0 0,0-3 0 0,0 3 0 16,0-1 0-16,-1-2 0 0,4 3 0 0,-3 0 0 0,0-1 0 0,0 1 0 0,-4 0 0 15,4-1 8-15,-3 1-8 0,0 0 0 0,-3-3 9 0,3 2-9 32,-1-2 0-32,1 0 0 0,0-2 0 0,0 2 8 0,-3 0-8 0,6 0 0 0,-4 0 0 0,4 0 0 15,-3 0 0-15,3 2 9 0,0-2-9 0,-3 3 0 16,-1-3 15-16,1 2-4 0,0-2-1 0,0 0 0 16,-3 3-10-16,0-3 0 0,-3 0 9 15,-1-3-9-15,4 3 0 0,-3-2 9 0,3-1-9 0,-3 3 0 16,3-2 8-16,-3-1-8 0,3 0 0 0,-1 3 0 15,1 0 8-15,0-2-8 0,0 2 0 0,0 0 0 16,0 0 8-16,0 0-8 0,-1 0 0 0,1 0 0 16,-3 0 0-16,0 2 8 0,0-2-8 0,0 0 0 15,0 0 9-15,0 0-9 0,-4 0 0 0,1 0 9 16,-3 0-9-16,3 0 0 0,0-2 0 0,-3 2 8 16,0 0-8-16,3 0 0 0,0-3 9 0,-3 3-9 15,3 0 0-15,-3-3 0 0,2 3 0 0,1 0 8 16,-3 0-8-16,3 0 0 0,0 0 8 0,-3 0-8 15,3 0 0-15,-3 0 0 0,3 0 0 0,-3 0 8 16,0 0-8-16,3 0 0 0,-7 0 8 0,4 3-8 16,0-3 0-16,0 3 0 0,0-3 0 0,0 2 8 15,-3-2-8-15,3 0 0 0,0 0 0 0,-3 3 8 16,0 0-8-16,3-3 0 0,-3 0 0 0,0 2 0 0,0-2 0 16,0 0 0-16,0 3 0 0,-3-3 8 0,2 2-8 15,-5-2-13-15,6 0 3 0,-3 0 1 16,-3 0-96-16,0 0-19 0,6 0-4 0</inkml:trace>
  <inkml:trace contextRef="#ctx0" brushRef="#br0" timeOffset="28375.219">11575 12513 1512 0,'0'0'43'0,"0"0"9"16,0 0-42-16,3 3-10 0,3-3 0 0,0 2 0 16,3-2 61-16,-3 3 11 0,3-3 1 0,0 0 1 15,0 3-32-15,0-3-6 0,0 2-2 0,3-2 0 16,-3 3-18-16,3-3-4 0,-3 0-1 0,2 2 0 16,1 1-11-16,0 0 0 0,0-3 0 0,0 5 8 15,3-2-8-15,0-1 0 0,0 1 0 0,6 0 0 16,-4 2 14-16,4-2 1 0,3-1 0 0,0 1 0 0,3 2-15 15,-1-2 8-15,1 2-8 0,0-2 0 0,3 2 8 0,-3-2-8 16,-1 2 0-16,1 0 0 16,3-2 0-16,0 2 0 0,-1-2 0 0,7 2 0 0,-3-2 0 15,3 2 12-15,-1 0-3 0,1 1-1 16,-3-1-8-16,0 0 0 0,-4 1 0 0,1-1 0 0,0 0 0 16,0 0-11-16,-1-2 3 0,1 2 0 15,0 1 8-15,0-1 12 0,-1 3-2 0,1-3-1 16,0 0-9-16,-6 1 0 0,3-1 0 0,-4 3 8 0,-2-3 1 0,0-2 0 0,-6 2 0 15,3 0 0-15,-3-2-1 0,-3 0-8 0,3-1 12 16,-4 1-4-16,1 0-8 0,0-1 8 16,0-2-8-16,-3 3 8 0,0-3 0 0,0 0 0 0,-3 0 0 0,3 0 0 15,-3 0-8-15,0 0 0 0,0 0 0 0,-3-3 0 16,-3 3 12-16,6-2 3 0,0-1 1 0,-3 0 0 16,0-2 4-16,2 0 2 0,-2 0 0 0,0-1 0 15,0 1 2-15,0-3 0 0,0 0 0 0,-3 0 0 16,3 0 0-16,0 0 0 0,0-2 0 0,-3-1 0 15,3-2 0-15,0 0 1 0,-3-1 0 0,3 1 0 16,0-3-5-16,-3 0 0 0,3 1-1 0,0-4 0 16,0 1-3-16,0-4-1 0,3-1 0 0,-3-1 0 15,0-3-3-15,0 1 0 0,0-3 0 0,0 0 0 16,0 5-3-16,0 0-1 0,3 3 0 0,-3 0 0 16,0-1-8-16,-3 4 12 0,3-1-12 0,0 1 12 15,-3-1-12-15,3 3 0 0,0-2 0 0,-3-1 8 16,3 1-21-16,0-1-5 0,0 1-1 0,3 2 0 15,-3-3 19-15,3 4 0 0,-1-1 0 0,1 2 0 16,0 1 0-16,3 0 0 0,0 0 0 0,0 5 0 16,0-3 0-16,0 1 0 0,3 2 0 0,-3 0 0 15,0 3 0-15,0-1 0 0,3 1 0 0,0 0 0 0,-1-1 0 16,1 1 0-16,3 0 0 0,0 2 0 0,3 0 0 0,0 1 0 16,0-3 0-16,3 2 0 0,-1 3 0 15,4 0 0-15,0 0 0 0,0 0 0 0,0-3 0 0,-1 6 0 0,1-3 0 16,3 0 0-16,-3 0 0 0,0 0 0 0,-4 0 0 15,7-3 0-15,-3 3 0 0,6-2 0 0,0 2 0 0,2-3 0 16,-2 3 16-16,6 0 6 0,0 3 2 16,-1-3 0-16,-2 0-39 15,-3 0-7-15,0-3-2 0,2 3 0 16,1 0 24-16,3-3 0 0,-1 3 0 0,4-2 0 0,0 2 13 0,0 0 7 0,-1 2 2 0,1-2 0 16,0 0-22-16,-4-2 0 0,4 2 0 0,0-3 0 15,-1 3 0-15,4 0 0 0,0 0 0 0,-1 0 8 16,1 0-8-16,-3 0 0 0,0 0 0 0,-1 0 0 15,1 0 0-15,3 0 0 0,-4 0 0 0,7 0 0 16,-3 0 0-16,-4 0 0 0,7 3 0 0,-6-3 0 16,-1 0 0-16,-2 0 9 0,0 0-9 0,0 0 0 15,2 0 8-15,-2 0-8 0,3 0 0 0,2 0 0 16,-5 0 8-16,-3 2-8 0,0-2 0 0,-1 3 0 16,1-3 12-16,-3 0-4 0,-3 0 0 0,2 0-8 15,1 0 11-15,3 0-11 0,-3-3 10 0,2 6-10 16,-2-3 8-16,0 3-8 0,0-3 0 0,-1 2 0 0,-2 1 8 0,-3-3-8 15,0 0 0-15,-3 0 9 0,2 0-9 16,-2 0 0-16,3-3 9 0,-3 1-9 16,3 2 8-16,0 0-8 0,-1 0 10 0,1 0-10 0,-3 0 9 15,3 0-9-15,0 0 8 0,-1 2-8 16,-2-2 8-16,3 3-8 0,-3-6 8 0,0 3-8 0,-3 0 8 0,2 0-8 0,-2 0 0 16,3 0 8-16,-3 0-8 15,0 0 0-15,3-2 0 0,0 2 0 0,-4 0 0 0,7 2 0 0,-3-2 0 0,0 3 0 16,-3-3 0-16,3 3 8 0,-4-3-8 0,4 5 0 15,-3-3 0-15,0 1 0 0,0 0 8 0,-3-1-8 16,3 1 0-16,-3 0 0 0,-1-1 0 0,1 1 0 16,-3 0 8-16,3-3-8 0,-3 0 0 0,3 2 8 15,-3-2-8-15,3 3 0 0,-3-3 0 0,2 3 8 16,1-3-8-16,-3 2 8 0,3 1-8 0,0 0 8 16,0-3-8-16,-3 5 0 0,3-3 9 0,-3 1-9 15,-1 0 0-15,4-1 0 0,-3 1 0 0,3 0 0 16,-3 2 0-16,3-2 0 0,-3-1 0 0,0 1 8 15,0 0-8-15,0 2 0 0,-1-2 0 0,1-1 0 16,0 1 0-16,0 2 0 0,-3-2 0 0,0-1 0 16,3 1 0-16,-3-3 0 0,0 3 0 0,0-1 0 15,0 1-30-15,0 0-1 0,0-3 0 0,-3 2 0 16,-1 1-40-16,1 0-8 0,3-1-1 0,-9-2-1 16,0 0-153-16,-3 5-30 0</inkml:trace>
  <inkml:trace contextRef="#ctx0" brushRef="#br0" timeOffset="29892.096">11436 14415 1792 0,'-3'11'51'0,"-3"-3"10"0,3-3-49 0,0 3-12 0,0-3 0 0,3 1 0 15,-3-1 54-15,3-5 8 0,3 5 2 0,-3-5 0 16,0 6 0-16,3-4 0 0,3 1 0 0,-3 0 0 16,6-3-40-16,-4 0-7 0,4 0-1 0,3 0-1 15,0-3 5-15,3 3 2 0,0-3 0 0,-3-2 0 16,6 2-7-16,-3 1-2 0,3-1 0 0,-1 0 0 16,4 1-4-16,-3-1-1 0,0 0 0 0,3 1 0 15,-3 2 6-15,2-3 1 0,-2-2 0 0,3 5 0 16,3-3-4-16,0 1-1 0,6-1 0 0,-1 3 0 15,1-3 0-15,6 3 0 0,-3-2 0 0,2 2 0 16,1-3-2-16,-3 0 0 0,-1 1 0 0,4 2 0 16,0-3 16-16,6 3 2 0,-1 0 1 0,7-3 0 15,-6 3-39-15,2 0-7 0,-2 0-1 0,5 0-1 16,1 3 33-16,0-3 8 0,2 0 0 0,1 3 1 16,0-3-30-16,-1 2-7 0,1-2 0 0,5 0-1 15,-2 0 27-15,5 0 6 0,1 0 0 0,5 0 1 16,-8 0-17-16,0-2-16 0,-4 2 4 0,10-3 0 15,-4 0 12-15,1 3 0 0,2-2 0 0,4 2 0 0,-4-3 0 16,-5 0 16-16,2 1-3 0,4-1-1 16,-7 1-12-16,1-1-15 0,-1 3 3 0,7-3 1 15,-6 1 11-15,2 2 0 0,-2-3 0 0,2 3 0 0,-8-3 0 0,2 3 0 16,-5-2 0-16,6 2 0 0,-7 0 12 16,1-3-3-16,-1 3 0 0,4-3 0 0,-6 3-9 15,-4 0 0-15,1 0-10 0,-3 0 10 0,-1 0 0 16,-5-2 0-16,-3 2 0 0,3-3 0 0,-4 0 0 0,1 1 0 15,0-1 0-15,-3 3 10 0,0-3-10 16,-4 1 0-16,-2-1 0 0,3 1 0 0,-6 2 0 0,0-3 0 16,-3 0 0-16,-3 1 0 0,-1-4 0 0,-2 4 12 0,0-4-12 0,0 1 12 15,-3 0-12-15,-3-3 0 0,3 0 0 0,-3 0 0 16,0 0 8-16,-3 0-8 0,0-2 8 0,-3-1-8 16,3-2 0-16,-3-3-12 0,0 0 0 0,-3-3 1 15,3-2 11-15,-3-3 0 0,0 1 0 0,0-6 0 16,0-1 14-16,0-1 5 0,0-4 1 0,1 1 0 15,2-1-20-15,-3 4 0 0,0-1 0 0,3 0 0 16,-3 0 0-16,3 1 0 0,0-4 0 0,0 1 0 16,0 2 0-16,3-2 0 0,0-1 0 15,0 4 0-15,-3 2 0 0,6 2 0 0,-3 3 0 0,3 3 0 16,0 0 0-16,0 2 0 0,3 1 0 0,-3-1 0 16,3 3 0-16,-3 1 0 0,3 1 8 0,-1 1-8 15,1-3 8-15,3 3-8 0,0 0 9 0,3 0-9 16,-3-1 12-16,0 1-4 0,0 0-8 0,0 0 12 15,3-1-12-15,0 4 9 0,0-3-9 0,3 2 8 16,-1 0 15-16,1 1 2 0,3-1 1 0,0 1 0 16,0 2-26-16,3 0 0 0,0 0 0 0,2 0 0 15,1 0 0-15,-3 3 0 0,3-1 0 0,3 1 0 16,-7 0 0-16,4 2 0 0,-3-2 0 0,3 0 0 16,0 2 0-16,0-2 0 0,-1 2 0 0,1-2 0 15,6 2 0-15,-3-2 0 0,5 2 0 0,1 0 0 0,-3 1 0 0,3-3 0 16,-4 2 0-16,4 3 0 0,-3-5 8 15,-3 2-8-15,3 0 8 0,-4 1-8 0,4-1 0 0,3 0 0 16,0 1 0-16,-1-1 0 0,1 3 0 0,0-3 12 0,3 3 0 16,-4 0 0-16,-2-2-4 0,0 2-8 0,-3 0 12 15,-1 0-4-15,1 0-8 0,3 0 12 16,-3 0-12-16,2 0 12 0,1 0-12 0,-3 2 8 0,0-2-8 16,3 0 8-16,-4 3-8 0,-2 0 10 15,0-3-10-15,-3 2 10 0,0-2-10 0,-3 3 0 16,-1-3 0-16,-2 3 8 0,-3-3 0 0,3 2 0 0,-3 1 0 0,0-3 0 15,0 3 4-15,-3-3 0 0,3 0 0 0,-3 2 0 16,2 1-4-16,-2-3 0 0,0 0 0 0,0 0 0 16,0 0-8-1,-3 0 8-15,0 0-8 0,3 0 8 0,-3 0-8 0,0 0 0 0,0 0 0 0,-3 0 0 16,3 0 0-16,-3-3-9 0,3 1 0 0,0-1 0 16,3-2-35-16,0-1-6 0,-1 4-2 0,7-6 0 15,0 2-118-15,6-1-24 0,0-4-5 0</inkml:trace>
  <inkml:trace contextRef="#ctx0" brushRef="#br0" timeOffset="32663.953">20999 8364 1824 0,'0'0'84'16,"0"0"-75"-16,0 0-9 0,0 0 0 0,0 0 0 15,-3 5 53-15,3-5 9 0,0 6 2 0,0-1 0 16,0 3 0-16,0-3 0 0,3 0 0 0,0 1 0 16,0-1 0-16,0 3 0 0,3-3 0 0,-3 3 0 0,3 0-52 0,3-3-12 15,-3 3 0-15,3 0 0 0,0 0 54 0,0 0 8 16,3 0 2-16,0 3 0 0,0-3-52 0,3 0-12 0,2-1 0 0,1 4 0 31,0-3 0-31,3 3 0 0,0-1-12 0,0 1 12 16,-1-1 0-16,4 4 14 0,-3-1-1 0,0 0 0 15,0 0-13-15,0 3-8 0,-4-3 8 0,1 3-13 0,-3-3 13 0,3 3 0 0,0 3 0 16,0-3 0-16,-3 0 0 0,3 2 0 16,-1-2 0-16,-2 0 0 15,3 0 28-15,-3 0 9 0,0 0 2 0,0-3 0 0,0 3-11 0,-3-3-3 0,-1 0 0 0,1 3 0 16,0-3-25-16,-3 3 0 0,0-3 0 0,0 3 0 16,-3 0 0-16,0 0 0 0,0 2 0 0,-3 1 0 15,3-1 0-15,-3 4 0 0,3-1 0 0,-3 3 0 16,0-6 0-16,-3 3 0 0,3 3 0 0,0-3 0 15,-3-2 0-15,0 2 0 0,3-2 0 0,-3 2 0 16,0-3 0-16,0-2 0 16,0 0 0-16,0 2 0 0,0 1 0 0,-3 0 0 0,3-1 0 0,-3 3 0 15,3 0 0-15,-3 3 0 0,0-3 0 0,0 3 0 16,0 0 0-16,0 0 0 0,0-3 0 0,0 3 0 16,0-3 0-16,0-3 0 0,0 4 0 0,0-4 0 15,-3 1 0-15,3-3 8 0,0-1-8 0,-3 4 0 16,3-3 0-16,-3 2 8 0,0 1-8 0,3-1 0 15,-3 1 0-15,0 2 0 0,0-2 0 0,0 2 0 16,3 0 0-16,-3-3 0 0,1 1 0 0,-1 0 0 16,0-4 0-16,0 1 0 0,0-2 0 0,-3 1 0 15,3-1 0-15,0-1 0 0,-3-3 0 0,0 1 0 16,3 0 0-16,-3-1 0 0,0-2 0 0,0 0 0 0,3 0 0 16,-3 3 21-16,0-3-2 0,1 2-1 0,-1-2-18 15,3 0 0-15,-3 3 0 0,0-1 0 0,0-2-13 0,0 3-3 16,0-1-1-16,0 1 0 0,-3-1 29 0,3-2 5 0,0 3 2 15,0 0 0-15,-3-1-19 0,4 1 0 16,-4-1 0-16,0 1 0 0,0-1-9 16,0 1-9-16,0 2-2 0,-3-2 0 15,3-1 20-15,0 4 0 0,0-6 0 0,1 2 0 16,-1 1 0-16,-3-3 0 0,3 2 0 0,-3-2 0 0,3 3 0 0,0-3 0 0,3 0 0 16,-3 0 0-16,0-3 8 0,0 3 6 0,1 0 1 0,-1 0 0 15,0 0-15-15,3-3 0 0,0 3 0 0,-3 0-10 16,3 0 10-16,0-3-10 0,0 3 10 0,-3 0-10 15,3-3 10-15,0 3-12 0,1-3 12 0,-4 3-12 16,3-2 12-16,0-1 0 0,-3 3 0 16,3-3 8-16,0 0-8 0,0 3 0 0,0-2 0 0,-3 2 0 15,6-3 0-15,-3 0 0 0,3 1 0 0,-3 1-8 16,3-1 8-16,1 2 0 0,-1-3 0 0,0 3 0 16,0-3 0-16,3 3 0 0,0-5 0 0,0 5-8 15,0-3 8-15,3-5 0 0,0 3 0 0,-3 5-8 16,3-8 8-16,3 5 0 0,0-2 8 0,0 2-8 15,0-2 0-15,3-1 0 0,0 1 0 0,0-1 0 16,0-2 0-16,2 3 0 0,-2-3 0 0,6 0 0 16,-3-3 0-16,6 3 0 0,-3 0 0 0,0-2 0 15,3 2 0-15,-3-3-10 0,0 1 1 0,3-1 0 16,-1 0 9-16,1-2 0 0,3 2 0 0,0-2 0 16,0 0 0-16,3-1 0 0,0 1 0 0,2 0 0 15,1 0 0-15,0-1 0 0,0 4 0 0,3-4 0 16,-4 4 0-16,1-1 12 0,0-2-2 0,3 2-1 15,-6-2-9-15,2 2 0 0,-2-2 0 0,3 0 0 0,3 2 0 0,0-2 0 16,2-1 8-16,1 1-8 16,0 2 0-16,3 1 0 0,-1-4 0 0,1 4 0 0,-3-1 0 0,0-2 0 0,-1 2 0 15,1-2 0-15,-3 0 0 0,3-1 0 0,3 1 0 0,-1 0 0 16,1-1 0-16,0 1 0 0,3 0 0 0,-1 2 0 16,-2-2 0-16,0 0 0 0,-4-1 0 0,4 1 0 15,0 0 0-15,-3-3 0 0,2 0 0 0,1 0 0 16,0 0 14-16,0-3 7 0,-1 3 2 0,1-2 0 15,0-1-23-15,-3 1 9 0,-4-3-9 0,4-1 0 16,-6-2 37 0,0 1 1-16,3-1 0 0,-4-3 0 0,1 1-30 15,0-4-8-15,3 1 0 0,0 0 0 0,-1 3 0 0,1-1 0 0,0 1 0 16,-3-1 0-16,3 3 0 0,-4 0 0 0,1-2 0 0,-3 2 0 16,0 0 18-16,-3 0 2 0,0-2 1 0,0-1 0 15,-1-2-10-15,-2 0-3 0,3 0 0 0,0-1 0 16,0-1 22-16,0-1 4 0,3 0 1 0,-1-3 0 15,-2 4-35-15,0 2 0 0,3-1 0 0,-3 4 0 16,0 2 0-16,0 0 0 0,-1 0 0 0,-2 3 0 16,0-3 0-16,0 3 0 0,0-3 0 0,-3 3 0 15,-3-3 0-15,0 3 0 0,0-1 0 0,0 1 0 16,-4 0 0-16,1 0 0 0,0 2 0 0,0-2 0 16,-3 2 0-16,0-2 0 0,0 5 0 0,0-2 0 15,0-1 0-15,-3 3 0 0,0 0 0 0,0 3 0 16,0-3-44-16,0 5-16 0,-3-5-4 0,0 6 0 15,0-4-153-15,0 4-31 0,0-1-7 0</inkml:trace>
  <inkml:trace contextRef="#ctx0" brushRef="#br0" timeOffset="33736.013">20967 8536 1337 0,'-12'-11'28'0,"9"6"6"0,-3 0-34 0,3 0 0 0,0-1 0 0,0 1 0 16,0-3 89-16,3 3 11 0,0-1 3 0,0 1 0 16,0-3-11-16,0 3-3 0,3 0 0 0,-3-1 0 15,3 1-71-15,3 0-18 0,-3-1 0 0,3 4 0 16,0-1 55-16,0-2 7 0,3 2 2 0,-3 3 0 16,2-2 0-16,1 2 0 0,3 0 0 0,0 2 0 15,3-2-52-15,0 3-12 0,3-3 0 0,3 5 0 16,0-2 10-16,2-1-1 0,4 1 0 0,0 2 0 15,3-2-9-15,-1 5 12 0,1-3-12 0,0 3 12 16,3 0-22-16,-6 0-4 0,2 0-1 0,4 3 0 16,0-3 40-16,2-1 8 0,1 1 2 0,3 0 0 15,-3 3-5-15,-1 2-1 0,-2-2 0 0,3 2 0 16,-3 0-29-16,-1 0 0 0,-5 1 0 0,6-1 0 16,-3 3 0-16,2 0 0 0,1 0 0 0,3 2 0 15,-6-2 0-15,-1 2-8 0,1 1-1 0,0-3 0 16,-3 0 9-16,-4 0 8 0,-2-1-8 0,3 1 11 0,0 0-11 15,-3-3 0-15,0 1 9 0,2-1-9 0,1 0 0 16,0 0 0-16,0 1 0 0,0-1 0 16,-1 3 26-16,1-3 1 0,0 3 0 0,0 0 0 15,-3 0-12-15,0 2-3 0,-1 1 0 0,1 2 0 16,0-3-12-16,-3 3 9 0,0 1-9 0,0 1 8 0,2-4-8 0,-2-1 12 16,3 1-12-16,0-3 12 0,0 0-12 0,3 0 10 15,-3 0-10-15,-1-3 10 0,4 0-10 0,-3 0 10 0,0-2-10 0,-3-1 10 16,3 1-2-16,-4 0-8 0,1-1 12 0,-3 1-4 15,-3-1-8-15,0 1 8 0,0-3-8 0,0 2 8 16,-3-2-8-16,-3 0 0 0,3 0 0 0,-3 0 8 16,2 0-8-16,-2 0 0 0,0-3 0 0,0 3 8 15,3 0-8-15,-3-3 0 0,0 1 0 0,0-1 0 16,3 3 0-16,-3-5 0 0,0 2 8 0,3 0-8 16,-3 1 0-16,0-1 0 0,3-3 0 0,0 4 0 15,0-4 0-15,0 1 0 0,-1 0 0 0,1 2 0 16,0-5 0-16,3 3 0 0,-3-3 0 0,3 2 0 15,-3-2 0-15,3 3 0 0,0-3 0 0,-3 0 0 16,0 3 0-16,0-3 8 0,-1 0-8 0,1 0 0 16,-3 0 0-16,0 0 0 0,0 0 0 0,0 0 0 15,0 0-13-15,-3 0-2 0,3 0 0 0,0-3 0 16,-3 3-101-16,3-3-20 0,0 3-4 0</inkml:trace>
  <inkml:trace contextRef="#ctx0" brushRef="#br0" timeOffset="34185.819">23300 9518 2120 0,'0'0'60'0,"0"0"13"0,0 0-58 0,0 0-15 0,3-3 0 0,0-2 0 15,3 5 68-15,3-3 12 0,-3 0 1 0,6 1 1 16,0-1-20-16,0 0-4 0,3 1-1 0,0-1 0 15,2-2-9-15,4 0-3 0,0-1 0 0,6 1 0 16,0 0-13-16,2-1-2 0,7 1-1 0,0 3 0 16,-3-1-12-16,2 0-2 0,-2 1-1 0,3 2 0 15,0 0-14-15,-4-3 0 0,4 3 0 0,0-3 0 16,-1 3 0-16,1 0 0 0,3 3 0 0,-3 0 0 16,-4-3 12-16,1 5-4 0,-6-5-8 0,3 3 12 15,-7-1-12-15,1-2 0 0,-3-2 0 0,0-1 0 16,-3 0 0-16,0 1-10 0,-3-1 2 0,-4 3 0 15,1-3-28-15,-3 1-4 0,0-1-2 0,-6 0 0 16,3 1-102-16,-6 2-20 0,0 0-4 0</inkml:trace>
  <inkml:trace contextRef="#ctx0" brushRef="#br0" timeOffset="35474.244">20675 6051 1580 0,'0'0'67'0,"0"-5"-54"16,0 5 82-16,0-3 16 0,3-2 3 0,-3 5 1 15,0 0-32-15,0-5-7 0,0 5 0 0,0 0-1 16,0 0-21-16,0 0-4 0,0 0-1 0,0 0 0 16,0 0-25-16,0 0-6 0,0 0-1 0,0 0 0 15,0 0 38-15,0 0 7 0,3 5 2 0,-3 0 0 16,3 1-52-16,-3-1-12 0,0 3 0 0,-3 0 0 16,3 0 0-16,0 0 0 0,-3 0 0 0,3 2 0 15,0 1 0-15,-3-1 0 0,3 4 0 0,-3-1 0 16,3 3 0-16,0 2 0 0,-3 4 0 0,3-1 0 15,0 2 0-15,-3 4 0 0,0-3 0 0,3 5 0 16,-3-3 0-16,0 1 0 0,0-3 0 0,0 2 0 16,0 1 0-16,0-1 0 0,-3 3 0 0,3 0 0 15,0 6 0-15,-3 2 0 0,3 2 0 0,0 1 0 0,0-3 54 16,0 3 8-16,0-3 2 0,0 2 0 0,0-1-52 0,1 4-12 16,-1-2 0-16,-3 5 0 0,3 0 0 0,0 0 0 15,0-1 0-15,-3 4-10 0,3-3 10 0,-3-3 0 16,3 1 8-16,-3 2-8 0,0 0 0 0,0 2 0 0,3 1 0 15,-3 2 0-15,0-5 0 0,0-2 0 0,0-4 0 16,0 6 0-16,0 0 0 0,3 0 0 16,-3 3 0-16,3-1 0 0,-3-4 0 0,3-4 0 0,0-1 0 0,3 1 0 15,-3-2 0-15,3 3 0 16,0-3 0-16,-3 3 0 0,3-1 0 0,0 1 0 0,3-3 0 16,-3 3 0-16,0-8 0 0,3-1 0 0,0-2 0 0,-3 1 0 15,3-1 56-15,0-3 6 0,0 3 2 0,0 0 0 16,0 3-52-16,0-3-12 0,0 0 0 0,0 0 0 15,0-2 0-15,3-3 0 0,-3-3 0 0,0 0 0 16,3 0 0-16,-3-5 0 0,3 3 0 0,-3-4 0 16,3-1 0-16,-3-1 0 0,3 0 0 15,-3-2 0-15,0-1 0 0,3-2 0 0,-3 3 0 16,0-3 0-16,3 2 0 0,-3-2 0 0,3-2 0 0,0 2 0 16,-3-3 0-16,2 0 0 0,1 0 0 0,0-2 0 15,0 0 0-15,0-1 0 0,3-2 0 0,0 0 0 16,0 0 0-16,3 0 0 0,0 0 0 0,0-2 0 15,3-1 0-15,0 0 0 0,2 1 0 0,1-1 0 0,0 0-12 16,3-2-6-16,0 3-1 0,0-1 0 16,-1 0 19-16,1 1 0 0,3-1 0 0,0 0 0 15,-3 1 0-15,3-4 0 0,-1 4 0 0,1-4 0 16,3 4 12-16,0-1 5 0,3-2 2 0,-1 5 0 16,1-3-31-16,-3 3-5 0,3 0-2 0,-1 3 0 0,-5-3 19 0,0 0 0 15,-3 2 0-15,3-2 0 0,-6 3 0 0,-1-3 0 0,1 0 0 0,-3 0 0 16,3 3 0-16,-3-3 0 0,0 2 0 0,-3-2 0 15,0 0 0-15,0 3 0 0,-4 0 0 0,1-1 0 16,0-2-11-16,0 0 11 0,-3 0-10 0,3 3 10 16,-3-3-32-1,-6 0 0-15,6 3 0 0,-6-3 0 0,3 2-121 0,-3-2-25 16,6 3-5-16</inkml:trace>
  <inkml:trace contextRef="#ctx0" brushRef="#br0" timeOffset="36841.868">19071 12248 1579 0,'6'-2'32'0,"2"-1"10"15,1 0-34-15,0-2-8 0,0 2 0 0,0 1 0 16,0-1 104-16,3 1 20 0,0 2 3 0,0-3 1 0,0 0-52 16,0 1-9-16,3 2-3 0,-4-3 0 15,4 0-26-15,0 3-6 0,0-2 0 0,0-1-1 0,0 3-11 0,0-3-1 0,3 3-1 0,-4-2 0 16,1-1-18-16,0 3 8 0,-3-3-8 0,3 3 0 15,0-2 8-15,3-1-8 0,-3 0 0 0,3 3 0 16,-1-2 8-16,-2-1-8 0,3 1 0 16,3 2 0-16,-6-3 0 0,3 3 0 0,0-3 0 15,-4 3 0-15,4 0 0 0,-3 0 0 0,0 0 8 16,-3 0-8-16,0 0 0 0,-3 0 0 0,0-2 0 0,0 2 0 16,-3 0 0-16,0-3 0 0,0 0 0 15,-4 3 0-15,-2 0 10 0,3-2-10 0,0-1 8 0,-3 3-8 16,3-3 15-16,0-2-3 0,-3 0 0 0,0-1 0 15,3-1 8-15,-3-1 0 0,0-3 1 0,3 3 0 16,-3-5-6-16,0 0-2 0,3-3 0 0,-3 0 0 16,3-3-3-16,0-2-1 0,0-3 0 0,-3 1 0 15,3-1-9-15,0 0 0 0,-3 0 9 0,3-2-9 16,-3 2 11-16,3-3-3 0,-3 1 0 0,0-3 0 16,3 0 12-16,-3-3 3 0,0-2 0 0,0-1 0 15,0-2-1-15,0 3 0 0,0-3 0 0,0 0 0 16,-3 2-10-16,3-2-3 0,-3 0 0 0,-3 0 0 15,3-3 7-15,0-2 2 0,-3-3 0 0,0 3 0 16,0 2-18-16,-3 6 8 0,4-1-8 0,-4 4 0 16,0-1 8-16,3 3-8 0,-3 2 0 0,3-2 0 15,0 3 0-15,0-1 0 0,0-2 0 0,3 0 0 16,0 5 0-16,0 0-16 0,3 1 4 0,-3 1 0 0,3 4 12 0,0-1 0 16,0 1 0-16,0 5 0 0,0-1 0 0,3 4 0 15,0 2 0-15,0-3 0 0,0 6 0 16,0-3 0-16,0 3 0 0,3-1 0 0,0 1 0 15,-3 2 0-15,3-2 0 0,0 3 0 0,0-1 0 16,0-2 0-16,0 2 0 0,3 0 0 16,-4-2 0-16,4 2 0 0,0 1 0 0,0-4 0 0,0 4 0 0,3-1 0 15,-3-2 0-15,3 2 0 0,0-2 0 0,0 2 0 0,3-2 0 0,2 2 0 16,4-2 0-16,0 0 0 0,3-1 0 0,3 4 0 16,3-6 0-16,-1 3 0 0,1-3 0 0,3 0 0 15,0 0 0-15,-4 0 0 0,1 0 0 0,3-3 0 16,3 3 0-16,5-2 0 0,1-1 0 0,3 1 0 15,-1-1 21-15,-5 0 7 0,3 1 2 0,-1-1 0 16,1 1-48-16,0-1-10 16,-1-2-1-16,4 2-1 0,-3 1 55 0,-1 2 11 0,4 2 3 0,-6-1 0 15,-4-1-11-15,1 2-3 0,-6-2 0 0,3 3 0 16,-4-3-40-16,1 3-8 0,0 0-1 0,0-1-1 16,-1 4 25-16,-2-4 0 0,-3 6 0 0,0-2 0 15,0-1 0-15,-7 3 0 0,-2 0 8 0,0-3-8 16,-3 3 0-16,0 0 8 0,0 0-8 0,-3 3 0 15,0-3 0-15,-3 0 8 0,0 0-8 0,0 3 0 16,-6-3 8-16,3 2-8 0,-3-2 10 0,0 0-10 16,3 3-36-16,-3-3-14 0,0 0-2 0,3 5-1 15,-3-5-9-15,3 3-2 0,-3-3 0 0</inkml:trace>
  <inkml:trace contextRef="#ctx0" brushRef="#br0" timeOffset="42372.42">24536 10338 2580 0,'-12'-13'54'0,"6"10"11"16,3 0-52-16,3 3-13 0,-6-2 0 0,0 2 0 15,0 2 54-15,-3 1 8 0,3 5 2 0,-3 3 0 16,0-1-31-16,-3 6-5 0,0 3-2 0,-3 2 0 16,4 3-12-16,-4-1-2 0,-3 4-1 0,3 2 0 15,0 3-11-15,0 2 10 0,0 3-10 0,0 3 10 16,4 2 1-16,-4 0 0 0,6 1 0 0,0 4 0 16,0-2-11-16,0 0 8 0,3 0-8 0,0 0 8 15,3 0-8-15,0 0 8 0,0 0-8 0,0 6 8 16,3-9-8-16,-3-2 0 0,0-1 9 0,3 4-9 15,-3-4 0-15,3-2 9 0,-3 3-9 0,3-3 0 16,-3-3 8-16,0-2-8 0,3 3 0 0,-3-6 0 16,0-3 0-16,-3-2 0 0,0 0 0 0,0-3 0 0,0-2-14 0,-2-4-3 15,-1 1-1-15,0-2 0 0,0-1-28 16,0-5-6-16,0 0 0 0,0-3-1 0,3-5-103 0,0 0-21 16,0-3-4-16</inkml:trace>
  <inkml:trace contextRef="#ctx0" brushRef="#br0" timeOffset="42568.875">24068 11322 1792 0,'0'-24'51'0,"3"1"10"16,-3 1-49-16,3 1-12 0,0 0 0 0,3 3 0 15,0 2 119-15,0 2 21 0,0 1 4 0,3 3 0 16,3-1-60-16,-3 6-13 0,3-3-3 0,0 3 0 16,3 2-20-16,-4 0-4 0,4 3 0 0,0-2-1 15,3 2-35-15,0 0-8 0,3-3 0 0,0 0 0 16,2 3 53-16,4 0 9 0,0-2 2 0,3 2 0 15,2 0-81-15,-2 0-16 0,6 0-3 0,0-3-1 16,2 3-87-16,-2-3-18 0,6 1-3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02T19:58:27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15278 3715 1690 0,'0'0'35'0,"-6"-5"9"0,0 2-36 0,3 3-8 0,-2 0 0 0,-1-5 0 16,0 2 76-16,-3 3 12 0,3-3 4 0,-3 1 0 31,0-1-23-31,0 3-4 0,-3-2-1 0,0 2 0 0,3-3-16 0,-3 3-3 0,0 0-1 0,-2 0 0 16,-1 0-6-16,-3 0-2 0,0 0 0 0,-3 0 0 15,0 0-8-15,0 0-3 0,-2 0 0 0,-4 0 0 16,-3 0-8-16,-3 0-1 0,-2-5-1 16,-4 2 0-16,0 3-2 0,-2 0 0 0,-4 0 0 0,-3 0 0 31,1 0-5-31,-1 0-8 0,-3 0 11 0,-2-5-11 16,-1 5 12-16,1 5-4 0,-4-5 0 0,-5 0-8 0,2 0 20 0,-2 0-2 0,-1 0-1 0,-8-5 0 15,8 5-9-15,-2 0-8 0,-1-3 9 0,-2 3-9 31,2 0 10-31,1 0-10 0,-4 0 10 0,-5 0-10 0,2 0 8 0,1 0-8 0,-6-8 0 0,-4 5 9 16,7 1-9 0,2-1 0-16,-2 0 0 0,-3 1 0 0,5 2 0 0,1-5 0 0,-1 2 9 0,-5 3-9 15,8 0 0-15,-2-5 9 0,-1-1-9 0,-2 4 0 16,3-1 8 0,2 0-8-16,-2-2 0 0,-4 2 0 0,10 1 0 0,-1 2 10 0,1-6-10 0,-7 4 8 15,7-3-8-15,-1 2 0 0,4-2 9 16,-10-1-9-16,10 4 0 0,-4-4 9 0,1 4-9 0,-3-4 0 15,2 4 8-15,4 2-8 0,-1-8 0 0,-5 5 0 16,5 1 10-16,-2-1-10 0,-1 0 8 0,-2 3-8 16,2-2 0-16,1 2 8 0,-1 0-8 0,-5 0 0 15,8-6 0-15,-2 6 0 0,2 0 8 0,-8-2-8 0,5 2 0 16,-2 0 0-16,-1 0 0 0,-5 0 0 16,8-6 0-16,-2 6 0 0,3 0 0 0,-7 0 0 0,7 0 0 0,-1 0 0 15,4 0 0-15,-7 0 0 16,7 6 8-16,-1-6-8 0,-2 0 8 0,-4 0-8 0,7 0 9 0,-1 0-9 15,4 0 10-15,-4 0-10 0,7 0 11 0,-1 0-11 0,0 0 12 0,-2 0-12 16,2 0 11 0,1 0-11-16,2 0 10 0,-5 0-10 0,8 0 9 15,-2 0-9-15,5-6 8 0,-6 6-8 0,4 0 0 0,-1-2 0 0,1 2 8 0,-4 0-8 32,6 0 0-32,1 0 0 0,-1-6 0 0,0 6 8 0,1-2-8 0,2 2 0 15,-2 0 9-15,-1 0-9 16,3-3 8-16,1 3-8 0,-4 0 10 0,3-2-10 0,1 2 8 0,2-3-8 0,3 3 0 0,-5-3 0 15,2 3 8-15,0 0-8 0,1-2 0 0,-1 2 9 16,3 0-9-16,4 0 0 0,-1-6 0 0,0 6 0 16,3-2 8-16,-2 2-8 15,-1 0 0-15,-3 0 8 16,7 0-8-16,-4-6 0 0,0 6 9 0,3 0-9 16,1 0 0-16,5-2 9 0,0 2-9 0,-3 0 0 15,3 0 9-15,4 0-9 0,-4 0 0 16,3 0 9-16,-3 2-9 0,3-2 8 0,1 6-8 0,-1-6 8 0,0 2-8 15,3-2 0-15,0 6 0 0,3-6 0 0,1 0 0 0,-1 0 0 0,0 2 8 0,3-2-8 16,0 3 0-16,3-3 0 0,0 3 0 0,0-1 0 16,0 1 0-16,1-3 0 0,2 2 0 15,-3 4 0-15,3-6-9 0,0 2 9 0,-3-2-12 0,3 6 12 16,3-6-32-16,-3 0 1 0,3 0 0 0,0 0 0 16,6 0-92-16,0 0-18 0,0 0-4 0</inkml:trace>
  <inkml:trace contextRef="#ctx0" brushRef="#br0" timeOffset="586.09">6301 3244 1500 0,'0'0'31'0,"0"0"8"16,0 0-31-16,0 0-8 0,0 0 0 0,0 0 0 15,0 0 96-15,0 0 17 0,0 0 4 16,0 0 1-16,0 0-43 0,0 0-9 0,0 0-2 0,-6 5 0 16,6-5-26-16,-6 0-6 0,0 3 0 15,0 2-1-15,0 3-13 0,0-5-2 0,-3 5-1 0,0 2 0 16,0-2-15-16,0 0 9 0,-2 5-9 0,-1 3 8 0,-3-2-8 0,3 1 0 0,-3 4 0 0,0-1 0 15,0-2 0-15,0 6-17 0,3-9 4 0,1 3 1 16,-4-3 12-16,3 3 0 16,0-6 0-16,3 4-9 15,0-1 9-15,-3-3 0 0,3-2 8 16,0 3-8-16,3-1 14 0,0-2-2 0,0 0 0 0,0 0 0 16,3-2 5-16,0-1 1 0,3 3 0 0,0-6 0 0,0 4 4 0,0-1 1 15,3 0 0-15,3 1 0 0,-3-1-1 0,3 3 0 0,3-6 0 0,-3 4 0 16,3-4 2-16,0 1 0 0,0 5 0 0,3-8 0 31,0 0-4-31,3 3 0 0,0-3 0 0,2 5 0 0,-2-5-10 16,3 0-2-16,0 0-8 0,0 0 12 0,3 0-12 0,0 0 0 0,-1 3 8 0,1 2-8 15,0-5-26 1,0 3-8-16,0-1-2 0,0 1 0 0,-1-1-169 0,-2-2-35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0:59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17234 9518 1420 0,'-12'-16'29'0,"0"3"8"0,0 2-29 0,0-2-8 0,3 5 0 0,-2 0 0 16,-1 0 35-16,3 3 5 0,-6-3 2 0,3 5 0 15,0 0 18-15,0 1 3 0,0-1 1 0,-3 3 0 16,3 0-16-16,0 3-4 0,-2 2 0 0,2 0 0 16,0 3-19-16,0 0-4 0,-3 3-1 0,3 2 0 15,0 3 11-15,0 0 1 0,3 0 1 0,-3 5 0 16,1 0-21-16,2 3-4 0,-3 2 0 0,0-2-8 15,3 0 0-15,3 0 0 16,0 0 0-16,0 2 0 0,3 0 0 0,3 1 0 0,0 2 0 0,0 0 0 16,6 0 26-16,0 0-2 0,3 0 0 0,3 1 0 15,0-4-41-15,3-2-9 0,-1 0-2 16,4-3 0-16,0-3 28 0,3-2 0 0,6 0 0 0,-3-5-8 16,5-1 8-16,1-2 0 0,6-3 0 0,-3 1-8 15,2-4 8-15,-2-2 0 0,3 0 0 0,0-5 0 16,-4 0 9-16,1-6 4 0,-3 1 1 0,5-6 0 15,-2 0 16-15,3-3 3 0,0-2 1 0,-1-3 0 16,-2 1 10-16,-3-7 3 0,-3 1 0 0,-1-2 0 16,-8 2-38-16,0-1-9 0,-3 4 0 0,-3-6 0 15,-6 3 53-15,0 0 9 0,0 0 2 0,-3-3 0 16,-3 0-52-16,-3-2-12 0,0 0 0 0,-3 2 0 16,-3 0 32-16,-3 6 4 0,-3-1 1 0,-3 1 0 0,-3 5-25 15,-5-1-4-15,-1 4-8 0,-6 2 11 16,3 3-11-16,-2-1 0 0,-4 4 0 0,0 2 0 15,3 3-32-15,1 2-9 0,-1 0-2 0,0 3 0 16,-2 3 13-16,-4 0 2 0,3-1 1 0,-3 6 0 16,7 0-47-16,-1 3-10 0,3-1-1 0</inkml:trace>
  <inkml:trace contextRef="#ctx0" brushRef="#br0" timeOffset="646.167">17383 10444 1706 0,'-9'-8'36'0,"-3"-3"7"16,0 3-35-16,0-2-8 0,0 2 0 0,-3 0 0 16,-2 3 64-16,-4 2 10 0,3 0 2 0,-6 1 1 15,3 4-21-15,-6-2-4 0,1 6 0 0,-1-4-1 16,3 6-16-16,0 0-3 0,0 0-1 0,1 3 0 15,2-1-31-15,3 1 0 0,0 2 0 0,0 3 0 16,0 0 28-16,3 0-1 0,-2-1 0 0,-1 1 0 0,3 3-27 16,0-1 0-16,0 1 0 0,0 5 0 15,3 0 0-15,3 5 0 0,0 2 0 0,0 1 0 0,4-3 0 16,2 3 0-16,3-3-9 0,3 0 9 0,-1-2-9 16,4-1 9-16,3-5-13 0,3 3 5 0,0-5-14 0,3-1-2 15,3 1-1-15,0-1 0 16,0-5-23-16,0 1-5 0,2-4-1 0,-2 1 0 0,6-6 43 0,0-2 11 0,0-1 0 15,2-2 0-15,4-2 0 0,3-1 0 16,0-2-9-16,2 0 9 0,-2-1 27 0,0-4 9 0,-3-1 3 0,-1 1 0 16,1-6-9-16,-3 2-2 0,0-4 0 0,0-1 0 15,-1-2 31-15,-2 0 5 0,0-3 2 0,0-2 0 16,0-3-3-16,-7-3-1 0,1-2 0 0,-3-1 0 16,-3 6-20-16,-3 0-4 0,-3 0-1 0,-3 0 0 15,-6 5-8-15,0-3-1 0,-6 4-1 0,-3-1 0 16,-3 0-19-16,-3 0-8 0,-2 0 8 0,-4 3-8 15,0 3 0-15,-3-1 0 0,0 3 0 16,-2 3 0-16,-1 0 0 0,0 2 0 0,-6 3 0 0,-2 3 0 16,2 5-59-16,-6 0-4 0,1 3-1 0,-1 2 0 15,3 5-58-15,6 1-12 0,4 5-2 16</inkml:trace>
  <inkml:trace contextRef="#ctx0" brushRef="#br0" timeOffset="1342.074">17249 11333 1721 0,'-12'-3'72'0,"0"1"-57"16,0-1 41-16,0 3 9 0,0 0 2 0,0 0 0 16,-2 0-20-16,-1 0-4 0,0 3-1 0,0 2 0 15,-3 0-10-15,3 0-3 0,-3 3 0 0,3 3 0 16,-2 0-12-16,2 2-2 0,0 0-1 0,0 5 0 16,0 1-14-16,0 2 8 0,3 3-8 0,-3 5 0 15,0 0 8-15,4 3-8 0,-1 0 0 0,-3 2 0 16,6 0 0-16,0-4 0 0,3 1 0 0,3 1 0 15,0 0 0-15,0 0 0 0,3-1 0 0,6 4-10 16,0-3-5-16,3-3-1 0,3 0 0 0,0 0 0 16,3-5-24-16,-1-3-4 0,4-3-2 0,0-2 0 15,3-3-14-15,0-5-2 0,0 0-1 0,5-2 0 0,1-4 47 16,3-2 16-16,3 0-12 0,0-5 12 0,-1 0 0 0,1-1 0 16,-3-2 0-16,3-5 10 0,-4 0 43 0,1-3 9 0,0 0 2 15,0-5 0-15,-4-3-8 16,4 0-2-16,0-5 0 0,3 3 0 15,-7-3 6-15,-2 5 2 0,0-5 0 0,-3 2 0 0,-3 1-1 0,-3-3 0 16,-3 0 0-16,-4 0 0 0,-2-6-13 0,0 3-2 0,-3-2-1 16,-6 0 0-16,0 2-21 0,-3 3-5 0,-2 2-1 0,-7 1 0 15,0 2-5-15,-6 3-1 0,-3 0 0 0,-3 2 0 16,-2 3-3-16,-1 3-1 0,0 0 0 0,-6 5 0 16,4 0-8-16,-4 3 0 0,0 2-10 0,-3 0 10 15,-2 6-40-15,-1 0-3 0,-6 2 0 0,4 6 0 16,2-1-101-16,3 6-20 0,4 0-4 0</inkml:trace>
  <inkml:trace contextRef="#ctx0" brushRef="#br0" timeOffset="2041.321">17097 12516 1668 0,'-12'5'70'0,"3"-2"-56"15,-3 2 54-15,3-3 10 0,-3 4 2 0,1-1 1 16,2 3-30-16,-3 0-7 0,0 0 0 0,0 5-1 15,0-2-19-15,3-1-3 0,-3 3-1 0,3 3 0 16,-3-2-7-16,0 1-1 0,4 4-1 0,-4 0 0 16,3 4-2-16,-3 1 0 0,3 0 0 0,3 5 0 15,-3-2-1-15,3-4-8 0,3 4 12 0,-3-1-4 16,6-2-8-16,-3 0 0 0,6 0 0 0,-3-1 8 16,6 1-8-16,-3-3 0 0,6 1 0 0,-3 1 0 15,6-1 0-15,0-1 0 0,0 0-9 0,0-3 9 16,2 1 0-16,-2-6 0 0,3 0 0 0,3 1 0 15,-3-6-11-15,6 0 2 0,-3 0 0 0,2-6 0 16,1 1 1-16,3-6 0 0,0 3 0 0,0-5 0 16,0-3 20-16,2-3 4 0,1-2 0 0,-3 0 1 0,-3-3-17 15,0 0 0-15,-1-2 0 0,-2-1 0 0,0 1 55 16,-3-1 7-16,0-2 2 0,0 0 0 0,0 0 0 16,-6-3 0-16,6 3 0 0,-7-3 0 0,4-3 0 15,-3-2 0-15,-3-3 0 0,3 1 0 0,-6-1-52 16,0 0-12-16,3 3 0 0,-6-3 0 0,0 9 54 0,0-1 8 15,-3 5 2-15,-3-2 0 16,0 5-64-16,0 0-24 0,-3 0 0 0,0 0 1 0,0 3 37 0,-2 0 7 0,-1 2 2 0,0 1 0 16,-3-3-23-16,0 5-20 0,0-3 4 0,-3 1 1 15,-3 2-6-15,1 0-2 0,-4 2 0 0,-3-2 0 32,0 0-36-32,-3 1-7 0,1-1-2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1:11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21604 2625 1580 0,'6'-8'67'0,"0"5"-54"15,2-7 32-15,1 2 7 0,0 0 0 0,3 5 1 16,-3-5 18-16,3-2 3 0,0 7 1 0,0-5 0 16,0 0-9-16,3 3-2 0,0 2 0 0,2-5 0 15,-2 3 0-15,0 0 0 0,0 2 0 0,0-2 0 16,0 2-51-16,0-2-13 0,3 2 0 0,-1 0 0 15,-2 3 0-15,3 0 0 0,-3 0 0 0,0 0 0 16,-3 6 8-16,3-1-8 0,-6 3 11 0,0 0-11 16,-3 0 0-16,-3 5 0 0,0-2 0 0,-3 2 0 15,-3 3-23-15,-3 0 2 0,0 2 0 0,-6 1 0 16,-3-1-19-16,0 1-4 0,0-1-1 0,-3 3 0 16,3-5 36-16,-3 5 9 0,1-5 0 0,-1 6 0 15,0-7 0-15,3 7 14 0,-3-7-3 0,3 1-1 16,3 0-10-16,0 3-14 0,4-9 3 0,-1 6 1 15,3 3 10-15,6-9 0 0,0 4 0 0,3-1 0 16,3-3 0-16,0-2 0 0,5 3 0 0,1-3 0 0,0-6 0 16,0 4 0-16,3-4 0 0,0 1 0 0,0-3 0 0,3 0 0 15,3-3 0-15,2 1 0 0,-2 2 0 0,6-8 0 16,0 3 10-16,0-3-10 0,-4 0 0 0,4 0 0 0,0 0 0 0,-3 0-10 16,0-5 1-16,-4 5 0 0,1-6 0 0</inkml:trace>
  <inkml:trace contextRef="#ctx0" brushRef="#br0" timeOffset="600.743">22550 2201 1751 0,'-12'-18'36'0,"6"15"9"0,3-2-36 0,-3 2-9 0,0 3 0 0,1 0 0 16,-4 0 90-16,-3 0 16 0,0 3 3 0,0 2 1 16,-3 1-49-16,0 4-9 0,-3 3-3 0,0 1 0 15,1-4-17-15,-1 6-4 0,3-3-1 0,-3 8 0 16,3-7-2-16,3 4 0 0,0 1 0 0,0 5 0 16,0-9-36-16,6 7-7 0,-2-6-2 0,5 5 0 15,0 0 20-15,0-5-10 0,3 5 10 0,3 0-8 16,3-5-16-16,-1 0-4 0,4 0 0 15,3 2 0-15,0-7-4 0,3 2 0 16,3-5-1-16,0 0 0 0,3 0 18 0,0-3 4 0,-1-5 1 0,1 0 0 16,0 0 10-16,-3-5 0 0,0 2 0 0,0-2 0 15,-6 2 28-15,-1-5 0 0,-2 3 1 0,0-3 0 16,-6 0-29-16,0-8 0 0,0 6 0 0,-6-1 0 0,0-5 57 0,-6 3 6 16,0-6 1-16,-3 1 0 0,-2-1-52 0,-4 1-12 15,-3-1 0-15,0-4 0 0,0 1 54 0,-3 1 8 0,-2 3 2 0,2-9 0 16,0 9-52-16,0-11-12 0,0 2 0 0,1 3 0 15,-1-5 0-15,0 5-12 0,0-5 3 0,-3 3 0 16,7 2 25-16,-1 0 4 0,6 6 2 16,3-1 0-16,3 1-1 0,3 2 0 0,3 0 0 0,6 3 0 15,0 2-21-15,6-2 0 0,0 0 0 0,3 2 0 16,0 3 0-16,6-5 0 0,-1 5-8 0,1 3 8 16,3 2 0-16,-3-2 0 0,3 5 0 0,0 0 0 15,-1 5 0-15,4-2 0 0,0 2 0 0,0 3 0 16,0 0 0-16,-3 0 0 0,-1 5 0 0,1-2 0 15,-3 2 0-15,-3 3-10 0,0 2 10 0,0-2 0 16,-6 0-28-16,0 5 2 0,-3-5 0 0,-1 5 0 16,-2 0-30-16,-3-2-7 0,-3 2-1 0,0 0 0 15,-2 0 0-15,-1 1 0 0,-3 1 0 0,-3-1 0 16,0-7-153-16,-3 7-31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2:59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14582 12158 2508 0,'-3'-8'71'0,"0"0"16"0,0 1-70 0,0 1-17 0,0 1 0 0,3 5 0 16,0 0 55-16,0 0 7 0,0 0 2 0,0 0 0 15,-3 0-12-15,-3 5-3 0,0 3 0 0,3 3 0 16,-3 5-31-16,0 2-6 0,-3 3-2 0,3 8 0 15,-3 3-10-15,-3 5 0 0,1 3 9 0,-1 0-9 16,3-3 0-16,-3 0-18 16,3-3 3-16,0 1 1 15,0-6-32-15,3 2-6 0,3-4-2 0,0 2 0 0,3-8-23 16,3 0-5-16,0 0-1 0,0-5 0 16,3-5 12-16,3-3 3 0,0-3 0 0,0-2 0 15,3-6 28-15,-3-5 5 0,3-2 2 0,-1-1 0 0,1-5 33 0,0 0 0 0,0 0 10 16,3-5-2-16,-3 3 37 0,3-1 8 0,-3-2 2 0,0 2 0 15,0 1 15-15,-4-3 3 0,1 0 1 0,0 2 0 16,-3 3-9-16,0 0-1 0,0 0-1 0,-3 6 0 16,0 2-25-16,-3 3-5 0,0 5-1 0,0 0 0 15,0 5-10-15,-3 3-2 0,-3 2-1 0,3 4 0 16,0-1-19-16,0 3 8 0,0 0-8 0,3 0 0 16,0 2 8-16,3-2-8 0,3 0 0 0,0-3 0 15,3 3 0-15,0-3-11 0,6 0 2 0,-3-2 0 16,3 2-3-16,3-5 0 0,-1 0 0 0,1-3 0 15,0-2 12-15,0 0-10 0,0-1 10 0,0-4-10 16,-3-1 10-16,0-2 0 0,-1-3 0 0,1 0 0 16,-3 0 18-16,-3-3 6 0,3-2 0 0,0 0 1 0,-3 2 12 15,0 1 3-15,0-4 0 0,0-1 0 16,-3 1-4-16,0-1-1 0,0-4 0 0,-1 0 0 16,1-4-11-16,-3-1-3 0,0-3 0 0,0-2 0 15,0 3-9-15,-3 2-3 0,3 0 0 0,-3 0 0 0,0 8-9 0,0 1 0 16,-3-1 0-16,3 5 8 15,0 1-37-15,0 2-8 0,0 2-2 0,0 1 0 16,0 5-161-16,0 0-32 0,9 0-6 0</inkml:trace>
  <inkml:trace contextRef="#ctx0" brushRef="#br0" timeOffset="254.771">15400 12571 2761 0,'-6'13'57'0,"6"-13"15"0,0 0-58 0,0 0-14 0,0 0 0 0,0 6 0 16,0-6 112-16,0 0 20 0,0 0 4 0,-3 5 1 16,1 0-77-16,-1 1-16 0,0-1-4 0,0 3 0 15,0 0-7-15,-3 0-1 0,3 2-1 0,-3 3 0 16,3 3-15-16,-3 3-4 0,0 2 0 0,-3 3 0 16,3 2-12-16,0 1 8 0,0-1-8 0,-3 3 0 15,0 0 0-15,0-2 0 0,0-1 0 0,-3 1 0 16,1-1-9-16,2 1-8 0,-3 2-2 0,0 0 0 15,3 0-59-15,0 0-12 0,3-2-2 0,0 2-1 16,0-5-135-16,6-6-26 0</inkml:trace>
  <inkml:trace contextRef="#ctx0" brushRef="#br0" timeOffset="1340.017">16276 12267 2381 0,'-6'-11'111'0,"6"3"-99"0,-3 3-12 0,3-3 0 0,-3 3 0 16,0 0 90-16,3-1 15 0,-3 1 3 0,3 5 1 16,-3-3-36-16,3 3-7 0,-9 0-2 0,3 3 0 15,0 2-51-15,0 3-13 0,-3 5 0 0,3 3 0 16,-3 5 0-16,3 6 0 0,-3-1 0 0,3 6 0 16,0-3 0-16,0 0 0 0,0 0 0 0,3 1 0 15,0-4 0-15,3 0 0 0,3-2 0 0,-3 0 0 16,3 0-48-16,3-6-13 0,0 1-3 0,0-1 0 15,0-4 0-15,6-1 0 0,-3-5 0 0,6 0 0 16,-3-6 50-16,6-2 14 0,0-2 0 0,-1-3 0 16,4-3-13-16,0-3 5 0,3 0 8 0,0-2-13 15,-3-3 21-15,-1 3 4 0,1-3 0 0,0 0 1 16,-6 0 24-16,0-2 5 0,-3 2 1 0,0-2 0 16,-3-4 11-16,-1 1 2 0,-2 0 1 0,-3 0 0 0,3 0-8 0,-3 0-1 15,3 2-1-15,-3 0 0 0,0 6-19 16,-3 3-4-16,0 2-1 0,0 2 0 0,0 6-10 0,0 0-1 15,0 0-1-15,-3 8 0 0,0 6-11 0,0 1 8 0,0 1-8 16,0 3 8-16,3-1-8 0,0 4 0 0,0-1 9 16,0-3-9-1,3 1-20-15,0-1-9 0,0 1-2 0,3-3 0 16,3-3-5-16,0 0-2 0,0-2 0 0,3-1 0 0,0-2 38 0,3 0 0 0,0-3 0 16,0-2 8-16,2 0-23 0,4-3-5 15,-3-3 0-15,3-2-1 0,0 2 33 0,-3-5 6 0,2-2 2 0,-2 2 0 16,0-6 12-16,-3 1 2 0,3-3 1 0,-6-2 0 15,3-3-3-15,-3-3-1 0,-3-3 0 0,-1-2 0 16,1 0-3-16,-3-3 0 0,3 1 0 0,-3-1 0 16,0 3-10-16,-3 2-2 0,3 1-1 0,-3-1 0 15,-3 4-15-15,3 1 11 0,-3-1-11 0,3 2 10 16,-3 2-10-16,0 0 0 0,0 1 0 0,0 5 0 16,0-1-20-1,0 4-10-15,3 2-2 0,-3 5 0 0,0 3-193 0,0 0-39 0</inkml:trace>
  <inkml:trace contextRef="#ctx0" brushRef="#br0" timeOffset="1808.141">17410 12431 1824 0,'0'0'38'0,"-6"-3"8"0,0 1-37 0,0-1-9 0,6 3 0 0,-6-5 0 32,6 5 126-32,0 0 23 0,-6 0 5 0,6 0 1 0,-6 0-67 0,6 0-14 0,0 0-2 0,-6 2-1 15,0 4-25-15,3-1-5 0,-3 0-1 0,3 3 0 16,-3 0-16-16,0 3-3 0,0-1-1 0,0 3 0 15,-3-2-8-15,-6 2-1 0,4-2-1 0,-4 5 0 16,-3-3-10-16,-3 0 10 0,0 3-10 0,-3 0 10 16,1 0-10-16,-1 0 0 0,0 2 0 0,0 1 8 15,3-1 8-15,0 1 0 0,4-1 1 0,2 3 0 16,3-5-29-16,0 0-7 0,0 0-1 0,6-3 0 16,0 1 20-16,3-4-8 0,0-2 8 0,0 3 0 15,6-3-11-15,0-3 11 0,0 0-10 0,3-2 10 16,3-1 0-16,3 1 0 0,0-3 0 0,0 3 0 15,5-3 19-15,1 0 6 0,3-3 2 0,3 0 0 16,0 1-47-16,3-1-8 0,-1-2-3 0,1 0 0 16,-3-1 31-16,0 1 0 0,0-3 0 0,-4 3 0 15,1-3 0-15,-3 3 0 0,-3-3 0 0,3 0 0 16,-3 0-36-16,0-3 0 0,0 3-1 0</inkml:trace>
  <inkml:trace contextRef="#ctx0" brushRef="#br0" timeOffset="2102.253">17451 12539 2553 0,'-15'0'53'0,"15"0"12"0,0 0-52 0,0 0-13 0,0 0 0 16,-6 3 0-16,6-3 105 0,0 0 19 0,-5 3 3 0,2 2 1 15,0 0-52-15,0 3-9 0,0 0-3 0,0 0 0 16,0 3-51-16,3-1-13 0,-3 3 0 0,0 1 0 15,3 4 43-15,-3 1 5 0,3 2 2 0,-3 3 0 16,0 0-29-16,3 2-5 0,-3 3-2 0,3 0 0 16,0-2-14-16,-3-4 0 0,3 1 0 0,0 0 0 15,0-5 12-15,0 2-1 0,3-3 0 0,-6 1 0 16,3-1-11-16,0 1 0 0,0-3 0 16,0 2 0-16,0-2 0 0,0 0 0 0,0 0-14 15,0 0 5-15,0-3-31 0,0-2-5 0,0-1-2 16,0 1 0-16,-3-3-184 0,0 0-37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6992 0 0,'0'0'157'0'0,"0"0"23"0"0,0 0 12 0 0,-2 0-27 0 0,-47 9 4237 0 0,-29 6-100 0 0,61-5-3089 0 0,15-8-1106 0 0,2-2-19 0 0,0 0-7 0 0,0 0-3 0 0,0 0-12 0 0,0 0-2 0 0,0 0 0 0 0,0 0 3 0 0,0 0 10 0 0,14 5 97 0 0,163-15 220 0 0,1 10-330 0 0,-166 8-154 0 0,-11-7-112 0 0,-1-1-43 0 0,0 0-10 0 0,0 0-171 0 0,0 0-717 0 0,0 0-311 0 0,0 0-68 0 0,0 0-12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12 7464 0 0,'0'0'216'0'0,"-2"1"-11"0"0,-4 4-56 0 0,5-4 398 0 0,-1 0 162 0 0,-11 9 1791 0 0,12-9-2010 0 0,1-1-9 0 0,0 0-29 0 0,0 0-17 0 0,0 0-3 0 0,0 0-14 0 0,0 0-56 0 0,0 0-30 0 0,0 0-4 0 0,0 0-2 0 0,0 0-6 0 0,88-7 2071 0 0,53-17-1226 0 0,-48 27-1048 0 0,-49 2-53 0 0,-40-4-80 0 0,-3-1-116 0 0,-1 0-228 0 0,0 0-69 0 0,0 0-10 0 0,0 0-185 0 0,0 0-773 0 0,0 0-333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3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91 8664 0 0,'0'0'197'0'0,"0"0"24"0"0,0 0 18 0 0,0-1-34 0 0,-3-38 4181 0 0,-2 21-467 0 0,5 17-3692 0 0,0 1-47 0 0,0 0-11 0 0,0 0-18 0 0,0 0-70 0 0,-6 19-17 0 0,4 1-64 0 0,0 1 0 0 0,1 0 0 0 0,1-1 0 0 0,1 1 0 0 0,3 18 0 0 0,6 13 0 0 0,3-17 0 0 0,-3-24 0 0 0,-2-6 0 0 0,7-5 0 0 0,-8-2 0 0 0,-3 1 0 0 0,0 0 0 0 0,-1 0 0 0 0,1-1 0 0 0,-1 1 0 0 0,1-1 0 0 0,-1 0 0 0 0,0 0 0 0 0,0 0 0 0 0,0 0 0 0 0,0 0 0 0 0,0-1 0 0 0,0 1 0 0 0,-1-1 0 0 0,1 0 0 0 0,-1 0 0 0 0,0 0 0 0 0,1 0 0 0 0,-2 0 0 0 0,2-2 0 0 0,13-73 283 0 0,-12 59-138 0 0,1 4 6 0 0,1 18-98 0 0,24 78-53 0 0,-28-75-7 0 0,1 0 0 0 0,-1 0 1 0 0,1 0-1 0 0,0 0 0 0 0,1-1 0 0 0,-1 0 0 0 0,1 0 0 0 0,0 0 0 0 0,0 0 0 0 0,1 0 0 0 0,0-1 0 0 0,-1 0 0 0 0,1 0 0 0 0,1 0 0 0 0,-1-1 0 0 0,1 1 0 0 0,-1-1 0 0 0,6 2 7 0 0,-5-4-1 0 0,0 1 1 0 0,0-1-1 0 0,0-1 0 0 0,0 1 1 0 0,-1-1-1 0 0,1 0 0 0 0,0-1 1 0 0,0 1-1 0 0,0-1 0 0 0,0 0 1 0 0,0 0-1 0 0,-1-1 0 0 0,1 0 1 0 0,-1 0-1 0 0,1 0 0 0 0,3-3 1 0 0,18-19 204 0 0,-22 18-72 0 0,-1 1-1 0 0,0-1 0 0 0,-1 0 1 0 0,1 0-1 0 0,-1-1 1 0 0,-1 1-1 0 0,1-1 0 0 0,-1 1 1 0 0,0-1-1 0 0,0 0 0 0 0,-1-1-131 0 0,0 4 87 0 0,3-16 201 0 0,-1 1-1 0 0,0 0 0 0 0,-2-1 0 0 0,0 1 0 0 0,-3-20-287 0 0,1-18 79 0 0,1 56-183 0 0,0 1-11 0 0,0 0 3 0 0,0 0-65 0 0,0 0-274 0 0,0 0-117 0 0,0 0-845 0 0,1 2-3436 0 0,1 4-1468 0 0</inkml:trace>
  <inkml:trace contextRef="#ctx0" brushRef="#br0" timeOffset="462.409">604 272 8608 0 0,'0'0'197'0'0,"0"0"24"0"0,0 0 17 0 0,0 0 91 0 0,0 0 376 0 0,0 0 167 0 0,0 0 31 0 0,0 0-27 0 0,0 0-145 0 0,0 0-69 0 0,0 0-12 0 0,0 0-38 0 0,0 0-152 0 0,0 0-69 0 0,0 0-8 0 0,0 0-27 0 0,0 0-91 0 0,0 0-38 0 0,0 0-10 0 0,0 0 13 0 0,0 2 56 0 0,5 63 261 0 0,-13 45-711 0 0,4-27 217 0 0,4-31 11 0 0,1-41-53 0 0,2-4 18 0 0,0-6-1358 0 0,-3-1-77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8 9584 0 0,'0'0'216'0'0,"0"0"32"0"0,0 0 12 0 0,0-7-59 0 0,-1 7 6029 0 0,-4 20-6156 0 0,1 0 0 0 0,0 0 0 0 0,2 0 0 0 0,0 0 0 0 0,1 0 0 0 0,1 0 0 0 0,1 1-74 0 0,-1 1 22 0 0,10 21-35 0 0,-9-41 1 0 0,0 0 1 0 0,1 1-1 0 0,-1-1 0 0 0,1-1 0 0 0,0 1 0 0 0,-1 0 1 0 0,1 0-1 0 0,0-1 0 0 0,0 1 0 0 0,0-1 0 0 0,0 1 1 0 0,0-1-1 0 0,1 0 0 0 0,-1 0 0 0 0,0 0 1 0 0,1 0-1 0 0,-1 0 0 0 0,0 0 0 0 0,2 0 12 0 0,50-9-67 0 0,-53 8 73 0 0,0-1-1 0 0,0 1 0 0 0,0 0 0 0 0,0 0 0 0 0,0-1 0 0 0,-1 1 0 0 0,1-1 0 0 0,0 1 0 0 0,0-1 1 0 0,0 1-1 0 0,0-1 0 0 0,-1 1 0 0 0,1-1 0 0 0,0 0 0 0 0,-1 1 0 0 0,1-1 0 0 0,0 0 0 0 0,-1 0 1 0 0,1 0-1 0 0,-1 1 0 0 0,1-1 0 0 0,-1 0 0 0 0,0 0 0 0 0,1 0 0 0 0,-1 0 0 0 0,0 0 0 0 0,1 0 1 0 0,-1 0-1 0 0,0 0 0 0 0,0 0-5 0 0,3-8 81 0 0,5-56 1276 0 0,-8 64-1198 0 0,0 1-6 0 0,0 0-11 0 0,0 0-46 0 0,0 0-22 0 0,0 0-2 0 0,0 0 0 0 0,0 1-12 0 0,0 9-60 0 0,1-1 0 0 0,-1 1 0 0 0,1-1 0 0 0,1 0 0 0 0,0 1 0 0 0,0-1 0 0 0,1 0 0 0 0,0 0 0 0 0,1 0 0 0 0,0 0 0 0 0,-2-6-12 0 0,1 0 0 0 0,0-1-1 0 0,0 1 1 0 0,0-1 0 0 0,0 1-1 0 0,0-1 1 0 0,0 0 0 0 0,1 0-1 0 0,-1-1 1 0 0,1 1 0 0 0,-1-1-1 0 0,1 1 1 0 0,0-1-1 0 0,0 0 1 0 0,0-1 12 0 0,0 0-1 0 0,-1 0 1 0 0,1-1-1 0 0,-1 1 0 0 0,1-1 0 0 0,-1 0 0 0 0,1-1 1 0 0,-1 1-1 0 0,1 0 0 0 0,-1-1 0 0 0,0 0 1 0 0,0 1-1 0 0,0-1 0 0 0,0-1 0 0 0,1 0 1 0 0,-1 1 0 0 0,1-1 110 0 0,0 1 0 0 0,0-2 0 0 0,-1 1 0 0 0,1 0 0 0 0,-1-1-1 0 0,1 0 1 0 0,-1 1 0 0 0,0-1 0 0 0,-1-1 0 0 0,1 1-1 0 0,-1 0 1 0 0,1-1 0 0 0,-1 1 0 0 0,-1-1 0 0 0,1 1-1 0 0,-1-1 1 0 0,0 0 0 0 0,0 0 0 0 0,0 0 0 0 0,0 0 0 0 0,-1 0-1 0 0,0-3-109 0 0,0-110 1160 0 0,-2 102-1160 0 0,1 13-5198 0 0,1 3-1339 0 0</inkml:trace>
  <inkml:trace contextRef="#ctx0" brushRef="#br0" timeOffset="886.17">588 263 8784 0 0,'0'0'197'0'0,"0"0"24"0"0,0 0 19 0 0,0 0-29 0 0,3-4-168 0 0,-2-2 71 0 0,-1 4 474 0 0,4-4 614 0 0,-5 5 4736 0 0,-5 2-5915 0 0,-1 0-1 0 0,1 1 1 0 0,-1 0 0 0 0,1 0-1 0 0,0 0 1 0 0,0 1-1 0 0,0 0 1 0 0,0 0 0 0 0,0 0-1 0 0,1 1 1 0 0,0 0 0 0 0,0 0-1 0 0,-1 1-22 0 0,-16 11 31 0 0,-44 47-265 0 0,43-28 108 0 0,5-6 46 0 0,10-10 68 0 0,7-11-48 0 0,1-2-16 0 0,0-5 68 0 0,0 0 0 0 0,1 0 0 0 0,-1 0 0 0 0,0 0 0 0 0,0 0 0 0 0,1 0-1 0 0,-1 0 1 0 0,1 0 0 0 0,-1 0 0 0 0,1 0 0 0 0,-1 0 0 0 0,1 0 0 0 0,0 0-1 0 0,-1 0 1 0 0,1 0 0 0 0,0-1 0 0 0,0 1 0 0 0,-1 0 0 0 0,1-1 0 0 0,0 1-1 0 0,0 0 1 0 0,0-1 0 0 0,0 1 0 0 0,0-1 0 0 0,0 1 0 0 0,0-1-1 0 0,1 1 9 0 0,7-1-24 0 0,-1 1-1 0 0,1-1 0 0 0,0 0 0 0 0,0-1 0 0 0,0 0 0 0 0,-1 0 0 0 0,1-1 0 0 0,0 0 0 0 0,-1-1 0 0 0,0 1 0 0 0,3-3 25 0 0,19-4-62 0 0,29-3-419 0 0,-24 1-925 0 0,-35 9 1352 0 0,-35-56 122 0 0,13 35 722 0 0,17 7 253 0 0,5 16-928 0 0,0 0-1 0 0,-1 0 0 0 0,1 1 1 0 0,0-1-1 0 0,0 0 0 0 0,0 0 1 0 0,0 0-1 0 0,0 0 0 0 0,0 0 1 0 0,-1 0-1 0 0,1 1 0 0 0,0-1 1 0 0,0 0-1 0 0,0 0 0 0 0,0 0 1 0 0,-1 0-1 0 0,1 0 0 0 0,0 0 1 0 0,0 0-1 0 0,0 0 0 0 0,0 0 1 0 0,-1 0-1 0 0,1 0 0 0 0,0 0-114 0 0,9 65 424 0 0,-1-18-282 0 0,-3 8-9 0 0,-1 36-56 0 0,-4 53-31 0 0,0-142-148 0 0,-5 6-699 0 0,1-1-1104 0 0,4-7 124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7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20 6720 0 0,'0'0'197'0'0,"-15"0"2230"0"0,1-6 285 0 0,13 5-2312 0 0,1 1 4 0 0,0 0 17 0 0,0 0 10 0 0,0 0 1 0 0,0 0-12 0 0,0 0-50 0 0,0 0-18 0 0,0 0-6 0 0,0 0-18 0 0,0 0-68 0 0,0 0-33 0 0,0 0-3 0 0,0 0-5 0 0,0 0-22 0 0,0 0-6 0 0,0 0-6 0 0,8 0 142 0 0,51-12 158 0 0,153 12-1215 0 0,-159 0-1582 0 0,-22 0 951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8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32 8088 0 0,'0'0'182'0'0,"0"0"29"0"0,0 0 12 0 0,-2 0-37 0 0,-5 0-148 0 0,0 0 63 0 0,5 0 416 0 0,2 0 149 0 0,0 0 26 0 0,0 0-24 0 0,0 0-118 0 0,0 0-50 0 0,0 0-10 0 0,0 0-29 0 0,0 0-112 0 0,0 0-49 0 0,0 0-10 0 0,0 0-8 0 0,0 0-20 0 0,0 0-8 0 0,0 0-4 0 0,0 0-12 0 0,2-1-39 0 0,97-1 1027 0 0,-23 2-1062 0 0,-10-5-104 0 0,19-10-1269 0 0,-58 7-3668 0 0,-13 7-20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32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40 360 11000 0 0,'0'0'248'0'0,"0"0"34"0"0,0 0 21 0 0,0 0-34 0 0,0-1-174 0 0,-2-8 4155 0 0,-9 19-4383 0 0,11-9 340 0 0,-14 57-113 0 0,9-30-94 0 0,2-1 0 0 0,0 1 0 0 0,2-1 0 0 0,1 16 0 0 0,0-34 0 0 0,0 1-77 0 0,0 0 0 0 0,1 0 0 0 0,0 0 0 0 0,0 0 0 0 0,1 0 0 0 0,0-1 0 0 0,1 1 0 0 0,0 0 0 0 0,0-1 0 0 0,1 0 0 0 0,2 2 77 0 0,29 8-656 0 0,-3-31 568 0 0,-5-27 488 0 0,-18 4 204 0 0,-1-40 1071 0 0,-3 24-753 0 0,3 71-836 0 0,32 122-374 0 0,-40-140 281 0 0,1 0-1 0 0,0 1 0 0 0,0-1 0 0 0,0 0 0 0 0,1 0 1 0 0,-1 0-1 0 0,0 0 0 0 0,1 0 0 0 0,-1 0 0 0 0,1 0 1 0 0,0 0-1 0 0,0 0 0 0 0,-1-1 0 0 0,1 1 0 0 0,0-1 1 0 0,0 1-1 0 0,1-1 0 0 0,-1 0 0 0 0,0 0 0 0 0,2 1 8 0 0,-3-2 7 0 0,1 1-1 0 0,0 0 0 0 0,0-1 1 0 0,0 1-1 0 0,0-1 0 0 0,-1 1 1 0 0,1-1-1 0 0,0 0 0 0 0,0 0 1 0 0,0 0-1 0 0,0 0 0 0 0,0 0 1 0 0,0 0-1 0 0,0-1 0 0 0,-1 1 1 0 0,1-1-1 0 0,0 1 0 0 0,0-1 1 0 0,0 0-1 0 0,-1 1 0 0 0,1-1 1 0 0,0 0-1 0 0,-1 0 0 0 0,1 0 0 0 0,-1 0 1 0 0,1-1-1 0 0,-1 1 0 0 0,1 0 1 0 0,-1-1-1 0 0,0 1 0 0 0,1-2-6 0 0,0 1 118 0 0,0-1-1 0 0,0 1 0 0 0,-1-1 1 0 0,1 0-1 0 0,-1 1 0 0 0,0-1 1 0 0,1 0-1 0 0,-1 0 0 0 0,0 0 1 0 0,-1 0-1 0 0,1 0 0 0 0,-1 0 1 0 0,1 0-1 0 0,-1 0 0 0 0,0-2-117 0 0,-9-134 3120 0 0,8 72-2624 0 0,6 9-160 0 0,0 18-436 0 0,8 9-549 0 0,-12 30-258 0 0,0 1-825 0 0,3 0 996 0 0,0 1-4890 0 0,3 2-607 0 0</inkml:trace>
  <inkml:trace contextRef="#ctx0" brushRef="#br0" timeOffset="840.58">600 632 11232 0 0,'0'0'256'0'0,"0"0"34"0"0,0 0 20 0 0,0 0-40 0 0,0-1-175 0 0,3-4 20 0 0,-2 3 423 0 0,-1 2 185 0 0,0 0 40 0 0,0 0-49 0 0,0 0-222 0 0,0 0-92 0 0,0 0-16 0 0,0 0-32 0 0,0 0-107 0 0,0 0-42 0 0,0 0-10 0 0,-1 2-18 0 0,-43 43 101 0 0,-41 14-223 0 0,77-55-53 0 0,1 1 0 0 0,1 2 0 0 0,-1 0-10 0 0,5-5-33 0 0,-2 5 32 0 0,0-1 1 0 0,17 4-44 0 0,39 2 54 0 0,90-12-632 0 0,-121-5 55 0 0,-20 5 378 0 0,-1 0 0 0 0,5-5-208 0 0,4-13 219 0 0,-24-38 188 0 0,-1 2 981 0 0,15 53-736 0 0,1-2 1815 0 0,0 54-1877 0 0,14 27-66 0 0,-10-26-117 0 0,-4 75-3094 0 0,-2-126 1438 0 0,-7 6-68 0 0,7-5-17 0 0</inkml:trace>
  <inkml:trace contextRef="#ctx0" brushRef="#br0" timeOffset="1171.55">31 214 7832 0 0,'0'0'174'0'0,"0"0"29"0"0,0 0 13 0 0,0 0 53 0 0,0 0 198 0 0,0 0 86 0 0,0 0 21 0 0,0 0-6 0 0,0 0-34 0 0,0 0-12 0 0,0 0-2 0 0,5-4 446 0 0,21-11 746 0 0,2 5-195 0 0,55-9-117 0 0,-11 7-1276 0 0,29 12-2642 0 0,-87 0 1118 0 0,3 0-57 0 0</inkml:trace>
  <inkml:trace contextRef="#ctx0" brushRef="#br0" timeOffset="2175.6">870 171 8144 0 0,'0'0'182'0'0,"0"0"29"0"0,0 0 13 0 0,-2 0-32 0 0,-13 4-47 0 0,14-4 403 0 0,-6 0 568 0 0,6 1 4514 0 0,77 1-4412 0 0,-38-5-921 0 0,255 3 451 0 0,-187-15-853 0 0,-89 10-246 0 0,-16 4 146 0 0,-1 1-123 0 0,4 0-256 0 0,-3 0-2584 0 0,-1 0 1766 0 0</inkml:trace>
  <inkml:trace contextRef="#ctx0" brushRef="#br0" timeOffset="2598.94">1108 10 9312 0 0,'0'0'268'0'0,"0"0"4"0"0,0-1-175 0 0,-10-7 32 0 0,8 8 486 0 0,2 0 208 0 0,0 0 38 0 0,0 0-18 0 0,0 0-118 0 0,0 0-56 0 0,0 0-11 0 0,0 0-40 0 0,0 0-156 0 0,0 0-71 0 0,0 0-8 0 0,0 10 546 0 0,13 66 502 0 0,8-16-903 0 0,3 78 153 0 0,-16-71-537 0 0,-8 8-16 0 0,-1-67-128 0 0,-2-2-25 0 0,-1 1-110 0 0,3-5-4403 0 0,1-2-1507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280 164 8272 0 0,'1'-2'241'0'0,"21"-36"38"0"0,-19 34 42 0 0,-1 0 1 0 0,0 0-1 0 0,0 0 1 0 0,0 0-1 0 0,0 0 1 0 0,-1-1-1 0 0,0 1 1 0 0,1-1-1 0 0,-2 1 1 0 0,1-1-1 0 0,-1 1 1 0 0,1-1-1 0 0,-1 1 1 0 0,0-1-1 0 0,-1 0-321 0 0,0 1 603 0 0,1 3-494 0 0,0-1 0 0 0,0 1 0 0 0,0-1 0 0 0,-1 1 1 0 0,1-1-1 0 0,0 1 0 0 0,-1 0 0 0 0,1-1 0 0 0,-1 1 0 0 0,0 0 1 0 0,1 0-1 0 0,-1-1 0 0 0,0 1 0 0 0,0 0 0 0 0,0 0 0 0 0,0 0 1 0 0,0 0-1 0 0,0 0 0 0 0,0 0 0 0 0,0 0 0 0 0,0 0 0 0 0,-1 0 0 0 0,1 1-109 0 0,-43-21 2462 0 0,40 21-2420 0 0,-1-1 0 0 0,1 1 0 0 0,0 1 0 0 0,-1-1 0 0 0,1 0 0 0 0,-1 1 0 0 0,1 0 0 0 0,0 0 0 0 0,0 0 0 0 0,-1 1 0 0 0,1 0 0 0 0,0-1 0 0 0,0 1 0 0 0,1 1 0 0 0,-1-1 0 0 0,0 0 0 0 0,1 1 0 0 0,-1 0 0 0 0,1 0 0 0 0,0 0 0 0 0,0 0 0 0 0,0 0 0 0 0,0 1 0 0 0,1 0 0 0 0,-1-1 0 0 0,1 1 0 0 0,0 0 0 0 0,0 0 0 0 0,0 0 0 0 0,1 0 0 0 0,-1 0 0 0 0,1 0 0 0 0,-1 4-42 0 0,-4 31-9 0 0,2-1-1 0 0,2 0 0 0 0,1 1 1 0 0,1-1-1 0 0,3 1 0 0 0,1-1 1 0 0,1 0-1 0 0,7 19 10 0 0,-5-14-3 0 0,20 106-221 0 0,-27-31-344 0 0,-9-28-240 0 0,0-33 152 0 0,-24 28-728 0 0,22-65 824 0 0,11-18 286 0 0,0-2-147 0 0,0 0-69 0 0,0 0-12 0 0</inkml:trace>
  <inkml:trace contextRef="#ctx0" brushRef="#br0" timeOffset="347.969">1 649 11312 0 0,'0'0'256'0'0,"0"0"34"0"0,0 0 21 0 0,0 0-35 0 0,0-1-180 0 0,0-2 19 0 0,0 1 1 0 0,0 0 0 0 0,0 0-1 0 0,1 0 1 0 0,-1-1-1 0 0,1 1 1 0 0,0 0-1 0 0,-1 0 1 0 0,1 0-1 0 0,0 0 1 0 0,0 0-1 0 0,0 0 1 0 0,1 0-1 0 0,-1 0 1 0 0,0 1 0 0 0,1-1-1 0 0,-1 0 1 0 0,1 1-1 0 0,0-1 1 0 0,-1 1-1 0 0,1 0 1 0 0,0-1-1 0 0,0 1 1 0 0,0 0-1 0 0,0 0 1 0 0,0 0-1 0 0,0 0 1 0 0,0 1 0 0 0,0-1-1 0 0,1 0 1 0 0,-1 1-1 0 0,2-1-115 0 0,49-10 209 0 0,18-1-619 0 0,-50 12 165 0 0</inkml:trace>
  <inkml:trace contextRef="#ctx0" brushRef="#br0" timeOffset="1295.44">489 813 8512 0 0,'0'0'248'0'0,"0"0"-6"0"0,0-6-140 0 0,-4-18 5274 0 0,4 23-4746 0 0,0 1-172 0 0,-2 0-77 0 0,-2 2-330 0 0,0 0-1 0 0,0 0 1 0 0,0 0 0 0 0,0 0 0 0 0,0 1-1 0 0,0 0 1 0 0,0 0 0 0 0,1 0 0 0 0,0 0 0 0 0,0 0-1 0 0,-1 1 1 0 0,2 0 0 0 0,-1-1 0 0 0,0 1-1 0 0,1 0 1 0 0,0 0 0 0 0,0 0 0 0 0,0 1-1 0 0,0-1 1 0 0,1 0 0 0 0,0 1 0 0 0,0-1 0 0 0,0 1-1 0 0,0 0 1 0 0,1-1 0 0 0,-1 3-51 0 0,-8 39 7 0 0,5-31-20 0 0,0 1 0 0 0,2-1 1 0 0,0 1-1 0 0,1 0 0 0 0,0-1 0 0 0,1 12 13 0 0,11 28-608 0 0,-10-52 529 0 0,0-1-1 0 0,0 0 0 0 0,0 0 0 0 0,0 1 1 0 0,0-1-1 0 0,0 0 0 0 0,1 0 0 0 0,-1 0 1 0 0,1-1-1 0 0,0 1 0 0 0,0 0 0 0 0,-1 0 0 0 0,1-1 1 0 0,0 1-1 0 0,0-1 0 0 0,1 0 0 0 0,-1 0 1 0 0,0 0-1 0 0,0 0 0 0 0,0 0 0 0 0,1 0 0 0 0,-1 0 1 0 0,1-1-1 0 0,-1 1 0 0 0,0-1 0 0 0,1 1 1 0 0,-1-1-1 0 0,1 0 0 0 0,-1 0 0 0 0,1 0 0 0 0,-1-1 1 0 0,1 1-1 0 0,-1-1 0 0 0,0 1 0 0 0,1-1 1 0 0,0 0 79 0 0,1 0-18 0 0,0-1 1 0 0,0 1 0 0 0,-1-1 0 0 0,1 0 0 0 0,0 0 0 0 0,-1 0-1 0 0,1-1 1 0 0,-1 1 0 0 0,0-1 0 0 0,1 0 0 0 0,-1 0-1 0 0,-1 0 1 0 0,1 0 0 0 0,0 0 0 0 0,-1-1 0 0 0,0 1 0 0 0,2-3 17 0 0,14-52 1610 0 0,-18 15-456 0 0,-6 19-195 0 0,-2 43-887 0 0,6-8-98 0 0,1 1 0 0 0,0-1 0 0 0,1 0 0 0 0,0 0 0 0 0,0 0-1 0 0,1 1 1 0 0,1-1 0 0 0,0 0 0 0 0,0 0 0 0 0,1 0-1 0 0,4 8 27 0 0,-6-16-10 0 0,0-1 0 0 0,0 1 0 0 0,0-1 0 0 0,0 0-1 0 0,0 0 1 0 0,1 1 0 0 0,-1-1 0 0 0,1 0 0 0 0,0 0-1 0 0,-1 0 1 0 0,1 0 0 0 0,0-1 0 0 0,0 1 0 0 0,0 0-1 0 0,0-1 1 0 0,1 1 0 0 0,-1-1 0 0 0,0 0-1 0 0,1 0 1 0 0,-1 0 0 0 0,0 0 0 0 0,1 0 0 0 0,0-1-1 0 0,-1 1 1 0 0,1-1 0 0 0,-1 1 0 0 0,1-1 0 0 0,0 0-1 0 0,-1 0 1 0 0,1 0 0 0 0,-1 0 0 0 0,1-1-1 0 0,0 1 1 0 0,-1-1 0 0 0,1 1 0 0 0,-1-1 0 0 0,1 0-1 0 0,-1 0 1 0 0,0 0 0 0 0,1-1 0 0 0,-1 1 0 0 0,0 0-1 0 0,0-1 1 0 0,0 1 0 0 0,0-1 0 0 0,0 0-1 0 0,0 0 11 0 0,2-1 165 0 0,-1 0-1 0 0,0 0 0 0 0,1 0 0 0 0,-1-1 0 0 0,-1 1 0 0 0,1-1 0 0 0,0 1 0 0 0,-1-1 0 0 0,0 0 0 0 0,0 0 0 0 0,0 0 0 0 0,-1-1 0 0 0,1 1 0 0 0,-1 0 0 0 0,0 0 0 0 0,0-1 1 0 0,0 1-1 0 0,-1-1 0 0 0,1 1 0 0 0,-1-1 0 0 0,0 0-164 0 0,-4-97 1770 0 0,-1 23-1522 0 0,4 52-258 0 0,-2 23-184 0 0,2 3-591 0 0,1 1-230 0 0,0 0-1137 0 0,0 0-4403 0 0</inkml:trace>
  <inkml:trace contextRef="#ctx0" brushRef="#br0" timeOffset="1579.96">853 1086 10104 0 0,'0'0'230'0'0,"0"0"30"0"0,0 0 19 0 0,0 0 84 0 0,0 0 321 0 0,0 0 144 0 0,0 0 32 0 0,0 0-50 0 0,0 0-222 0 0,0 0-92 0 0,0 2-16 0 0,0 109 1009 0 0,-4-71-1489 0 0,-4-13 0 0 0,2-12 389 0 0,3-7-1644 0 0,2-2-3510 0 0,1-6-331 0 0</inkml:trace>
  <inkml:trace contextRef="#ctx0" brushRef="#br0" timeOffset="2046.189">431 645 9240 0 0,'0'0'208'0'0,"0"0"33"0"0,0 0 14 0 0,0 0 41 0 0,0 0 168 0 0,0 0 72 0 0,0 0 9 0 0,1-1-9 0 0,61-14 2279 0 0,9 11-1895 0 0,112-24-2711 0 0,-158 25-3370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22 114 5328 0 0,'0'0'116'0'0,"0"0"17"0"0,0 0 12 0 0,0 0 70 0 0,0 0 244 0 0,0 0 106 0 0,4-5 1584 0 0,0-9 101 0 0,-3 13-1817 0 0,-1 1 6 0 0,-4-11 5109 0 0,-4 27-4673 0 0,3 0-867 0 0,1-1-1 0 0,1 1 1 0 0,1 0-1 0 0,0 0 0 0 0,0 0 1 0 0,2 0-1 0 0,0 0 1 0 0,2 11-8 0 0,-1 15 4 0 0,13 28-4 0 0,-5-57 0 0 0,13-10 64 0 0,-16-6 44 0 0,0 0 0 0 0,0-1 0 0 0,0 1 0 0 0,-1-2 0 0 0,1 1 0 0 0,-1 0 0 0 0,0-1 0 0 0,0 0 0 0 0,-1 0 0 0 0,1-1 0 0 0,-1 1 0 0 0,-1-1 0 0 0,1 0 0 0 0,-1 0 0 0 0,0 0 0 0 0,1-4-108 0 0,8-28 888 0 0,-12 36-718 0 0,2-9 128 0 0,37 55-374 0 0,-37-42 76 0 0,0 1 0 0 0,0-1 0 0 0,0 0 0 0 0,0 1 0 0 0,0-1 0 0 0,1 0 0 0 0,-1 0 0 0 0,1 0 0 0 0,0-1 0 0 0,0 1 0 0 0,-1-1 0 0 0,1 1 0 0 0,0-1 0 0 0,0 0 0 0 0,0 0 0 0 0,0 0 0 0 0,2-1 0 0 0,-4 1 0 0 0,3-1 4 0 0,1 0-1 0 0,-1 0 0 0 0,0 0 0 0 0,0 0 0 0 0,1-1 0 0 0,-1 1 1 0 0,0-1-1 0 0,0 0 0 0 0,1-1 0 0 0,-1 1 0 0 0,0-1 0 0 0,0 0 1 0 0,2-1-4 0 0,11-4 18 0 0,33-28 746 0 0,-24-1 412 0 0,-24 31-1057 0 0,0 0 0 0 0,0 0-1 0 0,-1 0 1 0 0,0 0 0 0 0,0 0 0 0 0,0 0-1 0 0,0 0 1 0 0,-1 0 0 0 0,0 0 0 0 0,0 0-1 0 0,-1-4-118 0 0,1-1 122 0 0,-8-101 170 0 0,7 69-868 0 0,1 41 328 0 0,0 1-236 0 0,0 0-105 0 0,0 0-19 0 0,9 1-1740 0 0,0 1 465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 10656 0 0,'0'0'241'0'0,"0"0"38"0"0,0 0 10 0 0,0 0-33 0 0,0 0-43 0 0,0 0 427 0 0,0-9 3320 0 0,-5 14 1540 0 0,-3 42-5169 0 0,12 80-185 0 0,-8-45-82 0 0,4-49-64 0 0,0-14-2809 0 0,0-19 1018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7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71 9792 0 0,'-1'0'222'0'0,"-25"0"526"0"0,10 4-598 0 0,15-4 382 0 0,-7 0 532 0 0,8 0 4546 0 0,87-4-4310 0 0,-2-19-601 0 0,-39 9-602 0 0,1 2 1 0 0,1 3 0 0 0,46-4-98 0 0,-15 21-2147 0 0,-65-8 523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8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9 159 11000 0 0,'0'0'248'0'0,"0"0"34"0"0,0 0 21 0 0,0 0-34 0 0,-1-1-174 0 0,-3-58 3339 0 0,5 41-1058 0 0,-1 17-1957 0 0,0 1-47 0 0,0 0-11 0 0,0 0-23 0 0,0 0-96 0 0,0 0-39 0 0,0 0-10 0 0,0 0-18 0 0,0 0-74 0 0,0 1-27 0 0,-5 45 16 0 0,5 88-90 0 0,5-79 0 0 0,21 4-744 0 0,-24-58 720 0 0,1 0 0 0 0,0-1 0 0 0,0 1 0 0 0,0 0 0 0 0,0-1 0 0 0,0 0 0 0 0,-1 0 0 0 0,1 0 0 0 0,0 0 0 0 0,0 0 0 0 0,0 0 0 0 0,0-1 0 0 0,0 1 0 0 0,0-1 0 0 0,2-1 24 0 0,5-5 0 0 0,-3 6 0 0 0,-1-6 11 0 0,-4 3 50 0 0,0 0 0 0 0,0 1-1 0 0,0-1 1 0 0,0-1 0 0 0,0 1 0 0 0,-1 0-1 0 0,0 0 1 0 0,0-1 0 0 0,0 1 0 0 0,0 0-1 0 0,-1-1 1 0 0,1 1 0 0 0,-1-1 0 0 0,-1 0-61 0 0,6-30 633 0 0,-1 12-336 0 0,-4 22-210 0 0,0 1-6 0 0,13 12-1 0 0,32 74-80 0 0,-18-57 0 0 0,-20-25 0 0 0,-5-2 0 0 0,0 0 0 0 0,0 0 0 0 0,0-1 0 0 0,0 1 0 0 0,1-1 0 0 0,-1 1 0 0 0,0-1 0 0 0,1 0 0 0 0,-1 0 0 0 0,1 0 0 0 0,0 0 0 0 0,-1 0 0 0 0,1-1 0 0 0,0 1 0 0 0,-1-1 0 0 0,1 0 0 0 0,0 0 0 0 0,-1 0 0 0 0,1 0 0 0 0,0 0 0 0 0,0 0 0 0 0,-1-1 0 0 0,1 1 0 0 0,0-1 0 0 0,-1 0 0 0 0,1 0 0 0 0,12-5 110 0 0,-12 5-64 0 0,-1 0 0 0 0,0 0 0 0 0,1 0 0 0 0,-1 0 0 0 0,1 0 0 0 0,-1 0 0 0 0,0-1 0 0 0,0 1 0 0 0,0-1 0 0 0,0 1 0 0 0,0-1 1 0 0,0 0-1 0 0,0 0 0 0 0,-1 0 0 0 0,1 0 0 0 0,0 0 0 0 0,-1 0 0 0 0,1-1-46 0 0,16-44 1453 0 0,-5-32-133 0 0,-8 25-937 0 0,11-96-222 0 0,-12 135-297 0 0,-3 14-33 0 0,-1 1-14 0 0,0 0-131 0 0,0 0-550 0 0,0 0-243 0 0,0 1-852 0 0,4 6-3380 0 0,0 4-1445 0 0</inkml:trace>
  <inkml:trace contextRef="#ctx0" brushRef="#br0" timeOffset="807.4">589 371 12240 0 0,'0'0'273'0'0,"5"-4"376"0"0,17-38 1393 0 0,-23 27 3977 0 0,-51 61-5827 0 0,-14 17-128 0 0,21-7-64 0 0,23-21 0 0 0,18-25-12 0 0,9-4-101 0 0,12 0 102 0 0,23-13 11 0 0,-8-1 0 0 0,86-33 0 0 0,-91 23-230 0 0,-26 18 132 0 0,-7-36-982 0 0,-7 5 952 0 0,4 15 128 0 0,-16-30 474 0 0,24 45-316 0 0,1 1 2 0 0,0 0 0 0 0,0 0 0 0 0,0 0 0 0 0,0 0 0 0 0,0 0-6 0 0,0 0-29 0 0,0 0-12 0 0,0 0-1 0 0,0 0-2 0 0,0 0-12 0 0,0 0-2 0 0,0 0 0 0 0,0 0-1 0 0,-5 84 458 0 0,10-14-421 0 0,9 79 72 0 0,2-50-204 0 0,-11-67-49 0 0,-5-32-267 0 0,1 4 737 0 0,-1-1-4323 0 0,0-3 2476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0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239 185 9256 0 0,'1'-2'266'0'0,"13"-30"43"0"0,11-37 4814 0 0,-38 15-631 0 0,-17 27-1692 0 0,14 26-2267 0 0,12 2-516 0 0,1 1 1 0 0,0-1-1 0 0,-1 1 0 0 0,1 0 0 0 0,0 0 0 0 0,0 0 1 0 0,0 0-1 0 0,0 0 0 0 0,0 1 0 0 0,1-1 0 0 0,-1 1 0 0 0,1 0 1 0 0,-1 0-1 0 0,1 0 0 0 0,0 0 0 0 0,0 0 0 0 0,0 1-17 0 0,-6 18-5 0 0,0 0 0 0 0,2 0 0 0 0,1 0 0 0 0,1 0 0 0 0,1 1 0 0 0,0 0 0 0 0,2 0 0 0 0,1 10 5 0 0,-2 15-13 0 0,10 189-242 0 0,5-56-694 0 0,-7-8 72 0 0,-12-102-577 0 0,-6-36 520 0 0,11-34 424 0 0,1-1 68 0 0,0 0 15 0 0,-13-12-4978 0 0,8 5 3360 0 0</inkml:trace>
  <inkml:trace contextRef="#ctx0" brushRef="#br0" timeOffset="287.82">1 588 11976 0 0,'0'0'266'0'0,"0"0"44"0"0,0 0 15 0 0,0 0-26 0 0,0-1-198 0 0,0-1 49 0 0,0 1 1 0 0,0-1-1 0 0,0 1 0 0 0,1-1 1 0 0,-1 1-1 0 0,1-1 1 0 0,-1 1-1 0 0,1 0 0 0 0,-1-1 1 0 0,1 1-1 0 0,0 0 0 0 0,0-1 1 0 0,0 1-1 0 0,0 0 1 0 0,-1 0-1 0 0,2 0 0 0 0,-1 0 1 0 0,0 0-1 0 0,0 0 0 0 0,0 0 1 0 0,0 0-1 0 0,1 0 1 0 0,-1 1-1 0 0,0-1 0 0 0,1 0 1 0 0,-1 1-1 0 0,0-1 0 0 0,2 1-150 0 0,36-12 2258 0 0,60 20-812 0 0,-20-3-3164 0 0,-61-2-3070 0 0,0-2-1537 0 0</inkml:trace>
  <inkml:trace contextRef="#ctx0" brushRef="#br0" timeOffset="1198.28">350 742 6992 0 0,'0'0'157'0'0,"0"0"23"0"0,0 0 12 0 0,0 0 69 0 0,1-14 2950 0 0,2-7-430 0 0,-3 20-2115 0 0,0 1-2 0 0,0-7 276 0 0,-1 7 2103 0 0,-20 53-2955 0 0,1 97-88 0 0,23-58 0 0 0,-2-88-21 0 0,-1 0 0 0 0,1 1 0 0 0,0-1 0 0 0,0 1-1 0 0,0-1 1 0 0,0 0 0 0 0,1 0 0 0 0,0 0-1 0 0,0 0 1 0 0,0 0 0 0 0,0 0 0 0 0,3 4 21 0 0,-3-8-10 0 0,0 1 1 0 0,-1 0-1 0 0,1 0 1 0 0,0-1-1 0 0,-1 1 1 0 0,1-1-1 0 0,0 1 1 0 0,0-1-1 0 0,0 0 1 0 0,-1 1-1 0 0,1-1 1 0 0,0 0-1 0 0,0 0 1 0 0,0-1-1 0 0,0 1 1 0 0,-1 0-1 0 0,1-1 1 0 0,0 1-1 0 0,0-1 1 0 0,-1 1-1 0 0,2-1 10 0 0,7-1-18 0 0,-7 0 18 0 0,1 1 0 0 0,0-1 0 0 0,0 1 0 0 0,-1-1 0 0 0,1 0 0 0 0,-1 0 0 0 0,0-1 0 0 0,1 1 0 0 0,-1-1 0 0 0,0 1 0 0 0,-1-1 0 0 0,1 0 0 0 0,0 0 0 0 0,-1 0 0 0 0,2-2 0 0 0,5-7 0 0 0,-6 9 47 0 0,-2 0-1 0 0,1 0 0 0 0,0-1 0 0 0,-1 1 0 0 0,0-1 0 0 0,1 1 0 0 0,-1-1 1 0 0,-1 1-1 0 0,1-1 0 0 0,0 0 0 0 0,-1 0 0 0 0,0 1 0 0 0,0-1 0 0 0,0 0 0 0 0,0 1 1 0 0,-1-1-1 0 0,1 0 0 0 0,-2-2-46 0 0,0-18 199 0 0,0 10-39 0 0,3 17-90 0 0,9 55-130 0 0,-8-52 60 0 0,-1 0-5 0 0,0-1 1 0 0,1 0 0 0 0,0 0 0 0 0,0 1 0 0 0,0-1-1 0 0,0 0 1 0 0,1 0 0 0 0,0-1 0 0 0,0 1-1 0 0,0-1 1 0 0,1 1 0 0 0,-1-1 0 0 0,1 0 0 0 0,0 0-1 0 0,2 1 5 0 0,40 10 0 0 0,-42-16 46 0 0,1 0-1 0 0,-1 0 1 0 0,1 0-1 0 0,-1-1 1 0 0,0 1-1 0 0,1-1 1 0 0,-1 0-1 0 0,0-1 1 0 0,0 1-1 0 0,0-1 1 0 0,0 1-1 0 0,-1-1 0 0 0,1-1 1 0 0,-1 1-1 0 0,0 0 1 0 0,0-1-1 0 0,0 1 1 0 0,0-1-1 0 0,-1 0 1 0 0,2-3-46 0 0,-1 1 210 0 0,0 0 1 0 0,-1 0 0 0 0,1-1-1 0 0,-2 1 1 0 0,1-1 0 0 0,-1 1-1 0 0,0-1 1 0 0,0 0 0 0 0,0 1-1 0 0,-1-4-210 0 0,9-105 1088 0 0,-5 64-1008 0 0,1 37-324 0 0,-5 11-21 0 0,0-2-358 0 0,0 4-7319 0 0,0 1 1489 0 0</inkml:trace>
  <inkml:trace contextRef="#ctx0" brushRef="#br0" timeOffset="1499.99">772 942 11056 0 0,'0'0'248'0'0,"0"0"34"0"0,0 0 22 0 0,0 0-29 0 0,0 0-48 0 0,0 0 461 0 0,0 0 221 0 0,0 0 47 0 0,0 0-44 0 0,0 1-228 0 0,4 21 1408 0 0,-3 30-590 0 0,3 47-1214 0 0,-13-24-309 0 0,5-42-670 0 0,-1-23-2154 0 0,5-10 1123 0 0</inkml:trace>
  <inkml:trace contextRef="#ctx0" brushRef="#br0" timeOffset="2149.17">408 552 7248 0 0,'0'0'209'0'0,"-1"1"-5"0"0,-13 2 467 0 0,6 0 426 0 0,-8 2 235 0 0,15-2 4666 0 0,156 6-3994 0 0,-31-18-1854 0 0,-101 5-240 0 0,-2 1-1242 0 0,-8 3-2906 0 0,-3 0-1463 0 0</inkml:trace>
  <inkml:trace contextRef="#ctx0" brushRef="#br0" timeOffset="4758.66">966 706 8928 0 0,'0'0'200'0'0,"0"0"33"0"0,0 0 14 0 0,0-1-41 0 0,0-2-58 0 0,-5-17 3856 0 0,5 20-3386 0 0,0 0-28 0 0,0 0-106 0 0,0 0-48 0 0,-1-3 2243 0 0,-4 11-2673 0 0,1-1 1 0 0,0 1 0 0 0,1 0 0 0 0,0 1-1 0 0,0-1 1 0 0,0 0 0 0 0,1 1 0 0 0,0 0-1 0 0,1-1 1 0 0,0 1 0 0 0,1 0-1 0 0,-1 0 1 0 0,2 0 0 0 0,-1-1 0 0 0,2 9-7 0 0,-1 9 5 0 0,2 76-5 0 0,3-58 0 0 0,6-10 64 0 0,-10-33-64 0 0,0 0 0 0 0,0 0 0 0 0,0 0 0 0 0,0-1 0 0 0,0 1 0 0 0,0-1 0 0 0,0 1 0 0 0,0-1 0 0 0,0 1 0 0 0,0-1 0 0 0,1 0 0 0 0,-1 0 0 0 0,0 0 0 0 0,0 0 0 0 0,0-1 0 0 0,0 1 0 0 0,1 0 0 0 0,-1-1 0 0 0,0 0 0 0 0,0 1 0 0 0,0-1 0 0 0,0 0 0 0 0,0 0 0 0 0,0 0 0 0 0,0 0 0 0 0,-1-1 0 0 0,1 1 0 0 0,0-1 0 0 0,1 1 0 0 0,0 0 3 0 0,-1 0 0 0 0,1-1 0 0 0,-1 1 0 0 0,0-1 0 0 0,1 1 0 0 0,-1-1 1 0 0,0 1-1 0 0,0-1 0 0 0,0 0 0 0 0,0 0 0 0 0,-1 0 0 0 0,1-1 0 0 0,0 1 0 0 0,-1 0 0 0 0,1 0 0 0 0,-1-1 0 0 0,0 1 0 0 0,0-1 0 0 0,0 1 0 0 0,0-1 0 0 0,0 0 0 0 0,-1 1 0 0 0,1-1 0 0 0,-1 0 0 0 0,0 1 0 0 0,1-1 0 0 0,-2-1-3 0 0,-3-41 424 0 0,0 1 52 0 0,4 36-450 0 0,8 19-10 0 0,25 57-80 0 0,-11-38 64 0 0,-20-27 6 0 0,0 0-1 0 0,0-1 0 0 0,0 1 0 0 0,1-1 1 0 0,-1 0-1 0 0,1 0 0 0 0,0 0 1 0 0,0 0-1 0 0,0 0 0 0 0,0 0 0 0 0,0-1 1 0 0,0 0-1 0 0,0 1 0 0 0,0-1 0 0 0,0 0 1 0 0,1-1-1 0 0,-1 1 0 0 0,0 0 0 0 0,1-1 1 0 0,-1 0-1 0 0,0 0 0 0 0,1 0 1 0 0,-1 0-1 0 0,1-1 0 0 0,-1 1 0 0 0,0-1 1 0 0,0 0-1 0 0,1 0 0 0 0,-1 0 0 0 0,0 0 1 0 0,0 0-1 0 0,0-1 0 0 0,0 1 0 0 0,0-1 1 0 0,0 0-1 0 0,0 0 0 0 0,-1 0 1 0 0,1 0-1 0 0,-1-1 0 0 0,0 1 0 0 0,1-1-5 0 0,3-4 183 0 0,-1 0 0 0 0,0-1 0 0 0,-1 0-1 0 0,1 1 1 0 0,-1-1 0 0 0,-1-1 0 0 0,1 1-1 0 0,-2 0 1 0 0,1-1 0 0 0,-1 0 0 0 0,0 1-1 0 0,-1-1 1 0 0,0 0 0 0 0,0-7-183 0 0,3-62 864 0 0,-4-4-737 0 0,0 81-381 0 0,0 1-50 0 0,0 0 0 0 0,0 0-61 0 0,0 0-259 0 0,0 0-117 0 0,0 8-5703 0 0,0-1 131 0 0</inkml:trace>
  <inkml:trace contextRef="#ctx0" brushRef="#br0" timeOffset="5488.68">1481 886 10536 0 0,'0'0'308'0'0,"0"0"-2"0"0,0 0-54 0 0,0 0 499 0 0,0 0 237 0 0,0 0 48 0 0,0 0-40 0 0,0 0-211 0 0,0 0-90 0 0,0 0-21 0 0,0 0-39 0 0,0 0-156 0 0,0 0-67 0 0,0 0-18 0 0,0 0-30 0 0,-2 1-117 0 0,-4 4-189 0 0,0-1 0 0 0,0 1 0 0 0,0 0 0 0 0,1 1 1 0 0,0 0-1 0 0,0 0 0 0 0,0 0 0 0 0,0 0 0 0 0,1 1 0 0 0,0-1 0 0 0,1 1 0 0 0,0 0 0 0 0,0 0 0 0 0,0 1-58 0 0,-32 47 0 0 0,8-12 0 0 0,23-35 0 0 0,3-1 0 0 0,1-1 0 0 0,0 3 0 0 0,9 4 0 0 0,9-5-53 0 0,48-21 42 0 0,0-6 11 0 0,-60 17 0 0 0,-1 1 0 0 0,2-2-16 0 0,-6 2-65 0 0,-1 1-23 0 0,0-8-119 0 0,-1-1 99 0 0,0-1-1 0 0,-1 1 0 0 0,0-1 1 0 0,-1 1-1 0 0,0 0 0 0 0,0 0 1 0 0,-1 1-1 0 0,-3-6 125 0 0,-17-50 40 0 0,11 31 429 0 0,13 32-350 0 0,0 1 28 0 0,0 0 11 0 0,0 0 2 0 0,0 0-8 0 0,0 0-33 0 0,0 0-14 0 0,0 0-1 0 0,0 0-1 0 0,0 0-6 0 0,0 0-1 0 0,0 0 0 0 0,1 11 79 0 0,21 79 189 0 0,-13-46-257 0 0,0 30 13 0 0,4 21-46 0 0,-8-67-74 0 0,-1 23 64 0 0,-4-30-4214 0 0,0-21 2669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28 135 7632 0 0,'0'0'166'0'0,"0"0"29"0"0,0 0 14 0 0,-11 0 2046 0 0,-4 0 496 0 0,14 0-2298 0 0,1 0-18 0 0,0 0-3 0 0,0 0-15 0 0,0 0-62 0 0,0 0-31 0 0,0 0-4 0 0,0 0-8 0 0,0 0-35 0 0,0 0-19 0 0,0 0-2 0 0,0 0-13 0 0,0 0-56 0 0,0 0-26 0 0,0 0-8 0 0,0 0-7 0 0,0 0-29 0 0,0 0-12 0 0,0 0-1 0 0,0 0-4 0 0,1 0-17 0 0,99-4 258 0 0,-14-8-329 0 0,-22 0-12 0 0,44 0-713 0 0,-87 9-2088 0 0,-21 3 2076 0 0,2-1-823 0 0,5-3-3248 0 0</inkml:trace>
  <inkml:trace contextRef="#ctx0" brushRef="#br0" timeOffset="546.829">174 1 8720 0 0,'0'0'256'0'0,"0"0"-7"0"0,0 0-9 0 0,0 0 539 0 0,0 0 254 0 0,0 0 50 0 0,0 0-43 0 0,0 0-202 0 0,0 0-86 0 0,0 0-16 0 0,0 0-62 0 0,0 0-237 0 0,0 0-100 0 0,0 0-17 0 0,0 0-27 0 0,0 0-83 0 0,0 0-33 0 0,0 0-8 0 0,0 0-3 0 0,0 7 132 0 0,-5 30 222 0 0,2 25-96 0 0,6 139-72 0 0,15-98-242 0 0,-13-91-3137 0 0,-5-12 1721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5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10336 0 0,'0'0'233'0'0,"0"0"39"0"0,0 0 15 0 0,0-1-47 0 0,17-29 5115 0 0,-16 30-5329 0 0,-1 0 0 0 0,1 0 0 0 0,-1 0 0 0 0,0 0-1 0 0,1 0 1 0 0,-1 0 0 0 0,1 0 0 0 0,-1 0-1 0 0,0 0 1 0 0,1 1 0 0 0,-1-1 0 0 0,0 0 0 0 0,1 0-1 0 0,-1 0 1 0 0,1 0 0 0 0,-1 1 0 0 0,0-1-1 0 0,1 0 1 0 0,-1 0 0 0 0,0 0 0 0 0,1 1-1 0 0,-1-1 1 0 0,0 0 0 0 0,0 1 0 0 0,1-1 0 0 0,-1 0-1 0 0,0 1 1 0 0,0-1 0 0 0,0 0 0 0 0,1 1-1 0 0,-1-1 1 0 0,0 0 0 0 0,0 1 0 0 0,0-1-1 0 0,0 1 1 0 0,0-1 0 0 0,0 0 0 0 0,0 1 0 0 0,0-1-1 0 0,0 1 1 0 0,0-1 0 0 0,0 0 0 0 0,0 1-1 0 0,0-1 1 0 0,0 1 0 0 0,0-1 0 0 0,0 0-1 0 0,0 1 1 0 0,0-1-26 0 0,0 2 99 0 0,13 230-41 0 0,13-126-522 0 0,-16-93 454 0 0,-9-13 11 0 0,0 1-1 0 0,0-1 1 0 0,0 0 0 0 0,0 1 0 0 0,1-1-1 0 0,-1 0 1 0 0,0 0 0 0 0,0 1 0 0 0,1-1-1 0 0,-1 0 1 0 0,0 0 0 0 0,0-1 0 0 0,0 1 0 0 0,1 0-1 0 0,-1 0 1 0 0,0 0 0 0 0,0-1 0 0 0,0 1-1 0 0,0-1 1 0 0,1 1 0 0 0,-1-1 0 0 0,0 1-1 0 0,0-1 1 0 0,0 0 0 0 0,0 1 0 0 0,0-1-1 0 0,0 0 1 0 0,0 0 0 0 0,-1 0 0 0 0,1 0 0 0 0,0 0-1 0 0,0 0 1 0 0,0-1-1 0 0,-1 2-1 0 0,8-11 122 0 0,0-1 0 0 0,-1 0 0 0 0,-1 0 0 0 0,0 0 0 0 0,0-1 0 0 0,-1 0 0 0 0,-1 0 0 0 0,1-4-121 0 0,4-45 825 0 0,-6 19-325 0 0,-2 42-469 0 0,0 10-147 0 0,17 54 38 0 0,9 10 25 0 0,-26-71 51 0 0,0 0-1 0 0,0-1 1 0 0,1 1-1 0 0,-1 0 1 0 0,0-1 0 0 0,1 1-1 0 0,0-1 1 0 0,-1 0-1 0 0,1 1 1 0 0,0-1 0 0 0,0 0-1 0 0,-1 0 1 0 0,1 0-1 0 0,0 0 1 0 0,0-1 0 0 0,0 1-1 0 0,0 0 1 0 0,0-1-1 0 0,1 0 1 0 0,-1 1-1 0 0,0-1 1 0 0,0 0 0 0 0,0 0-1 0 0,0 0 1 0 0,0 0-1 0 0,0 0 1 0 0,0-1 0 0 0,0 1-1 0 0,1-1 1 0 0,-1 1-1 0 0,1-1 3 0 0,9-6 218 0 0,0 0-1 0 0,-1-1 0 0 0,0 0 0 0 0,0-1 0 0 0,-1 0 0 0 0,0 0 1 0 0,-1-1-1 0 0,0 0 0 0 0,0-1 0 0 0,-1 0 0 0 0,-1 0 1 0 0,1-1-1 0 0,-2 0 0 0 0,0 0 0 0 0,0-1 0 0 0,-1 0 0 0 0,-1 0 1 0 0,2-8-218 0 0,11-92 381 0 0,-16 58-364 0 0,-1 54-198 0 0,0 1-42 0 0,0 0-1 0 0,0 0-68 0 0,0 0-285 0 0,0 0-126 0 0,0 0-859 0 0,0 0-3494 0 0,0 0-1497 0 0</inkml:trace>
  <inkml:trace contextRef="#ctx0" brushRef="#br0" timeOffset="707.99">616 651 12816 0 0,'0'0'289'0'0,"0"0"40"0"0,0 0 22 0 0,0 0-40 0 0,0 0-91 0 0,0 0 373 0 0,0 0 188 0 0,0 0 34 0 0,0 0-39 0 0,0 0-194 0 0,0 0-80 0 0,0 0-20 0 0,0 0-36 0 0,0 0-148 0 0,0 1-66 0 0,-22 80 456 0 0,9 10-624 0 0,4-16-64 0 0,5 7-14 0 0,3-69-203 0 0,1-10-2760 0 0,0-3-3334 0 0</inkml:trace>
  <inkml:trace contextRef="#ctx0" brushRef="#br0" timeOffset="5712.17">776 512 10880 0 0,'0'0'248'0'0,"0"0"34"0"0,0 0 20 0 0,1-1-38 0 0,3-13-160 0 0,0-9 3409 0 0,-4 22-2948 0 0,1-9 3554 0 0,7 114-3981 0 0,-4-9-138 0 0,2-60 0 0 0,-3-26 0 0 0,-2-8 2 0 0,-1 0 0 0 0,1 0 0 0 0,-1 0 0 0 0,1 0-1 0 0,0 0 1 0 0,0 0 0 0 0,-1 0 0 0 0,1 0 0 0 0,0 0-1 0 0,0 0 1 0 0,0 0 0 0 0,0-1 0 0 0,0 1 0 0 0,0 0-1 0 0,0-1 1 0 0,0 1 0 0 0,0-1 0 0 0,0 1 0 0 0,1-1-1 0 0,-1 1 1 0 0,0-1 0 0 0,0 0 0 0 0,0 1 0 0 0,1-1-1 0 0,-1 0 1 0 0,0 0 0 0 0,0 0 0 0 0,1 0 0 0 0,-1 0-1 0 0,0 0 1 0 0,0 0 0 0 0,0-1 0 0 0,1 1 0 0 0,-1 0-1 0 0,0-1 1 0 0,0 1 0 0 0,1-1-2 0 0,6-4 76 0 0,-1 0 0 0 0,1-1-1 0 0,-1 0 1 0 0,0 0 0 0 0,-1 0-1 0 0,0-1 1 0 0,0 0 0 0 0,0-1 0 0 0,-1 1-1 0 0,1-1-75 0 0,-3 1 115 0 0,0 1-1 0 0,0-1 0 0 0,0 0 0 0 0,-1 0 0 0 0,1 0 0 0 0,-2-1 0 0 0,1 1 1 0 0,-1 0-1 0 0,0-1 0 0 0,-1 1 0 0 0,0-1 0 0 0,0 1 0 0 0,-1-5-114 0 0,1 19-13 0 0,1-1 0 0 0,0 1 0 0 0,0-1 0 0 0,0 1 0 0 0,1-1-1 0 0,-1 0 1 0 0,2 1 0 0 0,-1-1 0 0 0,1 0 0 0 0,0 0 0 0 0,0-1 0 0 0,0 1-1 0 0,1-1 1 0 0,0 1 0 0 0,0-1 0 0 0,1 0 0 0 0,-1-1 0 0 0,1 1 0 0 0,0-1-1 0 0,0 0 1 0 0,3 2 13 0 0,-4-5 4 0 0,1 0-1 0 0,-1 0 1 0 0,0 0-1 0 0,1 0 0 0 0,-1-1 1 0 0,1 0-1 0 0,-1 0 1 0 0,0 0-1 0 0,1 0 1 0 0,-1-1-1 0 0,1 0 0 0 0,-1 1 1 0 0,0-2-1 0 0,1 1 1 0 0,-1 0-1 0 0,0-1 0 0 0,0 0 1 0 0,0 0-1 0 0,0 0 1 0 0,0-1-1 0 0,-1 1 1 0 0,1-1-1 0 0,0 0-3 0 0,-1 1 69 0 0,0-1-1 0 0,-1 1 1 0 0,1 0-1 0 0,-1-1 1 0 0,1 1 0 0 0,-1-1-1 0 0,0 0 1 0 0,0 0-1 0 0,0 0 1 0 0,0 0-1 0 0,0 0 1 0 0,-1 0 0 0 0,1 0-1 0 0,-1 0 1 0 0,0-1-1 0 0,0 1 1 0 0,0-1 0 0 0,0 1-69 0 0,3-64 918 0 0,0-19-614 0 0,0 43-304 0 0,-3 26-108 0 0,-1 17 16 0 0,0 0 1 0 0,0 1-1 0 0,0-1 0 0 0,1 0 0 0 0,-1 0 0 0 0,0 0 0 0 0,0 0 1 0 0,0 0-1 0 0,0 0 0 0 0,0 1 0 0 0,1-1 0 0 0,-1 0 0 0 0,0 0 1 0 0,0 0-1 0 0,0 0 0 0 0,0 0 0 0 0,1 0 0 0 0,-1 0 0 0 0,0 0 1 0 0,0 0-1 0 0,0 0 0 0 0,1 0 0 0 0,-1 0 0 0 0,0 0 0 0 0,0 0 1 0 0,0 0-1 0 0,1 0 0 0 0,-1 0 0 0 0,0 0 0 0 0,0 0 0 0 0,0 0 1 0 0,1 0-1 0 0,-1 0 0 0 0,0 0 0 0 0,0 0 0 0 0,0 0 0 0 0,0 0 1 0 0,1-1-1 0 0,-1 1 0 0 0,0 0 0 0 0,0 0 0 0 0,0 0 0 0 0,0 0 0 0 0,0 0 1 0 0,1-1-1 0 0,-1 1 0 0 0,0 0 0 0 0,0 0 0 0 0,0 0 0 0 0,0 0 1 0 0,0-1-1 0 0,0 1 0 0 0,0 0 0 0 0,0 0 0 0 0,0 0 0 0 0,0 0 1 0 0,0-1-1 0 0,0 1 0 0 0,0 0 0 0 0,0 0 0 0 0,0 0 0 0 0,0-1 1 0 0,0 1-1 0 0,0 0 0 0 0,0 0 0 0 0,0 0 92 0 0,5 8-6982 0 0</inkml:trace>
  <inkml:trace contextRef="#ctx0" brushRef="#br0" timeOffset="6545.91">1374 567 12120 0 0,'0'0'273'0'0,"0"0"40"0"0,0 0 22 0 0,0 0-39 0 0,2 0-196 0 0,10-7 35 0 0,-16 14 6935 0 0,-24 36-7083 0 0,-15 21 23 0 0,17-29-10 0 0,8-5-156 0 0,17-27 108 0 0,1 7 36 0 0,0-2 5 0 0,2-1-41 0 0,5 1 31 0 0,-2-3 17 0 0,-4-4 0 0 0,1 0 0 0 0,-1 0 0 0 0,0 0 0 0 0,1 0 0 0 0,-1 0 0 0 0,1 0 0 0 0,-1-1 0 0 0,1 1 0 0 0,0-1 0 0 0,-1 1 0 0 0,1-1 0 0 0,0 0 0 0 0,-1 0 0 0 0,1 0 0 0 0,0 1 0 0 0,-1-2 0 0 0,1 1 0 0 0,0 0 0 0 0,-1 0 0 0 0,1 0 0 0 0,0-1 0 0 0,-1 1 0 0 0,1-1 0 0 0,0 0 0 0 0,2 0 0 0 0,67-34 0 0 0,-59 26-13 0 0,3 0-107 0 0,-12 6 96 0 0,-1-4-29 0 0,-1 3 57 0 0,0 0 1 0 0,-1 0-1 0 0,1 1 1 0 0,-1-1-1 0 0,0 0 1 0 0,0 0-1 0 0,0 0 1 0 0,0 0-1 0 0,-1 0 1 0 0,0 1 0 0 0,0-1-1 0 0,0 0 1 0 0,0 0-1 0 0,0 1 1 0 0,-1-1-1 0 0,1 1 1 0 0,-1-1-1 0 0,-1-1-4 0 0,0-2 72 0 0,-10-13 121 0 0,4-10 287 0 0,8 29-362 0 0,1 1-12 0 0,-1-6 786 0 0,7 87-628 0 0,15 64-68 0 0,-6-34-196 0 0,-13-85-84 0 0,-4 29-304 0 0,2-54 95 0 0,0 6-219 0 0,0-5-4425 0 0,0-2-1128 0 0</inkml:trace>
  <inkml:trace contextRef="#ctx0" brushRef="#br0" timeOffset="7078.31">767 295 6592 0 0,'0'0'149'0'0,"0"0"23"0"0,0 0 11 0 0,-1 0-30 0 0,-16 0-122 0 0,1 0 1267 0 0,14 0-595 0 0,2 0 10 0 0,0 0 13 0 0,0 0 2 0 0,0 0 0 0 0,0 0-23 0 0,0 0-94 0 0,0 0-41 0 0,0 0-8 0 0,0 0-32 0 0,0 0-122 0 0,0 0-50 0 0,5-6 315 0 0,40-23 348 0 0,-5 18-609 0 0,-10 6-47 0 0,135-30 931 0 0,-20 27-902 0 0,-105 8-326 0 0,40 3-174 0 0,-79-3-60 0 0,0 2-24 0 0,-1-2-35 0 0,3 7-105 0 0,2-4-6006 0 0,-5-3 812 0 0</inkml:trace>
  <inkml:trace contextRef="#ctx0" brushRef="#br0" timeOffset="8320.359">1925 216 8656 0 0,'22'-102'2300'0'0,"-20"97"-1849"0"0,-1-1 0 0 0,0 0-1 0 0,0 0 1 0 0,-1 0 0 0 0,1-1 0 0 0,-1 1 0 0 0,-1 0 0 0 0,1 0 0 0 0,-1 0 0 0 0,0 0 0 0 0,-1 0 0 0 0,1 1 0 0 0,-1-1 0 0 0,0 0-1 0 0,-2-3-450 0 0,3 8 567 0 0,-18-14 1753 0 0,13 15-2258 0 0,0 1 0 0 0,0 0 1 0 0,0 0-1 0 0,0 0 0 0 0,0 0 0 0 0,0 1 0 0 0,0 0 0 0 0,0 0 0 0 0,1 1 1 0 0,-1 0-1 0 0,1 0 0 0 0,0 0 0 0 0,0 1 0 0 0,0-1 0 0 0,0 1 1 0 0,0 0-1 0 0,1 1 0 0 0,0-1 0 0 0,0 1 0 0 0,0-1 0 0 0,0 3-62 0 0,-6 8 0 0 0,0 1 0 0 0,2 0 0 0 0,0 0 0 0 0,1 1 0 0 0,0 0 0 0 0,1 0 0 0 0,1 4 0 0 0,-31 151-60 0 0,26-83-66 0 0,4 1 0 0 0,4 0 0 0 0,6 31 126 0 0,0 6-620 0 0,1-10 262 0 0,-10-41-91 0 0,-11-34-518 0 0,-1-33-2982 0 0,15-9 2691 0 0</inkml:trace>
  <inkml:trace contextRef="#ctx0" brushRef="#br0" timeOffset="8716.88">1494 627 10512 0 0,'0'0'306'0'0,"1"-1"-4"0"0,42-22 632 0 0,-24 14 1033 0 0,44-9 2114 0 0,2 9-2704 0 0,11 14-1346 0 0,-2-1-3028 0 0,-60-1 1652 0 0</inkml:trace>
  <inkml:trace contextRef="#ctx0" brushRef="#br0" timeOffset="9641.13">1964 871 8984 0 0,'0'-8'433'0'0,"12"-23"194"0"0,-15 4 4137 0 0,3 26-3996 0 0,0 1-32 0 0,-1-1-137 0 0,1 0-515 0 0,-1 1 0 0 0,1 0-1 0 0,0-1 1 0 0,0 1 0 0 0,-1-1-1 0 0,1 1 1 0 0,0 0 0 0 0,-1-1-1 0 0,1 1 1 0 0,-1 0 0 0 0,1 0-1 0 0,0-1 1 0 0,-1 1 0 0 0,1 0-1 0 0,-1 0 1 0 0,1 0 0 0 0,-1-1-1 0 0,1 1 1 0 0,-1 0 0 0 0,1 0-1 0 0,0 0 1 0 0,-1 0 0 0 0,1 0-1 0 0,-1 0 1 0 0,1 0 0 0 0,-1 0-1 0 0,1 0 1 0 0,-1 0-1 0 0,1 0 1 0 0,-1 0 0 0 0,1 1-1 0 0,-1-1 1 0 0,1 0 0 0 0,-1 0-1 0 0,1 0 1 0 0,0 1 0 0 0,-1-1-1 0 0,1 0 1 0 0,-1 0 0 0 0,1 1-1 0 0,0-1 1 0 0,-1 0 0 0 0,1 1-84 0 0,-7 2-275 0 0,4 0 321 0 0,0 1 0 0 0,0-1 0 0 0,0 1 1 0 0,1-1-1 0 0,-1 1 0 0 0,1 0 0 0 0,0 0 0 0 0,0 0 0 0 0,0 0 0 0 0,1 0 0 0 0,-1 1 1 0 0,1-1-1 0 0,0 0 0 0 0,0 1 0 0 0,0 3-46 0 0,-3 8 49 0 0,-4 86-33 0 0,17-55-122 0 0,-8-46 61 0 0,0 1 1 0 0,1-1-1 0 0,-1 0 0 0 0,0 0 1 0 0,1 0-1 0 0,-1 0 1 0 0,0 0-1 0 0,1 0 0 0 0,-1 0 1 0 0,1-1-1 0 0,-1 1 1 0 0,1 0-1 0 0,0-1 0 0 0,-1 0 1 0 0,1 1-1 0 0,0-1 1 0 0,-1 0-1 0 0,1 1 0 0 0,0-1 1 0 0,-1 0-1 0 0,1 0 1 0 0,0-1-1 0 0,-1 1 1 0 0,1 0-1 0 0,0-1 0 0 0,-1 1 1 0 0,1 0-1 0 0,0-1 1 0 0,-1 0-1 0 0,1 1 0 0 0,-1-1 1 0 0,1 0-1 0 0,-1 0 1 0 0,1 0-1 0 0,-1 0 0 0 0,0 0 45 0 0,57-44-64 0 0,-49 23 286 0 0,-9 21-137 0 0,0 1-16 0 0,0 1-15 0 0,-2 3-54 0 0,0-1 1 0 0,1 0 0 0 0,-1 0-1 0 0,1 1 1 0 0,0-1-1 0 0,0 1 1 0 0,1-1 0 0 0,-1 1-1 0 0,1-1 1 0 0,0 1-1 0 0,-1-1 1 0 0,2 1 0 0 0,-1 0-1 0 0,0-1 1 0 0,1 1-1 0 0,-1-1 1 0 0,1 1 0 0 0,0-1-1 0 0,0 1 0 0 0,3 9-1 0 0,-3-10-2 0 0,1 1 0 0 0,1-1 0 0 0,-1 0-1 0 0,0 0 1 0 0,1 0 0 0 0,-1 0-1 0 0,1 0 1 0 0,0 0 0 0 0,0-1 0 0 0,0 1-1 0 0,1-1 1 0 0,-1 0 0 0 0,0 0 0 0 0,1 0-1 0 0,-1-1 1 0 0,1 1 0 0 0,0-1-1 0 0,0 0 1 0 0,-1 0 0 0 0,1 0 0 0 0,0 0-1 0 0,3-1 4 0 0,42-15 24 0 0,-29 3 228 0 0,28-28 1080 0 0,-45 34-1113 0 0,0-1-1 0 0,-1 1 0 0 0,1-1 1 0 0,-1 0-1 0 0,-1 0 0 0 0,1 0 1 0 0,-1 0-1 0 0,0 0 0 0 0,-1 0 0 0 0,0 0 1 0 0,0 0-1 0 0,-1-7-218 0 0,1-3 120 0 0,-5-68 364 0 0,2 19-537 0 0,-2 44-196 0 0,4 21 15 0 0,1 1 2 0 0,0 0-190 0 0,0 0-802 0 0,0 0-354 0 0,0 0-71 0 0,0 0-14 0 0</inkml:trace>
  <inkml:trace contextRef="#ctx0" brushRef="#br0" timeOffset="10134">2310 1021 11056 0 0,'0'0'248'0'0,"0"0"34"0"0,0 0 22 0 0,0 0-29 0 0,0 0-48 0 0,0 0 461 0 0,0 0 221 0 0,0 0 47 0 0,9 8 2596 0 0,0 32-1460 0 0,-9-32-1979 0 0,3 22 107 0 0,-11 37-143 0 0,-1-18-394 0 0,1-17-1047 0 0,4-11-691 0 0,3-20 658 0 0,1-1-261 0 0</inkml:trace>
  <inkml:trace contextRef="#ctx0" brushRef="#br0" timeOffset="12203.77">2478 579 9152 0 0,'0'0'208'0'0,"0"0"33"0"0,0 0 14 0 0,0 0 65 0 0,0 0 270 0 0,0 0 125 0 0,0 0 21 0 0,0 0-27 0 0,0 0-137 0 0,0 0-57 0 0,0 0-16 0 0,2 0-29 0 0,78-16 1419 0 0,26 5-1409 0 0,17 2-228 0 0,-70 9-42 0 0,-30 0-5821 0 0,-23 0 361 0 0</inkml:trace>
  <inkml:trace contextRef="#ctx0" brushRef="#br0" timeOffset="10974.64">2514 831 9880 0 0,'0'0'290'0'0,"0"-4"97"0"0,0-9-1552 0 0,0-8 5672 0 0,0 15 202 0 0,0 23-3764 0 0,-4 50-859 0 0,0 35-86 0 0,20 9-281 0 0,-2-89-75 0 0,-13-21 249 0 0,17-1-278 0 0,-16 0 382 0 0,0 0-1 0 0,0-1 1 0 0,0 1-1 0 0,0-1 1 0 0,0 0-1 0 0,-1 1 1 0 0,1-1-1 0 0,0 0 1 0 0,0 0-1 0 0,-1 0 1 0 0,1 0-1 0 0,-1 0 1 0 0,1 0-1 0 0,-1-1 1 0 0,1 1-1 0 0,-1 0 1 0 0,0-1-1 0 0,0 1 0 0 0,0-1 1 0 0,0 0-1 0 0,0 1 1 0 0,0-1-1 0 0,0 0 1 0 0,0 0-1 0 0,0 1 1 0 0,-1-1-1 0 0,1-2 4 0 0,7-16 71 0 0,-3-23 458 0 0,-4 4 93 0 0,15 97-676 0 0,6-10 54 0 0,-16-42 0 0 0,25 12 0 0 0,-27-17 59 0 0,0 0 0 0 0,-1-1 0 0 0,1 0 0 0 0,0 0-1 0 0,0 0 1 0 0,0 0 0 0 0,0 0 0 0 0,0-1 0 0 0,-1 0-1 0 0,1 0 1 0 0,0 0 0 0 0,0 0 0 0 0,-1 0 0 0 0,1-1-1 0 0,-1 0 1 0 0,1 0 0 0 0,-1 0 0 0 0,0 0 0 0 0,0 0-1 0 0,0 0 1 0 0,0-1 0 0 0,0 0 0 0 0,0 1 0 0 0,-1-1-1 0 0,1 0 1 0 0,-1-1 0 0 0,0 1 0 0 0,0 0 0 0 0,0 0-1 0 0,1-4-58 0 0,25-100 2468 0 0,-11-42-1553 0 0,-9 79-838 0 0,-7 57-4229 0 0,-1 13 2528 0 0</inkml:trace>
  <inkml:trace contextRef="#ctx0" brushRef="#br0" timeOffset="11786.54">3038 965 12176 0 0,'0'0'273'0'0,"0"0"40"0"0,0 0 23 0 0,1 0-34 0 0,10-2 4704 0 0,-10 20-5091 0 0,-1-18 387 0 0,-31 47 34 0 0,-80 63 347 0 0,106-105-659 0 0,1 2 19 0 0,1 6-33 0 0,7-7-10 0 0,27 9 0 0 0,-23-14 0 0 0,1 1 0 0 0,1 0-1 0 0,1-2 1 0 0,-1 1-1 0 0,0-1 1 0 0,0-1-1 0 0,0 1 1 0 0,0-2-1 0 0,0 0 0 0 0,5-1 1 0 0,-1 0-7 0 0,17-5-286 0 0,-4-12-1043 0 0,-25 18 1303 0 0,-1 0 1 0 0,0-1-1 0 0,1 1 0 0 0,-1 0 0 0 0,0-1 0 0 0,0 1 1 0 0,-1-1-1 0 0,1 1 0 0 0,0-1 0 0 0,-1 0 1 0 0,0 1-1 0 0,1-1 0 0 0,-1 1 0 0 0,0-1 1 0 0,0 0-1 0 0,-1 1 0 0 0,1-1 0 0 0,0 0 0 0 0,-1 0 33 0 0,-4-37 0 0 0,1 13 0 0 0,-1-1 0 0 0,-4 5 608 0 0,9 23-392 0 0,-5-7 1623 0 0,1 57-1518 0 0,17 99 98 0 0,-12-70-366 0 0,-10-21 413 0 0,8-42-1249 0 0,1-15 276 0 0,-3 5-269 0 0,-2-6-4006 0 0,-10-5 3163 0 0,11 4-11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6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329 333 12584 0 0,'1'-2'281'0'0,"38"-80"814"0"0,1-23 1217 0 0,-30 38 198 0 0,-28 5 63 0 0,-13 49-1430 0 0,26 12-1126 0 0,0 1-1 0 0,0 0 1 0 0,1 0-1 0 0,-1 0 1 0 0,0 0-1 0 0,0 1 1 0 0,0 0 0 0 0,0 0-1 0 0,1 0 1 0 0,-1 1-1 0 0,0-1 1 0 0,1 1 0 0 0,-1 0-1 0 0,1 1 1 0 0,0-1-1 0 0,0 1 1 0 0,0 0-1 0 0,0 0 1 0 0,0 0 0 0 0,0 0-1 0 0,1 1 1 0 0,0-1-1 0 0,-3 4-16 0 0,-7 11-6 0 0,0 1-1 0 0,1 0 0 0 0,1 1 0 0 0,1 0 0 0 0,1 1 1 0 0,1 0-1 0 0,0 0 0 0 0,2 1 0 0 0,0 0 0 0 0,2 0 1 0 0,-2 21 6 0 0,-2 16-71 0 0,2 1 1 0 0,4 1 0 0 0,3 38 70 0 0,0-24-123 0 0,-1 208-477 0 0,-2-254 497 0 0,-1 0 0 0 0,-1 0 0 0 0,-1-1 0 0 0,-8 27 103 0 0,11-47-270 0 0,0-1-1 0 0,-1 0 0 0 0,1 0 1 0 0,-2 0-1 0 0,1 0 0 0 0,-1 0 1 0 0,0-1-1 0 0,0 1 0 0 0,-2 1 271 0 0,5-7-254 0 0,1-1-61 0 0,0 0-274 0 0,0 0-126 0 0,0 0-19 0 0</inkml:trace>
  <inkml:trace contextRef="#ctx0" brushRef="#br0" timeOffset="275.909">1 696 12464 0 0,'0'0'281'0'0,"0"0"40"0"0,0 0 22 0 0,0 0-39 0 0,1-6 457 0 0,2 2-507 0 0,1 0 0 0 0,0 1 1 0 0,1-1-1 0 0,-1 1 0 0 0,1 0 0 0 0,-1 0 0 0 0,1 0 0 0 0,0 1 0 0 0,0 0 0 0 0,0 0 0 0 0,0 0 0 0 0,1 0 1 0 0,-1 1-1 0 0,0 0 0 0 0,1 0 0 0 0,-1 0 0 0 0,1 1-254 0 0,17-5 327 0 0,2 0-519 0 0,1 2 1 0 0,0 1-1 0 0,-1 0 0 0 0,21 3 192 0 0,-17-1-1673 0 0,-11 0 424 0 0</inkml:trace>
  <inkml:trace contextRef="#ctx0" brushRef="#br0" timeOffset="1012.21">431 885 12408 0 0,'0'-1'281'0'0,"8"-53"798"0"0,-4 42 2089 0 0,-11 16 117 0 0,-51 117-2835 0 0,37-39-1144 0 0,21-78 657 0 0,-1-1-1 0 0,2 0 0 0 0,-1 1 1 0 0,0-1-1 0 0,1 0 0 0 0,-1 1 1 0 0,1-1-1 0 0,0 0 1 0 0,0 0-1 0 0,0 1 0 0 0,1-1 1 0 0,-1 0-1 0 0,1 0 0 0 0,0 0 1 0 0,0-1-1 0 0,0 1 0 0 0,0 0 1 0 0,0-1-1 0 0,0 1 0 0 0,1-1 1 0 0,-1 0-1 0 0,1 0 0 0 0,2 2 38 0 0,0-2-130 0 0,0-1-1 0 0,0 1 0 0 0,0-1 1 0 0,0 0-1 0 0,0-1 0 0 0,1 1 1 0 0,-1-1-1 0 0,0 0 0 0 0,0-1 1 0 0,0 1-1 0 0,0-1 0 0 0,0 0 1 0 0,0 0-1 0 0,0 0 1 0 0,0-1-1 0 0,0 0 0 0 0,0 0 1 0 0,-1 0-1 0 0,1 0 0 0 0,-1-1 131 0 0,20-6 9 0 0,-21 8 74 0 0,0 0 0 0 0,0 0-1 0 0,1 0 1 0 0,-1 0 0 0 0,-1-1-1 0 0,1 1 1 0 0,0-1-1 0 0,0 0 1 0 0,0 0 0 0 0,-1 0-1 0 0,1 0 1 0 0,-1 0-1 0 0,0-1 1 0 0,0 1 0 0 0,0-1-1 0 0,0 1 1 0 0,0-1 0 0 0,0 0-1 0 0,-1 0 1 0 0,1 0-1 0 0,-1 0 1 0 0,0 0 0 0 0,0 0-1 0 0,0 0 1 0 0,0 0-1 0 0,0-3-82 0 0,-5-21 1160 0 0,4 26-938 0 0,0 1-106 0 0,0 0-27 0 0,0 0-20 0 0,-2 1-15 0 0,-12 26-42 0 0,13-19-14 0 0,10 28 2 0 0,-9-34-19 0 0,1 1 0 0 0,0-1 1 0 0,0 1-1 0 0,0-1 0 0 0,1 0 0 0 0,-1 0 0 0 0,1 0 0 0 0,-1 0 0 0 0,1 0 0 0 0,0 0 0 0 0,-1 0 0 0 0,1 0 0 0 0,0-1 0 0 0,0 1 0 0 0,1 0 0 0 0,-1-1 0 0 0,0 0 0 0 0,0 0 0 0 0,1 1 19 0 0,33-1-306 0 0,8-18 124 0 0,-39 15 278 0 0,-1 0-1 0 0,0 0 1 0 0,1-1-1 0 0,-1 0 1 0 0,0 0 0 0 0,0 0-1 0 0,0 0 1 0 0,-1 0-1 0 0,1-1 1 0 0,-1 0-1 0 0,0 0 1 0 0,0 0-1 0 0,0 0 1 0 0,2-3-96 0 0,3-63 2638 0 0,-12-45-739 0 0,3 34-2568 0 0,2 73 48 0 0,2-3-737 0 0,2 6-3103 0 0,-4 4-2384 0 0</inkml:trace>
  <inkml:trace contextRef="#ctx0" brushRef="#br0" timeOffset="1494.77">905 972 12008 0 0,'0'0'266'0'0,"0"0"44"0"0,0 0 15 0 0,0 0-26 0 0,0 0-74 0 0,0 0 428 0 0,0 0 209 0 0,0 0 39 0 0,0 0-57 0 0,0 0-280 0 0,0 0-127 0 0,0 0-21 0 0,0 0-39 0 0,0 7 46 0 0,-4 49 214 0 0,-5 3-465 0 0,-17 28-432 0 0,18-65-1916 0 0,7-20-2110 0 0,1-2-1319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8864 0 0,'0'0'258'0'0,"0"0"2"0"0,0 0-54 0 0,0 0 378 0 0,0 0 184 0 0,0 0 37 0 0,0 0-18 0 0,0 0-117 0 0,0 0-50 0 0,0 0-10 0 0,0 0-34 0 0,0 0-136 0 0,0 0-66 0 0,0 0-12 0 0,0 0-19 0 0,0 0-65 0 0,0 0-29 0 0,0 0-8 0 0,0 0-11 0 0,0 0-46 0 0,5 4 138 0 0,70 15 692 0 0,-57-16-950 0 0,0-1 1 0 0,0-2-1 0 0,0 1 0 0 0,0-2 1 0 0,0-1-1 0 0,0 0 0 0 0,8-2-64 0 0,96-16-41 0 0,-58 8-854 0 0,-44 6 147 0 0,-9 5-4845 0 0,-4 1 327 0 0</inkml:trace>
  <inkml:trace contextRef="#ctx0" brushRef="#br0" timeOffset="278.77">254 0 13736 0 0,'0'0'306'0'0,"0"0"46"0"0,0 0 24 0 0,0 0-38 0 0,0 0-141 0 0,-10 1 1847 0 0,6 2-1953 0 0,0 0 0 0 0,1 0 0 0 0,0 1 0 0 0,-1-1 1 0 0,1 1-1 0 0,0 0 0 0 0,1 0 0 0 0,-1 0 0 0 0,1 1 1 0 0,0-1-1 0 0,0 1 0 0 0,0-1 0 0 0,0 1 0 0 0,1-1 0 0 0,0 1 1 0 0,0 0-1 0 0,0 0 0 0 0,1 0 0 0 0,-1-1 0 0 0,1 1 0 0 0,1 4-91 0 0,-6 67 368 0 0,5 180-144 0 0,5-205-641 0 0,-1-26-3632 0 0,-4-24-1652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8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25 120 12416 0 0,'0'0'365'0'0,"0"-1"-4"0"0,30-49 2626 0 0,-29 49-2034 0 0,-1 1-288 0 0,0 0-121 0 0,0 0-28 0 0,0 0-33 0 0,0 0-124 0 0,0 0-58 0 0,0 0-12 0 0,0 0-13 0 0,0 0-52 0 0,0 0-28 0 0,-13 25 298 0 0,4-5-427 0 0,1 0 1 0 0,1 1 0 0 0,1 0 0 0 0,1 0-1 0 0,0 4-67 0 0,4-17-29 0 0,0-1 0 0 0,1 0 0 0 0,-1 1 0 0 0,1-1 0 0 0,1 1 1 0 0,0-1-1 0 0,0 0 0 0 0,0 1 0 0 0,1-1 0 0 0,0 0 0 0 0,1 3 29 0 0,0-8-176 0 0,-1 1 1 0 0,0-1 0 0 0,1 0 0 0 0,0 0-1 0 0,-1 0 1 0 0,1-1 0 0 0,0 1 0 0 0,0 0-1 0 0,0-1 1 0 0,0 0 0 0 0,0 0 0 0 0,0 0-1 0 0,0 0 1 0 0,1 0 0 0 0,-1-1 0 0 0,0 1-1 0 0,0-1 1 0 0,1 0 0 0 0,-1 0-1 0 0,1 0 176 0 0,2-1-43 0 0,0 1 0 0 0,0-1 0 0 0,-1 0-1 0 0,1-1 1 0 0,0 1 0 0 0,-1-1-1 0 0,1 0 1 0 0,-1-1 0 0 0,1 1 0 0 0,-1-1-1 0 0,0 0 1 0 0,3-3 43 0 0,-5 4-1 0 0,6-13 409 0 0,-8-2 1168 0 0,-5 19-1560 0 0,4 5-16 0 0,-1-1 0 0 0,1 0 0 0 0,1 1 0 0 0,-1-1 0 0 0,1 0 0 0 0,0 1 0 0 0,1-1 0 0 0,-1 0 0 0 0,1 0 0 0 0,1 0 0 0 0,1 3 0 0 0,4 6 0 0 0,-6-14 0 0 0,0 0 0 0 0,-1 0 0 0 0,1 0 0 0 0,0 0 0 0 0,0-1 0 0 0,0 1 0 0 0,0-1 0 0 0,1 0 0 0 0,-1 1 0 0 0,0-1 0 0 0,0 0 0 0 0,0 0 0 0 0,0 0 0 0 0,0 0 0 0 0,0-1 0 0 0,0 1 0 0 0,0-1 0 0 0,0 1 0 0 0,1-1 0 0 0,1-1 0 0 0,1 0 0 0 0,-1-1 0 0 0,0 1 0 0 0,0-1 0 0 0,0 0 0 0 0,0 0 0 0 0,-1-1 0 0 0,1 1 0 0 0,-1-1 0 0 0,0 1 0 0 0,3-5 0 0 0,3-2 0 0 0,-5 2 312 0 0,1 0 0 0 0,-1 1-1 0 0,-1-1 1 0 0,1-1 0 0 0,-1 1-1 0 0,-1 0 1 0 0,0-1-1 0 0,0 1 1 0 0,0-1 0 0 0,-1 0-1 0 0,-1 0 1 0 0,1-5-312 0 0,1-11 332 0 0,1 4-329 0 0,-2 3-13 0 0,2-1 1 0 0,0 1-1 0 0,0 0 1 0 0,2 0-1 0 0,0 0 1 0 0,2 0-1 0 0,3-7 10 0 0,-2 14-820 0 0,-7 10-602 0 0,-1 1-3813 0 0,0 0-1631 0 0</inkml:trace>
  <inkml:trace contextRef="#ctx0" brushRef="#br0" timeOffset="7646.69">544 317 9040 0 0,'0'0'266'0'0,"0"0"1"0"0,1-1-171 0 0,2-5 33 0 0,8-2 3035 0 0,-10 7-2436 0 0,-1 1-50 0 0,0 0-8 0 0,0 0-40 0 0,0 0-152 0 0,0 0-59 0 0,0 0-17 0 0,0 0-24 0 0,0 0-96 0 0,0 0-39 0 0,0 0-10 0 0,0 0-21 0 0,0 0-84 0 0,0 1-37 0 0,-3 5-73 0 0,-1-1 0 0 0,0 1 0 0 0,0-1 0 0 0,0 0 1 0 0,-1 0-1 0 0,0-1 0 0 0,1 1 0 0 0,-2-1 0 0 0,1 0 0 0 0,0 0 0 0 0,-1-1 0 0 0,-1 1-18 0 0,-28 21 62 0 0,0 7-41 0 0,-35 20 32 0 0,55-32-113 0 0,13-13 48 0 0,5 1 12 0 0,-1-6 0 0 0,0 0 0 0 0,0 0 0 0 0,1 0 0 0 0,-1-1 0 0 0,1 1 0 0 0,-1-1 0 0 0,1 1 0 0 0,-1-1 0 0 0,1 0 0 0 0,0 0 0 0 0,0 0 0 0 0,0 0 0 0 0,-1 0 0 0 0,1-1 0 0 0,0 1 0 0 0,0-1 0 0 0,0 0 0 0 0,0 0 0 0 0,2 0 0 0 0,11 2 0 0 0,108-2 64 0 0,-94-4-210 0 0,-13-11-1350 0 0,-20-9 480 0 0,-19-20 691 0 0,-4 2 579 0 0,4 23 678 0 0,22 18-687 0 0,-6-2 1915 0 0,4 8-2100 0 0,1 0 0 0 0,-1 0 0 0 0,1 0 0 0 0,0 0 0 0 0,0 0 0 0 0,0 0 0 0 0,0 0 0 0 0,1 0-1 0 0,0 0 1 0 0,0 0 0 0 0,1 0 0 0 0,-1 1-60 0 0,5 26 205 0 0,0 0-81 0 0,13 30 28 0 0,5 64-24 0 0,-19-83-128 0 0,-4-16-464 0 0,0-26 280 0 0,0 5-270 0 0,0-4-2736 0 0,0-2 1923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4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11664 0 0,'0'0'264'0'0,"0"0"34"0"0,0 0 21 0 0,0-8 61 0 0,3-58 4261 0 0,-2 65-4097 0 0,-1 1-33 0 0,0 0-114 0 0,0 0-49 0 0,0 0-11 0 0,0 0-21 0 0,0 0-84 0 0,0 0-37 0 0,0 0-10 0 0,0 0-19 0 0,-4 23-76 0 0,4 115-90 0 0,0-130-46 0 0,1-1-1 0 0,0 1 1 0 0,1-1-1 0 0,0 1 1 0 0,0-1-1 0 0,0 0 0 0 0,1 1 1 0 0,0-1-1 0 0,3 3 47 0 0,-6-8-3 0 0,1-1-29 0 0,-1 1 1 0 0,1 0 0 0 0,0 0 0 0 0,0-1 0 0 0,0 1-1 0 0,0-1 1 0 0,0 1 0 0 0,0-1 0 0 0,1 1 0 0 0,-1-1-1 0 0,0 0 1 0 0,1 1 0 0 0,-1-1 0 0 0,1 0 0 0 0,-1 0-1 0 0,1 0 1 0 0,0 0 0 0 0,0 0 0 0 0,-1-1-1 0 0,1 1 1 0 0,0 0 0 0 0,0-1 0 0 0,0 1 0 0 0,-1-1-1 0 0,1 0 1 0 0,0 0 0 0 0,0 1 0 0 0,0-1 0 0 0,0 0-1 0 0,0-1 1 0 0,0 1 0 0 0,0 0 0 0 0,-1-1-1 0 0,2 1 32 0 0,2-2 4 0 0,0 0 0 0 0,1 0 0 0 0,-1 0 0 0 0,0-1 0 0 0,-1 0 0 0 0,1 0 0 0 0,0 0-1 0 0,-1-1 1 0 0,0 1 0 0 0,0-1 0 0 0,0 0 0 0 0,0-1 0 0 0,0 1 0 0 0,-1 0 0 0 0,0-1-1 0 0,0 0 1 0 0,0 0 0 0 0,0 0 0 0 0,-1 0 0 0 0,0 0 0 0 0,0 0 0 0 0,0-3-4 0 0,8-35 742 0 0,-10 42-627 0 0,0 1-23 0 0,0 0-13 0 0,0 0-13 0 0,1 2-28 0 0,33 83-172 0 0,-27-73 134 0 0,23 16 0 0 0,-24-26 33 0 0,0-1 0 0 0,-1 0-1 0 0,1 1 1 0 0,0-2 0 0 0,0 1 0 0 0,0-1-1 0 0,0 0 1 0 0,0 0 0 0 0,0 0-1 0 0,0-1 1 0 0,-1 0 0 0 0,1 0-1 0 0,0-1 1 0 0,0 0 0 0 0,-1 0-1 0 0,1 0 1 0 0,-1 0 0 0 0,0-1 0 0 0,1 0-1 0 0,-1 0 1 0 0,0 0 0 0 0,-1-1-1 0 0,4-3-32 0 0,40-48 1544 0 0,-42 46-1271 0 0,-1-1-1 0 0,-1 0 1 0 0,0 0-1 0 0,0-1 0 0 0,-1 1 1 0 0,0-1-1 0 0,-1 0 1 0 0,0 0-1 0 0,0-2-272 0 0,15-69 162 0 0,-16 77 367 0 0,-1 3-3306 0 0,0 0-1202 0 0,0 2 2160 0 0</inkml:trace>
  <inkml:trace contextRef="#ctx0" brushRef="#br0" timeOffset="469.19">609 245 9968 0 0,'0'0'292'0'0,"0"0"0"0"0,0 0-28 0 0,0 0 589 0 0,0 0 276 0 0,4-4 737 0 0,-3 5 4525 0 0,3 38-5768 0 0,-13 89-462 0 0,5-87-177 0 0,-1 32-2165 0 0,5-72 941 0 0,0 1-52 0 0,-4 5-10 0 0</inkml:trace>
  <inkml:trace contextRef="#ctx0" brushRef="#br0" timeOffset="1065.7">781 82 11776 0 0,'0'0'266'0'0,"0"0"44"0"0,0 0 11 0 0,2 0-38 0 0,14-14-50 0 0,-3-1 2195 0 0,-3 9-182 0 0,-10 6-2185 0 0,0 0-1 0 0,0 0 1 0 0,0 1-1 0 0,1-1 1 0 0,-1 0-1 0 0,0 0 1 0 0,0 1-1 0 0,0-1 1 0 0,0 0-1 0 0,0 0 1 0 0,1 0-1 0 0,-1 1 1 0 0,0-1-1 0 0,0 0 1 0 0,0 0-1 0 0,1 0 1 0 0,-1 0-1 0 0,0 0 0 0 0,0 1 1 0 0,1-1-1 0 0,-1 0 1 0 0,0 0-1 0 0,0 0 1 0 0,1 0-1 0 0,-1 0 1 0 0,0 0-1 0 0,0 0 1 0 0,1 0-1 0 0,-1 0 1 0 0,0 0-1 0 0,1 0 1 0 0,-1 0-1 0 0,0 0 1 0 0,0 0-1 0 0,1 0 1 0 0,-1 0-1 0 0,0 0 0 0 0,0 0 1 0 0,1 0-1 0 0,-1-1 1 0 0,0 1-1 0 0,0 0 1 0 0,1 0-1 0 0,-1 0 1 0 0,0 0-1 0 0,0 0 1 0 0,0-1-1 0 0,1 1 1 0 0,-1 0-1 0 0,0 0 1 0 0,0 0-1 0 0,0-1 1 0 0,0 1-1 0 0,0 0 1 0 0,1 0-1 0 0,-1-1 1 0 0,0 1-1 0 0,0 0 0 0 0,0 0 1 0 0,0-1-1 0 0,0 1 1 0 0,0 0-1 0 0,0 0 1 0 0,0-1-1 0 0,0 1 1 0 0,0 0-1 0 0,0-1 1 0 0,0 1-1 0 0,0 0 1 0 0,0 0-61 0 0,10 93 374 0 0,7-18-391 0 0,-4-63-366 0 0,-10-10 315 0 0,1 0-1 0 0,0 0 1 0 0,-1-1 0 0 0,1 1-1 0 0,0-1 1 0 0,0 0-1 0 0,0 0 1 0 0,0 0 0 0 0,0-1-1 0 0,1 1 1 0 0,-1-1-1 0 0,0 0 1 0 0,0 0 0 0 0,0-1-1 0 0,0 1 1 0 0,0-1-1 0 0,0 0 1 0 0,0 0-1 0 0,0 0 1 0 0,0-1 0 0 0,3-1 68 0 0,5 0-61 0 0,20-17-18 0 0,-24 9 149 0 0,-3-8 235 0 0,3 7-69 0 0,6 22-183 0 0,15 44-208 0 0,-22-35 126 0 0,-6-18 30 0 0,0 2 19 0 0,0 0 0 0 0,0-1 0 0 0,0 1 0 0 0,0 0 0 0 0,0-1 0 0 0,1 1 0 0 0,-1-1 0 0 0,1 0 0 0 0,0 1 0 0 0,0-1 0 0 0,0 0 0 0 0,0 0 0 0 0,0 0 0 0 0,0 0 0 0 0,0-1 0 0 0,0 1 0 0 0,1 0-1 0 0,-1-1 1 0 0,1 0 0 0 0,1 1-20 0 0,31 3-296 0 0,-30-7 446 0 0,-1-1-1 0 0,1 1 0 0 0,-1-1 0 0 0,0 0 0 0 0,0 0 1 0 0,0 0-1 0 0,0 0 0 0 0,0-1 0 0 0,-1 1 1 0 0,1-1-1 0 0,-1 0 0 0 0,0 0 0 0 0,0 0 1 0 0,-1-1-1 0 0,1 1 0 0 0,-1-1 0 0 0,0 1 0 0 0,0-1 1 0 0,-1 0-1 0 0,1 0 0 0 0,-1 0 0 0 0,0 0 1 0 0,0 0-1 0 0,-1 0 0 0 0,1 0 0 0 0,-1-4-149 0 0,9-73 608 0 0,0 23-360 0 0,-2 24-302 0 0,-7 34-237 0 0,4-6-1778 0 0,-3 6 310 0 0,-1 1 228 0 0</inkml:trace>
  <inkml:trace contextRef="#ctx0" brushRef="#br0" timeOffset="10667.98">1385 229 8384 0 0,'0'0'242'0'0,"0"0"5"0"0,2-1-155 0 0,10-6 31 0 0,17-12 5029 0 0,-28 19-4460 0 0,-1 0-84 0 0,0 0-38 0 0,0 0-9 0 0,0 0-39 0 0,0 0-162 0 0,0 0-68 0 0,0 0-18 0 0,0 0-27 0 0,0 0-107 0 0,0 0-48 0 0,0 0-11 0 0,-9 7 53 0 0,-61 76 4 0 0,25-28-138 0 0,19-12-60 0 0,20-34 48 0 0,2-2 12 0 0,0 1-10 0 0,3 7-54 0 0,2-13 21 0 0,34 24 32 0 0,4-23 11 0 0,-11-5 0 0 0,78-7 0 0 0,-74 5 0 0 0,-23 1 0 0 0,12-4-626 0 0,-20 7 386 0 0,3-13-1343 0 0,-4 9 1491 0 0,-1 1 0 0 0,0 0 0 0 0,0 0-1 0 0,0-1 1 0 0,0 1 0 0 0,0 0 0 0 0,-1 0 0 0 0,0 0-1 0 0,0 0 1 0 0,1 1 0 0 0,-1-1 0 0 0,-1 0 0 0 0,1 1 0 0 0,0-1-1 0 0,-1 1 1 0 0,0-1 92 0 0,-10-10-70 0 0,-34-38 27 0 0,29 21 1003 0 0,17 28-714 0 0,1 2 2 0 0,0 0 1 0 0,0 0 7 0 0,0 0 6 0 0,0 0 2 0 0,0 0-10 0 0,0 0-45 0 0,0 0-17 0 0,0 0-7 0 0,0 0-1 0 0,0 0 0 0 0,0 0 0 0 0,0 0 0 0 0,0 0 0 0 0,1 20 368 0 0,17 130 863 0 0,3 15-1190 0 0,-17-129-225 0 0,1-10-20 0 0,-4-8-680 0 0,0-16 180 0 0,1 2 818 0 0,-1 1-6387 0 0,-1-5 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6992 0 0,'0'0'157'0'0,"0"0"23"0"0,0 0 12 0 0,-2 0-27 0 0,-47 9 4237 0 0,-29 6-100 0 0,61-5-3089 0 0,15-8-1106 0 0,2-2-19 0 0,0 0-7 0 0,0 0-3 0 0,0 0-12 0 0,0 0-2 0 0,0 0 0 0 0,0 0 3 0 0,0 0 10 0 0,14 5 97 0 0,163-15 220 0 0,1 10-330 0 0,-166 8-154 0 0,-11-7-112 0 0,-1-1-43 0 0,0 0-10 0 0,0 0-171 0 0,0 0-717 0 0,0 0-311 0 0,0 0-68 0 0,0 0-12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12 7464 0 0,'0'0'216'0'0,"-2"1"-11"0"0,-4 4-56 0 0,5-4 398 0 0,-1 0 162 0 0,-11 9 1791 0 0,12-9-2010 0 0,1-1-9 0 0,0 0-29 0 0,0 0-17 0 0,0 0-3 0 0,0 0-14 0 0,0 0-56 0 0,0 0-30 0 0,0 0-4 0 0,0 0-2 0 0,0 0-6 0 0,88-7 2071 0 0,53-17-1226 0 0,-48 27-1048 0 0,-49 2-53 0 0,-40-4-80 0 0,-3-1-116 0 0,-1 0-228 0 0,0 0-69 0 0,0 0-10 0 0,0 0-185 0 0,0 0-773 0 0,0 0-333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3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91 8664 0 0,'0'0'197'0'0,"0"0"24"0"0,0 0 18 0 0,0-1-34 0 0,-3-38 4181 0 0,-2 21-467 0 0,5 17-3692 0 0,0 1-47 0 0,0 0-11 0 0,0 0-18 0 0,0 0-70 0 0,-6 19-17 0 0,4 1-64 0 0,0 1 0 0 0,1 0 0 0 0,1-1 0 0 0,1 1 0 0 0,3 18 0 0 0,6 13 0 0 0,3-17 0 0 0,-3-24 0 0 0,-2-6 0 0 0,7-5 0 0 0,-8-2 0 0 0,-3 1 0 0 0,0 0 0 0 0,-1 0 0 0 0,1-1 0 0 0,-1 1 0 0 0,1-1 0 0 0,-1 0 0 0 0,0 0 0 0 0,0 0 0 0 0,0 0 0 0 0,0 0 0 0 0,0-1 0 0 0,0 1 0 0 0,-1-1 0 0 0,1 0 0 0 0,-1 0 0 0 0,0 0 0 0 0,1 0 0 0 0,-2 0 0 0 0,2-2 0 0 0,13-73 283 0 0,-12 59-138 0 0,1 4 6 0 0,1 18-98 0 0,24 78-53 0 0,-28-75-7 0 0,1 0 0 0 0,-1 0 1 0 0,1 0-1 0 0,0 0 0 0 0,1-1 0 0 0,-1 0 0 0 0,1 0 0 0 0,0 0 0 0 0,0 0 0 0 0,1 0 0 0 0,0-1 0 0 0,-1 0 0 0 0,1 0 0 0 0,1 0 0 0 0,-1-1 0 0 0,1 1 0 0 0,-1-1 0 0 0,6 2 7 0 0,-5-4-1 0 0,0 1 1 0 0,0-1-1 0 0,0-1 0 0 0,0 1 1 0 0,-1-1-1 0 0,1 0 0 0 0,0-1 1 0 0,0 1-1 0 0,0-1 0 0 0,0 0 1 0 0,0 0-1 0 0,-1-1 0 0 0,1 0 1 0 0,-1 0-1 0 0,1 0 0 0 0,3-3 1 0 0,18-19 204 0 0,-22 18-72 0 0,-1 1-1 0 0,0-1 0 0 0,-1 0 1 0 0,1 0-1 0 0,-1-1 1 0 0,-1 1-1 0 0,1-1 0 0 0,-1 1 1 0 0,0-1-1 0 0,0 0 0 0 0,-1-1-131 0 0,0 4 87 0 0,3-16 201 0 0,-1 1-1 0 0,0 0 0 0 0,-2-1 0 0 0,0 1 0 0 0,-3-20-287 0 0,1-18 79 0 0,1 56-183 0 0,0 1-11 0 0,0 0 3 0 0,0 0-65 0 0,0 0-274 0 0,0 0-117 0 0,0 0-845 0 0,1 2-3436 0 0,1 4-1468 0 0</inkml:trace>
  <inkml:trace contextRef="#ctx0" brushRef="#br0" timeOffset="462.409">604 272 8608 0 0,'0'0'197'0'0,"0"0"24"0"0,0 0 17 0 0,0 0 91 0 0,0 0 376 0 0,0 0 167 0 0,0 0 31 0 0,0 0-27 0 0,0 0-145 0 0,0 0-69 0 0,0 0-12 0 0,0 0-38 0 0,0 0-152 0 0,0 0-69 0 0,0 0-8 0 0,0 0-27 0 0,0 0-91 0 0,0 0-38 0 0,0 0-10 0 0,0 0 13 0 0,0 2 56 0 0,5 63 261 0 0,-13 45-711 0 0,4-27 217 0 0,4-31 11 0 0,1-41-53 0 0,2-4 18 0 0,0-6-1358 0 0,-3-1-77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8 9584 0 0,'0'0'216'0'0,"0"0"32"0"0,0 0 12 0 0,0-7-59 0 0,-1 7 6029 0 0,-4 20-6156 0 0,1 0 0 0 0,0 0 0 0 0,2 0 0 0 0,0 0 0 0 0,1 0 0 0 0,1 0 0 0 0,1 1-74 0 0,-1 1 22 0 0,10 21-35 0 0,-9-41 1 0 0,0 0 1 0 0,1 1-1 0 0,-1-1 0 0 0,1-1 0 0 0,0 1 0 0 0,-1 0 1 0 0,1 0-1 0 0,0-1 0 0 0,0 1 0 0 0,0-1 0 0 0,0 1 1 0 0,0-1-1 0 0,1 0 0 0 0,-1 0 0 0 0,0 0 1 0 0,1 0-1 0 0,-1 0 0 0 0,0 0 0 0 0,2 0 12 0 0,50-9-67 0 0,-53 8 73 0 0,0-1-1 0 0,0 1 0 0 0,0 0 0 0 0,0 0 0 0 0,0-1 0 0 0,-1 1 0 0 0,1-1 0 0 0,0 1 0 0 0,0-1 1 0 0,0 1-1 0 0,0-1 0 0 0,-1 1 0 0 0,1-1 0 0 0,0 0 0 0 0,-1 1 0 0 0,1-1 0 0 0,0 0 0 0 0,-1 0 1 0 0,1 0-1 0 0,-1 1 0 0 0,1-1 0 0 0,-1 0 0 0 0,0 0 0 0 0,1 0 0 0 0,-1 0 0 0 0,0 0 0 0 0,1 0 1 0 0,-1 0-1 0 0,0 0 0 0 0,0 0-5 0 0,3-8 81 0 0,5-56 1276 0 0,-8 64-1198 0 0,0 1-6 0 0,0 0-11 0 0,0 0-46 0 0,0 0-22 0 0,0 0-2 0 0,0 0 0 0 0,0 1-12 0 0,0 9-60 0 0,1-1 0 0 0,-1 1 0 0 0,1-1 0 0 0,1 0 0 0 0,0 1 0 0 0,0-1 0 0 0,1 0 0 0 0,0 0 0 0 0,1 0 0 0 0,0 0 0 0 0,-2-6-12 0 0,1 0 0 0 0,0-1-1 0 0,0 1 1 0 0,0-1 0 0 0,0 1-1 0 0,0-1 1 0 0,0 0 0 0 0,1 0-1 0 0,-1-1 1 0 0,1 1 0 0 0,-1-1-1 0 0,1 1 1 0 0,0-1-1 0 0,0 0 1 0 0,0-1 12 0 0,0 0-1 0 0,-1 0 1 0 0,1-1-1 0 0,-1 1 0 0 0,1-1 0 0 0,-1 0 0 0 0,1-1 1 0 0,-1 1-1 0 0,1 0 0 0 0,-1-1 0 0 0,0 0 1 0 0,0 1-1 0 0,0-1 0 0 0,0-1 0 0 0,1 0 1 0 0,-1 1 0 0 0,1-1 110 0 0,0 1 0 0 0,0-2 0 0 0,-1 1 0 0 0,1 0 0 0 0,-1-1-1 0 0,1 0 1 0 0,-1 1 0 0 0,0-1 0 0 0,-1-1 0 0 0,1 1-1 0 0,-1 0 1 0 0,1-1 0 0 0,-1 1 0 0 0,-1-1 0 0 0,1 1-1 0 0,-1-1 1 0 0,0 0 0 0 0,0 0 0 0 0,0 0 0 0 0,0 0 0 0 0,-1 0-1 0 0,0-3-109 0 0,0-110 1160 0 0,-2 102-1160 0 0,1 13-5198 0 0,1 3-1339 0 0</inkml:trace>
  <inkml:trace contextRef="#ctx0" brushRef="#br0" timeOffset="886.17">588 263 8784 0 0,'0'0'197'0'0,"0"0"24"0"0,0 0 19 0 0,0 0-29 0 0,3-4-168 0 0,-2-2 71 0 0,-1 4 474 0 0,4-4 614 0 0,-5 5 4736 0 0,-5 2-5915 0 0,-1 0-1 0 0,1 1 1 0 0,-1 0 0 0 0,1 0-1 0 0,0 0 1 0 0,0 1-1 0 0,0 0 1 0 0,0 0 0 0 0,0 0-1 0 0,1 1 1 0 0,0 0 0 0 0,0 0-1 0 0,-1 1-22 0 0,-16 11 31 0 0,-44 47-265 0 0,43-28 108 0 0,5-6 46 0 0,10-10 68 0 0,7-11-48 0 0,1-2-16 0 0,0-5 68 0 0,0 0 0 0 0,1 0 0 0 0,-1 0 0 0 0,0 0 0 0 0,0 0 0 0 0,1 0-1 0 0,-1 0 1 0 0,1 0 0 0 0,-1 0 0 0 0,1 0 0 0 0,-1 0 0 0 0,1 0 0 0 0,0 0-1 0 0,-1 0 1 0 0,1 0 0 0 0,0-1 0 0 0,0 1 0 0 0,-1 0 0 0 0,1-1 0 0 0,0 1-1 0 0,0 0 1 0 0,0-1 0 0 0,0 1 0 0 0,0-1 0 0 0,0 1 0 0 0,0-1-1 0 0,1 1 9 0 0,7-1-24 0 0,-1 1-1 0 0,1-1 0 0 0,0 0 0 0 0,0-1 0 0 0,0 0 0 0 0,-1 0 0 0 0,1-1 0 0 0,0 0 0 0 0,-1-1 0 0 0,0 1 0 0 0,3-3 25 0 0,19-4-62 0 0,29-3-419 0 0,-24 1-925 0 0,-35 9 1352 0 0,-35-56 122 0 0,13 35 722 0 0,17 7 253 0 0,5 16-928 0 0,0 0-1 0 0,-1 0 0 0 0,1 1 1 0 0,0-1-1 0 0,0 0 0 0 0,0 0 1 0 0,0 0-1 0 0,0 0 0 0 0,0 0 1 0 0,-1 0-1 0 0,1 1 0 0 0,0-1 1 0 0,0 0-1 0 0,0 0 0 0 0,0 0 1 0 0,-1 0-1 0 0,1 0 0 0 0,0 0 1 0 0,0 0-1 0 0,0 0 0 0 0,0 0 1 0 0,-1 0-1 0 0,1 0 0 0 0,0 0-114 0 0,9 65 424 0 0,-1-18-282 0 0,-3 8-9 0 0,-1 36-56 0 0,-4 53-31 0 0,0-142-148 0 0,-5 6-699 0 0,1-1-1104 0 0,4-7 124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7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20 6720 0 0,'0'0'197'0'0,"-15"0"2230"0"0,1-6 285 0 0,13 5-2312 0 0,1 1 4 0 0,0 0 17 0 0,0 0 10 0 0,0 0 1 0 0,0 0-12 0 0,0 0-50 0 0,0 0-18 0 0,0 0-6 0 0,0 0-18 0 0,0 0-68 0 0,0 0-33 0 0,0 0-3 0 0,0 0-5 0 0,0 0-22 0 0,0 0-6 0 0,0 0-6 0 0,8 0 142 0 0,51-12 158 0 0,153 12-1215 0 0,-159 0-1582 0 0,-22 0 951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8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32 8088 0 0,'0'0'182'0'0,"0"0"29"0"0,0 0 12 0 0,-2 0-37 0 0,-5 0-148 0 0,0 0 63 0 0,5 0 416 0 0,2 0 149 0 0,0 0 26 0 0,0 0-24 0 0,0 0-118 0 0,0 0-50 0 0,0 0-10 0 0,0 0-29 0 0,0 0-112 0 0,0 0-49 0 0,0 0-10 0 0,0 0-8 0 0,0 0-20 0 0,0 0-8 0 0,0 0-4 0 0,0 0-12 0 0,2-1-39 0 0,97-1 1027 0 0,-23 2-1062 0 0,-10-5-104 0 0,19-10-1269 0 0,-58 7-3668 0 0,-13 7-20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32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40 360 11000 0 0,'0'0'248'0'0,"0"0"34"0"0,0 0 21 0 0,0 0-34 0 0,0-1-174 0 0,-2-8 4155 0 0,-9 19-4383 0 0,11-9 340 0 0,-14 57-113 0 0,9-30-94 0 0,2-1 0 0 0,0 1 0 0 0,2-1 0 0 0,1 16 0 0 0,0-34 0 0 0,0 1-77 0 0,0 0 0 0 0,1 0 0 0 0,0 0 0 0 0,0 0 0 0 0,1 0 0 0 0,0-1 0 0 0,1 1 0 0 0,0 0 0 0 0,0-1 0 0 0,1 0 0 0 0,2 2 77 0 0,29 8-656 0 0,-3-31 568 0 0,-5-27 488 0 0,-18 4 204 0 0,-1-40 1071 0 0,-3 24-753 0 0,3 71-836 0 0,32 122-374 0 0,-40-140 281 0 0,1 0-1 0 0,0 1 0 0 0,0-1 0 0 0,0 0 0 0 0,1 0 1 0 0,-1 0-1 0 0,0 0 0 0 0,1 0 0 0 0,-1 0 0 0 0,1 0 1 0 0,0 0-1 0 0,0 0 0 0 0,-1-1 0 0 0,1 1 0 0 0,0-1 1 0 0,0 1-1 0 0,1-1 0 0 0,-1 0 0 0 0,0 0 0 0 0,2 1 8 0 0,-3-2 7 0 0,1 1-1 0 0,0 0 0 0 0,0-1 1 0 0,0 1-1 0 0,0-1 0 0 0,-1 1 1 0 0,1-1-1 0 0,0 0 0 0 0,0 0 1 0 0,0 0-1 0 0,0 0 0 0 0,0 0 1 0 0,0 0-1 0 0,0-1 0 0 0,-1 1 1 0 0,1-1-1 0 0,0 1 0 0 0,0-1 1 0 0,0 0-1 0 0,-1 1 0 0 0,1-1 1 0 0,0 0-1 0 0,-1 0 0 0 0,1 0 0 0 0,-1 0 1 0 0,1-1-1 0 0,-1 1 0 0 0,1 0 1 0 0,-1-1-1 0 0,0 1 0 0 0,1-2-6 0 0,0 1 118 0 0,0-1-1 0 0,0 1 0 0 0,-1-1 1 0 0,1 0-1 0 0,-1 1 0 0 0,0-1 1 0 0,1 0-1 0 0,-1 0 0 0 0,0 0 1 0 0,-1 0-1 0 0,1 0 0 0 0,-1 0 1 0 0,1 0-1 0 0,-1 0 0 0 0,0-2-117 0 0,-9-134 3120 0 0,8 72-2624 0 0,6 9-160 0 0,0 18-436 0 0,8 9-549 0 0,-12 30-258 0 0,0 1-825 0 0,3 0 996 0 0,0 1-4890 0 0,3 2-607 0 0</inkml:trace>
  <inkml:trace contextRef="#ctx0" brushRef="#br0" timeOffset="840.58">600 632 11232 0 0,'0'0'256'0'0,"0"0"34"0"0,0 0 20 0 0,0 0-40 0 0,0-1-175 0 0,3-4 20 0 0,-2 3 423 0 0,-1 2 185 0 0,0 0 40 0 0,0 0-49 0 0,0 0-222 0 0,0 0-92 0 0,0 0-16 0 0,0 0-32 0 0,0 0-107 0 0,0 0-42 0 0,0 0-10 0 0,-1 2-18 0 0,-43 43 101 0 0,-41 14-223 0 0,77-55-53 0 0,1 1 0 0 0,1 2 0 0 0,-1 0-10 0 0,5-5-33 0 0,-2 5 32 0 0,0-1 1 0 0,17 4-44 0 0,39 2 54 0 0,90-12-632 0 0,-121-5 55 0 0,-20 5 378 0 0,-1 0 0 0 0,5-5-208 0 0,4-13 219 0 0,-24-38 188 0 0,-1 2 981 0 0,15 53-736 0 0,1-2 1815 0 0,0 54-1877 0 0,14 27-66 0 0,-10-26-117 0 0,-4 75-3094 0 0,-2-126 1438 0 0,-7 6-68 0 0,7-5-17 0 0</inkml:trace>
  <inkml:trace contextRef="#ctx0" brushRef="#br0" timeOffset="1171.55">31 214 7832 0 0,'0'0'174'0'0,"0"0"29"0"0,0 0 13 0 0,0 0 53 0 0,0 0 198 0 0,0 0 86 0 0,0 0 21 0 0,0 0-6 0 0,0 0-34 0 0,0 0-12 0 0,0 0-2 0 0,5-4 446 0 0,21-11 746 0 0,2 5-195 0 0,55-9-117 0 0,-11 7-1276 0 0,29 12-2642 0 0,-87 0 1118 0 0,3 0-57 0 0</inkml:trace>
  <inkml:trace contextRef="#ctx0" brushRef="#br0" timeOffset="2175.6">870 171 8144 0 0,'0'0'182'0'0,"0"0"29"0"0,0 0 13 0 0,-2 0-32 0 0,-13 4-47 0 0,14-4 403 0 0,-6 0 568 0 0,6 1 4514 0 0,77 1-4412 0 0,-38-5-921 0 0,255 3 451 0 0,-187-15-853 0 0,-89 10-246 0 0,-16 4 146 0 0,-1 1-123 0 0,4 0-256 0 0,-3 0-2584 0 0,-1 0 1766 0 0</inkml:trace>
  <inkml:trace contextRef="#ctx0" brushRef="#br0" timeOffset="2598.94">1108 10 9312 0 0,'0'0'268'0'0,"0"0"4"0"0,0-1-175 0 0,-10-7 32 0 0,8 8 486 0 0,2 0 208 0 0,0 0 38 0 0,0 0-18 0 0,0 0-118 0 0,0 0-56 0 0,0 0-11 0 0,0 0-40 0 0,0 0-156 0 0,0 0-71 0 0,0 0-8 0 0,0 10 546 0 0,13 66 502 0 0,8-16-903 0 0,3 78 153 0 0,-16-71-537 0 0,-8 8-16 0 0,-1-67-128 0 0,-2-2-25 0 0,-1 1-110 0 0,3-5-4403 0 0,1-2-1507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280 164 8272 0 0,'1'-2'241'0'0,"21"-36"38"0"0,-19 34 42 0 0,-1 0 1 0 0,0 0-1 0 0,0 0 1 0 0,0 0-1 0 0,0 0 1 0 0,-1-1-1 0 0,0 1 1 0 0,1-1-1 0 0,-2 1 1 0 0,1-1-1 0 0,-1 1 1 0 0,1-1-1 0 0,-1 1 1 0 0,0-1-1 0 0,-1 0-321 0 0,0 1 603 0 0,1 3-494 0 0,0-1 0 0 0,0 1 0 0 0,0-1 0 0 0,-1 1 1 0 0,1-1-1 0 0,0 1 0 0 0,-1 0 0 0 0,1-1 0 0 0,-1 1 0 0 0,0 0 1 0 0,1 0-1 0 0,-1-1 0 0 0,0 1 0 0 0,0 0 0 0 0,0 0 0 0 0,0 0 1 0 0,0 0-1 0 0,0 0 0 0 0,0 0 0 0 0,0 0 0 0 0,0 0 0 0 0,-1 0 0 0 0,1 1-109 0 0,-43-21 2462 0 0,40 21-2420 0 0,-1-1 0 0 0,1 1 0 0 0,0 1 0 0 0,-1-1 0 0 0,1 0 0 0 0,-1 1 0 0 0,1 0 0 0 0,0 0 0 0 0,0 0 0 0 0,-1 1 0 0 0,1 0 0 0 0,0-1 0 0 0,0 1 0 0 0,1 1 0 0 0,-1-1 0 0 0,0 0 0 0 0,1 1 0 0 0,-1 0 0 0 0,1 0 0 0 0,0 0 0 0 0,0 0 0 0 0,0 0 0 0 0,0 1 0 0 0,1 0 0 0 0,-1-1 0 0 0,1 1 0 0 0,0 0 0 0 0,0 0 0 0 0,0 0 0 0 0,1 0 0 0 0,-1 0 0 0 0,1 0 0 0 0,-1 4-42 0 0,-4 31-9 0 0,2-1-1 0 0,2 0 0 0 0,1 1 1 0 0,1-1-1 0 0,3 1 0 0 0,1-1 1 0 0,1 0-1 0 0,7 19 10 0 0,-5-14-3 0 0,20 106-221 0 0,-27-31-344 0 0,-9-28-240 0 0,0-33 152 0 0,-24 28-728 0 0,22-65 824 0 0,11-18 286 0 0,0-2-147 0 0,0 0-69 0 0,0 0-12 0 0</inkml:trace>
  <inkml:trace contextRef="#ctx0" brushRef="#br0" timeOffset="347.969">1 649 11312 0 0,'0'0'256'0'0,"0"0"34"0"0,0 0 21 0 0,0 0-35 0 0,0-1-180 0 0,0-2 19 0 0,0 1 1 0 0,0 0 0 0 0,0 0-1 0 0,1 0 1 0 0,-1-1-1 0 0,1 1 1 0 0,0 0-1 0 0,-1 0 1 0 0,1 0-1 0 0,0 0 1 0 0,0 0-1 0 0,0 0 1 0 0,1 0-1 0 0,-1 0 1 0 0,0 1 0 0 0,1-1-1 0 0,-1 0 1 0 0,1 1-1 0 0,0-1 1 0 0,-1 1-1 0 0,1 0 1 0 0,0-1-1 0 0,0 1 1 0 0,0 0-1 0 0,0 0 1 0 0,0 0-1 0 0,0 0 1 0 0,0 1 0 0 0,0-1-1 0 0,1 0 1 0 0,-1 1-1 0 0,2-1-115 0 0,49-10 209 0 0,18-1-619 0 0,-50 12 165 0 0</inkml:trace>
  <inkml:trace contextRef="#ctx0" brushRef="#br0" timeOffset="1295.44">489 813 8512 0 0,'0'0'248'0'0,"0"0"-6"0"0,0-6-140 0 0,-4-18 5274 0 0,4 23-4746 0 0,0 1-172 0 0,-2 0-77 0 0,-2 2-330 0 0,0 0-1 0 0,0 0 1 0 0,0 0 0 0 0,0 0 0 0 0,0 1-1 0 0,0 0 1 0 0,0 0 0 0 0,1 0 0 0 0,0 0 0 0 0,0 0-1 0 0,-1 1 1 0 0,2 0 0 0 0,-1-1 0 0 0,0 1-1 0 0,1 0 1 0 0,0 0 0 0 0,0 0 0 0 0,0 1-1 0 0,0-1 1 0 0,1 0 0 0 0,0 1 0 0 0,0-1 0 0 0,0 1-1 0 0,0 0 1 0 0,1-1 0 0 0,-1 3-51 0 0,-8 39 7 0 0,5-31-20 0 0,0 1 0 0 0,2-1 1 0 0,0 1-1 0 0,1 0 0 0 0,0-1 0 0 0,1 12 13 0 0,11 28-608 0 0,-10-52 529 0 0,0-1-1 0 0,0 0 0 0 0,0 0 0 0 0,0 1 1 0 0,0-1-1 0 0,0 0 0 0 0,1 0 0 0 0,-1 0 1 0 0,1-1-1 0 0,0 1 0 0 0,0 0 0 0 0,-1 0 0 0 0,1-1 1 0 0,0 1-1 0 0,0-1 0 0 0,1 0 0 0 0,-1 0 1 0 0,0 0-1 0 0,0 0 0 0 0,0 0 0 0 0,1 0 0 0 0,-1 0 1 0 0,1-1-1 0 0,-1 1 0 0 0,0-1 0 0 0,1 1 1 0 0,-1-1-1 0 0,1 0 0 0 0,-1 0 0 0 0,1 0 0 0 0,-1-1 1 0 0,1 1-1 0 0,-1-1 0 0 0,0 1 0 0 0,1-1 1 0 0,0 0 79 0 0,1 0-18 0 0,0-1 1 0 0,0 1 0 0 0,-1-1 0 0 0,1 0 0 0 0,0 0 0 0 0,-1 0-1 0 0,1-1 1 0 0,-1 1 0 0 0,0-1 0 0 0,1 0 0 0 0,-1 0-1 0 0,-1 0 1 0 0,1 0 0 0 0,0 0 0 0 0,-1-1 0 0 0,0 1 0 0 0,2-3 17 0 0,14-52 1610 0 0,-18 15-456 0 0,-6 19-195 0 0,-2 43-887 0 0,6-8-98 0 0,1 1 0 0 0,0-1 0 0 0,1 0 0 0 0,0 0 0 0 0,0 0-1 0 0,1 1 1 0 0,1-1 0 0 0,0 0 0 0 0,0 0 0 0 0,1 0-1 0 0,4 8 27 0 0,-6-16-10 0 0,0-1 0 0 0,0 1 0 0 0,0-1 0 0 0,0 0-1 0 0,0 0 1 0 0,1 1 0 0 0,-1-1 0 0 0,1 0 0 0 0,0 0-1 0 0,-1 0 1 0 0,1 0 0 0 0,0-1 0 0 0,0 1 0 0 0,0 0-1 0 0,0-1 1 0 0,1 1 0 0 0,-1-1 0 0 0,0 0-1 0 0,1 0 1 0 0,-1 0 0 0 0,0 0 0 0 0,1 0 0 0 0,0-1-1 0 0,-1 1 1 0 0,1-1 0 0 0,-1 1 0 0 0,1-1 0 0 0,0 0-1 0 0,-1 0 1 0 0,1 0 0 0 0,-1 0 0 0 0,1-1-1 0 0,0 1 1 0 0,-1-1 0 0 0,1 1 0 0 0,-1-1 0 0 0,1 0-1 0 0,-1 0 1 0 0,0 0 0 0 0,1-1 0 0 0,-1 1 0 0 0,0 0-1 0 0,0-1 1 0 0,0 1 0 0 0,0-1 0 0 0,0 0-1 0 0,0 0 11 0 0,2-1 165 0 0,-1 0-1 0 0,0 0 0 0 0,1 0 0 0 0,-1-1 0 0 0,-1 1 0 0 0,1-1 0 0 0,0 1 0 0 0,-1-1 0 0 0,0 0 0 0 0,0 0 0 0 0,0 0 0 0 0,-1-1 0 0 0,1 1 0 0 0,-1 0 0 0 0,0 0 0 0 0,0-1 1 0 0,0 1-1 0 0,-1-1 0 0 0,1 1 0 0 0,-1-1 0 0 0,0 0-164 0 0,-4-97 1770 0 0,-1 23-1522 0 0,4 52-258 0 0,-2 23-184 0 0,2 3-591 0 0,1 1-230 0 0,0 0-1137 0 0,0 0-4403 0 0</inkml:trace>
  <inkml:trace contextRef="#ctx0" brushRef="#br0" timeOffset="1579.96">853 1086 10104 0 0,'0'0'230'0'0,"0"0"30"0"0,0 0 19 0 0,0 0 84 0 0,0 0 321 0 0,0 0 144 0 0,0 0 32 0 0,0 0-50 0 0,0 0-222 0 0,0 0-92 0 0,0 2-16 0 0,0 109 1009 0 0,-4-71-1489 0 0,-4-13 0 0 0,2-12 389 0 0,3-7-1644 0 0,2-2-3510 0 0,1-6-331 0 0</inkml:trace>
  <inkml:trace contextRef="#ctx0" brushRef="#br0" timeOffset="2046.189">431 645 9240 0 0,'0'0'208'0'0,"0"0"33"0"0,0 0 14 0 0,0 0 41 0 0,0 0 168 0 0,0 0 72 0 0,0 0 9 0 0,1-1-9 0 0,61-14 2279 0 0,9 11-1895 0 0,112-24-2711 0 0,-158 25-3370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22 114 5328 0 0,'0'0'116'0'0,"0"0"17"0"0,0 0 12 0 0,0 0 70 0 0,0 0 244 0 0,0 0 106 0 0,4-5 1584 0 0,0-9 101 0 0,-3 13-1817 0 0,-1 1 6 0 0,-4-11 5109 0 0,-4 27-4673 0 0,3 0-867 0 0,1-1-1 0 0,1 1 1 0 0,1 0-1 0 0,0 0 0 0 0,0 0 1 0 0,2 0-1 0 0,0 0 1 0 0,2 11-8 0 0,-1 15 4 0 0,13 28-4 0 0,-5-57 0 0 0,13-10 64 0 0,-16-6 44 0 0,0 0 0 0 0,0-1 0 0 0,0 1 0 0 0,-1-2 0 0 0,1 1 0 0 0,-1 0 0 0 0,0-1 0 0 0,0 0 0 0 0,-1 0 0 0 0,1-1 0 0 0,-1 1 0 0 0,-1-1 0 0 0,1 0 0 0 0,-1 0 0 0 0,0 0 0 0 0,1-4-108 0 0,8-28 888 0 0,-12 36-718 0 0,2-9 128 0 0,37 55-374 0 0,-37-42 76 0 0,0 1 0 0 0,0-1 0 0 0,0 0 0 0 0,0 1 0 0 0,0-1 0 0 0,1 0 0 0 0,-1 0 0 0 0,1 0 0 0 0,0-1 0 0 0,0 1 0 0 0,-1-1 0 0 0,1 1 0 0 0,0-1 0 0 0,0 0 0 0 0,0 0 0 0 0,0 0 0 0 0,2-1 0 0 0,-4 1 0 0 0,3-1 4 0 0,1 0-1 0 0,-1 0 0 0 0,0 0 0 0 0,0 0 0 0 0,1-1 0 0 0,-1 1 1 0 0,0-1-1 0 0,0 0 0 0 0,1-1 0 0 0,-1 1 0 0 0,0-1 0 0 0,0 0 1 0 0,2-1-4 0 0,11-4 18 0 0,33-28 746 0 0,-24-1 412 0 0,-24 31-1057 0 0,0 0 0 0 0,0 0-1 0 0,-1 0 1 0 0,0 0 0 0 0,0 0 0 0 0,0 0-1 0 0,0 0 1 0 0,-1 0 0 0 0,0 0 0 0 0,0 0-1 0 0,-1-4-118 0 0,1-1 122 0 0,-8-101 170 0 0,7 69-868 0 0,1 41 328 0 0,0 1-236 0 0,0 0-105 0 0,0 0-19 0 0,9 1-1740 0 0,0 1 465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 10656 0 0,'0'0'241'0'0,"0"0"38"0"0,0 0 10 0 0,0 0-33 0 0,0 0-43 0 0,0 0 427 0 0,0-9 3320 0 0,-5 14 1540 0 0,-3 42-5169 0 0,12 80-185 0 0,-8-45-82 0 0,4-49-64 0 0,0-14-2809 0 0,0-19 1018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7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71 9792 0 0,'-1'0'222'0'0,"-25"0"526"0"0,10 4-598 0 0,15-4 382 0 0,-7 0 532 0 0,8 0 4546 0 0,87-4-4310 0 0,-2-19-601 0 0,-39 9-602 0 0,1 2 1 0 0,1 3 0 0 0,46-4-98 0 0,-15 21-2147 0 0,-65-8 523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8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9 159 11000 0 0,'0'0'248'0'0,"0"0"34"0"0,0 0 21 0 0,0 0-34 0 0,-1-1-174 0 0,-3-58 3339 0 0,5 41-1058 0 0,-1 17-1957 0 0,0 1-47 0 0,0 0-11 0 0,0 0-23 0 0,0 0-96 0 0,0 0-39 0 0,0 0-10 0 0,0 0-18 0 0,0 0-74 0 0,0 1-27 0 0,-5 45 16 0 0,5 88-90 0 0,5-79 0 0 0,21 4-744 0 0,-24-58 720 0 0,1 0 0 0 0,0-1 0 0 0,0 1 0 0 0,0 0 0 0 0,0-1 0 0 0,0 0 0 0 0,-1 0 0 0 0,1 0 0 0 0,0 0 0 0 0,0 0 0 0 0,0 0 0 0 0,0-1 0 0 0,0 1 0 0 0,0-1 0 0 0,2-1 24 0 0,5-5 0 0 0,-3 6 0 0 0,-1-6 11 0 0,-4 3 50 0 0,0 0 0 0 0,0 1-1 0 0,0-1 1 0 0,0-1 0 0 0,0 1 0 0 0,-1 0-1 0 0,0 0 1 0 0,0-1 0 0 0,0 1 0 0 0,0 0-1 0 0,-1-1 1 0 0,1 1 0 0 0,-1-1 0 0 0,-1 0-61 0 0,6-30 633 0 0,-1 12-336 0 0,-4 22-210 0 0,0 1-6 0 0,13 12-1 0 0,32 74-80 0 0,-18-57 0 0 0,-20-25 0 0 0,-5-2 0 0 0,0 0 0 0 0,0 0 0 0 0,0-1 0 0 0,0 1 0 0 0,1-1 0 0 0,-1 1 0 0 0,0-1 0 0 0,1 0 0 0 0,-1 0 0 0 0,1 0 0 0 0,0 0 0 0 0,-1 0 0 0 0,1-1 0 0 0,0 1 0 0 0,-1-1 0 0 0,1 0 0 0 0,0 0 0 0 0,-1 0 0 0 0,1 0 0 0 0,0 0 0 0 0,0 0 0 0 0,-1-1 0 0 0,1 1 0 0 0,0-1 0 0 0,-1 0 0 0 0,1 0 0 0 0,12-5 110 0 0,-12 5-64 0 0,-1 0 0 0 0,0 0 0 0 0,1 0 0 0 0,-1 0 0 0 0,1 0 0 0 0,-1 0 0 0 0,0-1 0 0 0,0 1 0 0 0,0-1 0 0 0,0 1 0 0 0,0-1 1 0 0,0 0-1 0 0,0 0 0 0 0,-1 0 0 0 0,1 0 0 0 0,0 0 0 0 0,-1 0 0 0 0,1-1-46 0 0,16-44 1453 0 0,-5-32-133 0 0,-8 25-937 0 0,11-96-222 0 0,-12 135-297 0 0,-3 14-33 0 0,-1 1-14 0 0,0 0-131 0 0,0 0-550 0 0,0 0-243 0 0,0 1-852 0 0,4 6-3380 0 0,0 4-1445 0 0</inkml:trace>
  <inkml:trace contextRef="#ctx0" brushRef="#br0" timeOffset="807.4">589 371 12240 0 0,'0'0'273'0'0,"5"-4"376"0"0,17-38 1393 0 0,-23 27 3977 0 0,-51 61-5827 0 0,-14 17-128 0 0,21-7-64 0 0,23-21 0 0 0,18-25-12 0 0,9-4-101 0 0,12 0 102 0 0,23-13 11 0 0,-8-1 0 0 0,86-33 0 0 0,-91 23-230 0 0,-26 18 132 0 0,-7-36-982 0 0,-7 5 952 0 0,4 15 128 0 0,-16-30 474 0 0,24 45-316 0 0,1 1 2 0 0,0 0 0 0 0,0 0 0 0 0,0 0 0 0 0,0 0 0 0 0,0 0-6 0 0,0 0-29 0 0,0 0-12 0 0,0 0-1 0 0,0 0-2 0 0,0 0-12 0 0,0 0-2 0 0,0 0 0 0 0,0 0-1 0 0,-5 84 458 0 0,10-14-421 0 0,9 79 72 0 0,2-50-204 0 0,-11-67-49 0 0,-5-32-267 0 0,1 4 737 0 0,-1-1-4323 0 0,0-3 2476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0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239 185 9256 0 0,'1'-2'266'0'0,"13"-30"43"0"0,11-37 4814 0 0,-38 15-631 0 0,-17 27-1692 0 0,14 26-2267 0 0,12 2-516 0 0,1 1 1 0 0,0-1-1 0 0,-1 1 0 0 0,1 0 0 0 0,0 0 0 0 0,0 0 1 0 0,0 0-1 0 0,0 0 0 0 0,0 1 0 0 0,1-1 0 0 0,-1 1 0 0 0,1 0 1 0 0,-1 0-1 0 0,1 0 0 0 0,0 0 0 0 0,0 0 0 0 0,0 1-17 0 0,-6 18-5 0 0,0 0 0 0 0,2 0 0 0 0,1 0 0 0 0,1 0 0 0 0,1 1 0 0 0,0 0 0 0 0,2 0 0 0 0,1 10 5 0 0,-2 15-13 0 0,10 189-242 0 0,5-56-694 0 0,-7-8 72 0 0,-12-102-577 0 0,-6-36 520 0 0,11-34 424 0 0,1-1 68 0 0,0 0 15 0 0,-13-12-4978 0 0,8 5 3360 0 0</inkml:trace>
  <inkml:trace contextRef="#ctx0" brushRef="#br0" timeOffset="287.82">1 588 11976 0 0,'0'0'266'0'0,"0"0"44"0"0,0 0 15 0 0,0 0-26 0 0,0-1-198 0 0,0-1 49 0 0,0 1 1 0 0,0-1-1 0 0,0 1 0 0 0,1-1 1 0 0,-1 1-1 0 0,1-1 1 0 0,-1 1-1 0 0,1 0 0 0 0,-1-1 1 0 0,1 1-1 0 0,0 0 0 0 0,0-1 1 0 0,0 1-1 0 0,0 0 1 0 0,-1 0-1 0 0,2 0 0 0 0,-1 0 1 0 0,0 0-1 0 0,0 0 0 0 0,0 0 1 0 0,0 0-1 0 0,1 0 1 0 0,-1 1-1 0 0,0-1 0 0 0,1 0 1 0 0,-1 1-1 0 0,0-1 0 0 0,2 1-150 0 0,36-12 2258 0 0,60 20-812 0 0,-20-3-3164 0 0,-61-2-3070 0 0,0-2-1537 0 0</inkml:trace>
  <inkml:trace contextRef="#ctx0" brushRef="#br0" timeOffset="1198.28">350 742 6992 0 0,'0'0'157'0'0,"0"0"23"0"0,0 0 12 0 0,0 0 69 0 0,1-14 2950 0 0,2-7-430 0 0,-3 20-2115 0 0,0 1-2 0 0,0-7 276 0 0,-1 7 2103 0 0,-20 53-2955 0 0,1 97-88 0 0,23-58 0 0 0,-2-88-21 0 0,-1 0 0 0 0,1 1 0 0 0,0-1 0 0 0,0 1-1 0 0,0-1 1 0 0,0 0 0 0 0,1 0 0 0 0,0 0-1 0 0,0 0 1 0 0,0 0 0 0 0,0 0 0 0 0,3 4 21 0 0,-3-8-10 0 0,0 1 1 0 0,-1 0-1 0 0,1 0 1 0 0,0-1-1 0 0,-1 1 1 0 0,1-1-1 0 0,0 1 1 0 0,0-1-1 0 0,0 0 1 0 0,-1 1-1 0 0,1-1 1 0 0,0 0-1 0 0,0 0 1 0 0,0-1-1 0 0,0 1 1 0 0,-1 0-1 0 0,1-1 1 0 0,0 1-1 0 0,0-1 1 0 0,-1 1-1 0 0,2-1 10 0 0,7-1-18 0 0,-7 0 18 0 0,1 1 0 0 0,0-1 0 0 0,0 1 0 0 0,-1-1 0 0 0,1 0 0 0 0,-1 0 0 0 0,0-1 0 0 0,1 1 0 0 0,-1-1 0 0 0,0 1 0 0 0,-1-1 0 0 0,1 0 0 0 0,0 0 0 0 0,-1 0 0 0 0,2-2 0 0 0,5-7 0 0 0,-6 9 47 0 0,-2 0-1 0 0,1 0 0 0 0,0-1 0 0 0,-1 1 0 0 0,0-1 0 0 0,1 1 0 0 0,-1-1 1 0 0,-1 1-1 0 0,1-1 0 0 0,0 0 0 0 0,-1 0 0 0 0,0 1 0 0 0,0-1 0 0 0,0 0 0 0 0,0 1 1 0 0,-1-1-1 0 0,1 0 0 0 0,-2-2-46 0 0,0-18 199 0 0,0 10-39 0 0,3 17-90 0 0,9 55-130 0 0,-8-52 60 0 0,-1 0-5 0 0,0-1 1 0 0,1 0 0 0 0,0 0 0 0 0,0 1 0 0 0,0-1-1 0 0,0 0 1 0 0,1 0 0 0 0,0-1 0 0 0,0 1-1 0 0,0-1 1 0 0,1 1 0 0 0,-1-1 0 0 0,1 0 0 0 0,0 0-1 0 0,2 1 5 0 0,40 10 0 0 0,-42-16 46 0 0,1 0-1 0 0,-1 0 1 0 0,1 0-1 0 0,-1-1 1 0 0,0 1-1 0 0,1-1 1 0 0,-1 0-1 0 0,0-1 1 0 0,0 1-1 0 0,0-1 1 0 0,0 1-1 0 0,-1-1 0 0 0,1-1 1 0 0,-1 1-1 0 0,0 0 1 0 0,0-1-1 0 0,0 1 1 0 0,0-1-1 0 0,-1 0 1 0 0,2-3-46 0 0,-1 1 210 0 0,0 0 1 0 0,-1 0 0 0 0,1-1-1 0 0,-2 1 1 0 0,1-1 0 0 0,-1 1-1 0 0,0-1 1 0 0,0 0 0 0 0,0 1-1 0 0,-1-4-210 0 0,9-105 1088 0 0,-5 64-1008 0 0,1 37-324 0 0,-5 11-21 0 0,0-2-358 0 0,0 4-7319 0 0,0 1 1489 0 0</inkml:trace>
  <inkml:trace contextRef="#ctx0" brushRef="#br0" timeOffset="1499.99">772 942 11056 0 0,'0'0'248'0'0,"0"0"34"0"0,0 0 22 0 0,0 0-29 0 0,0 0-48 0 0,0 0 461 0 0,0 0 221 0 0,0 0 47 0 0,0 0-44 0 0,0 1-228 0 0,4 21 1408 0 0,-3 30-590 0 0,3 47-1214 0 0,-13-24-309 0 0,5-42-670 0 0,-1-23-2154 0 0,5-10 1123 0 0</inkml:trace>
  <inkml:trace contextRef="#ctx0" brushRef="#br0" timeOffset="2149.17">408 552 7248 0 0,'0'0'209'0'0,"-1"1"-5"0"0,-13 2 467 0 0,6 0 426 0 0,-8 2 235 0 0,15-2 4666 0 0,156 6-3994 0 0,-31-18-1854 0 0,-101 5-240 0 0,-2 1-1242 0 0,-8 3-2906 0 0,-3 0-1463 0 0</inkml:trace>
  <inkml:trace contextRef="#ctx0" brushRef="#br0" timeOffset="4758.66">966 706 8928 0 0,'0'0'200'0'0,"0"0"33"0"0,0 0 14 0 0,0-1-41 0 0,0-2-58 0 0,-5-17 3856 0 0,5 20-3386 0 0,0 0-28 0 0,0 0-106 0 0,0 0-48 0 0,-1-3 2243 0 0,-4 11-2673 0 0,1-1 1 0 0,0 1 0 0 0,1 0 0 0 0,0 1-1 0 0,0-1 1 0 0,0 0 0 0 0,1 1 0 0 0,0 0-1 0 0,1-1 1 0 0,0 1 0 0 0,1 0-1 0 0,-1 0 1 0 0,2 0 0 0 0,-1-1 0 0 0,2 9-7 0 0,-1 9 5 0 0,2 76-5 0 0,3-58 0 0 0,6-10 64 0 0,-10-33-64 0 0,0 0 0 0 0,0 0 0 0 0,0 0 0 0 0,0-1 0 0 0,0 1 0 0 0,0-1 0 0 0,0 1 0 0 0,0-1 0 0 0,0 1 0 0 0,0-1 0 0 0,1 0 0 0 0,-1 0 0 0 0,0 0 0 0 0,0 0 0 0 0,0-1 0 0 0,0 1 0 0 0,1 0 0 0 0,-1-1 0 0 0,0 0 0 0 0,0 1 0 0 0,0-1 0 0 0,0 0 0 0 0,0 0 0 0 0,0 0 0 0 0,0 0 0 0 0,-1-1 0 0 0,1 1 0 0 0,0-1 0 0 0,1 1 0 0 0,0 0 3 0 0,-1 0 0 0 0,1-1 0 0 0,-1 1 0 0 0,0-1 0 0 0,1 1 0 0 0,-1-1 1 0 0,0 1-1 0 0,0-1 0 0 0,0 0 0 0 0,0 0 0 0 0,-1 0 0 0 0,1-1 0 0 0,0 1 0 0 0,-1 0 0 0 0,1 0 0 0 0,-1-1 0 0 0,0 1 0 0 0,0-1 0 0 0,0 1 0 0 0,0-1 0 0 0,0 0 0 0 0,-1 1 0 0 0,1-1 0 0 0,-1 0 0 0 0,0 1 0 0 0,1-1 0 0 0,-2-1-3 0 0,-3-41 424 0 0,0 1 52 0 0,4 36-450 0 0,8 19-10 0 0,25 57-80 0 0,-11-38 64 0 0,-20-27 6 0 0,0 0-1 0 0,0-1 0 0 0,0 1 0 0 0,1-1 1 0 0,-1 0-1 0 0,1 0 0 0 0,0 0 1 0 0,0 0-1 0 0,0 0 0 0 0,0 0 0 0 0,0-1 1 0 0,0 0-1 0 0,0 1 0 0 0,0-1 0 0 0,0 0 1 0 0,1-1-1 0 0,-1 1 0 0 0,0 0 0 0 0,1-1 1 0 0,-1 0-1 0 0,0 0 0 0 0,1 0 1 0 0,-1 0-1 0 0,1-1 0 0 0,-1 1 0 0 0,0-1 1 0 0,0 0-1 0 0,1 0 0 0 0,-1 0 0 0 0,0 0 1 0 0,0 0-1 0 0,0-1 0 0 0,0 1 0 0 0,0-1 1 0 0,0 0-1 0 0,0 0 0 0 0,-1 0 1 0 0,1 0-1 0 0,-1-1 0 0 0,0 1 0 0 0,1-1-5 0 0,3-4 183 0 0,-1 0 0 0 0,0-1 0 0 0,-1 0-1 0 0,1 1 1 0 0,-1-1 0 0 0,-1-1 0 0 0,1 1-1 0 0,-2 0 1 0 0,1-1 0 0 0,-1 0 0 0 0,0 1-1 0 0,-1-1 1 0 0,0 0 0 0 0,0-7-183 0 0,3-62 864 0 0,-4-4-737 0 0,0 81-381 0 0,0 1-50 0 0,0 0 0 0 0,0 0-61 0 0,0 0-259 0 0,0 0-117 0 0,0 8-5703 0 0,0-1 131 0 0</inkml:trace>
  <inkml:trace contextRef="#ctx0" brushRef="#br0" timeOffset="5488.68">1481 886 10536 0 0,'0'0'308'0'0,"0"0"-2"0"0,0 0-54 0 0,0 0 499 0 0,0 0 237 0 0,0 0 48 0 0,0 0-40 0 0,0 0-211 0 0,0 0-90 0 0,0 0-21 0 0,0 0-39 0 0,0 0-156 0 0,0 0-67 0 0,0 0-18 0 0,0 0-30 0 0,-2 1-117 0 0,-4 4-189 0 0,0-1 0 0 0,0 1 0 0 0,0 0 0 0 0,1 1 1 0 0,0 0-1 0 0,0 0 0 0 0,0 0 0 0 0,0 0 0 0 0,1 1 0 0 0,0-1 0 0 0,1 1 0 0 0,0 0 0 0 0,0 0 0 0 0,0 1-58 0 0,-32 47 0 0 0,8-12 0 0 0,23-35 0 0 0,3-1 0 0 0,1-1 0 0 0,0 3 0 0 0,9 4 0 0 0,9-5-53 0 0,48-21 42 0 0,0-6 11 0 0,-60 17 0 0 0,-1 1 0 0 0,2-2-16 0 0,-6 2-65 0 0,-1 1-23 0 0,0-8-119 0 0,-1-1 99 0 0,0-1-1 0 0,-1 1 0 0 0,0-1 1 0 0,-1 1-1 0 0,0 0 0 0 0,0 0 1 0 0,-1 1-1 0 0,-3-6 125 0 0,-17-50 40 0 0,11 31 429 0 0,13 32-350 0 0,0 1 28 0 0,0 0 11 0 0,0 0 2 0 0,0 0-8 0 0,0 0-33 0 0,0 0-14 0 0,0 0-1 0 0,0 0-1 0 0,0 0-6 0 0,0 0-1 0 0,0 0 0 0 0,1 11 79 0 0,21 79 189 0 0,-13-46-257 0 0,0 30 13 0 0,4 21-46 0 0,-8-67-74 0 0,-1 23 64 0 0,-4-30-4214 0 0,0-21 2669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28 135 7632 0 0,'0'0'166'0'0,"0"0"29"0"0,0 0 14 0 0,-11 0 2046 0 0,-4 0 496 0 0,14 0-2298 0 0,1 0-18 0 0,0 0-3 0 0,0 0-15 0 0,0 0-62 0 0,0 0-31 0 0,0 0-4 0 0,0 0-8 0 0,0 0-35 0 0,0 0-19 0 0,0 0-2 0 0,0 0-13 0 0,0 0-56 0 0,0 0-26 0 0,0 0-8 0 0,0 0-7 0 0,0 0-29 0 0,0 0-12 0 0,0 0-1 0 0,0 0-4 0 0,1 0-17 0 0,99-4 258 0 0,-14-8-329 0 0,-22 0-12 0 0,44 0-713 0 0,-87 9-2088 0 0,-21 3 2076 0 0,2-1-823 0 0,5-3-3248 0 0</inkml:trace>
  <inkml:trace contextRef="#ctx0" brushRef="#br0" timeOffset="546.829">174 1 8720 0 0,'0'0'256'0'0,"0"0"-7"0"0,0 0-9 0 0,0 0 539 0 0,0 0 254 0 0,0 0 50 0 0,0 0-43 0 0,0 0-202 0 0,0 0-86 0 0,0 0-16 0 0,0 0-62 0 0,0 0-237 0 0,0 0-100 0 0,0 0-17 0 0,0 0-27 0 0,0 0-83 0 0,0 0-33 0 0,0 0-8 0 0,0 0-3 0 0,0 7 132 0 0,-5 30 222 0 0,2 25-96 0 0,6 139-72 0 0,15-98-242 0 0,-13-91-3137 0 0,-5-12 1721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5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10336 0 0,'0'0'233'0'0,"0"0"39"0"0,0 0 15 0 0,0-1-47 0 0,17-29 5115 0 0,-16 30-5329 0 0,-1 0 0 0 0,1 0 0 0 0,-1 0 0 0 0,0 0-1 0 0,1 0 1 0 0,-1 0 0 0 0,1 0 0 0 0,-1 0-1 0 0,0 0 1 0 0,1 1 0 0 0,-1-1 0 0 0,0 0 0 0 0,1 0-1 0 0,-1 0 1 0 0,1 0 0 0 0,-1 1 0 0 0,0-1-1 0 0,1 0 1 0 0,-1 0 0 0 0,0 0 0 0 0,1 1-1 0 0,-1-1 1 0 0,0 0 0 0 0,0 1 0 0 0,1-1 0 0 0,-1 0-1 0 0,0 1 1 0 0,0-1 0 0 0,0 0 0 0 0,1 1-1 0 0,-1-1 1 0 0,0 0 0 0 0,0 1 0 0 0,0-1-1 0 0,0 1 1 0 0,0-1 0 0 0,0 0 0 0 0,0 1 0 0 0,0-1-1 0 0,0 1 1 0 0,0-1 0 0 0,0 0 0 0 0,0 1-1 0 0,0-1 1 0 0,0 1 0 0 0,0-1 0 0 0,0 0-1 0 0,0 1 1 0 0,0-1-26 0 0,0 2 99 0 0,13 230-41 0 0,13-126-522 0 0,-16-93 454 0 0,-9-13 11 0 0,0 1-1 0 0,0-1 1 0 0,0 0 0 0 0,0 1 0 0 0,1-1-1 0 0,-1 0 1 0 0,0 0 0 0 0,0 1 0 0 0,1-1-1 0 0,-1 0 1 0 0,0 0 0 0 0,0-1 0 0 0,0 1 0 0 0,1 0-1 0 0,-1 0 1 0 0,0 0 0 0 0,0-1 0 0 0,0 1-1 0 0,0-1 1 0 0,1 1 0 0 0,-1-1 0 0 0,0 1-1 0 0,0-1 1 0 0,0 0 0 0 0,0 1 0 0 0,0-1-1 0 0,0 0 1 0 0,0 0 0 0 0,-1 0 0 0 0,1 0 0 0 0,0 0-1 0 0,0 0 1 0 0,0-1-1 0 0,-1 2-1 0 0,8-11 122 0 0,0-1 0 0 0,-1 0 0 0 0,-1 0 0 0 0,0 0 0 0 0,0-1 0 0 0,-1 0 0 0 0,-1 0 0 0 0,1-4-121 0 0,4-45 825 0 0,-6 19-325 0 0,-2 42-469 0 0,0 10-147 0 0,17 54 38 0 0,9 10 25 0 0,-26-71 51 0 0,0 0-1 0 0,0-1 1 0 0,1 1-1 0 0,-1 0 1 0 0,0-1 0 0 0,1 1-1 0 0,0-1 1 0 0,-1 0-1 0 0,1 1 1 0 0,0-1 0 0 0,0 0-1 0 0,-1 0 1 0 0,1 0-1 0 0,0 0 1 0 0,0-1 0 0 0,0 1-1 0 0,0 0 1 0 0,0-1-1 0 0,1 0 1 0 0,-1 1-1 0 0,0-1 1 0 0,0 0 0 0 0,0 0-1 0 0,0 0 1 0 0,0 0-1 0 0,0 0 1 0 0,0-1 0 0 0,0 1-1 0 0,1-1 1 0 0,-1 1-1 0 0,1-1 3 0 0,9-6 218 0 0,0 0-1 0 0,-1-1 0 0 0,0 0 0 0 0,0-1 0 0 0,-1 0 0 0 0,0 0 1 0 0,-1-1-1 0 0,0 0 0 0 0,0-1 0 0 0,-1 0 0 0 0,-1 0 1 0 0,1-1-1 0 0,-2 0 0 0 0,0 0 0 0 0,0-1 0 0 0,-1 0 0 0 0,-1 0 1 0 0,2-8-218 0 0,11-92 381 0 0,-16 58-364 0 0,-1 54-198 0 0,0 1-42 0 0,0 0-1 0 0,0 0-68 0 0,0 0-285 0 0,0 0-126 0 0,0 0-859 0 0,0 0-3494 0 0,0 0-1497 0 0</inkml:trace>
  <inkml:trace contextRef="#ctx0" brushRef="#br0" timeOffset="707.99">616 651 12816 0 0,'0'0'289'0'0,"0"0"40"0"0,0 0 22 0 0,0 0-40 0 0,0 0-91 0 0,0 0 373 0 0,0 0 188 0 0,0 0 34 0 0,0 0-39 0 0,0 0-194 0 0,0 0-80 0 0,0 0-20 0 0,0 0-36 0 0,0 0-148 0 0,0 1-66 0 0,-22 80 456 0 0,9 10-624 0 0,4-16-64 0 0,5 7-14 0 0,3-69-203 0 0,1-10-2760 0 0,0-3-3334 0 0</inkml:trace>
  <inkml:trace contextRef="#ctx0" brushRef="#br0" timeOffset="5712.17">776 512 10880 0 0,'0'0'248'0'0,"0"0"34"0"0,0 0 20 0 0,1-1-38 0 0,3-13-160 0 0,0-9 3409 0 0,-4 22-2948 0 0,1-9 3554 0 0,7 114-3981 0 0,-4-9-138 0 0,2-60 0 0 0,-3-26 0 0 0,-2-8 2 0 0,-1 0 0 0 0,1 0 0 0 0,-1 0 0 0 0,1 0-1 0 0,0 0 1 0 0,0 0 0 0 0,-1 0 0 0 0,1 0 0 0 0,0 0-1 0 0,0 0 1 0 0,0 0 0 0 0,0-1 0 0 0,0 1 0 0 0,0 0-1 0 0,0-1 1 0 0,0 1 0 0 0,0-1 0 0 0,0 1 0 0 0,1-1-1 0 0,-1 1 1 0 0,0-1 0 0 0,0 0 0 0 0,0 1 0 0 0,1-1-1 0 0,-1 0 1 0 0,0 0 0 0 0,0 0 0 0 0,1 0 0 0 0,-1 0-1 0 0,0 0 1 0 0,0 0 0 0 0,0-1 0 0 0,1 1 0 0 0,-1 0-1 0 0,0-1 1 0 0,0 1 0 0 0,1-1-2 0 0,6-4 76 0 0,-1 0 0 0 0,1-1-1 0 0,-1 0 1 0 0,0 0 0 0 0,-1 0-1 0 0,0-1 1 0 0,0 0 0 0 0,0-1 0 0 0,-1 1-1 0 0,1-1-75 0 0,-3 1 115 0 0,0 1-1 0 0,0-1 0 0 0,0 0 0 0 0,-1 0 0 0 0,1 0 0 0 0,-2-1 0 0 0,1 1 1 0 0,-1 0-1 0 0,0-1 0 0 0,-1 1 0 0 0,0-1 0 0 0,0 1 0 0 0,-1-5-114 0 0,1 19-13 0 0,1-1 0 0 0,0 1 0 0 0,0-1 0 0 0,0 1 0 0 0,1-1-1 0 0,-1 0 1 0 0,2 1 0 0 0,-1-1 0 0 0,1 0 0 0 0,0 0 0 0 0,0-1 0 0 0,0 1-1 0 0,1-1 1 0 0,0 1 0 0 0,0-1 0 0 0,1 0 0 0 0,-1-1 0 0 0,1 1 0 0 0,0-1-1 0 0,0 0 1 0 0,3 2 13 0 0,-4-5 4 0 0,1 0-1 0 0,-1 0 1 0 0,0 0-1 0 0,1 0 0 0 0,-1-1 1 0 0,1 0-1 0 0,-1 0 1 0 0,0 0-1 0 0,1 0 1 0 0,-1-1-1 0 0,1 0 0 0 0,-1 1 1 0 0,0-2-1 0 0,1 1 1 0 0,-1 0-1 0 0,0-1 0 0 0,0 0 1 0 0,0 0-1 0 0,0 0 1 0 0,0-1-1 0 0,-1 1 1 0 0,1-1-1 0 0,0 0-3 0 0,-1 1 69 0 0,0-1-1 0 0,-1 1 1 0 0,1 0-1 0 0,-1-1 1 0 0,1 1 0 0 0,-1-1-1 0 0,0 0 1 0 0,0 0-1 0 0,0 0 1 0 0,0 0-1 0 0,0 0 1 0 0,-1 0 0 0 0,1 0-1 0 0,-1 0 1 0 0,0-1-1 0 0,0 1 1 0 0,0-1 0 0 0,0 1-69 0 0,3-64 918 0 0,0-19-614 0 0,0 43-304 0 0,-3 26-108 0 0,-1 17 16 0 0,0 0 1 0 0,0 1-1 0 0,0-1 0 0 0,1 0 0 0 0,-1 0 0 0 0,0 0 0 0 0,0 0 1 0 0,0 0-1 0 0,0 0 0 0 0,0 1 0 0 0,1-1 0 0 0,-1 0 0 0 0,0 0 1 0 0,0 0-1 0 0,0 0 0 0 0,0 0 0 0 0,1 0 0 0 0,-1 0 0 0 0,0 0 1 0 0,0 0-1 0 0,0 0 0 0 0,1 0 0 0 0,-1 0 0 0 0,0 0 0 0 0,0 0 1 0 0,0 0-1 0 0,1 0 0 0 0,-1 0 0 0 0,0 0 0 0 0,0 0 0 0 0,0 0 1 0 0,1 0-1 0 0,-1 0 0 0 0,0 0 0 0 0,0 0 0 0 0,0 0 0 0 0,0 0 1 0 0,1-1-1 0 0,-1 1 0 0 0,0 0 0 0 0,0 0 0 0 0,0 0 0 0 0,0 0 0 0 0,0 0 1 0 0,1-1-1 0 0,-1 1 0 0 0,0 0 0 0 0,0 0 0 0 0,0 0 0 0 0,0 0 1 0 0,0-1-1 0 0,0 1 0 0 0,0 0 0 0 0,0 0 0 0 0,0 0 0 0 0,0 0 1 0 0,0-1-1 0 0,0 1 0 0 0,0 0 0 0 0,0 0 0 0 0,0 0 0 0 0,0-1 1 0 0,0 1-1 0 0,0 0 0 0 0,0 0 0 0 0,0 0 92 0 0,5 8-6982 0 0</inkml:trace>
  <inkml:trace contextRef="#ctx0" brushRef="#br0" timeOffset="6545.91">1374 567 12120 0 0,'0'0'273'0'0,"0"0"40"0"0,0 0 22 0 0,0 0-39 0 0,2 0-196 0 0,10-7 35 0 0,-16 14 6935 0 0,-24 36-7083 0 0,-15 21 23 0 0,17-29-10 0 0,8-5-156 0 0,17-27 108 0 0,1 7 36 0 0,0-2 5 0 0,2-1-41 0 0,5 1 31 0 0,-2-3 17 0 0,-4-4 0 0 0,1 0 0 0 0,-1 0 0 0 0,0 0 0 0 0,1 0 0 0 0,-1 0 0 0 0,1 0 0 0 0,-1-1 0 0 0,1 1 0 0 0,0-1 0 0 0,-1 1 0 0 0,1-1 0 0 0,0 0 0 0 0,-1 0 0 0 0,1 0 0 0 0,0 1 0 0 0,-1-2 0 0 0,1 1 0 0 0,0 0 0 0 0,-1 0 0 0 0,1 0 0 0 0,0-1 0 0 0,-1 1 0 0 0,1-1 0 0 0,0 0 0 0 0,2 0 0 0 0,67-34 0 0 0,-59 26-13 0 0,3 0-107 0 0,-12 6 96 0 0,-1-4-29 0 0,-1 3 57 0 0,0 0 1 0 0,-1 0-1 0 0,1 1 1 0 0,-1-1-1 0 0,0 0 1 0 0,0 0-1 0 0,0 0 1 0 0,0 0-1 0 0,-1 0 1 0 0,0 1 0 0 0,0-1-1 0 0,0 0 1 0 0,0 0-1 0 0,0 1 1 0 0,-1-1-1 0 0,1 1 1 0 0,-1-1-1 0 0,-1-1-4 0 0,0-2 72 0 0,-10-13 121 0 0,4-10 287 0 0,8 29-362 0 0,1 1-12 0 0,-1-6 786 0 0,7 87-628 0 0,15 64-68 0 0,-6-34-196 0 0,-13-85-84 0 0,-4 29-304 0 0,2-54 95 0 0,0 6-219 0 0,0-5-4425 0 0,0-2-1128 0 0</inkml:trace>
  <inkml:trace contextRef="#ctx0" brushRef="#br0" timeOffset="7078.31">767 295 6592 0 0,'0'0'149'0'0,"0"0"23"0"0,0 0 11 0 0,-1 0-30 0 0,-16 0-122 0 0,1 0 1267 0 0,14 0-595 0 0,2 0 10 0 0,0 0 13 0 0,0 0 2 0 0,0 0 0 0 0,0 0-23 0 0,0 0-94 0 0,0 0-41 0 0,0 0-8 0 0,0 0-32 0 0,0 0-122 0 0,0 0-50 0 0,5-6 315 0 0,40-23 348 0 0,-5 18-609 0 0,-10 6-47 0 0,135-30 931 0 0,-20 27-902 0 0,-105 8-326 0 0,40 3-174 0 0,-79-3-60 0 0,0 2-24 0 0,-1-2-35 0 0,3 7-105 0 0,2-4-6006 0 0,-5-3 812 0 0</inkml:trace>
  <inkml:trace contextRef="#ctx0" brushRef="#br0" timeOffset="8320.359">1925 216 8656 0 0,'22'-102'2300'0'0,"-20"97"-1849"0"0,-1-1 0 0 0,0 0-1 0 0,0 0 1 0 0,-1 0 0 0 0,1-1 0 0 0,-1 1 0 0 0,-1 0 0 0 0,1 0 0 0 0,-1 0 0 0 0,0 0 0 0 0,-1 0 0 0 0,1 1 0 0 0,-1-1 0 0 0,0 0-1 0 0,-2-3-450 0 0,3 8 567 0 0,-18-14 1753 0 0,13 15-2258 0 0,0 1 0 0 0,0 0 1 0 0,0 0-1 0 0,0 0 0 0 0,0 0 0 0 0,0 1 0 0 0,0 0 0 0 0,0 0 0 0 0,1 1 1 0 0,-1 0-1 0 0,1 0 0 0 0,0 0 0 0 0,0 1 0 0 0,0-1 0 0 0,0 1 1 0 0,0 0-1 0 0,1 1 0 0 0,0-1 0 0 0,0 1 0 0 0,0-1 0 0 0,0 3-62 0 0,-6 8 0 0 0,0 1 0 0 0,2 0 0 0 0,0 0 0 0 0,1 1 0 0 0,0 0 0 0 0,1 0 0 0 0,1 4 0 0 0,-31 151-60 0 0,26-83-66 0 0,4 1 0 0 0,4 0 0 0 0,6 31 126 0 0,0 6-620 0 0,1-10 262 0 0,-10-41-91 0 0,-11-34-518 0 0,-1-33-2982 0 0,15-9 2691 0 0</inkml:trace>
  <inkml:trace contextRef="#ctx0" brushRef="#br0" timeOffset="8716.88">1494 627 10512 0 0,'0'0'306'0'0,"1"-1"-4"0"0,42-22 632 0 0,-24 14 1033 0 0,44-9 2114 0 0,2 9-2704 0 0,11 14-1346 0 0,-2-1-3028 0 0,-60-1 1652 0 0</inkml:trace>
  <inkml:trace contextRef="#ctx0" brushRef="#br0" timeOffset="9641.13">1964 871 8984 0 0,'0'-8'433'0'0,"12"-23"194"0"0,-15 4 4137 0 0,3 26-3996 0 0,0 1-32 0 0,-1-1-137 0 0,1 0-515 0 0,-1 1 0 0 0,1 0-1 0 0,0-1 1 0 0,0 1 0 0 0,-1-1-1 0 0,1 1 1 0 0,0 0 0 0 0,-1-1-1 0 0,1 1 1 0 0,-1 0 0 0 0,1 0-1 0 0,0-1 1 0 0,-1 1 0 0 0,1 0-1 0 0,-1 0 1 0 0,1 0 0 0 0,-1-1-1 0 0,1 1 1 0 0,-1 0 0 0 0,1 0-1 0 0,0 0 1 0 0,-1 0 0 0 0,1 0-1 0 0,-1 0 1 0 0,1 0 0 0 0,-1 0-1 0 0,1 0 1 0 0,-1 0-1 0 0,1 0 1 0 0,-1 0 0 0 0,1 1-1 0 0,-1-1 1 0 0,1 0 0 0 0,-1 0-1 0 0,1 0 1 0 0,0 1 0 0 0,-1-1-1 0 0,1 0 1 0 0,-1 0 0 0 0,1 1-1 0 0,0-1 1 0 0,-1 0 0 0 0,1 1-84 0 0,-7 2-275 0 0,4 0 321 0 0,0 1 0 0 0,0-1 0 0 0,0 1 1 0 0,1-1-1 0 0,-1 1 0 0 0,1 0 0 0 0,0 0 0 0 0,0 0 0 0 0,0 0 0 0 0,1 0 0 0 0,-1 1 1 0 0,1-1-1 0 0,0 0 0 0 0,0 1 0 0 0,0 3-46 0 0,-3 8 49 0 0,-4 86-33 0 0,17-55-122 0 0,-8-46 61 0 0,0 1 1 0 0,1-1-1 0 0,-1 0 0 0 0,0 0 1 0 0,1 0-1 0 0,-1 0 1 0 0,0 0-1 0 0,1 0 0 0 0,-1 0 1 0 0,1-1-1 0 0,-1 1 1 0 0,1 0-1 0 0,0-1 0 0 0,-1 0 1 0 0,1 1-1 0 0,0-1 1 0 0,-1 0-1 0 0,1 1 0 0 0,0-1 1 0 0,-1 0-1 0 0,1 0 1 0 0,0-1-1 0 0,-1 1 1 0 0,1 0-1 0 0,0-1 0 0 0,-1 1 1 0 0,1 0-1 0 0,0-1 1 0 0,-1 0-1 0 0,1 1 0 0 0,-1-1 1 0 0,1 0-1 0 0,-1 0 1 0 0,1 0-1 0 0,-1 0 0 0 0,0 0 45 0 0,57-44-64 0 0,-49 23 286 0 0,-9 21-137 0 0,0 1-16 0 0,0 1-15 0 0,-2 3-54 0 0,0-1 1 0 0,1 0 0 0 0,-1 0-1 0 0,1 1 1 0 0,0-1-1 0 0,0 1 1 0 0,1-1 0 0 0,-1 1-1 0 0,1-1 1 0 0,0 1-1 0 0,-1-1 1 0 0,2 1 0 0 0,-1 0-1 0 0,0-1 1 0 0,1 1-1 0 0,-1-1 1 0 0,1 1 0 0 0,0-1-1 0 0,0 1 0 0 0,3 9-1 0 0,-3-10-2 0 0,1 1 0 0 0,1-1 0 0 0,-1 0-1 0 0,0 0 1 0 0,1 0 0 0 0,-1 0-1 0 0,1 0 1 0 0,0 0 0 0 0,0-1 0 0 0,0 1-1 0 0,1-1 1 0 0,-1 0 0 0 0,0 0 0 0 0,1 0-1 0 0,-1-1 1 0 0,1 1 0 0 0,0-1-1 0 0,0 0 1 0 0,-1 0 0 0 0,1 0 0 0 0,0 0-1 0 0,3-1 4 0 0,42-15 24 0 0,-29 3 228 0 0,28-28 1080 0 0,-45 34-1113 0 0,0-1-1 0 0,-1 1 0 0 0,1-1 1 0 0,-1 0-1 0 0,-1 0 0 0 0,1 0 1 0 0,-1 0-1 0 0,0 0 0 0 0,-1 0 0 0 0,0 0 1 0 0,0 0-1 0 0,-1-7-218 0 0,1-3 120 0 0,-5-68 364 0 0,2 19-537 0 0,-2 44-196 0 0,4 21 15 0 0,1 1 2 0 0,0 0-190 0 0,0 0-802 0 0,0 0-354 0 0,0 0-71 0 0,0 0-14 0 0</inkml:trace>
  <inkml:trace contextRef="#ctx0" brushRef="#br0" timeOffset="10134">2310 1021 11056 0 0,'0'0'248'0'0,"0"0"34"0"0,0 0 22 0 0,0 0-29 0 0,0 0-48 0 0,0 0 461 0 0,0 0 221 0 0,0 0 47 0 0,9 8 2596 0 0,0 32-1460 0 0,-9-32-1979 0 0,3 22 107 0 0,-11 37-143 0 0,-1-18-394 0 0,1-17-1047 0 0,4-11-691 0 0,3-20 658 0 0,1-1-261 0 0</inkml:trace>
  <inkml:trace contextRef="#ctx0" brushRef="#br0" timeOffset="12203.77">2478 579 9152 0 0,'0'0'208'0'0,"0"0"33"0"0,0 0 14 0 0,0 0 65 0 0,0 0 270 0 0,0 0 125 0 0,0 0 21 0 0,0 0-27 0 0,0 0-137 0 0,0 0-57 0 0,0 0-16 0 0,2 0-29 0 0,78-16 1419 0 0,26 5-1409 0 0,17 2-228 0 0,-70 9-42 0 0,-30 0-5821 0 0,-23 0 361 0 0</inkml:trace>
  <inkml:trace contextRef="#ctx0" brushRef="#br0" timeOffset="10974.64">2514 831 9880 0 0,'0'0'290'0'0,"0"-4"97"0"0,0-9-1552 0 0,0-8 5672 0 0,0 15 202 0 0,0 23-3764 0 0,-4 50-859 0 0,0 35-86 0 0,20 9-281 0 0,-2-89-75 0 0,-13-21 249 0 0,17-1-278 0 0,-16 0 382 0 0,0 0-1 0 0,0-1 1 0 0,0 1-1 0 0,0-1 1 0 0,0 0-1 0 0,-1 1 1 0 0,1-1-1 0 0,0 0 1 0 0,0 0-1 0 0,-1 0 1 0 0,1 0-1 0 0,-1 0 1 0 0,1 0-1 0 0,-1-1 1 0 0,1 1-1 0 0,-1 0 1 0 0,0-1-1 0 0,0 1 0 0 0,0-1 1 0 0,0 0-1 0 0,0 1 1 0 0,0-1-1 0 0,0 0 1 0 0,0 0-1 0 0,0 1 1 0 0,-1-1-1 0 0,1-2 4 0 0,7-16 71 0 0,-3-23 458 0 0,-4 4 93 0 0,15 97-676 0 0,6-10 54 0 0,-16-42 0 0 0,25 12 0 0 0,-27-17 59 0 0,0 0 0 0 0,-1-1 0 0 0,1 0 0 0 0,0 0-1 0 0,0 0 1 0 0,0 0 0 0 0,0 0 0 0 0,0-1 0 0 0,-1 0-1 0 0,1 0 1 0 0,0 0 0 0 0,0 0 0 0 0,-1 0 0 0 0,1-1-1 0 0,-1 0 1 0 0,1 0 0 0 0,-1 0 0 0 0,0 0 0 0 0,0 0-1 0 0,0 0 1 0 0,0-1 0 0 0,0 0 0 0 0,0 1 0 0 0,-1-1-1 0 0,1 0 1 0 0,-1-1 0 0 0,0 1 0 0 0,0 0 0 0 0,0 0-1 0 0,1-4-58 0 0,25-100 2468 0 0,-11-42-1553 0 0,-9 79-838 0 0,-7 57-4229 0 0,-1 13 2528 0 0</inkml:trace>
  <inkml:trace contextRef="#ctx0" brushRef="#br0" timeOffset="11786.54">3038 965 12176 0 0,'0'0'273'0'0,"0"0"40"0"0,0 0 23 0 0,1 0-34 0 0,10-2 4704 0 0,-10 20-5091 0 0,-1-18 387 0 0,-31 47 34 0 0,-80 63 347 0 0,106-105-659 0 0,1 2 19 0 0,1 6-33 0 0,7-7-10 0 0,27 9 0 0 0,-23-14 0 0 0,1 1 0 0 0,1 0-1 0 0,1-2 1 0 0,-1 1-1 0 0,0-1 1 0 0,0-1-1 0 0,0 1 1 0 0,0-2-1 0 0,0 0 0 0 0,5-1 1 0 0,-1 0-7 0 0,17-5-286 0 0,-4-12-1043 0 0,-25 18 1303 0 0,-1 0 1 0 0,0-1-1 0 0,1 1 0 0 0,-1 0 0 0 0,0-1 0 0 0,0 1 1 0 0,-1-1-1 0 0,1 1 0 0 0,0-1 0 0 0,-1 0 1 0 0,0 1-1 0 0,1-1 0 0 0,-1 1 0 0 0,0-1 1 0 0,0 0-1 0 0,-1 1 0 0 0,1-1 0 0 0,0 0 0 0 0,-1 0 33 0 0,-4-37 0 0 0,1 13 0 0 0,-1-1 0 0 0,-4 5 608 0 0,9 23-392 0 0,-5-7 1623 0 0,1 57-1518 0 0,17 99 98 0 0,-12-70-366 0 0,-10-21 413 0 0,8-42-1249 0 0,1-15 276 0 0,-3 5-269 0 0,-2-6-4006 0 0,-10-5 3163 0 0,11 4-11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6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329 333 12584 0 0,'1'-2'281'0'0,"38"-80"814"0"0,1-23 1217 0 0,-30 38 198 0 0,-28 5 63 0 0,-13 49-1430 0 0,26 12-1126 0 0,0 1-1 0 0,0 0 1 0 0,1 0-1 0 0,-1 0 1 0 0,0 0-1 0 0,0 1 1 0 0,0 0 0 0 0,0 0-1 0 0,1 0 1 0 0,-1 1-1 0 0,0-1 1 0 0,1 1 0 0 0,-1 0-1 0 0,1 1 1 0 0,0-1-1 0 0,0 1 1 0 0,0 0-1 0 0,0 0 1 0 0,0 0 0 0 0,0 0-1 0 0,1 1 1 0 0,0-1-1 0 0,-3 4-16 0 0,-7 11-6 0 0,0 1-1 0 0,1 0 0 0 0,1 1 0 0 0,1 0 0 0 0,1 1 1 0 0,1 0-1 0 0,0 0 0 0 0,2 1 0 0 0,0 0 0 0 0,2 0 1 0 0,-2 21 6 0 0,-2 16-71 0 0,2 1 1 0 0,4 1 0 0 0,3 38 70 0 0,0-24-123 0 0,-1 208-477 0 0,-2-254 497 0 0,-1 0 0 0 0,-1 0 0 0 0,-1-1 0 0 0,-8 27 103 0 0,11-47-270 0 0,0-1-1 0 0,-1 0 0 0 0,1 0 1 0 0,-2 0-1 0 0,1 0 0 0 0,-1 0 1 0 0,0-1-1 0 0,0 1 0 0 0,-2 1 271 0 0,5-7-254 0 0,1-1-61 0 0,0 0-274 0 0,0 0-126 0 0,0 0-19 0 0</inkml:trace>
  <inkml:trace contextRef="#ctx0" brushRef="#br0" timeOffset="275.909">1 696 12464 0 0,'0'0'281'0'0,"0"0"40"0"0,0 0 22 0 0,0 0-39 0 0,1-6 457 0 0,2 2-507 0 0,1 0 0 0 0,0 1 1 0 0,1-1-1 0 0,-1 1 0 0 0,1 0 0 0 0,-1 0 0 0 0,1 0 0 0 0,0 1 0 0 0,0 0 0 0 0,0 0 0 0 0,0 0 0 0 0,1 0 1 0 0,-1 1-1 0 0,0 0 0 0 0,1 0 0 0 0,-1 0 0 0 0,1 1-254 0 0,17-5 327 0 0,2 0-519 0 0,1 2 1 0 0,0 1-1 0 0,-1 0 0 0 0,21 3 192 0 0,-17-1-1673 0 0,-11 0 424 0 0</inkml:trace>
  <inkml:trace contextRef="#ctx0" brushRef="#br0" timeOffset="1012.21">431 885 12408 0 0,'0'-1'281'0'0,"8"-53"798"0"0,-4 42 2089 0 0,-11 16 117 0 0,-51 117-2835 0 0,37-39-1144 0 0,21-78 657 0 0,-1-1-1 0 0,2 0 0 0 0,-1 1 1 0 0,0-1-1 0 0,1 0 0 0 0,-1 1 1 0 0,1-1-1 0 0,0 0 1 0 0,0 0-1 0 0,0 1 0 0 0,1-1 1 0 0,-1 0-1 0 0,1 0 0 0 0,0 0 1 0 0,0-1-1 0 0,0 1 0 0 0,0 0 1 0 0,0-1-1 0 0,0 1 0 0 0,1-1 1 0 0,-1 0-1 0 0,1 0 0 0 0,2 2 38 0 0,0-2-130 0 0,0-1-1 0 0,0 1 0 0 0,0-1 1 0 0,0 0-1 0 0,0-1 0 0 0,1 1 1 0 0,-1-1-1 0 0,0 0 0 0 0,0-1 1 0 0,0 1-1 0 0,0-1 0 0 0,0 0 1 0 0,0 0-1 0 0,0 0 1 0 0,0-1-1 0 0,0 0 0 0 0,0 0 1 0 0,-1 0-1 0 0,1 0 0 0 0,-1-1 131 0 0,20-6 9 0 0,-21 8 74 0 0,0 0 0 0 0,0 0-1 0 0,1 0 1 0 0,-1 0 0 0 0,-1-1-1 0 0,1 1 1 0 0,0-1-1 0 0,0 0 1 0 0,0 0 0 0 0,-1 0-1 0 0,1 0 1 0 0,-1 0-1 0 0,0-1 1 0 0,0 1 0 0 0,0-1-1 0 0,0 1 1 0 0,0-1 0 0 0,0 0-1 0 0,-1 0 1 0 0,1 0-1 0 0,-1 0 1 0 0,0 0 0 0 0,0 0-1 0 0,0 0 1 0 0,0 0-1 0 0,0-3-82 0 0,-5-21 1160 0 0,4 26-938 0 0,0 1-106 0 0,0 0-27 0 0,0 0-20 0 0,-2 1-15 0 0,-12 26-42 0 0,13-19-14 0 0,10 28 2 0 0,-9-34-19 0 0,1 1 0 0 0,0-1 1 0 0,0 1-1 0 0,0-1 0 0 0,1 0 0 0 0,-1 0 0 0 0,1 0 0 0 0,-1 0 0 0 0,1 0 0 0 0,0 0 0 0 0,-1 0 0 0 0,1 0 0 0 0,0-1 0 0 0,0 1 0 0 0,1 0 0 0 0,-1-1 0 0 0,0 0 0 0 0,0 0 0 0 0,1 1 19 0 0,33-1-306 0 0,8-18 124 0 0,-39 15 278 0 0,-1 0-1 0 0,0 0 1 0 0,1-1-1 0 0,-1 0 1 0 0,0 0 0 0 0,0 0-1 0 0,0 0 1 0 0,-1 0-1 0 0,1-1 1 0 0,-1 0-1 0 0,0 0 1 0 0,0 0-1 0 0,0 0 1 0 0,2-3-96 0 0,3-63 2638 0 0,-12-45-739 0 0,3 34-2568 0 0,2 73 48 0 0,2-3-737 0 0,2 6-3103 0 0,-4 4-2384 0 0</inkml:trace>
  <inkml:trace contextRef="#ctx0" brushRef="#br0" timeOffset="1494.77">905 972 12008 0 0,'0'0'266'0'0,"0"0"44"0"0,0 0 15 0 0,0 0-26 0 0,0 0-74 0 0,0 0 428 0 0,0 0 209 0 0,0 0 39 0 0,0 0-57 0 0,0 0-280 0 0,0 0-127 0 0,0 0-21 0 0,0 0-39 0 0,0 7 46 0 0,-4 49 214 0 0,-5 3-465 0 0,-17 28-432 0 0,18-65-1916 0 0,7-20-2110 0 0,1-2-1319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8864 0 0,'0'0'258'0'0,"0"0"2"0"0,0 0-54 0 0,0 0 378 0 0,0 0 184 0 0,0 0 37 0 0,0 0-18 0 0,0 0-117 0 0,0 0-50 0 0,0 0-10 0 0,0 0-34 0 0,0 0-136 0 0,0 0-66 0 0,0 0-12 0 0,0 0-19 0 0,0 0-65 0 0,0 0-29 0 0,0 0-8 0 0,0 0-11 0 0,0 0-46 0 0,5 4 138 0 0,70 15 692 0 0,-57-16-950 0 0,0-1 1 0 0,0-2-1 0 0,0 1 0 0 0,0-2 1 0 0,0-1-1 0 0,0 0 0 0 0,8-2-64 0 0,96-16-41 0 0,-58 8-854 0 0,-44 6 147 0 0,-9 5-4845 0 0,-4 1 327 0 0</inkml:trace>
  <inkml:trace contextRef="#ctx0" brushRef="#br0" timeOffset="278.77">254 0 13736 0 0,'0'0'306'0'0,"0"0"46"0"0,0 0 24 0 0,0 0-38 0 0,0 0-141 0 0,-10 1 1847 0 0,6 2-1953 0 0,0 0 0 0 0,1 0 0 0 0,0 1 0 0 0,-1-1 1 0 0,1 1-1 0 0,0 0 0 0 0,1 0 0 0 0,-1 0 0 0 0,1 1 1 0 0,0-1-1 0 0,0 1 0 0 0,0-1 0 0 0,0 1 0 0 0,1-1 0 0 0,0 1 1 0 0,0 0-1 0 0,0 0 0 0 0,1 0 0 0 0,-1-1 0 0 0,1 1 0 0 0,1 4-91 0 0,-6 67 368 0 0,5 180-144 0 0,5-205-641 0 0,-1-26-3632 0 0,-4-24-1652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8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25 120 12416 0 0,'0'0'365'0'0,"0"-1"-4"0"0,30-49 2626 0 0,-29 49-2034 0 0,-1 1-288 0 0,0 0-121 0 0,0 0-28 0 0,0 0-33 0 0,0 0-124 0 0,0 0-58 0 0,0 0-12 0 0,0 0-13 0 0,0 0-52 0 0,0 0-28 0 0,-13 25 298 0 0,4-5-427 0 0,1 0 1 0 0,1 1 0 0 0,1 0 0 0 0,1 0-1 0 0,0 4-67 0 0,4-17-29 0 0,0-1 0 0 0,1 0 0 0 0,-1 1 0 0 0,1-1 0 0 0,1 1 1 0 0,0-1-1 0 0,0 0 0 0 0,0 1 0 0 0,1-1 0 0 0,0 0 0 0 0,1 3 29 0 0,0-8-176 0 0,-1 1 1 0 0,0-1 0 0 0,1 0 0 0 0,0 0-1 0 0,-1 0 1 0 0,1-1 0 0 0,0 1 0 0 0,0 0-1 0 0,0-1 1 0 0,0 0 0 0 0,0 0 0 0 0,0 0-1 0 0,0 0 1 0 0,1 0 0 0 0,-1-1 0 0 0,0 1-1 0 0,0-1 1 0 0,1 0 0 0 0,-1 0-1 0 0,1 0 176 0 0,2-1-43 0 0,0 1 0 0 0,0-1 0 0 0,-1 0-1 0 0,1-1 1 0 0,0 1 0 0 0,-1-1-1 0 0,1 0 1 0 0,-1-1 0 0 0,1 1 0 0 0,-1-1-1 0 0,0 0 1 0 0,3-3 43 0 0,-5 4-1 0 0,6-13 409 0 0,-8-2 1168 0 0,-5 19-1560 0 0,4 5-16 0 0,-1-1 0 0 0,1 0 0 0 0,1 1 0 0 0,-1-1 0 0 0,1 0 0 0 0,0 1 0 0 0,1-1 0 0 0,-1 0 0 0 0,1 0 0 0 0,1 0 0 0 0,1 3 0 0 0,4 6 0 0 0,-6-14 0 0 0,0 0 0 0 0,-1 0 0 0 0,1 0 0 0 0,0 0 0 0 0,0-1 0 0 0,0 1 0 0 0,0-1 0 0 0,1 0 0 0 0,-1 1 0 0 0,0-1 0 0 0,0 0 0 0 0,0 0 0 0 0,0 0 0 0 0,0 0 0 0 0,0-1 0 0 0,0 1 0 0 0,0-1 0 0 0,0 1 0 0 0,1-1 0 0 0,1-1 0 0 0,1 0 0 0 0,-1-1 0 0 0,0 1 0 0 0,0-1 0 0 0,0 0 0 0 0,0 0 0 0 0,-1-1 0 0 0,1 1 0 0 0,-1-1 0 0 0,0 1 0 0 0,3-5 0 0 0,3-2 0 0 0,-5 2 312 0 0,1 0 0 0 0,-1 1-1 0 0,-1-1 1 0 0,1-1 0 0 0,-1 1-1 0 0,-1 0 1 0 0,0-1-1 0 0,0 1 1 0 0,0-1 0 0 0,-1 0-1 0 0,-1 0 1 0 0,1-5-312 0 0,1-11 332 0 0,1 4-329 0 0,-2 3-13 0 0,2-1 1 0 0,0 1-1 0 0,0 0 1 0 0,2 0-1 0 0,0 0 1 0 0,2 0-1 0 0,3-7 10 0 0,-2 14-820 0 0,-7 10-602 0 0,-1 1-3813 0 0,0 0-1631 0 0</inkml:trace>
  <inkml:trace contextRef="#ctx0" brushRef="#br0" timeOffset="7646.69">544 317 9040 0 0,'0'0'266'0'0,"0"0"1"0"0,1-1-171 0 0,2-5 33 0 0,8-2 3035 0 0,-10 7-2436 0 0,-1 1-50 0 0,0 0-8 0 0,0 0-40 0 0,0 0-152 0 0,0 0-59 0 0,0 0-17 0 0,0 0-24 0 0,0 0-96 0 0,0 0-39 0 0,0 0-10 0 0,0 0-21 0 0,0 0-84 0 0,0 1-37 0 0,-3 5-73 0 0,-1-1 0 0 0,0 1 0 0 0,0-1 0 0 0,0 0 1 0 0,-1 0-1 0 0,0-1 0 0 0,1 1 0 0 0,-2-1 0 0 0,1 0 0 0 0,0 0 0 0 0,-1-1 0 0 0,-1 1-18 0 0,-28 21 62 0 0,0 7-41 0 0,-35 20 32 0 0,55-32-113 0 0,13-13 48 0 0,5 1 12 0 0,-1-6 0 0 0,0 0 0 0 0,0 0 0 0 0,1 0 0 0 0,-1-1 0 0 0,1 1 0 0 0,-1-1 0 0 0,1 1 0 0 0,-1-1 0 0 0,1 0 0 0 0,0 0 0 0 0,0 0 0 0 0,0 0 0 0 0,-1 0 0 0 0,1-1 0 0 0,0 1 0 0 0,0-1 0 0 0,0 0 0 0 0,0 0 0 0 0,2 0 0 0 0,11 2 0 0 0,108-2 64 0 0,-94-4-210 0 0,-13-11-1350 0 0,-20-9 480 0 0,-19-20 691 0 0,-4 2 579 0 0,4 23 678 0 0,22 18-687 0 0,-6-2 1915 0 0,4 8-2100 0 0,1 0 0 0 0,-1 0 0 0 0,1 0 0 0 0,0 0 0 0 0,0 0 0 0 0,0 0 0 0 0,0 0 0 0 0,1 0-1 0 0,0 0 1 0 0,0 0 0 0 0,1 0 0 0 0,-1 1-60 0 0,5 26 205 0 0,0 0-81 0 0,13 30 28 0 0,5 64-24 0 0,-19-83-128 0 0,-4-16-464 0 0,0-26 280 0 0,0 5-270 0 0,0-4-2736 0 0,0-2 1923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4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11664 0 0,'0'0'264'0'0,"0"0"34"0"0,0 0 21 0 0,0-8 61 0 0,3-58 4261 0 0,-2 65-4097 0 0,-1 1-33 0 0,0 0-114 0 0,0 0-49 0 0,0 0-11 0 0,0 0-21 0 0,0 0-84 0 0,0 0-37 0 0,0 0-10 0 0,0 0-19 0 0,-4 23-76 0 0,4 115-90 0 0,0-130-46 0 0,1-1-1 0 0,0 1 1 0 0,1-1-1 0 0,0 1 1 0 0,0-1-1 0 0,0 0 0 0 0,1 1 1 0 0,0-1-1 0 0,3 3 47 0 0,-6-8-3 0 0,1-1-29 0 0,-1 1 1 0 0,1 0 0 0 0,0 0 0 0 0,0-1 0 0 0,0 1-1 0 0,0-1 1 0 0,0 1 0 0 0,0-1 0 0 0,1 1 0 0 0,-1-1-1 0 0,0 0 1 0 0,1 1 0 0 0,-1-1 0 0 0,1 0 0 0 0,-1 0-1 0 0,1 0 1 0 0,0 0 0 0 0,0 0 0 0 0,-1-1-1 0 0,1 1 1 0 0,0 0 0 0 0,0-1 0 0 0,0 1 0 0 0,-1-1-1 0 0,1 0 1 0 0,0 0 0 0 0,0 1 0 0 0,0-1 0 0 0,0 0-1 0 0,0-1 1 0 0,0 1 0 0 0,0 0 0 0 0,-1-1-1 0 0,2 1 32 0 0,2-2 4 0 0,0 0 0 0 0,1 0 0 0 0,-1 0 0 0 0,0-1 0 0 0,-1 0 0 0 0,1 0 0 0 0,0 0-1 0 0,-1-1 1 0 0,0 1 0 0 0,0-1 0 0 0,0 0 0 0 0,0-1 0 0 0,0 1 0 0 0,-1 0 0 0 0,0-1-1 0 0,0 0 1 0 0,0 0 0 0 0,0 0 0 0 0,-1 0 0 0 0,0 0 0 0 0,0 0 0 0 0,0-3-4 0 0,8-35 742 0 0,-10 42-627 0 0,0 1-23 0 0,0 0-13 0 0,0 0-13 0 0,1 2-28 0 0,33 83-172 0 0,-27-73 134 0 0,23 16 0 0 0,-24-26 33 0 0,0-1 0 0 0,-1 0-1 0 0,1 1 1 0 0,0-2 0 0 0,0 1 0 0 0,0-1-1 0 0,0 0 1 0 0,0 0 0 0 0,0 0-1 0 0,0-1 1 0 0,-1 0 0 0 0,1 0-1 0 0,0-1 1 0 0,0 0 0 0 0,-1 0-1 0 0,1 0 1 0 0,-1 0 0 0 0,0-1 0 0 0,1 0-1 0 0,-1 0 1 0 0,0 0 0 0 0,-1-1-1 0 0,4-3-32 0 0,40-48 1544 0 0,-42 46-1271 0 0,-1-1-1 0 0,-1 0 1 0 0,0 0-1 0 0,0-1 0 0 0,-1 1 1 0 0,0-1-1 0 0,-1 0 1 0 0,0 0-1 0 0,0-2-272 0 0,15-69 162 0 0,-16 77 367 0 0,-1 3-3306 0 0,0 0-1202 0 0,0 2 2160 0 0</inkml:trace>
  <inkml:trace contextRef="#ctx0" brushRef="#br0" timeOffset="469.19">609 245 9968 0 0,'0'0'292'0'0,"0"0"0"0"0,0 0-28 0 0,0 0 589 0 0,0 0 276 0 0,4-4 737 0 0,-3 5 4525 0 0,3 38-5768 0 0,-13 89-462 0 0,5-87-177 0 0,-1 32-2165 0 0,5-72 941 0 0,0 1-52 0 0,-4 5-10 0 0</inkml:trace>
  <inkml:trace contextRef="#ctx0" brushRef="#br0" timeOffset="1065.7">781 82 11776 0 0,'0'0'266'0'0,"0"0"44"0"0,0 0 11 0 0,2 0-38 0 0,14-14-50 0 0,-3-1 2195 0 0,-3 9-182 0 0,-10 6-2185 0 0,0 0-1 0 0,0 0 1 0 0,0 1-1 0 0,1-1 1 0 0,-1 0-1 0 0,0 0 1 0 0,0 1-1 0 0,0-1 1 0 0,0 0-1 0 0,0 0 1 0 0,1 0-1 0 0,-1 1 1 0 0,0-1-1 0 0,0 0 1 0 0,0 0-1 0 0,1 0 1 0 0,-1 0-1 0 0,0 0 0 0 0,0 1 1 0 0,1-1-1 0 0,-1 0 1 0 0,0 0-1 0 0,0 0 1 0 0,1 0-1 0 0,-1 0 1 0 0,0 0-1 0 0,0 0 1 0 0,1 0-1 0 0,-1 0 1 0 0,0 0-1 0 0,1 0 1 0 0,-1 0-1 0 0,0 0 1 0 0,0 0-1 0 0,1 0 1 0 0,-1 0-1 0 0,0 0 0 0 0,0 0 1 0 0,1 0-1 0 0,-1-1 1 0 0,0 1-1 0 0,0 0 1 0 0,1 0-1 0 0,-1 0 1 0 0,0 0-1 0 0,0 0 1 0 0,0-1-1 0 0,1 1 1 0 0,-1 0-1 0 0,0 0 1 0 0,0 0-1 0 0,0-1 1 0 0,0 1-1 0 0,0 0 1 0 0,1 0-1 0 0,-1-1 1 0 0,0 1-1 0 0,0 0 0 0 0,0 0 1 0 0,0-1-1 0 0,0 1 1 0 0,0 0-1 0 0,0 0 1 0 0,0-1-1 0 0,0 1 1 0 0,0 0-1 0 0,0-1 1 0 0,0 1-1 0 0,0 0 1 0 0,0 0-61 0 0,10 93 374 0 0,7-18-391 0 0,-4-63-366 0 0,-10-10 315 0 0,1 0-1 0 0,0 0 1 0 0,-1-1 0 0 0,1 1-1 0 0,0-1 1 0 0,0 0-1 0 0,0 0 1 0 0,0 0 0 0 0,0-1-1 0 0,1 1 1 0 0,-1-1-1 0 0,0 0 1 0 0,0 0 0 0 0,0-1-1 0 0,0 1 1 0 0,0-1-1 0 0,0 0 1 0 0,0 0-1 0 0,0 0 1 0 0,0-1 0 0 0,3-1 68 0 0,5 0-61 0 0,20-17-18 0 0,-24 9 149 0 0,-3-8 235 0 0,3 7-69 0 0,6 22-183 0 0,15 44-208 0 0,-22-35 126 0 0,-6-18 30 0 0,0 2 19 0 0,0 0 0 0 0,0-1 0 0 0,0 1 0 0 0,0 0 0 0 0,0-1 0 0 0,1 1 0 0 0,-1-1 0 0 0,1 0 0 0 0,0 1 0 0 0,0-1 0 0 0,0 0 0 0 0,0 0 0 0 0,0 0 0 0 0,0 0 0 0 0,0-1 0 0 0,0 1 0 0 0,1 0-1 0 0,-1-1 1 0 0,1 0 0 0 0,1 1-20 0 0,31 3-296 0 0,-30-7 446 0 0,-1-1-1 0 0,1 1 0 0 0,-1-1 0 0 0,0 0 0 0 0,0 0 1 0 0,0 0-1 0 0,0 0 0 0 0,0-1 0 0 0,-1 1 1 0 0,1-1-1 0 0,-1 0 0 0 0,0 0 0 0 0,0 0 1 0 0,-1-1-1 0 0,1 1 0 0 0,-1-1 0 0 0,0 1 0 0 0,0-1 1 0 0,-1 0-1 0 0,1 0 0 0 0,-1 0 0 0 0,0 0 1 0 0,0 0-1 0 0,-1 0 0 0 0,1 0 0 0 0,-1-4-149 0 0,9-73 608 0 0,0 23-360 0 0,-2 24-302 0 0,-7 34-237 0 0,4-6-1778 0 0,-3 6 310 0 0,-1 1 228 0 0</inkml:trace>
  <inkml:trace contextRef="#ctx0" brushRef="#br0" timeOffset="10667.98">1385 229 8384 0 0,'0'0'242'0'0,"0"0"5"0"0,2-1-155 0 0,10-6 31 0 0,17-12 5029 0 0,-28 19-4460 0 0,-1 0-84 0 0,0 0-38 0 0,0 0-9 0 0,0 0-39 0 0,0 0-162 0 0,0 0-68 0 0,0 0-18 0 0,0 0-27 0 0,0 0-107 0 0,0 0-48 0 0,0 0-11 0 0,-9 7 53 0 0,-61 76 4 0 0,25-28-138 0 0,19-12-60 0 0,20-34 48 0 0,2-2 12 0 0,0 1-10 0 0,3 7-54 0 0,2-13 21 0 0,34 24 32 0 0,4-23 11 0 0,-11-5 0 0 0,78-7 0 0 0,-74 5 0 0 0,-23 1 0 0 0,12-4-626 0 0,-20 7 386 0 0,3-13-1343 0 0,-4 9 1491 0 0,-1 1 0 0 0,0 0 0 0 0,0 0-1 0 0,0-1 1 0 0,0 1 0 0 0,0 0 0 0 0,-1 0 0 0 0,0 0-1 0 0,0 0 1 0 0,1 1 0 0 0,-1-1 0 0 0,-1 0 0 0 0,1 1 0 0 0,0-1-1 0 0,-1 1 1 0 0,0-1 92 0 0,-10-10-70 0 0,-34-38 27 0 0,29 21 1003 0 0,17 28-714 0 0,1 2 2 0 0,0 0 1 0 0,0 0 7 0 0,0 0 6 0 0,0 0 2 0 0,0 0-10 0 0,0 0-45 0 0,0 0-17 0 0,0 0-7 0 0,0 0-1 0 0,0 0 0 0 0,0 0 0 0 0,0 0 0 0 0,0 0 0 0 0,1 20 368 0 0,17 130 863 0 0,3 15-1190 0 0,-17-129-225 0 0,1-10-20 0 0,-4-8-680 0 0,0-16 180 0 0,1 2 818 0 0,-1 1-6387 0 0,-1-5 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6992 0 0,'0'0'157'0'0,"0"0"23"0"0,0 0 12 0 0,-2 0-27 0 0,-47 9 4237 0 0,-29 6-100 0 0,61-5-3089 0 0,15-8-1106 0 0,2-2-19 0 0,0 0-7 0 0,0 0-3 0 0,0 0-12 0 0,0 0-2 0 0,0 0 0 0 0,0 0 3 0 0,0 0 10 0 0,14 5 97 0 0,163-15 220 0 0,1 10-330 0 0,-166 8-154 0 0,-11-7-112 0 0,-1-1-43 0 0,0 0-10 0 0,0 0-171 0 0,0 0-717 0 0,0 0-311 0 0,0 0-68 0 0,0 0-12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12 7464 0 0,'0'0'216'0'0,"-2"1"-11"0"0,-4 4-56 0 0,5-4 398 0 0,-1 0 162 0 0,-11 9 1791 0 0,12-9-2010 0 0,1-1-9 0 0,0 0-29 0 0,0 0-17 0 0,0 0-3 0 0,0 0-14 0 0,0 0-56 0 0,0 0-30 0 0,0 0-4 0 0,0 0-2 0 0,0 0-6 0 0,88-7 2071 0 0,53-17-1226 0 0,-48 27-1048 0 0,-49 2-53 0 0,-40-4-80 0 0,-3-1-116 0 0,-1 0-228 0 0,0 0-69 0 0,0 0-10 0 0,0 0-185 0 0,0 0-773 0 0,0 0-333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91 8664 0 0,'0'0'197'0'0,"0"0"24"0"0,0 0 18 0 0,0-1-34 0 0,-3-38 4181 0 0,-2 21-467 0 0,5 17-3692 0 0,0 1-47 0 0,0 0-11 0 0,0 0-18 0 0,0 0-70 0 0,-6 19-17 0 0,4 1-64 0 0,0 1 0 0 0,1 0 0 0 0,1-1 0 0 0,1 1 0 0 0,3 18 0 0 0,6 13 0 0 0,3-17 0 0 0,-3-24 0 0 0,-2-6 0 0 0,7-5 0 0 0,-8-2 0 0 0,-3 1 0 0 0,0 0 0 0 0,-1 0 0 0 0,1-1 0 0 0,-1 1 0 0 0,1-1 0 0 0,-1 0 0 0 0,0 0 0 0 0,0 0 0 0 0,0 0 0 0 0,0 0 0 0 0,0-1 0 0 0,0 1 0 0 0,-1-1 0 0 0,1 0 0 0 0,-1 0 0 0 0,0 0 0 0 0,1 0 0 0 0,-2 0 0 0 0,2-2 0 0 0,13-73 283 0 0,-12 59-138 0 0,1 4 6 0 0,1 18-98 0 0,24 78-53 0 0,-28-75-7 0 0,1 0 0 0 0,-1 0 1 0 0,1 0-1 0 0,0 0 0 0 0,1-1 0 0 0,-1 0 0 0 0,1 0 0 0 0,0 0 0 0 0,0 0 0 0 0,1 0 0 0 0,0-1 0 0 0,-1 0 0 0 0,1 0 0 0 0,1 0 0 0 0,-1-1 0 0 0,1 1 0 0 0,-1-1 0 0 0,6 2 7 0 0,-5-4-1 0 0,0 1 1 0 0,0-1-1 0 0,0-1 0 0 0,0 1 1 0 0,-1-1-1 0 0,1 0 0 0 0,0-1 1 0 0,0 1-1 0 0,0-1 0 0 0,0 0 1 0 0,0 0-1 0 0,-1-1 0 0 0,1 0 1 0 0,-1 0-1 0 0,1 0 0 0 0,3-3 1 0 0,18-19 204 0 0,-22 18-72 0 0,-1 1-1 0 0,0-1 0 0 0,-1 0 1 0 0,1 0-1 0 0,-1-1 1 0 0,-1 1-1 0 0,1-1 0 0 0,-1 1 1 0 0,0-1-1 0 0,0 0 0 0 0,-1-1-131 0 0,0 4 87 0 0,3-16 201 0 0,-1 1-1 0 0,0 0 0 0 0,-2-1 0 0 0,0 1 0 0 0,-3-20-287 0 0,1-18 79 0 0,1 56-183 0 0,0 1-11 0 0,0 0 3 0 0,0 0-65 0 0,0 0-274 0 0,0 0-117 0 0,0 0-845 0 0,1 2-3436 0 0,1 4-1468 0 0</inkml:trace>
  <inkml:trace contextRef="#ctx0" brushRef="#br0" timeOffset="1">604 272 8608 0 0,'0'0'197'0'0,"0"0"24"0"0,0 0 17 0 0,0 0 91 0 0,0 0 376 0 0,0 0 167 0 0,0 0 31 0 0,0 0-27 0 0,0 0-145 0 0,0 0-69 0 0,0 0-12 0 0,0 0-38 0 0,0 0-152 0 0,0 0-69 0 0,0 0-8 0 0,0 0-27 0 0,0 0-91 0 0,0 0-38 0 0,0 0-10 0 0,0 0 13 0 0,0 2 56 0 0,5 63 261 0 0,-13 45-711 0 0,4-27 217 0 0,4-31 11 0 0,1-41-53 0 0,2-4 18 0 0,0-6-1358 0 0,-3-1-77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8 9584 0 0,'0'0'216'0'0,"0"0"32"0"0,0 0 12 0 0,0-7-59 0 0,-1 7 6029 0 0,-4 20-6156 0 0,1 0 0 0 0,0 0 0 0 0,2 0 0 0 0,0 0 0 0 0,1 0 0 0 0,1 0 0 0 0,1 1-74 0 0,-1 1 22 0 0,10 21-35 0 0,-9-41 1 0 0,0 0 1 0 0,1 1-1 0 0,-1-1 0 0 0,1-1 0 0 0,0 1 0 0 0,-1 0 1 0 0,1 0-1 0 0,0-1 0 0 0,0 1 0 0 0,0-1 0 0 0,0 1 1 0 0,0-1-1 0 0,1 0 0 0 0,-1 0 0 0 0,0 0 1 0 0,1 0-1 0 0,-1 0 0 0 0,0 0 0 0 0,2 0 12 0 0,50-9-67 0 0,-53 8 73 0 0,0-1-1 0 0,0 1 0 0 0,0 0 0 0 0,0 0 0 0 0,0-1 0 0 0,-1 1 0 0 0,1-1 0 0 0,0 1 0 0 0,0-1 1 0 0,0 1-1 0 0,0-1 0 0 0,-1 1 0 0 0,1-1 0 0 0,0 0 0 0 0,-1 1 0 0 0,1-1 0 0 0,0 0 0 0 0,-1 0 1 0 0,1 0-1 0 0,-1 1 0 0 0,1-1 0 0 0,-1 0 0 0 0,0 0 0 0 0,1 0 0 0 0,-1 0 0 0 0,0 0 0 0 0,1 0 1 0 0,-1 0-1 0 0,0 0 0 0 0,0 0-5 0 0,3-8 81 0 0,5-56 1276 0 0,-8 64-1198 0 0,0 1-6 0 0,0 0-11 0 0,0 0-46 0 0,0 0-22 0 0,0 0-2 0 0,0 0 0 0 0,0 1-12 0 0,0 9-60 0 0,1-1 0 0 0,-1 1 0 0 0,1-1 0 0 0,1 0 0 0 0,0 1 0 0 0,0-1 0 0 0,1 0 0 0 0,0 0 0 0 0,1 0 0 0 0,0 0 0 0 0,-2-6-12 0 0,1 0 0 0 0,0-1-1 0 0,0 1 1 0 0,0-1 0 0 0,0 1-1 0 0,0-1 1 0 0,0 0 0 0 0,1 0-1 0 0,-1-1 1 0 0,1 1 0 0 0,-1-1-1 0 0,1 1 1 0 0,0-1-1 0 0,0 0 1 0 0,0-1 12 0 0,0 0-1 0 0,-1 0 1 0 0,1-1-1 0 0,-1 1 0 0 0,1-1 0 0 0,-1 0 0 0 0,1-1 1 0 0,-1 1-1 0 0,1 0 0 0 0,-1-1 0 0 0,0 0 1 0 0,0 1-1 0 0,0-1 0 0 0,0-1 0 0 0,1 0 1 0 0,-1 1 0 0 0,1-1 110 0 0,0 1 0 0 0,0-2 0 0 0,-1 1 0 0 0,1 0 0 0 0,-1-1-1 0 0,1 0 1 0 0,-1 1 0 0 0,0-1 0 0 0,-1-1 0 0 0,1 1-1 0 0,-1 0 1 0 0,1-1 0 0 0,-1 1 0 0 0,-1-1 0 0 0,1 1-1 0 0,-1-1 1 0 0,0 0 0 0 0,0 0 0 0 0,0 0 0 0 0,0 0 0 0 0,-1 0-1 0 0,0-3-109 0 0,0-110 1160 0 0,-2 102-1160 0 0,1 13-5198 0 0,1 3-1339 0 0</inkml:trace>
  <inkml:trace contextRef="#ctx0" brushRef="#br0" timeOffset="1">588 263 8784 0 0,'0'0'197'0'0,"0"0"24"0"0,0 0 19 0 0,0 0-29 0 0,3-4-168 0 0,-2-2 71 0 0,-1 4 474 0 0,4-4 614 0 0,-5 5 4736 0 0,-5 2-5915 0 0,-1 0-1 0 0,1 1 1 0 0,-1 0 0 0 0,1 0-1 0 0,0 0 1 0 0,0 1-1 0 0,0 0 1 0 0,0 0 0 0 0,0 0-1 0 0,1 1 1 0 0,0 0 0 0 0,0 0-1 0 0,-1 1-22 0 0,-16 11 31 0 0,-44 47-265 0 0,43-28 108 0 0,5-6 46 0 0,10-10 68 0 0,7-11-48 0 0,1-2-16 0 0,0-5 68 0 0,0 0 0 0 0,1 0 0 0 0,-1 0 0 0 0,0 0 0 0 0,0 0 0 0 0,1 0-1 0 0,-1 0 1 0 0,1 0 0 0 0,-1 0 0 0 0,1 0 0 0 0,-1 0 0 0 0,1 0 0 0 0,0 0-1 0 0,-1 0 1 0 0,1 0 0 0 0,0-1 0 0 0,0 1 0 0 0,-1 0 0 0 0,1-1 0 0 0,0 1-1 0 0,0 0 1 0 0,0-1 0 0 0,0 1 0 0 0,0-1 0 0 0,0 1 0 0 0,0-1-1 0 0,1 1 9 0 0,7-1-24 0 0,-1 1-1 0 0,1-1 0 0 0,0 0 0 0 0,0-1 0 0 0,0 0 0 0 0,-1 0 0 0 0,1-1 0 0 0,0 0 0 0 0,-1-1 0 0 0,0 1 0 0 0,3-3 25 0 0,19-4-62 0 0,29-3-419 0 0,-24 1-925 0 0,-35 9 1352 0 0,-35-56 122 0 0,13 35 722 0 0,17 7 253 0 0,5 16-928 0 0,0 0-1 0 0,-1 0 0 0 0,1 1 1 0 0,0-1-1 0 0,0 0 0 0 0,0 0 1 0 0,0 0-1 0 0,0 0 0 0 0,0 0 1 0 0,-1 0-1 0 0,1 1 0 0 0,0-1 1 0 0,0 0-1 0 0,0 0 0 0 0,0 0 1 0 0,-1 0-1 0 0,1 0 0 0 0,0 0 1 0 0,0 0-1 0 0,0 0 0 0 0,0 0 1 0 0,-1 0-1 0 0,1 0 0 0 0,0 0-114 0 0,9 65 424 0 0,-1-18-282 0 0,-3 8-9 0 0,-1 36-56 0 0,-4 53-31 0 0,0-142-148 0 0,-5 6-699 0 0,1-1-1104 0 0,4-7 124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20 6720 0 0,'0'0'197'0'0,"-15"0"2230"0"0,1-6 285 0 0,13 5-2312 0 0,1 1 4 0 0,0 0 17 0 0,0 0 10 0 0,0 0 1 0 0,0 0-12 0 0,0 0-50 0 0,0 0-18 0 0,0 0-6 0 0,0 0-18 0 0,0 0-68 0 0,0 0-33 0 0,0 0-3 0 0,0 0-5 0 0,0 0-22 0 0,0 0-6 0 0,0 0-6 0 0,8 0 142 0 0,51-12 158 0 0,153 12-1215 0 0,-159 0-1582 0 0,-22 0 951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32 8088 0 0,'0'0'182'0'0,"0"0"29"0"0,0 0 12 0 0,-2 0-37 0 0,-5 0-148 0 0,0 0 63 0 0,5 0 416 0 0,2 0 149 0 0,0 0 26 0 0,0 0-24 0 0,0 0-118 0 0,0 0-50 0 0,0 0-10 0 0,0 0-29 0 0,0 0-112 0 0,0 0-49 0 0,0 0-10 0 0,0 0-8 0 0,0 0-20 0 0,0 0-8 0 0,0 0-4 0 0,0 0-12 0 0,2-1-39 0 0,97-1 1027 0 0,-23 2-1062 0 0,-10-5-104 0 0,19-10-1269 0 0,-58 7-3668 0 0,-13 7-20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870 171 8144 0 0,'0'0'182'0'0,"0"0"29"0"0,0 0 13 0 0,-2 0-32 0 0,-13 4-47 0 0,14-4 403 0 0,-6 0 568 0 0,6 1 4514 0 0,77 1-4412 0 0,-38-5-921 0 0,255 3 451 0 0,-187-15-853 0 0,-89 10-246 0 0,-16 4 146 0 0,-1 1-123 0 0,4 0-256 0 0,-3 0-2584 0 0,-1 0 1766 0 0</inkml:trace>
  <inkml:trace contextRef="#ctx0" brushRef="#br0" timeOffset="1">1108 10 9312 0 0,'0'0'268'0'0,"0"0"4"0"0,0-1-175 0 0,-10-7 32 0 0,8 8 486 0 0,2 0 208 0 0,0 0 38 0 0,0 0-18 0 0,0 0-118 0 0,0 0-56 0 0,0 0-11 0 0,0 0-40 0 0,0 0-156 0 0,0 0-71 0 0,0 0-8 0 0,0 10 546 0 0,13 66 502 0 0,8-16-903 0 0,3 78 153 0 0,-16-71-537 0 0,-8 8-16 0 0,-1-67-128 0 0,-2-2-25 0 0,-1 1-110 0 0,3-5-4403 0 0,1-2-1507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22 114 5328 0 0,'0'0'116'0'0,"0"0"17"0"0,0 0 12 0 0,0 0 70 0 0,0 0 244 0 0,0 0 106 0 0,4-5 1584 0 0,0-9 101 0 0,-3 13-1817 0 0,-1 1 6 0 0,-4-11 5109 0 0,-4 27-4673 0 0,3 0-867 0 0,1-1-1 0 0,1 1 1 0 0,1 0-1 0 0,0 0 0 0 0,0 0 1 0 0,2 0-1 0 0,0 0 1 0 0,2 11-8 0 0,-1 15 4 0 0,13 28-4 0 0,-5-57 0 0 0,13-10 64 0 0,-16-6 44 0 0,0 0 0 0 0,0-1 0 0 0,0 1 0 0 0,-1-2 0 0 0,1 1 0 0 0,-1 0 0 0 0,0-1 0 0 0,0 0 0 0 0,-1 0 0 0 0,1-1 0 0 0,-1 1 0 0 0,-1-1 0 0 0,1 0 0 0 0,-1 0 0 0 0,0 0 0 0 0,1-4-108 0 0,8-28 888 0 0,-12 36-718 0 0,2-9 128 0 0,37 55-374 0 0,-37-42 76 0 0,0 1 0 0 0,0-1 0 0 0,0 0 0 0 0,0 1 0 0 0,0-1 0 0 0,1 0 0 0 0,-1 0 0 0 0,1 0 0 0 0,0-1 0 0 0,0 1 0 0 0,-1-1 0 0 0,1 1 0 0 0,0-1 0 0 0,0 0 0 0 0,0 0 0 0 0,0 0 0 0 0,2-1 0 0 0,-4 1 0 0 0,3-1 4 0 0,1 0-1 0 0,-1 0 0 0 0,0 0 0 0 0,0 0 0 0 0,1-1 0 0 0,-1 1 1 0 0,0-1-1 0 0,0 0 0 0 0,1-1 0 0 0,-1 1 0 0 0,0-1 0 0 0,0 0 1 0 0,2-1-4 0 0,11-4 18 0 0,33-28 746 0 0,-24-1 412 0 0,-24 31-1057 0 0,0 0 0 0 0,0 0-1 0 0,-1 0 1 0 0,0 0 0 0 0,0 0 0 0 0,0 0-1 0 0,0 0 1 0 0,-1 0 0 0 0,0 0 0 0 0,0 0-1 0 0,-1-4-118 0 0,1-1 122 0 0,-8-101 170 0 0,7 69-868 0 0,1 41 328 0 0,0 1-236 0 0,0 0-105 0 0,0 0-19 0 0,9 1-1740 0 0,0 1 465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 10656 0 0,'0'0'241'0'0,"0"0"38"0"0,0 0 10 0 0,0 0-33 0 0,0 0-43 0 0,0 0 427 0 0,0-9 3320 0 0,-5 14 1540 0 0,-3 42-5169 0 0,12 80-185 0 0,-8-45-82 0 0,4-49-64 0 0,0-14-2809 0 0,0-19 1018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71 9792 0 0,'-1'0'222'0'0,"-25"0"526"0"0,10 4-598 0 0,15-4 382 0 0,-7 0 532 0 0,8 0 4546 0 0,87-4-4310 0 0,-2-19-601 0 0,-39 9-602 0 0,1 2 1 0 0,1 3 0 0 0,46-4-98 0 0,-15 21-2147 0 0,-65-8 523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9 159 11000 0 0,'0'0'248'0'0,"0"0"34"0"0,0 0 21 0 0,0 0-34 0 0,-1-1-174 0 0,-3-58 3339 0 0,5 41-1058 0 0,-1 17-1957 0 0,0 1-47 0 0,0 0-11 0 0,0 0-23 0 0,0 0-96 0 0,0 0-39 0 0,0 0-10 0 0,0 0-18 0 0,0 0-74 0 0,0 1-27 0 0,-5 45 16 0 0,5 88-90 0 0,5-79 0 0 0,21 4-744 0 0,-24-58 720 0 0,1 0 0 0 0,0-1 0 0 0,0 1 0 0 0,0 0 0 0 0,0-1 0 0 0,0 0 0 0 0,-1 0 0 0 0,1 0 0 0 0,0 0 0 0 0,0 0 0 0 0,0 0 0 0 0,0-1 0 0 0,0 1 0 0 0,0-1 0 0 0,2-1 24 0 0,5-5 0 0 0,-3 6 0 0 0,-1-6 11 0 0,-4 3 50 0 0,0 0 0 0 0,0 1-1 0 0,0-1 1 0 0,0-1 0 0 0,0 1 0 0 0,-1 0-1 0 0,0 0 1 0 0,0-1 0 0 0,0 1 0 0 0,0 0-1 0 0,-1-1 1 0 0,1 1 0 0 0,-1-1 0 0 0,-1 0-61 0 0,6-30 633 0 0,-1 12-336 0 0,-4 22-210 0 0,0 1-6 0 0,13 12-1 0 0,32 74-80 0 0,-18-57 0 0 0,-20-25 0 0 0,-5-2 0 0 0,0 0 0 0 0,0 0 0 0 0,0-1 0 0 0,0 1 0 0 0,1-1 0 0 0,-1 1 0 0 0,0-1 0 0 0,1 0 0 0 0,-1 0 0 0 0,1 0 0 0 0,0 0 0 0 0,-1 0 0 0 0,1-1 0 0 0,0 1 0 0 0,-1-1 0 0 0,1 0 0 0 0,0 0 0 0 0,-1 0 0 0 0,1 0 0 0 0,0 0 0 0 0,0 0 0 0 0,-1-1 0 0 0,1 1 0 0 0,0-1 0 0 0,-1 0 0 0 0,1 0 0 0 0,12-5 110 0 0,-12 5-64 0 0,-1 0 0 0 0,0 0 0 0 0,1 0 0 0 0,-1 0 0 0 0,1 0 0 0 0,-1 0 0 0 0,0-1 0 0 0,0 1 0 0 0,0-1 0 0 0,0 1 0 0 0,0-1 1 0 0,0 0-1 0 0,0 0 0 0 0,-1 0 0 0 0,1 0 0 0 0,0 0 0 0 0,-1 0 0 0 0,1-1-46 0 0,16-44 1453 0 0,-5-32-133 0 0,-8 25-937 0 0,11-96-222 0 0,-12 135-297 0 0,-3 14-33 0 0,-1 1-14 0 0,0 0-131 0 0,0 0-550 0 0,0 0-243 0 0,0 1-852 0 0,4 6-3380 0 0,0 4-1445 0 0</inkml:trace>
  <inkml:trace contextRef="#ctx0" brushRef="#br0" timeOffset="1">589 371 12240 0 0,'0'0'273'0'0,"5"-4"376"0"0,17-38 1393 0 0,-23 27 3977 0 0,-51 61-5827 0 0,-14 17-128 0 0,21-7-64 0 0,23-21 0 0 0,18-25-12 0 0,9-4-101 0 0,12 0 102 0 0,23-13 11 0 0,-8-1 0 0 0,86-33 0 0 0,-91 23-230 0 0,-26 18 132 0 0,-7-36-982 0 0,-7 5 952 0 0,4 15 128 0 0,-16-30 474 0 0,24 45-316 0 0,1 1 2 0 0,0 0 0 0 0,0 0 0 0 0,0 0 0 0 0,0 0 0 0 0,0 0-6 0 0,0 0-29 0 0,0 0-12 0 0,0 0-1 0 0,0 0-2 0 0,0 0-12 0 0,0 0-2 0 0,0 0 0 0 0,0 0-1 0 0,-5 84 458 0 0,10-14-421 0 0,9 79 72 0 0,2-50-204 0 0,-11-67-49 0 0,-5-32-267 0 0,1 4 737 0 0,-1-1-4323 0 0,0-3 2476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28 135 7632 0 0,'0'0'166'0'0,"0"0"29"0"0,0 0 14 0 0,-11 0 2046 0 0,-4 0 496 0 0,14 0-2298 0 0,1 0-18 0 0,0 0-3 0 0,0 0-15 0 0,0 0-62 0 0,0 0-31 0 0,0 0-4 0 0,0 0-8 0 0,0 0-35 0 0,0 0-19 0 0,0 0-2 0 0,0 0-13 0 0,0 0-56 0 0,0 0-26 0 0,0 0-8 0 0,0 0-7 0 0,0 0-29 0 0,0 0-12 0 0,0 0-1 0 0,0 0-4 0 0,1 0-17 0 0,99-4 258 0 0,-14-8-329 0 0,-22 0-12 0 0,44 0-713 0 0,-87 9-2088 0 0,-21 3 2076 0 0,2-1-823 0 0,5-3-3248 0 0</inkml:trace>
  <inkml:trace contextRef="#ctx0" brushRef="#br0" timeOffset="1">174 1 8720 0 0,'0'0'256'0'0,"0"0"-7"0"0,0 0-9 0 0,0 0 539 0 0,0 0 254 0 0,0 0 50 0 0,0 0-43 0 0,0 0-202 0 0,0 0-86 0 0,0 0-16 0 0,0 0-62 0 0,0 0-237 0 0,0 0-100 0 0,0 0-17 0 0,0 0-27 0 0,0 0-83 0 0,0 0-33 0 0,0 0-8 0 0,0 0-3 0 0,0 7 132 0 0,-5 30 222 0 0,2 25-96 0 0,6 139-72 0 0,15-98-242 0 0,-13-91-3137 0 0,-5-12 1721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10336 0 0,'0'0'233'0'0,"0"0"39"0"0,0 0 15 0 0,0-1-47 0 0,17-29 5115 0 0,-16 30-5329 0 0,-1 0 0 0 0,1 0 0 0 0,-1 0 0 0 0,0 0-1 0 0,1 0 1 0 0,-1 0 0 0 0,1 0 0 0 0,-1 0-1 0 0,0 0 1 0 0,1 1 0 0 0,-1-1 0 0 0,0 0 0 0 0,1 0-1 0 0,-1 0 1 0 0,1 0 0 0 0,-1 1 0 0 0,0-1-1 0 0,1 0 1 0 0,-1 0 0 0 0,0 0 0 0 0,1 1-1 0 0,-1-1 1 0 0,0 0 0 0 0,0 1 0 0 0,1-1 0 0 0,-1 0-1 0 0,0 1 1 0 0,0-1 0 0 0,0 0 0 0 0,1 1-1 0 0,-1-1 1 0 0,0 0 0 0 0,0 1 0 0 0,0-1-1 0 0,0 1 1 0 0,0-1 0 0 0,0 0 0 0 0,0 1 0 0 0,0-1-1 0 0,0 1 1 0 0,0-1 0 0 0,0 0 0 0 0,0 1-1 0 0,0-1 1 0 0,0 1 0 0 0,0-1 0 0 0,0 0-1 0 0,0 1 1 0 0,0-1-26 0 0,0 2 99 0 0,13 230-41 0 0,13-126-522 0 0,-16-93 454 0 0,-9-13 11 0 0,0 1-1 0 0,0-1 1 0 0,0 0 0 0 0,0 1 0 0 0,1-1-1 0 0,-1 0 1 0 0,0 0 0 0 0,0 1 0 0 0,1-1-1 0 0,-1 0 1 0 0,0 0 0 0 0,0-1 0 0 0,0 1 0 0 0,1 0-1 0 0,-1 0 1 0 0,0 0 0 0 0,0-1 0 0 0,0 1-1 0 0,0-1 1 0 0,1 1 0 0 0,-1-1 0 0 0,0 1-1 0 0,0-1 1 0 0,0 0 0 0 0,0 1 0 0 0,0-1-1 0 0,0 0 1 0 0,0 0 0 0 0,-1 0 0 0 0,1 0 0 0 0,0 0-1 0 0,0 0 1 0 0,0-1-1 0 0,-1 2-1 0 0,8-11 122 0 0,0-1 0 0 0,-1 0 0 0 0,-1 0 0 0 0,0 0 0 0 0,0-1 0 0 0,-1 0 0 0 0,-1 0 0 0 0,1-4-121 0 0,4-45 825 0 0,-6 19-325 0 0,-2 42-469 0 0,0 10-147 0 0,17 54 38 0 0,9 10 25 0 0,-26-71 51 0 0,0 0-1 0 0,0-1 1 0 0,1 1-1 0 0,-1 0 1 0 0,0-1 0 0 0,1 1-1 0 0,0-1 1 0 0,-1 0-1 0 0,1 1 1 0 0,0-1 0 0 0,0 0-1 0 0,-1 0 1 0 0,1 0-1 0 0,0 0 1 0 0,0-1 0 0 0,0 1-1 0 0,0 0 1 0 0,0-1-1 0 0,1 0 1 0 0,-1 1-1 0 0,0-1 1 0 0,0 0 0 0 0,0 0-1 0 0,0 0 1 0 0,0 0-1 0 0,0 0 1 0 0,0-1 0 0 0,0 1-1 0 0,1-1 1 0 0,-1 1-1 0 0,1-1 3 0 0,9-6 218 0 0,0 0-1 0 0,-1-1 0 0 0,0 0 0 0 0,0-1 0 0 0,-1 0 0 0 0,0 0 1 0 0,-1-1-1 0 0,0 0 0 0 0,0-1 0 0 0,-1 0 0 0 0,-1 0 1 0 0,1-1-1 0 0,-2 0 0 0 0,0 0 0 0 0,0-1 0 0 0,-1 0 0 0 0,-1 0 1 0 0,2-8-218 0 0,11-92 381 0 0,-16 58-364 0 0,-1 54-198 0 0,0 1-42 0 0,0 0-1 0 0,0 0-68 0 0,0 0-285 0 0,0 0-126 0 0,0 0-859 0 0,0 0-3494 0 0,0 0-1497 0 0</inkml:trace>
  <inkml:trace contextRef="#ctx0" brushRef="#br0" timeOffset="1">616 651 12816 0 0,'0'0'289'0'0,"0"0"40"0"0,0 0 22 0 0,0 0-40 0 0,0 0-91 0 0,0 0 373 0 0,0 0 188 0 0,0 0 34 0 0,0 0-39 0 0,0 0-194 0 0,0 0-80 0 0,0 0-20 0 0,0 0-36 0 0,0 0-148 0 0,0 1-66 0 0,-22 80 456 0 0,9 10-624 0 0,4-16-64 0 0,5 7-14 0 0,3-69-203 0 0,1-10-2760 0 0,0-3-3334 0 0</inkml:trace>
  <inkml:trace contextRef="#ctx0" brushRef="#br0" timeOffset="2">776 512 10880 0 0,'0'0'248'0'0,"0"0"34"0"0,0 0 20 0 0,1-1-38 0 0,3-13-160 0 0,0-9 3409 0 0,-4 22-2948 0 0,1-9 3554 0 0,7 114-3981 0 0,-4-9-138 0 0,2-60 0 0 0,-3-26 0 0 0,-2-8 2 0 0,-1 0 0 0 0,1 0 0 0 0,-1 0 0 0 0,1 0-1 0 0,0 0 1 0 0,0 0 0 0 0,-1 0 0 0 0,1 0 0 0 0,0 0-1 0 0,0 0 1 0 0,0 0 0 0 0,0-1 0 0 0,0 1 0 0 0,0 0-1 0 0,0-1 1 0 0,0 1 0 0 0,0-1 0 0 0,0 1 0 0 0,1-1-1 0 0,-1 1 1 0 0,0-1 0 0 0,0 0 0 0 0,0 1 0 0 0,1-1-1 0 0,-1 0 1 0 0,0 0 0 0 0,0 0 0 0 0,1 0 0 0 0,-1 0-1 0 0,0 0 1 0 0,0 0 0 0 0,0-1 0 0 0,1 1 0 0 0,-1 0-1 0 0,0-1 1 0 0,0 1 0 0 0,1-1-2 0 0,6-4 76 0 0,-1 0 0 0 0,1-1-1 0 0,-1 0 1 0 0,0 0 0 0 0,-1 0-1 0 0,0-1 1 0 0,0 0 0 0 0,0-1 0 0 0,-1 1-1 0 0,1-1-75 0 0,-3 1 115 0 0,0 1-1 0 0,0-1 0 0 0,0 0 0 0 0,-1 0 0 0 0,1 0 0 0 0,-2-1 0 0 0,1 1 1 0 0,-1 0-1 0 0,0-1 0 0 0,-1 1 0 0 0,0-1 0 0 0,0 1 0 0 0,-1-5-114 0 0,1 19-13 0 0,1-1 0 0 0,0 1 0 0 0,0-1 0 0 0,0 1 0 0 0,1-1-1 0 0,-1 0 1 0 0,2 1 0 0 0,-1-1 0 0 0,1 0 0 0 0,0 0 0 0 0,0-1 0 0 0,0 1-1 0 0,1-1 1 0 0,0 1 0 0 0,0-1 0 0 0,1 0 0 0 0,-1-1 0 0 0,1 1 0 0 0,0-1-1 0 0,0 0 1 0 0,3 2 13 0 0,-4-5 4 0 0,1 0-1 0 0,-1 0 1 0 0,0 0-1 0 0,1 0 0 0 0,-1-1 1 0 0,1 0-1 0 0,-1 0 1 0 0,0 0-1 0 0,1 0 1 0 0,-1-1-1 0 0,1 0 0 0 0,-1 1 1 0 0,0-2-1 0 0,1 1 1 0 0,-1 0-1 0 0,0-1 0 0 0,0 0 1 0 0,0 0-1 0 0,0 0 1 0 0,0-1-1 0 0,-1 1 1 0 0,1-1-1 0 0,0 0-3 0 0,-1 1 69 0 0,0-1-1 0 0,-1 1 1 0 0,1 0-1 0 0,-1-1 1 0 0,1 1 0 0 0,-1-1-1 0 0,0 0 1 0 0,0 0-1 0 0,0 0 1 0 0,0 0-1 0 0,0 0 1 0 0,-1 0 0 0 0,1 0-1 0 0,-1 0 1 0 0,0-1-1 0 0,0 1 1 0 0,0-1 0 0 0,0 1-69 0 0,3-64 918 0 0,0-19-614 0 0,0 43-304 0 0,-3 26-108 0 0,-1 17 16 0 0,0 0 1 0 0,0 1-1 0 0,0-1 0 0 0,1 0 0 0 0,-1 0 0 0 0,0 0 0 0 0,0 0 1 0 0,0 0-1 0 0,0 0 0 0 0,0 1 0 0 0,1-1 0 0 0,-1 0 0 0 0,0 0 1 0 0,0 0-1 0 0,0 0 0 0 0,0 0 0 0 0,1 0 0 0 0,-1 0 0 0 0,0 0 1 0 0,0 0-1 0 0,0 0 0 0 0,1 0 0 0 0,-1 0 0 0 0,0 0 0 0 0,0 0 1 0 0,0 0-1 0 0,1 0 0 0 0,-1 0 0 0 0,0 0 0 0 0,0 0 0 0 0,0 0 1 0 0,1 0-1 0 0,-1 0 0 0 0,0 0 0 0 0,0 0 0 0 0,0 0 0 0 0,0 0 1 0 0,1-1-1 0 0,-1 1 0 0 0,0 0 0 0 0,0 0 0 0 0,0 0 0 0 0,0 0 0 0 0,0 0 1 0 0,1-1-1 0 0,-1 1 0 0 0,0 0 0 0 0,0 0 0 0 0,0 0 0 0 0,0 0 1 0 0,0-1-1 0 0,0 1 0 0 0,0 0 0 0 0,0 0 0 0 0,0 0 0 0 0,0 0 1 0 0,0-1-1 0 0,0 1 0 0 0,0 0 0 0 0,0 0 0 0 0,0 0 0 0 0,0-1 1 0 0,0 1-1 0 0,0 0 0 0 0,0 0 0 0 0,0 0 92 0 0,5 8-6982 0 0</inkml:trace>
  <inkml:trace contextRef="#ctx0" brushRef="#br0" timeOffset="3">1374 567 12120 0 0,'0'0'273'0'0,"0"0"40"0"0,0 0 22 0 0,0 0-39 0 0,2 0-196 0 0,10-7 35 0 0,-16 14 6935 0 0,-24 36-7083 0 0,-15 21 23 0 0,17-29-10 0 0,8-5-156 0 0,17-27 108 0 0,1 7 36 0 0,0-2 5 0 0,2-1-41 0 0,5 1 31 0 0,-2-3 17 0 0,-4-4 0 0 0,1 0 0 0 0,-1 0 0 0 0,0 0 0 0 0,1 0 0 0 0,-1 0 0 0 0,1 0 0 0 0,-1-1 0 0 0,1 1 0 0 0,0-1 0 0 0,-1 1 0 0 0,1-1 0 0 0,0 0 0 0 0,-1 0 0 0 0,1 0 0 0 0,0 1 0 0 0,-1-2 0 0 0,1 1 0 0 0,0 0 0 0 0,-1 0 0 0 0,1 0 0 0 0,0-1 0 0 0,-1 1 0 0 0,1-1 0 0 0,0 0 0 0 0,2 0 0 0 0,67-34 0 0 0,-59 26-13 0 0,3 0-107 0 0,-12 6 96 0 0,-1-4-29 0 0,-1 3 57 0 0,0 0 1 0 0,-1 0-1 0 0,1 1 1 0 0,-1-1-1 0 0,0 0 1 0 0,0 0-1 0 0,0 0 1 0 0,0 0-1 0 0,-1 0 1 0 0,0 1 0 0 0,0-1-1 0 0,0 0 1 0 0,0 0-1 0 0,0 1 1 0 0,-1-1-1 0 0,1 1 1 0 0,-1-1-1 0 0,-1-1-4 0 0,0-2 72 0 0,-10-13 121 0 0,4-10 287 0 0,8 29-362 0 0,1 1-12 0 0,-1-6 786 0 0,7 87-628 0 0,15 64-68 0 0,-6-34-196 0 0,-13-85-84 0 0,-4 29-304 0 0,2-54 95 0 0,0 6-219 0 0,0-5-4425 0 0,0-2-1128 0 0</inkml:trace>
  <inkml:trace contextRef="#ctx0" brushRef="#br0" timeOffset="4">767 295 6592 0 0,'0'0'149'0'0,"0"0"23"0"0,0 0 11 0 0,-1 0-30 0 0,-16 0-122 0 0,1 0 1267 0 0,14 0-595 0 0,2 0 10 0 0,0 0 13 0 0,0 0 2 0 0,0 0 0 0 0,0 0-23 0 0,0 0-94 0 0,0 0-41 0 0,0 0-8 0 0,0 0-32 0 0,0 0-122 0 0,0 0-50 0 0,5-6 315 0 0,40-23 348 0 0,-5 18-609 0 0,-10 6-47 0 0,135-30 931 0 0,-20 27-902 0 0,-105 8-326 0 0,40 3-174 0 0,-79-3-60 0 0,0 2-24 0 0,-1-2-35 0 0,3 7-105 0 0,2-4-6006 0 0,-5-3 812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8864 0 0,'0'0'258'0'0,"0"0"2"0"0,0 0-54 0 0,0 0 378 0 0,0 0 184 0 0,0 0 37 0 0,0 0-18 0 0,0 0-117 0 0,0 0-50 0 0,0 0-10 0 0,0 0-34 0 0,0 0-136 0 0,0 0-66 0 0,0 0-12 0 0,0 0-19 0 0,0 0-65 0 0,0 0-29 0 0,0 0-8 0 0,0 0-11 0 0,0 0-46 0 0,5 4 138 0 0,70 15 692 0 0,-57-16-950 0 0,0-1 1 0 0,0-2-1 0 0,0 1 0 0 0,0-2 1 0 0,0-1-1 0 0,0 0 0 0 0,8-2-64 0 0,96-16-41 0 0,-58 8-854 0 0,-44 6 147 0 0,-9 5-4845 0 0,-4 1 327 0 0</inkml:trace>
  <inkml:trace contextRef="#ctx0" brushRef="#br0" timeOffset="1">254 0 13736 0 0,'0'0'306'0'0,"0"0"46"0"0,0 0 24 0 0,0 0-38 0 0,0 0-141 0 0,-10 1 1847 0 0,6 2-1953 0 0,0 0 0 0 0,1 0 0 0 0,0 1 0 0 0,-1-1 1 0 0,1 1-1 0 0,0 0 0 0 0,1 0 0 0 0,-1 0 0 0 0,1 1 1 0 0,0-1-1 0 0,0 1 0 0 0,0-1 0 0 0,0 1 0 0 0,1-1 0 0 0,0 1 1 0 0,0 0-1 0 0,0 0 0 0 0,1 0 0 0 0,-1-1 0 0 0,1 1 0 0 0,1 4-91 0 0,-6 67 368 0 0,5 180-144 0 0,5-205-641 0 0,-1-26-3632 0 0,-4-24-1652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11664 0 0,'0'0'264'0'0,"0"0"34"0"0,0 0 21 0 0,0-8 61 0 0,3-58 4261 0 0,-2 65-4097 0 0,-1 1-33 0 0,0 0-114 0 0,0 0-49 0 0,0 0-11 0 0,0 0-21 0 0,0 0-84 0 0,0 0-37 0 0,0 0-10 0 0,0 0-19 0 0,-4 23-76 0 0,4 115-90 0 0,0-130-46 0 0,1-1-1 0 0,0 1 1 0 0,1-1-1 0 0,0 1 1 0 0,0-1-1 0 0,0 0 0 0 0,1 1 1 0 0,0-1-1 0 0,3 3 47 0 0,-6-8-3 0 0,1-1-29 0 0,-1 1 1 0 0,1 0 0 0 0,0 0 0 0 0,0-1 0 0 0,0 1-1 0 0,0-1 1 0 0,0 1 0 0 0,0-1 0 0 0,1 1 0 0 0,-1-1-1 0 0,0 0 1 0 0,1 1 0 0 0,-1-1 0 0 0,1 0 0 0 0,-1 0-1 0 0,1 0 1 0 0,0 0 0 0 0,0 0 0 0 0,-1-1-1 0 0,1 1 1 0 0,0 0 0 0 0,0-1 0 0 0,0 1 0 0 0,-1-1-1 0 0,1 0 1 0 0,0 0 0 0 0,0 1 0 0 0,0-1 0 0 0,0 0-1 0 0,0-1 1 0 0,0 1 0 0 0,0 0 0 0 0,-1-1-1 0 0,2 1 32 0 0,2-2 4 0 0,0 0 0 0 0,1 0 0 0 0,-1 0 0 0 0,0-1 0 0 0,-1 0 0 0 0,1 0 0 0 0,0 0-1 0 0,-1-1 1 0 0,0 1 0 0 0,0-1 0 0 0,0 0 0 0 0,0-1 0 0 0,0 1 0 0 0,-1 0 0 0 0,0-1-1 0 0,0 0 1 0 0,0 0 0 0 0,0 0 0 0 0,-1 0 0 0 0,0 0 0 0 0,0 0 0 0 0,0-3-4 0 0,8-35 742 0 0,-10 42-627 0 0,0 1-23 0 0,0 0-13 0 0,0 0-13 0 0,1 2-28 0 0,33 83-172 0 0,-27-73 134 0 0,23 16 0 0 0,-24-26 33 0 0,0-1 0 0 0,-1 0-1 0 0,1 1 1 0 0,0-2 0 0 0,0 1 0 0 0,0-1-1 0 0,0 0 1 0 0,0 0 0 0 0,0 0-1 0 0,0-1 1 0 0,-1 0 0 0 0,1 0-1 0 0,0-1 1 0 0,0 0 0 0 0,-1 0-1 0 0,1 0 1 0 0,-1 0 0 0 0,0-1 0 0 0,1 0-1 0 0,-1 0 1 0 0,0 0 0 0 0,-1-1-1 0 0,4-3-32 0 0,40-48 1544 0 0,-42 46-1271 0 0,-1-1-1 0 0,-1 0 1 0 0,0 0-1 0 0,0-1 0 0 0,-1 1 1 0 0,0-1-1 0 0,-1 0 1 0 0,0 0-1 0 0,0-2-272 0 0,15-69 162 0 0,-16 77 367 0 0,-1 3-3306 0 0,0 0-1202 0 0,0 2 2160 0 0</inkml:trace>
  <inkml:trace contextRef="#ctx0" brushRef="#br0" timeOffset="1">609 245 9968 0 0,'0'0'292'0'0,"0"0"0"0"0,0 0-28 0 0,0 0 589 0 0,0 0 276 0 0,4-4 737 0 0,-3 5 4525 0 0,3 38-5768 0 0,-13 89-462 0 0,5-87-177 0 0,-1 32-2165 0 0,5-72 941 0 0,0 1-52 0 0,-4 5-10 0 0</inkml:trace>
  <inkml:trace contextRef="#ctx0" brushRef="#br0" timeOffset="2">781 82 11776 0 0,'0'0'266'0'0,"0"0"44"0"0,0 0 11 0 0,2 0-38 0 0,14-14-50 0 0,-3-1 2195 0 0,-3 9-182 0 0,-10 6-2185 0 0,0 0-1 0 0,0 0 1 0 0,0 1-1 0 0,1-1 1 0 0,-1 0-1 0 0,0 0 1 0 0,0 1-1 0 0,0-1 1 0 0,0 0-1 0 0,0 0 1 0 0,1 0-1 0 0,-1 1 1 0 0,0-1-1 0 0,0 0 1 0 0,0 0-1 0 0,1 0 1 0 0,-1 0-1 0 0,0 0 0 0 0,0 1 1 0 0,1-1-1 0 0,-1 0 1 0 0,0 0-1 0 0,0 0 1 0 0,1 0-1 0 0,-1 0 1 0 0,0 0-1 0 0,0 0 1 0 0,1 0-1 0 0,-1 0 1 0 0,0 0-1 0 0,1 0 1 0 0,-1 0-1 0 0,0 0 1 0 0,0 0-1 0 0,1 0 1 0 0,-1 0-1 0 0,0 0 0 0 0,0 0 1 0 0,1 0-1 0 0,-1-1 1 0 0,0 1-1 0 0,0 0 1 0 0,1 0-1 0 0,-1 0 1 0 0,0 0-1 0 0,0 0 1 0 0,0-1-1 0 0,1 1 1 0 0,-1 0-1 0 0,0 0 1 0 0,0 0-1 0 0,0-1 1 0 0,0 1-1 0 0,0 0 1 0 0,1 0-1 0 0,-1-1 1 0 0,0 1-1 0 0,0 0 0 0 0,0 0 1 0 0,0-1-1 0 0,0 1 1 0 0,0 0-1 0 0,0 0 1 0 0,0-1-1 0 0,0 1 1 0 0,0 0-1 0 0,0-1 1 0 0,0 1-1 0 0,0 0 1 0 0,0 0-61 0 0,10 93 374 0 0,7-18-391 0 0,-4-63-366 0 0,-10-10 315 0 0,1 0-1 0 0,0 0 1 0 0,-1-1 0 0 0,1 1-1 0 0,0-1 1 0 0,0 0-1 0 0,0 0 1 0 0,0 0 0 0 0,0-1-1 0 0,1 1 1 0 0,-1-1-1 0 0,0 0 1 0 0,0 0 0 0 0,0-1-1 0 0,0 1 1 0 0,0-1-1 0 0,0 0 1 0 0,0 0-1 0 0,0 0 1 0 0,0-1 0 0 0,3-1 68 0 0,5 0-61 0 0,20-17-18 0 0,-24 9 149 0 0,-3-8 235 0 0,3 7-69 0 0,6 22-183 0 0,15 44-208 0 0,-22-35 126 0 0,-6-18 30 0 0,0 2 19 0 0,0 0 0 0 0,0-1 0 0 0,0 1 0 0 0,0 0 0 0 0,0-1 0 0 0,1 1 0 0 0,-1-1 0 0 0,1 0 0 0 0,0 1 0 0 0,0-1 0 0 0,0 0 0 0 0,0 0 0 0 0,0 0 0 0 0,0 0 0 0 0,0-1 0 0 0,0 1 0 0 0,1 0-1 0 0,-1-1 1 0 0,1 0 0 0 0,1 1-20 0 0,31 3-296 0 0,-30-7 446 0 0,-1-1-1 0 0,1 1 0 0 0,-1-1 0 0 0,0 0 0 0 0,0 0 1 0 0,0 0-1 0 0,0 0 0 0 0,0-1 0 0 0,-1 1 1 0 0,1-1-1 0 0,-1 0 0 0 0,0 0 0 0 0,0 0 1 0 0,-1-1-1 0 0,1 1 0 0 0,-1-1 0 0 0,0 1 0 0 0,0-1 1 0 0,-1 0-1 0 0,1 0 0 0 0,-1 0 0 0 0,0 0 1 0 0,0 0-1 0 0,-1 0 0 0 0,1 0 0 0 0,-1-4-149 0 0,9-73 608 0 0,0 23-360 0 0,-2 24-302 0 0,-7 34-237 0 0,4-6-1778 0 0,-3 6 310 0 0,-1 1 228 0 0</inkml:trace>
  <inkml:trace contextRef="#ctx0" brushRef="#br0" timeOffset="3">1385 229 8384 0 0,'0'0'242'0'0,"0"0"5"0"0,2-1-155 0 0,10-6 31 0 0,17-12 5029 0 0,-28 19-4460 0 0,-1 0-84 0 0,0 0-38 0 0,0 0-9 0 0,0 0-39 0 0,0 0-162 0 0,0 0-68 0 0,0 0-18 0 0,0 0-27 0 0,0 0-107 0 0,0 0-48 0 0,0 0-11 0 0,-9 7 53 0 0,-61 76 4 0 0,25-28-138 0 0,19-12-60 0 0,20-34 48 0 0,2-2 12 0 0,0 1-10 0 0,3 7-54 0 0,2-13 21 0 0,34 24 32 0 0,4-23 11 0 0,-11-5 0 0 0,78-7 0 0 0,-74 5 0 0 0,-23 1 0 0 0,12-4-626 0 0,-20 7 386 0 0,3-13-1343 0 0,-4 9 1491 0 0,-1 1 0 0 0,0 0 0 0 0,0 0-1 0 0,0-1 1 0 0,0 1 0 0 0,0 0 0 0 0,-1 0 0 0 0,0 0-1 0 0,0 0 1 0 0,1 1 0 0 0,-1-1 0 0 0,-1 0 0 0 0,1 1 0 0 0,0-1-1 0 0,-1 1 1 0 0,0-1 92 0 0,-10-10-70 0 0,-34-38 27 0 0,29 21 1003 0 0,17 28-714 0 0,1 2 2 0 0,0 0 1 0 0,0 0 7 0 0,0 0 6 0 0,0 0 2 0 0,0 0-10 0 0,0 0-45 0 0,0 0-17 0 0,0 0-7 0 0,0 0-1 0 0,0 0 0 0 0,0 0 0 0 0,0 0 0 0 0,0 0 0 0 0,1 20 368 0 0,17 130 863 0 0,3 15-1190 0 0,-17-129-225 0 0,1-10-20 0 0,-4-8-680 0 0,0-16 180 0 0,1 2 818 0 0,-1 1-6387 0 0,-1-5 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37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62 11856 0 0,'0'0'348'0'0,"0"0"-7"0"0,-1-1-220 0 0,-11-40 3199 0 0,7 28-563 0 0,-10 6-342 0 0,9 12-2340 0 0,0 1 0 0 0,1-1 0 0 0,0 1 0 0 0,0 0 0 0 0,0 0 0 0 0,1 0 0 0 0,-1 1 0 0 0,2 0 0 0 0,-1-1 0 0 0,1 2 0 0 0,0-1 0 0 0,0 0 0 0 0,1 0 1 0 0,-2 8-76 0 0,-5 11 134 0 0,-27 85 112 0 0,28-83-198 0 0,1 0 1 0 0,1 0-1 0 0,2 1 1 0 0,1 0-1 0 0,0 12-48 0 0,6-3 41 0 0,0-1 0 0 0,3 0-1 0 0,1-1 1 0 0,2 1 0 0 0,1-1-1 0 0,2-1 1 0 0,1 0 0 0 0,3 3-41 0 0,16 39 93 0 0,-2-12 24 0 0,14 36-45 0 0,-21-53-8 0 0,-22-45-125 0 0,0 0 0 0 0,0 0 0 0 0,0-1 0 0 0,1 1-1 0 0,-1 0 1 0 0,1 0 0 0 0,-1-1 0 0 0,1 1 0 0 0,0-1 0 0 0,0 0-1 0 0,0 0 1 0 0,1 0 0 0 0,-1 0 0 0 0,0 0 0 0 0,1 0-1 0 0,0 0 1 0 0,1 0 61 0 0,0 2-5414 0 0,-3-3-1899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0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11952 0 0,'0'0'266'0'0,"0"0"44"0"0,0 0 14 0 0,0 0-31 0 0,0 0-102 0 0,5 9 1577 0 0,-4 1-1482 0 0,1-1 0 0 0,1 1 0 0 0,0 0 0 0 0,0-1-1 0 0,1 0 1 0 0,0 0 0 0 0,0 0 0 0 0,1 0 0 0 0,0-1 0 0 0,1 0 0 0 0,0 0 0 0 0,0 0 0 0 0,0-1 0 0 0,1 0 0 0 0,0 0 0 0 0,6 3-286 0 0,31 43 632 0 0,39 64 272 0 0,-44-17-364 0 0,-34-82-496 0 0,4 57-110 0 0,5 72-140 0 0,-18-2 2033 0 0,2-121-1754 0 0,2-6-58 0 0,-2 0 1 0 0,0 0-1 0 0,-1 0 0 0 0,-1 0 1 0 0,-1 0-1 0 0,-4 11-15 0 0,-23 38 0 0 0,-4-2 0 0 0,-33 48 0 0 0,46-77 0 0 0,-56 65 0 0 0,53-77 0 0 0,21-20-64 0 0,4-3-273 0 0,1-1-138 0 0,0 0-33 0 0,0 0-140 0 0,0 0-572 0 0,4 0-253 0 0,11 0-51 0 0,-11 0-10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4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0 11888 0 0,'0'0'266'0'0,"0"0"44"0"0,0 0 14 0 0,0 0-31 0 0,-1 2-193 0 0,-43 33 2357 0 0,-3 47-499 0 0,36-57-1672 0 0,-18 67 425 0 0,2 75-201 0 0,27 26 138 0 0,5-141-446 0 0,3-1-1 0 0,1 0 0 0 0,8 20-201 0 0,-12-57 127 0 0,1 0 0 0 0,0-1 0 0 0,1 0 0 0 0,0 0-1 0 0,1 0 1 0 0,0-1 0 0 0,1 0 0 0 0,1 0 0 0 0,0-1-1 0 0,7 6-126 0 0,41 31 51 0 0,-49-42-171 0 0,1 0 1 0 0,0 0-1 0 0,0-1 0 0 0,0 0 1 0 0,0 0-1 0 0,1-1 0 0 0,-1-1 0 0 0,1 0 1 0 0,9 1 119 0 0,-7-3-1772 0 0,1-1-5053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5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39 12176 0 0,'0'0'273'0'0,"0"0"40"0"0,0 0 23 0 0,-1-1-34 0 0,-2-5-201 0 0,3-24 2784 0 0,0 29-2457 0 0,0 1-11 0 0,0 0-19 0 0,0 0-80 0 0,0 0-35 0 0,0 0-10 0 0,0 0-9 0 0,0 0-34 0 0,0 0-20 0 0,0 0-2 0 0,0 0-9 0 0,0 0-40 0 0,1 0-21 0 0,2 0-99 0 0,-1 0 1 0 0,1 1-1 0 0,0-1 0 0 0,-1 1 0 0 0,1 0 0 0 0,-1 0 0 0 0,1 0 0 0 0,-1 0 0 0 0,1 0 0 0 0,-1 0 0 0 0,0 1 0 0 0,1-1 1 0 0,-1 1-1 0 0,0-1 0 0 0,0 1 0 0 0,0 0 0 0 0,0 0 0 0 0,-1 0 0 0 0,2 2-39 0 0,11 20 61 0 0,-1 1 1 0 0,-1 1-1 0 0,-1 0 1 0 0,-2 0-1 0 0,0 1 0 0 0,-2 0 1 0 0,-1 1-1 0 0,1 11-61 0 0,-6-34 10 0 0,4 33 7 0 0,-1-1-1 0 0,-2 1 0 0 0,-2 0 1 0 0,-1 1-17 0 0,0 19 34 0 0,-3 146 142 0 0,-15-57-176 0 0,-15-5 2088 0 0,4-48-2088 0 0,6-37-876 0 0,11-47-1500 0 0,12-7 903 0 0,-2 8-51 0 0,3-8-10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 13560 0 0,'0'0'306'0'0,"0"0"46"0"0,0 0 23 0 0,-1 0-44 0 0,-16-2-207 0 0,14 2 5 0 0,-1 0 0 0 0,1 0 1 0 0,0 1-1 0 0,0 0 0 0 0,-1-1 1 0 0,1 1-1 0 0,0 1 0 0 0,0-1 1 0 0,0 0-1 0 0,0 1 0 0 0,0-1 0 0 0,0 1 1 0 0,0 0-1 0 0,1 0 0 0 0,-1 0 1 0 0,1 0-1 0 0,-1 1 0 0 0,0 0-129 0 0,-5 7 236 0 0,-1-1-1 0 0,2 2 1 0 0,0-1-1 0 0,0 1 1 0 0,1 0-1 0 0,0 1 0 0 0,0-1 1 0 0,0 5-236 0 0,-3 5 148 0 0,-4 15 34 0 0,1 1 0 0 0,2 0 0 0 0,2 0 0 0 0,1 0 0 0 0,2 1 0 0 0,2 0 0 0 0,1 1 0 0 0,4 32-182 0 0,16 137 608 0 0,-15-193-319 0 0,0-1 0 0 0,2 0-1 0 0,-1 0 1 0 0,1 0 0 0 0,1 0 0 0 0,6 9-289 0 0,3 9 299 0 0,69 98-283 0 0,-80-123-244 0 0,0-1 0 0 0,1 0-1 0 0,0 0 1 0 0,0-1 0 0 0,0 1-1 0 0,1-1 1 0 0,0 0 0 0 0,0-1-1 0 0,0 0 1 0 0,0 0-1 0 0,1 0 1 0 0,0 0 0 0 0,-1-1-1 0 0,1 0 1 0 0,1-1 0 0 0,-1 1-1 0 0,0-1 1 0 0,0-1 0 0 0,4 1 228 0 0,6-2-1422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 12392 0 0,'0'0'364'0'0,"0"0"-8"0"0,0 0-136 0 0,7-12 2706 0 0,-4 12-2792 0 0,0-1 0 0 0,-1 0 0 0 0,1 1 1 0 0,0-1-1 0 0,0 1 0 0 0,-1 0 0 0 0,1 0 0 0 0,0 0 0 0 0,0 0 0 0 0,-1 1 0 0 0,1-1 0 0 0,0 1 0 0 0,0-1 0 0 0,-1 1 0 0 0,1 0 1 0 0,-1 0-1 0 0,1 0 0 0 0,-1 1 0 0 0,1-1 0 0 0,-1 1 0 0 0,0-1 0 0 0,1 1 0 0 0,-1 0-134 0 0,47 49 681 0 0,-43-41-652 0 0,0 0 0 0 0,-1 1 0 0 0,0 0 0 0 0,0 0-1 0 0,-1 0 1 0 0,-1 0 0 0 0,0 1 0 0 0,0 1-29 0 0,9 28 41 0 0,6 78 83 0 0,-9 3-112 0 0,-8-16 42 0 0,-6 86 55 0 0,-14-45 631 0 0,-10 14-68 0 0,22-131-417 0 0,-2 0 0 0 0,0 0 0 0 0,-3 0 0 0 0,0-2-1 0 0,-2 1 1 0 0,-3 3-255 0 0,-49 60-414 0 0,44-74-2220 0 0,22-17 2058 0 0,0-1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7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10 12176 0 0,'0'0'273'0'0,"0"0"40"0"0,0 0 23 0 0,0 0-34 0 0,-4-6 2656 0 0,-1 2 1622 0 0,-17 26-4473 0 0,-4 45-21 0 0,17-35-66 0 0,-14 109-20 0 0,17-109 42 0 0,2 1-1 0 0,0 0 1 0 0,3 0-1 0 0,0-1 1 0 0,2 1-1 0 0,2 0 1 0 0,1 0-1 0 0,1-1 0 0 0,2 0 1 0 0,1 0-1 0 0,9 20-41 0 0,-7-26 68 0 0,1 0-1 0 0,1-1 0 0 0,2 0 1 0 0,0-1-1 0 0,1 0 0 0 0,2-2 1 0 0,0 0-1 0 0,8 7-67 0 0,-15-18-3 0 0,0-1 1 0 0,0 0-1 0 0,1-1 0 0 0,0 0 1 0 0,0 0-1 0 0,1-1 0 0 0,0-1 1 0 0,1 0-1 0 0,0-1 0 0 0,0 0 1 0 0,0-1-1 0 0,1 0 0 0 0,-1-1 1 0 0,8 1 2 0 0,-4-4-1686 0 0,-3 3-5665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8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12352 0 0,'0'0'281'0'0,"0"0"40"0"0,0 0 21 0 0,0 0-45 0 0,10-13 2043 0 0,18 8 1360 0 0,-26 5-3624 0 0,1 1-1 0 0,-1 0 1 0 0,0 0 0 0 0,1 0-1 0 0,-1 0 1 0 0,0 1 0 0 0,1-1-1 0 0,-1 0 1 0 0,0 1 0 0 0,0 0-1 0 0,0-1 1 0 0,0 1 0 0 0,0 0-1 0 0,-1 0 1 0 0,1 0 0 0 0,-1 0-1 0 0,1 1-75 0 0,56 67 406 0 0,-47-52-357 0 0,-1 1-1 0 0,-1 0 1 0 0,-1 0 0 0 0,0 1 0 0 0,-1-1 0 0 0,-1 2-49 0 0,14 61 77 0 0,-2 12-5 0 0,-4 1-56 0 0,-6-5 192 0 0,-17 33 208 0 0,-23-5 32 0 0,-24-3 0 0 0,-28 38-277 0 0,71-114 16 0 0,12-33-267 0 0,1-4-134 0 0,0-2-26 0 0,0 0 0 0 0,0 0-41 0 0,0 0-175 0 0,0 0-79 0 0,0 0-867 0 0,0 0-3606 0 0,0 0-1541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1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60 11104 0 0,'0'0'324'0'0,"-1"1"-3"0"0,-11 10-190 0 0,-6 8 1767 0 0,18-19-1462 0 0,-7 5 753 0 0,5-9 2339 0 0,3 0-3474 0 0,1-1-1 0 0,0 2 1 0 0,0-1-1 0 0,0 0 1 0 0,0 0-1 0 0,1 1 1 0 0,-1-1-1 0 0,1 1 1 0 0,0 0-1 0 0,0 0 1 0 0,0 0-1 0 0,1 0 1 0 0,-1 0-1 0 0,1 1 1 0 0,-1-1-1 0 0,1 1 1 0 0,0 0-1 0 0,0 0 1 0 0,0 1 0 0 0,0-1-1 0 0,0 1 1 0 0,2-1-54 0 0,-4 1 2 0 0,10-4 38 0 0,0 1 0 0 0,0 0 0 0 0,1 1-1 0 0,-1 0 1 0 0,1 1 0 0 0,-1 1 0 0 0,1-1-1 0 0,0 2 1 0 0,0 0 0 0 0,8 1-40 0 0,-17 0 9 0 0,-1-1 0 0 0,1 0 0 0 0,-1 1 1 0 0,1 0-1 0 0,-1 0 0 0 0,0 0 0 0 0,0 0 0 0 0,1 1 1 0 0,-1-1-1 0 0,0 1 0 0 0,0 0 0 0 0,0 0 0 0 0,0 0 1 0 0,-1 0-1 0 0,1 0 0 0 0,-1 1 0 0 0,1-1 1 0 0,-1 1-1 0 0,0-1 0 0 0,0 1 0 0 0,0 0 0 0 0,2 3-9 0 0,-2-1 12 0 0,-1-1 0 0 0,1 1 0 0 0,-1 0 0 0 0,1 0 0 0 0,-1 0-1 0 0,-1 0 1 0 0,1 0 0 0 0,-1 0 0 0 0,0 0 0 0 0,0 0 0 0 0,0 1-1 0 0,-1-1 1 0 0,0 0 0 0 0,0 0 0 0 0,0 0 0 0 0,-1 2-12 0 0,-24 67 10 0 0,-53 71 54 0 0,30-2-64 0 0,43-72-10 0 0,11-42-70 0 0,1-14-523 0 0,0-7-2630 0 0,-5-6 928 0 0,4 3-4039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1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15664 0 0,'0'0'356'0'0,"0"0"49"0"0,0 0 21 0 0,0 0-42 0 0,0 0-112 0 0,0 0 463 0 0,0 0 234 0 0,0 0 45 0 0,0 0-61 0 0,0 0-288 0 0,0 0-121 0 0,0 0-28 0 0,0 0-72 0 0,0 2-289 0 0,0 4-1180 0 0,0-5-4401 0 0,0-1-1889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2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31 168 11648 0 0,'0'0'340'0'0,"0"0"-6"0"0,0 0-128 0 0,0 0 247 0 0,-2-1 128 0 0,-13-5 623 0 0,14 5-677 0 0,-4-4 937 0 0,-3-15-206 0 0,20 2-275 0 0,24-10-38 0 0,16-4-329 0 0,65-11-66 0 0,-103 40-516 0 0,-7 1-14 0 0,-1 0-1 0 0,0 0 1 0 0,1 1-1 0 0,-1 0 1 0 0,1 0-1 0 0,-1 0 1 0 0,1 1-1 0 0,-1 0 1 0 0,1 0 0 0 0,0 1-1 0 0,-1 0 1 0 0,1 0-1 0 0,-1 0 1 0 0,0 1-1 0 0,1 0 1 0 0,-1 0-1 0 0,3 2-19 0 0,-5-2 9 0 0,0 0-1 0 0,-1 1 0 0 0,1-1 0 0 0,-1 1 0 0 0,0-1 1 0 0,0 1-1 0 0,1 0 0 0 0,-2 1 0 0 0,1-1 1 0 0,0 0-1 0 0,-1 1 0 0 0,0-1 0 0 0,1 1 0 0 0,-1 0 1 0 0,-1 0-1 0 0,1 0 0 0 0,-1 0 0 0 0,1 3-8 0 0,2 6 21 0 0,-1 1-1 0 0,-1 0 1 0 0,-1 1 0 0 0,0-1-1 0 0,0 0 1 0 0,-2 0-1 0 0,-1 9-20 0 0,-35 55 0 0 0,-23-2-185 0 0,31-33 32 0 0,-17 47 67 0 0,45-87 86 0 0,-1 2 0 0 0,0 0 0 0 0,0 1 0 0 0,0-1 0 0 0,1 0 0 0 0,-1 1 0 0 0,1-1 0 0 0,1 1 0 0 0,-1-1 0 0 0,1 1 0 0 0,0 0 0 0 0,0-1 0 0 0,1 5 0 0 0,12 19 0 0 0,13-2-6033 0 0,-25-27-549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2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13288 0 0,'0'0'389'0'0,"0"0"-6"0"0,0 0-82 0 0,5 3 1679 0 0,20 6 4009 0 0,-18-6-5080 0 0,5 6-1513 0 0,-12-9 200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3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61 163 13040 0 0,'0'0'297'0'0,"0"0"39"0"0,0 0 19 0 0,-2 0-34 0 0,-14 0-198 0 0,-10-4 2390 0 0,13-3-1091 0 0,12 6-988 0 0,0-1-62 0 0,0-1-283 0 0,1-1 0 0 0,0 0-1 0 0,0 0 1 0 0,0 1 0 0 0,0-1 0 0 0,0 0 0 0 0,1 0 0 0 0,0 1 0 0 0,-1-1 0 0 0,2 0-1 0 0,-1 1 1 0 0,0-1 0 0 0,1 1 0 0 0,-1-1 0 0 0,1 1 0 0 0,0 0 0 0 0,0-1 0 0 0,0 1 0 0 0,1 0-1 0 0,-1 0 1 0 0,1 1 0 0 0,0-1 0 0 0,-1 1 0 0 0,1-1 0 0 0,0 1 0 0 0,1 0 0 0 0,-1 0 0 0 0,0 0-1 0 0,1 0 1 0 0,1 0-89 0 0,9-4 22 0 0,2-2 33 0 0,0 1 0 0 0,0 0 1 0 0,1 2-1 0 0,0 0 0 0 0,0 1 0 0 0,1 0 0 0 0,2 1-55 0 0,-13 2 4 0 0,0 0-1 0 0,0 0 1 0 0,0 0 0 0 0,0 1-1 0 0,0 1 1 0 0,1-1-1 0 0,-1 1 1 0 0,0 0-1 0 0,0 0 1 0 0,-1 1-1 0 0,1 0 1 0 0,0 0 0 0 0,0 1-1 0 0,-1 0 1 0 0,0 0-1 0 0,1 1 1 0 0,-1-1-1 0 0,3 4-3 0 0,-5-2 6 0 0,0-1-1 0 0,-1 2 1 0 0,0-1 0 0 0,0 0-1 0 0,0 1 1 0 0,0-1-1 0 0,-1 1 1 0 0,0 0-1 0 0,0-1 1 0 0,-1 1 0 0 0,0 0-1 0 0,0 0 1 0 0,0 0-1 0 0,-1 1 1 0 0,1-1-1 0 0,-1 0 1 0 0,-1 0-1 0 0,1 0 1 0 0,-1 0 0 0 0,0 0-1 0 0,-1 0 1 0 0,0 0-1 0 0,-1 4-5 0 0,-11 40 0 0 0,-22 26 0 0 0,6-12-80 0 0,7-10 16 0 0,11-28 56 0 0,8-18 2 0 0,0 1 0 0 0,0-1 0 0 0,1 1-1 0 0,0 0 1 0 0,0 1 0 0 0,1-1 0 0 0,0 0 0 0 0,1 1-1 0 0,0 0 7 0 0,0 34 0 0 0,6-21 0 0 0,17 17-6765 0 0,-17-35 99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4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17711 0 0,'0'0'399'0'0,"0"0"60"0"0,0 0 23 0 0,0 0-50 0 0,1 2-284 0 0,10 6 362 0 0,2-6 1162 0 0,-13-2-1910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4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87 13216 0 0,'0'0'298'0'0,"0"0"46"0"0,-2 1 22 0 0,-23 10 176 0 0,-6-11 2715 0 0,31 0-2769 0 0,0 0-9 0 0,0 0-31 0 0,0 0-108 0 0,0 0-48 0 0,-1-1-11 0 0,0 0-247 0 0,1 0 0 0 0,0 0 0 0 0,-1-1-1 0 0,1 1 1 0 0,0 0 0 0 0,0 0 0 0 0,0-1-1 0 0,0 1 1 0 0,0 0 0 0 0,0 0 0 0 0,0-1-1 0 0,0 1 1 0 0,0 0 0 0 0,0 0 0 0 0,1-1 0 0 0,-1 1-1 0 0,1 0 1 0 0,-1 0 0 0 0,1 0 0 0 0,-1 0-1 0 0,1 0 1 0 0,0-1 0 0 0,-1 1 0 0 0,1 0-1 0 0,0 1 1 0 0,0-1 0 0 0,0 0 0 0 0,0 0-1 0 0,0 0 1 0 0,0 0 0 0 0,0 1 0 0 0,0-1-1 0 0,0 0 1 0 0,1 0-34 0 0,42-23 452 0 0,-22 16-350 0 0,0 1 0 0 0,0 1 0 0 0,1 1 0 0 0,-1 1 0 0 0,1 1 0 0 0,0 1 0 0 0,0 1 0 0 0,22 2-102 0 0,23 21 0 0 0,-46-12 0 0 0,-18-6 0 0 0,1-1 0 0 0,-1 0 0 0 0,0 1 0 0 0,0 0 0 0 0,0 0 0 0 0,0 0 0 0 0,-1 0 0 0 0,0 1 0 0 0,0-1 0 0 0,0 1 0 0 0,0 0 0 0 0,-1 0 0 0 0,0 0 0 0 0,0 0 0 0 0,0 0 0 0 0,0 0 0 0 0,-1 1 0 0 0,0-1 0 0 0,0 1 0 0 0,-1-1 0 0 0,1 6 0 0 0,-1 4 9 0 0,-1 1 1 0 0,0 0-1 0 0,-1 0 0 0 0,0-1 0 0 0,-2 1 0 0 0,0-1 0 0 0,-5 14-9 0 0,-57 140 64 0 0,33-76-53 0 0,25-64 42 0 0,4 19 161 0 0,21-14-1646 0 0,-16-34 690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55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16184 0 0,'0'0'351'0'0,"0"0"81"0"0,0 0 16 0 0,9 4 0 0 0,-9-4-352 0 0,4 5-96 0 0,5-2 0 0 0,-9-3 0 0 0,5 4 448 0 0,-5-4 64 0 0,7 5 24 0 0,-2-2 0 0 0,-5-3-376 0 0,0 0-80 0 0,0 0-16 0 0,0 0 0 0 0,0 0-248 0 0,0 12-48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3:37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22625 1995 1829 0,'-6'0'52'0,"3"8"11"0,-3-5-51 0,3 2-12 0,0 0 0 0,0 3 0 15,0 0 46-15,0 3 6 0,0-1 2 0,0 1 0 16,0 2-22-16,3 0-4 0,-3 3 0 0,3-3-1 15,-3 3-27-15,3-2 8 0,0 1-8 0,3-4 0 16,-3 8 0-16,3-9 0 0,0 3 0 0,0 1 0 16,3-6-12-16,0-1-2 0,0 1 0 0,0-2 0 15,0-4-18-15,3-2-4 0,0 0-1 0,-1 0 0 16,4-2-3-16,-3-4 0 0,3-2 0 16,0-5 0-16,0 3 40 0,0-1 0 0,-3 0 0 0,0-2 0 15,-3 0 44-15,3-3 16 0,-3 3 3 0,0 2 1 16,-3-5 0-16,0 3 0 0,-1 0 0 0,1 2 0 15,-3 1 0-15,0-1 0 0,0 3 0 0,-3-2 0 16,3 2 0-16,-2 5 0 0,-1-5 0 0,0 8 0 0,3 0-52 0,0 0-12 16,0 0 0-16,0 0 0 15,-6 0 0-15,3 8 0 0,0-5 0 0,0 5 0 16,3 2 0-16,0 1 0 0,0 2 0 0,3 0 0 16,0 3 0-16,0 0 0 0,3 0 0 0,0 2 0 0,2-2 0 0,1-5 0 15,3 7 0-15,0-10 0 0,0 6-16 0,0-6-5 0,3 0-2 16,-3-1 0-16,3-7 37 0,-3 3 7 0,-1 2 2 0,4-5 0 15,-3-5-23-15,0 2 0 0,-3 3 0 0,0-7 0 16,0 1 56-16,-3-2 6 0,0 0 2 0,0 0 0 16,-3 0-52-16,3-5-12 0,-3 5 0 0,0-5 0 15,0 2 0-15,0-7 0 0,-3 7 0 0,3-2 0 16,0-3 27-16,-3 0 2 0,3 3 1 0,0-3 0 16,0 3-48-16,-3-3-10 0,3 3-1 15,2 5-1-15,-2-5-27 0,0 5-6 0,0 0-1 16,0 3 0-16,3 2-153 0,0 3-31 0,-3 0-7 15</inkml:trace>
  <inkml:trace contextRef="#ctx0" brushRef="#br0" timeOffset="196.389">23149 2093 2269 0,'-3'8'64'0,"0"0"15"0,3 2-63 0,-3-2-16 0,0 0 0 0,0 0 0 15,0 0 105-15,0 5 19 0,0-5 3 0,0 3 1 16,0 0-52-16,0 4-11 0,3-1-1 0,-3-4-1 15,0 6-50-15,0-3-13 0,3 1 0 0,-3-1 0 16,3 3 0-16,-3-8 0 0,3 5 0 0,0-3 0 0,0 4 24 16,-3-4-1-16,3 1 0 0,0-1 0 15,0-2-44-15,0 3-9 0,0-3-2 0,0 0 0 16,3 0-172-16,0-3-34 0,0 3-7 0</inkml:trace>
  <inkml:trace contextRef="#ctx0" brushRef="#br0" timeOffset="423.349">23357 2135 2098 0,'3'-8'60'0,"0"-5"12"0,0 5-58 0,3-5-14 0,0 5 0 0,0 0 0 16,0 3 91-16,0-3 15 0,0 5 3 0,-1-5 1 16,1 3-34-16,3 0-6 0,0 2-2 0,0-5 0 15,0 3-6-15,3 2-2 0,0-2 0 0,0 2 0 16,0 3-48-16,3-5-12 0,0 2 0 0,-1 1 0 15,1-1 0-15,3 3-13 0,0-5 2 0,-3 5 1 16,3 0-35-16,0 0-7 0,-1 0-2 0,-2 5 0 16,0-5-110-16,0 3-23 0,-3 2-4 0</inkml:trace>
  <inkml:trace contextRef="#ctx0" brushRef="#br0" timeOffset="656.404">23461 2268 1838 0,'-15'2'38'0,"15"-2"10"0,0 0-39 0,0 0-9 0,0 0 0 0,0 0 0 31,0 0 96-31,0 0 16 0,0 0 4 0,6 0 1 0,3-2-37 16,-3 2-7-16,3-6-1 0,3 4-1 0,-3-4-6 15,3 1-1-15,0 2 0 0,2-4 0 0,1 1-51 0,3-2-13 0,-3 0 0 0,3 0 0 16,3-5 0-16,0 3 0 0,-1-1 0 0,4 0 0 31,3-2-151-31,-3 5-33 0,0-8-6 0,2 8-2 16,-2-5-51-16</inkml:trace>
  <inkml:trace contextRef="#ctx0" brushRef="#br0" timeOffset="1000.993">24184 1937 1824 0,'-3'-8'38'0,"0"8"8"0,0-5-37 0,-2 2-9 0,-1 3 0 0,0-5 0 16,-3 5 104-16,3 0 20 0,-3 0 3 0,0 5 1 15,0-5-52-15,0 3-9 0,3 2-3 0,-6 3 0 16,3-3 0-16,0 6 0 0,0-3 0 0,0 5 0 16,3 0-51-16,-2-5-13 0,2 3 0 0,0 2 0 15,0 0 0-15,3 0 0 0,0 3 0 0,0 0 0 16,3-3 0-16,3 3 0 0,-3-3 0 0,6 3 0 16,0-2 0-16,0 1 0 0,3-4 0 0,-1 0 0 15,4-3 0-15,0-1 0 0,0 1 0 0,3-5 0 16,0-3 0-16,0 0 0 0,0 0 0 0,3-3 0 15,-4-2 0-15,4 2 0 0,-3-4 0 0,-3-7 0 16,3 6 0-16,-3-5 0 0,0 0 0 0,0 2 0 16,0-2 54-16,-1-3 8 0,-2 3 2 0,-3 2 0 0,0-7-52 15,-3 7-12-15,3-7 0 0,-3 2 0 16,-3 3 54-16,0-3 8 0,0 0 2 0,-3 3 0 16,-3 2-64-16,3-2-12 0,-3-3-2 0,-3 3-1 0,1 5 24 15,-4-5 5-15,0 5 1 0,-3 0 0 16,0 2-63-16,-3 4-13 0,0-4-3 0,-6 6 0 15,1 6-102-15,-4-1-21 0,0 3-4 0</inkml:trace>
  <inkml:trace contextRef="#ctx0" brushRef="#br0" timeOffset="4311.633">22666 2659 1824 0,'0'-13'76'16,"3"0"-60"0,-3 2 89-16,3 3 19 0,0-2 3 0,-3-1 1 15,3 3 0-15,-3 0 0 0,3 0 0 0,0 3 0 16,-3 5-103-16,0 0-25 0,0 0 0 0,0 0 0 16,0 0 0-16,-3 13 0 0,0-2 0 0,-3 2 0 15,3 3 0-15,-3 5 0 0,0-5 0 0,3 2 0 16,-3 6 0-16,3-8 0 0,0 5 0 0,1-5 0 15,-1 5 0-15,0-5 0 0,3 0 0 0,-3 0 0 0,3 3-12 16,3-9-7-16,0 1-1 0,0-1-1 16,-1-4-18-16,1 1-3 0,3-4-1 0,-3 0 0 0,3-3 35 0,0-3 8 0,3 0 0 0,-3-2 0 15,0 3 0-15,3-6 0 0,-3 2 0 16,3-2 0-16,-3 0 0 0,0 1 0 0,0-1 0 0,0-3 0 16,-3 0 49-16,0 3 12 0,0-5 3 0,0 5 0 15,-3 0-52-15,0-5-12 0,0 3 0 16,0 4 0-16,0-2 0 0,-3 3 0 0,3 5 0 0,0 0 0 15,0 0 0-15,0 0 0 0,0 0 0 0,0 0 0 16,0 0 20-16,3 5 2 0,-3 3 0 0,3 0 0 16,0 0-35-16,3 0-7 0,0 0-2 15,-1 0 0-15,4 3 33 0,-3-9 6 0,6 3 2 0,-3 3 0 16,3-5-31-16,-3 2-5 0,3 1-2 16,0 2 0-16,0-8 19 0,0 0 0 0,0 0 0 0,-1 0 0 15,1-6 48-15,-3 1 12 0,3 0 4 0,-3-1 0 16,0-2-52-16,-3 1-12 0,3-1 0 0,-3 2 0 15,0-7 54-15,0 5 8 0,0-2 2 0,-3-1 0 16,0 0-52-16,3 3-12 0,-3-5 0 0,3-3 0 16,-3 0 0-16,0 3 0 0,0-8 0 0,3 5 0 15,-4 0-151-15,4 3-33 0,-3 0-6 0</inkml:trace>
  <inkml:trace contextRef="#ctx0" brushRef="#br0" timeOffset="4897.956">23256 2784 2298 0,'0'0'48'0,"0"0"11"0,0 0-47 16,0 0-12-16,0 0 0 0,3-3 0 0,0 0 56 15,0 3 8-15,3-5 3 0,-6 5 0 0,3-3-26 0,-3 3-5 0,3 0 0 0,-3 0-1 16,0 0-12-16,0 0-3 0,0 0 0 0,0 0 0 15,0 0-1-15,0 0-1 0,-6 0 0 0,0 3 0 16,-3-3-6-16,0 5-2 0,0-5 0 0,-3 3 0 16,0 2-23-16,0 1-5 0,0-4-1 0,-3 3 0 15,3-2 19-15,1 2 0 0,2 1 0 0,-3-1 0 16,0 0 0-16,3 1 0 0,0 2 0 0,3-6 0 16,0 3 0-16,3 1 0 0,0 2 0 0,3-6 0 15,0 6 12-15,0-2 7 0,3 1 1 0,0-1 0 16,0 2-32-16,3-6-7 0,3 6-1 0,-3-2 0 15,3 2 20-15,3-8 0 0,0 5 0 0,-1-3 0 16,4 4 0-16,-3-6 0 0,3 0 0 0,0 0 0 16,0-6-17-16,0 4 0 0,0-1 0 0,3 1 0 15,-4-4-6-15,1 4-1 0,0 2 0 0,0-6 0 16,-3 4 15-16,3 2 9 0,-6-8-12 0,0 2 12 16,0 1-20-16,-3 2 2 0,-3-4 1 0,0 1 0 15,0-2 17-15,-3 6 0 0,0-6 0 0,-3 2 0 16,3 1 29-16,-3 3 10 0,0-6 1 0,0 2 1 15,0 1-17-15,0 0-3 0,0 2-1 0,-3 0 0 0,3-2-6 16,3 5-2-16,-6-3 0 0,6 3 0 0,0 0-4 0,0 0 0 0,0 0-8 16,0 0 12-16,0 0-12 0,-6 0 8 0,6 0-8 15,-3 8 0-15,0 0 0 16,0 6 8-16,3-4-8 0,0 1 0 0,0 5 0 0,0-6 0 16,0 9 0-16,0-9 0 0,0 6 0 0,0 3 0 15,0-1 8-15,3 1-8 0,-3-1 0 0,0 1 0 0,0-3 0 0,0 0 0 16,0-1-20-16,0-1 0 0,0-1 0 0,0-3 0 15,0 1-125-15,3-3-26 16,-3 0-5-16</inkml:trace>
  <inkml:trace contextRef="#ctx0" brushRef="#br0" timeOffset="5127.649">23607 2847 2090 0,'0'-3'44'0,"0"-2"8"16,0 3-41-16,3-6-11 0,0 2 0 0,0 1 0 16,3 2 101-16,0-2 19 0,3 2 3 0,-3 3 1 15,6-5-43-15,-4 2-8 0,4-2-1 0,0 3-1 16,0 2-27-16,0-6-4 0,3 4-2 0,-3-1 0 16,0 3-17-16,3-3-3 0,-6 3-1 0,3 0 0 15,-4 0-17-15,1-5 8 0,-3 5-8 0,3 0 0 16,0 0-12-16,-3 5-10 0,0-5-2 0,0 0 0 15,0 3-94-15,0 2-19 0,0 3-4 0</inkml:trace>
  <inkml:trace contextRef="#ctx0" brushRef="#br0" timeOffset="5344.098">23693 3001 1697 0,'-9'5'35'0,"9"-5"9"0,0 0-35 0,0 0-9 0,0 0 0 0,0 0 0 0,0 0 80 0,0 0 13 0,0 0 3 0,6 0 1 15,0 0 14-15,3 0 2 0,0-5 1 0,0 5 0 16,0-6-34-16,0 4-6 0,3-1-2 0,0 0 0 16,-3 1-18-16,3-4-4 0,-4 4-1 0,1-6 0 15,3 3-21-15,-3-1-4 0,0-2 0 0,3 6-1 16,0-6-15-16,0 0-8 0,3-3 8 0,0 3-8 16,0 6-52-16,-1-6-14 0,4 0-3 0</inkml:trace>
  <inkml:trace contextRef="#ctx0" brushRef="#br0" timeOffset="5731.515">24336 2696 2066 0,'-12'0'43'0,"3"3"10"15,0-3-42-15,0 5-11 0,4-2 0 0,-4 0 0 16,3 4 104-16,3-4 20 0,-3 2 3 0,0 3 1 15,3 0-52-15,0-2-9 0,0 4-3 0,0 3 0 16,0-5-51-16,3 6-13 0,-3-7 0 0,0 7 0 16,3-4 0-16,0 4 0 0,-3-4 0 0,3 3 0 0,0 1 0 0,0-1 0 15,3 3 0-15,-3-6 0 0,3 1 0 16,0-1 0-16,0 4 0 0,0-4 0 16,3 1 0-16,0-3 0 0,0 0 0 0,0-3 0 0,3 0 0 15,0 1 0-15,-1-1 0 0,1-5 0 0,3 0 0 0,-3 0 0 0,3-5 0 16,0-1 0-16,0 1 28 0,0 0 2 15,0-3 1-15,0-5 0 0,0 2 1 0,-1 0 0 0,1 1 0 16,0-3 0-16,-3-1-5 0,0 4-1 0,0-4 0 0,-3 1 0 16,0 3-6-16,0-9 0 0,-3 9-1 15,0-9 0-15,0 8-10 0,-3-7-1 0,-3 2-8 0,0-2 12 16,0 4-12-16,-3-2 8 16,0 3-8-16,-3-3 0 0,0 3 0 0,-3 0-12 0,0 2 1 0,0 1 0 15,-2 2-71-15,-1 5-14 16,-3-5-4-16</inkml:trace>
  <inkml:trace contextRef="#ctx0" brushRef="#br0" timeOffset="10085.337">20401 1834 1578 0,'0'-6'44'0,"3"4"12"15,-3-6-45-15,0 0-11 0,0 0 0 0,-3 3 0 16,3-3 98-16,0 0 18 0,-3 0 3 0,0 0 1 16,0 3-43-16,0-3-8 0,0 0-1 0,0 2-1 15,-3-2-22-15,0 3-4 0,0 3-1 0,-3-6 0 0,4 2-8 16,-4 4-3-16,0 2 0 0,-3-6 0 15,3 6 23-15,-3-2 4 0,0 2 0 0,-3 2 1 0,3-2-45 0,-3 6-12 0,0-4 0 16,4 4 0-16,-4 2 0 0,3-1 0 16,0-1 0-16,0 2 0 0,-3 0 0 15,0 0 0-15,3 5 0 0,-3-5 0 0,3 8 0 0,1-8 0 16,-1 5 0-16,0 3 0 0,0-3 0 0,3 3 0 16,0-3 0-16,0 3 0 0,3-3 0 0,0-2 0 0,3 2 0 15,-3 0 0-15,6-5 0 0,-3 3 0 16,3 2 0-16,3-5 0 0,-3 0 0 0,6 0 0 0,-3 0 0 15,3-3 0-15,3 3 0 0,-3-3 0 0,3 3 0 0,3-5 0 16,0 2 0-16,3-2 0 0,-3 2 0 0,2-5 0 16,1 0 0-16,-3 0 0 0,6-3 0 0,-3 1 0 15,0-1 0-15,0-2 0 0,3 2 0 0,-1-5 0 16,-2 3 0-16,3-3 0 0,3 3 0 16,-3-3 0-16,-3 0 53 0,0 0 9 0,2 0 2 0,-5-5 0 15,3 2-52-15,-6 3-12 0,3-5 0 0,-6-3 0 16,3 3 54-16,-6-3 8 0,3-3 2 0,-3 1 0 15,-3-1-52-15,0 1-12 0,-3-3 0 0,0 5 0 16,-3-5 0-16,-3 5 0 0,3 3 0 0,-6-1 0 16,3 4 15-16,-6-1 0 0,3 3 0 0,-2 6 0 15,-1-6-24-15,0 8-5 0,0-6-1 0,0 6 0 16,-3 6 15-16,3-6 0 0,0 2 0 0,1 4 0 16,-1 2-124-16,0-1-20 0,-3 1-3 0</inkml:trace>
  <inkml:trace contextRef="#ctx0" brushRef="#br0" timeOffset="13076.376">17633 1865 1337 0,'0'-8'28'0,"-3"1"6"0,3-1-34 0,0 0 0 0,-3 0 0 0,3-5 0 15,-3 5 102-15,0 0 14 0,0 0 2 0,-3 2 1 16,3-2-37-16,0 6-7 0,0-6-2 0,0 3 0 16,0-1-7-16,-3 4-2 0,3-4 0 0,-3 4 0 15,3-4 0-15,-3 6 0 0,0-2 0 0,-3 2 0 16,3 0-51-16,-2 0-13 0,-1 0 0 0,0 0 0 15,-3 2 54-15,3 4 8 0,-3-4 2 0,0 4 0 16,3 2-46-16,-3-3-9 0,0 3-1 0,3 0-8 16,-3 0 0-16,4 5 0 0,-1-5-10 0,0 2 10 15,0 4 0-15,3-6 18 0,-3 5-2 0,3-3 0 16,0 1-16-16,3 5 0 0,-3-3 0 0,3-2 0 16,3 2 0-16,-3 0 0 0,3 3 0 0,0-5 0 0,0 2 0 15,3 0-9-15,-3-5 9 0,3 5 0 0,3-5-14 0,-3 0 2 16,3 0 1-16,0-3 0 0,0 3 11 0,3-5 0 0,0 2 0 15,0-2 0-15,3-3 0 0,-1 5 0 0,1-5 0 0,3-5 0 16,-3 5 0-16,3-3 0 0,0 3 0 0,3-5 0 16,0 2 30-16,-4-2 8 0,4 0 2 0,-3 2 0 15,0-2-13-15,0 2-3 16,0-5 0-16,0 0 0 0,-3 3-24 0,0-3 0 0,-1 0 0 16,1 0 0-16,-3 0 56 0,-3-5 7 0,3 5 1 15,-6-5 0-15,3 0-52 0,-3 2-12 0,0-2 0 0,0 5 0 16,-3-8 0-16,0 3 0 0,0-1 0 0,0-1 0 15,-6 1 0-15,3 4 0 0,0-6 0 0,-3 3 0 16,0 5 0-16,-3-5 0 0,0 5 0 0,0-6 0 16,-2 6 0-16,-1 6 0 0,0-9 0 0,-3 9 0 15,-3 2-53-15,3 0-7 0,-3 0-2 0,0 0 0 16,-2 7-104-16,2-1-21 16,0 2-4-16</inkml:trace>
  <inkml:trace contextRef="#ctx0" brushRef="#br0" timeOffset="14698.092">15034 1768 1337 0,'0'0'28'0,"0"0"6"16,0 0-34-16,0 0 0 0,0 0 0 0,0 0 0 15,-3-3 109-15,3 3 15 0,0-5 4 0,0 5 0 16,-3-8-20-16,3 8-4 0,0-6-1 0,0 6 0 16,-3-2-11-16,3 2-3 0,-6-6 0 0,3 4 0 15,3 2-38-15,-6-6-8 0,1 6-2 0,-1 0 0 16,6 0-5-16,-9 0-2 0,3 0 0 0,-3 0 0 0,3 6-13 15,-3-6-2-15,3 2-1 0,0 4 0 16,-3 2 14-16,0-6 2 0,0 9 1 0,0-3 0 0,0 0-47 0,-3 2-8 0,3 4-3 16,-2-1 0-16,2-3 23 0,0 9 0 0,0-9 0 0,3 9 0 15,0-3-9-15,3-3 9 16,0 3 0-16,0-5 0 0,3 7 0 0,0-7-8 0,3 2 8 16,0 3 0-16,3-3 0 0,0-5 0 0,0 5 0 0,3-5 0 15,0 0 0-15,0 0 0 0,2 0 0 0,1-3 0 16,0-2 16-16,0 2 9 0,0-5 3 0,3 0 0 15,-3 0-28-15,3-5 0 0,0 2 0 0,2-5 0 16,-2 3 0-16,3 0 0 0,-3 2 0 0,3-5 0 16,0 0 24-16,0 0-1 0,0-2 0 0,-1-1 0 15,-2 3 5-15,0 0 2 0,0-5 0 0,0 5 0 16,-3-5-15-16,-3 0-3 0,3 2-1 0,-6-5 0 16,3 3-11-16,-6-3 0 0,3 3 0 0,-6-8 0 15,2 5 53-15,-4 0 9 0,-1-3 2 0,0 3 0 16,-3 1-52-16,-3-1-12 0,0 2 0 0,-3-1 0 15,-3 1 0-15,-3 6 0 0,0 1 0 0,-3 1 0 16,4 4 0-16,-4-4 0 0,-3 4 0 0,3 2 0 16,0 2-10-16,0 4-5 0,1-4-1 0,2 4 0 15,-3 1-16-15,3-1-4 0,0 2-1 0,0 0 0 16,3 0-82-16,1-1-16 0,-1 7-3 0</inkml:trace>
  <inkml:trace contextRef="#ctx0" brushRef="#br0" timeOffset="16480.938">12832 1818 1925 0,'-3'-13'40'0,"0"5"10"0,3-6-40 0,-3 6-10 0,0-2 0 0,0-1 0 16,-3 3 110-16,3-2 20 0,0 4 4 0,-3-1 1 16,0-1-51-16,0 0-11 0,0 2-1 0,-3 4-1 15,0-4-26-15,0 6-5 0,0-5 0 0,0 5-1 16,-3 0-15-16,1 5-4 0,-1 1 0 0,0 2 0 16,0 0 7-16,0 0 1 0,0 5 0 0,0-3 0 15,0 9-28-15,0-3-12 0,0 0 0 0,3 5 1 16,1-5 11-16,-1 5-8 0,3-5 8 0,0 5-8 15,0-5 8-15,0 5 0 0,3-5 0 0,0 0 0 16,0 2 8-16,0-2 6 0,6-3 2 0,0 3 0 0,0-5-27 0,0 2-5 16,3 0 0-16,0-5-1 0,3 0 27 0,3-3 6 15,-1 3 0-15,1-5 1 16,3 2-17-16,0-5 0 0,6-5 0 0,-3 2 0 0,0 3 0 0,2-8 0 16,1 3 0-16,3-3 0 0,-3-5 18 15,0 5 3-15,0 0 1 0,-1-5 0 0,-2 2-2 0,-3-2-1 0,0 0 0 0,-3-3 0 16,-3 3 2-16,0 2 1 0,-3-7 0 15,0 7 0-15,-3-5 6 0,0-2 0 0,-3 2 1 0,0 0 0 16,-3 0-9-16,0-3-1 0,-3 1-1 0,0-1 0 16,0 4 1-16,-3 1 0 0,-3-2 0 15,0 3 0-15,0 3-19 0,-3-4 0 0,1 6 0 16,-4 1 0 0,0-1-20-16,0 2-7 0,0 4-1 0,-3-4-1 15,3 6-5-15,-2 0-1 0,2 6 0 0,-3-6 0 0,0 0-228 0,0 2-45 0</inkml:trace>
  <inkml:trace contextRef="#ctx0" brushRef="#br0" timeOffset="31372.217">9926 7478 2066 0,'-9'-16'43'0,"7"10"10"0,-1 1-42 0,0 0-11 0,0 0 0 0,0 2 0 16,3 3 104-16,-6-3 18 0,3 3 4 0,-3 0 1 15,0 0-54-15,3 6-10 0,-3-1-3 0,0 3 0 16,0 0-44-16,0 2-8 0,-3 6-8 0,3-3 9 15,0 3-9-15,3 0 0 0,-3 3 0 0,3-3 0 16,0-1 0-16,3-1 0 0,-3-1 0 0,3 0 0 16,3-2 0-16,0 2 0 0,0-5 0 0,3 2 0 15,0-2 0-15,0-2 0 0,0-1 0 0,3 0 0 16,0-2 0-16,3-3 0 0,0-3 0 0,0 1 0 16,0-1-33-16,-1 0-9 15,1-2-2-15,0 0 0 0,0-3 36 0,-3 0 8 0,0 0 0 0,0-3 0 16,-3 1 14-16,0 2 5 0,0-5 1 0,-3 5 0 15,0-3 14-15,-3 0 3 0,0 1 1 0,0 2 0 16,-3 0-6-16,3 0-2 0,-3 0 0 0,-3 3 0 16,6 5-12-16,0 0-2 0,-6 0-1 0,0 3 0 15,0 2-15-15,0 3 8 0,3 2-8 0,0 1 0 16,0-1 0-16,0 4 0 0,3-1 0 0,0 0 0 16,0 0 8-16,3-2-8 0,3 2 0 0,-3-2 0 15,3 2 0-15,3-2-8 0,0-1-1 0,3-2 0 0,-3 0 9 0,0-5 12 16,0 2-2-16,2-2-1 0,-2-1-9 0,0-2 0 15,0 0 0-15,0 0 0 0,0-2 0 0,-3-1 0 0,3-2 0 0,0 2 0 16,-3-5 0-16,0 3 0 0,3-3 0 0,-3 3 0 16,-3-3 53-16,3 0 9 0,0 0 2 0,-3 0 0 15,0 0-52 1,2 0-12-16,-2-3 0 0,-3 1 0 0,3-3 0 16,0-3 0-16,0 2 0 0,3-1 0 0,-3-1 0 0,0 0 0 15,3 3 0-15,-3-3 0 16,3 5-100-16,3 1-22 0,-3 2-5 0,3 0-1 15,0 5-102-15,0 3-21 0</inkml:trace>
  <inkml:trace contextRef="#ctx0" brushRef="#br0" timeOffset="31732.677">10304 7713 2067 0,'6'-5'87'16,"3"2"-70"-1,-3-2 140-15,3 2 28 0,-3-2 6 0,3 2 1 16,0-2-103-16,0 2-20 0,0 1-4 0,0-1-1 16,0-2-51-16,-3 5-13 0,3-3 0 0,-3 3 0 15,0 0 54-15,-3 0 8 0,2 0 2 0,-2 3 0 16,-3-3-52-16,0 5-12 0,0 3 0 0,-6 0 0 16,4-3-11-16,-4 3-5 0,3 0 0 0,-6 0-1 15,0 3-24-15,-3-1-5 0,0 1-1 0,0-1 0 16,-3 6-13-16,3-3-4 0,-3 3 0 0,3 0 0 15,1 0 52-15,2 0 12 0,0-3 0 0,3 0 0 16,0 1 0-16,6-4 0 0,0-2 0 0,0 0 0 16,6 0-28-16,0-3-4 0,0-2 0 0,3 0 0 0,2-1 32 0,-2-2 0 0,6 0 0 15,-3 0 0 1,3-2 0-16,-3-4 0 0,3 1 8 0,-3 2-8 0,3-5 0 0,-3 3 0 0,2-3 0 0,-2 0 0 31,0 0-20-31,0 0-8 0,0-2-2 0,-3 2 0 16,0-5-135-16,0 2-27 0,0 1-6 0</inkml:trace>
  <inkml:trace contextRef="#ctx0" brushRef="#br0" timeOffset="32124.199">9813 7308 1337 0,'0'0'28'0,"0"0"6"0,0 0-34 0,0 0 0 0,0 0 0 0,0 0 0 16,0 0 109-16,0 0 15 0,0 0 4 0,6 0 0 16,0 0 3-16,0 0 1 0,3-2 0 0,3 2 0 15,0 0-51-15,3 0-9 0,0-3-3 0,3 3 0 32,-4 0-25-32,4-3-4 0,3 3-2 0,-3 0 0 0,0 0-23 0,3-2-5 0,-3 2-1 0,2-3 0 31,-2 3-1-31,3-3 0 0,3 3 0 0,-3-2 0 15,3-1-108-15,-1 0-23 0,4 1-4 0</inkml:trace>
  <inkml:trace contextRef="#ctx0" brushRef="#br0" timeOffset="33026.368">10757 7430 2032 0,'-6'-11'42'0,"6"11"10"0,0 0-41 0,0 0-11 0,-3-5 0 0,3 5 0 16,-6-3 112-16,0 3 20 0,6 0 4 0,-6 0 0 15,-3 6-57-15,3-4-12 0,0 6-3 0,-3 0 0 16,3 3-51-16,0 5-13 0,-2 0 0 0,2-1 0 15,0 4 0-15,0 0 0 0,0 2 0 0,3-5 0 16,0 2 0-16,0-2 0 0,3 0 0 0,0-3 0 16,0 0 0-16,3 1 0 0,-3-4 0 0,3 1 0 15,0-3-48-15,3 2-13 16,0-2-3-16,0-3 0 0,0-2 0 0,2 0 0 0,-2-1 0 16,3 1 0-16,0-3 52 0,0-3 12 0,0 1 0 0,0-4 0 15,0 1 0-15,-3 0 0 0,3 0 0 0,-3-3 0 16,3-3 56-16,-3 3 15 0,0-2 2 0,0-1 1 15,0 0-16-15,0 1-3 0,-4-3-1 0,1 2 0 16,0-2-43-16,0-1-11 0,0 4 0 0,0-3 0 0,0 2 32 16,-3 1 5-16,3 2 1 0,0 0 0 0,0 2-10 15,-3 6-1-15,0 0-1 0,0 0 0 16,0 0-39-16,3 6-8 0,0-1-2 0,0 3 0 0,0 2 23 0,3 1 0 16,-3 0 0-16,3 2 0 0,-3 0-11 0,3-2 11 0,0 2-8 15,0 0 8-15,0 0-15 0,3-2 3 0,-3 2 0 0,3-2 0 16,-3-1-10-16,3-2-2 0,-4 0 0 0,4-2 0 15,0-4 24-15,0 1 0 0,-3-1 0 0,3 1 0 16,0-3 47-16,-3-3 13 0,3 1 4 0,-3 2 0 16,0-3-52-16,3-2-12 0,-3 2 0 0,0-2 0 15,0-3 54-15,0 3 8 0,-3-3 2 0,3 0 0 16,-3 0-28-16,2-3-4 16,-2 1-2-16,0-1 0 0,0-5-16 0,0 0-3 0,0-2-1 0,0-1 0 15,0 1-10-15,0-3 0 0,0-3 0 0,0 5 0 16,0 1 0-16,0 2-17 0,0 0 2 0,0 5 1 15,0 1-94-15,0 5-18 0,3-1-4 16,0 4-1-16,0-4-111 16,3 6-22-16</inkml:trace>
  <inkml:trace contextRef="#ctx0" brushRef="#br0" timeOffset="33418.148">11302 7708 2310 0,'0'0'48'0,"3"-5"11"0,0-1-47 0,-3 1-12 0,3 0 0 15,0 2 0-15,0-2 104 0,-3 5 18 0,0-3 4 0,0-2 1 16,0 5-76-16,0 0-15 0,0-6-4 0,0 6 0 16,0 0-9-16,0 0-3 0,0 0 0 0,0 0 0 15,-6-2-10-15,0 4-2 0,-3 1-8 0,3 0 12 16,0-1-12-16,0 4 0 0,0-1 0 0,3 3 0 15,0 0 0-15,0 0 0 0,0 0 0 0,3 0 0 16,0 0 0-16,0 0 0 0,3-1 0 0,0 1 0 16,0 3-9-16,3-3 9 0,0 3 0 0,0-1-9 15,0-2 9-15,3 0 0 0,-3 3 0 0,0-1 0 16,-1-2 0-16,1 3 0 0,0-1 0 0,0 1 8 16,0-1-8-16,-3 1 0 0,3 0 0 0,-3-3 0 15,0 2 0-15,-3-2 8 0,0 3-8 0,-3-3 8 16,0 0-8-16,0-1 8 0,0 1-8 0,-3 0 8 15,0-2-16-15,-3-1-4 0,3-2 0 0,-5 2 0 16,2-3-15-16,-3 1-3 0,3 0-1 0,-6-1 0 16,3-2-29-16,3 0-5 0,-3-2-2 0</inkml:trace>
  <inkml:trace contextRef="#ctx0" brushRef="#br0" timeOffset="33610.481">11319 7695 1824 0,'9'-16'38'0,"-3"10"8"16,0 1-37-16,0 0-9 0,3 0 0 0,0 2 0 15,0-2 104-15,0 2 20 0,3 3 3 0,0-3 1 0,0 3 0 0,0-2 0 0,0 2 0 0,-1 0 0 16,1-3-108 0,3 3-20-16,0 0 0 0,0-3-10 0,0 1 10 0,0 2 8 0,0-3-8 0,0 0 11 31,-4 1-214-31,4-1-42 0</inkml:trace>
  <inkml:trace contextRef="#ctx0" brushRef="#br0" timeOffset="34047.15">10682 7250 1552 0,'-5'3'44'0,"-1"-1"10"16,6-2-43-16,-3 6-11 0,3-6 0 0,-6 2 0 15,6-2 104-15,0 0 20 0,0 0 3 0,0 0 1 16,0 0-52-16,0 0-9 0,6 6-3 0,-3-4 0 0,6 1 52 0,-1-3 9 0,4 0 3 0,3 0 0 16,0 0-103-16,3 0-25 15,0 0 0-15,0-3 0 0,3 3 56 0,-4-2 7 0,1-1 1 0,3 0 0 16,0-2-52-16,3 2-12 0,0-2 0 15,2 2 0-15,1-2 0 0,3 2 0 16,0 1 0-16,5-1 0 16,-5-2-19-16,0 2-6 0,3-2-2 0,-4 2 0 15,-2 1-213-15,-3-1-42 0</inkml:trace>
  <inkml:trace contextRef="#ctx0" brushRef="#br0" timeOffset="36657.257">12716 6880 1552 0,'0'0'44'0,"0"0"10"0,-9-3-43 0,3 3-11 0,0 0 0 0,-3-3 0 16,9 3 104-16,-6 0 20 0,0 3 3 0,-3-3 1 15,3 3-52-15,0-1-9 0,0 1-3 0,0 0 0 16,0 2 0-16,0 0 0 0,0 0 0 0,-3 3 0 16,3 0-52-16,0 0-12 0,0 0 0 0,0 3 0 15,4-1 0-15,-4 4 0 0,3-1 0 0,0 0 0 16,0 0 0-16,3 0 0 0,3 1 0 0,0-1 0 16,0 0 0-16,0 0 0 0,2-2 0 0,1 2 0 15,0-2 0-15,3-1 0 0,0-2 0 0,0 0 0 16,3-2 0-16,3-4 0 0,0 1 0 0,0-3 0 15,0 0 0-15,0-3 0 0,-1-2 0 0,4 2 0 16,0-5 0-16,0 0 0 0,0 0 0 0,-3-2 0 16,0-1 0-16,-1 1 0 0,-2-1 0 0,0-2 0 15,-3 2 55-15,0-2 7 0,-3 0 2 0,-3 0 0 16,0 2-52-16,-3-2-12 0,-3 0 0 0,0-1 0 16,-3 1 54-16,0 0 8 0,-3 0 2 0,-3-1 0 15,-3 4-52-15,4-3-12 0,-4 2 0 0,-3 0 0 16,0 3-48-16,0 1-13 0,-3-1-3 0,3 2 0 0,1 1 52 0,-1 2 12 15,0 1 0-15,3 2 0 16,-3 0-54-16,6 2-8 0,-3 1-2 0,3 2 0 16,0-2-153-16,4 2-31 0</inkml:trace>
  <inkml:trace contextRef="#ctx0" brushRef="#br0" timeOffset="37123.275">13531 6790 1824 0,'0'0'38'0,"0"0"8"0,0 0-37 15,0 0-9-15,0 0 0 0,0 0 0 0,0 0 156 0,0 0 28 0,0 0 7 0,0 0 1 16,-6 5-103-16,3 0-20 0,3 1-4 0,-3 1-1 15,3 4 0-15,-3 0 0 0,3-3 0 0,0 5 0 16,0-3-51-16,0 4-13 0,0-4 0 0,3 3 0 31,-3 1 0-31,3-1 0 0,0 3 0 0,0 0 0 0,-3 2 0 0,3 1 0 0,0-3 0 0,0 5 0 16,0-3 19-16,0 1 1 0,3 2 0 16,-3-3 0-16,0-2-20 0,0 0 0 0,0 0 0 0,0-3 0 15,0 1-12-15,0-4-2 0,0 3-1 0,0-2 0 31,3-3-109-31,-3 2-21 0,3-4-5 0</inkml:trace>
  <inkml:trace contextRef="#ctx0" brushRef="#br0" timeOffset="37848.816">16886 7025 1751 0,'9'0'74'15,"0"-3"-59"1,0 3 105-16,-4 0 22 0,1 0 4 0,0 3 1 16,-3-3-67-16,3 3-12 0,-3-1-4 0,0 4 0 15,-3-1 0-15,3 3 0 0,0 0 0 0,-3 0 0 0,0 5-20 0,3 0-4 16,-3 3 0-16,0 3-1 0,0-1-11 15,-3 1-3-15,3 2 0 0,0 0 0 0,0 0-25 0,-3 0 0 16,3 1 0-16,0-1 0 0,0 0 0 0,0-3 0 0,0 4 0 16,0-4 0-1,0 1 0-15,0 2 0 0,3-3 0 0,0 1 0 16,-3-3 0-16,3 0 0 0,0-3 0 0,0 0 0 16,3-2-46-16,-3-3-14 0,3 0-4 0,0-1 0 15,3-1-154-15,-3-4-31 0</inkml:trace>
  <inkml:trace contextRef="#ctx0" brushRef="#br0" timeOffset="38235.433">17550 7115 1824 0,'0'-8'76'0,"-3"-2"-60"16,0 2 89-16,-3 0 19 0,3 2 3 0,-3 1 1 15,0 2 0-15,0 1 0 0,0 2 0 0,0 2 0 16,-3 4-103-16,3-1-25 0,0 3 0 0,-3 0 0 15,3 5 56-15,-3-2 7 0,0 2 1 0,3 0 0 16,-3 3-64-16,3-3 0 0,1 1 0 0,-1-1-13 16,3 0 13-16,-3 3 0 0,3-3 0 0,3 0 0 15,-3 1 0-15,3-4 0 0,3 1 0 0,0-1 0 16,0-2 0-16,3-2 0 0,2 1 0 0,1-1-12 16,3-4 12-16,0 1 15 0,3 0-3 0,0-1-1 15,3-4-11-15,0-1 0 0,0 0 0 0,2 1 0 16,-2-1 0-16,0-2 0 0,0 2 0 0,0-2 0 15,-3-3 0-15,0 0 0 0,-1 0 0 0,-2-3 0 0,-3 1 0 0,0-1 0 16,-3-2 0-16,0 0 0 0,-3 0 33 16,-3-3 5-16,0 0 1 0,-3 0 0 0,0 0-19 0,-3 0-3 0,-3-2-1 15,-3 2 0-15,0 0-16 16,-2 0 0-16,-4 3 0 0,0 0 0 0,0 2 0 16,0 0-9-16,-3 4 1 0,0-1 0 15,4 5-36-15,-1-2-6 0,-3 2-2 0,6 3 0 16,3 0-108-16,0 0-21 0,3 0-5 0</inkml:trace>
  <inkml:trace contextRef="#ctx0" brushRef="#br0" timeOffset="38858.61">21226 7078 1877 0,'0'0'53'0,"0"0"12"0,0 0-52 0,0 0-13 0,0 0 0 0,0 0 0 16,0 5 88-16,3 1 16 0,-3-1 2 0,0 0 1 15,3 3-31-15,-3-3-5 0,3 3-2 0,0 3 0 16,-3-3-19-16,0 2-4 0,3 1-1 0,-3 2 0 15,0-2-10-15,0 2-3 0,0 0 0 0,-3 1 0 16,3-1-11-16,0 0-2 0,-3 0-1 0,3 3 0 16,-3-3 6-16,0 1 2 0,3 1 0 0,-3-1 0 15,0-1-26-15,3 0 0 0,-3 0 0 0,3 3 0 16,-3-2 0-16,3 1 0 0,0-1 0 0,3-1 0 16,-3 0-46-16,6-2-14 0,-3 2-4 0,3-3 0 15,0-2-102-15,-1-2-21 0,4 2-4 0</inkml:trace>
  <inkml:trace contextRef="#ctx0" brushRef="#br0" timeOffset="39191.642">22023 7131 1963 0,'3'-11'40'0,"-3"11"12"0,0-5-42 0,0 2-10 0,3-2 0 0,-3 5 0 16,3-2 102-16,-3 2 18 0,3-3 4 0,-3 3 1 16,0 0-39-16,0 0-8 0,6 0-2 0,-6 0 0 15,3 3-20-15,3 2-4 0,-3-3 0 0,-3 4-1 16,3 2-13-16,-3 0-2 0,0 2-1 0,0 1 0 16,-3 2-12-16,0 0-3 0,0 0 0 0,0 3 0 15,-3 0-8-15,3-3-1 0,-3 3-1 0,3 0 0 16,-3 0-10-16,0-3 12 0,3 3-12 0,-2 0 12 15,-1 0-12-15,3 0 0 0,-3 0 9 0,3 0-9 16,0 2 0-16,0-2 0 0,3 0 0 0,-3 0 0 16,3 0 0-16,0-3-12 0,0 0 2 0,3 0 0 15,0-2-160-15,0-3-32 0,3 0-6 16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6992 0 0,'0'0'157'0'0,"0"0"23"0"0,0 0 12 0 0,-2 0-27 0 0,-47 9 4237 0 0,-29 6-100 0 0,61-5-3089 0 0,15-8-1106 0 0,2-2-19 0 0,0 0-7 0 0,0 0-3 0 0,0 0-12 0 0,0 0-2 0 0,0 0 0 0 0,0 0 3 0 0,0 0 10 0 0,14 5 97 0 0,163-15 220 0 0,1 10-330 0 0,-166 8-154 0 0,-11-7-112 0 0,-1-1-43 0 0,0 0-10 0 0,0 0-171 0 0,0 0-717 0 0,0 0-311 0 0,0 0-68 0 0,0 0-12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18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12 7464 0 0,'0'0'216'0'0,"-2"1"-11"0"0,-4 4-56 0 0,5-4 398 0 0,-1 0 162 0 0,-11 9 1791 0 0,12-9-2010 0 0,1-1-9 0 0,0 0-29 0 0,0 0-17 0 0,0 0-3 0 0,0 0-14 0 0,0 0-56 0 0,0 0-30 0 0,0 0-4 0 0,0 0-2 0 0,0 0-6 0 0,88-7 2071 0 0,53-17-1226 0 0,-48 27-1048 0 0,-49 2-53 0 0,-40-4-80 0 0,-3-1-116 0 0,-1 0-228 0 0,0 0-69 0 0,0 0-10 0 0,0 0-185 0 0,0 0-773 0 0,0 0-333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3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91 8664 0 0,'0'0'197'0'0,"0"0"24"0"0,0 0 18 0 0,0-1-34 0 0,-3-38 4181 0 0,-2 21-467 0 0,5 17-3692 0 0,0 1-47 0 0,0 0-11 0 0,0 0-18 0 0,0 0-70 0 0,-6 19-17 0 0,4 1-64 0 0,0 1 0 0 0,1 0 0 0 0,1-1 0 0 0,1 1 0 0 0,3 18 0 0 0,6 13 0 0 0,3-17 0 0 0,-3-24 0 0 0,-2-6 0 0 0,7-5 0 0 0,-8-2 0 0 0,-3 1 0 0 0,0 0 0 0 0,-1 0 0 0 0,1-1 0 0 0,-1 1 0 0 0,1-1 0 0 0,-1 0 0 0 0,0 0 0 0 0,0 0 0 0 0,0 0 0 0 0,0 0 0 0 0,0-1 0 0 0,0 1 0 0 0,-1-1 0 0 0,1 0 0 0 0,-1 0 0 0 0,0 0 0 0 0,1 0 0 0 0,-2 0 0 0 0,2-2 0 0 0,13-73 283 0 0,-12 59-138 0 0,1 4 6 0 0,1 18-98 0 0,24 78-53 0 0,-28-75-7 0 0,1 0 0 0 0,-1 0 1 0 0,1 0-1 0 0,0 0 0 0 0,1-1 0 0 0,-1 0 0 0 0,1 0 0 0 0,0 0 0 0 0,0 0 0 0 0,1 0 0 0 0,0-1 0 0 0,-1 0 0 0 0,1 0 0 0 0,1 0 0 0 0,-1-1 0 0 0,1 1 0 0 0,-1-1 0 0 0,6 2 7 0 0,-5-4-1 0 0,0 1 1 0 0,0-1-1 0 0,0-1 0 0 0,0 1 1 0 0,-1-1-1 0 0,1 0 0 0 0,0-1 1 0 0,0 1-1 0 0,0-1 0 0 0,0 0 1 0 0,0 0-1 0 0,-1-1 0 0 0,1 0 1 0 0,-1 0-1 0 0,1 0 0 0 0,3-3 1 0 0,18-19 204 0 0,-22 18-72 0 0,-1 1-1 0 0,0-1 0 0 0,-1 0 1 0 0,1 0-1 0 0,-1-1 1 0 0,-1 1-1 0 0,1-1 0 0 0,-1 1 1 0 0,0-1-1 0 0,0 0 0 0 0,-1-1-131 0 0,0 4 87 0 0,3-16 201 0 0,-1 1-1 0 0,0 0 0 0 0,-2-1 0 0 0,0 1 0 0 0,-3-20-287 0 0,1-18 79 0 0,1 56-183 0 0,0 1-11 0 0,0 0 3 0 0,0 0-65 0 0,0 0-274 0 0,0 0-117 0 0,0 0-845 0 0,1 2-3436 0 0,1 4-1468 0 0</inkml:trace>
  <inkml:trace contextRef="#ctx0" brushRef="#br0" timeOffset="462.409">604 272 8608 0 0,'0'0'197'0'0,"0"0"24"0"0,0 0 17 0 0,0 0 91 0 0,0 0 376 0 0,0 0 167 0 0,0 0 31 0 0,0 0-27 0 0,0 0-145 0 0,0 0-69 0 0,0 0-12 0 0,0 0-38 0 0,0 0-152 0 0,0 0-69 0 0,0 0-8 0 0,0 0-27 0 0,0 0-91 0 0,0 0-38 0 0,0 0-10 0 0,0 0 13 0 0,0 2 56 0 0,5 63 261 0 0,-13 45-711 0 0,4-27 217 0 0,4-31 11 0 0,1-41-53 0 0,2-4 18 0 0,0-6-1358 0 0,-3-1-77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8 9584 0 0,'0'0'216'0'0,"0"0"32"0"0,0 0 12 0 0,0-7-59 0 0,-1 7 6029 0 0,-4 20-6156 0 0,1 0 0 0 0,0 0 0 0 0,2 0 0 0 0,0 0 0 0 0,1 0 0 0 0,1 0 0 0 0,1 1-74 0 0,-1 1 22 0 0,10 21-35 0 0,-9-41 1 0 0,0 0 1 0 0,1 1-1 0 0,-1-1 0 0 0,1-1 0 0 0,0 1 0 0 0,-1 0 1 0 0,1 0-1 0 0,0-1 0 0 0,0 1 0 0 0,0-1 0 0 0,0 1 1 0 0,0-1-1 0 0,1 0 0 0 0,-1 0 0 0 0,0 0 1 0 0,1 0-1 0 0,-1 0 0 0 0,0 0 0 0 0,2 0 12 0 0,50-9-67 0 0,-53 8 73 0 0,0-1-1 0 0,0 1 0 0 0,0 0 0 0 0,0 0 0 0 0,0-1 0 0 0,-1 1 0 0 0,1-1 0 0 0,0 1 0 0 0,0-1 1 0 0,0 1-1 0 0,0-1 0 0 0,-1 1 0 0 0,1-1 0 0 0,0 0 0 0 0,-1 1 0 0 0,1-1 0 0 0,0 0 0 0 0,-1 0 1 0 0,1 0-1 0 0,-1 1 0 0 0,1-1 0 0 0,-1 0 0 0 0,0 0 0 0 0,1 0 0 0 0,-1 0 0 0 0,0 0 0 0 0,1 0 1 0 0,-1 0-1 0 0,0 0 0 0 0,0 0-5 0 0,3-8 81 0 0,5-56 1276 0 0,-8 64-1198 0 0,0 1-6 0 0,0 0-11 0 0,0 0-46 0 0,0 0-22 0 0,0 0-2 0 0,0 0 0 0 0,0 1-12 0 0,0 9-60 0 0,1-1 0 0 0,-1 1 0 0 0,1-1 0 0 0,1 0 0 0 0,0 1 0 0 0,0-1 0 0 0,1 0 0 0 0,0 0 0 0 0,1 0 0 0 0,0 0 0 0 0,-2-6-12 0 0,1 0 0 0 0,0-1-1 0 0,0 1 1 0 0,0-1 0 0 0,0 1-1 0 0,0-1 1 0 0,0 0 0 0 0,1 0-1 0 0,-1-1 1 0 0,1 1 0 0 0,-1-1-1 0 0,1 1 1 0 0,0-1-1 0 0,0 0 1 0 0,0-1 12 0 0,0 0-1 0 0,-1 0 1 0 0,1-1-1 0 0,-1 1 0 0 0,1-1 0 0 0,-1 0 0 0 0,1-1 1 0 0,-1 1-1 0 0,1 0 0 0 0,-1-1 0 0 0,0 0 1 0 0,0 1-1 0 0,0-1 0 0 0,0-1 0 0 0,1 0 1 0 0,-1 1 0 0 0,1-1 110 0 0,0 1 0 0 0,0-2 0 0 0,-1 1 0 0 0,1 0 0 0 0,-1-1-1 0 0,1 0 1 0 0,-1 1 0 0 0,0-1 0 0 0,-1-1 0 0 0,1 1-1 0 0,-1 0 1 0 0,1-1 0 0 0,-1 1 0 0 0,-1-1 0 0 0,1 1-1 0 0,-1-1 1 0 0,0 0 0 0 0,0 0 0 0 0,0 0 0 0 0,0 0 0 0 0,-1 0-1 0 0,0-3-109 0 0,0-110 1160 0 0,-2 102-1160 0 0,1 13-5198 0 0,1 3-1339 0 0</inkml:trace>
  <inkml:trace contextRef="#ctx0" brushRef="#br0" timeOffset="886.17">588 263 8784 0 0,'0'0'197'0'0,"0"0"24"0"0,0 0 19 0 0,0 0-29 0 0,3-4-168 0 0,-2-2 71 0 0,-1 4 474 0 0,4-4 614 0 0,-5 5 4736 0 0,-5 2-5915 0 0,-1 0-1 0 0,1 1 1 0 0,-1 0 0 0 0,1 0-1 0 0,0 0 1 0 0,0 1-1 0 0,0 0 1 0 0,0 0 0 0 0,0 0-1 0 0,1 1 1 0 0,0 0 0 0 0,0 0-1 0 0,-1 1-22 0 0,-16 11 31 0 0,-44 47-265 0 0,43-28 108 0 0,5-6 46 0 0,10-10 68 0 0,7-11-48 0 0,1-2-16 0 0,0-5 68 0 0,0 0 0 0 0,1 0 0 0 0,-1 0 0 0 0,0 0 0 0 0,0 0 0 0 0,1 0-1 0 0,-1 0 1 0 0,1 0 0 0 0,-1 0 0 0 0,1 0 0 0 0,-1 0 0 0 0,1 0 0 0 0,0 0-1 0 0,-1 0 1 0 0,1 0 0 0 0,0-1 0 0 0,0 1 0 0 0,-1 0 0 0 0,1-1 0 0 0,0 1-1 0 0,0 0 1 0 0,0-1 0 0 0,0 1 0 0 0,0-1 0 0 0,0 1 0 0 0,0-1-1 0 0,1 1 9 0 0,7-1-24 0 0,-1 1-1 0 0,1-1 0 0 0,0 0 0 0 0,0-1 0 0 0,0 0 0 0 0,-1 0 0 0 0,1-1 0 0 0,0 0 0 0 0,-1-1 0 0 0,0 1 0 0 0,3-3 25 0 0,19-4-62 0 0,29-3-419 0 0,-24 1-925 0 0,-35 9 1352 0 0,-35-56 122 0 0,13 35 722 0 0,17 7 253 0 0,5 16-928 0 0,0 0-1 0 0,-1 0 0 0 0,1 1 1 0 0,0-1-1 0 0,0 0 0 0 0,0 0 1 0 0,0 0-1 0 0,0 0 0 0 0,0 0 1 0 0,-1 0-1 0 0,1 1 0 0 0,0-1 1 0 0,0 0-1 0 0,0 0 0 0 0,0 0 1 0 0,-1 0-1 0 0,1 0 0 0 0,0 0 1 0 0,0 0-1 0 0,0 0 0 0 0,0 0 1 0 0,-1 0-1 0 0,1 0 0 0 0,0 0-114 0 0,9 65 424 0 0,-1-18-282 0 0,-3 8-9 0 0,-1 36-56 0 0,-4 53-31 0 0,0-142-148 0 0,-5 6-699 0 0,1-1-1104 0 0,4-7 124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7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20 6720 0 0,'0'0'197'0'0,"-15"0"2230"0"0,1-6 285 0 0,13 5-2312 0 0,1 1 4 0 0,0 0 17 0 0,0 0 10 0 0,0 0 1 0 0,0 0-12 0 0,0 0-50 0 0,0 0-18 0 0,0 0-6 0 0,0 0-18 0 0,0 0-68 0 0,0 0-33 0 0,0 0-3 0 0,0 0-5 0 0,0 0-22 0 0,0 0-6 0 0,0 0-6 0 0,8 0 142 0 0,51-12 158 0 0,153 12-1215 0 0,-159 0-1582 0 0,-22 0 951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8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32 8088 0 0,'0'0'182'0'0,"0"0"29"0"0,0 0 12 0 0,-2 0-37 0 0,-5 0-148 0 0,0 0 63 0 0,5 0 416 0 0,2 0 149 0 0,0 0 26 0 0,0 0-24 0 0,0 0-118 0 0,0 0-50 0 0,0 0-10 0 0,0 0-29 0 0,0 0-112 0 0,0 0-49 0 0,0 0-10 0 0,0 0-8 0 0,0 0-20 0 0,0 0-8 0 0,0 0-4 0 0,0 0-12 0 0,2-1-39 0 0,97-1 1027 0 0,-23 2-1062 0 0,-10-5-104 0 0,19-10-1269 0 0,-58 7-3668 0 0,-13 7-20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32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40 360 11000 0 0,'0'0'248'0'0,"0"0"34"0"0,0 0 21 0 0,0 0-34 0 0,0-1-174 0 0,-2-8 4155 0 0,-9 19-4383 0 0,11-9 340 0 0,-14 57-113 0 0,9-30-94 0 0,2-1 0 0 0,0 1 0 0 0,2-1 0 0 0,1 16 0 0 0,0-34 0 0 0,0 1-77 0 0,0 0 0 0 0,1 0 0 0 0,0 0 0 0 0,0 0 0 0 0,1 0 0 0 0,0-1 0 0 0,1 1 0 0 0,0 0 0 0 0,0-1 0 0 0,1 0 0 0 0,2 2 77 0 0,29 8-656 0 0,-3-31 568 0 0,-5-27 488 0 0,-18 4 204 0 0,-1-40 1071 0 0,-3 24-753 0 0,3 71-836 0 0,32 122-374 0 0,-40-140 281 0 0,1 0-1 0 0,0 1 0 0 0,0-1 0 0 0,0 0 0 0 0,1 0 1 0 0,-1 0-1 0 0,0 0 0 0 0,1 0 0 0 0,-1 0 0 0 0,1 0 1 0 0,0 0-1 0 0,0 0 0 0 0,-1-1 0 0 0,1 1 0 0 0,0-1 1 0 0,0 1-1 0 0,1-1 0 0 0,-1 0 0 0 0,0 0 0 0 0,2 1 8 0 0,-3-2 7 0 0,1 1-1 0 0,0 0 0 0 0,0-1 1 0 0,0 1-1 0 0,0-1 0 0 0,-1 1 1 0 0,1-1-1 0 0,0 0 0 0 0,0 0 1 0 0,0 0-1 0 0,0 0 0 0 0,0 0 1 0 0,0 0-1 0 0,0-1 0 0 0,-1 1 1 0 0,1-1-1 0 0,0 1 0 0 0,0-1 1 0 0,0 0-1 0 0,-1 1 0 0 0,1-1 1 0 0,0 0-1 0 0,-1 0 0 0 0,1 0 0 0 0,-1 0 1 0 0,1-1-1 0 0,-1 1 0 0 0,1 0 1 0 0,-1-1-1 0 0,0 1 0 0 0,1-2-6 0 0,0 1 118 0 0,0-1-1 0 0,0 1 0 0 0,-1-1 1 0 0,1 0-1 0 0,-1 1 0 0 0,0-1 1 0 0,1 0-1 0 0,-1 0 0 0 0,0 0 1 0 0,-1 0-1 0 0,1 0 0 0 0,-1 0 1 0 0,1 0-1 0 0,-1 0 0 0 0,0-2-117 0 0,-9-134 3120 0 0,8 72-2624 0 0,6 9-160 0 0,0 18-436 0 0,8 9-549 0 0,-12 30-258 0 0,0 1-825 0 0,3 0 996 0 0,0 1-4890 0 0,3 2-607 0 0</inkml:trace>
  <inkml:trace contextRef="#ctx0" brushRef="#br0" timeOffset="840.58">600 632 11232 0 0,'0'0'256'0'0,"0"0"34"0"0,0 0 20 0 0,0 0-40 0 0,0-1-175 0 0,3-4 20 0 0,-2 3 423 0 0,-1 2 185 0 0,0 0 40 0 0,0 0-49 0 0,0 0-222 0 0,0 0-92 0 0,0 0-16 0 0,0 0-32 0 0,0 0-107 0 0,0 0-42 0 0,0 0-10 0 0,-1 2-18 0 0,-43 43 101 0 0,-41 14-223 0 0,77-55-53 0 0,1 1 0 0 0,1 2 0 0 0,-1 0-10 0 0,5-5-33 0 0,-2 5 32 0 0,0-1 1 0 0,17 4-44 0 0,39 2 54 0 0,90-12-632 0 0,-121-5 55 0 0,-20 5 378 0 0,-1 0 0 0 0,5-5-208 0 0,4-13 219 0 0,-24-38 188 0 0,-1 2 981 0 0,15 53-736 0 0,1-2 1815 0 0,0 54-1877 0 0,14 27-66 0 0,-10-26-117 0 0,-4 75-3094 0 0,-2-126 1438 0 0,-7 6-68 0 0,7-5-17 0 0</inkml:trace>
  <inkml:trace contextRef="#ctx0" brushRef="#br0" timeOffset="1171.55">31 214 7832 0 0,'0'0'174'0'0,"0"0"29"0"0,0 0 13 0 0,0 0 53 0 0,0 0 198 0 0,0 0 86 0 0,0 0 21 0 0,0 0-6 0 0,0 0-34 0 0,0 0-12 0 0,0 0-2 0 0,5-4 446 0 0,21-11 746 0 0,2 5-195 0 0,55-9-117 0 0,-11 7-1276 0 0,29 12-2642 0 0,-87 0 1118 0 0,3 0-57 0 0</inkml:trace>
  <inkml:trace contextRef="#ctx0" brushRef="#br0" timeOffset="2175.6">870 171 8144 0 0,'0'0'182'0'0,"0"0"29"0"0,0 0 13 0 0,-2 0-32 0 0,-13 4-47 0 0,14-4 403 0 0,-6 0 568 0 0,6 1 4514 0 0,77 1-4412 0 0,-38-5-921 0 0,255 3 451 0 0,-187-15-853 0 0,-89 10-246 0 0,-16 4 146 0 0,-1 1-123 0 0,4 0-256 0 0,-3 0-2584 0 0,-1 0 1766 0 0</inkml:trace>
  <inkml:trace contextRef="#ctx0" brushRef="#br0" timeOffset="2598.94">1108 10 9312 0 0,'0'0'268'0'0,"0"0"4"0"0,0-1-175 0 0,-10-7 32 0 0,8 8 486 0 0,2 0 208 0 0,0 0 38 0 0,0 0-18 0 0,0 0-118 0 0,0 0-56 0 0,0 0-11 0 0,0 0-40 0 0,0 0-156 0 0,0 0-71 0 0,0 0-8 0 0,0 10 546 0 0,13 66 502 0 0,8-16-903 0 0,3 78 153 0 0,-16-71-537 0 0,-8 8-16 0 0,-1-67-128 0 0,-2-2-25 0 0,-1 1-110 0 0,3-5-4403 0 0,1-2-1507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2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280 164 8272 0 0,'1'-2'241'0'0,"21"-36"38"0"0,-19 34 42 0 0,-1 0 1 0 0,0 0-1 0 0,0 0 1 0 0,0 0-1 0 0,0 0 1 0 0,-1-1-1 0 0,0 1 1 0 0,1-1-1 0 0,-2 1 1 0 0,1-1-1 0 0,-1 1 1 0 0,1-1-1 0 0,-1 1 1 0 0,0-1-1 0 0,-1 0-321 0 0,0 1 603 0 0,1 3-494 0 0,0-1 0 0 0,0 1 0 0 0,0-1 0 0 0,-1 1 1 0 0,1-1-1 0 0,0 1 0 0 0,-1 0 0 0 0,1-1 0 0 0,-1 1 0 0 0,0 0 1 0 0,1 0-1 0 0,-1-1 0 0 0,0 1 0 0 0,0 0 0 0 0,0 0 0 0 0,0 0 1 0 0,0 0-1 0 0,0 0 0 0 0,0 0 0 0 0,0 0 0 0 0,0 0 0 0 0,-1 0 0 0 0,1 1-109 0 0,-43-21 2462 0 0,40 21-2420 0 0,-1-1 0 0 0,1 1 0 0 0,0 1 0 0 0,-1-1 0 0 0,1 0 0 0 0,-1 1 0 0 0,1 0 0 0 0,0 0 0 0 0,0 0 0 0 0,-1 1 0 0 0,1 0 0 0 0,0-1 0 0 0,0 1 0 0 0,1 1 0 0 0,-1-1 0 0 0,0 0 0 0 0,1 1 0 0 0,-1 0 0 0 0,1 0 0 0 0,0 0 0 0 0,0 0 0 0 0,0 0 0 0 0,0 1 0 0 0,1 0 0 0 0,-1-1 0 0 0,1 1 0 0 0,0 0 0 0 0,0 0 0 0 0,0 0 0 0 0,1 0 0 0 0,-1 0 0 0 0,1 0 0 0 0,-1 4-42 0 0,-4 31-9 0 0,2-1-1 0 0,2 0 0 0 0,1 1 1 0 0,1-1-1 0 0,3 1 0 0 0,1-1 1 0 0,1 0-1 0 0,7 19 10 0 0,-5-14-3 0 0,20 106-221 0 0,-27-31-344 0 0,-9-28-240 0 0,0-33 152 0 0,-24 28-728 0 0,22-65 824 0 0,11-18 286 0 0,0-2-147 0 0,0 0-69 0 0,0 0-12 0 0</inkml:trace>
  <inkml:trace contextRef="#ctx0" brushRef="#br0" timeOffset="347.969">1 649 11312 0 0,'0'0'256'0'0,"0"0"34"0"0,0 0 21 0 0,0 0-35 0 0,0-1-180 0 0,0-2 19 0 0,0 1 1 0 0,0 0 0 0 0,0 0-1 0 0,1 0 1 0 0,-1-1-1 0 0,1 1 1 0 0,0 0-1 0 0,-1 0 1 0 0,1 0-1 0 0,0 0 1 0 0,0 0-1 0 0,0 0 1 0 0,1 0-1 0 0,-1 0 1 0 0,0 1 0 0 0,1-1-1 0 0,-1 0 1 0 0,1 1-1 0 0,0-1 1 0 0,-1 1-1 0 0,1 0 1 0 0,0-1-1 0 0,0 1 1 0 0,0 0-1 0 0,0 0 1 0 0,0 0-1 0 0,0 0 1 0 0,0 1 0 0 0,0-1-1 0 0,1 0 1 0 0,-1 1-1 0 0,2-1-115 0 0,49-10 209 0 0,18-1-619 0 0,-50 12 165 0 0</inkml:trace>
  <inkml:trace contextRef="#ctx0" brushRef="#br0" timeOffset="1295.44">489 813 8512 0 0,'0'0'248'0'0,"0"0"-6"0"0,0-6-140 0 0,-4-18 5274 0 0,4 23-4746 0 0,0 1-172 0 0,-2 0-77 0 0,-2 2-330 0 0,0 0-1 0 0,0 0 1 0 0,0 0 0 0 0,0 0 0 0 0,0 1-1 0 0,0 0 1 0 0,0 0 0 0 0,1 0 0 0 0,0 0 0 0 0,0 0-1 0 0,-1 1 1 0 0,2 0 0 0 0,-1-1 0 0 0,0 1-1 0 0,1 0 1 0 0,0 0 0 0 0,0 0 0 0 0,0 1-1 0 0,0-1 1 0 0,1 0 0 0 0,0 1 0 0 0,0-1 0 0 0,0 1-1 0 0,0 0 1 0 0,1-1 0 0 0,-1 3-51 0 0,-8 39 7 0 0,5-31-20 0 0,0 1 0 0 0,2-1 1 0 0,0 1-1 0 0,1 0 0 0 0,0-1 0 0 0,1 12 13 0 0,11 28-608 0 0,-10-52 529 0 0,0-1-1 0 0,0 0 0 0 0,0 0 0 0 0,0 1 1 0 0,0-1-1 0 0,0 0 0 0 0,1 0 0 0 0,-1 0 1 0 0,1-1-1 0 0,0 1 0 0 0,0 0 0 0 0,-1 0 0 0 0,1-1 1 0 0,0 1-1 0 0,0-1 0 0 0,1 0 0 0 0,-1 0 1 0 0,0 0-1 0 0,0 0 0 0 0,0 0 0 0 0,1 0 0 0 0,-1 0 1 0 0,1-1-1 0 0,-1 1 0 0 0,0-1 0 0 0,1 1 1 0 0,-1-1-1 0 0,1 0 0 0 0,-1 0 0 0 0,1 0 0 0 0,-1-1 1 0 0,1 1-1 0 0,-1-1 0 0 0,0 1 0 0 0,1-1 1 0 0,0 0 79 0 0,1 0-18 0 0,0-1 1 0 0,0 1 0 0 0,-1-1 0 0 0,1 0 0 0 0,0 0 0 0 0,-1 0-1 0 0,1-1 1 0 0,-1 1 0 0 0,0-1 0 0 0,1 0 0 0 0,-1 0-1 0 0,-1 0 1 0 0,1 0 0 0 0,0 0 0 0 0,-1-1 0 0 0,0 1 0 0 0,2-3 17 0 0,14-52 1610 0 0,-18 15-456 0 0,-6 19-195 0 0,-2 43-887 0 0,6-8-98 0 0,1 1 0 0 0,0-1 0 0 0,1 0 0 0 0,0 0 0 0 0,0 0-1 0 0,1 1 1 0 0,1-1 0 0 0,0 0 0 0 0,0 0 0 0 0,1 0-1 0 0,4 8 27 0 0,-6-16-10 0 0,0-1 0 0 0,0 1 0 0 0,0-1 0 0 0,0 0-1 0 0,0 0 1 0 0,1 1 0 0 0,-1-1 0 0 0,1 0 0 0 0,0 0-1 0 0,-1 0 1 0 0,1 0 0 0 0,0-1 0 0 0,0 1 0 0 0,0 0-1 0 0,0-1 1 0 0,1 1 0 0 0,-1-1 0 0 0,0 0-1 0 0,1 0 1 0 0,-1 0 0 0 0,0 0 0 0 0,1 0 0 0 0,0-1-1 0 0,-1 1 1 0 0,1-1 0 0 0,-1 1 0 0 0,1-1 0 0 0,0 0-1 0 0,-1 0 1 0 0,1 0 0 0 0,-1 0 0 0 0,1-1-1 0 0,0 1 1 0 0,-1-1 0 0 0,1 1 0 0 0,-1-1 0 0 0,1 0-1 0 0,-1 0 1 0 0,0 0 0 0 0,1-1 0 0 0,-1 1 0 0 0,0 0-1 0 0,0-1 1 0 0,0 1 0 0 0,0-1 0 0 0,0 0-1 0 0,0 0 11 0 0,2-1 165 0 0,-1 0-1 0 0,0 0 0 0 0,1 0 0 0 0,-1-1 0 0 0,-1 1 0 0 0,1-1 0 0 0,0 1 0 0 0,-1-1 0 0 0,0 0 0 0 0,0 0 0 0 0,0 0 0 0 0,-1-1 0 0 0,1 1 0 0 0,-1 0 0 0 0,0 0 0 0 0,0-1 1 0 0,0 1-1 0 0,-1-1 0 0 0,1 1 0 0 0,-1-1 0 0 0,0 0-164 0 0,-4-97 1770 0 0,-1 23-1522 0 0,4 52-258 0 0,-2 23-184 0 0,2 3-591 0 0,1 1-230 0 0,0 0-1137 0 0,0 0-4403 0 0</inkml:trace>
  <inkml:trace contextRef="#ctx0" brushRef="#br0" timeOffset="1579.96">853 1086 10104 0 0,'0'0'230'0'0,"0"0"30"0"0,0 0 19 0 0,0 0 84 0 0,0 0 321 0 0,0 0 144 0 0,0 0 32 0 0,0 0-50 0 0,0 0-222 0 0,0 0-92 0 0,0 2-16 0 0,0 109 1009 0 0,-4-71-1489 0 0,-4-13 0 0 0,2-12 389 0 0,3-7-1644 0 0,2-2-3510 0 0,1-6-331 0 0</inkml:trace>
  <inkml:trace contextRef="#ctx0" brushRef="#br0" timeOffset="2046.189">431 645 9240 0 0,'0'0'208'0'0,"0"0"33"0"0,0 0 14 0 0,0 0 41 0 0,0 0 168 0 0,0 0 72 0 0,0 0 9 0 0,1-1-9 0 0,61-14 2279 0 0,9 11-1895 0 0,112-24-2711 0 0,-158 25-3370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22 114 5328 0 0,'0'0'116'0'0,"0"0"17"0"0,0 0 12 0 0,0 0 70 0 0,0 0 244 0 0,0 0 106 0 0,4-5 1584 0 0,0-9 101 0 0,-3 13-1817 0 0,-1 1 6 0 0,-4-11 5109 0 0,-4 27-4673 0 0,3 0-867 0 0,1-1-1 0 0,1 1 1 0 0,1 0-1 0 0,0 0 0 0 0,0 0 1 0 0,2 0-1 0 0,0 0 1 0 0,2 11-8 0 0,-1 15 4 0 0,13 28-4 0 0,-5-57 0 0 0,13-10 64 0 0,-16-6 44 0 0,0 0 0 0 0,0-1 0 0 0,0 1 0 0 0,-1-2 0 0 0,1 1 0 0 0,-1 0 0 0 0,0-1 0 0 0,0 0 0 0 0,-1 0 0 0 0,1-1 0 0 0,-1 1 0 0 0,-1-1 0 0 0,1 0 0 0 0,-1 0 0 0 0,0 0 0 0 0,1-4-108 0 0,8-28 888 0 0,-12 36-718 0 0,2-9 128 0 0,37 55-374 0 0,-37-42 76 0 0,0 1 0 0 0,0-1 0 0 0,0 0 0 0 0,0 1 0 0 0,0-1 0 0 0,1 0 0 0 0,-1 0 0 0 0,1 0 0 0 0,0-1 0 0 0,0 1 0 0 0,-1-1 0 0 0,1 1 0 0 0,0-1 0 0 0,0 0 0 0 0,0 0 0 0 0,0 0 0 0 0,2-1 0 0 0,-4 1 0 0 0,3-1 4 0 0,1 0-1 0 0,-1 0 0 0 0,0 0 0 0 0,0 0 0 0 0,1-1 0 0 0,-1 1 1 0 0,0-1-1 0 0,0 0 0 0 0,1-1 0 0 0,-1 1 0 0 0,0-1 0 0 0,0 0 1 0 0,2-1-4 0 0,11-4 18 0 0,33-28 746 0 0,-24-1 412 0 0,-24 31-1057 0 0,0 0 0 0 0,0 0-1 0 0,-1 0 1 0 0,0 0 0 0 0,0 0 0 0 0,0 0-1 0 0,0 0 1 0 0,-1 0 0 0 0,0 0 0 0 0,0 0-1 0 0,-1-4-118 0 0,1-1 122 0 0,-8-101 170 0 0,7 69-868 0 0,1 41 328 0 0,0 1-236 0 0,0 0-105 0 0,0 0-19 0 0,9 1-1740 0 0,0 1 465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6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 10656 0 0,'0'0'241'0'0,"0"0"38"0"0,0 0 10 0 0,0 0-33 0 0,0 0-43 0 0,0 0 427 0 0,0-9 3320 0 0,-5 14 1540 0 0,-3 42-5169 0 0,12 80-185 0 0,-8-45-82 0 0,4-49-64 0 0,0-14-2809 0 0,0-19 1018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7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71 9792 0 0,'-1'0'222'0'0,"-25"0"526"0"0,10 4-598 0 0,15-4 382 0 0,-7 0 532 0 0,8 0 4546 0 0,87-4-4310 0 0,-2-19-601 0 0,-39 9-602 0 0,1 2 1 0 0,1 3 0 0 0,46-4-98 0 0,-15 21-2147 0 0,-65-8 523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3:58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9 159 11000 0 0,'0'0'248'0'0,"0"0"34"0"0,0 0 21 0 0,0 0-34 0 0,-1-1-174 0 0,-3-58 3339 0 0,5 41-1058 0 0,-1 17-1957 0 0,0 1-47 0 0,0 0-11 0 0,0 0-23 0 0,0 0-96 0 0,0 0-39 0 0,0 0-10 0 0,0 0-18 0 0,0 0-74 0 0,0 1-27 0 0,-5 45 16 0 0,5 88-90 0 0,5-79 0 0 0,21 4-744 0 0,-24-58 720 0 0,1 0 0 0 0,0-1 0 0 0,0 1 0 0 0,0 0 0 0 0,0-1 0 0 0,0 0 0 0 0,-1 0 0 0 0,1 0 0 0 0,0 0 0 0 0,0 0 0 0 0,0 0 0 0 0,0-1 0 0 0,0 1 0 0 0,0-1 0 0 0,2-1 24 0 0,5-5 0 0 0,-3 6 0 0 0,-1-6 11 0 0,-4 3 50 0 0,0 0 0 0 0,0 1-1 0 0,0-1 1 0 0,0-1 0 0 0,0 1 0 0 0,-1 0-1 0 0,0 0 1 0 0,0-1 0 0 0,0 1 0 0 0,0 0-1 0 0,-1-1 1 0 0,1 1 0 0 0,-1-1 0 0 0,-1 0-61 0 0,6-30 633 0 0,-1 12-336 0 0,-4 22-210 0 0,0 1-6 0 0,13 12-1 0 0,32 74-80 0 0,-18-57 0 0 0,-20-25 0 0 0,-5-2 0 0 0,0 0 0 0 0,0 0 0 0 0,0-1 0 0 0,0 1 0 0 0,1-1 0 0 0,-1 1 0 0 0,0-1 0 0 0,1 0 0 0 0,-1 0 0 0 0,1 0 0 0 0,0 0 0 0 0,-1 0 0 0 0,1-1 0 0 0,0 1 0 0 0,-1-1 0 0 0,1 0 0 0 0,0 0 0 0 0,-1 0 0 0 0,1 0 0 0 0,0 0 0 0 0,0 0 0 0 0,-1-1 0 0 0,1 1 0 0 0,0-1 0 0 0,-1 0 0 0 0,1 0 0 0 0,12-5 110 0 0,-12 5-64 0 0,-1 0 0 0 0,0 0 0 0 0,1 0 0 0 0,-1 0 0 0 0,1 0 0 0 0,-1 0 0 0 0,0-1 0 0 0,0 1 0 0 0,0-1 0 0 0,0 1 0 0 0,0-1 1 0 0,0 0-1 0 0,0 0 0 0 0,-1 0 0 0 0,1 0 0 0 0,0 0 0 0 0,-1 0 0 0 0,1-1-46 0 0,16-44 1453 0 0,-5-32-133 0 0,-8 25-937 0 0,11-96-222 0 0,-12 135-297 0 0,-3 14-33 0 0,-1 1-14 0 0,0 0-131 0 0,0 0-550 0 0,0 0-243 0 0,0 1-852 0 0,4 6-3380 0 0,0 4-1445 0 0</inkml:trace>
  <inkml:trace contextRef="#ctx0" brushRef="#br0" timeOffset="807.4">589 371 12240 0 0,'0'0'273'0'0,"5"-4"376"0"0,17-38 1393 0 0,-23 27 3977 0 0,-51 61-5827 0 0,-14 17-128 0 0,21-7-64 0 0,23-21 0 0 0,18-25-12 0 0,9-4-101 0 0,12 0 102 0 0,23-13 11 0 0,-8-1 0 0 0,86-33 0 0 0,-91 23-230 0 0,-26 18 132 0 0,-7-36-982 0 0,-7 5 952 0 0,4 15 128 0 0,-16-30 474 0 0,24 45-316 0 0,1 1 2 0 0,0 0 0 0 0,0 0 0 0 0,0 0 0 0 0,0 0 0 0 0,0 0-6 0 0,0 0-29 0 0,0 0-12 0 0,0 0-1 0 0,0 0-2 0 0,0 0-12 0 0,0 0-2 0 0,0 0 0 0 0,0 0-1 0 0,-5 84 458 0 0,10-14-421 0 0,9 79 72 0 0,2-50-204 0 0,-11-67-49 0 0,-5-32-267 0 0,1 4 737 0 0,-1-1-4323 0 0,0-3 2476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0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239 185 9256 0 0,'1'-2'266'0'0,"13"-30"43"0"0,11-37 4814 0 0,-38 15-631 0 0,-17 27-1692 0 0,14 26-2267 0 0,12 2-516 0 0,1 1 1 0 0,0-1-1 0 0,-1 1 0 0 0,1 0 0 0 0,0 0 0 0 0,0 0 1 0 0,0 0-1 0 0,0 0 0 0 0,0 1 0 0 0,1-1 0 0 0,-1 1 0 0 0,1 0 1 0 0,-1 0-1 0 0,1 0 0 0 0,0 0 0 0 0,0 0 0 0 0,0 1-17 0 0,-6 18-5 0 0,0 0 0 0 0,2 0 0 0 0,1 0 0 0 0,1 0 0 0 0,1 1 0 0 0,0 0 0 0 0,2 0 0 0 0,1 10 5 0 0,-2 15-13 0 0,10 189-242 0 0,5-56-694 0 0,-7-8 72 0 0,-12-102-577 0 0,-6-36 520 0 0,11-34 424 0 0,1-1 68 0 0,0 0 15 0 0,-13-12-4978 0 0,8 5 3360 0 0</inkml:trace>
  <inkml:trace contextRef="#ctx0" brushRef="#br0" timeOffset="287.82">1 588 11976 0 0,'0'0'266'0'0,"0"0"44"0"0,0 0 15 0 0,0 0-26 0 0,0-1-198 0 0,0-1 49 0 0,0 1 1 0 0,0-1-1 0 0,0 1 0 0 0,1-1 1 0 0,-1 1-1 0 0,1-1 1 0 0,-1 1-1 0 0,1 0 0 0 0,-1-1 1 0 0,1 1-1 0 0,0 0 0 0 0,0-1 1 0 0,0 1-1 0 0,0 0 1 0 0,-1 0-1 0 0,2 0 0 0 0,-1 0 1 0 0,0 0-1 0 0,0 0 0 0 0,0 0 1 0 0,0 0-1 0 0,1 0 1 0 0,-1 1-1 0 0,0-1 0 0 0,1 0 1 0 0,-1 1-1 0 0,0-1 0 0 0,2 1-150 0 0,36-12 2258 0 0,60 20-812 0 0,-20-3-3164 0 0,-61-2-3070 0 0,0-2-1537 0 0</inkml:trace>
  <inkml:trace contextRef="#ctx0" brushRef="#br0" timeOffset="1198.28">350 742 6992 0 0,'0'0'157'0'0,"0"0"23"0"0,0 0 12 0 0,0 0 69 0 0,1-14 2950 0 0,2-7-430 0 0,-3 20-2115 0 0,0 1-2 0 0,0-7 276 0 0,-1 7 2103 0 0,-20 53-2955 0 0,1 97-88 0 0,23-58 0 0 0,-2-88-21 0 0,-1 0 0 0 0,1 1 0 0 0,0-1 0 0 0,0 1-1 0 0,0-1 1 0 0,0 0 0 0 0,1 0 0 0 0,0 0-1 0 0,0 0 1 0 0,0 0 0 0 0,0 0 0 0 0,3 4 21 0 0,-3-8-10 0 0,0 1 1 0 0,-1 0-1 0 0,1 0 1 0 0,0-1-1 0 0,-1 1 1 0 0,1-1-1 0 0,0 1 1 0 0,0-1-1 0 0,0 0 1 0 0,-1 1-1 0 0,1-1 1 0 0,0 0-1 0 0,0 0 1 0 0,0-1-1 0 0,0 1 1 0 0,-1 0-1 0 0,1-1 1 0 0,0 1-1 0 0,0-1 1 0 0,-1 1-1 0 0,2-1 10 0 0,7-1-18 0 0,-7 0 18 0 0,1 1 0 0 0,0-1 0 0 0,0 1 0 0 0,-1-1 0 0 0,1 0 0 0 0,-1 0 0 0 0,0-1 0 0 0,1 1 0 0 0,-1-1 0 0 0,0 1 0 0 0,-1-1 0 0 0,1 0 0 0 0,0 0 0 0 0,-1 0 0 0 0,2-2 0 0 0,5-7 0 0 0,-6 9 47 0 0,-2 0-1 0 0,1 0 0 0 0,0-1 0 0 0,-1 1 0 0 0,0-1 0 0 0,1 1 0 0 0,-1-1 1 0 0,-1 1-1 0 0,1-1 0 0 0,0 0 0 0 0,-1 0 0 0 0,0 1 0 0 0,0-1 0 0 0,0 0 0 0 0,0 1 1 0 0,-1-1-1 0 0,1 0 0 0 0,-2-2-46 0 0,0-18 199 0 0,0 10-39 0 0,3 17-90 0 0,9 55-130 0 0,-8-52 60 0 0,-1 0-5 0 0,0-1 1 0 0,1 0 0 0 0,0 0 0 0 0,0 1 0 0 0,0-1-1 0 0,0 0 1 0 0,1 0 0 0 0,0-1 0 0 0,0 1-1 0 0,0-1 1 0 0,1 1 0 0 0,-1-1 0 0 0,1 0 0 0 0,0 0-1 0 0,2 1 5 0 0,40 10 0 0 0,-42-16 46 0 0,1 0-1 0 0,-1 0 1 0 0,1 0-1 0 0,-1-1 1 0 0,0 1-1 0 0,1-1 1 0 0,-1 0-1 0 0,0-1 1 0 0,0 1-1 0 0,0-1 1 0 0,0 1-1 0 0,-1-1 0 0 0,1-1 1 0 0,-1 1-1 0 0,0 0 1 0 0,0-1-1 0 0,0 1 1 0 0,0-1-1 0 0,-1 0 1 0 0,2-3-46 0 0,-1 1 210 0 0,0 0 1 0 0,-1 0 0 0 0,1-1-1 0 0,-2 1 1 0 0,1-1 0 0 0,-1 1-1 0 0,0-1 1 0 0,0 0 0 0 0,0 1-1 0 0,-1-4-210 0 0,9-105 1088 0 0,-5 64-1008 0 0,1 37-324 0 0,-5 11-21 0 0,0-2-358 0 0,0 4-7319 0 0,0 1 1489 0 0</inkml:trace>
  <inkml:trace contextRef="#ctx0" brushRef="#br0" timeOffset="1499.99">772 942 11056 0 0,'0'0'248'0'0,"0"0"34"0"0,0 0 22 0 0,0 0-29 0 0,0 0-48 0 0,0 0 461 0 0,0 0 221 0 0,0 0 47 0 0,0 0-44 0 0,0 1-228 0 0,4 21 1408 0 0,-3 30-590 0 0,3 47-1214 0 0,-13-24-309 0 0,5-42-670 0 0,-1-23-2154 0 0,5-10 1123 0 0</inkml:trace>
  <inkml:trace contextRef="#ctx0" brushRef="#br0" timeOffset="2149.17">408 552 7248 0 0,'0'0'209'0'0,"-1"1"-5"0"0,-13 2 467 0 0,6 0 426 0 0,-8 2 235 0 0,15-2 4666 0 0,156 6-3994 0 0,-31-18-1854 0 0,-101 5-240 0 0,-2 1-1242 0 0,-8 3-2906 0 0,-3 0-1463 0 0</inkml:trace>
  <inkml:trace contextRef="#ctx0" brushRef="#br0" timeOffset="4758.66">966 706 8928 0 0,'0'0'200'0'0,"0"0"33"0"0,0 0 14 0 0,0-1-41 0 0,0-2-58 0 0,-5-17 3856 0 0,5 20-3386 0 0,0 0-28 0 0,0 0-106 0 0,0 0-48 0 0,-1-3 2243 0 0,-4 11-2673 0 0,1-1 1 0 0,0 1 0 0 0,1 0 0 0 0,0 1-1 0 0,0-1 1 0 0,0 0 0 0 0,1 1 0 0 0,0 0-1 0 0,1-1 1 0 0,0 1 0 0 0,1 0-1 0 0,-1 0 1 0 0,2 0 0 0 0,-1-1 0 0 0,2 9-7 0 0,-1 9 5 0 0,2 76-5 0 0,3-58 0 0 0,6-10 64 0 0,-10-33-64 0 0,0 0 0 0 0,0 0 0 0 0,0 0 0 0 0,0-1 0 0 0,0 1 0 0 0,0-1 0 0 0,0 1 0 0 0,0-1 0 0 0,0 1 0 0 0,0-1 0 0 0,1 0 0 0 0,-1 0 0 0 0,0 0 0 0 0,0 0 0 0 0,0-1 0 0 0,0 1 0 0 0,1 0 0 0 0,-1-1 0 0 0,0 0 0 0 0,0 1 0 0 0,0-1 0 0 0,0 0 0 0 0,0 0 0 0 0,0 0 0 0 0,0 0 0 0 0,-1-1 0 0 0,1 1 0 0 0,0-1 0 0 0,1 1 0 0 0,0 0 3 0 0,-1 0 0 0 0,1-1 0 0 0,-1 1 0 0 0,0-1 0 0 0,1 1 0 0 0,-1-1 1 0 0,0 1-1 0 0,0-1 0 0 0,0 0 0 0 0,0 0 0 0 0,-1 0 0 0 0,1-1 0 0 0,0 1 0 0 0,-1 0 0 0 0,1 0 0 0 0,-1-1 0 0 0,0 1 0 0 0,0-1 0 0 0,0 1 0 0 0,0-1 0 0 0,0 0 0 0 0,-1 1 0 0 0,1-1 0 0 0,-1 0 0 0 0,0 1 0 0 0,1-1 0 0 0,-2-1-3 0 0,-3-41 424 0 0,0 1 52 0 0,4 36-450 0 0,8 19-10 0 0,25 57-80 0 0,-11-38 64 0 0,-20-27 6 0 0,0 0-1 0 0,0-1 0 0 0,0 1 0 0 0,1-1 1 0 0,-1 0-1 0 0,1 0 0 0 0,0 0 1 0 0,0 0-1 0 0,0 0 0 0 0,0 0 0 0 0,0-1 1 0 0,0 0-1 0 0,0 1 0 0 0,0-1 0 0 0,0 0 1 0 0,1-1-1 0 0,-1 1 0 0 0,0 0 0 0 0,1-1 1 0 0,-1 0-1 0 0,0 0 0 0 0,1 0 1 0 0,-1 0-1 0 0,1-1 0 0 0,-1 1 0 0 0,0-1 1 0 0,0 0-1 0 0,1 0 0 0 0,-1 0 0 0 0,0 0 1 0 0,0 0-1 0 0,0-1 0 0 0,0 1 0 0 0,0-1 1 0 0,0 0-1 0 0,0 0 0 0 0,-1 0 1 0 0,1 0-1 0 0,-1-1 0 0 0,0 1 0 0 0,1-1-5 0 0,3-4 183 0 0,-1 0 0 0 0,0-1 0 0 0,-1 0-1 0 0,1 1 1 0 0,-1-1 0 0 0,-1-1 0 0 0,1 1-1 0 0,-2 0 1 0 0,1-1 0 0 0,-1 0 0 0 0,0 1-1 0 0,-1-1 1 0 0,0 0 0 0 0,0-7-183 0 0,3-62 864 0 0,-4-4-737 0 0,0 81-381 0 0,0 1-50 0 0,0 0 0 0 0,0 0-61 0 0,0 0-259 0 0,0 0-117 0 0,0 8-5703 0 0,0-1 131 0 0</inkml:trace>
  <inkml:trace contextRef="#ctx0" brushRef="#br0" timeOffset="5488.68">1481 886 10536 0 0,'0'0'308'0'0,"0"0"-2"0"0,0 0-54 0 0,0 0 499 0 0,0 0 237 0 0,0 0 48 0 0,0 0-40 0 0,0 0-211 0 0,0 0-90 0 0,0 0-21 0 0,0 0-39 0 0,0 0-156 0 0,0 0-67 0 0,0 0-18 0 0,0 0-30 0 0,-2 1-117 0 0,-4 4-189 0 0,0-1 0 0 0,0 1 0 0 0,0 0 0 0 0,1 1 1 0 0,0 0-1 0 0,0 0 0 0 0,0 0 0 0 0,0 0 0 0 0,1 1 0 0 0,0-1 0 0 0,1 1 0 0 0,0 0 0 0 0,0 0 0 0 0,0 1-58 0 0,-32 47 0 0 0,8-12 0 0 0,23-35 0 0 0,3-1 0 0 0,1-1 0 0 0,0 3 0 0 0,9 4 0 0 0,9-5-53 0 0,48-21 42 0 0,0-6 11 0 0,-60 17 0 0 0,-1 1 0 0 0,2-2-16 0 0,-6 2-65 0 0,-1 1-23 0 0,0-8-119 0 0,-1-1 99 0 0,0-1-1 0 0,-1 1 0 0 0,0-1 1 0 0,-1 1-1 0 0,0 0 0 0 0,0 0 1 0 0,-1 1-1 0 0,-3-6 125 0 0,-17-50 40 0 0,11 31 429 0 0,13 32-350 0 0,0 1 28 0 0,0 0 11 0 0,0 0 2 0 0,0 0-8 0 0,0 0-33 0 0,0 0-14 0 0,0 0-1 0 0,0 0-1 0 0,0 0-6 0 0,0 0-1 0 0,0 0 0 0 0,1 11 79 0 0,21 79 189 0 0,-13-46-257 0 0,0 30 13 0 0,4 21-46 0 0,-8-67-74 0 0,-1 23 64 0 0,-4-30-4214 0 0,0-21 2669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0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28 135 7632 0 0,'0'0'166'0'0,"0"0"29"0"0,0 0 14 0 0,-11 0 2046 0 0,-4 0 496 0 0,14 0-2298 0 0,1 0-18 0 0,0 0-3 0 0,0 0-15 0 0,0 0-62 0 0,0 0-31 0 0,0 0-4 0 0,0 0-8 0 0,0 0-35 0 0,0 0-19 0 0,0 0-2 0 0,0 0-13 0 0,0 0-56 0 0,0 0-26 0 0,0 0-8 0 0,0 0-7 0 0,0 0-29 0 0,0 0-12 0 0,0 0-1 0 0,0 0-4 0 0,1 0-17 0 0,99-4 258 0 0,-14-8-329 0 0,-22 0-12 0 0,44 0-713 0 0,-87 9-2088 0 0,-21 3 2076 0 0,2-1-823 0 0,5-3-3248 0 0</inkml:trace>
  <inkml:trace contextRef="#ctx0" brushRef="#br0" timeOffset="546.829">174 1 8720 0 0,'0'0'256'0'0,"0"0"-7"0"0,0 0-9 0 0,0 0 539 0 0,0 0 254 0 0,0 0 50 0 0,0 0-43 0 0,0 0-202 0 0,0 0-86 0 0,0 0-16 0 0,0 0-62 0 0,0 0-237 0 0,0 0-100 0 0,0 0-17 0 0,0 0-27 0 0,0 0-83 0 0,0 0-33 0 0,0 0-8 0 0,0 0-3 0 0,0 7 132 0 0,-5 30 222 0 0,2 25-96 0 0,6 139-72 0 0,15-98-242 0 0,-13-91-3137 0 0,-5-12 1721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15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10336 0 0,'0'0'233'0'0,"0"0"39"0"0,0 0 15 0 0,0-1-47 0 0,17-29 5115 0 0,-16 30-5329 0 0,-1 0 0 0 0,1 0 0 0 0,-1 0 0 0 0,0 0-1 0 0,1 0 1 0 0,-1 0 0 0 0,1 0 0 0 0,-1 0-1 0 0,0 0 1 0 0,1 1 0 0 0,-1-1 0 0 0,0 0 0 0 0,1 0-1 0 0,-1 0 1 0 0,1 0 0 0 0,-1 1 0 0 0,0-1-1 0 0,1 0 1 0 0,-1 0 0 0 0,0 0 0 0 0,1 1-1 0 0,-1-1 1 0 0,0 0 0 0 0,0 1 0 0 0,1-1 0 0 0,-1 0-1 0 0,0 1 1 0 0,0-1 0 0 0,0 0 0 0 0,1 1-1 0 0,-1-1 1 0 0,0 0 0 0 0,0 1 0 0 0,0-1-1 0 0,0 1 1 0 0,0-1 0 0 0,0 0 0 0 0,0 1 0 0 0,0-1-1 0 0,0 1 1 0 0,0-1 0 0 0,0 0 0 0 0,0 1-1 0 0,0-1 1 0 0,0 1 0 0 0,0-1 0 0 0,0 0-1 0 0,0 1 1 0 0,0-1-26 0 0,0 2 99 0 0,13 230-41 0 0,13-126-522 0 0,-16-93 454 0 0,-9-13 11 0 0,0 1-1 0 0,0-1 1 0 0,0 0 0 0 0,0 1 0 0 0,1-1-1 0 0,-1 0 1 0 0,0 0 0 0 0,0 1 0 0 0,1-1-1 0 0,-1 0 1 0 0,0 0 0 0 0,0-1 0 0 0,0 1 0 0 0,1 0-1 0 0,-1 0 1 0 0,0 0 0 0 0,0-1 0 0 0,0 1-1 0 0,0-1 1 0 0,1 1 0 0 0,-1-1 0 0 0,0 1-1 0 0,0-1 1 0 0,0 0 0 0 0,0 1 0 0 0,0-1-1 0 0,0 0 1 0 0,0 0 0 0 0,-1 0 0 0 0,1 0 0 0 0,0 0-1 0 0,0 0 1 0 0,0-1-1 0 0,-1 2-1 0 0,8-11 122 0 0,0-1 0 0 0,-1 0 0 0 0,-1 0 0 0 0,0 0 0 0 0,0-1 0 0 0,-1 0 0 0 0,-1 0 0 0 0,1-4-121 0 0,4-45 825 0 0,-6 19-325 0 0,-2 42-469 0 0,0 10-147 0 0,17 54 38 0 0,9 10 25 0 0,-26-71 51 0 0,0 0-1 0 0,0-1 1 0 0,1 1-1 0 0,-1 0 1 0 0,0-1 0 0 0,1 1-1 0 0,0-1 1 0 0,-1 0-1 0 0,1 1 1 0 0,0-1 0 0 0,0 0-1 0 0,-1 0 1 0 0,1 0-1 0 0,0 0 1 0 0,0-1 0 0 0,0 1-1 0 0,0 0 1 0 0,0-1-1 0 0,1 0 1 0 0,-1 1-1 0 0,0-1 1 0 0,0 0 0 0 0,0 0-1 0 0,0 0 1 0 0,0 0-1 0 0,0 0 1 0 0,0-1 0 0 0,0 1-1 0 0,1-1 1 0 0,-1 1-1 0 0,1-1 3 0 0,9-6 218 0 0,0 0-1 0 0,-1-1 0 0 0,0 0 0 0 0,0-1 0 0 0,-1 0 0 0 0,0 0 1 0 0,-1-1-1 0 0,0 0 0 0 0,0-1 0 0 0,-1 0 0 0 0,-1 0 1 0 0,1-1-1 0 0,-2 0 0 0 0,0 0 0 0 0,0-1 0 0 0,-1 0 0 0 0,-1 0 1 0 0,2-8-218 0 0,11-92 381 0 0,-16 58-364 0 0,-1 54-198 0 0,0 1-42 0 0,0 0-1 0 0,0 0-68 0 0,0 0-285 0 0,0 0-126 0 0,0 0-859 0 0,0 0-3494 0 0,0 0-1497 0 0</inkml:trace>
  <inkml:trace contextRef="#ctx0" brushRef="#br0" timeOffset="707.99">616 651 12816 0 0,'0'0'289'0'0,"0"0"40"0"0,0 0 22 0 0,0 0-40 0 0,0 0-91 0 0,0 0 373 0 0,0 0 188 0 0,0 0 34 0 0,0 0-39 0 0,0 0-194 0 0,0 0-80 0 0,0 0-20 0 0,0 0-36 0 0,0 0-148 0 0,0 1-66 0 0,-22 80 456 0 0,9 10-624 0 0,4-16-64 0 0,5 7-14 0 0,3-69-203 0 0,1-10-2760 0 0,0-3-3334 0 0</inkml:trace>
  <inkml:trace contextRef="#ctx0" brushRef="#br0" timeOffset="5712.17">776 512 10880 0 0,'0'0'248'0'0,"0"0"34"0"0,0 0 20 0 0,1-1-38 0 0,3-13-160 0 0,0-9 3409 0 0,-4 22-2948 0 0,1-9 3554 0 0,7 114-3981 0 0,-4-9-138 0 0,2-60 0 0 0,-3-26 0 0 0,-2-8 2 0 0,-1 0 0 0 0,1 0 0 0 0,-1 0 0 0 0,1 0-1 0 0,0 0 1 0 0,0 0 0 0 0,-1 0 0 0 0,1 0 0 0 0,0 0-1 0 0,0 0 1 0 0,0 0 0 0 0,0-1 0 0 0,0 1 0 0 0,0 0-1 0 0,0-1 1 0 0,0 1 0 0 0,0-1 0 0 0,0 1 0 0 0,1-1-1 0 0,-1 1 1 0 0,0-1 0 0 0,0 0 0 0 0,0 1 0 0 0,1-1-1 0 0,-1 0 1 0 0,0 0 0 0 0,0 0 0 0 0,1 0 0 0 0,-1 0-1 0 0,0 0 1 0 0,0 0 0 0 0,0-1 0 0 0,1 1 0 0 0,-1 0-1 0 0,0-1 1 0 0,0 1 0 0 0,1-1-2 0 0,6-4 76 0 0,-1 0 0 0 0,1-1-1 0 0,-1 0 1 0 0,0 0 0 0 0,-1 0-1 0 0,0-1 1 0 0,0 0 0 0 0,0-1 0 0 0,-1 1-1 0 0,1-1-75 0 0,-3 1 115 0 0,0 1-1 0 0,0-1 0 0 0,0 0 0 0 0,-1 0 0 0 0,1 0 0 0 0,-2-1 0 0 0,1 1 1 0 0,-1 0-1 0 0,0-1 0 0 0,-1 1 0 0 0,0-1 0 0 0,0 1 0 0 0,-1-5-114 0 0,1 19-13 0 0,1-1 0 0 0,0 1 0 0 0,0-1 0 0 0,0 1 0 0 0,1-1-1 0 0,-1 0 1 0 0,2 1 0 0 0,-1-1 0 0 0,1 0 0 0 0,0 0 0 0 0,0-1 0 0 0,0 1-1 0 0,1-1 1 0 0,0 1 0 0 0,0-1 0 0 0,1 0 0 0 0,-1-1 0 0 0,1 1 0 0 0,0-1-1 0 0,0 0 1 0 0,3 2 13 0 0,-4-5 4 0 0,1 0-1 0 0,-1 0 1 0 0,0 0-1 0 0,1 0 0 0 0,-1-1 1 0 0,1 0-1 0 0,-1 0 1 0 0,0 0-1 0 0,1 0 1 0 0,-1-1-1 0 0,1 0 0 0 0,-1 1 1 0 0,0-2-1 0 0,1 1 1 0 0,-1 0-1 0 0,0-1 0 0 0,0 0 1 0 0,0 0-1 0 0,0 0 1 0 0,0-1-1 0 0,-1 1 1 0 0,1-1-1 0 0,0 0-3 0 0,-1 1 69 0 0,0-1-1 0 0,-1 1 1 0 0,1 0-1 0 0,-1-1 1 0 0,1 1 0 0 0,-1-1-1 0 0,0 0 1 0 0,0 0-1 0 0,0 0 1 0 0,0 0-1 0 0,0 0 1 0 0,-1 0 0 0 0,1 0-1 0 0,-1 0 1 0 0,0-1-1 0 0,0 1 1 0 0,0-1 0 0 0,0 1-69 0 0,3-64 918 0 0,0-19-614 0 0,0 43-304 0 0,-3 26-108 0 0,-1 17 16 0 0,0 0 1 0 0,0 1-1 0 0,0-1 0 0 0,1 0 0 0 0,-1 0 0 0 0,0 0 0 0 0,0 0 1 0 0,0 0-1 0 0,0 0 0 0 0,0 1 0 0 0,1-1 0 0 0,-1 0 0 0 0,0 0 1 0 0,0 0-1 0 0,0 0 0 0 0,0 0 0 0 0,1 0 0 0 0,-1 0 0 0 0,0 0 1 0 0,0 0-1 0 0,0 0 0 0 0,1 0 0 0 0,-1 0 0 0 0,0 0 0 0 0,0 0 1 0 0,0 0-1 0 0,1 0 0 0 0,-1 0 0 0 0,0 0 0 0 0,0 0 0 0 0,0 0 1 0 0,1 0-1 0 0,-1 0 0 0 0,0 0 0 0 0,0 0 0 0 0,0 0 0 0 0,0 0 1 0 0,1-1-1 0 0,-1 1 0 0 0,0 0 0 0 0,0 0 0 0 0,0 0 0 0 0,0 0 0 0 0,0 0 1 0 0,1-1-1 0 0,-1 1 0 0 0,0 0 0 0 0,0 0 0 0 0,0 0 0 0 0,0 0 1 0 0,0-1-1 0 0,0 1 0 0 0,0 0 0 0 0,0 0 0 0 0,0 0 0 0 0,0 0 1 0 0,0-1-1 0 0,0 1 0 0 0,0 0 0 0 0,0 0 0 0 0,0 0 0 0 0,0-1 1 0 0,0 1-1 0 0,0 0 0 0 0,0 0 0 0 0,0 0 92 0 0,5 8-6982 0 0</inkml:trace>
  <inkml:trace contextRef="#ctx0" brushRef="#br0" timeOffset="6545.91">1374 567 12120 0 0,'0'0'273'0'0,"0"0"40"0"0,0 0 22 0 0,0 0-39 0 0,2 0-196 0 0,10-7 35 0 0,-16 14 6935 0 0,-24 36-7083 0 0,-15 21 23 0 0,17-29-10 0 0,8-5-156 0 0,17-27 108 0 0,1 7 36 0 0,0-2 5 0 0,2-1-41 0 0,5 1 31 0 0,-2-3 17 0 0,-4-4 0 0 0,1 0 0 0 0,-1 0 0 0 0,0 0 0 0 0,1 0 0 0 0,-1 0 0 0 0,1 0 0 0 0,-1-1 0 0 0,1 1 0 0 0,0-1 0 0 0,-1 1 0 0 0,1-1 0 0 0,0 0 0 0 0,-1 0 0 0 0,1 0 0 0 0,0 1 0 0 0,-1-2 0 0 0,1 1 0 0 0,0 0 0 0 0,-1 0 0 0 0,1 0 0 0 0,0-1 0 0 0,-1 1 0 0 0,1-1 0 0 0,0 0 0 0 0,2 0 0 0 0,67-34 0 0 0,-59 26-13 0 0,3 0-107 0 0,-12 6 96 0 0,-1-4-29 0 0,-1 3 57 0 0,0 0 1 0 0,-1 0-1 0 0,1 1 1 0 0,-1-1-1 0 0,0 0 1 0 0,0 0-1 0 0,0 0 1 0 0,0 0-1 0 0,-1 0 1 0 0,0 1 0 0 0,0-1-1 0 0,0 0 1 0 0,0 0-1 0 0,0 1 1 0 0,-1-1-1 0 0,1 1 1 0 0,-1-1-1 0 0,-1-1-4 0 0,0-2 72 0 0,-10-13 121 0 0,4-10 287 0 0,8 29-362 0 0,1 1-12 0 0,-1-6 786 0 0,7 87-628 0 0,15 64-68 0 0,-6-34-196 0 0,-13-85-84 0 0,-4 29-304 0 0,2-54 95 0 0,0 6-219 0 0,0-5-4425 0 0,0-2-1128 0 0</inkml:trace>
  <inkml:trace contextRef="#ctx0" brushRef="#br0" timeOffset="7078.31">767 295 6592 0 0,'0'0'149'0'0,"0"0"23"0"0,0 0 11 0 0,-1 0-30 0 0,-16 0-122 0 0,1 0 1267 0 0,14 0-595 0 0,2 0 10 0 0,0 0 13 0 0,0 0 2 0 0,0 0 0 0 0,0 0-23 0 0,0 0-94 0 0,0 0-41 0 0,0 0-8 0 0,0 0-32 0 0,0 0-122 0 0,0 0-50 0 0,5-6 315 0 0,40-23 348 0 0,-5 18-609 0 0,-10 6-47 0 0,135-30 931 0 0,-20 27-902 0 0,-105 8-326 0 0,40 3-174 0 0,-79-3-60 0 0,0 2-24 0 0,-1-2-35 0 0,3 7-105 0 0,2-4-6006 0 0,-5-3 812 0 0</inkml:trace>
  <inkml:trace contextRef="#ctx0" brushRef="#br0" timeOffset="8320.359">1925 216 8656 0 0,'22'-102'2300'0'0,"-20"97"-1849"0"0,-1-1 0 0 0,0 0-1 0 0,0 0 1 0 0,-1 0 0 0 0,1-1 0 0 0,-1 1 0 0 0,-1 0 0 0 0,1 0 0 0 0,-1 0 0 0 0,0 0 0 0 0,-1 0 0 0 0,1 1 0 0 0,-1-1 0 0 0,0 0-1 0 0,-2-3-450 0 0,3 8 567 0 0,-18-14 1753 0 0,13 15-2258 0 0,0 1 0 0 0,0 0 1 0 0,0 0-1 0 0,0 0 0 0 0,0 0 0 0 0,0 1 0 0 0,0 0 0 0 0,0 0 0 0 0,1 1 1 0 0,-1 0-1 0 0,1 0 0 0 0,0 0 0 0 0,0 1 0 0 0,0-1 0 0 0,0 1 1 0 0,0 0-1 0 0,1 1 0 0 0,0-1 0 0 0,0 1 0 0 0,0-1 0 0 0,0 3-62 0 0,-6 8 0 0 0,0 1 0 0 0,2 0 0 0 0,0 0 0 0 0,1 1 0 0 0,0 0 0 0 0,1 0 0 0 0,1 4 0 0 0,-31 151-60 0 0,26-83-66 0 0,4 1 0 0 0,4 0 0 0 0,6 31 126 0 0,0 6-620 0 0,1-10 262 0 0,-10-41-91 0 0,-11-34-518 0 0,-1-33-2982 0 0,15-9 2691 0 0</inkml:trace>
  <inkml:trace contextRef="#ctx0" brushRef="#br0" timeOffset="8716.88">1494 627 10512 0 0,'0'0'306'0'0,"1"-1"-4"0"0,42-22 632 0 0,-24 14 1033 0 0,44-9 2114 0 0,2 9-2704 0 0,11 14-1346 0 0,-2-1-3028 0 0,-60-1 1652 0 0</inkml:trace>
  <inkml:trace contextRef="#ctx0" brushRef="#br0" timeOffset="9641.13">1964 871 8984 0 0,'0'-8'433'0'0,"12"-23"194"0"0,-15 4 4137 0 0,3 26-3996 0 0,0 1-32 0 0,-1-1-137 0 0,1 0-515 0 0,-1 1 0 0 0,1 0-1 0 0,0-1 1 0 0,0 1 0 0 0,-1-1-1 0 0,1 1 1 0 0,0 0 0 0 0,-1-1-1 0 0,1 1 1 0 0,-1 0 0 0 0,1 0-1 0 0,0-1 1 0 0,-1 1 0 0 0,1 0-1 0 0,-1 0 1 0 0,1 0 0 0 0,-1-1-1 0 0,1 1 1 0 0,-1 0 0 0 0,1 0-1 0 0,0 0 1 0 0,-1 0 0 0 0,1 0-1 0 0,-1 0 1 0 0,1 0 0 0 0,-1 0-1 0 0,1 0 1 0 0,-1 0-1 0 0,1 0 1 0 0,-1 0 0 0 0,1 1-1 0 0,-1-1 1 0 0,1 0 0 0 0,-1 0-1 0 0,1 0 1 0 0,0 1 0 0 0,-1-1-1 0 0,1 0 1 0 0,-1 0 0 0 0,1 1-1 0 0,0-1 1 0 0,-1 0 0 0 0,1 1-84 0 0,-7 2-275 0 0,4 0 321 0 0,0 1 0 0 0,0-1 0 0 0,0 1 1 0 0,1-1-1 0 0,-1 1 0 0 0,1 0 0 0 0,0 0 0 0 0,0 0 0 0 0,0 0 0 0 0,1 0 0 0 0,-1 1 1 0 0,1-1-1 0 0,0 0 0 0 0,0 1 0 0 0,0 3-46 0 0,-3 8 49 0 0,-4 86-33 0 0,17-55-122 0 0,-8-46 61 0 0,0 1 1 0 0,1-1-1 0 0,-1 0 0 0 0,0 0 1 0 0,1 0-1 0 0,-1 0 1 0 0,0 0-1 0 0,1 0 0 0 0,-1 0 1 0 0,1-1-1 0 0,-1 1 1 0 0,1 0-1 0 0,0-1 0 0 0,-1 0 1 0 0,1 1-1 0 0,0-1 1 0 0,-1 0-1 0 0,1 1 0 0 0,0-1 1 0 0,-1 0-1 0 0,1 0 1 0 0,0-1-1 0 0,-1 1 1 0 0,1 0-1 0 0,0-1 0 0 0,-1 1 1 0 0,1 0-1 0 0,0-1 1 0 0,-1 0-1 0 0,1 1 0 0 0,-1-1 1 0 0,1 0-1 0 0,-1 0 1 0 0,1 0-1 0 0,-1 0 0 0 0,0 0 45 0 0,57-44-64 0 0,-49 23 286 0 0,-9 21-137 0 0,0 1-16 0 0,0 1-15 0 0,-2 3-54 0 0,0-1 1 0 0,1 0 0 0 0,-1 0-1 0 0,1 1 1 0 0,0-1-1 0 0,0 1 1 0 0,1-1 0 0 0,-1 1-1 0 0,1-1 1 0 0,0 1-1 0 0,-1-1 1 0 0,2 1 0 0 0,-1 0-1 0 0,0-1 1 0 0,1 1-1 0 0,-1-1 1 0 0,1 1 0 0 0,0-1-1 0 0,0 1 0 0 0,3 9-1 0 0,-3-10-2 0 0,1 1 0 0 0,1-1 0 0 0,-1 0-1 0 0,0 0 1 0 0,1 0 0 0 0,-1 0-1 0 0,1 0 1 0 0,0 0 0 0 0,0-1 0 0 0,0 1-1 0 0,1-1 1 0 0,-1 0 0 0 0,0 0 0 0 0,1 0-1 0 0,-1-1 1 0 0,1 1 0 0 0,0-1-1 0 0,0 0 1 0 0,-1 0 0 0 0,1 0 0 0 0,0 0-1 0 0,3-1 4 0 0,42-15 24 0 0,-29 3 228 0 0,28-28 1080 0 0,-45 34-1113 0 0,0-1-1 0 0,-1 1 0 0 0,1-1 1 0 0,-1 0-1 0 0,-1 0 0 0 0,1 0 1 0 0,-1 0-1 0 0,0 0 0 0 0,-1 0 0 0 0,0 0 1 0 0,0 0-1 0 0,-1-7-218 0 0,1-3 120 0 0,-5-68 364 0 0,2 19-537 0 0,-2 44-196 0 0,4 21 15 0 0,1 1 2 0 0,0 0-190 0 0,0 0-802 0 0,0 0-354 0 0,0 0-71 0 0,0 0-14 0 0</inkml:trace>
  <inkml:trace contextRef="#ctx0" brushRef="#br0" timeOffset="10134">2310 1021 11056 0 0,'0'0'248'0'0,"0"0"34"0"0,0 0 22 0 0,0 0-29 0 0,0 0-48 0 0,0 0 461 0 0,0 0 221 0 0,0 0 47 0 0,9 8 2596 0 0,0 32-1460 0 0,-9-32-1979 0 0,3 22 107 0 0,-11 37-143 0 0,-1-18-394 0 0,1-17-1047 0 0,4-11-691 0 0,3-20 658 0 0,1-1-261 0 0</inkml:trace>
  <inkml:trace contextRef="#ctx0" brushRef="#br0" timeOffset="12203.77">2478 579 9152 0 0,'0'0'208'0'0,"0"0"33"0"0,0 0 14 0 0,0 0 65 0 0,0 0 270 0 0,0 0 125 0 0,0 0 21 0 0,0 0-27 0 0,0 0-137 0 0,0 0-57 0 0,0 0-16 0 0,2 0-29 0 0,78-16 1419 0 0,26 5-1409 0 0,17 2-228 0 0,-70 9-42 0 0,-30 0-5821 0 0,-23 0 361 0 0</inkml:trace>
  <inkml:trace contextRef="#ctx0" brushRef="#br0" timeOffset="10974.64">2514 831 9880 0 0,'0'0'290'0'0,"0"-4"97"0"0,0-9-1552 0 0,0-8 5672 0 0,0 15 202 0 0,0 23-3764 0 0,-4 50-859 0 0,0 35-86 0 0,20 9-281 0 0,-2-89-75 0 0,-13-21 249 0 0,17-1-278 0 0,-16 0 382 0 0,0 0-1 0 0,0-1 1 0 0,0 1-1 0 0,0-1 1 0 0,0 0-1 0 0,-1 1 1 0 0,1-1-1 0 0,0 0 1 0 0,0 0-1 0 0,-1 0 1 0 0,1 0-1 0 0,-1 0 1 0 0,1 0-1 0 0,-1-1 1 0 0,1 1-1 0 0,-1 0 1 0 0,0-1-1 0 0,0 1 0 0 0,0-1 1 0 0,0 0-1 0 0,0 1 1 0 0,0-1-1 0 0,0 0 1 0 0,0 0-1 0 0,0 1 1 0 0,-1-1-1 0 0,1-2 4 0 0,7-16 71 0 0,-3-23 458 0 0,-4 4 93 0 0,15 97-676 0 0,6-10 54 0 0,-16-42 0 0 0,25 12 0 0 0,-27-17 59 0 0,0 0 0 0 0,-1-1 0 0 0,1 0 0 0 0,0 0-1 0 0,0 0 1 0 0,0 0 0 0 0,0 0 0 0 0,0-1 0 0 0,-1 0-1 0 0,1 0 1 0 0,0 0 0 0 0,0 0 0 0 0,-1 0 0 0 0,1-1-1 0 0,-1 0 1 0 0,1 0 0 0 0,-1 0 0 0 0,0 0 0 0 0,0 0-1 0 0,0 0 1 0 0,0-1 0 0 0,0 0 0 0 0,0 1 0 0 0,-1-1-1 0 0,1 0 1 0 0,-1-1 0 0 0,0 1 0 0 0,0 0 0 0 0,0 0-1 0 0,1-4-58 0 0,25-100 2468 0 0,-11-42-1553 0 0,-9 79-838 0 0,-7 57-4229 0 0,-1 13 2528 0 0</inkml:trace>
  <inkml:trace contextRef="#ctx0" brushRef="#br0" timeOffset="11786.54">3038 965 12176 0 0,'0'0'273'0'0,"0"0"40"0"0,0 0 23 0 0,1 0-34 0 0,10-2 4704 0 0,-10 20-5091 0 0,-1-18 387 0 0,-31 47 34 0 0,-80 63 347 0 0,106-105-659 0 0,1 2 19 0 0,1 6-33 0 0,7-7-10 0 0,27 9 0 0 0,-23-14 0 0 0,1 1 0 0 0,1 0-1 0 0,1-2 1 0 0,-1 1-1 0 0,0-1 1 0 0,0-1-1 0 0,0 1 1 0 0,0-2-1 0 0,0 0 0 0 0,5-1 1 0 0,-1 0-7 0 0,17-5-286 0 0,-4-12-1043 0 0,-25 18 1303 0 0,-1 0 1 0 0,0-1-1 0 0,1 1 0 0 0,-1 0 0 0 0,0-1 0 0 0,0 1 1 0 0,-1-1-1 0 0,1 1 0 0 0,0-1 0 0 0,-1 0 1 0 0,0 1-1 0 0,1-1 0 0 0,-1 1 0 0 0,0-1 1 0 0,0 0-1 0 0,-1 1 0 0 0,1-1 0 0 0,0 0 0 0 0,-1 0 33 0 0,-4-37 0 0 0,1 13 0 0 0,-1-1 0 0 0,-4 5 608 0 0,9 23-392 0 0,-5-7 1623 0 0,1 57-1518 0 0,17 99 98 0 0,-12-70-366 0 0,-10-21 413 0 0,8-42-1249 0 0,1-15 276 0 0,-3 5-269 0 0,-2-6-4006 0 0,-10-5 3163 0 0,11 4-11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6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329 333 12584 0 0,'1'-2'281'0'0,"38"-80"814"0"0,1-23 1217 0 0,-30 38 198 0 0,-28 5 63 0 0,-13 49-1430 0 0,26 12-1126 0 0,0 1-1 0 0,0 0 1 0 0,1 0-1 0 0,-1 0 1 0 0,0 0-1 0 0,0 1 1 0 0,0 0 0 0 0,0 0-1 0 0,1 0 1 0 0,-1 1-1 0 0,0-1 1 0 0,1 1 0 0 0,-1 0-1 0 0,1 1 1 0 0,0-1-1 0 0,0 1 1 0 0,0 0-1 0 0,0 0 1 0 0,0 0 0 0 0,0 0-1 0 0,1 1 1 0 0,0-1-1 0 0,-3 4-16 0 0,-7 11-6 0 0,0 1-1 0 0,1 0 0 0 0,1 1 0 0 0,1 0 0 0 0,1 1 1 0 0,1 0-1 0 0,0 0 0 0 0,2 1 0 0 0,0 0 0 0 0,2 0 1 0 0,-2 21 6 0 0,-2 16-71 0 0,2 1 1 0 0,4 1 0 0 0,3 38 70 0 0,0-24-123 0 0,-1 208-477 0 0,-2-254 497 0 0,-1 0 0 0 0,-1 0 0 0 0,-1-1 0 0 0,-8 27 103 0 0,11-47-270 0 0,0-1-1 0 0,-1 0 0 0 0,1 0 1 0 0,-2 0-1 0 0,1 0 0 0 0,-1 0 1 0 0,0-1-1 0 0,0 1 0 0 0,-2 1 271 0 0,5-7-254 0 0,1-1-61 0 0,0 0-274 0 0,0 0-126 0 0,0 0-19 0 0</inkml:trace>
  <inkml:trace contextRef="#ctx0" brushRef="#br0" timeOffset="275.909">1 696 12464 0 0,'0'0'281'0'0,"0"0"40"0"0,0 0 22 0 0,0 0-39 0 0,1-6 457 0 0,2 2-507 0 0,1 0 0 0 0,0 1 1 0 0,1-1-1 0 0,-1 1 0 0 0,1 0 0 0 0,-1 0 0 0 0,1 0 0 0 0,0 1 0 0 0,0 0 0 0 0,0 0 0 0 0,0 0 0 0 0,1 0 1 0 0,-1 1-1 0 0,0 0 0 0 0,1 0 0 0 0,-1 0 0 0 0,1 1-254 0 0,17-5 327 0 0,2 0-519 0 0,1 2 1 0 0,0 1-1 0 0,-1 0 0 0 0,21 3 192 0 0,-17-1-1673 0 0,-11 0 424 0 0</inkml:trace>
  <inkml:trace contextRef="#ctx0" brushRef="#br0" timeOffset="1012.21">431 885 12408 0 0,'0'-1'281'0'0,"8"-53"798"0"0,-4 42 2089 0 0,-11 16 117 0 0,-51 117-2835 0 0,37-39-1144 0 0,21-78 657 0 0,-1-1-1 0 0,2 0 0 0 0,-1 1 1 0 0,0-1-1 0 0,1 0 0 0 0,-1 1 1 0 0,1-1-1 0 0,0 0 1 0 0,0 0-1 0 0,0 1 0 0 0,1-1 1 0 0,-1 0-1 0 0,1 0 0 0 0,0 0 1 0 0,0-1-1 0 0,0 1 0 0 0,0 0 1 0 0,0-1-1 0 0,0 1 0 0 0,1-1 1 0 0,-1 0-1 0 0,1 0 0 0 0,2 2 38 0 0,0-2-130 0 0,0-1-1 0 0,0 1 0 0 0,0-1 1 0 0,0 0-1 0 0,0-1 0 0 0,1 1 1 0 0,-1-1-1 0 0,0 0 0 0 0,0-1 1 0 0,0 1-1 0 0,0-1 0 0 0,0 0 1 0 0,0 0-1 0 0,0 0 1 0 0,0-1-1 0 0,0 0 0 0 0,0 0 1 0 0,-1 0-1 0 0,1 0 0 0 0,-1-1 131 0 0,20-6 9 0 0,-21 8 74 0 0,0 0 0 0 0,0 0-1 0 0,1 0 1 0 0,-1 0 0 0 0,-1-1-1 0 0,1 1 1 0 0,0-1-1 0 0,0 0 1 0 0,0 0 0 0 0,-1 0-1 0 0,1 0 1 0 0,-1 0-1 0 0,0-1 1 0 0,0 1 0 0 0,0-1-1 0 0,0 1 1 0 0,0-1 0 0 0,0 0-1 0 0,-1 0 1 0 0,1 0-1 0 0,-1 0 1 0 0,0 0 0 0 0,0 0-1 0 0,0 0 1 0 0,0 0-1 0 0,0-3-82 0 0,-5-21 1160 0 0,4 26-938 0 0,0 1-106 0 0,0 0-27 0 0,0 0-20 0 0,-2 1-15 0 0,-12 26-42 0 0,13-19-14 0 0,10 28 2 0 0,-9-34-19 0 0,1 1 0 0 0,0-1 1 0 0,0 1-1 0 0,0-1 0 0 0,1 0 0 0 0,-1 0 0 0 0,1 0 0 0 0,-1 0 0 0 0,1 0 0 0 0,0 0 0 0 0,-1 0 0 0 0,1 0 0 0 0,0-1 0 0 0,0 1 0 0 0,1 0 0 0 0,-1-1 0 0 0,0 0 0 0 0,0 0 0 0 0,1 1 19 0 0,33-1-306 0 0,8-18 124 0 0,-39 15 278 0 0,-1 0-1 0 0,0 0 1 0 0,1-1-1 0 0,-1 0 1 0 0,0 0 0 0 0,0 0-1 0 0,0 0 1 0 0,-1 0-1 0 0,1-1 1 0 0,-1 0-1 0 0,0 0 1 0 0,0 0-1 0 0,0 0 1 0 0,2-3-96 0 0,3-63 2638 0 0,-12-45-739 0 0,3 34-2568 0 0,2 73 48 0 0,2-3-737 0 0,2 6-3103 0 0,-4 4-2384 0 0</inkml:trace>
  <inkml:trace contextRef="#ctx0" brushRef="#br0" timeOffset="1494.77">905 972 12008 0 0,'0'0'266'0'0,"0"0"44"0"0,0 0 15 0 0,0 0-26 0 0,0 0-74 0 0,0 0 428 0 0,0 0 209 0 0,0 0 39 0 0,0 0-57 0 0,0 0-280 0 0,0 0-127 0 0,0 0-21 0 0,0 0-39 0 0,0 7 46 0 0,-4 49 214 0 0,-5 3-465 0 0,-17 28-432 0 0,18-65-1916 0 0,7-20-2110 0 0,1-2-1319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8864 0 0,'0'0'258'0'0,"0"0"2"0"0,0 0-54 0 0,0 0 378 0 0,0 0 184 0 0,0 0 37 0 0,0 0-18 0 0,0 0-117 0 0,0 0-50 0 0,0 0-10 0 0,0 0-34 0 0,0 0-136 0 0,0 0-66 0 0,0 0-12 0 0,0 0-19 0 0,0 0-65 0 0,0 0-29 0 0,0 0-8 0 0,0 0-11 0 0,0 0-46 0 0,5 4 138 0 0,70 15 692 0 0,-57-16-950 0 0,0-1 1 0 0,0-2-1 0 0,0 1 0 0 0,0-2 1 0 0,0-1-1 0 0,0 0 0 0 0,8-2-64 0 0,96-16-41 0 0,-58 8-854 0 0,-44 6 147 0 0,-9 5-4845 0 0,-4 1 327 0 0</inkml:trace>
  <inkml:trace contextRef="#ctx0" brushRef="#br0" timeOffset="278.77">254 0 13736 0 0,'0'0'306'0'0,"0"0"46"0"0,0 0 24 0 0,0 0-38 0 0,0 0-141 0 0,-10 1 1847 0 0,6 2-1953 0 0,0 0 0 0 0,1 0 0 0 0,0 1 0 0 0,-1-1 1 0 0,1 1-1 0 0,0 0 0 0 0,1 0 0 0 0,-1 0 0 0 0,1 1 1 0 0,0-1-1 0 0,0 1 0 0 0,0-1 0 0 0,0 1 0 0 0,1-1 0 0 0,0 1 1 0 0,0 0-1 0 0,0 0 0 0 0,1 0 0 0 0,-1-1 0 0 0,1 1 0 0 0,1 4-91 0 0,-6 67 368 0 0,5 180-144 0 0,5-205-641 0 0,-1-26-3632 0 0,-4-24-1652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8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25 120 12416 0 0,'0'0'365'0'0,"0"-1"-4"0"0,30-49 2626 0 0,-29 49-2034 0 0,-1 1-288 0 0,0 0-121 0 0,0 0-28 0 0,0 0-33 0 0,0 0-124 0 0,0 0-58 0 0,0 0-12 0 0,0 0-13 0 0,0 0-52 0 0,0 0-28 0 0,-13 25 298 0 0,4-5-427 0 0,1 0 1 0 0,1 1 0 0 0,1 0 0 0 0,1 0-1 0 0,0 4-67 0 0,4-17-29 0 0,0-1 0 0 0,1 0 0 0 0,-1 1 0 0 0,1-1 0 0 0,1 1 1 0 0,0-1-1 0 0,0 0 0 0 0,0 1 0 0 0,1-1 0 0 0,0 0 0 0 0,1 3 29 0 0,0-8-176 0 0,-1 1 1 0 0,0-1 0 0 0,1 0 0 0 0,0 0-1 0 0,-1 0 1 0 0,1-1 0 0 0,0 1 0 0 0,0 0-1 0 0,0-1 1 0 0,0 0 0 0 0,0 0 0 0 0,0 0-1 0 0,0 0 1 0 0,1 0 0 0 0,-1-1 0 0 0,0 1-1 0 0,0-1 1 0 0,1 0 0 0 0,-1 0-1 0 0,1 0 176 0 0,2-1-43 0 0,0 1 0 0 0,0-1 0 0 0,-1 0-1 0 0,1-1 1 0 0,0 1 0 0 0,-1-1-1 0 0,1 0 1 0 0,-1-1 0 0 0,1 1 0 0 0,-1-1-1 0 0,0 0 1 0 0,3-3 43 0 0,-5 4-1 0 0,6-13 409 0 0,-8-2 1168 0 0,-5 19-1560 0 0,4 5-16 0 0,-1-1 0 0 0,1 0 0 0 0,1 1 0 0 0,-1-1 0 0 0,1 0 0 0 0,0 1 0 0 0,1-1 0 0 0,-1 0 0 0 0,1 0 0 0 0,1 0 0 0 0,1 3 0 0 0,4 6 0 0 0,-6-14 0 0 0,0 0 0 0 0,-1 0 0 0 0,1 0 0 0 0,0 0 0 0 0,0-1 0 0 0,0 1 0 0 0,0-1 0 0 0,1 0 0 0 0,-1 1 0 0 0,0-1 0 0 0,0 0 0 0 0,0 0 0 0 0,0 0 0 0 0,0 0 0 0 0,0-1 0 0 0,0 1 0 0 0,0-1 0 0 0,0 1 0 0 0,1-1 0 0 0,1-1 0 0 0,1 0 0 0 0,-1-1 0 0 0,0 1 0 0 0,0-1 0 0 0,0 0 0 0 0,0 0 0 0 0,-1-1 0 0 0,1 1 0 0 0,-1-1 0 0 0,0 1 0 0 0,3-5 0 0 0,3-2 0 0 0,-5 2 312 0 0,1 0 0 0 0,-1 1-1 0 0,-1-1 1 0 0,1-1 0 0 0,-1 1-1 0 0,-1 0 1 0 0,0-1-1 0 0,0 1 1 0 0,0-1 0 0 0,-1 0-1 0 0,-1 0 1 0 0,1-5-312 0 0,1-11 332 0 0,1 4-329 0 0,-2 3-13 0 0,2-1 1 0 0,0 1-1 0 0,0 0 1 0 0,2 0-1 0 0,0 0 1 0 0,2 0-1 0 0,3-7 10 0 0,-2 14-820 0 0,-7 10-602 0 0,-1 1-3813 0 0,0 0-1631 0 0</inkml:trace>
  <inkml:trace contextRef="#ctx0" brushRef="#br0" timeOffset="7646.69">544 317 9040 0 0,'0'0'266'0'0,"0"0"1"0"0,1-1-171 0 0,2-5 33 0 0,8-2 3035 0 0,-10 7-2436 0 0,-1 1-50 0 0,0 0-8 0 0,0 0-40 0 0,0 0-152 0 0,0 0-59 0 0,0 0-17 0 0,0 0-24 0 0,0 0-96 0 0,0 0-39 0 0,0 0-10 0 0,0 0-21 0 0,0 0-84 0 0,0 1-37 0 0,-3 5-73 0 0,-1-1 0 0 0,0 1 0 0 0,0-1 0 0 0,0 0 1 0 0,-1 0-1 0 0,0-1 0 0 0,1 1 0 0 0,-2-1 0 0 0,1 0 0 0 0,0 0 0 0 0,-1-1 0 0 0,-1 1-18 0 0,-28 21 62 0 0,0 7-41 0 0,-35 20 32 0 0,55-32-113 0 0,13-13 48 0 0,5 1 12 0 0,-1-6 0 0 0,0 0 0 0 0,0 0 0 0 0,1 0 0 0 0,-1-1 0 0 0,1 1 0 0 0,-1-1 0 0 0,1 1 0 0 0,-1-1 0 0 0,1 0 0 0 0,0 0 0 0 0,0 0 0 0 0,0 0 0 0 0,-1 0 0 0 0,1-1 0 0 0,0 1 0 0 0,0-1 0 0 0,0 0 0 0 0,0 0 0 0 0,2 0 0 0 0,11 2 0 0 0,108-2 64 0 0,-94-4-210 0 0,-13-11-1350 0 0,-20-9 480 0 0,-19-20 691 0 0,-4 2 579 0 0,4 23 678 0 0,22 18-687 0 0,-6-2 1915 0 0,4 8-2100 0 0,1 0 0 0 0,-1 0 0 0 0,1 0 0 0 0,0 0 0 0 0,0 0 0 0 0,0 0 0 0 0,0 0 0 0 0,1 0-1 0 0,0 0 1 0 0,0 0 0 0 0,1 0 0 0 0,-1 1-60 0 0,5 26 205 0 0,0 0-81 0 0,13 30 28 0 0,5 64-24 0 0,-19-83-128 0 0,-4-16-464 0 0,0-26 280 0 0,0 5-270 0 0,0-4-2736 0 0,0-2 1923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4:34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11664 0 0,'0'0'264'0'0,"0"0"34"0"0,0 0 21 0 0,0-8 61 0 0,3-58 4261 0 0,-2 65-4097 0 0,-1 1-33 0 0,0 0-114 0 0,0 0-49 0 0,0 0-11 0 0,0 0-21 0 0,0 0-84 0 0,0 0-37 0 0,0 0-10 0 0,0 0-19 0 0,-4 23-76 0 0,4 115-90 0 0,0-130-46 0 0,1-1-1 0 0,0 1 1 0 0,1-1-1 0 0,0 1 1 0 0,0-1-1 0 0,0 0 0 0 0,1 1 1 0 0,0-1-1 0 0,3 3 47 0 0,-6-8-3 0 0,1-1-29 0 0,-1 1 1 0 0,1 0 0 0 0,0 0 0 0 0,0-1 0 0 0,0 1-1 0 0,0-1 1 0 0,0 1 0 0 0,0-1 0 0 0,1 1 0 0 0,-1-1-1 0 0,0 0 1 0 0,1 1 0 0 0,-1-1 0 0 0,1 0 0 0 0,-1 0-1 0 0,1 0 1 0 0,0 0 0 0 0,0 0 0 0 0,-1-1-1 0 0,1 1 1 0 0,0 0 0 0 0,0-1 0 0 0,0 1 0 0 0,-1-1-1 0 0,1 0 1 0 0,0 0 0 0 0,0 1 0 0 0,0-1 0 0 0,0 0-1 0 0,0-1 1 0 0,0 1 0 0 0,0 0 0 0 0,-1-1-1 0 0,2 1 32 0 0,2-2 4 0 0,0 0 0 0 0,1 0 0 0 0,-1 0 0 0 0,0-1 0 0 0,-1 0 0 0 0,1 0 0 0 0,0 0-1 0 0,-1-1 1 0 0,0 1 0 0 0,0-1 0 0 0,0 0 0 0 0,0-1 0 0 0,0 1 0 0 0,-1 0 0 0 0,0-1-1 0 0,0 0 1 0 0,0 0 0 0 0,0 0 0 0 0,-1 0 0 0 0,0 0 0 0 0,0 0 0 0 0,0-3-4 0 0,8-35 742 0 0,-10 42-627 0 0,0 1-23 0 0,0 0-13 0 0,0 0-13 0 0,1 2-28 0 0,33 83-172 0 0,-27-73 134 0 0,23 16 0 0 0,-24-26 33 0 0,0-1 0 0 0,-1 0-1 0 0,1 1 1 0 0,0-2 0 0 0,0 1 0 0 0,0-1-1 0 0,0 0 1 0 0,0 0 0 0 0,0 0-1 0 0,0-1 1 0 0,-1 0 0 0 0,1 0-1 0 0,0-1 1 0 0,0 0 0 0 0,-1 0-1 0 0,1 0 1 0 0,-1 0 0 0 0,0-1 0 0 0,1 0-1 0 0,-1 0 1 0 0,0 0 0 0 0,-1-1-1 0 0,4-3-32 0 0,40-48 1544 0 0,-42 46-1271 0 0,-1-1-1 0 0,-1 0 1 0 0,0 0-1 0 0,0-1 0 0 0,-1 1 1 0 0,0-1-1 0 0,-1 0 1 0 0,0 0-1 0 0,0-2-272 0 0,15-69 162 0 0,-16 77 367 0 0,-1 3-3306 0 0,0 0-1202 0 0,0 2 2160 0 0</inkml:trace>
  <inkml:trace contextRef="#ctx0" brushRef="#br0" timeOffset="469.19">609 245 9968 0 0,'0'0'292'0'0,"0"0"0"0"0,0 0-28 0 0,0 0 589 0 0,0 0 276 0 0,4-4 737 0 0,-3 5 4525 0 0,3 38-5768 0 0,-13 89-462 0 0,5-87-177 0 0,-1 32-2165 0 0,5-72 941 0 0,0 1-52 0 0,-4 5-10 0 0</inkml:trace>
  <inkml:trace contextRef="#ctx0" brushRef="#br0" timeOffset="1065.7">781 82 11776 0 0,'0'0'266'0'0,"0"0"44"0"0,0 0 11 0 0,2 0-38 0 0,14-14-50 0 0,-3-1 2195 0 0,-3 9-182 0 0,-10 6-2185 0 0,0 0-1 0 0,0 0 1 0 0,0 1-1 0 0,1-1 1 0 0,-1 0-1 0 0,0 0 1 0 0,0 1-1 0 0,0-1 1 0 0,0 0-1 0 0,0 0 1 0 0,1 0-1 0 0,-1 1 1 0 0,0-1-1 0 0,0 0 1 0 0,0 0-1 0 0,1 0 1 0 0,-1 0-1 0 0,0 0 0 0 0,0 1 1 0 0,1-1-1 0 0,-1 0 1 0 0,0 0-1 0 0,0 0 1 0 0,1 0-1 0 0,-1 0 1 0 0,0 0-1 0 0,0 0 1 0 0,1 0-1 0 0,-1 0 1 0 0,0 0-1 0 0,1 0 1 0 0,-1 0-1 0 0,0 0 1 0 0,0 0-1 0 0,1 0 1 0 0,-1 0-1 0 0,0 0 0 0 0,0 0 1 0 0,1 0-1 0 0,-1-1 1 0 0,0 1-1 0 0,0 0 1 0 0,1 0-1 0 0,-1 0 1 0 0,0 0-1 0 0,0 0 1 0 0,0-1-1 0 0,1 1 1 0 0,-1 0-1 0 0,0 0 1 0 0,0 0-1 0 0,0-1 1 0 0,0 1-1 0 0,0 0 1 0 0,1 0-1 0 0,-1-1 1 0 0,0 1-1 0 0,0 0 0 0 0,0 0 1 0 0,0-1-1 0 0,0 1 1 0 0,0 0-1 0 0,0 0 1 0 0,0-1-1 0 0,0 1 1 0 0,0 0-1 0 0,0-1 1 0 0,0 1-1 0 0,0 0 1 0 0,0 0-61 0 0,10 93 374 0 0,7-18-391 0 0,-4-63-366 0 0,-10-10 315 0 0,1 0-1 0 0,0 0 1 0 0,-1-1 0 0 0,1 1-1 0 0,0-1 1 0 0,0 0-1 0 0,0 0 1 0 0,0 0 0 0 0,0-1-1 0 0,1 1 1 0 0,-1-1-1 0 0,0 0 1 0 0,0 0 0 0 0,0-1-1 0 0,0 1 1 0 0,0-1-1 0 0,0 0 1 0 0,0 0-1 0 0,0 0 1 0 0,0-1 0 0 0,3-1 68 0 0,5 0-61 0 0,20-17-18 0 0,-24 9 149 0 0,-3-8 235 0 0,3 7-69 0 0,6 22-183 0 0,15 44-208 0 0,-22-35 126 0 0,-6-18 30 0 0,0 2 19 0 0,0 0 0 0 0,0-1 0 0 0,0 1 0 0 0,0 0 0 0 0,0-1 0 0 0,1 1 0 0 0,-1-1 0 0 0,1 0 0 0 0,0 1 0 0 0,0-1 0 0 0,0 0 0 0 0,0 0 0 0 0,0 0 0 0 0,0 0 0 0 0,0-1 0 0 0,0 1 0 0 0,1 0-1 0 0,-1-1 1 0 0,1 0 0 0 0,1 1-20 0 0,31 3-296 0 0,-30-7 446 0 0,-1-1-1 0 0,1 1 0 0 0,-1-1 0 0 0,0 0 0 0 0,0 0 1 0 0,0 0-1 0 0,0 0 0 0 0,0-1 0 0 0,-1 1 1 0 0,1-1-1 0 0,-1 0 0 0 0,0 0 0 0 0,0 0 1 0 0,-1-1-1 0 0,1 1 0 0 0,-1-1 0 0 0,0 1 0 0 0,0-1 1 0 0,-1 0-1 0 0,1 0 0 0 0,-1 0 0 0 0,0 0 1 0 0,0 0-1 0 0,-1 0 0 0 0,1 0 0 0 0,-1-4-149 0 0,9-73 608 0 0,0 23-360 0 0,-2 24-302 0 0,-7 34-237 0 0,4-6-1778 0 0,-3 6 310 0 0,-1 1 228 0 0</inkml:trace>
  <inkml:trace contextRef="#ctx0" brushRef="#br0" timeOffset="10667.98">1385 229 8384 0 0,'0'0'242'0'0,"0"0"5"0"0,2-1-155 0 0,10-6 31 0 0,17-12 5029 0 0,-28 19-4460 0 0,-1 0-84 0 0,0 0-38 0 0,0 0-9 0 0,0 0-39 0 0,0 0-162 0 0,0 0-68 0 0,0 0-18 0 0,0 0-27 0 0,0 0-107 0 0,0 0-48 0 0,0 0-11 0 0,-9 7 53 0 0,-61 76 4 0 0,25-28-138 0 0,19-12-60 0 0,20-34 48 0 0,2-2 12 0 0,0 1-10 0 0,3 7-54 0 0,2-13 21 0 0,34 24 32 0 0,4-23 11 0 0,-11-5 0 0 0,78-7 0 0 0,-74 5 0 0 0,-23 1 0 0 0,12-4-626 0 0,-20 7 386 0 0,3-13-1343 0 0,-4 9 1491 0 0,-1 1 0 0 0,0 0 0 0 0,0 0-1 0 0,0-1 1 0 0,0 1 0 0 0,0 0 0 0 0,-1 0 0 0 0,0 0-1 0 0,0 0 1 0 0,1 1 0 0 0,-1-1 0 0 0,-1 0 0 0 0,1 1 0 0 0,0-1-1 0 0,-1 1 1 0 0,0-1 92 0 0,-10-10-70 0 0,-34-38 27 0 0,29 21 1003 0 0,17 28-714 0 0,1 2 2 0 0,0 0 1 0 0,0 0 7 0 0,0 0 6 0 0,0 0 2 0 0,0 0-10 0 0,0 0-45 0 0,0 0-17 0 0,0 0-7 0 0,0 0-1 0 0,0 0 0 0 0,0 0 0 0 0,0 0 0 0 0,0 0 0 0 0,1 20 368 0 0,17 130 863 0 0,3 15-1190 0 0,-17-129-225 0 0,1-10-20 0 0,-4-8-680 0 0,0-16 180 0 0,1 2 818 0 0,-1 1-6387 0 0,-1-5 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 6992 0 0,'0'0'157'0'0,"0"0"23"0"0,0 0 12 0 0,-2 0-27 0 0,-47 9 4237 0 0,-29 6-100 0 0,61-5-3089 0 0,15-8-1106 0 0,2-2-19 0 0,0 0-7 0 0,0 0-3 0 0,0 0-12 0 0,0 0-2 0 0,0 0 0 0 0,0 0 3 0 0,0 0 10 0 0,14 5 97 0 0,163-15 220 0 0,1 10-330 0 0,-166 8-154 0 0,-11-7-112 0 0,-1-1-43 0 0,0 0-10 0 0,0 0-171 0 0,0 0-717 0 0,0 0-311 0 0,0 0-68 0 0,0 0-12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12 7464 0 0,'0'0'216'0'0,"-2"1"-11"0"0,-4 4-56 0 0,5-4 398 0 0,-1 0 162 0 0,-11 9 1791 0 0,12-9-2010 0 0,1-1-9 0 0,0 0-29 0 0,0 0-17 0 0,0 0-3 0 0,0 0-14 0 0,0 0-56 0 0,0 0-30 0 0,0 0-4 0 0,0 0-2 0 0,0 0-6 0 0,88-7 2071 0 0,53-17-1226 0 0,-48 27-1048 0 0,-49 2-53 0 0,-40-4-80 0 0,-3-1-116 0 0,-1 0-228 0 0,0 0-69 0 0,0 0-10 0 0,0 0-185 0 0,0 0-773 0 0,0 0-333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91 8664 0 0,'0'0'197'0'0,"0"0"24"0"0,0 0 18 0 0,0-1-34 0 0,-3-38 4181 0 0,-2 21-467 0 0,5 17-3692 0 0,0 1-47 0 0,0 0-11 0 0,0 0-18 0 0,0 0-70 0 0,-6 19-17 0 0,4 1-64 0 0,0 1 0 0 0,1 0 0 0 0,1-1 0 0 0,1 1 0 0 0,3 18 0 0 0,6 13 0 0 0,3-17 0 0 0,-3-24 0 0 0,-2-6 0 0 0,7-5 0 0 0,-8-2 0 0 0,-3 1 0 0 0,0 0 0 0 0,-1 0 0 0 0,1-1 0 0 0,-1 1 0 0 0,1-1 0 0 0,-1 0 0 0 0,0 0 0 0 0,0 0 0 0 0,0 0 0 0 0,0 0 0 0 0,0-1 0 0 0,0 1 0 0 0,-1-1 0 0 0,1 0 0 0 0,-1 0 0 0 0,0 0 0 0 0,1 0 0 0 0,-2 0 0 0 0,2-2 0 0 0,13-73 283 0 0,-12 59-138 0 0,1 4 6 0 0,1 18-98 0 0,24 78-53 0 0,-28-75-7 0 0,1 0 0 0 0,-1 0 1 0 0,1 0-1 0 0,0 0 0 0 0,1-1 0 0 0,-1 0 0 0 0,1 0 0 0 0,0 0 0 0 0,0 0 0 0 0,1 0 0 0 0,0-1 0 0 0,-1 0 0 0 0,1 0 0 0 0,1 0 0 0 0,-1-1 0 0 0,1 1 0 0 0,-1-1 0 0 0,6 2 7 0 0,-5-4-1 0 0,0 1 1 0 0,0-1-1 0 0,0-1 0 0 0,0 1 1 0 0,-1-1-1 0 0,1 0 0 0 0,0-1 1 0 0,0 1-1 0 0,0-1 0 0 0,0 0 1 0 0,0 0-1 0 0,-1-1 0 0 0,1 0 1 0 0,-1 0-1 0 0,1 0 0 0 0,3-3 1 0 0,18-19 204 0 0,-22 18-72 0 0,-1 1-1 0 0,0-1 0 0 0,-1 0 1 0 0,1 0-1 0 0,-1-1 1 0 0,-1 1-1 0 0,1-1 0 0 0,-1 1 1 0 0,0-1-1 0 0,0 0 0 0 0,-1-1-131 0 0,0 4 87 0 0,3-16 201 0 0,-1 1-1 0 0,0 0 0 0 0,-2-1 0 0 0,0 1 0 0 0,-3-20-287 0 0,1-18 79 0 0,1 56-183 0 0,0 1-11 0 0,0 0 3 0 0,0 0-65 0 0,0 0-274 0 0,0 0-117 0 0,0 0-845 0 0,1 2-3436 0 0,1 4-1468 0 0</inkml:trace>
  <inkml:trace contextRef="#ctx0" brushRef="#br0" timeOffset="1">604 272 8608 0 0,'0'0'197'0'0,"0"0"24"0"0,0 0 17 0 0,0 0 91 0 0,0 0 376 0 0,0 0 167 0 0,0 0 31 0 0,0 0-27 0 0,0 0-145 0 0,0 0-69 0 0,0 0-12 0 0,0 0-38 0 0,0 0-152 0 0,0 0-69 0 0,0 0-8 0 0,0 0-27 0 0,0 0-91 0 0,0 0-38 0 0,0 0-10 0 0,0 0 13 0 0,0 2 56 0 0,5 63 261 0 0,-13 45-711 0 0,4-27 217 0 0,4-31 11 0 0,1-41-53 0 0,2-4 18 0 0,0-6-1358 0 0,-3-1-77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8 9584 0 0,'0'0'216'0'0,"0"0"32"0"0,0 0 12 0 0,0-7-59 0 0,-1 7 6029 0 0,-4 20-6156 0 0,1 0 0 0 0,0 0 0 0 0,2 0 0 0 0,0 0 0 0 0,1 0 0 0 0,1 0 0 0 0,1 1-74 0 0,-1 1 22 0 0,10 21-35 0 0,-9-41 1 0 0,0 0 1 0 0,1 1-1 0 0,-1-1 0 0 0,1-1 0 0 0,0 1 0 0 0,-1 0 1 0 0,1 0-1 0 0,0-1 0 0 0,0 1 0 0 0,0-1 0 0 0,0 1 1 0 0,0-1-1 0 0,1 0 0 0 0,-1 0 0 0 0,0 0 1 0 0,1 0-1 0 0,-1 0 0 0 0,0 0 0 0 0,2 0 12 0 0,50-9-67 0 0,-53 8 73 0 0,0-1-1 0 0,0 1 0 0 0,0 0 0 0 0,0 0 0 0 0,0-1 0 0 0,-1 1 0 0 0,1-1 0 0 0,0 1 0 0 0,0-1 1 0 0,0 1-1 0 0,0-1 0 0 0,-1 1 0 0 0,1-1 0 0 0,0 0 0 0 0,-1 1 0 0 0,1-1 0 0 0,0 0 0 0 0,-1 0 1 0 0,1 0-1 0 0,-1 1 0 0 0,1-1 0 0 0,-1 0 0 0 0,0 0 0 0 0,1 0 0 0 0,-1 0 0 0 0,0 0 0 0 0,1 0 1 0 0,-1 0-1 0 0,0 0 0 0 0,0 0-5 0 0,3-8 81 0 0,5-56 1276 0 0,-8 64-1198 0 0,0 1-6 0 0,0 0-11 0 0,0 0-46 0 0,0 0-22 0 0,0 0-2 0 0,0 0 0 0 0,0 1-12 0 0,0 9-60 0 0,1-1 0 0 0,-1 1 0 0 0,1-1 0 0 0,1 0 0 0 0,0 1 0 0 0,0-1 0 0 0,1 0 0 0 0,0 0 0 0 0,1 0 0 0 0,0 0 0 0 0,-2-6-12 0 0,1 0 0 0 0,0-1-1 0 0,0 1 1 0 0,0-1 0 0 0,0 1-1 0 0,0-1 1 0 0,0 0 0 0 0,1 0-1 0 0,-1-1 1 0 0,1 1 0 0 0,-1-1-1 0 0,1 1 1 0 0,0-1-1 0 0,0 0 1 0 0,0-1 12 0 0,0 0-1 0 0,-1 0 1 0 0,1-1-1 0 0,-1 1 0 0 0,1-1 0 0 0,-1 0 0 0 0,1-1 1 0 0,-1 1-1 0 0,1 0 0 0 0,-1-1 0 0 0,0 0 1 0 0,0 1-1 0 0,0-1 0 0 0,0-1 0 0 0,1 0 1 0 0,-1 1 0 0 0,1-1 110 0 0,0 1 0 0 0,0-2 0 0 0,-1 1 0 0 0,1 0 0 0 0,-1-1-1 0 0,1 0 1 0 0,-1 1 0 0 0,0-1 0 0 0,-1-1 0 0 0,1 1-1 0 0,-1 0 1 0 0,1-1 0 0 0,-1 1 0 0 0,-1-1 0 0 0,1 1-1 0 0,-1-1 1 0 0,0 0 0 0 0,0 0 0 0 0,0 0 0 0 0,0 0 0 0 0,-1 0-1 0 0,0-3-109 0 0,0-110 1160 0 0,-2 102-1160 0 0,1 13-5198 0 0,1 3-1339 0 0</inkml:trace>
  <inkml:trace contextRef="#ctx0" brushRef="#br0" timeOffset="1">588 263 8784 0 0,'0'0'197'0'0,"0"0"24"0"0,0 0 19 0 0,0 0-29 0 0,3-4-168 0 0,-2-2 71 0 0,-1 4 474 0 0,4-4 614 0 0,-5 5 4736 0 0,-5 2-5915 0 0,-1 0-1 0 0,1 1 1 0 0,-1 0 0 0 0,1 0-1 0 0,0 0 1 0 0,0 1-1 0 0,0 0 1 0 0,0 0 0 0 0,0 0-1 0 0,1 1 1 0 0,0 0 0 0 0,0 0-1 0 0,-1 1-22 0 0,-16 11 31 0 0,-44 47-265 0 0,43-28 108 0 0,5-6 46 0 0,10-10 68 0 0,7-11-48 0 0,1-2-16 0 0,0-5 68 0 0,0 0 0 0 0,1 0 0 0 0,-1 0 0 0 0,0 0 0 0 0,0 0 0 0 0,1 0-1 0 0,-1 0 1 0 0,1 0 0 0 0,-1 0 0 0 0,1 0 0 0 0,-1 0 0 0 0,1 0 0 0 0,0 0-1 0 0,-1 0 1 0 0,1 0 0 0 0,0-1 0 0 0,0 1 0 0 0,-1 0 0 0 0,1-1 0 0 0,0 1-1 0 0,0 0 1 0 0,0-1 0 0 0,0 1 0 0 0,0-1 0 0 0,0 1 0 0 0,0-1-1 0 0,1 1 9 0 0,7-1-24 0 0,-1 1-1 0 0,1-1 0 0 0,0 0 0 0 0,0-1 0 0 0,0 0 0 0 0,-1 0 0 0 0,1-1 0 0 0,0 0 0 0 0,-1-1 0 0 0,0 1 0 0 0,3-3 25 0 0,19-4-62 0 0,29-3-419 0 0,-24 1-925 0 0,-35 9 1352 0 0,-35-56 122 0 0,13 35 722 0 0,17 7 253 0 0,5 16-928 0 0,0 0-1 0 0,-1 0 0 0 0,1 1 1 0 0,0-1-1 0 0,0 0 0 0 0,0 0 1 0 0,0 0-1 0 0,0 0 0 0 0,0 0 1 0 0,-1 0-1 0 0,1 1 0 0 0,0-1 1 0 0,0 0-1 0 0,0 0 0 0 0,0 0 1 0 0,-1 0-1 0 0,1 0 0 0 0,0 0 1 0 0,0 0-1 0 0,0 0 0 0 0,0 0 1 0 0,-1 0-1 0 0,1 0 0 0 0,0 0-114 0 0,9 65 424 0 0,-1-18-282 0 0,-3 8-9 0 0,-1 36-56 0 0,-4 53-31 0 0,0-142-148 0 0,-5 6-699 0 0,1-1-1104 0 0,4-7 124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20 6720 0 0,'0'0'197'0'0,"-15"0"2230"0"0,1-6 285 0 0,13 5-2312 0 0,1 1 4 0 0,0 0 17 0 0,0 0 10 0 0,0 0 1 0 0,0 0-12 0 0,0 0-50 0 0,0 0-18 0 0,0 0-6 0 0,0 0-18 0 0,0 0-68 0 0,0 0-33 0 0,0 0-3 0 0,0 0-5 0 0,0 0-22 0 0,0 0-6 0 0,0 0-6 0 0,8 0 142 0 0,51-12 158 0 0,153 12-1215 0 0,-159 0-1582 0 0,-22 0 951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32 8088 0 0,'0'0'182'0'0,"0"0"29"0"0,0 0 12 0 0,-2 0-37 0 0,-5 0-148 0 0,0 0 63 0 0,5 0 416 0 0,2 0 149 0 0,0 0 26 0 0,0 0-24 0 0,0 0-118 0 0,0 0-50 0 0,0 0-10 0 0,0 0-29 0 0,0 0-112 0 0,0 0-49 0 0,0 0-10 0 0,0 0-8 0 0,0 0-20 0 0,0 0-8 0 0,0 0-4 0 0,0 0-12 0 0,2-1-39 0 0,97-1 1027 0 0,-23 2-1062 0 0,-10-5-104 0 0,19-10-1269 0 0,-58 7-3668 0 0,-13 7-20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870 171 8144 0 0,'0'0'182'0'0,"0"0"29"0"0,0 0 13 0 0,-2 0-32 0 0,-13 4-47 0 0,14-4 403 0 0,-6 0 568 0 0,6 1 4514 0 0,77 1-4412 0 0,-38-5-921 0 0,255 3 451 0 0,-187-15-853 0 0,-89 10-246 0 0,-16 4 146 0 0,-1 1-123 0 0,4 0-256 0 0,-3 0-2584 0 0,-1 0 1766 0 0</inkml:trace>
  <inkml:trace contextRef="#ctx0" brushRef="#br0" timeOffset="1">1108 10 9312 0 0,'0'0'268'0'0,"0"0"4"0"0,0-1-175 0 0,-10-7 32 0 0,8 8 486 0 0,2 0 208 0 0,0 0 38 0 0,0 0-18 0 0,0 0-118 0 0,0 0-56 0 0,0 0-11 0 0,0 0-40 0 0,0 0-156 0 0,0 0-71 0 0,0 0-8 0 0,0 10 546 0 0,13 66 502 0 0,8-16-903 0 0,3 78 153 0 0,-16-71-537 0 0,-8 8-16 0 0,-1-67-128 0 0,-2-2-25 0 0,-1 1-110 0 0,3-5-4403 0 0,1-2-1507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22 114 5328 0 0,'0'0'116'0'0,"0"0"17"0"0,0 0 12 0 0,0 0 70 0 0,0 0 244 0 0,0 0 106 0 0,4-5 1584 0 0,0-9 101 0 0,-3 13-1817 0 0,-1 1 6 0 0,-4-11 5109 0 0,-4 27-4673 0 0,3 0-867 0 0,1-1-1 0 0,1 1 1 0 0,1 0-1 0 0,0 0 0 0 0,0 0 1 0 0,2 0-1 0 0,0 0 1 0 0,2 11-8 0 0,-1 15 4 0 0,13 28-4 0 0,-5-57 0 0 0,13-10 64 0 0,-16-6 44 0 0,0 0 0 0 0,0-1 0 0 0,0 1 0 0 0,-1-2 0 0 0,1 1 0 0 0,-1 0 0 0 0,0-1 0 0 0,0 0 0 0 0,-1 0 0 0 0,1-1 0 0 0,-1 1 0 0 0,-1-1 0 0 0,1 0 0 0 0,-1 0 0 0 0,0 0 0 0 0,1-4-108 0 0,8-28 888 0 0,-12 36-718 0 0,2-9 128 0 0,37 55-374 0 0,-37-42 76 0 0,0 1 0 0 0,0-1 0 0 0,0 0 0 0 0,0 1 0 0 0,0-1 0 0 0,1 0 0 0 0,-1 0 0 0 0,1 0 0 0 0,0-1 0 0 0,0 1 0 0 0,-1-1 0 0 0,1 1 0 0 0,0-1 0 0 0,0 0 0 0 0,0 0 0 0 0,0 0 0 0 0,2-1 0 0 0,-4 1 0 0 0,3-1 4 0 0,1 0-1 0 0,-1 0 0 0 0,0 0 0 0 0,0 0 0 0 0,1-1 0 0 0,-1 1 1 0 0,0-1-1 0 0,0 0 0 0 0,1-1 0 0 0,-1 1 0 0 0,0-1 0 0 0,0 0 1 0 0,2-1-4 0 0,11-4 18 0 0,33-28 746 0 0,-24-1 412 0 0,-24 31-1057 0 0,0 0 0 0 0,0 0-1 0 0,-1 0 1 0 0,0 0 0 0 0,0 0 0 0 0,0 0-1 0 0,0 0 1 0 0,-1 0 0 0 0,0 0 0 0 0,0 0-1 0 0,-1-4-118 0 0,1-1 122 0 0,-8-101 170 0 0,7 69-868 0 0,1 41 328 0 0,0 1-236 0 0,0 0-105 0 0,0 0-19 0 0,9 1-1740 0 0,0 1 465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 10656 0 0,'0'0'241'0'0,"0"0"38"0"0,0 0 10 0 0,0 0-33 0 0,0 0-43 0 0,0 0 427 0 0,0-9 3320 0 0,-5 14 1540 0 0,-3 42-5169 0 0,12 80-185 0 0,-8-45-82 0 0,4-49-64 0 0,0-14-2809 0 0,0-19 1018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71 9792 0 0,'-1'0'222'0'0,"-25"0"526"0"0,10 4-598 0 0,15-4 382 0 0,-7 0 532 0 0,8 0 4546 0 0,87-4-4310 0 0,-2-19-601 0 0,-39 9-602 0 0,1 2 1 0 0,1 3 0 0 0,46-4-98 0 0,-15 21-2147 0 0,-65-8 523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9 159 11000 0 0,'0'0'248'0'0,"0"0"34"0"0,0 0 21 0 0,0 0-34 0 0,-1-1-174 0 0,-3-58 3339 0 0,5 41-1058 0 0,-1 17-1957 0 0,0 1-47 0 0,0 0-11 0 0,0 0-23 0 0,0 0-96 0 0,0 0-39 0 0,0 0-10 0 0,0 0-18 0 0,0 0-74 0 0,0 1-27 0 0,-5 45 16 0 0,5 88-90 0 0,5-79 0 0 0,21 4-744 0 0,-24-58 720 0 0,1 0 0 0 0,0-1 0 0 0,0 1 0 0 0,0 0 0 0 0,0-1 0 0 0,0 0 0 0 0,-1 0 0 0 0,1 0 0 0 0,0 0 0 0 0,0 0 0 0 0,0 0 0 0 0,0-1 0 0 0,0 1 0 0 0,0-1 0 0 0,2-1 24 0 0,5-5 0 0 0,-3 6 0 0 0,-1-6 11 0 0,-4 3 50 0 0,0 0 0 0 0,0 1-1 0 0,0-1 1 0 0,0-1 0 0 0,0 1 0 0 0,-1 0-1 0 0,0 0 1 0 0,0-1 0 0 0,0 1 0 0 0,0 0-1 0 0,-1-1 1 0 0,1 1 0 0 0,-1-1 0 0 0,-1 0-61 0 0,6-30 633 0 0,-1 12-336 0 0,-4 22-210 0 0,0 1-6 0 0,13 12-1 0 0,32 74-80 0 0,-18-57 0 0 0,-20-25 0 0 0,-5-2 0 0 0,0 0 0 0 0,0 0 0 0 0,0-1 0 0 0,0 1 0 0 0,1-1 0 0 0,-1 1 0 0 0,0-1 0 0 0,1 0 0 0 0,-1 0 0 0 0,1 0 0 0 0,0 0 0 0 0,-1 0 0 0 0,1-1 0 0 0,0 1 0 0 0,-1-1 0 0 0,1 0 0 0 0,0 0 0 0 0,-1 0 0 0 0,1 0 0 0 0,0 0 0 0 0,0 0 0 0 0,-1-1 0 0 0,1 1 0 0 0,0-1 0 0 0,-1 0 0 0 0,1 0 0 0 0,12-5 110 0 0,-12 5-64 0 0,-1 0 0 0 0,0 0 0 0 0,1 0 0 0 0,-1 0 0 0 0,1 0 0 0 0,-1 0 0 0 0,0-1 0 0 0,0 1 0 0 0,0-1 0 0 0,0 1 0 0 0,0-1 1 0 0,0 0-1 0 0,0 0 0 0 0,-1 0 0 0 0,1 0 0 0 0,0 0 0 0 0,-1 0 0 0 0,1-1-46 0 0,16-44 1453 0 0,-5-32-133 0 0,-8 25-937 0 0,11-96-222 0 0,-12 135-297 0 0,-3 14-33 0 0,-1 1-14 0 0,0 0-131 0 0,0 0-550 0 0,0 0-243 0 0,0 1-852 0 0,4 6-3380 0 0,0 4-1445 0 0</inkml:trace>
  <inkml:trace contextRef="#ctx0" brushRef="#br0" timeOffset="1">589 371 12240 0 0,'0'0'273'0'0,"5"-4"376"0"0,17-38 1393 0 0,-23 27 3977 0 0,-51 61-5827 0 0,-14 17-128 0 0,21-7-64 0 0,23-21 0 0 0,18-25-12 0 0,9-4-101 0 0,12 0 102 0 0,23-13 11 0 0,-8-1 0 0 0,86-33 0 0 0,-91 23-230 0 0,-26 18 132 0 0,-7-36-982 0 0,-7 5 952 0 0,4 15 128 0 0,-16-30 474 0 0,24 45-316 0 0,1 1 2 0 0,0 0 0 0 0,0 0 0 0 0,0 0 0 0 0,0 0 0 0 0,0 0-6 0 0,0 0-29 0 0,0 0-12 0 0,0 0-1 0 0,0 0-2 0 0,0 0-12 0 0,0 0-2 0 0,0 0 0 0 0,0 0-1 0 0,-5 84 458 0 0,10-14-421 0 0,9 79 72 0 0,2-50-204 0 0,-11-67-49 0 0,-5-32-267 0 0,1 4 737 0 0,-1-1-4323 0 0,0-3 2476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28 135 7632 0 0,'0'0'166'0'0,"0"0"29"0"0,0 0 14 0 0,-11 0 2046 0 0,-4 0 496 0 0,14 0-2298 0 0,1 0-18 0 0,0 0-3 0 0,0 0-15 0 0,0 0-62 0 0,0 0-31 0 0,0 0-4 0 0,0 0-8 0 0,0 0-35 0 0,0 0-19 0 0,0 0-2 0 0,0 0-13 0 0,0 0-56 0 0,0 0-26 0 0,0 0-8 0 0,0 0-7 0 0,0 0-29 0 0,0 0-12 0 0,0 0-1 0 0,0 0-4 0 0,1 0-17 0 0,99-4 258 0 0,-14-8-329 0 0,-22 0-12 0 0,44 0-713 0 0,-87 9-2088 0 0,-21 3 2076 0 0,2-1-823 0 0,5-3-3248 0 0</inkml:trace>
  <inkml:trace contextRef="#ctx0" brushRef="#br0" timeOffset="1">174 1 8720 0 0,'0'0'256'0'0,"0"0"-7"0"0,0 0-9 0 0,0 0 539 0 0,0 0 254 0 0,0 0 50 0 0,0 0-43 0 0,0 0-202 0 0,0 0-86 0 0,0 0-16 0 0,0 0-62 0 0,0 0-237 0 0,0 0-100 0 0,0 0-17 0 0,0 0-27 0 0,0 0-83 0 0,0 0-33 0 0,0 0-8 0 0,0 0-3 0 0,0 7 132 0 0,-5 30 222 0 0,2 25-96 0 0,6 139-72 0 0,15-98-242 0 0,-13-91-3137 0 0,-5-12 1721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0 540 10336 0 0,'0'0'233'0'0,"0"0"39"0"0,0 0 15 0 0,0-1-47 0 0,17-29 5115 0 0,-16 30-5329 0 0,-1 0 0 0 0,1 0 0 0 0,-1 0 0 0 0,0 0-1 0 0,1 0 1 0 0,-1 0 0 0 0,1 0 0 0 0,-1 0-1 0 0,0 0 1 0 0,1 1 0 0 0,-1-1 0 0 0,0 0 0 0 0,1 0-1 0 0,-1 0 1 0 0,1 0 0 0 0,-1 1 0 0 0,0-1-1 0 0,1 0 1 0 0,-1 0 0 0 0,0 0 0 0 0,1 1-1 0 0,-1-1 1 0 0,0 0 0 0 0,0 1 0 0 0,1-1 0 0 0,-1 0-1 0 0,0 1 1 0 0,0-1 0 0 0,0 0 0 0 0,1 1-1 0 0,-1-1 1 0 0,0 0 0 0 0,0 1 0 0 0,0-1-1 0 0,0 1 1 0 0,0-1 0 0 0,0 0 0 0 0,0 1 0 0 0,0-1-1 0 0,0 1 1 0 0,0-1 0 0 0,0 0 0 0 0,0 1-1 0 0,0-1 1 0 0,0 1 0 0 0,0-1 0 0 0,0 0-1 0 0,0 1 1 0 0,0-1-26 0 0,0 2 99 0 0,13 230-41 0 0,13-126-522 0 0,-16-93 454 0 0,-9-13 11 0 0,0 1-1 0 0,0-1 1 0 0,0 0 0 0 0,0 1 0 0 0,1-1-1 0 0,-1 0 1 0 0,0 0 0 0 0,0 1 0 0 0,1-1-1 0 0,-1 0 1 0 0,0 0 0 0 0,0-1 0 0 0,0 1 0 0 0,1 0-1 0 0,-1 0 1 0 0,0 0 0 0 0,0-1 0 0 0,0 1-1 0 0,0-1 1 0 0,1 1 0 0 0,-1-1 0 0 0,0 1-1 0 0,0-1 1 0 0,0 0 0 0 0,0 1 0 0 0,0-1-1 0 0,0 0 1 0 0,0 0 0 0 0,-1 0 0 0 0,1 0 0 0 0,0 0-1 0 0,0 0 1 0 0,0-1-1 0 0,-1 2-1 0 0,8-11 122 0 0,0-1 0 0 0,-1 0 0 0 0,-1 0 0 0 0,0 0 0 0 0,0-1 0 0 0,-1 0 0 0 0,-1 0 0 0 0,1-4-121 0 0,4-45 825 0 0,-6 19-325 0 0,-2 42-469 0 0,0 10-147 0 0,17 54 38 0 0,9 10 25 0 0,-26-71 51 0 0,0 0-1 0 0,0-1 1 0 0,1 1-1 0 0,-1 0 1 0 0,0-1 0 0 0,1 1-1 0 0,0-1 1 0 0,-1 0-1 0 0,1 1 1 0 0,0-1 0 0 0,0 0-1 0 0,-1 0 1 0 0,1 0-1 0 0,0 0 1 0 0,0-1 0 0 0,0 1-1 0 0,0 0 1 0 0,0-1-1 0 0,1 0 1 0 0,-1 1-1 0 0,0-1 1 0 0,0 0 0 0 0,0 0-1 0 0,0 0 1 0 0,0 0-1 0 0,0 0 1 0 0,0-1 0 0 0,0 1-1 0 0,1-1 1 0 0,-1 1-1 0 0,1-1 3 0 0,9-6 218 0 0,0 0-1 0 0,-1-1 0 0 0,0 0 0 0 0,0-1 0 0 0,-1 0 0 0 0,0 0 1 0 0,-1-1-1 0 0,0 0 0 0 0,0-1 0 0 0,-1 0 0 0 0,-1 0 1 0 0,1-1-1 0 0,-2 0 0 0 0,0 0 0 0 0,0-1 0 0 0,-1 0 0 0 0,-1 0 1 0 0,2-8-218 0 0,11-92 381 0 0,-16 58-364 0 0,-1 54-198 0 0,0 1-42 0 0,0 0-1 0 0,0 0-68 0 0,0 0-285 0 0,0 0-126 0 0,0 0-859 0 0,0 0-3494 0 0,0 0-1497 0 0</inkml:trace>
  <inkml:trace contextRef="#ctx0" brushRef="#br0" timeOffset="1">616 651 12816 0 0,'0'0'289'0'0,"0"0"40"0"0,0 0 22 0 0,0 0-40 0 0,0 0-91 0 0,0 0 373 0 0,0 0 188 0 0,0 0 34 0 0,0 0-39 0 0,0 0-194 0 0,0 0-80 0 0,0 0-20 0 0,0 0-36 0 0,0 0-148 0 0,0 1-66 0 0,-22 80 456 0 0,9 10-624 0 0,4-16-64 0 0,5 7-14 0 0,3-69-203 0 0,1-10-2760 0 0,0-3-3334 0 0</inkml:trace>
  <inkml:trace contextRef="#ctx0" brushRef="#br0" timeOffset="2">776 512 10880 0 0,'0'0'248'0'0,"0"0"34"0"0,0 0 20 0 0,1-1-38 0 0,3-13-160 0 0,0-9 3409 0 0,-4 22-2948 0 0,1-9 3554 0 0,7 114-3981 0 0,-4-9-138 0 0,2-60 0 0 0,-3-26 0 0 0,-2-8 2 0 0,-1 0 0 0 0,1 0 0 0 0,-1 0 0 0 0,1 0-1 0 0,0 0 1 0 0,0 0 0 0 0,-1 0 0 0 0,1 0 0 0 0,0 0-1 0 0,0 0 1 0 0,0 0 0 0 0,0-1 0 0 0,0 1 0 0 0,0 0-1 0 0,0-1 1 0 0,0 1 0 0 0,0-1 0 0 0,0 1 0 0 0,1-1-1 0 0,-1 1 1 0 0,0-1 0 0 0,0 0 0 0 0,0 1 0 0 0,1-1-1 0 0,-1 0 1 0 0,0 0 0 0 0,0 0 0 0 0,1 0 0 0 0,-1 0-1 0 0,0 0 1 0 0,0 0 0 0 0,0-1 0 0 0,1 1 0 0 0,-1 0-1 0 0,0-1 1 0 0,0 1 0 0 0,1-1-2 0 0,6-4 76 0 0,-1 0 0 0 0,1-1-1 0 0,-1 0 1 0 0,0 0 0 0 0,-1 0-1 0 0,0-1 1 0 0,0 0 0 0 0,0-1 0 0 0,-1 1-1 0 0,1-1-75 0 0,-3 1 115 0 0,0 1-1 0 0,0-1 0 0 0,0 0 0 0 0,-1 0 0 0 0,1 0 0 0 0,-2-1 0 0 0,1 1 1 0 0,-1 0-1 0 0,0-1 0 0 0,-1 1 0 0 0,0-1 0 0 0,0 1 0 0 0,-1-5-114 0 0,1 19-13 0 0,1-1 0 0 0,0 1 0 0 0,0-1 0 0 0,0 1 0 0 0,1-1-1 0 0,-1 0 1 0 0,2 1 0 0 0,-1-1 0 0 0,1 0 0 0 0,0 0 0 0 0,0-1 0 0 0,0 1-1 0 0,1-1 1 0 0,0 1 0 0 0,0-1 0 0 0,1 0 0 0 0,-1-1 0 0 0,1 1 0 0 0,0-1-1 0 0,0 0 1 0 0,3 2 13 0 0,-4-5 4 0 0,1 0-1 0 0,-1 0 1 0 0,0 0-1 0 0,1 0 0 0 0,-1-1 1 0 0,1 0-1 0 0,-1 0 1 0 0,0 0-1 0 0,1 0 1 0 0,-1-1-1 0 0,1 0 0 0 0,-1 1 1 0 0,0-2-1 0 0,1 1 1 0 0,-1 0-1 0 0,0-1 0 0 0,0 0 1 0 0,0 0-1 0 0,0 0 1 0 0,0-1-1 0 0,-1 1 1 0 0,1-1-1 0 0,0 0-3 0 0,-1 1 69 0 0,0-1-1 0 0,-1 1 1 0 0,1 0-1 0 0,-1-1 1 0 0,1 1 0 0 0,-1-1-1 0 0,0 0 1 0 0,0 0-1 0 0,0 0 1 0 0,0 0-1 0 0,0 0 1 0 0,-1 0 0 0 0,1 0-1 0 0,-1 0 1 0 0,0-1-1 0 0,0 1 1 0 0,0-1 0 0 0,0 1-69 0 0,3-64 918 0 0,0-19-614 0 0,0 43-304 0 0,-3 26-108 0 0,-1 17 16 0 0,0 0 1 0 0,0 1-1 0 0,0-1 0 0 0,1 0 0 0 0,-1 0 0 0 0,0 0 0 0 0,0 0 1 0 0,0 0-1 0 0,0 0 0 0 0,0 1 0 0 0,1-1 0 0 0,-1 0 0 0 0,0 0 1 0 0,0 0-1 0 0,0 0 0 0 0,0 0 0 0 0,1 0 0 0 0,-1 0 0 0 0,0 0 1 0 0,0 0-1 0 0,0 0 0 0 0,1 0 0 0 0,-1 0 0 0 0,0 0 0 0 0,0 0 1 0 0,0 0-1 0 0,1 0 0 0 0,-1 0 0 0 0,0 0 0 0 0,0 0 0 0 0,0 0 1 0 0,1 0-1 0 0,-1 0 0 0 0,0 0 0 0 0,0 0 0 0 0,0 0 0 0 0,0 0 1 0 0,1-1-1 0 0,-1 1 0 0 0,0 0 0 0 0,0 0 0 0 0,0 0 0 0 0,0 0 0 0 0,0 0 1 0 0,1-1-1 0 0,-1 1 0 0 0,0 0 0 0 0,0 0 0 0 0,0 0 0 0 0,0 0 1 0 0,0-1-1 0 0,0 1 0 0 0,0 0 0 0 0,0 0 0 0 0,0 0 0 0 0,0 0 1 0 0,0-1-1 0 0,0 1 0 0 0,0 0 0 0 0,0 0 0 0 0,0 0 0 0 0,0-1 1 0 0,0 1-1 0 0,0 0 0 0 0,0 0 0 0 0,0 0 92 0 0,5 8-6982 0 0</inkml:trace>
  <inkml:trace contextRef="#ctx0" brushRef="#br0" timeOffset="3">1374 567 12120 0 0,'0'0'273'0'0,"0"0"40"0"0,0 0 22 0 0,0 0-39 0 0,2 0-196 0 0,10-7 35 0 0,-16 14 6935 0 0,-24 36-7083 0 0,-15 21 23 0 0,17-29-10 0 0,8-5-156 0 0,17-27 108 0 0,1 7 36 0 0,0-2 5 0 0,2-1-41 0 0,5 1 31 0 0,-2-3 17 0 0,-4-4 0 0 0,1 0 0 0 0,-1 0 0 0 0,0 0 0 0 0,1 0 0 0 0,-1 0 0 0 0,1 0 0 0 0,-1-1 0 0 0,1 1 0 0 0,0-1 0 0 0,-1 1 0 0 0,1-1 0 0 0,0 0 0 0 0,-1 0 0 0 0,1 0 0 0 0,0 1 0 0 0,-1-2 0 0 0,1 1 0 0 0,0 0 0 0 0,-1 0 0 0 0,1 0 0 0 0,0-1 0 0 0,-1 1 0 0 0,1-1 0 0 0,0 0 0 0 0,2 0 0 0 0,67-34 0 0 0,-59 26-13 0 0,3 0-107 0 0,-12 6 96 0 0,-1-4-29 0 0,-1 3 57 0 0,0 0 1 0 0,-1 0-1 0 0,1 1 1 0 0,-1-1-1 0 0,0 0 1 0 0,0 0-1 0 0,0 0 1 0 0,0 0-1 0 0,-1 0 1 0 0,0 1 0 0 0,0-1-1 0 0,0 0 1 0 0,0 0-1 0 0,0 1 1 0 0,-1-1-1 0 0,1 1 1 0 0,-1-1-1 0 0,-1-1-4 0 0,0-2 72 0 0,-10-13 121 0 0,4-10 287 0 0,8 29-362 0 0,1 1-12 0 0,-1-6 786 0 0,7 87-628 0 0,15 64-68 0 0,-6-34-196 0 0,-13-85-84 0 0,-4 29-304 0 0,2-54 95 0 0,0 6-219 0 0,0-5-4425 0 0,0-2-1128 0 0</inkml:trace>
  <inkml:trace contextRef="#ctx0" brushRef="#br0" timeOffset="4">767 295 6592 0 0,'0'0'149'0'0,"0"0"23"0"0,0 0 11 0 0,-1 0-30 0 0,-16 0-122 0 0,1 0 1267 0 0,14 0-595 0 0,2 0 10 0 0,0 0 13 0 0,0 0 2 0 0,0 0 0 0 0,0 0-23 0 0,0 0-94 0 0,0 0-41 0 0,0 0-8 0 0,0 0-32 0 0,0 0-122 0 0,0 0-50 0 0,5-6 315 0 0,40-23 348 0 0,-5 18-609 0 0,-10 6-47 0 0,135-30 931 0 0,-20 27-902 0 0,-105 8-326 0 0,40 3-174 0 0,-79-3-60 0 0,0 2-24 0 0,-1-2-35 0 0,3 7-105 0 0,2-4-6006 0 0,-5-3 812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1 173 8864 0 0,'0'0'258'0'0,"0"0"2"0"0,0 0-54 0 0,0 0 378 0 0,0 0 184 0 0,0 0 37 0 0,0 0-18 0 0,0 0-117 0 0,0 0-50 0 0,0 0-10 0 0,0 0-34 0 0,0 0-136 0 0,0 0-66 0 0,0 0-12 0 0,0 0-19 0 0,0 0-65 0 0,0 0-29 0 0,0 0-8 0 0,0 0-11 0 0,0 0-46 0 0,5 4 138 0 0,70 15 692 0 0,-57-16-950 0 0,0-1 1 0 0,0-2-1 0 0,0 1 0 0 0,0-2 1 0 0,0-1-1 0 0,0 0 0 0 0,8-2-64 0 0,96-16-41 0 0,-58 8-854 0 0,-44 6 147 0 0,-9 5-4845 0 0,-4 1 327 0 0</inkml:trace>
  <inkml:trace contextRef="#ctx0" brushRef="#br0" timeOffset="1">254 0 13736 0 0,'0'0'306'0'0,"0"0"46"0"0,0 0 24 0 0,0 0-38 0 0,0 0-141 0 0,-10 1 1847 0 0,6 2-1953 0 0,0 0 0 0 0,1 0 0 0 0,0 1 0 0 0,-1-1 1 0 0,1 1-1 0 0,0 0 0 0 0,1 0 0 0 0,-1 0 0 0 0,1 1 1 0 0,0-1-1 0 0,0 1 0 0 0,0-1 0 0 0,0 1 0 0 0,1-1 0 0 0,0 1 1 0 0,0 0-1 0 0,0 0 0 0 0,1 0 0 0 0,-1-1 0 0 0,1 1 0 0 0,1 4-91 0 0,-6 67 368 0 0,5 180-144 0 0,5-205-641 0 0,-1-26-3632 0 0,-4-24-1652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04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 11664 0 0,'0'0'264'0'0,"0"0"34"0"0,0 0 21 0 0,0-8 61 0 0,3-58 4261 0 0,-2 65-4097 0 0,-1 1-33 0 0,0 0-114 0 0,0 0-49 0 0,0 0-11 0 0,0 0-21 0 0,0 0-84 0 0,0 0-37 0 0,0 0-10 0 0,0 0-19 0 0,-4 23-76 0 0,4 115-90 0 0,0-130-46 0 0,1-1-1 0 0,0 1 1 0 0,1-1-1 0 0,0 1 1 0 0,0-1-1 0 0,0 0 0 0 0,1 1 1 0 0,0-1-1 0 0,3 3 47 0 0,-6-8-3 0 0,1-1-29 0 0,-1 1 1 0 0,1 0 0 0 0,0 0 0 0 0,0-1 0 0 0,0 1-1 0 0,0-1 1 0 0,0 1 0 0 0,0-1 0 0 0,1 1 0 0 0,-1-1-1 0 0,0 0 1 0 0,1 1 0 0 0,-1-1 0 0 0,1 0 0 0 0,-1 0-1 0 0,1 0 1 0 0,0 0 0 0 0,0 0 0 0 0,-1-1-1 0 0,1 1 1 0 0,0 0 0 0 0,0-1 0 0 0,0 1 0 0 0,-1-1-1 0 0,1 0 1 0 0,0 0 0 0 0,0 1 0 0 0,0-1 0 0 0,0 0-1 0 0,0-1 1 0 0,0 1 0 0 0,0 0 0 0 0,-1-1-1 0 0,2 1 32 0 0,2-2 4 0 0,0 0 0 0 0,1 0 0 0 0,-1 0 0 0 0,0-1 0 0 0,-1 0 0 0 0,1 0 0 0 0,0 0-1 0 0,-1-1 1 0 0,0 1 0 0 0,0-1 0 0 0,0 0 0 0 0,0-1 0 0 0,0 1 0 0 0,-1 0 0 0 0,0-1-1 0 0,0 0 1 0 0,0 0 0 0 0,0 0 0 0 0,-1 0 0 0 0,0 0 0 0 0,0 0 0 0 0,0-3-4 0 0,8-35 742 0 0,-10 42-627 0 0,0 1-23 0 0,0 0-13 0 0,0 0-13 0 0,1 2-28 0 0,33 83-172 0 0,-27-73 134 0 0,23 16 0 0 0,-24-26 33 0 0,0-1 0 0 0,-1 0-1 0 0,1 1 1 0 0,0-2 0 0 0,0 1 0 0 0,0-1-1 0 0,0 0 1 0 0,0 0 0 0 0,0 0-1 0 0,0-1 1 0 0,-1 0 0 0 0,1 0-1 0 0,0-1 1 0 0,0 0 0 0 0,-1 0-1 0 0,1 0 1 0 0,-1 0 0 0 0,0-1 0 0 0,1 0-1 0 0,-1 0 1 0 0,0 0 0 0 0,-1-1-1 0 0,4-3-32 0 0,40-48 1544 0 0,-42 46-1271 0 0,-1-1-1 0 0,-1 0 1 0 0,0 0-1 0 0,0-1 0 0 0,-1 1 1 0 0,0-1-1 0 0,-1 0 1 0 0,0 0-1 0 0,0-2-272 0 0,15-69 162 0 0,-16 77 367 0 0,-1 3-3306 0 0,0 0-1202 0 0,0 2 2160 0 0</inkml:trace>
  <inkml:trace contextRef="#ctx0" brushRef="#br0" timeOffset="1">609 245 9968 0 0,'0'0'292'0'0,"0"0"0"0"0,0 0-28 0 0,0 0 589 0 0,0 0 276 0 0,4-4 737 0 0,-3 5 4525 0 0,3 38-5768 0 0,-13 89-462 0 0,5-87-177 0 0,-1 32-2165 0 0,5-72 941 0 0,0 1-52 0 0,-4 5-10 0 0</inkml:trace>
  <inkml:trace contextRef="#ctx0" brushRef="#br0" timeOffset="2">781 82 11776 0 0,'0'0'266'0'0,"0"0"44"0"0,0 0 11 0 0,2 0-38 0 0,14-14-50 0 0,-3-1 2195 0 0,-3 9-182 0 0,-10 6-2185 0 0,0 0-1 0 0,0 0 1 0 0,0 1-1 0 0,1-1 1 0 0,-1 0-1 0 0,0 0 1 0 0,0 1-1 0 0,0-1 1 0 0,0 0-1 0 0,0 0 1 0 0,1 0-1 0 0,-1 1 1 0 0,0-1-1 0 0,0 0 1 0 0,0 0-1 0 0,1 0 1 0 0,-1 0-1 0 0,0 0 0 0 0,0 1 1 0 0,1-1-1 0 0,-1 0 1 0 0,0 0-1 0 0,0 0 1 0 0,1 0-1 0 0,-1 0 1 0 0,0 0-1 0 0,0 0 1 0 0,1 0-1 0 0,-1 0 1 0 0,0 0-1 0 0,1 0 1 0 0,-1 0-1 0 0,0 0 1 0 0,0 0-1 0 0,1 0 1 0 0,-1 0-1 0 0,0 0 0 0 0,0 0 1 0 0,1 0-1 0 0,-1-1 1 0 0,0 1-1 0 0,0 0 1 0 0,1 0-1 0 0,-1 0 1 0 0,0 0-1 0 0,0 0 1 0 0,0-1-1 0 0,1 1 1 0 0,-1 0-1 0 0,0 0 1 0 0,0 0-1 0 0,0-1 1 0 0,0 1-1 0 0,0 0 1 0 0,1 0-1 0 0,-1-1 1 0 0,0 1-1 0 0,0 0 0 0 0,0 0 1 0 0,0-1-1 0 0,0 1 1 0 0,0 0-1 0 0,0 0 1 0 0,0-1-1 0 0,0 1 1 0 0,0 0-1 0 0,0-1 1 0 0,0 1-1 0 0,0 0 1 0 0,0 0-61 0 0,10 93 374 0 0,7-18-391 0 0,-4-63-366 0 0,-10-10 315 0 0,1 0-1 0 0,0 0 1 0 0,-1-1 0 0 0,1 1-1 0 0,0-1 1 0 0,0 0-1 0 0,0 0 1 0 0,0 0 0 0 0,0-1-1 0 0,1 1 1 0 0,-1-1-1 0 0,0 0 1 0 0,0 0 0 0 0,0-1-1 0 0,0 1 1 0 0,0-1-1 0 0,0 0 1 0 0,0 0-1 0 0,0 0 1 0 0,0-1 0 0 0,3-1 68 0 0,5 0-61 0 0,20-17-18 0 0,-24 9 149 0 0,-3-8 235 0 0,3 7-69 0 0,6 22-183 0 0,15 44-208 0 0,-22-35 126 0 0,-6-18 30 0 0,0 2 19 0 0,0 0 0 0 0,0-1 0 0 0,0 1 0 0 0,0 0 0 0 0,0-1 0 0 0,1 1 0 0 0,-1-1 0 0 0,1 0 0 0 0,0 1 0 0 0,0-1 0 0 0,0 0 0 0 0,0 0 0 0 0,0 0 0 0 0,0 0 0 0 0,0-1 0 0 0,0 1 0 0 0,1 0-1 0 0,-1-1 1 0 0,1 0 0 0 0,1 1-20 0 0,31 3-296 0 0,-30-7 446 0 0,-1-1-1 0 0,1 1 0 0 0,-1-1 0 0 0,0 0 0 0 0,0 0 1 0 0,0 0-1 0 0,0 0 0 0 0,0-1 0 0 0,-1 1 1 0 0,1-1-1 0 0,-1 0 0 0 0,0 0 0 0 0,0 0 1 0 0,-1-1-1 0 0,1 1 0 0 0,-1-1 0 0 0,0 1 0 0 0,0-1 1 0 0,-1 0-1 0 0,1 0 0 0 0,-1 0 0 0 0,0 0 1 0 0,0 0-1 0 0,-1 0 0 0 0,1 0 0 0 0,-1-4-149 0 0,9-73 608 0 0,0 23-360 0 0,-2 24-302 0 0,-7 34-237 0 0,4-6-1778 0 0,-3 6 310 0 0,-1 1 228 0 0</inkml:trace>
  <inkml:trace contextRef="#ctx0" brushRef="#br0" timeOffset="3">1385 229 8384 0 0,'0'0'242'0'0,"0"0"5"0"0,2-1-155 0 0,10-6 31 0 0,17-12 5029 0 0,-28 19-4460 0 0,-1 0-84 0 0,0 0-38 0 0,0 0-9 0 0,0 0-39 0 0,0 0-162 0 0,0 0-68 0 0,0 0-18 0 0,0 0-27 0 0,0 0-107 0 0,0 0-48 0 0,0 0-11 0 0,-9 7 53 0 0,-61 76 4 0 0,25-28-138 0 0,19-12-60 0 0,20-34 48 0 0,2-2 12 0 0,0 1-10 0 0,3 7-54 0 0,2-13 21 0 0,34 24 32 0 0,4-23 11 0 0,-11-5 0 0 0,78-7 0 0 0,-74 5 0 0 0,-23 1 0 0 0,12-4-626 0 0,-20 7 386 0 0,3-13-1343 0 0,-4 9 1491 0 0,-1 1 0 0 0,0 0 0 0 0,0 0-1 0 0,0-1 1 0 0,0 1 0 0 0,0 0 0 0 0,-1 0 0 0 0,0 0-1 0 0,0 0 1 0 0,1 1 0 0 0,-1-1 0 0 0,-1 0 0 0 0,1 1 0 0 0,0-1-1 0 0,-1 1 1 0 0,0-1 92 0 0,-10-10-70 0 0,-34-38 27 0 0,29 21 1003 0 0,17 28-714 0 0,1 2 2 0 0,0 0 1 0 0,0 0 7 0 0,0 0 6 0 0,0 0 2 0 0,0 0-10 0 0,0 0-45 0 0,0 0-17 0 0,0 0-7 0 0,0 0-1 0 0,0 0 0 0 0,0 0 0 0 0,0 0 0 0 0,0 0 0 0 0,1 20 368 0 0,17 130 863 0 0,3 15-1190 0 0,-17-129-225 0 0,1-10-20 0 0,-4-8-680 0 0,0-16 180 0 0,1 2 818 0 0,-1 1-6387 0 0,-1-5 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37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62 11856 0 0,'0'0'348'0'0,"0"0"-7"0"0,-1-1-220 0 0,-11-40 3199 0 0,7 28-563 0 0,-10 6-342 0 0,9 12-2340 0 0,0 1 0 0 0,1-1 0 0 0,0 1 0 0 0,0 0 0 0 0,0 0 0 0 0,1 0 0 0 0,-1 1 0 0 0,2 0 0 0 0,-1-1 0 0 0,1 2 0 0 0,0-1 0 0 0,0 0 0 0 0,1 0 1 0 0,-2 8-76 0 0,-5 11 134 0 0,-27 85 112 0 0,28-83-198 0 0,1 0 1 0 0,1 0-1 0 0,2 1 1 0 0,1 0-1 0 0,0 12-48 0 0,6-3 41 0 0,0-1 0 0 0,3 0-1 0 0,1-1 1 0 0,2 1 0 0 0,1-1-1 0 0,2-1 1 0 0,1 0 0 0 0,3 3-41 0 0,16 39 93 0 0,-2-12 24 0 0,14 36-45 0 0,-21-53-8 0 0,-22-45-125 0 0,0 0 0 0 0,0 0 0 0 0,0-1 0 0 0,1 1-1 0 0,-1 0 1 0 0,1 0 0 0 0,-1-1 0 0 0,1 1 0 0 0,0-1 0 0 0,0 0-1 0 0,0 0 1 0 0,1 0 0 0 0,-1 0 0 0 0,0 0 0 0 0,1 0-1 0 0,0 0 1 0 0,1 0 61 0 0,0 2-5414 0 0,-3-3-1899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0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11952 0 0,'0'0'266'0'0,"0"0"44"0"0,0 0 14 0 0,0 0-31 0 0,0 0-102 0 0,5 9 1577 0 0,-4 1-1482 0 0,1-1 0 0 0,1 1 0 0 0,0 0 0 0 0,0-1-1 0 0,1 0 1 0 0,0 0 0 0 0,0 0 0 0 0,1 0 0 0 0,0-1 0 0 0,1 0 0 0 0,0 0 0 0 0,0 0 0 0 0,0-1 0 0 0,1 0 0 0 0,0 0 0 0 0,6 3-286 0 0,31 43 632 0 0,39 64 272 0 0,-44-17-364 0 0,-34-82-496 0 0,4 57-110 0 0,5 72-140 0 0,-18-2 2033 0 0,2-121-1754 0 0,2-6-58 0 0,-2 0 1 0 0,0 0-1 0 0,-1 0 0 0 0,-1 0 1 0 0,-1 0-1 0 0,-4 11-15 0 0,-23 38 0 0 0,-4-2 0 0 0,-33 48 0 0 0,46-77 0 0 0,-56 65 0 0 0,53-77 0 0 0,21-20-64 0 0,4-3-273 0 0,1-1-138 0 0,0 0-33 0 0,0 0-140 0 0,0 0-572 0 0,4 0-253 0 0,11 0-51 0 0,-11 0-10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4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0 11888 0 0,'0'0'266'0'0,"0"0"44"0"0,0 0 14 0 0,0 0-31 0 0,-1 2-193 0 0,-43 33 2357 0 0,-3 47-499 0 0,36-57-1672 0 0,-18 67 425 0 0,2 75-201 0 0,27 26 138 0 0,5-141-446 0 0,3-1-1 0 0,1 0 0 0 0,8 20-201 0 0,-12-57 127 0 0,1 0 0 0 0,0-1 0 0 0,1 0 0 0 0,0 0-1 0 0,1 0 1 0 0,0-1 0 0 0,1 0 0 0 0,1 0 0 0 0,0-1-1 0 0,7 6-126 0 0,41 31 51 0 0,-49-42-171 0 0,1 0 1 0 0,0 0-1 0 0,0-1 0 0 0,0 0 1 0 0,0 0-1 0 0,1-1 0 0 0,-1-1 0 0 0,1 0 1 0 0,9 1 119 0 0,-7-3-1772 0 0,1-1-5053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5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39 12176 0 0,'0'0'273'0'0,"0"0"40"0"0,0 0 23 0 0,-1-1-34 0 0,-2-5-201 0 0,3-24 2784 0 0,0 29-2457 0 0,0 1-11 0 0,0 0-19 0 0,0 0-80 0 0,0 0-35 0 0,0 0-10 0 0,0 0-9 0 0,0 0-34 0 0,0 0-20 0 0,0 0-2 0 0,0 0-9 0 0,0 0-40 0 0,1 0-21 0 0,2 0-99 0 0,-1 0 1 0 0,1 1-1 0 0,0-1 0 0 0,-1 1 0 0 0,1 0 0 0 0,-1 0 0 0 0,1 0 0 0 0,-1 0 0 0 0,1 0 0 0 0,-1 0 0 0 0,0 1 0 0 0,1-1 1 0 0,-1 1-1 0 0,0-1 0 0 0,0 1 0 0 0,0 0 0 0 0,0 0 0 0 0,-1 0 0 0 0,2 2-39 0 0,11 20 61 0 0,-1 1 1 0 0,-1 1-1 0 0,-1 0 1 0 0,-2 0-1 0 0,0 1 0 0 0,-2 0 1 0 0,-1 1-1 0 0,1 11-61 0 0,-6-34 10 0 0,4 33 7 0 0,-1-1-1 0 0,-2 1 0 0 0,-2 0 1 0 0,-1 1-17 0 0,0 19 34 0 0,-3 146 142 0 0,-15-57-176 0 0,-15-5 2088 0 0,4-48-2088 0 0,6-37-876 0 0,11-47-1500 0 0,12-7 903 0 0,-2 8-51 0 0,3-8-10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 13560 0 0,'0'0'306'0'0,"0"0"46"0"0,0 0 23 0 0,-1 0-44 0 0,-16-2-207 0 0,14 2 5 0 0,-1 0 0 0 0,1 0 1 0 0,0 1-1 0 0,0 0 0 0 0,-1-1 1 0 0,1 1-1 0 0,0 1 0 0 0,0-1 1 0 0,0 0-1 0 0,0 1 0 0 0,0-1 0 0 0,0 1 1 0 0,0 0-1 0 0,1 0 0 0 0,-1 0 1 0 0,1 0-1 0 0,-1 1 0 0 0,0 0-129 0 0,-5 7 236 0 0,-1-1-1 0 0,2 2 1 0 0,0-1-1 0 0,0 1 1 0 0,1 0-1 0 0,0 1 0 0 0,0-1 1 0 0,0 5-236 0 0,-3 5 148 0 0,-4 15 34 0 0,1 1 0 0 0,2 0 0 0 0,2 0 0 0 0,1 0 0 0 0,2 1 0 0 0,2 0 0 0 0,1 1 0 0 0,4 32-182 0 0,16 137 608 0 0,-15-193-319 0 0,0-1 0 0 0,2 0-1 0 0,-1 0 1 0 0,1 0 0 0 0,1 0 0 0 0,6 9-289 0 0,3 9 299 0 0,69 98-283 0 0,-80-123-244 0 0,0-1 0 0 0,1 0-1 0 0,0 0 1 0 0,0-1 0 0 0,0 1-1 0 0,1-1 1 0 0,0 0 0 0 0,0-1-1 0 0,0 0 1 0 0,0 0-1 0 0,1 0 1 0 0,0 0 0 0 0,-1-1-1 0 0,1 0 1 0 0,1-1 0 0 0,-1 1-1 0 0,0-1 1 0 0,0-1 0 0 0,4 1 228 0 0,6-2-1422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 12392 0 0,'0'0'364'0'0,"0"0"-8"0"0,0 0-136 0 0,7-12 2706 0 0,-4 12-2792 0 0,0-1 0 0 0,-1 0 0 0 0,1 1 1 0 0,0-1-1 0 0,0 1 0 0 0,-1 0 0 0 0,1 0 0 0 0,0 0 0 0 0,0 0 0 0 0,-1 1 0 0 0,1-1 0 0 0,0 1 0 0 0,0-1 0 0 0,-1 1 0 0 0,1 0 1 0 0,-1 0-1 0 0,1 0 0 0 0,-1 1 0 0 0,1-1 0 0 0,-1 1 0 0 0,0-1 0 0 0,1 1 0 0 0,-1 0-134 0 0,47 49 681 0 0,-43-41-652 0 0,0 0 0 0 0,-1 1 0 0 0,0 0 0 0 0,0 0-1 0 0,-1 0 1 0 0,-1 0 0 0 0,0 1 0 0 0,0 1-29 0 0,9 28 41 0 0,6 78 83 0 0,-9 3-112 0 0,-8-16 42 0 0,-6 86 55 0 0,-14-45 631 0 0,-10 14-68 0 0,22-131-417 0 0,-2 0 0 0 0,0 0 0 0 0,-3 0 0 0 0,0-2-1 0 0,-2 1 1 0 0,-3 3-255 0 0,-49 60-414 0 0,44-74-2220 0 0,22-17 2058 0 0,0-1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7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10 12176 0 0,'0'0'273'0'0,"0"0"40"0"0,0 0 23 0 0,0 0-34 0 0,-4-6 2656 0 0,-1 2 1622 0 0,-17 26-4473 0 0,-4 45-21 0 0,17-35-66 0 0,-14 109-20 0 0,17-109 42 0 0,2 1-1 0 0,0 0 1 0 0,3 0-1 0 0,0-1 1 0 0,2 1-1 0 0,2 0 1 0 0,1 0-1 0 0,1-1 0 0 0,2 0 1 0 0,1 0-1 0 0,9 20-41 0 0,-7-26 68 0 0,1 0-1 0 0,1-1 0 0 0,2 0 1 0 0,0-1-1 0 0,1 0 0 0 0,2-2 1 0 0,0 0-1 0 0,8 7-67 0 0,-15-18-3 0 0,0-1 1 0 0,0 0-1 0 0,1-1 0 0 0,0 0 1 0 0,0 0-1 0 0,1-1 0 0 0,0-1 1 0 0,1 0-1 0 0,0-1 0 0 0,0 0 1 0 0,0-1-1 0 0,1 0 0 0 0,-1-1 1 0 0,8 1 2 0 0,-4-4-1686 0 0,-3 3-5665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6:48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12352 0 0,'0'0'281'0'0,"0"0"40"0"0,0 0 21 0 0,0 0-45 0 0,10-13 2043 0 0,18 8 1360 0 0,-26 5-3624 0 0,1 1-1 0 0,-1 0 1 0 0,0 0 0 0 0,1 0-1 0 0,-1 0 1 0 0,0 1 0 0 0,1-1-1 0 0,-1 0 1 0 0,0 1 0 0 0,0 0-1 0 0,0-1 1 0 0,0 1 0 0 0,0 0-1 0 0,-1 0 1 0 0,1 0 0 0 0,-1 0-1 0 0,1 1-75 0 0,56 67 406 0 0,-47-52-357 0 0,-1 1-1 0 0,-1 0 1 0 0,-1 0 0 0 0,0 1 0 0 0,-1-1 0 0 0,-1 2-49 0 0,14 61 77 0 0,-2 12-5 0 0,-4 1-56 0 0,-6-5 192 0 0,-17 33 208 0 0,-23-5 32 0 0,-24-3 0 0 0,-28 38-277 0 0,71-114 16 0 0,12-33-267 0 0,1-4-134 0 0,0-2-26 0 0,0 0 0 0 0,0 0-41 0 0,0 0-175 0 0,0 0-79 0 0,0 0-867 0 0,0 0-3606 0 0,0 0-1541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8:27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6688 0 0,'0'0'197'0'0,"0"0"128"0"0,0 0 454 0 0,0 0 197 0 0,0 0 43 0 0,0 0-65 0 0,0 0-288 0 0,0 0-122 0 0,0 0-28 0 0,0 0-4 0 0,0 0 0 0 0,0 0 0 0 0,0 0 0 0 0,0 0 0 0 0,0 0 0 0 0,10-8 955 0 0,8 0-1093 0 0,1 0 0 0 0,0 1 0 0 0,1 1 0 0 0,-1 1 0 0 0,9-1-374 0 0,17-5 350 0 0,61-5-863 0 0,-72 13-153 0 0,-10 2-4185 0 0,-6 1-910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8:30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87 8288 0 0,'0'0'190'0'0,"0"0"28"0"0,0 0 7 0 0,0 0 111 0 0,0 0 444 0 0,0 0 196 0 0,-1-1 43 0 0,0 0-385 0 0,-11-7 912 0 0,4 7 3493 0 0,27-15-4867 0 0,112-16 833 0 0,-77 21-746 0 0,52-4-275 0 0,-56 13-1125 0 0,-31 3-2435 0 0,-18-1-2346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8:26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18 122 6448 0 0,'0'0'141'0'0,"0"0"23"0"0,0 0 13 0 0,0 0 123 0 0,0 0 468 0 0,0 0 206 0 0,0 0 39 0 0,0 0-60 0 0,-1-1-287 0 0,-4-8 268 0 0,1 9 3719 0 0,-3 25-4497 0 0,6 74-144 0 0,11-13-12 0 0,3-49 0 0 0,-10-27 0 0 0,-1-2 0 0 0,2-3 0 0 0,4-1 0 0 0,10-8 0 0 0,-18 4 0 0 0,4-5 0 0 0,-1 1 0 0 0,0-1 0 0 0,-1 0 0 0 0,1 0 0 0 0,-1 0 0 0 0,0 0 0 0 0,0 0 0 0 0,-1 0 0 0 0,0-1 0 0 0,0 1 0 0 0,0 0 0 0 0,0-1 0 0 0,-1 1 0 0 0,0-1 0 0 0,0 1 0 0 0,0-1 0 0 0,0 3 0 0 0,0-149 260 0 0,0 150 16 0 0,0 2 4 0 0,0 0-36 0 0,1 2-154 0 0,28 59-310 0 0,-12-25-485 0 0,-14-29 693 0 0,0 0-1 0 0,0-1 1 0 0,0 1-1 0 0,0-1 1 0 0,1 0-1 0 0,0 0 1 0 0,1 0-1 0 0,-1-1 0 0 0,6 6 13 0 0,22 8 372 0 0,-30-19-325 0 0,0 1-1 0 0,1-1 0 0 0,-1 0 1 0 0,0 1-1 0 0,1-1 0 0 0,-1-1 0 0 0,0 1 1 0 0,1 0-1 0 0,-1 0 0 0 0,0-1 1 0 0,1 1-1 0 0,-1-1 0 0 0,0 0 1 0 0,0 0-1 0 0,0 0 0 0 0,1 0 0 0 0,-1 0 1 0 0,0 0-1 0 0,0-1 0 0 0,-1 1 1 0 0,1 0-1 0 0,0-1 0 0 0,0 0 0 0 0,-1 1 1 0 0,2-2-47 0 0,19-60 1608 0 0,-17-64 180 0 0,0 61-1938 0 0,-5 65-75 0 0,0 1-6 0 0,0 0-207 0 0,0 0-870 0 0,0 0-384 0 0,0 0-70 0 0</inkml:trace>
  <inkml:trace contextRef="#ctx0" brushRef="#br0" timeOffset="606.42">417 418 11976 0 0,'0'0'266'0'0,"0"0"44"0"0,0 0 15 0 0,0 0-26 0 0,0-10 1087 0 0,-1 4-1065 0 0,1 0-1 0 0,0 0 0 0 0,1 0 1 0 0,-1 0-1 0 0,1 0 0 0 0,0 0 1 0 0,1 1-1 0 0,-1-1 0 0 0,1 0 1 0 0,0 1-1 0 0,1-1 0 0 0,-1 1 1 0 0,1 0-1 0 0,0 0 0 0 0,3-3-320 0 0,17-26 1496 0 0,-1 9-1077 0 0,-11 17-296 0 0,-5 9-102 0 0,0 3 32 0 0,-3-1-44 0 0,-1 0 0 0 0,0 0 0 0 0,0 1-1 0 0,-1-1 1 0 0,1 1 0 0 0,-1-1-1 0 0,1 1 1 0 0,-1 0 0 0 0,0-1 0 0 0,0 1-1 0 0,-1 0 1 0 0,1 0 0 0 0,-1 0 0 0 0,0 0-1 0 0,0-1 1 0 0,0 1 0 0 0,-1 0-1 0 0,1 0 1 0 0,-1 0 0 0 0,0 0 0 0 0,0-1-1 0 0,-1 3-8 0 0,-20 61-108 0 0,-51 71-1308 0 0,43-96 1351 0 0,27-35 94 0 0,6-2-29 0 0,0-3 4 0 0,0 0-1 0 0,1 0 0 0 0,-1-1 1 0 0,1 1-1 0 0,-1-1 1 0 0,1 0-1 0 0,0 0 0 0 0,0 0 1 0 0,-1-1-1 0 0,1 0 0 0 0,0 1 1 0 0,0-1-1 0 0,0 0 1 0 0,-1-1-1 0 0,1 1 0 0 0,0-1 1 0 0,0 1-1 0 0,-1-1 0 0 0,4-1-3 0 0,38-10 136 0 0,-7-4-136 0 0,-12 0-6415 0 0,-25 16 431 0 0</inkml:trace>
  <inkml:trace contextRef="#ctx0" brushRef="#br0" timeOffset="2463.05">670 46 8288 0 0,'0'0'190'0'0,"0"0"28"0"0,0 0 7 0 0,-1-1-33 0 0,-2-5-153 0 0,3 0 95 0 0,4-12 5204 0 0,-4 18-4832 0 0,0 0-256 0 0,0 0 140 0 0,0 0 98 0 0,0 2 21 0 0,0 276-1727 0 0,0-272 1158 0 0,14 43-45 0 0,-10-42 105 0 0,1-7 0 0 0,-1-2 20 0 0,1 0 1 0 0,-1 0 0 0 0,0-1 0 0 0,0 0 0 0 0,0 0-1 0 0,0 0 1 0 0,-1 0 0 0 0,1 0 0 0 0,-1-1 0 0 0,0 0-1 0 0,0 1 1 0 0,0-1 0 0 0,-1 0 0 0 0,1-1 0 0 0,-1 1-1 0 0,0 0 1 0 0,0-1 0 0 0,0 1 0 0 0,-1-1 0 0 0,1-4-21 0 0,3-28 545 0 0,-1-18 364 0 0,1 2-222 0 0,-1 22-427 0 0,-3 19-166 0 0,-1 13-90 0 0,0-1-1 0 0,0 0 1 0 0,0 1-1 0 0,-1-1 1 0 0,1 0-1 0 0,0 1 0 0 0,0-1 1 0 0,0 0-1 0 0,0 1 1 0 0,0-1-1 0 0,0 0 1 0 0,0 1-1 0 0,0-1 0 0 0,0 0 1 0 0,0 1-1 0 0,0-1 1 0 0,0 0-1 0 0,0 1 1 0 0,0-1-1 0 0,0 0 0 0 0,1 1 1 0 0,-1-1-1 0 0,0 0 1 0 0,0 1-1 0 0,0-1 1 0 0,0 0-1 0 0,1 1 0 0 0,-1-1 1 0 0,0 0-1 0 0,0 0 1 0 0,1 1-1 0 0,-1-1 1 0 0,0 0-1 0 0,0 0 0 0 0,1 0 1 0 0,-1 1-1 0 0,0-1 1 0 0,1 0-1 0 0,-1 0 1 0 0,0 0-1 0 0,1 0 0 0 0,-1 0 1 0 0,0 0-1 0 0,1 0 1 0 0,-1 1-1 0 0,0-1 1 0 0,1 0-1 0 0,-1 0 0 0 0,0 0 1 0 0,1 0-1 0 0,-1-1 1 0 0,0 1-1 0 0,1 0 1 0 0,-1 0-1 0 0,0 0 0 0 0,1 0 1 0 0,-1 0-1 0 0,0 0 1 0 0,1 0-1 0 0,-1-1 1 0 0,0 1-1 0 0,1 0 0 0 0,-1 0 1 0 0,0 0-1 0 0,0-1 1 0 0,1 1-1 0 0,-1 0 1 0 0,0 0-1 0 0,0-1 0 0 0,1 1-3 0 0,57 179-72 0 0,-37-150 72 0 0,-12-29-10 0 0,-6 0 21 0 0,0 0 0 0 0,0-1 0 0 0,0 1 0 0 0,0-1 0 0 0,1 0 0 0 0,-1 0 0 0 0,0-1 1 0 0,0 1-1 0 0,-1 0 0 0 0,1-1 0 0 0,0 0 0 0 0,0 0 0 0 0,-1 0 0 0 0,1 0 0 0 0,-1 0 0 0 0,0 0 0 0 0,1 0 0 0 0,-1-1 1 0 0,0 1-1 0 0,-1-1 0 0 0,1 0 0 0 0,0 0 0 0 0,-1 1 0 0 0,1-1 0 0 0,0-3-11 0 0,21-79 2269 0 0,-18 34-1086 0 0,-4-70-58 0 0,-1 120-1222 0 0,0 1-10 0 0,0 0-66 0 0,0 0-292 0 0,0 0-130 0 0,0 0-876 0 0,0 0-3595 0 0,0 0-1539 0 0</inkml:trace>
  <inkml:trace contextRef="#ctx0" brushRef="#br0" timeOffset="2909.67">1158 224 13824 0 0,'0'0'314'0'0,"0"0"46"0"0,0 0 22 0 0,0 0-50 0 0,0 0-150 0 0,0 0 196 0 0,0 0 108 0 0,0 0 23 0 0,0 0 3 0 0,0 0 0 0 0,-1 1 0 0 0,-38 89 704 0 0,22-47-944 0 0,13-19-243 0 0,2 43-458 0 0,4-64 401 0 0,0-1-1 0 0,0 1 0 0 0,0 0 0 0 0,0-1 1 0 0,1 0-1 0 0,-1 1 0 0 0,1-1 0 0 0,0 0 0 0 0,0 0 1 0 0,0-1-1 0 0,0 1 0 0 0,0-1 0 0 0,0 1 1 0 0,0-1-1 0 0,0 0 0 0 0,1 0 0 0 0,-1 0 1 0 0,0-1-1 0 0,4 1 29 0 0,1 0-43 0 0,4 6 32 0 0,-3 5 11 0 0,-5 15 160 0 0,-42 56-193 0 0,17-59-1302 0 0,20-23 922 0 0,1-1-595 0 0,0 0-264 0 0,0 0-50 0 0</inkml:trace>
  <inkml:trace contextRef="#ctx0" brushRef="#br0" timeOffset="3328.9">1109 287 10160 0 0,'0'0'230'0'0,"0"0"30"0"0,0-8 268 0 0,0 4-286 0 0,0 0 0 0 0,0 0 0 0 0,1 0 0 0 0,0 0 0 0 0,0 0 0 0 0,0 0 0 0 0,0 0 0 0 0,0 0 0 0 0,1 1-1 0 0,0-1 1 0 0,0 0 0 0 0,0 1 0 0 0,0-1 0 0 0,0 1 0 0 0,1 0 0 0 0,2-3-242 0 0,18-19 2169 0 0,8 2-977 0 0,17 7-728 0 0,3 12 1 0 0,-49 4-966 0 0,8-1 81 0 0,-6 2-4985 0 0,-4-1-208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8:51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9616 0 0,'0'0'216'0'0,"0"0"32"0"0,0 0 12 0 0,0 0 65 0 0,0 0 211 0 0,0 0 88 0 0,0 0 16 0 0,0 0-31 0 0,0 0-154 0 0,0 0-67 0 0,0 0-17 0 0,0 0-33 0 0,0 0-122 0 0,0 0-50 0 0,0 0-8 0 0,0 0-8 0 0,0 0-18 0 0,0 0-4 0 0,0 2 0 0 0,9 36 144 0 0,25 78-192 0 0,-12-29-70 0 0,-4-28 44 0 0,5-7 10 0 0,-11-32-64 0 0,2-13 13 0 0,7-26 466 0 0,-19 15-396 0 0,15-68 1285 0 0,-16-45 40 0 0,-1 94-1160 0 0,4-11 96 0 0,-4 32-272 0 0,4 5-71 0 0,-1 1 0 0 0,0-1-1 0 0,0 0 1 0 0,-1 1-1 0 0,1-1 1 0 0,0 1-1 0 0,-1 0 1 0 0,0 0 0 0 0,0-1-1 0 0,0 2 1 0 0,-1-1-1 0 0,1 0 1 0 0,-1 0-1 0 0,1 3 0 0 0,33 73 0 0 0,5-27-360 0 0,-30-56 38 0 0,-7 2 337 0 0,0-1 0 0 0,-1 0 0 0 0,1 0 0 0 0,0 0 1 0 0,-1 0-1 0 0,1-1 0 0 0,-1 1 0 0 0,1-1 0 0 0,-1 1 0 0 0,0-1 1 0 0,0 0-1 0 0,-1 0 0 0 0,1 0 0 0 0,0 0 0 0 0,-1 0 0 0 0,0 0 1 0 0,0 0-1 0 0,0-1 0 0 0,0 1 0 0 0,0 0 0 0 0,-1-1 0 0 0,1 1 1 0 0,-1-1-1 0 0,0-1-15 0 0,-4-78 1582 0 0,-7-28 466 0 0,6 50-2330 0 0,5 60 196 0 0,0 1-144 0 0,0 0-61 0 0,0 0-12 0 0,0 0-139 0 0,0 0-584 0 0,4 0-2602 0 0,-4 0-2787 0 0</inkml:trace>
  <inkml:trace contextRef="#ctx0" brushRef="#br0" timeOffset="679.15">435 277 10136 0 0,'0'0'230'0'0,"0"0"30"0"0,0 0 19 0 0,0 0 37 0 0,0 0 125 0 0,0 0 58 0 0,0 0 12 0 0,0 0 1 0 0,0 0 0 0 0,0 0 0 0 0,-3-8 553 0 0,4 2-718 0 0,0 1 1 0 0,0-1-1 0 0,0 1 0 0 0,1-1 0 0 0,0 1 1 0 0,0 0-1 0 0,0 0 0 0 0,1-1 1 0 0,0 2-1 0 0,0-1 0 0 0,0 0 1 0 0,3-3-348 0 0,41-31 2038 0 0,-45 38-2030 0 0,-1 0 0 0 0,1 0-1 0 0,0 0 1 0 0,-1 0 0 0 0,1 0-1 0 0,0 1 1 0 0,-1-1 0 0 0,1 1-1 0 0,0-1 1 0 0,0 1-1 0 0,0 0 1 0 0,-1-1 0 0 0,1 1-1 0 0,0 0 1 0 0,0 0 0 0 0,0 0-1 0 0,-1 1 1 0 0,1-1 0 0 0,0 0-1 0 0,0 1 1 0 0,0-1 0 0 0,-1 1-1 0 0,1 0 1 0 0,0-1 0 0 0,-1 1-1 0 0,1 0 1 0 0,-1 0-1 0 0,1 0 1 0 0,-1 0 0 0 0,1 0-1 0 0,-1 0 1 0 0,0 1 0 0 0,1-1-1 0 0,0 1-7 0 0,-1 3 3 0 0,1 0 0 0 0,-1 0 0 0 0,0 0 0 0 0,0 0 0 0 0,-1 0 0 0 0,1 0-1 0 0,-1 0 1 0 0,0 0 0 0 0,0 0 0 0 0,-1 0 0 0 0,0 0 0 0 0,0-1 0 0 0,0 1 0 0 0,0 0-1 0 0,-1 0 1 0 0,1 0 0 0 0,-1-1 0 0 0,-1 1 0 0 0,1-1 0 0 0,-1 1-3 0 0,-1 4-40 0 0,-39 74-822 0 0,21-40 29 0 0,87-78 362 0 0,-63 34 480 0 0,0 0-1 0 0,0 0 0 0 0,0 0 1 0 0,0 0-1 0 0,0 1 0 0 0,0-1 0 0 0,0 1 1 0 0,1 0-1 0 0,-1-1 0 0 0,0 1 0 0 0,0 0 1 0 0,0 0-1 0 0,0 0 0 0 0,0 1 1 0 0,0-1-1 0 0,0 1 0 0 0,1-1 0 0 0,-1 1 1 0 0,0-1-1 0 0,0 1 0 0 0,0 0 1 0 0,-1 0-1 0 0,1 0 0 0 0,0 0 0 0 0,0 0 1 0 0,0 1-1 0 0,-1-1 0 0 0,1 0 0 0 0,-1 1 1 0 0,1 0-1 0 0,-1-1 0 0 0,0 1 1 0 0,1 0-1 0 0,-1-1 0 0 0,0 1 0 0 0,0 0 1 0 0,0 0-1 0 0,0 0 0 0 0,-1 0 1 0 0,1 0-1 0 0,0 0 0 0 0,-1 0 0 0 0,1 2-8 0 0,-1 2 27 0 0,0 1-1 0 0,0-1 0 0 0,0 0 0 0 0,-1 1 0 0 0,0-1 0 0 0,0 0 0 0 0,-1 0 1 0 0,0 0-1 0 0,0 0 0 0 0,0 0 0 0 0,-1 0 0 0 0,0 0 0 0 0,-2 3-26 0 0,-3 2-70 0 0,0 1-1 0 0,-1-1 1 0 0,0-1-1 0 0,-1 0 1 0 0,0 0-1 0 0,-1 0 1 0 0,0-2-1 0 0,-1 1 0 0 0,1-2 1 0 0,-2 1-1 0 0,-4 1 71 0 0,-26-2-2200 0 0,41-7-2098 0 0,2 0-1315 0 0</inkml:trace>
  <inkml:trace contextRef="#ctx0" brushRef="#br0" timeOffset="1385.149">736 128 9616 0 0,'0'0'216'0'0,"1"-6"521"0"0,3 0-690 0 0,4-18 2289 0 0,-4 8-194 0 0,19-23 2043 0 0,-18 32-3586 0 0,-5 8-546 0 0,0-1-1 0 0,0 0 1 0 0,0 0 0 0 0,0 0-1 0 0,0 0 1 0 0,0 0 0 0 0,0 0-1 0 0,1 1 1 0 0,-1-1-1 0 0,0 0 1 0 0,0 0 0 0 0,0 0-1 0 0,0 0 1 0 0,0 0-1 0 0,0 0 1 0 0,0 0 0 0 0,0 0-1 0 0,1 0 1 0 0,-1 0-1 0 0,0 0 1 0 0,0 1 0 0 0,0-1-1 0 0,0 0 1 0 0,0 0-1 0 0,1 0 1 0 0,-1 0 0 0 0,0 0-1 0 0,0 0 1 0 0,0 0 0 0 0,0 0-1 0 0,0 0 1 0 0,0 0-1 0 0,1 0 1 0 0,-1 0 0 0 0,0 0-1 0 0,0 0 1 0 0,0-1-1 0 0,0 1 1 0 0,0 0-53 0 0,5 40 107 0 0,-1 66-25 0 0,8-48-714 0 0,-3-46 72 0 0,5-10-72 0 0,17-27 270 0 0,-14-21 415 0 0,-15 34 190 0 0,1 16 111 0 0,1 31-354 0 0,2 28 0 0 0,8-12 0 0 0,-10-44 0 0 0,-3-6 12 0 0,0-1-1 0 0,0 1 0 0 0,0-1 1 0 0,-1 1-1 0 0,1-1 1 0 0,0 0-1 0 0,0 1 0 0 0,0-1 1 0 0,0 0-1 0 0,0 1 0 0 0,0-1 1 0 0,0 0-1 0 0,0 0 1 0 0,0 0-1 0 0,0 0 0 0 0,0 0 1 0 0,0 0-1 0 0,0 0 0 0 0,0-1 1 0 0,0 1-1 0 0,0 0 0 0 0,0 0 1 0 0,0-1-1 0 0,0 1 1 0 0,0-1-1 0 0,0 1 0 0 0,0-1 1 0 0,0 1-1 0 0,0-1 0 0 0,0 1 1 0 0,-1-1-1 0 0,1 0 1 0 0,0 1-1 0 0,-1-1 0 0 0,1 0 1 0 0,0 0-1 0 0,-1 0 0 0 0,1 0-11 0 0,19-38 432 0 0,3-71 1640 0 0,-18 47-2072 0 0,-1 24 0 0 0,1-5 0 0 0,-1 27 0 0 0,-4 11-269 0 0,0 5-1135 0 0,0 1-511 0 0,0 0-107 0 0,0 0-23 0 0</inkml:trace>
  <inkml:trace contextRef="#ctx0" brushRef="#br0" timeOffset="1779.189">1135 217 10512 0 0,'13'-3'728'0'0,"3"-7"8337"0"0,-54 70-7951 0 0,12 3-862 0 0,24-55-254 0 0,0-6-1 0 0,1 1 1 0 0,-1 0-1 0 0,1-1 0 0 0,0 1 1 0 0,0 0-1 0 0,0 0 0 0 0,0 0 1 0 0,1-1-1 0 0,-1 1 0 0 0,1 0 1 0 0,0 0-1 0 0,-1 0 0 0 0,1 0 1 0 0,1 0-1 0 0,-1 0 0 0 0,0 0 0 0 0,1 0 1 0 0,0 0-1 0 0,-1 0 0 0 0,1-1 1 0 0,0 1-1 0 0,0 0 0 0 0,1 0 1 0 0,-1-1-1 0 0,1 1 0 0 0,-1-1 1 0 0,1 1-1 0 0,0-1 0 0 0,2 2 3 0 0,1-1 2 0 0,0 0 0 0 0,0 0-1 0 0,1 0 1 0 0,-1-1 0 0 0,1 0-1 0 0,0 0 1 0 0,-1-1 0 0 0,1 1-1 0 0,0-1 1 0 0,0 0 0 0 0,0-1-1 0 0,5 0-1 0 0,46 17-12 0 0,-55-16 9 0 0,-1 1 1 0 0,1-1-1 0 0,-1 0 0 0 0,0 0 0 0 0,0 1 0 0 0,1-1 0 0 0,-1 1 0 0 0,0-1 0 0 0,0 1 0 0 0,0-1 0 0 0,-1 1 0 0 0,1 0 1 0 0,0-1-1 0 0,-1 1 0 0 0,1 0 0 0 0,-1 0 0 0 0,1 0 0 0 0,-1-1 0 0 0,0 1 0 0 0,0 0 0 0 0,0 0 0 0 0,0 1 3 0 0,-2 3 0 0 0,0 0 0 0 0,0 0 0 0 0,-1 0 0 0 0,0 0 0 0 0,0-1 0 0 0,0 1 0 0 0,-1-1 0 0 0,0 0 0 0 0,0 0 0 0 0,0 0 0 0 0,-1 0 0 0 0,0-1 0 0 0,1 0 0 0 0,-1 0 0 0 0,-1 0 0 0 0,-1 1 0 0 0,-42 16-210 0 0,-2-11-2744 0 0,49-10 1549 0 0,-2-4-2075 0 0,-1-6 1698 0 0</inkml:trace>
  <inkml:trace contextRef="#ctx0" brushRef="#br0" timeOffset="2172.25">1135 257 8592 0 0,'-5'-5'504'0'0,"-16"-30"2896"0"0,21 17 86 0 0,0 15-3266 0 0,1 0 0 0 0,1 0-1 0 0,-1 0 1 0 0,0 0 0 0 0,1 1 0 0 0,0-1-1 0 0,-1 0 1 0 0,1 1 0 0 0,0-1 0 0 0,0 1 0 0 0,0 0-1 0 0,1 0 1 0 0,-1 0 0 0 0,0 0 0 0 0,1 0-1 0 0,0 0 1 0 0,1 0-220 0 0,9-6 201 0 0,2 1 0 0 0,-1 0 1 0 0,1 1-1 0 0,0 0 0 0 0,0 1 0 0 0,1 1 0 0 0,-1 1 0 0 0,13-2-201 0 0,34-4-1532 0 0,-53 6-368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9:1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19 150 8288 0 0,'0'0'190'0'0,"0"0"28"0"0,0 0 7 0 0,-3-4 6 0 0,-7-25 2447 0 0,5 14 2015 0 0,7 35-2151 0 0,18 138-2352 0 0,-5-80-422 0 0,-7-53 232 0 0,-3-19 0 0 0,2-1 0 0 0,-5-4 0 0 0,0-1 0 0 0,0 0 0 0 0,0 0 0 0 0,0 0 0 0 0,-1 0 0 0 0,1 0 0 0 0,0 0 0 0 0,0 0 0 0 0,0-1 0 0 0,-1 1 0 0 0,1-1 0 0 0,0 1 0 0 0,0-1 0 0 0,-1 1 0 0 0,1-1 0 0 0,0 0 0 0 0,-1 0 0 0 0,1 0 0 0 0,-1 0 0 0 0,1 0 0 0 0,-1 0 0 0 0,2-2 0 0 0,2-4 19 0 0,0-1-1 0 0,0 1 0 0 0,-1-1 0 0 0,1 0 0 0 0,-2 0 1 0 0,1-1-1 0 0,-1 1 0 0 0,-1-1 0 0 0,1 1 0 0 0,-2-1 0 0 0,1 0 1 0 0,-1 0-1 0 0,0 0 0 0 0,-1 0 0 0 0,0 0 0 0 0,0 0 0 0 0,-1 0 1 0 0,-1-2-19 0 0,2-14 16 0 0,0 20-5 0 0,0 5 17 0 0,0 9-101 0 0,34 100 19 0 0,-3-62 54 0 0,-28-46 0 0 0,-1 0 0 0 0,1 1 0 0 0,-1-1 0 0 0,1 0 0 0 0,-1-1 0 0 0,1 1 0 0 0,0 0 0 0 0,-1-1 0 0 0,1 1 0 0 0,0-1 0 0 0,0 0 0 0 0,-1 0 0 0 0,1 0 0 0 0,0 0 0 0 0,0-1 0 0 0,-1 1 0 0 0,1-1 0 0 0,0 1 0 0 0,-1-1 0 0 0,1 0 0 0 0,0 0 0 0 0,37-33 136 0 0,-35 27 22 0 0,-1-1 0 0 0,0 1 1 0 0,0-1-1 0 0,-1 0 0 0 0,1 1 0 0 0,-2-2 0 0 0,1 1 0 0 0,-1 0 0 0 0,-1 0 0 0 0,1-1 0 0 0,-1 1 0 0 0,-1-1 0 0 0,1 1 0 0 0,-2-1 0 0 0,0-6-158 0 0,1-67 616 0 0,0 12-1164 0 0,0 69 173 0 0,0 1-891 0 0,0 0-3707 0 0,0 0-1587 0 0</inkml:trace>
  <inkml:trace contextRef="#ctx0" brushRef="#br0" timeOffset="497.38">423 418 10712 0 0,'0'0'241'0'0,"0"0"38"0"0,0 0 11 0 0,0 0-28 0 0,0 0-66 0 0,0 0 348 0 0,-1-1 174 0 0,-3-30 3320 0 0,24-11-2189 0 0,-9 22-955 0 0,3 8 40 0 0,1 8-348 0 0,-14 4-585 0 0,-1 0-1 0 0,1 1 1 0 0,0-1 0 0 0,0 0-1 0 0,0 1 1 0 0,-1-1-1 0 0,1 0 1 0 0,0 1-1 0 0,-1-1 1 0 0,1 1-1 0 0,0-1 1 0 0,-1 1 0 0 0,1 0-1 0 0,0-1 1 0 0,-1 1-1 0 0,1 0 1 0 0,-1-1-1 0 0,1 1 1 0 0,-1 0-1 0 0,0 0 1 0 0,1-1-1 0 0,-1 1 1 0 0,0 0 0 0 0,1 0-1 0 0,-1 0 1 0 0,0-1-1 0 0,0 1 1 0 0,0 0-1 0 0,0 0 1 0 0,0 0-1 0 0,0 0 0 0 0,1 2-1 0 0,0 4-16 0 0,0-1 0 0 0,0 1 0 0 0,-1 0-1 0 0,0 0 1 0 0,-1 0 0 0 0,1 0 0 0 0,-1 0 0 0 0,0 0-1 0 0,-1-1 1 0 0,0 1 0 0 0,0 0 0 0 0,0-1-1 0 0,-1 0 1 0 0,-2 5 17 0 0,-1 3-27 0 0,-11 17-257 0 0,-15 39 28 0 0,28-64 256 0 0,-1 4-12 0 0,2-3-49 0 0,11 13-90 0 0,1-18 151 0 0,-3-3-163 0 0,0 1-1 0 0,0-1 0 0 0,-1-1 1 0 0,1 1-1 0 0,0-1 0 0 0,0 0 1 0 0,-1 0-1 0 0,0-1 0 0 0,1 0 1 0 0,-1 0-1 0 0,0 0 0 0 0,2-2 164 0 0,2 0-1402 0 0,0 2-63 0 0</inkml:trace>
  <inkml:trace contextRef="#ctx0" brushRef="#br0" timeOffset="857.81">619 426 10048 0 0,'0'0'230'0'0,"0"0"30"0"0,0 0 18 0 0,0 0 62 0 0,0 0 253 0 0,0 0 116 0 0,0 0 25 0 0,0 0-36 0 0,0 0-156 0 0,0 0-72 0 0,0 0-12 0 0,6-8 1483 0 0,40-4 140 0 0,17-4-1232 0 0,3 0-731 0 0,39-23-237 0 0,-86 32-536 0 0,-18 6 165 0 0,-1 1-101 0 0,0 0-724 0 0,0 0-2972 0 0,0 0-1269 0 0</inkml:trace>
  <inkml:trace contextRef="#ctx0" brushRef="#br0" timeOffset="1293.169">743 260 8784 0 0,'0'0'197'0'0,"0"0"24"0"0,0 0 19 0 0,0 0 75 0 0,0 0 261 0 0,-4-3 529 0 0,2 0 2857 0 0,-5-6-2339 0 0,6 8-1271 0 0,-14-6 2996 0 0,3 18-3280 0 0,8 8-68 0 0,8 13 0 0 0,14 43 11 0 0,-9 1 96 0 0,-13 4-746 0 0,-1-66-1988 0 0,5-14 1487 0 0</inkml:trace>
  <inkml:trace contextRef="#ctx0" brushRef="#br0" timeOffset="3411.77">981 102 9904 0 0,'0'0'222'0'0,"0"0"30"0"0,0 0 20 0 0,1-16 634 0 0,3 2 1118 0 0,-4 13-1516 0 0,0-1 2531 0 0,7 17-3013 0 0,-1 0 0 0 0,-1 0-1 0 0,0 1 1 0 0,-2-1-1 0 0,1 1 1 0 0,-2 0 0 0 0,0 0-1 0 0,-1 10-25 0 0,3 15 19 0 0,6 58-19 0 0,0-28 0 0 0,-7-63 0 0 0,-3-2-12 0 0,1-4-36 0 0,2 3 26 0 0,20-11-32 0 0,4-44 172 0 0,-23 39 55 0 0,-1-1 1 0 0,-1 0-1 0 0,0 0 1 0 0,0 0-1 0 0,-1 0 1 0 0,0 0-1 0 0,-2 0 0 0 0,1 0 1 0 0,-1 0-174 0 0,0-19 344 0 0,1 30-279 0 0,0 1-1 0 0,0 0 3 0 0,0 0 10 0 0,0 0 1 0 0,0 2-22 0 0,19 107-46 0 0,2-54-10 0 0,-15-48 0 0 0,0-3-12 0 0,-4-3 24 0 0,1-1 0 0 0,-1 1 0 0 0,0-1 0 0 0,1 0 0 0 0,-1 1 0 0 0,0-1 0 0 0,1 0 0 0 0,-1 0 0 0 0,0-1-1 0 0,1 1 1 0 0,-1 0 0 0 0,0-1 0 0 0,1 1 0 0 0,-1-1 0 0 0,0 0 0 0 0,0 0 0 0 0,0 0 0 0 0,0 0 0 0 0,0 0-1 0 0,0 0 1 0 0,0 0 0 0 0,0-1 0 0 0,0 1 0 0 0,0-1 0 0 0,-1 0 0 0 0,1 1 0 0 0,-1-1 0 0 0,1 0 0 0 0,0-2-13 0 0,26-63 1412 0 0,-25 42-1029 0 0,-2-1 0 0 0,0 1-1 0 0,-1-1 1 0 0,-1 1-1 0 0,-2-1-381 0 0,6-89 263 0 0,1 60-330 0 0,-3 49 87 0 0,-1 5-8807 0 0,0 1 2427 0 0</inkml:trace>
  <inkml:trace contextRef="#ctx0" brushRef="#br0" timeOffset="4060.93">1350 335 7104 0 0,'0'0'208'0'0,"0"0"124"0"0,0 0 393 0 0,0 0 166 0 0,0 0 34 0 0,0-2-21 0 0,0 0-780 0 0,0 0 87 0 0,-1-1-1 0 0,1 1 1 0 0,1-1 0 0 0,-1 1 0 0 0,0-1-1 0 0,0 1 1 0 0,1 0 0 0 0,0-1 0 0 0,-1 1-1 0 0,1 0 1 0 0,0-1 0 0 0,0 1 0 0 0,0 0-1 0 0,0 0 1 0 0,1 0 0 0 0,-1 0-1 0 0,0 0 1 0 0,2-1-211 0 0,28-32 1809 0 0,12 0 79 0 0,-32 29-1427 0 0,-10 4-407 0 0,0 1 0 0 0,1 0 0 0 0,-1 0 0 0 0,1 0 0 0 0,-1 0 1 0 0,1 0-1 0 0,0 0 0 0 0,-1 0 0 0 0,1 1 0 0 0,0-1 0 0 0,0 1 0 0 0,-1-1 0 0 0,1 1 0 0 0,0 0 0 0 0,0-1 0 0 0,0 1 0 0 0,0 0 0 0 0,-1 0 0 0 0,1 0 0 0 0,0 1 0 0 0,0-1 0 0 0,0 0 0 0 0,1 1-54 0 0,-2-1 98 0 0,2 5-13 0 0,-2 2-77 0 0,0-1 0 0 0,-1 0 1 0 0,0 1-1 0 0,-1-1 0 0 0,1 0 0 0 0,-1 1 0 0 0,0-1 0 0 0,-1 0 1 0 0,1 0-1 0 0,-1 0 0 0 0,-1 0 0 0 0,1 0 0 0 0,-1 0 0 0 0,0-1 1 0 0,0 1-1 0 0,-3 2-8 0 0,-15 22-418 0 0,20-29 354 0 0,1-1 0 0 0,18-8 0 0 0,35-18 64 0 0,-18 17 247 0 0,-34 9-166 0 0,13 16 306 0 0,-13-11-358 0 0,0-1-1 0 0,0 1 1 0 0,0-1-1 0 0,-1 1 1 0 0,1-1 0 0 0,-1 1-1 0 0,0-1 1 0 0,0 1-1 0 0,-1-1 1 0 0,1 1 0 0 0,-1 0-1 0 0,0-1 1 0 0,0 0-1 0 0,-1 1 1 0 0,1-1-1 0 0,-1 0 1 0 0,0 0 0 0 0,-1 2-29 0 0,0-1 13 0 0,0 1 0 0 0,-1-1 1 0 0,1 0-1 0 0,-1-1 1 0 0,0 1-1 0 0,0-1 1 0 0,0 1-1 0 0,-1-1 0 0 0,1-1 1 0 0,-1 1-1 0 0,-3 1-13 0 0,-17 16 53 0 0,-41 7 85 0 0,30-21-138 0 0,-8-3-4701 0 0,43-3-1581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3T20:19:43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41 9280 0 0,'0'0'268'0'0,"0"0"4"0"0,0-1-175 0 0,0-20 2579 0 0,0 20-1743 0 0,-3-11 2903 0 0,1 6-87 0 0,3 12-2841 0 0,-6 71-772 0 0,2 42-76 0 0,6 127 4 0 0,-3-199-64 0 0,13-4-345 0 0,-12-43 92 0 0,8 8-2214 0 0,-9-8 1668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5:25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20592 672 2072 0,'-3'-5'59'0,"-3"-3"12"0,3 3-57 0,0 2-14 0,-3-2 0 0,6 5 0 16,-3-3 77-16,3 3 13 0,0 0 2 0,0 0 1 16,-6 3-55-16,0 2-11 0,0 3-3 0,0 5 0 15,0-2-24-15,0 2 0 0,0 8 0 0,0-5 0 16,0 5 24-16,3-5 0 0,0 0 0 0,-3 5 0 16,6 0-38-16,-3-5-8 0,6 5-2 0,-3 3 0 0,3-3 24 15,3 0 0-15,0 1 0 0,0-7 0 0,3 1-18 0,-3-2 1 16,3-4 0-16,0-2 0 15,0 3-24-15,0-9-5 0,0-2-1 0,0 0 0 0,0 0 38 0,-1-2 9 16,-2-9 0-16,3 3 0 0,-3 0 0 0,3-2 9 16,-3-4-1-16,3 1-8 0,-3-3 44 15,0 3 3-15,0-3 0 0,0 0 0 0,0 3 21 16,-3-3 5-16,0 0 1 0,0 8 0 0,0-5-59 0,-3 5-15 16,0 0 0-16,0 3 0 0,0-3 0 0,0 8 0 0,0 0 0 0,0 0 0 15,0 0 0-15,0 0 0 16,0 0 0-16,0 0 0 0,0 0 0 0,0 8 0 0,3 0 0 0,0 5 0 15,3-5 0-15,0 5 0 0,3 3 0 0,0-3 0 16,-1-2 0-16,7 2 0 0,-3 0 0 0,3-2 0 16,0 2 0-16,3-5 0 0,0-3 0 0,-3 3 0 15,2-5 33-15,-2-3 4 0,0 0 1 0,0 0 0 16,0-3-1-16,-3-5 0 0,0 3 0 0,0-8 0 16,-3 2 13-16,3-2 2 0,-4-3 1 0,1 3 0 15,0-3-42-15,0 0-11 0,-3 3 0 0,3-3 0 16,-3 3 32-16,0-3 4 0,3 0 0 0,-6-5 1 15,3 0-26-15,0-3-11 0,0 3 8 0,-3-8-8 16,3 5 0-16,-3-5 0 0,0 2 0 0,0 4 0 16,0 1-36-16,0 7-5 15,-3 1-2-15,3 6 0 0,-3 0-167 0,0 8-34 0,0 0-6 0</inkml:trace>
  <inkml:trace contextRef="#ctx0" brushRef="#br0" timeOffset="252.541">21315 963 2310 0,'0'0'48'0,"0"0"11"15,0 0-47-15,0 0-12 0,0 0 0 0,3-3 0 0,0-2 104 0,0 3 20 0,0-4 3 0,0 1 1 16,0 2-30-16,-3 3-6 0,3 0 0 0,-3 0-1 16,0 0-55-16,0 0-12 0,0 0-1 0,3 3-1 15,0 2-11-15,-3 8-3 0,0-2 0 0,-3 8 0 16,0-4-8-16,0 1 0 0,-3 6 9 0,0 1-9 15,0-1 0-15,-3-1 0 0,3 2 0 0,-3-1 8 16,0-1-8-16,3-3 0 0,-3 4-11 0,0 4 11 16,3-8-34-1,0 4-1-15,1 4 0 0,-1-7 0 0,3 2-97 0,0 0-19 0,0-8-4 0</inkml:trace>
  <inkml:trace contextRef="#ctx0" brushRef="#br0" timeOffset="813.339">21785 886 2093 0,'24'-58'44'0,"-15"32"9"15,-3 7-42-15,3-7-11 0,-3 5 0 0,0-3 0 16,-3 8 99-16,0 0 17 0,0-3 4 0,-3 9 1 16,0-3 6-16,-3 5 1 0,3 0 0 0,-6 8 0 15,6 0-103-15,-6 0-25 0,0 2 0 0,0 9 0 0,0-3 28 0,0 0 0 0,-3 8 0 16,3-3 0-16,0-2-28 0,0 7 0 0,0-7 8 0,0 5-8 15,3 2 0-15,0-7 0 0,0 7 0 16,3-7 0-16,0 7 0 0,0-2-12 0,3-5 0 16,3 7 1-1,0-10-28-15,0 3-5 0,3 2-2 0,0-8 0 16,3 3 7-16,3-8 2 0,0 0 0 0,3 0 0 0,-1 0 37 0,1-8 0 16,3 3 0-16,-3-3 0 0,3 0 0 0,-3 0 0 15,3-5 0-15,-4 5 0 0,-2 0 0 0,0-5 8 16,0 5 2-16,0-5 0 0,-6 2 35 0,0-2 7 0,0 5 2 15,-3-5 0-15,-3 5-54 0,0 5 0 0,0-7 0 0,-3 10 0 16,0 0 8-16,0 0 8 0,0 0 0 0,-9 5 1 16,0 0-9-16,0 3-8 0,-3 0 9 0,3 0-9 15,0 0 0-15,3 5 0 0,0-2 0 0,3 2 0 16,0 0 0-16,3 3 0 0,3-3 0 0,0 6 0 16,0-1 0-16,3-2 0 0,3 0 0 0,0-3 0 15,3 3 0-15,0-3 0 0,0-5 0 0,3 6 0 16,-4-12 0-16,1 4 8 0,0-6 0 0,3 0 1 15,-3-6 17-15,0 4 3 0,0-9 1 0,3 0 0 16,-3-2 3-16,3-3 1 0,-1 3 0 0,4-8 0 16,-3 5-12-16,3 0-2 0,0-5-1 0,3 5 0 15,-3 0-4-15,2-5-1 0,1 5 0 0,0-5 0 16,-3-5-14-16,0 2 0 0,3-5 0 0,-6 5 0 16,-1-5 0-16,-2 0-10 0,0 5 2 0,0 3 0 15,-3 5-32-15,-3-3-5 0,3 9-2 0,-3 2 0 16,-3 2-167-16,3 6-34 0,-6 0-6 0</inkml:trace>
  <inkml:trace contextRef="#ctx0" brushRef="#br0" timeOffset="1124.591">22485 1027 2508 0,'6'-6'71'0,"0"6"16"0,3 0-70 0,2-5-17 0,-2 2 0 0,3 3 0 15,0-5 55-15,-3 5 7 0,3-3 2 0,-3 3 0 16,0 0 0-16,0-5 0 0,-3 5 0 0,0 5 0 16,-3-5-52-16,0 3-12 0,0 2 0 0,-3 3 0 15,0 0 0-15,-3 0 0 0,-3 5 0 0,0 1 0 16,-3-4 0-16,-3 6 0 0,0 3 0 0,-3-3 0 16,0-3 0-16,0 3 0 0,1 0 0 0,-1-3 0 15,0 3 0-15,3-3 0 0,0-3 0 0,3 9 0 16,3-8 0-16,3 2 0 0,0 3 0 0,3-3 0 15,6 3 0-15,0-8 0 0,3 5 0 0,3-5 0 16,3 5 0-16,3-10 0 0,-1 5 0 0,4-3 0 16,0-5 0-16,0 0 0 0,3 0 0 0,0-5 0 15,5 2-48-15,4-5-13 0,0 0-3 0</inkml:trace>
  <inkml:trace contextRef="#ctx0" brushRef="#br0" timeOffset="2129.59">23410 532 2277 0,'-5'-11'64'0,"-1"3"15"0,0 0-63 16,0 6-16-16,0-6 0 0,-3-3 0 0,0 9 78 0,0-6 13 0,-3 0 2 0,-3-3 1 16,0 8-44-16,0-4-9 0,-5-1-1 0,-4 2-1 15,0-2-18-15,-6 3-3 0,0 2-1 0,-2-2 0 16,-4 2-6-16,0-4-2 0,-3 1 0 0,-8 4 0 16,-1-4-1-16,-8-2-8 0,-4 0 12 0,-8 3-4 15,2-3 13-15,-2 6 3 0,-4-9 0 0,-11 0 0 16,6 6-33-16,-4-3-7 0,-5 0 0 0,-12 0-1 15,8 0 17-15,-5 3 0 0,-3 2-8 0,-12-2 8 16,9 5 0-16,-4 0-10 0,1 0 10 0,-12 0-8 16,15 5 8-16,0-2-8 0,2 2 8 0,-11 3-8 15,21 0 8-15,0 0-13 0,5 0 5 0,-5 0 8 16,15 0-32-16,5 5 2 0,4-5 0 0,-4 5 0 16,16-5 46-16,-1 0 8 0,3 0 3 0,4 0 0 15,8 5-43-15,6-5-9 0,7 6-2 0,2-4 0 16,6 3 27-16,6 1 0 0,3-1 0 0,3 3 0 15,3 0 0-15,6-3 0 0,-3 5 0 0,6 1 0 16,0-1 0-16,3 1 0 0,0-3 0 0,0 5 0 0,3-5 0 16,0 5 0-16,0-5 12 0,-1 5-4 0,1 0-8 15,0-2-10-15,-3 2 10 0,0 8-13 0,3 0 13 0,-3 8 0 16,0 8 0-16,0 0 0 0,0-3 0 0,-3-2 8 0,3 2 0 0,0 3-8 16,-3 0 0-16,-1 0 0 0,4 3-10 0,0 5 10 15,-3-8 0-15,0-3 0 0,3 3 0 0,0-5 0 16,-3 2 0-16,0-10 0 0,3 2 0 0,0-2 0 15,0 3 0-15,0-4 0 0,0 6 0 0,3-2 0 16,-1-6 0-16,4-5 0 0,0 5 0 0,6-8 0 16,0 0 0-16,0-5 0 0,6 0 0 15,2-3 0-15,1-2 0 0,6-3 0 0,0 2 0 0,5-2 0 16,1 0 0-16,5-8 0 0,4 3 0 0,6-3 0 16,-1 0 20-16,4 0 11 0,2 0 2 0,10-3 1 15,-1 3-3-15,1 0-1 0,5-5 0 0,6 2 0 16,-5-2-30-16,2 5 0 0,0-3 0 0,7 3 0 15,-10 0 0-15,-2-5 0 0,2 5 0 0,3-5 0 16,-8 5 0-16,-1-3 0 0,1 3 0 0,2 0 0 16,-8 0-12-16,2-5-9 0,-3 5-2 0,4-3 0 15,-7 3 23-15,-5-5 0 0,-3 2 0 0,2 3 0 16,-5-5 0-16,-1 2 0 0,1 3 0 0,0-5 0 16,-7 0 0-16,-2 2 0 0,-3-2 0 0,2 2 0 15,-2-5 0-15,0 0 0 0,2 3 0 0,-2-8 0 16,-3 2 0-16,-1 0 8 0,-2 1-8 0,0-6 8 0,-3-3-8 15,-1 4 0-15,1-7 0 0,0 4 0 0,-3-3 0 16,0 2 0-16,2 1 0 0,-2-3 8 0,-3 5 0 0,0-6-8 16,-3 7 12-16,-1-7-4 15,-2 1 9-15,-3-8 2 0,0 5 0 0,-3-10 0 0,-3-3 5 0,-3 0 0 0,0-3 1 16,-3-2 0-16,-6 5-2 0,0-3-1 16,0 0 0-16,-3-7 0 0,-3 2-5 0,-3-5-1 15,3-3 0-15,-6-6 0 0,0 9-6 0,-3 10-2 16,1-2 0-16,-4-3 0 0,3 3-8 0,3-3 0 0,-3 0 9 15,0 0-9-15,3 8 0 0,1 0 0 0,2 0 0 0,0 8 0 16,0-1 0-16,0 7 0 0,3-4-10 0,-3 6 10 16,3 5-37-1,0-5-1-15,3 5 0 0,-3 0 0 0,3 0-118 16,0 3-24-16,1 0-5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6:13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16091 11537 2066 0,'-6'-11'43'0,"6"11"10"0,0-5-42 0,-3-1-11 0,3-2 0 0,-3 3 0 15,0-3 100-15,3 3 17 0,-3 2 4 0,3 3 1 16,-3-5-39-16,3 5-8 0,-6-3-2 0,6 3 0 16,-6 0-21-16,0 3-5 0,0 2-1 0,-3 6 0 15,0 2-22-15,4 6-5 0,-4 2-1 0,0 5 0 16,0 1-18-16,0-1 8 0,0 3-8 0,0 0 0 15,3 0 0-15,0 1 0 0,0-1 0 0,3 0 0 16,3-3 0-16,3 3-16 0,0-2 5 0,3-1 1 16,0-2-20-16,3-5-4 0,0-1-1 15,3-2 0-15,3-3 0 0,-3-5 0 0,5-3 0 0,-2 1 0 16,-3-6 10-16,3-3 1 0,0 0 1 0,0-2 0 16,-3-3-5-16,0-2 0 0,3-1-1 0,-4-2 0 15,1 2 29-15,-3-2 0 0,0-3 0 0,0 3 0 16,0 0 45-16,-3-1 15 0,0 1 4 0,0 0 0 15,-3 2-52-15,0 1-12 0,-3-1 0 0,0 1 0 16,0 2 44-16,0 2 7 0,0 1 1 0,-3 3 0 16,3 2-24-16,0 0-4 0,-6 0 0 0,0 5-1 0,3 0-15 0,0 3-8 15,0 3 8-15,0-1-8 0,0 3 0 0,3 1 0 16,0 2 0-16,0-1-8 0,6 1-5 0,-3 0-1 0,3 0 0 16,3 0 0-16,0-3-3 0,3-2-1 0,0-1 0 15,3 1 0-15,-4-3 18 0,4-3-8 0,0 0 8 0,0-2 0 16,-3-3 0-16,6-3 0 0,-6-2 0 0,3 0 0 15,-3 0 15-15,-4-3 6 0,4-3 2 16,-3 0 0-16,3 1-5 0,-3-3-1 16,0-3 0-16,0 0 0 0,-3 0 24 0,0 0 5 0,3 0 1 15,-3-2 0-15,0-3-38 0,0-1-9 0,-3-1 0 0,3-1 0 16,-3 0 0-16,0-3 0 0,0 1 0 0,0-3 0 16,0 0 0-16,-1 0 0 0,1 0 0 0,0-1 0 15,3 4-12-15,0 2-4 0,0 0 0 0,0 6-1 16,3 2-127-16,0 3-24 0,0 2-6 0</inkml:trace>
  <inkml:trace contextRef="#ctx0" brushRef="#br0" timeOffset="271.29">16957 11854 2480 0,'-3'8'52'0,"0"0"12"15,3-3-52-15,0 1-12 0,0-6 0 0,-3 5 0 16,3-5 92-16,-3 5 16 0,0-2 4 0,0 2 0 16,0 0-42-16,0 1-8 0,0-1-2 0,0 3 0 0,0 0-23 15,-3 0-5-15,4 0 0 0,-1 2-1 0,-3 1-11 16,3 2-1-16,0 0-1 0,-3 1 0 0,3-1-18 0,0 3 10 16,0-3-10-16,-3 3 8 15,3 0-8-15,-3 0 0 0,3-1 0 0,0 1 0 0,0 0 0 0,0 0-9 16,0 0 0-16,0 2 0 15,0-2-79-15,3 0-15 0,-3 0-3 0,3 0-1 16,0-3-93-16,0 0-20 0</inkml:trace>
  <inkml:trace contextRef="#ctx0" brushRef="#br0" timeOffset="1049.07">17814 11500 2276 0,'-6'0'48'0,"1"0"9"0,-1 2-45 16,6-2-12-16,-9 0 0 0,3 5 0 0,0 1 66 0,0-1 11 15,0 3 3-15,0 5 0 0,0 0-40 0,0 3-7 0,0 0-1 0,0 5-1 16,0 1-20-16,0-1-11 0,0 0 12 16,0 3-12-16,0-1 8 0,0 1-8 0,3 0 0 0,0 0 0 15,3 0 0-15,0-3 0 16,3 0 0-16,0 0 0 0,3-2-14 0,-3-1 0 0,3-2 0 0,0 0 0 16,3-5-9-16,-3-1-1 0,3 1-1 0,-3-6 0 15,3 0 12-15,0-2 2 0,0-3 1 0,0-3 0 16,0-2 10-16,0-3 8 0,-1 0-8 0,1-2 11 15,0-1-11-15,0-2 0 0,3 0 0 0,-3-1 0 16,-3 1 32-16,3-3 4 0,-3 0 0 0,0 3 1 16,-3 0 0-16,0 0 0 0,0-1 0 0,-3 4 0 15,0 2-5-15,0-3 0 0,0 6-1 0,-3 0 0 16,3 5-13-16,-3-3-2 0,3 3-1 0,-6 3 0 16,0-1-6-16,0 4-1 0,3 2 0 0,-3 0 0 15,6 2-8-15,-3 1-14 0,3-1 3 0,3 4 1 16,0-4-35-16,3 3-7 0,0 1-2 15,3-1 0-15,3-3 44 0,0 1 10 0,3 0 0 0,2-1 0 16,1-5 0-16,0 1-16 0,0 2 5 0,0-6 1 16,3 1 10-16,0-3 0 0,-4-3 0 0,1-2 0 15,0 0 10-15,-3-1 4 0,3-1 1 0,-3-4 0 16,0 3 13-16,-3-5 2 0,2 0 1 0,-2-1 0 16,0-2-1-16,0 1 0 0,3-1 0 0,-3 0 0 15,0-3-30-15,0 1 0 0,0-3 0 0,-3-3 0 16,2-3 31-16,-2 1 9 0,3-6 3 0,0 3 0 0,-3-3-32 0,0 3-11 0,0 0 0 15,0-3 9-15,-3 8-9 0,3 3 0 0,-3 0-10 0,-3 5 10 32,3 0-97-32,0 3-14 0,-3 3-2 0,3 2-1 15,0 2-106-15,0 4-22 0</inkml:trace>
  <inkml:trace contextRef="#ctx0" brushRef="#br0" timeOffset="1530.337">19026 11849 2149 0,'-6'0'44'0,"-3"-3"12"16,3 0-44-16,6 3-12 0,-6-2 0 0,-3 2 0 15,3 0 63-15,0 0 10 0,-3 0 3 0,0 2 0 16,1 4-34-16,-4-1-6 0,0-2-2 0,-3 7 0 16,-3-2-16-16,0 3-3 0,-3 2-1 0,-3 3 0 0,1 0-2 15,-1 0-1-15,-3 5 0 0,0 0 0 16,0-2 19-16,1-1 4 0,2 1 1 0,0-1 0 0,3-2-47 16,0 3-8-16,-2-4-3 0,5 4 0 0,0-3 23 0,0-3 0 15,3 3 10-15,0 0-10 0,0-3 14 0,6-2-4 16,0 2-1-16,4-3 0 0,2 1-9 0,3 0 0 0,0-4 9 15,0 4-9-15,5 0 0 16,1-3 0-16,3 0 0 0,0-1 0 0,3 1 9 16,0-2-9-16,3-1 12 0,-3 0-12 15,3-2 16-15,0 0-3 0,0-1-1 0,2 1 0 0,-2-3-12 0,3 0-18 16,0 0 4-16,0-3 1 0,3 1 29 0,0-1 7 0,-1 0 1 0,1-2 0 16,0 0-24-16,0-1 8 0,0 1-8 0,-3 0 0 15,-1 0 0-15,1-3 0 0,0 2 0 0,-3-2 0 16,0 0-40-16,-1450 3-2 15,2894-3-1-15,-1447 0 0 0,-3 0-161 0,-3 0-33 0,2-2-7 16</inkml:trace>
  <inkml:trace contextRef="#ctx0" brushRef="#br0" timeOffset="1843.602">18919 11981 2014 0,'-6'-5'84'15,"0"2"-67"1,3-2 100-16,3 5 20 0,-3-3 4 0,3 3 1 16,0 0-38-16,0 0-8 0,0 0-2 0,0 0 0 0,0 0-32 0,0 0-6 15,0 0-2-15,-6 3 0 16,3 5-14-16,0 0-4 0,3 2 0 0,-3 6 0 16,0 0-13-16,3 0-3 0,0 0-1 0,-3 2 0 15,0 1-8-15,3-1-2 0,-3 1 0 0,0-1 0 16,3 4-9-16,-3-1 0 0,0 0 0 0,0 3 8 0,0 0-8 0,0 2 0 15,3 3 0-15,-3 0 0 0,3-2 0 0,0 2 0 16,0-5 8-16,-3 2-8 16,3-2 0-16,0 0 0 0,0-3 0 0,0 0 0 0,0 0-10 0,0 3 10 0,3-3-13 15,-3 6 5-15,3-6-13 16,-3 3-3-16,0-3 0 0,3 0 0 0,0-3-20 16,-3 1-4-16,3-3 0 0,0-3-1 0,0 0-103 0,0-2-20 15,0 0-4-15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06:49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5848 8547 2217 0,'-3'-6'63'0,"1"1"13"0,2 5-60 0,0-5-16 0,0-1 0 0,0 6 0 16,-3-5 88-16,3 5 14 0,-3-3 3 0,3 3 1 0,0 0-51 15,-6-5-11-15,6 5-1 0,-6 0-1 0,3 0-25 0,-3 3-5 0,0-1 0 0,3 4-1 16,-3-1-11 0,3 0 0-16,0 3 0 0,-3 0 0 0,3 3 0 0,0-1 0 15,0 1 0-15,3 2 0 0,-3 0-14 0,3 1-2 0,3 2 0 16,-3-3 0-1,0 0-21-15,3-2-5 0,0 2-1 0,3-3 0 16,-3 1 6-16,3-3 1 0,0-3 0 0,0 1 0 0,0-4 23 0,0 1 5 16,0-3 8-16,0-3-13 0,0 1 13 0,-4-1 16 0,4 0-3 15,-3-2-1-15,3 0 22 0,-3-3 4 0,0 0 1 0,3 0 0 16,-3 0 5-16,0 0 0 0,0-3 1 0,0 3 0 16,-3 0-8-16,3 1-1 0,-3-1-1 0,3 2 0 15,-3-2-11-15,0 6-1 0,0-4-1 0,0 6 0 16,0 0-14-16,0 0-8 0,0 0 10 0,0 0-10 15,0 0 8-15,0 0-8 0,0 0 0 0,3 6 0 16,3-1 0-16,-3 0 0 0,3 3 0 0,0 3 0 16,0-1 0-16,0-2-15 0,0 6 5 0,3-4 1 15,0 1-19-15,0-3-3 0,3 0-1 16,-4 0 0-16,4 0 4 0,-3-3 1 16,0-3 0-16,0 4 0 0,-3-4 27 0,3-2-10 0,-3 0 10 0,0 0 0 15,0-2 0-15,0-1-8 0,0 0 8 0,-3 1 0 16,0-3 44-16,0-3 12 0,-3 2 2 0,3-2 1 15,-3 0-43-15,0 0-16 0,3 1 11 0,-3-4-11 16,3 3 52-16,-3-3 5 0,0 1 1 0,0-1 0 16,0 3-42-16,0-2-16 0,0-1 11 0,0 1-11 15,0 2 0-15,3-3 0 0,-3 3 0 0,3-2 0 16,0 2 0-16,0 0 8 0,0 0-8 0,0 2 0 16,-1-2-151-16,1 3-33 0,3 0-6 0</inkml:trace>
  <inkml:trace contextRef="#ctx0" brushRef="#br0" timeOffset="237.603">6232 8637 2325 0,'-11'13'48'0,"8"-11"12"0,0 4-48 0,0-1-12 0,3-5 0 0,-6 5 0 15,3 1 101-15,0 2 19 0,3-3 3 0,-3 0 1 16,-3 0-32-16,6 3-5 0,0-2-2 0,-3 2 0 15,3 0-44-15,0-1-9 0,0 4-1 0,0 0-1 16,-3-3-15-16,3 5-3 0,0-3-1 0,0 1 0 16,0 0-11-16,0-1 0 0,0-2 0 0,0 3 0 15,0-1 0-15,0-2 0 0,0 3 0 0,0-3 8 16,0 0-127-16,0 0-25 0,0-1-6 0</inkml:trace>
  <inkml:trace contextRef="#ctx0" brushRef="#br0" timeOffset="1365.49">5828 6843 1348 0,'-12'-8'28'0,"9"2"7"0,-3 4-35 15,6 2 0-15,-3-3 0 0,3 3 0 0,-6-3 115 0,6 3 16 0,0 0 3 0,0 0 1 16,0 0-31-16,0 0-7 0,0 0-1 0,0 0 0 16,0 0-29-16,0 0-7 0,0 0 0 0,0 0-1 15,-6 6-20-15,3 2-4 0,3-3-1 0,-3 3 0 16,3 2-16-16,-3-2-3 0,3 6-1 0,0-4 0 16,0 3-14-16,0-2 0 0,0 2 8 0,3 0-8 15,-3 3 0-15,0-2 8 0,3 1-8 0,-3 1 0 16,3-2-15-16,-3-1-9 0,3 0-1 0,0 0-1 15,3-2 26-15,-3-3 0 0,3 0 12 0,-3-3-4 16,3-2-8-16,0-3-10 0,0 0 10 0,0-3-13 16,-3 0 13-16,2-2 0 0,1-3 0 0,-3-2 0 15,0-1 0-15,3 3 0 0,-3-5 0 0,0 2 0 16,0 1 0-16,-3-1 16 0,0 0-1 0,0 1-1 16,0-1 3-16,-3 1 1 0,3 2 0 0,-3 0 0 15,0 0 2-15,3 0 1 0,-3 3 0 0,0-1 0 0,3 1-9 0,0 5-1 16,0 0-1-16,0 0 0 0,0 0-10 15,0 0 0-15,0 0 0 0,0 0 8 0,0 0-8 16,3 3 0-16,0 2 0 0,0 3 0 16,3 0 0-16,0 0 0 0,3 0 0 0,-3 2 0 0,3 1 0 0,0-3 0 15,0 2 0-15,3 1 0 0,-3-3 0 16,3 0 0-16,-3 0 0 0,-1 0 0 0,1-6 0 0,0 1 0 0,0 0 0 16,3-3 0-16,-6 0 0 0,3 0 0 0,-3-3 0 0,0-2 0 15,0-1 0-15,0-1 0 0,0 1 0 0,-3-2 0 16,3 0 0-16,-3-2 0 0,3 2 0 0,-3 0 0 15,0 0 38-15,0 0 6 0,0-3 0 0,0 4 1 16,0-1-21-16,-3 0-4 0,3-3 0 0,0 0-1 16,-3 4-19-16,2-4 0 0,-2 0 0 0,3 1 0 15,0-1-48 1,-3 1-12-16,3-1-4 0,0 3 0 0,3 0-102 0,-3 0-21 0,3 0-4 16</inkml:trace>
  <inkml:trace contextRef="#ctx0" brushRef="#br0" timeOffset="1958.76">6200 6925 1934 0,'0'0'40'0,"0"0"9"0,0 0-39 16,0 0-10-16,0 0 0 0,0 0 0 15,0 0 95-15,0 0 17 0,0 0 3 0,0 0 1 0,0 0-44 0,0 0-8 0,0 0-1 0,0 0-1 16,0 0-22-16,0 0-5 0,0 0-1 0,0 0 0 15,-9 0-20-15,3 2-4 0,0 1-1 0,0 0 0 16,0-1-9-16,0 1 12 0,0 2-12 0,-3 0 12 16,3 1-12-16,0-1 0 0,0 0 0 0,0 1 0 15,0 1 0-15,0 1 0 0,3-2 0 0,0 2 0 16,0 0 0-16,1-3 0 0,2 3 0 0,0 0 0 16,0-3 0-16,0 0 0 0,2 1 0 0,1 2 0 15,3-3 0-15,-3-2 0 0,3 2 0 0,0-3 0 16,0 1 0-16,0 0 0 0,3-3 0 0,-3 2 0 15,3-2 0-15,3 0-11 0,-3-2 3 16,0-1 0-16,3 0 8 16,0 1 0-16,-3-1 0 0,2-2 0 0,-2 0 0 0,0-1 11 0,0 1-3 0,0 0 0 15,-3-3-8-15,0 2 0 0,0-1 0 0,0 1 0 16,-3 1-14-16,3 0-5 0,-6-3-1 0,3 2 0 16,-3 1 20-16,0 0 0 0,0-3 0 0,-3 3 0 15,3-1 0-15,-6 1 0 0,3-3 0 0,0 3 0 16,0 0 0-16,0-1 0 0,0 1 0 0,-3 0 0 15,3 2 0-15,0-2 9 0,3 2-1 0,0 3 0 16,0 0 4-16,0 0 1 0,0 0 0 0,0 0 0 16,0 0 2-16,0 0 0 0,0 0 0 0,0 0 0 15,0 0-25-15,0 0-5 0,0 0-1 0,0 0 0 16,0 8 45-16,3 0 9 0,0 3 2 0,-3 2 0 16,3 0-26-16,-3 3-5 0,0 0-1 0,0 2 0 15,0 1 4-15,-3 2 0 0,3 3 0 0,-3-3 0 0,0 0-4 16,3-2-8-16,-3-1 12 0,0 1-4 0,0-3-8 15,0-1 0-15,0-4 9 0,0 2-9 16,0 0-20-16,0-2-8 0,0 0-1 0,3-1-1 16,0-2-172-16,0 0-34 0</inkml:trace>
  <inkml:trace contextRef="#ctx0" brushRef="#br0" timeOffset="27054.403">10974 4308 1792 0,'0'0'51'0,"0"0"10"16,0 0-49-16,0 0-12 0,0 0 0 0,0 0 0 16,0 0 88-16,0 0 16 0,0 0 2 0,0 0 1 0,0 0-27 0,0 0-6 15,0 0-1-15,0 0 0 0,0 0 3 0,0 0 0 0,0 0 0 16,0 0 0-16,0 0-61 0,0 0-15 16,0 0 0-16,0 0 0 0,6 5 54 15,3-2 8-15,-3-1 2 0,6 1 0 0,-3 0-52 0,6-1-12 0,0 3 0 0,0-2 0 31,2 0 0-31,1 2 9 0,3-2-9 0,-3 2 8 0,3-5-8 0,0 0 0 16,-1 3 0-16,1-1-11 0,0-2 11 0,0 3 0 16,0-3 0-16,-3 3 0 0,2-3 0 0,1 0 0 0,0 0 0 15,0 0 0-15,3 0 0 0,-3 0 0 0,2 0 0 0,-2 0 0 16,3-3 0-16,-3 3 0 0,0-3 0 0,0 3 0 16,-1 0 0-16,-2-2 0 0,0 2 0 0,0-3 0 15,-3 3 0-15,0-5 0 0,-3 5 0 0,0-3 0 16,-3 3-63-16,2-5-10 15,-2 2-3-15,-3 0 0 0,3-2-134 0,-3 3-27 16,0-1-6-16</inkml:trace>
  <inkml:trace contextRef="#ctx0" brushRef="#br0" timeOffset="27415.359">11721 4093 1997 0,'-3'-5'41'0,"3"0"11"0,-3-1-41 15,3 1-11-15,0 3 0 0,-3-6 0 16,3 8 119-16,0 0 21 0,0-6 5 0,0 6 1 16,0 0-66-16,0 0-12 0,0 0-4 0,0 0 0 0,0 0-51 0,0 0-13 0,0 8 0 0,0-2 0 15,0 4 38-15,3-2 5 0,-3 5 1 0,0 1 0 16,0 1-20-16,3 1-3 0,-3 3-1 0,0-1 0 15,0 3-20-15,3 3 0 16,-3-3 0-16,0 6 0 0,0-9 0 0,3 4 0 0,-3-4 0 0,0 3 0 16,0-2 0-16,0-1-13 0,0 1 1 0,0-1 1 15,-3 1 11-15,3-3 0 0,0-3 0 0,-3 3 0 16,3 0 0-16,0-3 0 0,-3 0 0 16,3 0 8-16,-3 1-8 0,3-4 0 0,-3 1-8 0,3-1 8 15,0-2-28 1,-3-2 0-16,3 2 0 0,0 0 0 0,0-8-101 15,0 0-21-15,0 0-4 0</inkml:trace>
  <inkml:trace contextRef="#ctx0" brushRef="#br0" timeOffset="27997.254">11745 3982 1094 0,'0'0'46'16,"0"0"-37"-16,0 0 95 0,0 0 20 0,-6 6 3 0,6-6 1 15,-6 0 0-15,6 0 0 0,-3 7 0 0,-3-7 0 16,6 0-52-16,-3 6-11 15,3-6-1-15,-3 5-1 16,3-5 1-16,0 5 1 0,0-5 0 0,0 6 0 0,0 2-52 0,3-6-13 0,0 4 0 0,0-1 0 16,3 0 54-16,0-2 8 0,0 2 2 0,3 0 0 15,0 1-52-15,0 2-12 0,0-8 0 0,3 5 0 16,-3 0 0-16,6 0 0 0,-4 3 0 0,1-2 0 16,3 2 0-16,0 0 0 0,0 5-12 0,0-5 12 15,0 0 0-15,0 2 0 0,0 1 0 0,-1-1 0 16,1 1 0-16,-3 0 0 0,3 2 8 0,0-3-8 15,-3 1 0-15,3 0 0 0,-3-1 0 0,-3 1 0 16,3 2 0-16,-4-8 0 0,1 6 0 0,-3-3 0 16,0 0 0-16,0 2 0 0,0-4 0 0,-3 1 0 15,0 4 0-15,-3-3 0 0,0-5 0 0,0 5 0 16,-3 0 11-16,0 2-11 0,0-2 12 0,-3 0-12 16,-3 0 11-16,0 0-11 0,0 0 10 0,-5 0-10 15,2 0 8-15,-6 2-8 0,3-2 0 0,-6 0 9 16,3 0-9-16,0 0 10 0,-2 0-10 0,2 0 10 15,-3 2-23-15,3-2-5 0,0 3-1 0,3 0 0 16,0-3 19-16,1 7 0 0,2-7 0 0,-3 3 0 16,6 0 24-16,0-4 9 0,0 4 2 0,3-3 0 15,0 3-35-15,0-9 0 0,3 6 0 0,-3-3 0 16,6 1-31-16,0-6 0 0,0 0 0 0,0 0 0 16,-6 2-275-16</inkml:trace>
  <inkml:trace contextRef="#ctx0" brushRef="#br0" timeOffset="31528.687">12212 4215 1136 0,'0'0'48'15,"0"0"-39"-15,0 0 89 0,0 0 18 0,0 0 3 0,0 0 1 16,0 0-8-16,0 0 0 0,-3-5-1 0,3 5 0 16,-5 0-21-16,5 0-4 0,-6 0-1 0,0 0 0 15,6 0-23-15,-6 0-5 0,0 2-1 0,3 1 0 16,-3 0-23-16,0 2-5 0,3 0 0 0,0 6-1 16,-3-3-11-16,3-3-1 0,0 6-1 0,-3 2 0 15,3 0-14-15,0-2 9 0,0 2-9 0,0 0 8 16,3 3-8-16,-3-3 0 0,0 1 0 0,0-1 0 15,0 0 0-15,3 0 0 0,0 0 0 0,-3-2 0 16,3 2 0-16,3-2 0 0,0-3 0 0,0 2 0 16,0-2 0-16,0 0 0 0,0-2 0 0,3-1 0 15,-3 0 0-15,3-2 0 0,3-1 0 0,-3-2 0 16,3 0 0-16,0-2 0 0,0-1 0 0,0 0 0 16,2-2 0-16,1 0 0 0,3-3 0 0,-3 0 12 15,0 3 20-15,3-3 4 0,0 0 0 0,-3 0 1 16,0-3 4-16,-3 1 1 0,3-1 0 0,-4 1 0 15,1-4-8-15,-3 1-2 0,0 0 0 0,0 0 0 16,-3 2-10-16,-3-7-2 0,0 2-1 0,0-3 0 0,-3 6-10 16,0-3-1-16,-3 3-8 0,0-6 12 0,-3 6-12 0,0 2 9 15,-2 1-9-15,-1 2 8 0,0 0-8 16,-3 3 0-16,3-1 0 0,-3 4 8 0,0 2-24 0,0 0-6 16,0 2-1-16,4 4 0 15,-1-6-28-15,0 5-5 0,3 0-2 0,0 3 0 16,0-2-133-16,3 1-26 0,3 1-6 0</inkml:trace>
  <inkml:trace contextRef="#ctx0" brushRef="#br0" timeOffset="31917.168">12474 4350 1799 0,'0'0'51'0,"0"0"11"16,0 0-50-16,0 0-12 0,0 0 0 0,0 0 0 15,0 0 87-15,0 0 14 0,0 0 3 0,0 0 1 16,0 0-37-16,3 0-8 0,0 0-2 0,3 0 0 16,0 0-6-16,0 0 0 0,0 0-1 0,0 0 0 15,0 0-8-15,3 0-2 0,0 0 0 0,0 0 0 16,6 0-9-16,-3 0-1 0,6 0-1 0,-1 0 0 15,4 0-8-15,3-5-2 0,3 5 0 0,0 0 0 16,2 0-6-16,7 0-2 0,-3 0 0 0,3 0 0 16,-1 0 7-16,-2 0 1 0,0 0 0 0,5 0 0 15,-2 0-12-15,0 0-8 0,6 0 9 0,-7 0-9 0,1-3 0 0,-6 3 8 16,0 0-8-16,-7 0 0 0,-2 0 0 16,-3 0 0-16,-3 0 0 0,-3 0 0 15,0 0-23-15,-6 0-4 0,0 0-1 0,-6 0 0 16,0 0-37-16,0 0-8 0,0 0-2 0,0 0 0 15,0 0-123-15,0 0-25 0</inkml:trace>
  <inkml:trace contextRef="#ctx0" brushRef="#br0" timeOffset="35552.804">9956 4215 1713 0,'-3'-32'36'0,"3"22"8"0,0-3-36 0,3-1-8 0,-3 4 0 0,3-4 0 15,0 4 129-15,-3-1 24 0,0 1 5 0,3-1 1 16,-3 3-45-16,0 0-9 0,3 6-1 0,-3-6-1 16,3 2-29-16,-3 1-6 0,0 5 0 0,0 0-1 15,0 0-30-15,0 0-5 0,0 0-2 0,0 0 0 16,0 0-18-16,0 0-4 0,0 0-8 0,0 0 12 15,-3 8-12-15,0 3 0 0,0-1 0 0,0 1 0 16,0 5 0-16,0 2 0 0,0 1 0 0,0 2 0 16,3-3 0-16,0 9 0 0,3-9 0 0,0 9 0 15,0-11-17-15,0 2-3 0,3-2-1 0,0 0 0 16,0-5-15-16,3-4-2 0,-3-1-1 0,3-1 0 16,0-5 18-16,0 0 3 0,0 0 1 0,0-8 0 15,-1 3 17-15,1-6 0 0,0 6-8 0,-3-11 8 0,0 6 0 16,0-6 0-16,3 2 8 0,-6-1-8 0,3-1 22 15,-3 2-2-15,0-1 0 0,0 1 0 0,0-2 15 16,0 3 2-16,0 0 1 0,-3 2 0 0,0 1-38 16,3 2 0-16,-3 3 0 0,0-3 0 0,0 2 0 0,0 6 0 0,0 0 0 15,0 0 8-15,0 0-8 0,0 0 0 0,0 0 0 16,0 0 0-16,0 6 0 0,3 2 0 0,0 0 0 16,3 5 0-16,-3-3 0 0,3 4 0 0,0 1 0 15,3 1 0-15,-3 3 0 0,3-6 0 0,2 6 0 16,1-6 0-16,-3 0 0 0,6 3 0 15,-3-11 0-15,0 6 0 0,0-3 0 0,0-3 0 0,3-2 0 16,-3 2 0-16,-4-5-12 0,4-5-4 0,0 2-1 0,-3-2 0 16,0-1 35-16,0-1 7 0,0-4 2 0,-3 0 0 15,0-2 5-15,0 0 0 0,0 0 1 0,0-1 0 16,-3-1-9-16,3-1-1 0,-3 2-1 0,0-1 0 16,3 1-10-16,-3 4-3 0,0-9 0 0,0 9 0 15,0-6-9-15,-3 5 0 0,2 1 0 0,-2-4 0 16,3 4 0-16,-3-1-11 0,3-2 1 0,-3 5 0 15,0-3-98-15,3 4-19 0,0-1-4 16</inkml:trace>
  <inkml:trace contextRef="#ctx0" brushRef="#br0" timeOffset="35945.827">10557 4191 2048 0,'0'0'86'16,"0"0"-69"-16,0 0 93 0,0 0 18 0,0 0 4 16,0 0 1-16,-5-5-55 0,5 5-11 0,-6 0-3 0,6 0 0 15,-6 0-53-15,6 0-11 16,-6 0 0-16,0 3 0 0,0-1 0 0,0 1 0 0,3 5 0 0,-3 0 0 16,0-6 9-16,3 6-9 0,0-2 12 0,0 7-12 15,0-5 0-15,3-3 0 0,0 3 0 0,0 3-12 16,3-3 12-16,0 2 0 0,0-2 0 0,0 3 10 15,3-3-10-15,0 0 0 0,3-1 0 0,-3 4-11 16,6-3 11-16,-3-3 0 0,-1 1 0 0,1 2 0 16,0-3 0-16,0 0 0 0,0 3 0 0,-3-3 0 15,0 1 0-15,0 2 0 0,-3-3 0 0,-3 0 0 16,-3 0 49-16,0 3 12 0,0-2 3 0,-6 4 0 16,0-2-52-16,-3-5-12 0,0 5 0 0,-2 0 0 15,2-3-11-15,-3 3-5 0,0 0 0 0,0 0-1 16,-3-3 17-16,3 0 0 0,-3 3 0 0,1-5 0 15,-1 2 0-15,3-2-10 0,-3 0 2 0,6-3 0 16,0 0-40-16,3 0-8 0,3-3-2 16</inkml:trace>
  <inkml:trace contextRef="#ctx0" brushRef="#br0" timeOffset="36156.052">10522 4157 2112 0,'-3'-5'60'0,"3"5"13"0,-3-3-58 16,3 3-15-16,-6-5 0 0,6 5 0 0,0 0 96 0,0 0 16 0,0 0 3 0,0-6 1 16,0 6-50-16,0-2-10 0,3-4-1 0,0 4-1 15,3-4 1-15,0 1 0 0,3 3 0 0,0-4 0 16,-1 4-37-16,4 2-7 0,3-8-2 0,0 8 0 16,0-6-9-16,3 4 0 0,0-1 0 0,3 0 0 15,-4 3 0-15,4-2 0 0,0 2 0 16</inkml:trace>
  <inkml:trace contextRef="#ctx0" brushRef="#br0" timeOffset="37260.825">10260 4953 1796 0,'3'-21'37'0,"-3"13"10"0,0 3-38 0,0-3-9 0,3 0 0 0,0 0 0 32,-3 0 121-32,3 0 23 0,-3 3 4 0,3-3 0 15,-3 3-62-15,0-1-13 0,0 1-2 0,0 5-1 0,0 0-33 0,0 0-6 0,0 0-2 0,0 0 0 16,0 0-11-16,0 0-2 0,-6 0-1 0,0 0 0 16,6 0-15-16,-6 5 8 0,0-2-8 0,3 5 0 15,-3 0 0-15,3-3 0 0,-3 6 0 0,3-1 0 16,3 1 0-16,-3 0 0 0,3 2 0 15,0 3 0 1,0-3-25-16,3 0-2 0,-3 0 0 0,3 1 0 16,3-1-16-16,-3-3-3 0,3-2-1 0,0 0 0 15,0-5 8-15,3 2 2 0,-3-10 0 0,3 5 0 0,0-5 24 0,-1-3 5 0,1 0 8 0,0 0-13 16,3-3 13-16,-3 1 0 0,0-4 9 0,0 9-9 16,0-11 0-16,0 8-18 0,-3-2 2 0,0-1 1 15,3 3 59-15,-6 0 11 0,0 3 2 0,0-3 1 16,0 3-42-16,-3-1-8 0,0 6-8 0,0 0 12 15,0 0 19-15,0 0 4 0,0 0 1 0,0 0 0 16,0 0-36-16,0 0 0 0,0 0 0 0,0 0 0 16,-3 6-27-16,3 2-5 0,0 0-2 0,0 0 0 15,3 2 34-15,0 1 0 0,3-1 0 0,0 4 0 16,-1-4 0-16,1 1 0 0,3-3 0 0,-3 2 0 16,0-2 0-16,3-3 0 0,-3-2 0 0,3 0 0 15,-3-1 0-15,0-2 0 0,0-2 0 0,0-4 0 16,0 1 37-16,0-3 15 0,0-2 2 0,0-1 1 15,-3 3 1-15,6-8 0 0,-3 0 0 0,0 3 0 16,-1 0-32-16,1 0-5 0,0 2-2 0,0-2 0 16,0 5-17-16,0-8 0 0,0 3 0 0,0 0 0 15,0-1 55-15,0-2 7 0,0 1 2 0,0-1 0 16,0-3-52-16,0 3-12 0,0-2 0 0,0 2 0 16,0 0-48-16,-3 3-13 0,3 2-3 0,-3 1 0 15,0 4-68-15,3 1-15 0,-6 5-2 0</inkml:trace>
  <inkml:trace contextRef="#ctx0" brushRef="#br0" timeOffset="37640.241">10668 4967 1990 0,'0'0'41'0,"0"0"11"0,0 0-42 0,3-6-10 0,0 4 0 0,3-4 0 16,-1 1 100-16,4 0 19 0,0 2 3 0,0-5 1 15,0 5-49-15,0-2-10 0,0 3-1 0,3-1-1 16,-3 0-25-16,-3 3-5 0,3 0 0 0,0 0-1 16,-3 0-20-16,-3 3-11 0,3 0 12 0,0-1-12 15,-6 3 9-15,3 6-9 0,-3-8 0 0,0 5 9 16,-3 2-9-16,0 1 0 0,0-1 0 0,-3 4 0 16,3-1-16-16,-6 3 5 0,0 0 1 0,0 2 0 15,0-2-3-15,-3 0-1 0,3 0 0 0,-3 0 0 16,3 0 6-16,0-1 8 0,3-7-13 0,0 3 5 15,3-3 8-15,0 2 0 0,0-7-9 0,3 5 9 16,0-8 0-16,3 3 0 0,3 2-9 0,0 0 9 16,0-2 17-16,0 0 7 0,3-1 2 0,0-2 0 15,3 3-26-15,-3-3 0 0,3 0 0 0,-3 0 0 0,3 0 0 16,0 0-12-16,3-3 0 0,-4 3 1 0,4 0 2 16,-3-2 0-16,6 2 0 0,0-3 0 15,0 0-45-15,0 1-9 0,5 2-1 0</inkml:trace>
  <inkml:trace contextRef="#ctx0" brushRef="#br0" timeOffset="38087.595">11168 5215 1185 0,'0'0'50'16,"0"0"-40"-1,-6-2 97-15,6 2 19 0,-6 0 4 0,6 0 1 16,0 0-18-16,0 0-3 0,0 0-1 0,0 0 0 15,0 0-29-15,0 0-5 0,0 0-2 0,0 0 0 16,0 0-17-16,0 0-4 0,3-6-1 0,3 4 0 16,0-1-11-16,3 3-3 0,0-3 0 0,-1 3 0 0,4 0-4 0,3 0-1 0,-3 0 0 15,6 3 0 1,0-3-8-16,0 0-3 0,3 3 0 0,2-1 0 16,4 1 11-16,6-3 1 0,0 3 1 0,-1-1 0 15,4 1-34-15,0 0-12 0,0-1 0 0,-1 1 0 16,-5-3 12-16,3 0 0 0,-3 0 0 0,-1 0 0 0,-2 0 14 15,3 0-4-15,-3 0-1 0,-1 0 0 16,-2 0-9-16,0 0-14 0,-3-3 3 0,0 3 1 16,-6 0-39-16,-1-2-8 0,-2-1-2 0,-3 0 0 15,0 1-205-15,0 2-40 0</inkml:trace>
  <inkml:trace contextRef="#ctx0" brushRef="#br0" timeOffset="38434.543">11921 4882 1824 0,'0'0'76'16,"0"0"-60"0,0 0 121-16,0-5 25 0,0 5 5 0,0 0 1 15,0 0-64-15,0 0-13 0,0 0-3 0,0 0 0 16,0 0-19-16,0 0-4 0,0 0-1 0,-3 5 0 15,3 3-51-15,0 0-13 0,3 5 0 0,-3-5 0 16,0 5 0-16,3 6 0 0,0-3 0 0,-3 5 0 16,3 5 0-16,0-7 0 0,0 7 0 0,0-2 0 15,0 0 0-15,0-3 0 0,0 0 0 0,0 3 0 0,-1-6 0 16,4 1 0-16,-3-3 0 0,0 2 0 0,0-2 8 0,-3 0 0 16,0-3-8-16,0 3 12 0,0-3-12 0,0 1-10 0,0-1 2 15,-3 0 0 1,3-2-36-16,-3-1-6 0,0 1-2 0,0-1 0 15,0-2-37-15,3-2-8 0,0-6-2 0,0 0 0 16,0 0-157-16,0 0-32 0</inkml:trace>
  <inkml:trace contextRef="#ctx0" brushRef="#br0" timeOffset="38808.442">11948 4914 1615 0,'-6'-11'68'0,"0"3"-55"15,-3 0 108-15,3 0 22 0,0 3 4 0,-3 0 1 16,3-1-53-16,-3 4-11 0,3-1-1 0,0 0-1 16,0 3-1-16,6 0 0 0,-6 0 0 0,6 0 0 15,0 0-65-15,0 0-16 0,0 0 0 0,0 0 0 16,3 3 0-16,3 2 0 0,0 6 0 0,3-8 0 16,3 5 55-16,0-1 7 0,3 1 2 0,0 3 0 15,-1 0-64-15,1-1 0 0,3 3-16 0,-3 3 3 16,3 0 13-16,-3-3 0 0,0 3 0 0,-3 0 0 15,2 0 8-15,-2 0-8 0,-3 0 0 0,3 0 0 16,-3-3 0-16,0 5 8 0,-3-7-8 0,0 5 0 16,-3-3 10-16,-3 0-10 0,0 1 8 0,0-1-8 15,-6 0 0-15,0 0 0 0,0-2 8 0,-3 2-8 16,-3-2 0-16,3-1 0 0,-3 1 0 0,-2-3 0 16,2 0 0-16,-6 0 0 0,3 0 0 0,-3-1 8 0,0 1-8 15,-3 0 0-15,3-2 0 0,1-1 0 16,-1 0 0-16,0 1 0 0,3-1 0 0,0 0 0 15,3-2-56-15,3-1-6 0,-3 1-2 0,6-3 0 16,6 0-153-16,0 0-31 0,0 0-7 0</inkml:trace>
  <inkml:trace contextRef="#ctx0" brushRef="#br0" timeOffset="39197.17">12236 5091 2269 0,'-3'-5'64'0,"0"2"15"0,-3 0-63 0,0-2-16 0,0 2 0 0,1 3 0 15,5 0 105-15,-6 0 19 0,-3 3 3 0,3 2 1 16,0-2-52-16,3 2-9 0,-3 1-3 0,0 1 0 16,3-1-51-16,0 4-13 0,-3-2 0 0,3 3 0 15,0-3 0-15,0 2 0 0,3 1 0 0,-3 0 0 16,0 4 12-16,3-7-1 0,0 3 0 0,0 2 0 16,0-2-11-16,0-1-16 0,3 4 4 0,0-6 1 15,0 2 11-15,0-2 14 0,3 3-3 0,-3-1-1 16,3-2-10-16,3 3-14 0,-3-3 3 0,3 0 1 15,3-3 10-15,-4 0 0 0,4 1 0 0,0-4 0 16,0-2 0-16,3 0 0 0,0 0 0 0,0-2 0 16,0-4 0-16,0 4 0 0,0-4 0 0,-1 1 0 15,-2-3 0-15,0 3 0 0,0-3 0 0,0 3 0 16,-3-3 28-16,0 0 8 0,0-3 2 0,-3 3 0 0,0-5-19 16,0 2-4-16,0-2-1 0,-3 0 0 0,-3-3-2 0,0 3-1 15,-3-3 0-15,0 0 0 0,0-3-11 0,-3 4 0 16,0 1 0-16,-3-2 0 0,0 1 0 15,0 1 0-15,-6 4 0 0,0-1 0 0,0 1 0 0,0 2-9 16,-5 0 0-16,2 2 0 16,0 1-88-16,3 5-18 0,-3-5-3 0</inkml:trace>
  <inkml:trace contextRef="#ctx0" brushRef="#br0" timeOffset="40335.579">13290 4421 965 0,'0'0'40'0,"0"0"-32"16,-3-2 66-16,0-1 13 0,3-2 2 0,0 5 1 15,-3-5-15-15,3 5-3 0,0-6-1 0,0 6 0 16,-3-5-6-16,3 5-1 0,0-5 0 0,0 5 0 16,0 0-12-16,0 0-2 0,0 0-1 0,0 0 0 15,0-3-14-15,0 3-3 0,0 0-1 0,0 0 0 16,3-5-14-16,-3 5-2 0,0 0-1 0,3-3 0 15,-3 3-14-15,6 0 9 0,0 0-9 0,-3 0 8 16,3 0-8-16,0 0 0 0,0 0 0 0,3 0 8 16,-3 0-8-16,3 0 0 0,0 0 0 0,-1 0 0 15,4 0 8-15,0 0-8 0,0 0 8 0,3 0-8 16,0 0 9-16,3 0-9 0,0 0 10 0,0 0-10 16,2 0 8-16,1 0-8 0,0 0 0 0,0 0 0 15,3 0 8-15,-3 0-8 0,2 0 0 0,1 0 0 0,-3 0 0 16,0 0 8-16,0-5-8 0,2 2 0 15,1 1 0-15,0 2 0 0,3-3 0 0,0 0 0 0,-1 1 0 16,1-1 0-16,0 0 8 0,3 3-8 16,-6-2 0-16,2-1 11 0,1 3-11 0,-3 0 10 0,-3-5 1 15,-3 5 0-15,3-3 0 0,-4 3 0 0,4 0-11 16,-3-5 10-16,3 2-10 0,-3 3 10 0,3 0-10 0,-1-3 0 16,-2 3 0-16,3 0 0 0,-3 0 0 0,0 0 8 0,0 0-8 0,0 3 0 15,-4-3 0-15,-2 0 0 0,3 3 8 0,-3 2-8 16,0-5 0-16,0 3 0 0,0-3 0 0,0 5 0 15,-3-5 0-15,0 3 0 0,0-3 8 16,0 2-8-16,-1 1 0 0,1 0 0 0,0-1 0 0,-3-2 8 16,3 3-8-16,-3 0 0 0,3-1 0 0,-3 1 8 15,0-3-8-15,3 5 0 0,-3-5 0 0,0 3 8 16,3-3-8-16,-3 5 0 0,0-5 0 0,3 3 0 16,-3-3 0-16,2 2 0 0,-2-2 0 0,3 6 0 15,0-6 0-15,-3 2 0 0,3 1 0 0,-3 0 0 16,3-3 0-16,-3 0 0 0,0 2 0 0,3 1 0 15,-3-3 0-15,0 0 0 0,3 5 0 0,-3-5 0 16,0 0 0-16,0 0 0 0,0 0 0 0,-1 3 0 16,1-3 0-16,0 0 0 0,0 0 0 0,0 0 0 15,-3 2 0-15,3-2 0 0,0 0 0 0,-3 0 0 16,3 0 0-16,0 0 0 0,0 0 0 0,-3 0 0 16,3 0 0-16,0 0 0 0,0 0 0 0,0 0 0 15,-3 0 9-15,3 0-9 0,0 0 10 0,0 0-10 16,-3 0 8-16,3 0-8 0,0 0 0 0,-1 0 0 0,1 0 8 0,-3 3-8 15,0-3 0-15,-3 0 0 0,0 0 0 16,6 0 8-16,-6 0-8 0,0 0 0 0,3 3 0 0,-3-3-13 0,3 2 2 0,-3-2 1 31,0 0-146-31,0 0-30 0</inkml:trace>
  <inkml:trace contextRef="#ctx0" brushRef="#br0" timeOffset="41932.783">12516 5194 1045 0,'0'0'44'0,"0"0"-36"16,0 0 93-16,0 0 19 0,0 0 3 0,0 0 1 16,0 0-37-16,0 0-7 0,0 0-2 0,0 0 0 15,0 0-28-15,0 0-6 0,0 0 0 0,0 0-1 16,0 0-8-16,0 0-2 0,0 0 0 0,3 5 0 16,-3-5-9-16,3 3-1 0,3 0-1 0,-3 2 0 15,3-5-5-15,3 3-1 0,-3-1 0 0,3 1 0 16,0-3-4-16,3 0-2 0,-1 3 0 0,1-3 0 15,3 0 1-15,0 0 0 0,0 0 0 0,3 0 0 16,0 0-11-16,0 0 12 0,2 0-12 0,-2 0 12 0,3 0-12 0,0 0 0 16,-3 0 9-16,3 0-9 0,-3 0 0 0,2 0 0 0,-2 0 0 15,3 0 0-15,-3-3 0 0,0 3 0 0,3 0 0 16,-1-3 8-16,-2 3-8 0,3 0 0 0,3 0 0 16,-3 0 0-16,3 0 0 0,-4 0 0 0,1 0 0 0,3 0 0 15,-3 0 0-15,0 0-20 0,-3 0 4 0,-1 0 1 16,1 0 15-16,-3 0 0 15,0 0 0-15,-3 0 0 0,0-2 0 16,0 2 0-16,-3 0 0 0,0-3 0 0,0 3 0 0,-3 0 0 16,0-3 0-16,-1 1 0 0,1 2 0 0,-3-3 0 0,-3 3 0 0,3-3 0 15,-3 3 0-15,3-2 0 0,-3 2 0 0,3-6 0 16,-3 6 48-16,3-7 13 0,-3 4 3 0,0-2 0 16,0-1-52-16,0 1-12 0,0-3 0 0,0 5 0 15,0-7 0-15,0 2 0 0,0 0 0 0,-3-3 0 16,3 1 54-16,0-1 8 0,0-2 2 0,0 0 0 15,0 0-52-15,0-1-12 0,0 1 0 0,0 0 0 16,0-3-13-16,0 3-6 0,3 2-1 0,-3-2 0 16,0 2 32-16,0 1 7 0,3-1 1 0,0 1 0 15,-3 2-20-15,3 0 0 0,0 0 0 0,3 2 0 16,-3-1 0-16,0 1 0 0,3 1 0 0,0 0 0 16,0 2 0-16,0-2 0 0,0 2 0 0,3 0 0 15,-3-2 9-15,3 2-1 0,0 3-8 0,0-2 12 16,-1-1-12-16,1 1-8 0,3 2 8 0,-3-3-13 15,3 3 13-15,0 0 12 0,0-5-3 0,0 2 0 0,0 3-9 16,0 0 0-16,0 0 0 0,2 0 0 16,-2 0 0-16,3 0 0 0,-3-3 0 0,3 3 0 0,-3 0 0 15,0-2 0-15,0 2 0 0,3-3 0 0,0 3 0 16,-1 0 0-16,1-3 0 0,0 1 0 0,3-1 0 0,0 3-12 16,3-3 2-16,3 1 1 0,-4-1 9 0,4 3 14 0,3-3-3 15,-3 1-1-15,0 2-10 0,-1 0 0 0,-2 0 0 16,3-5 0-16,-6 2 9 0,3 3-9 0,-3-3 10 15,2 3-10-15,-2-2 0 0,3 2 8 0,-3-3-8 0,3 3 0 16,0-3-11-16,0 3-5 0,2 0 0 0,1-2-1 16,-3 2 29-16,0 0 7 0,3 0 1 0,-1 0 0 15,-5 0-20-15,3 0 0 0,-3 2 0 0,-3-2 0 16,3 0 8-16,-3 3-8 0,0-3 0 0,-1 0 0 16,1 0 0-16,-3 3 0 0,3-3 0 0,0 2 0 15,0-2-14-15,0 3-6 0,0-3-2 0,0 0 0 16,-1 3 22-16,4-3 0 0,-3 5 0 0,3-5 0 15,-3 0 15-15,0 0 7 0,3 0 2 16,-3 0 0-16,-1 2-24 0,1-2 9 0,0 0-9 0,0 3 0 16,-3-3 0-16,0 0 0 0,3 3 0 0,-3-3 0 15,0 2-15-15,-1-2-9 16,-2 0-3-16,3 0 0 0,-3 0 45 0,0 0 9 0,3 0 1 0,-3 0 1 16,0 0-46-16,3 0-10 0,-3-2-1 0,-1444 2-1 15,2894 0 29-15,-1448 0 0 0,-2 0 0 0,3 0 0 16,0 0 45-16,0 0 15 0,0 0 4 0,0 0 0 15,0 0-73-15,0 0-15 0,3 0-2 0,-3 0-1 16,-1 0 27-16,-2 0 8 0,3 0 0 0,0 0 0 0,-3 0-8 16,3 0 11-16,-3 0-11 0,0 0 12 0,0 2-12 0,-3-2 0 15,3 0 0-15,0 0 0 0,-3 3 0 0,0-3 8 16,2 0-8-16,-2 0 0 0,0 0 0 0,0 3 0 0,0-3 0 0,0 2 0 16,-3-2 0-16,3 3 8 0,-3-3-8 0,-3 0 0 15,3 3 12-15,-3-3-4 0,3 2 0 0,0 4 0 31,-3-6-57-31,3 5-12 0,3-2-3 0,-6-3 0 16,0 5-102-16,3 0-21 0,-3-5-4 0</inkml:trace>
  <inkml:trace contextRef="#ctx0" brushRef="#br0" timeOffset="44205.398">10159 7316 915 0,'0'0'39'0,"0"0"-31"15,0 0 68-15,0 0 15 0,-3-2 2 0,3 2 1 16,0 0-11-16,0 0-3 0,-3-3 0 0,3 3 0 15,0 0-12-15,0 0-2 0,0 0-1 0,0 0 0 16,0 0-17-16,0 0-3 0,0 0-1 0,0 0 0 16,0 0-19-16,0 0-4 0,0 0-1 0,0 0 0 15,3 3-20-15,6-3 0 0,-3 0 0 0,2 2 0 16,1-2 32-16,0 3 3 0,3-3 0 0,0 2 0 16,3-2-56-1,3 0-11-15,0 3-3 0,3-3 0 0,2 3 59 0,1-1 11 0,0-2 2 0,0 3 1 16,0-3-61-16,2 0-12 15,1-3-2-15,0 3-1 0,3-2 82 0,2-1 16 16,1 3 3-16,3-3 1 0,3 3-52 0,-4 0-12 0,4 3 0 0,3-3 0 16,-7 0 0-16,1 0 0 0,0 0 0 0,0-3 0 15,2 3 0-15,1 0 0 0,3 0 0 0,-1 3 0 16,-2-3 0-16,0 3 0 0,-1-1 0 0,-2-2 0 16,0 3 8-16,0-3 0 0,-4 0-8 0,4 0 12 15,0 0-12-15,-1 0-8 0,-2 3 8 0,6-1-13 16,-6-2 61-16,-1 3 13 0,-2 0 3 0,0-3 0 15,0 0-52-15,-3 0-12 0,-1-3 0 0,1 0 0 16,0 1 0-16,3-1 0 0,-1 3 0 0,1-3 0 16,0 3 15-16,0-2 0 0,-4 2 0 0,1-3 0 0,0 3-3 0,-3 0-1 15,0-3 0-15,-3 1 0 16,-1-1 21-16,1 3 5 0,0-2 1 0,0 2 0 16,0-3-30-16,0 3-8 0,2-3 0 0,1 3 0 0,-3-2-12 0,0 2-4 15,3 0-1-15,-3 0 0 16,-1 0 17-16,1 0 0 0,-3 2 0 0,0-2 0 0,0 0 0 0,-3 0 9 15,2 0-9-15,-2 0 8 0,-3 0 3 0,3 0 0 0,-3 0 0 0,0 0 0 16,-3-2-11-16,3 2 0 0,-3 0 0 0,3-3 0 16,-3 3 0-16,0-3 0 0,-1 3 0 0,1 0 0 15,0-2 0-15,0 2 0 0,-3-3 0 0,3 3 0 16,0-3 0-16,0 3 0 0,0 0 0 0,-3 0 0 16,3 0 0-16,0 0 0 0,-3 0 0 0,0 0 0 15,3 0 0-15,-3 0 0 0,-1 0 0 0,4 0 0 16,-3 0 0-16,0 0 0 0,-3 0 0 0,3 0 0 15,-3 0 0-15,-3 0 0 0,6 0 0 0,-6 0 0 16,0 0 0-16,6 0 0 0,-6 0 0 0,0 0 0 16,3-5 0-16,-3 5 0 0,3-3 0 0,-3-2 0 15,0 5 53-15,3-3 9 0,-3-2 2 0,0 0 0 16,-3-3-52-16,3 3-12 0,0-3 0 0,-3 0 0 16,0 0 0-16,3-3 0 0,-3-2 0 0,0 0 0 15,3 0 0-15,-6-6 0 0,3 1 0 0,0-1 0 16,3-5 0-16,-3 3 0 0,0-5 0 0,3 2 0 15,-3 3 0-15,3-3 0 0,0 3 0 0,-3-1 0 16,3 1 0-16,0 0 0 0,0 0 0 0,0 0 0 16,3-6 0-16,-3 4 0 0,0-7 0 0,3 1 0 0,-3 0 0 15,0 0 0-15,3-3 0 0,-3 3 0 0,3 3 0 16,-3 2 0-16,3 0 0 0,-3 0 0 0,3 3 0 0,-3 3 0 16,0-4 0-16,0 4 0 0,0-3 0 0,0-3 0 0,0 3 0 15,0-3 0-15,-3 0 0 0,3 3 0 0,0-3 0 0,-3 0 0 16,3 3 0-16,0 3 0 15,-3-1 0-15,3 1 0 0,0 4 27 0,0-1 2 0,0 1 1 16,0 4 0-16,0-1-30 0,0 3 0 16,3 0 0-16,-3 0 0 0,0 0 0 0,3 3 0 0,-3 0 0 0,3 0 0 15,-3-1 0-15,3 1 0 16,3 0 0-16,-3-1 0 0,0 1 0 0,0 2 0 0,0-2 0 0,0 0 0 16,3 0 0-16,0-1 0 0,-3 1 0 0,3 0 0 15,0-1 0-15,0-2 0 0,0 3 0 0,3-3 0 16,-3 0 0-16,0 0 0 0,2 0 0 0,-2 0 0 15,3-2 0-15,0 2 0 0,0-3 0 16,-3 1 0-16,3-1 0 0,0-2 0 0,0 0 0 0,0-1 0 16,3 1 0-16,0 0 0 0,0 0 0 0,0-3 0 15,2 3 0-15,1-1 0 0,0 1 0 0,0 3 0 16,3-4 0-16,0 4 0 0,3-1 0 0,-4 3 0 16,1 0 0-16,3 0 0 0,-3 0 0 0,0 3 0 15,3 0 0-15,-3 0-8 0,-1-1 8 0,-2 1 0 16,3 0 0-16,-3-1 0 0,0-2 0 0,0 3 0 15,0-3 0-15,0 0 0 0,-1 3 0 0,4-3 0 16,-3 3 0-16,3-3 0 0,0 0 0 0,0 3 0 16,0-3 0-16,0 2 0 0,-1 1 0 0,1-3 0 15,0 0 0-15,-3 3 0 0,3-3 0 0,-3 3 0 16,0-1 0-16,-1-2 0 0,1 3 0 0,-3 0 0 0,0 0 0 16,0-3 0-16,0 2 0 0,0 1 0 0,0-3 0 15,0 3 0-15,0 0 0 0,0-1 0 16,-1 1 0-16,1 0 0 0,0-1 0 0,3 1 0 0,0-3 0 15,0 6 0-15,0-6 0 0,3 2 0 0,-3 1 0 0,-1 2 0 0,4-2 0 0,0 2 0 16,-3-2 0-16,3 2 0 0,-3 1 0 16,0 2 0-16,0-5 0 0,-4 2 0 0,4 3 0 0,-3-3 0 15,0 3 0-15,0-2 0 0,0 2 0 0,0-3 0 16,0 3 0-16,0-3 0 0,-3 1 0 0,0-1 0 16,2 3 0-16,-2-3 0 0,3-2 0 0,-3 2 0 15,3 1 0-15,-3-1 0 0,3 1 0 0,0-1 0 16,0 3 0-16,0-3 0 0,0 1 0 0,-1-1 0 15,1 3 0-15,0-3 0 0,0 3 0 16,0-2 0-16,0 2 0 0,0-3 0 0,0 3 0 0,0 0 0 16,-3 0 0-16,3 0 0 0,-4 0 0 0,1 0 0 15,0 0 0-15,0 0 0 0,0-3 0 0,0 3 0 16,0 3 0-16,-3-3 0 0,0 0 0 0,3 0 0 16,-3 0 0-16,3 0 0 0,-3 0 0 0,0 0 0 15,3 0 0-15,-3 0 0 0,0-3 0 0,-1 3 0 16,1 0 0-16,0-2 0 0,0 2 0 0,0-3 0 15,-3 3 0-15,3 0 0 0,0-3 0 0,0 3 0 16,0 0 0-16,0-2 0 0,0-1 0 0,3 3 0 16,-3-3 0-16,0 3 0 0,3-2 0 0,-3 2 0 15,0-3 0-15,3 3 0 0,-3 0 0 0,-1 0 0 0,4-2 0 0,-3 2 0 16,0 0 0-16,3 0 0 0,-3 0 0 0,3 0 0 0,-3 0 0 16,0 0 0-16,0 0 0 0,0 0 0 0,0 0 0 0,0 0 0 15,0 0 0-15,0 0 0 0,0 0 0 0,0-3 0 16,0 3 0-16,-6 0 8 0,3 0-8 0,3 0 0 15,-6 0 0-15,3 0 0 0,-3 0 0 16,0 0 0 0,0 0-85-16,0 0-17 0,0 0-3 0</inkml:trace>
  <inkml:trace contextRef="#ctx0" brushRef="#br0" timeOffset="65598.649">10191 8306 1074 0,'0'0'30'0,"0"0"8"0,0 0-30 0,0 0-8 0,0 0 0 0,0 0 0 16,0 0 87-16,0 0 16 0,0 0 3 0,0 0 1 15,0 0-18-15,0 0-3 0,0 0-1 0,0 0 0 16,0 0-52-16,0 0-10 0,0 0-3 0,0 0 0 15,0 0 12-15,0 0 3 0,0 0 0 0,0 0 0 16,0 0-7-16,0 0-2 0,6 2 0 0,-6-2 0 16,0 0-34-16,3 3-8 0,-3-3 0 0,6 3-1 15,-6-3 44-15,3 2 9 0,3 1 1 0,0 0 1 16,-6-3-26-16,6 0-12 0,0 2 10 0,0 1-10 16,0 0 11-16,0-1-11 0,3-2 12 0,0 3-12 15,-3 0 11-15,3-1-11 0,0-2 10 0,-1 3-10 16,1-3 10-16,0 0-10 0,3 2 10 0,-3 1-10 15,3 0 8-15,-3-3-8 0,0 2 0 0,0 1 9 16,0-3-9-16,3 3 0 0,-3-3 0 0,0 2 0 16,-1 1 0-16,4 0 0 0,-3-1 0 0,0-2 8 0,0 3-8 15,0 0 0-15,0-1 0 0,-3-2 0 0,3 3 0 16,-3 0 0-16,3-1 0 0,0-2 0 0,-3 3 0 16,6-1 0-16,-3 1 0 0,-1 0 0 0,4-1 0 0,0-2 0 15,0 3 0-15,3 0 0 0,-3-1 0 0,3-2 0 0,3 3 0 16,-3-3 0-16,-1 0 0 0,4 3 0 0,-3-3 0 15,3 2 0-15,0-2 0 0,-3 0 0 16,0 0 0-16,3 3 0 0,-4-3 0 0,-2 0 0 0,3 0 0 0,0 0 0 16,-3 3 0-16,0-3 0 0,-3 0 0 0,3 2 8 15,-3-2-8-15,0 0 0 0,0 0 0 0,-1 3 0 16,4-3 0-16,-3 0 0 0,3 0 0 0,-3 0 0 16,3 3 0-16,-3-3 0 0,3 0 0 0,0 0 0 15,3 0 0-15,-3 0 0 0,2 0 0 0,-2 0 0 16,3 0 0-1,0 0 0-15,0 0 0 0,0 0 0 0,0 0 0 0,3 0 0 0,-3 0 9 0,-1 0-9 16,1 0 0-16,0 0 8 0,0-3-8 0,0 3 0 16,-3 0 0-16,3 0 0 0,-3 0 0 0,3 0 0 15,-4 0 0-15,1 0 0 0,3 0 0 0,-3 0 0 16,3 0 0-16,0 3 0 0,3-3 0 0,-3 0 0 16,3 0 0-16,-1 0 0 0,1 0 0 0,0 0 0 15,3 0 0-15,0 0 0 0,0-3 0 0,-4 3 0 16,4 0 0-16,0 0 0 0,0 0 0 0,0 0 0 15,-3 0 0-15,0 0 0 0,-1 0 0 0,-2 0 0 16,3 0 0-16,3 3 0 0,-3-3 0 0,3 0 0 0,0 2 0 16,2-2 0-16,-2 0 0 0,3 0 0 0,3 0 0 0,-3 0 0 0,2 0 0 15,1 0 0 1,-3 0 0-16,0 0 0 0,-3 0 0 0,-1 0 0 0,1 0 0 0,0 0 0 0,0 3 0 16,0-3 0-16,0 2 0 0,-1-2 0 0,4 0 0 0,0 0 0 15,0 3 0-15,0-3 0 0,3 0 0 16,-4 0 0-16,4 0 0 0,-3 0 0 15,0 0 0-15,0 0 0 0,-4 0 0 0,-2 3 8 16,3-3-8-16,-3 2 0 0,3-2 0 0,-3 0 0 0,2 3 0 0,1-3 0 16,0 0 0-16,3 3 0 0,-3-3 0 0,3 2 8 15,-4-2-8-15,1 0 0 0,3 0 0 0,-3 0 0 16,0 0 0-16,0 3 0 0,-1-3 0 0,1 0 0 16,-3 0 0-16,0 0 0 0,-3 3 0 0,3-3 0 15,-3 2 0-15,2-2 0 0,1 0 0 0,0 3 8 16,0-3-8-16,0 0 0 0,3 3 0 0,-3-3 0 15,2 2 0-15,1-2 0 0,0 0 0 0,0 0 0 16,0 3 0-16,0-3 0 0,-1 2 0 0,1-2 0 16,-3 0 0-16,-3 3 0 0,3-3 0 0,-3 3 0 15,0-3 0-15,0 2 0 0,2-2 0 0,-2 3 0 16,3-3 0-16,0 0 0 0,0 3 0 0,0-3 0 16,0 2 0-16,2-2 0 0,1 0 0 0,0 3 0 15,0-3 0-15,0 0 0 0,3 3 0 0,-4-3 0 16,1 2 0-16,0-2 0 0,0 0 0 0,0 3 0 15,-3-3 0-15,-1 3 0 0,1-3 0 0,0 0 0 16,0 0 0-16,0 2 0 0,3-2 0 0,-3 0 0 16,2 0 0-16,-2 0 0 0,3 3 0 0,3-3 0 15,-3 3 0-15,-3-3 0 0,2 2 0 0,1 1 8 16,-3-3-8-16,3 2 0 0,-3-2 0 0,-3 3 0 0,3-3 0 0,-6 0 0 16,2 3 0-16,-2-3 0 0,0 2 0 0,0-2 0 0,0 0 0 15,0 3 0-15,0-3 0 0,0 0 0 0,0 3 0 0,0-3 0 16,-1 0 0-16,1 2 0 0,0-2 0 15,-3 3 0-15,3-3 0 16,0 3 8-16,-3-3-8 0,3 0 0 0,-3 2 0 0,0-2 0 0,3 0 0 0,-3 3 0 16,0-3 0-16,2 3 8 0,-2-1-8 0,0-2 0 15,0 3 0-15,-3-3 0 0,3 3 0 0,0-3 0 16,-3 0 0-16,3 0 0 0,0 0 0 0,-3 0 0 16,3 0 0-16,-3 2 8 0,3-2-8 0,-3 0 0 15,2 0 0-15,-2 0 0 0,0 0 0 0,0 0 0 16,0 0 0-16,0 0 0 0,0 0 0 0,0 0 0 15,0 0 0-15,-3 0 0 0,3 0 0 0,-3 0 0 16,0 0 0-16,-3 0 0 0,6-2 0 0,-3 2 8 16,0 0-8-16,-3 0 0 0,6-3 0 0,-3 3 0 15,-3 0 0-15,6 0 0 0,-6 0 0 0,0 0 0 16,0 0 0-16,0 0 0 0,3 0 0 0,-3 0 0 16,0 0 0-16,6-3 0 0,-6 3 0 0,3 0 8 15,-3 0-8-15,0 0 0 0,6 0 0 0,-6 0 0 16,6-2 0-16,-6 2 0 0,6 0 0 0,-6 0 0 15,3 0 0-15,-3 0 0 0,5-3 0 0,-2 3 0 16,-3 0 0-16,6-3 0 0,-3 3 0 0,-3 0 0 0,6-2 0 16,-6 2 0-16,3 0 0 0,-3 0 0 0,6-6 0 0,-6 6 0 15,3-2 0-15,3-1 0 0,-6 3 0 16,3-3 0-16,3 1 0 0,-6 2 8 0,3-6-8 0,-3 6 0 16,0-2 8-16,3-3-8 0,0 2 12 0,-3 3-1 0,3-5-1 0,0-1 0 15,-3 1 4-15,3 0 1 0,0-1 0 0,-3 1 0 16,3 2-1-16,0-2 0 15,-3-3 0-15,3 3 0 16,-3 2 0-16,3-2 0 0,0 0 0 0,0-1 0 0,0 1 2 0,0 0 0 16,0-3 0-16,-3 3 0 0,3-1-5 0,-3 1-1 0,3-3 0 0,-3 3 0 15,3-3-1-15,-3 3 0 0,0-1 0 0,3 1 0 16,-3-3 0-16,0 3 0 0,3-3 0 0,-3 0 0 16,0 3 0-16,0-3 0 0,0 0 0 0,0 2 0 15,0-2 0-15,0 3 0 0,0-3 0 0,0 0 0 16,0 3-1-16,0 0 0 0,0-3 0 0,0 5 0 15,0-2-8-15,0 0 12 0,0-1-12 0,0 1 12 16,0 0-4-16,0-1 0 0,0 4 0 0,0-4 0 16,-3 4 1-16,3-3 0 0,0 2 0 0,0-2 0 15,-3-1-9-15,3 4 10 0,0-4-10 0,-3 4 10 16,3-4-10-16,0 4 8 0,0-4-8 0,-3 1 8 16,3 3-8-16,0-4 12 0,-3 4-12 0,3 2 12 15,0-6-12-15,0 4 0 0,0-4 0 0,0 6 8 16,0-2-8-16,0 2 0 0,0-6 9 0,0 6-9 15,0-5 0-15,0 5 0 0,0-2 0 0,0 2 8 16,0 0-8-16,0 0 0 0,3-3 0 0,-3 3 0 16,3-5 0-16,0 2-12 0,0 0 4 0,0 1 0 15,0-4-112-15,0 4-23 0,3-4-4 0</inkml:trace>
  <inkml:trace contextRef="#ctx0" brushRef="#br0" timeOffset="80159.488">10953 6205 1314 0,'0'0'37'0,"0"0"8"0,0 0-36 0,0 0-9 15,0 0 0-15,0 0 0 16,0 0 84-16,0 0 16 0,-6-3 2 0,6 3 1 15,0 0-33-15,0 0-6 0,-3-2-2 0,3 2 0 0,0 0-28 0,0 0-6 0,0 0 0 0,0 0-1 16,0 0 29-16,0 0 7 0,0 0 1 0,0 0 0 16,0 0-52-16,0 0-12 0,0 0 0 0,0 0 0 15,0 0 0-15,0 0 0 0,0 0 0 0,0 0 0 16,0 0 0-16,3 0 0 0,3-3 0 0,0 3 0 16,-3-3 36-16,3 3 4 0,0 0 0 0,-3-2 1 15,3 2-14-15,0 0-3 0,3 0-1 0,-3 0 0 16,3 0-23-16,0 0 0 0,0 0 0 0,3 0 0 15,-3 0 0-15,5 0 0 16,-2 0 0-16,0 0 0 0,3 0 0 0,-3 0 0 0,0 0 0 0,3 2 0 16,-3-2 0-16,3 0 0 0,0 0 0 0,-4 0 0 15,1 0 0-15,3 0 0 0,0 0 0 0,-3 0 0 16,0 0 0-16,3 0 0 0,-3 0 0 0,0 0 0 16,0-2 56-16,-1 2 6 0,4-3 2 0,0 0 0 15,-3 3-76-15,6-2-14 0,-3-1-3 0,0 3-1 16,3-3 48-16,-1 3 10 0,-2 0 1 0,3 0 1 15,3 0-30-15,-3 0 0 0,0 3 0 0,-3-3 0 16,2 3 0-16,1-3 0 0,0 0 0 0,-3 2 0 16,0-2 0-16,-3 3 0 0,3-3 0 0,-3 3 0 15,-3-3-16-15,3 2-8 0,-1-2-3 0,-2 3 0 16,0-3 43-16,0 3 9 0,-3-3 2 0,3 2 0 16,0-2-27-16,-3 3 0 0,0 0 0 0,0-3 0 15,3 5-46-15,-3-3-14 0,0 1-4 16,-3 0 0-16,-3-3 0 0,6 5 0 0,-6-5 0 0</inkml:trace>
  <inkml:trace contextRef="#ctx0" brushRef="#br0" timeOffset="80861.025">11099 6761 1552 0,'0'0'44'0,"0"0"10"0,-3 5-43 16,3-5-11-16,-3 5 0 0,3-5 0 0,0 0 58 0,0 0 10 0,0 0 1 0,0 0 1 16,0 0-10-16,0 0-1 0,3 5-1 0,-3-5 0 15,6 6-46-15,-3-4-12 0,3-2 0 16,0 3 0-1,0 0 48-15,0-3 7 0,3-3 1 0,0 3 1 0,0-3-25 0,0 3-4 0,3 0-2 0,-3-2 0 16,2-1-7-16,1 0-2 0,0 3 0 0,0-2 0 16,0 2-5-16,0-3 0 0,-3 0-1 0,3 1 0 15,0 2-3-15,-3-3 0 0,3 3 0 0,-1 0 0 16,1 0-8-16,0 3 0 0,0-3 0 0,0 0 8 16,3 2-8-16,-3-2 0 0,3 3 0 0,-3 0 8 15,3-1-8-15,-4 1 0 0,4 0 0 0,-3-1 0 16,3 1 0-16,-3 0 0 0,0-1 0 0,0 1 0 15,0 0 0-15,0-1 0 0,-3 4 0 0,2-4 0 16,-2 3 0-16,-3-2 0 0,3 2 0 0,0-2 0 16,0 2 0-16,-3-2-11 0,3 2 11 0,0-2-12 15,-3 0-8-15,3-1-3 0,-3 1 0 0,3-1 0 16,-3-2-13-16,0 3-2 0,0 0-1 0</inkml:trace>
  <inkml:trace contextRef="#ctx0" brushRef="#br0" timeOffset="81638.967">11778 6125 1792 0,'0'0'51'0,"0"0"10"0,-6-2-49 16,6 2-12-16,0 0 0 0,0 0 0 0,-3 0 105 15,3 0 19-15,0 0 3 0,0 0 1 0,0 0-52 0,0 0-9 0,-6 0-3 0,6 0 0 16,0 0-51-16,0 0-13 0,-3 2 0 0,3-2 0 16,-6 8 54-16,3-2 8 0,0-1 2 0,0 0 0 15,0 3-52 1,3 0-12-16,-3 0 0 0,3 0 0 0,0 3 0 0,-3-1 0 0,3 1 0 0,0 2 0 15,0 0 0-15,0 3 0 0,0 0 0 0,0 0 0 16,0 0 0-16,0 0 0 0,0 0 0 0,0 2 0 16,-3-2 0-16,3 2 0 0,0-2 0 0,0 3 0 15,0-3 0-15,0 0 8 0,0-1-8 0,0 4 0 16,0-3 0-16,0 2 0 0,0 1 0 0,0-1 0 16,-3 4 0-16,3-4 8 0,0 3-8 0,0 0 0 15,0 1 0-15,0-1 0 0,0-3 0 0,0 1-10 16,0-1 10-16,0-2 8 0,0 3-8 0,0-3 11 15,0-3-11-15,-3 0 0 0,3 0 0 0,0 1 0 16,0-1 0-16,-3 0 0 0,3-2 0 0,0-1 0 16,0 1 0-16,-3-3 8 0,3 2-8 0,0 1 0 15,0-6 0-15,0 3 8 0,0-3-8 16,-3 1 0-16,3-1 8 0,0-5-8 0,0 5 0 0,0-5 8 16,0 0-8-16,0 0 0 0,0 0 0 0,0 0-11 15,0 0-96-15,0 0-19 0,0 0-4 0</inkml:trace>
  <inkml:trace contextRef="#ctx0" brushRef="#br0" timeOffset="82091.182">11793 6075 1302 0,'0'0'27'0,"0"0"7"16,-6 3-34-16,6-3 0 0,0 0 0 0,0 0 0 15,0 0 116-15,0 0 17 0,0 0 3 0,0 0 1 16,0 0-58-16,0 0-12 0,0 0-3 0,0 0 0 16,0 0 0-16,0 0 0 0,0 0 0 0,0 0 0 15,0 0-15-15,3-3-3 0,0-2-1 0,0 2 0 16,3 1-21-16,3-1-4 0,0 0 0 0,-1-2-1 15,4 2-19-15,0 3 0 0,3-2 0 0,0-1 0 16,0 0 15-16,3 3-1 0,0 0 0 0,0-2 0 16,-1 2-14-16,1 0-8 0,-3 0 8 0,3 2-13 15,-3-2-47-15,-3 3-8 0,3-3-3 0</inkml:trace>
  <inkml:trace contextRef="#ctx0" brushRef="#br0" timeOffset="82634.604">11718 6967 1576 0,'0'0'32'0,"0"0"9"15,0 0-33-15,0 0-8 0,3-3 0 0,-3 3 0 0,6-2 105 0,-3-1 19 0,0 3 4 0,3-3 1 16,-3 3-31-16,3-2-6 0,0 2-2 0,-3 0 0 16,3-3-42-16,0 3-9 0,0 0-2 0,0 0 0 15,3 0-23-15,0 0-5 16,0-3-1-16,0 3 0 0,2 0-8 0,1-2-9 0,0 2 9 0,0 0-13 31,0 0-16-31,0 0-3 0,-3 0-1 0</inkml:trace>
  <inkml:trace contextRef="#ctx0" brushRef="#br0" timeOffset="83500.865">12067 6043 1530 0,'0'0'32'0,"0"0"8"0,-6 0-32 0,6 0-8 0,0 0 0 0,-6 0 0 16,6 0 114-16,0 0 22 0,0 0 4 0,-6 0 0 15,6 0-112-15,0 0-28 0,0 0 0 0,0 0 0 16,0 0 57-16,0 0 6 0,0 0 1 0,0 0 0 15,0 0-52-15,0 0-12 0,0 8 0 0,0-2 0 16,0-6 54-16,3 5 8 0,0 0 2 0,3 3 0 16,0-2-52-16,0-1-12 0,0 0 0 0,2 3 0 15,-2-3 0-15,3 1 0 0,0-1 0 0,-3 0 0 16,6 3 0-16,-3-3 0 0,0 1 0 0,0-1 0 16,3 0 40-16,-3 3 4 0,3-2 2 0,0 1 0 15,-1-1-22-15,1 2-5 0,0 0-1 0,-3 2 0 16,3 1-18-16,-3-1 0 0,0 1 0 0,0 0 0 15,0 2 0-15,0 0 0 0,-3 0 0 0,3 0 0 16,-3 1 0-16,0-1 0 0,2 0 0 0,-5 0 0 16,3 1 17-16,-3-4 0 0,3 3 0 0,-3 1 0 0,0-4-27 15,0 3-6-15,-3-2 0 0,3 2-1 0,-3 1 29 0,0-1 7 16,0 0 1-16,-3 0 0 0,3 0-32 0,-3 3-7 16,3-2-1-16,-3 1 0 0,0 1 20 0,3 0 0 0,-3 0 0 0,0 3 0 15,0-4 0-15,0 1 0 0,0 0 0 0,0 0 0 16,1 3 0-1,-1-6 0-15,0 0 0 0,-3 0 0 0,3-2 0 0,0-1 0 0,0 1 0 16,0 0 0-16,0-3 0 0,-3 0 0 0,3-1 0 0,-3-1 0 16,3 2 0-16,0-3 0 15,-3 0 0-15,3 1 0 0,-3-1 48 0,0 0 12 0,3 0 4 0,-3 1 0 16,0-4-52-16,0 4-12 0,-3-4 0 0,3 1 0 16,-3 0 0-16,3 2 0 0,-2-2 0 0,-1-1 0 15,3 3 0-15,-3-2 0 0,0 2 0 0,0 1 0 16,0-4-11-16,0 1-5 0,0 0 0 0,0 2-1 15,0-2 17-15,-3 2 0 0,3-2-8 0,0 2 8 16,0-3 0-16,-2 1 0 0,2 0 0 0,-3-1 0 16,3 1 0-16,0-3 0 0,-3 3 0 0,3-1 0 15,0 1 0-15,0-3 0 0,0 3 0 0,0-1 0 16,0-2-42-16,3 3-2 0,-2-3 0 0,2 0 0 16,0 0-169-16,6 0-35 0</inkml:trace>
  <inkml:trace contextRef="#ctx0" brushRef="#br0" timeOffset="87303.623">12391 6509 904 0,'0'0'38'0,"0"0"-30"16,0 0 61-16,0 0 13 0,0 0 2 0,0 0 1 15,0 0-4-15,0 0-1 0,0 0 0 0,0 0 0 16,0 0-9-16,0 0-3 0,0 0 0 0,0 0 0 15,0 0-20-15,3 5-5 0,-3-5-1 0,3 6 0 16,0-4-13-16,0 1-2 0,0 0-1 0,3-1 0 16,-3 1-6-16,3 0-2 0,0-3 0 15,0 2 0-15,3-2-18 0,0 3-17 0,0-3 3 0,-1 0 1 16,1 3 42-16,0-3 9 0,0 0 2 0,3 0 0 16,-3 0-16-16,3 0-2 0,3-3-1 0,0 0 0 15,0 3-21-15,2-2 9 0,1 2-9 0,3-3 0 16,0 3 0-16,3 0 0 0,0 0 0 0,-1 0 0 15,1 0 0-15,3 0 0 0,0 0 0 0,0 0 0 16,-4 0 58-16,4 0 5 0,-6 0 1 0,3 0 0 16,3-3-52-16,-4 3-12 0,4-2 0 0,0-1 0 15,3 3 0-15,0-3-8 0,-1 3 8 0,1 0-13 16,-3 0 13-16,3 0 13 0,-4 0-2 0,1 0-1 16,-3 0-10-16,0 0 0 0,-3-2 0 0,3 2 0 15,-4 0 0-15,7-3 0 0,-3 3 0 0,0 0 0 16,-3 3 0-16,2-3 12 0,4 2 0 0,-3 1 0 15,-3 0-12-15,3-1 0 0,0 4 9 0,-4-4-9 0,1 1 0 16,-3 2 8-16,0-2-8 0,3-1 0 16,-3 1 0-16,-1 0 0 0,1-3 0 0,0 2 0 0,3-2-9 15,0 3-7-15,0-3 0 0,0 3-1 0,2-1 34 16,-2 1 7-16,3 0 2 0,0-1 0 0,-3 4-14 0,-1-4-2 16,1 4-1-16,0-4 0 0,0 3-1 15,-6-2 0-15,3 0 0 0,-3-1 0 0,-1-2-8 0,-2 3 12 0,3-3-12 16,0 0 12-16,-3 0-4 0,0 0-8 0,3 0 12 15,0 0-4-15,-3 0 0 0,3 0 0 16,-1 0 0-16,1 0 0 0,-3 3 2 0,3-3 0 0,0 2 0 0,-3-2 0 16,3 0-1-16,0 3 0 0,-3 0 0 0,2-1 0 15,-2-2 3-15,0 3 0 0,-3-3 0 0,3 5 0 16,-3-2-12-16,0 0 12 0,3-1-12 0,-6 1 12 16,3-1-2-16,-3 1 0 0,3 0 0 0,-3-1 0 15,0 1 6-15,-1 2 0 0,1-2 1 0,-3 0 0 16,3-1-17-16,-3 4 0 0,3-4 0 0,-3 3 0 15,3-2 0-15,-3 2 0 0,0-2 0 0,0 2 0 16,0-2 0-16,0 2 0 0,0 1 0 0,0-4 0 16,0 4 0-16,0-1 0 0,0 0 0 0,0 3 0 15,0-3 0-15,0 1 0 0,0 2 0 0,0-3 0 16,0 0 0-16,3 0 0 0,-3 3 0 0,0-2 0 16,0-1 35-16,0 0 3 0,0 1 1 0,0-1 0 15,0 0-25-15,0 0-5 0,0 1-1 0,0-1 0 16,0 0-8-16,0 1 0 0,-3-1 9 0,2 0-9 15,1 0 8-15,-3 1-8 0,3-4 8 0,-3 4-8 16,3-1 12-16,-3-2-1 0,0 2-1 0,0-5 0 16,3 5-10-16,-3-5 0 0,0 6 0 0,0 1 0 0,0-7 0 15,0 6 0-15,3-1 0 0,-3 0 0 0,0 1 0 0,3-1 0 0,-3-5 0 16,0 8 0-16,0-3 0 0,3 0 0 0,-3 1 0 0,0 2 0 16,3-3 0-16,-3 3 0 0,0-3 0 0,0 0 0 15,0 3 0-15,3 0 0 0,-3-2 0 0,0 2 0 16,0-3 0-16,0 3 0 15,0 0 0-15,0-3 0 0,0 3 0 0,0 0 0 0,0 0 0 16,0 0 0-16,0 0 0 16,0 0 0-16,0-3 0 0,0 3 0 0,0 0 0 0,0 0 0 0,0 0 0 0,0-3 0 15,0 3 53-15,0-3 9 16,0 3 2-16,0-3 0 0,0 1-64 0,0-1-15 0,0 0-1 0,0-5-1 16,3 3 17-16,-3-3 0 0,0 0 0 0,0 8 9 15,0-8-9-15,0 0 0 0,0 0 0 0,0 0 0 16,0 0 0-16,0 0-11 0,0 0 3 0,3 0 0 15,3 0-131-15,-6 0-25 0,6 0-6 0</inkml:trace>
  <inkml:trace contextRef="#ctx0" brushRef="#br0" timeOffset="91727.775">10233 5998 2138 0,'-3'-2'44'16,"0"-3"12"-16,-3 2-45 0,3-2-11 0,-3 2 0 0,3-2 0 15,0 2 89-15,3 3 16 0,-6-5 3 0,6 5 1 0,-3-3-36 0,3 3-7 0,0 0-2 0,-6 0 0 16,6 0 0-16,-9 0 0 0,3 5 0 0,3 1 0 31,-2-1-51-31,-1 3-13 0,3 0 0 0,0 2 0 16,0-2 0-16,-3 3 0 0,3 2 0 0,0 0 0 0,3-2 0 0,-3 0 0 0,3-1 0 0,3 3 0 31,-3-5-48-31,3 0-13 0,3 0-3 0,-3 0 0 0,3 0 52 0,0-3 12 0,0 1 0 16,-1-1 0-1,4-2-54-15,-3-3-8 0,3 0-2 0,-3 0 0 0,6 0 52 0,-3-6 12 16,0 4 0-16,3-4 0 0,-3 1 0 0,0 0 0 0,0-3 0 0,3 3 0 16,-3-3 48-16,-4 2 13 0,4-2 3 0,-3 3 0 15,3-3-52-15,-6 3-12 0,3-3 0 0,-3 3 0 16,0-1 0-16,-3 1 0 0,3 0 0 0,-3 5 0 16,0-6 54-16,0 6 8 0,0 0 2 0,0 0 0 15,0 0-52-15,0 0-12 0,0 0 0 0,0 0 0 16,0 0 0-16,0 0 0 0,0 8 0 0,0 0 0 15,0 0-48-15,0 0-13 0,3 0-3 0,0 0 0 16,0 0 52-16,3 3 12 0,-3-3 0 0,3-1 0 16,0 1 0-16,3 0 0 0,-3-2 0 0,3 2 0 15,0-6 0-15,-3 4 0 0,3-4 0 0,-4 1 0 16,4-1 20-16,-3-2 8 0,0-2 0 0,0-1 1 16,0 1 0-16,0-1 0 0,-3-2 0 0,3-1 0 15,-3-2 12-15,0 3 3 0,0-3 0 0,3 0 0 16,-3 0-11-16,0 0-1 0,0 0-1 0,-3-2 0 0,3-1-12 15,0-2-3-15,0 2 0 0,0-4 0 0,0-1-16 16,0-3 0-16,0 3 8 0,0-5-8 0,3 3 0 0,-3-1 0 16,3-2 0-16,-3 2 0 0,0 1-22 0,0 2 2 0,3 3 0 15,-4 2 0 1,4 1-138-16,0 2-27 0,0 2-6 0</inkml:trace>
  <inkml:trace contextRef="#ctx0" brushRef="#br0" timeOffset="92241.745">10662 6141 1824 0,'0'0'38'0,"0"-2"8"0,3-4-37 0,0 1-9 0,-3 0 0 0,3 2 0 16,0-2 104-16,0 2 20 0,0-2 3 0,-1 2 1 16,4-2 0-16,-3 0 0 0,3-1 0 0,0 1 0 15,3 3-52-15,-3-4-9 0,3 1-3 0,-3 2 0 16,3-2 0-16,0 2 0 0,-3 1 0 0,3-1 0 16,-3 0-51-16,3 1-13 0,-3-1 0 0,0 3 0 15,0 0 0-15,-3-3 0 0,3 3 0 0,-4 0 0 16,1 3 0-16,0-3 0 0,0 3 0 0,-3-3 0 15,0 0 0-15,3 5 0 0,-3-5 0 0,0 0 0 16,0 8 0-16,-3-3 0 0,0 1 0 0,0 2 0 16,0-6 0-16,1 3 0 0,2-5 0 0,-6 8 0 15,0-5-48-15,0 2-13 0,6-5-3 0,-6 6 0 16,0-4 52-16,6-2 12 0,-6 6 0 0,6-6 0 0,-6 2 0 0,6-2 0 0,0 0 0 16,0 0 0-16,0 0 0 0,0 0 0 0,0 0 0 0,0 0 0 15,0 0 0-15,0 0 0 0,0 0 0 0,0 0 0 16,0 0 0-16,0 0 0 0,0 0 0 0,0 0 0 15,0 0 0-15,0 0 0 0,0 0 0 0,0 0 0 16,0 0 0-16,0 0 0 0,0 0 0 0,0 0 0 16,0 0 0-16,0 0 0 0,0 0 0 0,0 0 0 15,0 0-54-15,0 0-8 0,0 0-2 0,0 0 0 16,0 0-102-16,0 0-21 0,0 0-4 0</inkml:trace>
  <inkml:trace contextRef="#ctx0" brushRef="#br0" timeOffset="92945.531">10677 6118 1337 0,'0'0'56'15,"-6"0"-44"1,6 0 92-16,-3-3 20 0,3 3 3 0,-6-3 1 15,6 3-52-15,-3-2-9 0,3 2-3 0,0 0 0 0,0 0-1 0,-3-6-1 16,3 6 0-16,0 0 0 0,0-5 3 0,0 5 1 0,3-5 0 0,-3 5 0 16,3-3-2-16,3 0 0 0,-3-2 0 0,3 3 0 15,2 2-51-15,1-3-13 0,0 0 0 0,3 1 0 16,-3-1 54-16,0 0 8 0,3 3 2 0,-3-2 0 16,0 2-52-16,0-3-12 0,3 3 0 0,-6 0 0 15,3-3 0 1,-3 3 0-16,-1 0 0 0,1 0 0 0,-3 0 0 0,3 0 0 0,-3 3 0 15,0-3 0-15,3 0 0 16,-6 0 0-16,3 3 0 0,-3-3 0 0,3 5 0 0,-3-5 0 0,3 5 0 0,-3 3 0 16,0-3 0-16,0 1 0 0,-3-1 0 0,0 3 0 15,0 0 0-15,-3-3 0 0,0 3 0 0,0 3 0 16,0-3 0-16,-2 0 0 0,2 0 0 0,-3-1 0 16,0 1 0-16,0 0 0 0,0 0 0 0,0 0 0 15,-3 3 0-15,3-3 0 0,3 0 0 0,-3 0 0 16,0-3 0-16,3 3 0 0,0-3 0 0,0 0 0 15,0 1 0-15,1-4 0 0,5-2 0 0,0 0 0 16,0 0 0-16,0 0 0 0,0 0 0 0,0 0 0 16,0 0 0-16,0 0 0 0,0 0 0 0,5 6 0 15,1-6 0-15,0 2 0 0,3-2 0 0,-3-2 0 16,3 2 0-16,0 0 0 0,0-3 0 0,0 3 0 16,0-3 0-16,-3 3 0 0,3 0 0 0,-3 0 0 15,3 0 0-15,-3 0 0 0,0 0 0 0,0 0 0 16,-1 3 54-16,1 0 8 0,-3 2 2 0,3-2 0 15,-3 2-52-15,0 0-12 0,0 0 0 0,-3 1 0 16,3 2 0-16,-3-3 0 0,0 3 0 0,0 0 0 16,0-3 0-16,-3 3 0 0,0 0 0 0,0 0 0 15,0 0 0-15,-3 0 0 0,0-3 0 0,1 3 0 16,-1 0 0-16,-3-3 0 0,0 1 0 0,-3 2 0 0,3-3-8 16,-3 3-5-16,-3-3-1 0,0 3 0 0,3-3 22 0,-3 1 5 15,1-1 1-15,-1 0 0 0,0 0-14 0,0-2 0 0,3 2 0 16,-3-2 0-1,3 0-48-15,3 2-13 0,-3-2-3 0,3-1 0 0,0 1 52 0,4-3 12 0,-1 0 0 16,0 3 0 0,6-3-208-16,0 0-38 0,0 0-8 0</inkml:trace>
  <inkml:trace contextRef="#ctx0" brushRef="#br0" timeOffset="96443.734">11314 4361 1530 0,'0'-8'32'0,"0"5"8"0,0-5-32 0,0 3-8 16,0-1 0-16,0 1 0 0,3 0 107 0,-3 2 20 0,0-2 4 15,0 5 1-15,0 0-48 0,0 0-8 0,0 0-3 0,0 0 0 31,0 0-7-31,0 0-2 0,0 0 0 0,0 0 0 0,0 0-51 0,-6 5-13 0,0 1 0 0,3 1 0 16,-3 4 0-16,3-3 0 0,0-3 0 0,0 3 0 16,0 0 0-16,3 0 0 0,0 0 0 15,-3 0 0-15,3 0 0 0,0 0 0 16,0-3 0-16,0-5 0 0,3 5 0 0,-3-5 0 16,3 6 0-16,-3-6 0 0,3 2 0 0,-3-2 0 0,3 3 0 0,-3-3 0 15,6 0 0-15,-6 0 0 0,3 0 0 0,-3 0 0 16,6-3 54-16,-6 3 8 0,3-2 2 0,-3 2 0 15,3-6-52-15,0 1-12 0,-1 0 0 0,-2 0 0 16,3-1 54-16,-3 4 8 0,0 2 2 0,0-8 0 16,-3 5-52-16,3-2-12 0,-2 2 0 0,-1-5 0 15,3 3 0-15,0 5 0 0,-6-3 0 0,6 3 0 16,-3-2 0-16,3 2 0 0,0 0 0 0,-3-3 0 16,3 3 0-16,0 0 0 0,0 0 0 0,-6 3 0 15,6-3 0-15,-6 2 0 0,3 1 0 0,3-3 0 16,-3 8 0-16,0-3 0 0,0 3 0 0,3-3 0 15,0 1 0-15,0-1 0 0,0 3 0 0,0-8 0 16,3 5 0-16,0 0 0 0,-3-5 0 0,3 6 0 16,0-4 0-16,-3-2 0 0,6 3 0 0,-3 0 0 15,-3-3 0-15,6 0 0 0,0 0 0 0,-3 0 0 16,-3 0 0-16,5 0 0 0,-2-6 0 0,3 4 0 16,-6 2 0-16,3-3 0 0,0-2 0 0,-3 2 0 15,3-2 0-15,-3 0 0 0,0-1 0 0,0 4 0 16,0 2 0-16,0-6 0 0,-3 1 0 0,3 0 0 15,-3 2 0-15,0-2 0 0,0 0 0 0,0-1 0 16,0 4 0-16,1-4 0 0,2 6 0 0,-3-2 0 0,3 2 54 0,0 0 8 16,0 0 2-16,0 0 0 0,-6-3-52 0,6 3-12 0,0 0 0 15,-6 3 0-15,6-3 0 0,-3 5 0 0,-3 0 0 0,3 1 0 16,3 4 0-16,-3-7 0 0,3 2 0 0,-3 3 0 31,3-3-48-31,0 1-13 0,0 4-3 0,3-7 0 0,-3 2 52 0,3 0 12 0,-3-5 0 0,3 6 0 16,0-4 0-16,0 1 0 0,-3-3 0 0,3 5 0 15,-3-5 0-15,6 0 0 0,0 0 0 16,-3 0 0-16,-3 0 0 0,5 0 0 0,1-5 0 0,-3 2 0 16,3 1 0-16,-3-1 0 0,0 0 0 0,0-2 0 15,0 0 48-15,0 2 13 0,-3-2 3 0,3 0 0 16,-3-1-52-16,0 1-12 0,-3 0 0 0,3-3 0 16,-3 5 0-16,0-5 0 0,0 0 0 0,0 3 0 15,-3 0 0-15,3 2 0 0,0-2 0 0,-3 2 0 16,1-2 0-16,2 2 0 0,3 3 0 0,-6 0 0 15,0 0 0-15,0 0 0 0,6 0 0 0,-9 8 0 16,3-8 0-16,0 8 0 0,0-5 0 0,0 5 0 16,0-3 0-16,3 3 0 0,-3 0 0 0,3 0 0 15,0 0 0-15,0 0 0 0,3 2 0 0,0-5 0 16,0 3 0-16,0-2 0 0,3 4 0 0,0-2 0 16,0-5 0-16,0 2 0 0,3 0 0 0,-3 1 0 0,3-4 0 15,0 6 0-15,0-8 0 0,-3 0 0 0,3 3 0 16,0-3 0-16,-3 0 0 0,3-3 0 15,0 3 0-15,-3 0 0 0,3-5 0 0,-1 2 0 0,-2 1 0 16,3-4 0-16,-3 4 0 0,0-3 0 0,3-1 0 0,-3 1 0 0,0 2 0 16,-3-5 0-16,3 6 0 0,-3-4 12 15,0-2-1-15,-3 6-1 0,0-6 2 0,3 3 0 0,-3-1 0 16,0-2 0-16,0 3-4 0,0-3-8 0,0 3 12 0,-3-3-4 31,3 3-28-31,0-1-5 0,1 1-2 0,-4 5 0 0,6 0 27 0,-3-8 0 0,3 8 0 0,-3 0 0 16,3 0 0-16,0 0 17 0,0 0-2 0,0 0-1 31,0 0-125-31,0 0-25 0,0 0-4 0,0 0-2 16,0 0-40-16,0 0-8 0,0 0-2 0</inkml:trace>
  <inkml:trace contextRef="#ctx0" brushRef="#br0" timeOffset="98435.475">11379 4355 1580 0,'0'0'67'16,"0"0"-54"-1,0 0 143-15,0 0 29 0,0 0 6 0,0 0 1 16,0 0-103-16,0 0-20 0,0 0-4 0,0 0-1 16,0 0 0-16,0 0 0 0,-3 6 0 0,3-6 0 15,-3 5-51-15,0 0-13 0,3 3 0 0,0 0 0 16,0-5 0-16,0 5 0 0,0-3 0 0,0 3 0 15,0 0 54-15,0 0 8 0,0 0 2 0,0 2 0 0,3-2-52 16,-3-2-12-16,0 4 0 0,0 3 0 0,0-5 0 0,0 3-18 16,0-1 4-16,0 1 1 0,0 2 21 0,0 3 4 0,0-3 0 0,0 3 1 15,0 0-13-15,0 0 0 0,0 2 0 16,0 1 0-16,0-3 0 0,0 0 0 0,0 2 0 0,0 1 0 16,0-3 0-16,-3 0 0 0,3-1 0 0,0-1 0 15,0 2 0-15,-3-3 0 0,3 0 0 0,0 3 0 16,-3-6 22-16,3 4 2 15,0-1 0-15,-3 0 0 0,3 3-39 0,-3-3-7 0,3 3-2 16,-3 3 0-16,0-1 48 0,3 1 8 0,-3 2 3 16,3-3 0-16,-3 6-20 0,3-8-4 0,0 5-1 0,-3-2 0 15,3-1-10-15,0 1 10 0,0-3-10 0,0 0 10 16,0-1-10-16,0-1 0 0,0-1 0 0,0 0 8 16,3-2-8-16,-3 5 0 0,0-8 9 0,0 2-9 15,3 1 8-15,-3 2-8 0,0-2 8 0,0 2-8 16,0 0 0-16,0 0 8 0,0 3-8 0,0 0 0 15,0 0 0-15,0 0 8 0,0 0-8 0,0 2 0 16,3-2 0-16,-3 3 0 0,0-4 0 0,0 1 8 16,3 0-8-16,-3-3 0 0,0 3 0 0,0 0 0 15,0-5 0-15,0 2 12 0,0-2-4 0,0 2 0 16,0-3-8-16,0 4-10 0,0-7 10 0,-1446 7-13 16,2892-4 13-16,-1446 1 0 0,0-1 0 0,0 1 0 15,-3 0 0-15,3 2 0 0,0 0 0 0,0 0 0 16,-3 1 0-16,3 1 0 0,0 1 0 0,-3 3 0 15,3-3 0-15,0 0 0 0,-3-1 0 0,3 4 0 0,0-3 0 16,-3-3 0-16,3 3 0 0,0-3 0 16,-3 0 0-16,3-2 0 0,0 2 0 0,0-2 0 15,-3-1 0-15,3 1 0 0,0 0 0 0,0-1 0 0,0-2 0 0,0 0 0 16,0 0 0-16,0 3 0 0,-3-3 0 16,3-3 0-16,0 3 0 0,0 0 0 0,0 0 0 0,0-3 0 15,0 3 0-15,0-3 0 0,-3 3 0 0,3 0 0 0,0-3 0 0,0 3 0 16,-3 0 0-16,3 3 0 0,0-3 0 0,0 0 0 15,0 0 0-15,0 0 0 16,0-1 0-16,0 1 0 0,-3 0 0 0,3 0 0 0,0 3 0 0,0-3 0 16,0 0 0-16,0 0 0 0,0 0 0 0,0 2 0 15,0-2 0-15,0 3 0 0,0-3 0 0,0 0 0 16,0 0 0-16,0-1 0 0,0 1 0 0,0 0 0 16,-3-2 0-16,3 2 0 0,0-3 0 0,0 3 0 15,0-3 0-15,0 0 0 0,0-5 0 0,0 6 0 16,0 2 0-16,0-3 0 0,0 0 0 0,0 3 0 15,-2-3 0-15,2 1 0 0,0-1 0 0,0 3 0 16,0-8 0-16,0 5 0 0,0-5 0 0,-3 8 0 16,3-3 0-16,0 1 0 0,0-6 0 0,-3 5 0 15,3 3 0-15,0-3 0 0,0-5 0 0,-3 6 0 16,3-1 0-16,0-5 0 0,-3 5 0 0,3 3 0 16,0-8 0-16,-3 5 0 0,3 1 0 0,0-1 0 15,0-5 0-15,0 8 0 0,0-8 0 0,-3 5 0 16,3 3 0-16,-3-3 0 0,3-5 0 0,-3 8 0 15,3-2 0-15,0-6 0 0,0 5 0 0,-3 0 0 16,3-5 0-16,0 8 0 0,0-8 0 0,0 5 0 0,0-5 0 16,-3 6 0-16,3-6 0 0,0 5 0 0,0-5 0 0,0 0 0 0,0 8 0 15,0-8 0-15,0 5 0 0,0-5 0 0,0 6 0 16,-3-1 0-16,3-5 0 0,0 0 0 0,0 5 0 0,0-5 0 16,0 0 0-16,0 0 0 0,0 0 0 0,0 0 0 15,0 5 0-15,0-5 0 0,0 0 0 0,0 0 0 16,0 0 0-16,0 0 0 15,0 0 0-15,0 0 0 0,0 0 0 0,0 0 0 0,0 0 0 16,-6 0 0-16,6 0 0 0,0 0 0 0,0 0 0 16,-9 0 0-16,9 0 0 0,-6 0 0 0,0 0 0 0,6 0 0 15,-6 0 0-15,6 0 0 0,-6 0 0 0,6 0 0 16,-6 0 0-16,0 3 0 0,3 0 0 0,-3-1 0 16,0-2 0-16,3 3 0 0,-3 2 0 0,0-2 0 15,6-3 0-15,-3 5 0 0,0 1 0 0,0-4 0 16,0 3 0-16,1 3 0 0,2-2 0 0,-3-1 0 15,3 0 0-15,3 3 0 0,-3-2 0 0,2 1 0 16,-2-1 0-16,3-1 0 0,0 0 0 0,3 1 0 16,-3-1 0-16,0-2 0 0,3 2 0 0,0-2 0 15,-3-1 0-15,3 1 0 0,0-1 0 0,0-2 0 16,0 0 0-16,0 0 0 0,0 0 0 0,0 0 0 16,0-2 0-16,0-1 0 0,-3 1 0 0,3-1 0 15,-3-2 0-15,0 2 0 0,0-2 0 0,0 2 0 16,0 0 48-16,-3-2 13 0,3 0 3 0,-3-1 0 15,0-1-52-15,0 1-12 0,0 1 0 0,-3-3 0 16,0 3 0-16,3-1 0 0,-3 1 0 0,0 0 0 16,0 2 0-16,-3-2 0 0,3 2 0 0,-3-2 0 0,0 5 0 0,0-3 0 15,0 3 0-15,0 0 0 0,0 0 0 0,0 3 0 16,0 0 0-16,0-1 0 0,0 4 0 0,0 1 0 16,0-1 0-16,0 2 0 0,0 0 0 0,3 0 0 0,-2 0 0 15,2 2 0-15,3-2 0 0,0 0 0 16,0 0 0-16,0 0 0 0,3 0 0 0,-1 0 0 0,1-3 0 15,0 0 0-15,3 1 0 0,0-4 0 0,0 1 0 16,0 0 0-16,0-1 0 0,0-2 0 0,0 3 0 0,0-3 0 16,0 0 0-16,-3-3 0 0,3 3 0 0,-3-2 0 15,3-1 0-15,-3 0 0 0,0 1 0 0,-3 2 0 16,3-6 0-16,-3 4 0 0,3-4 0 0,-3 4 0 16,0-4 0-16,0 1 0 0,0 0 0 0,-3 0 0 15,0-1 0-15,0 4 0 0,0-4 0 0,0 1 0 16,-3 2 0-16,0 1 0 0,3-1 0 0,-3 0 0 15,6 3 0-15,-6 0 0 0,0 0 0 0,6 0 0 16,-6 0 0-16,0 3 0 0,0 0 0 0,6-3 0 16,-6 5 0-16,0 0 0 0,3-2 0 0,0 2 0 15,0 3 0-15,3-2 0 0,0-1 0 0,0 3 0 16,3-6 0-16,0 4 0 0,0-1 0 0,0 0 0 16,0-5 0-16,3 6 0 0,0-4 0 0,0-2 0 15,0 3 0-15,0-3 0 0,0 0 0 0,0 0 0 16,0 0 0-16,0-3 0 0,-3 3 0 0,3-2 0 15,-3 2 0-15,3-3 0 0,-3 0 0 0,0-2 0 16,-3 5 0-16,0-5 0 0,3-1 0 0,-3 4 0 16,3-4 0-16,-3-1 0 0,0 1 0 0,0-2 0 0,-3 3 0 0,3-3 0 15,-3 0 0-15,0 0 0 0,0 3 54 0,0 0 8 0,-3-3 2 16,3 2 0-16,-3 4-52 0,0-4-12 0,3 4 0 16,-3-1 0-16,0 3 0 0,0 0 0 0,0 0 0 0,-3 5 0 15,3-2 0-15,0 0 0 0,0 2 0 0,0 0 0 16,3 3 0-16,0 0 0 0,1 0 0 15,-1 0 0-15,3 0 0 0,0 0 0 0,0-3 0 0,0 3 0 16,3 0 0-16,2-3 0 0,-2 1 0 0,3-1 0 16,0-2 0-16,0-1 0 0,0 4 0 0,0-6 0 15,0 2 0-15,0-2 0 0,0 3 0 0,-3-3 0 16,3 0 0-16,-3-3 0 0,3 3 0 0,-3-2 0 16,0-1 0-16,0 0 0 0,3-2 0 0,-3 0 0 15,0-1-48-15,-3-2-13 16,3 1-3-16,0-1 0 0,0 0 52 0,-3 0 12 0,3-3 0 0,-3 3 0 15,-3-5-216-15,3 0-40 0</inkml:trace>
  <inkml:trace contextRef="#ctx0" brushRef="#br0" timeOffset="108924.812">12427 9110 1314 0,'0'0'37'0,"0"0"8"0,0 0-36 0,0 0-9 0,0 0 0 0,0 0 0 15,0 0 104-15,0 0 20 0,0 0 3 0,0 0 1 16,0 0-59-16,0 0-11 0,0 0-2 0,0 0-1 15,0 0-9-15,0 0-2 0,0 0 0 0,6 5 0 16,-3-2-8-16,-3-3-3 0,6 3 0 0,0-1 0 16,-3 1-33-16,3 0 0 0,-1-1 0 0,1 1 0 15,3 0 45-15,-3-1 15 0,0 1 4 0,3 0 0 16,0-3-52-16,0 2-12 0,0 1 0 0,3-3 0 16,3 3 0-16,0-3 0 0,3 0 0 0,-1 0 0 15,4 0 54-15,0 0 8 0,3 0 2 0,3 0 0 16,-1 0-52-16,1 0-12 0,0 0 0 0,0 0 0 15,0-3-8-15,-7 3-5 0,4-3-1 0,-3 3 0 16,0 0 22-16,0-2 5 0,-3-1 1 0,5 0 0 16,-2 3-14-16,-3-2 0 0,6-1 0 0,-3 0 0 15,0 3 0-15,-1-2 0 0,1-1 0 0,0 3 0 16,-3 0 0-16,-3-3 0 0,0 3 0 0,0 0 0 16,-3 0 0-16,-4 0 9 0,4 0-9 0,-3 0 12 15,0 0-12-15,-3 0 0 0,3 0-12 0,-3 0 12 16,0 0-51-16,0 0-2 0,0 0-1 0,-6 0 0 15,0 0-169-15,0 0-33 0</inkml:trace>
  <inkml:trace contextRef="#ctx0" brushRef="#br0" timeOffset="109612.564">12540 9737 1545 0,'0'0'32'0,"0"0"8"0,0 0-32 0,0 0-8 0,0 0 0 0,0 0 0 31,0 0 88-31,0 0 16 0,0 0 4 0,0 0 0 16,0 0-29-16,0 0-6 0,0 0-1 0,0 0 0 0,0 0-40 0,0 0-9 0,0 0-2 0,0 0 0 16,0 0 35-16,0 0 6 0,0 0 2 0,0 0 0 15,0 0 0-15,0 0 0 0,0 0 0 0,6 0 0 16,0 0-64-16,0-2-16 0,0 2-2 0,0-3 0 15,3 3 18-15,0 0 8 0,-1-3-8 0,4 3 12 16,3 0-4 0,0-2-8-16,3 2 11 0,0-3-11 0,3 3 8 0,0 0-8 0,2-3 0 15,1 3 0-15,0 0 0 0,0 0 0 0,3-2 0 16,-4 2 0-16,-2-3 0 0,0 3 0 0,-3 0 0 0,0 0 0 16,0-3 8-16,-1 3-8 0,1 0 0 0,-3-2 0 15,3 2 0-15,-3 0 0 0,0 0 8 0,-3 0-8 16,3 0 0-16,0 0 0 0,-1 0 0 0,-2 0 0 15,0 0 8-15,0 0-8 0,-3 0 0 0,3 0 0 16,-3 0 0-16,3 0 0 0,-3 0 0 0,0 0 0 16,0-3-24-16,0 3-3 0,-1 0 0 15,1 0 0-15,0-2-29 0,-3 2-7 0,3-3-1 0,0 0 0 16,-6 1-132-16,-3 2-26 0</inkml:trace>
  <inkml:trace contextRef="#ctx0" brushRef="#br0" timeOffset="110969.459">12945 8978 1151 0,'0'0'48'16,"0"0"-38"-1,0 0 51-15,0 0 11 0,0 0 1 0,0-3 1 16,0-2 10-16,0 5 1 0,3-5 1 0,0 2 0 16,-3 3-4-16,3-5-1 0,3 2 0 0,0 0 0 15,-1 1-21-15,1-1-4 0,0 0 0 0,3 1-1 16,-3 2-37-16,3-3-7 0,0 3-2 0,0 0 0 15,3 0 44-15,-3 0 9 0,3 3 2 0,0-3 0 16,0 2 0-16,3 1 0 0,-4 0 0 0,4 2 0 16,-3-2-52-16,3 2-12 0,0 0 0 0,0 1 0 15,0-1 0-15,-3 3 0 0,3 0 0 0,-4 0 0 0,1 2 0 16,0-2 0-16,-3 3 0 0,0 2 0 0,0-2 0 0,0 2 0 16,0 0 0-16,0 3 0 0,-3 0 54 0,0 0 8 15,3 0 2-15,-3 2 0 0,3-2-52 0,-3 0-12 0,-1 0 0 16,1 0 0-16,0-1 0 15,0 1 0-15,-3-2 0 0,3-1 0 0,0 3 0 16,-3-3 0-16,3-3 0 0,-3 4 0 0,0-1 0 16,0 0 0-16,0 0 0 0,0 3 0 0,0 0-11 0,-3 3-5 0,3-3 0 0,-3 2-1 15,3 1 17-15,-3-1 9 0,0-2-1 0,0 5 0 16,0-5-8-16,0 0 0 0,0 0 0 0,0-3 0 16,-3 0 9-16,0 0 0 0,3-2 0 0,-3 0 0 15,0-1-9-15,0 1-12 0,0-1 2 0,0-2 1 16,0 0 9-16,0 0 12 0,0-2-2 0,-3 1-1 15,3 1-9-15,0-2 0 0,0 2 0 0,-3-3 0 16,3 0 0-16,0 3 0 0,-3-3 0 0,3 1 0 16,-2-1 0-16,-1 0 0 0,3 1 0 0,-3-1 0 15,3 0 0-15,-3 0 0 0,3-2 0 0,-3 2 0 16,6-5 0-16,-6 6 0 0,0-4 0 0,3 4 0 16,-3-1 0-16,0-2 0 0,6-3 0 0,-6 5 0 15,0 0 0-15,0-2 0 0,0-1 0 0,-3 4 0 16,3-4 0-16,0 4 0 0,-3-4 0 0,3 1 0 15,0 2 0-15,1-2 0 0,-4 0 0 0,3 2 0 16,-3 0 0-16,3-2 0 0,-3 2 0 0,0-2 0 16,0 2 0-16,3 0 0 0,-3-2 0 0,0 2 0 0,3-2 0 15,-3 2 0-15,0-2 0 0,3 2 0 16,-3 0 0-16,4-2 0 0,-1 2 0 0,0-2 0 16,3 2 0-16,-3-2 0 0,0 0 0 0,3 2 0 0,3-5 0 0,-3 5 0 15,0-2 0-15,3-3 0 0,-3 5 0 0,3-2 0 16,0-3 0-16,-3 5 0 15,3-5-22-15,0 0-6 0,-3 5-2 0,3-5 0 16,0 0-3-16,0 0-1 0,3 6 0 0,-3-6 0 0,0 0 34 0,0 0 0 0,0 0 0 0,0 0 0 16,0 0 0-16,3 5 0 0,-3-5 0 0,0 0 0 15,0 0 0-15,3 3 0 0,-3-3 0 0,6 0 0 16,-6 0 0-16,6 2 0 0,0-2 0 0,-6 0 0 16,6 0 0-16,0-2 0 0,0 2 0 0,-1 0 0 15,1-3 0-15,3 3 16 0,-3-3-2 0,0 1 0 16,3 2-14-16,0-3 0 0,-3-2 0 0,3 5 0 15,0-6 0-15,3 4 0 0,0-1 0 0,-3 0 0 16,0 1 0-16,3-1 0 0,-4 1 0 16,4-4 0-16,-3 4 0 0,3-4-8 0,-3 4 8 0,0-4 0 15,0 4 0-15,0-4 0 0,0 1 0 0,0 0 0 16,-3 0-9-16,3-1-2 0,0 1 0 0,-3 0 0 16,-1-3 11-16,4 2 0 0,-3-1 0 0,3 1 0 15,0 1 0-15,0-3 0 0,0 3 0 0,0-3 0 16,0 2 0-16,0-1 0 0,3 1 0 0,-3-2 0 15,3 3 0-15,0 0 0 0,-1-3 0 0,1 2 0 16,0 1 0-16,0-3 16 0,0 3-4 0,0 0-1 16,0-3-11-16,0 2 10 0,0-1-10 0,-3 1 10 15,3-2 1-15,-1 0 0 0,1 0 0 0,-3 0 0 0,0 1 4 16,0-1 1-16,0 0 0 0,0 0 0 0,0 2-1 0,-3-2 0 0,3 1 0 16,-3-1 0-16,0 2-4 0,0-2-1 0,-3 0 0 15,3 0 0-15,0 3-10 0,-3 0 12 0,2 0-12 0,-2-1 12 16,3 4-12-1,-3-4 0-15,0 4 0 0,3-4 0 0,-3 4 0 0,0-1 0 0,3-2 0 0,-3 2 0 16,0 1-15-16,3-1-5 0,-3-2 0 0,0 2-1 31,3-2-99-31,-3 2-19 0,0-2-4 0</inkml:trace>
  <inkml:trace contextRef="#ctx0" brushRef="#br0" timeOffset="111863.261">13108 8962 1284 0,'0'0'27'0,"0"0"5"0,0 0-32 0,3-3 0 0,-3 3 0 0,3-2 0 16,0-1 78-16,3 0 9 0,-3 1 1 0,0-1 1 16,3 3-29-16,-3 0-5 0,3-3-2 0,0 3 0 15,-3 0 9-15,6-2 2 0,-3 2 0 0,0 0 0 16,3 0 0-16,0 0 0 0,0 2 0 0,0-2 0 16,3 3 0-16,-4-3 0 0,4 3 0 0,-3-1 0 15,0 1-52-15,3 0-12 0,-3-3 0 0,3 5 0 16,-3-5 16-16,0 3 1 0,0-1 0 0,0 1 0 15,0-3-1-15,3 3-1 0,-4-1 0 0,4 1 0 16,0 0 13-16,0-1 4 0,0 1 0 0,-3 2 0 16,3 0-32-16,3-2 0 0,-3 2 0 0,3 3 0 15,-1 0 0-15,-2 0 0 0,3-3 0 0,0 6 0 16,0-3 0-16,-3 3 0 0,3-1 0 0,-3 1 0 0,0-1 0 16,0 1 0-16,-1-1 0 0,-2 1 0 0,0 0 0 15,0-1 0-15,0 1 0 0,0-1 0 0,0-2 0 0,-3 0 0 0,0 3 0 16,0-3 0-16,0 2 0 15,0-2 0-15,0-2 0 0,0 2 0 0,0-1 0 16,-3 1 0-16,0 0 0 0,3 0 0 0,-3 0 57 0,0 0 6 0,-1-3 1 16,1 3 0-16,0 0-52 0,0-2-12 0,0 2 0 0,-3-3 0 31,3 3-48-31,0-3-13 0,0 0-3 0,-3 1 0 0,3 2 103 0,-3-3 20 16,3-2 4-16,0 2 1 0,-3 0-52 0,3 0-12 0,0 1 0 15,0-1 0-15,-3-5 0 0,3 5 0 0,0 1 0 0,0-1 0 16,3-2 0-16,-3 2 0 0,0 0 0 0,3 0 0 15,-3 1 0-15,0-4 0 0,3 1 0 0,-6-3 0 16,6 5 0-16,-3-2 0 0,3 2 0 0,-3-2 0 16,-3-3 0-16,6 5 0 0,0-2 0 0,-3-1 0 15,-3-2 0-15,6 3 0 0,0 0 0 0,-1-1 0 16,4-2-100-16,-3 0-22 0,0 0-5 0</inkml:trace>
  <inkml:trace contextRef="#ctx0" brushRef="#br0" timeOffset="113295.798">13867 9547 1094 0,'0'0'46'0,"0"-6"-37"16,0 6 44-16,0-5 9 0,0 0 2 0,3 0 0 15,-3 5 26-15,0-6 6 0,0 1 0 0,0 5 1 16,0 0-53-16,0-5-10 0,0 5-2 0,0-3-1 16,0 3 26-16,0-5 6 0,0 5 1 0,0 0 0 15,-3-3-52-15,3 3-12 0,0 0 0 0,0 0 0 16,0 0 39-16,0 0 5 0,0 0 0 0,0 0 1 15,0 0-21-15,0 0-5 0,0 0-1 0,0 0 0 16,0 0-18-16,0 0 0 0,0 0 0 0,0 0 0 16,0 0 11-16,0 0-11 0,0 0 10 0,0 0-10 15,0 0 17-15,0 0-2 0,0 0-1 0,0 0 0 16,0 0 2-16,0 0 1 0,0 0 0 0,0 0 0 16,0 0-5-16,0 0 0 0,0 0-1 0,0 0 0 15,6-3 3-15,-6 3 1 0,3-2 0 0,3 2 0 0,-3 0-3 16,3-3-1-16,0 3 0 0,-3 0 0 15,3-2-11-15,0 2-12 0,0 0 2 0,3 0 1 0,-3 0 23 16,3 0 5-16,0 0 1 0,0 0 0 16,3 0-32-16,0 0-7 0,2 0-1 0,-2 0 0 0,3 2 20 0,0-2 0 0,3 0 0 0,-3-2 0 15,-3 2 22-15,3 0 8 0,0 0 2 16,-1 0 0-16,1-3-24 0,0 3-8 0,0-3 0 0,3 1 0 16,0 2 30-16,0-3 0 0,2 0 0 15,-2 1 0 1,3 2-47-16,0 0-10 0,0-3-1 0,0 3-1 0,0 0 29 0,-4 3 0 0,1-3 0 15,-3 2 0-15,3 1 0 0,-3 0 0 0,0-1 0 16,0 1 0-16,-3 2 22 0,-4-2 4 0,4-1 1 0,-3 1 0 16,0 0-27-16,-3 2 0 0,3-2 0 0,0-1 0 15,-3 1 0-15,3 0 0 0,-3-1 0 0,3 1 0 16,-3 0 0-16,3-1 0 0,-3 1 0 0,3 0 0 16,-1-1 0-16,-2-2 0 0,0 3 0 0,0-1 0 15,0 1 0-15,0 0 0 0,0-3 0 0,0 5 0 16,-3-5 0-16,-3 0 0 0,6 5 0 0,0-2 0 15,-6-3 0-15,0 0 0 0,3 5 0 0,-3-5 0 16,3 3 0-16,0 2 0 0,-3-5 0 0,3 8 0 16,0-5 0-16,-3 2 0 0,0-5 0 0,3 8 0 15,0-3 0-15,0 1 0 0,0-1 0 0,-3 0 0 16,3 0 56-16,0 3 7 0,-3-5 1 0,3 5 0 16,0-3-52-16,-3 1-12 0,3-1 0 0,-3 0 0 15,3 0 0-15,-3 1 0 0,3-1 0 0,-3 0 0 16,0 1 0-16,0-6 0 0,3 5 0 0,-3 3 0 15,0-3 0-15,3 3 0 0,-3 0 0 0,0-3 0 16,0 3 0-16,0-2 0 0,0-6 0 0,-3 8 0 16,3-3 0-16,0 0 0 0,-3 3 0 0,3-3 0 15,-3 3 0-15,3-2 0 0,0-1 0 0,-3 0 0 0,3 0 25 0,0 3 3 16,0-2 0-16,0-1 0 0,0 0 6 0,0 3 2 0,0-3 0 0,3 1 0 16,-3-6-36-16,0 8-20 0,0-8 2 0,3 2 1 15,-3-2 27-15,0 0 6 0,0 0 0 0,0 0 1 31,6 0-65-31,0 0-12 0,0-2-4 0</inkml:trace>
  <inkml:trace contextRef="#ctx0" brushRef="#br0" timeOffset="117554.813">10156 9248 1337 0,'0'0'28'0,"0"0"6"16,0 0-34-16,0 0 0 0,0 0 0 0,0 0 0 15,0 0 58-15,0 0 5 0,0 0 1 0,0 0 0 16,0 0-8-16,0 0 0 0,6 0-1 0,0 0 0 16,-1 0-37-16,1 0-7 0,3-3-2 0,0 3 0 15,0-3 44-15,0 3 9 0,0 0 2 0,3 0 0 16,0-2-52-16,0 2-12 0,3-3 0 0,0 3 0 15,-1 0 20-15,1 0 2 0,0 0 0 0,3 0 0 16,-3 0-7-16,3 0-2 0,0 0 0 0,-3 0 0 16,2 0 13-16,1 0 2 0,-3 3 1 0,3-1 0 15,-3-2-29-15,3 6-8 0,3-4-1 0,-1 1 0 16,4 0 9-16,0-3 9 0,3 2-1 0,3 1-8 16,-1 0 16-16,-2-1-4 0,3 1-1 0,0 0 0 15,-3-1-11-15,-1 4 10 0,1-6-10 0,0 5 10 16,0-3-19-16,-4-2-4 0,4 3-1 0,0 0 0 15,0-1 14-15,3 1 0 0,-1-3 0 0,-2 3 0 0,0-3 19 16,0 2 6-16,-3 4 2 0,-1-4 0 16,1 1-43-16,-3 0-9 0,-3 2-2 0,3-3 0 0,-3 1 59 0,-1 0 12 15,4-3 3-15,-3 2 0 0,3 1-24 0,-3 0-5 0,3-3-1 16,-1 2 0-16,-2 1-17 0,0 0 0 0,3-3 0 0,-3 5 0 16,0-2 0-16,-3-1 0 0,-3 1 0 15,2 0 0-15,-2 2 0 0,0-3 0 0,0 1 0 16,-3 0 0-16,0-1 55 0,0 4 7 0,0-1 2 0,-3-2 0 15,0-1-64-15,0 1-21 0,-3 0 0 0,0 2 0 16,0-2 33-16,0 2 8 0,0 0 0 0,0 0 1 16,-3 1-21-16,3-1 0 0,-3 0 0 0,0 1 0 15,3-1 0-15,-3 3 0 0,0 0 0 0,0-3 0 16,0 3 0-16,0 0 0 0,3 2 0 0,-3-2 0 16,0 3 0-16,0 0 0 0,0-1 0 0,0 1 0 15,0-1 0-15,0 1 0 0,0 2 0 0,0-2 0 16,0 2 0-16,0 0 0 0,0 0 0 0,-3 1 0 15,3-1 0-15,0 0 0 0,0 3 0 16,-3-3 0-16,0 0 0 0,3 1 0 0,-3-1 0 0,0 0 0 16,3 0 0-16,-3 1 0 0,0-1 0 0,3 3 0 15,-3-3 0-15,0 3 0 0,0 0 0 0,0 0 0 0,0-1 0 16,3 4 0-16,-3-3 0 0,0 2 0 16,3 1 0-16,-3-3 0 0,3 2 0 0,0-2 0 0,-3 0 0 15,0 0 0-15,3-3 0 0,-3 0 0 0,3 1 0 0,-3-4 0 16,3 3 0-16,0-2 0 0,0 0 0 15,0-3 0-15,0-1 0 0,0 1 0 0,0 0 0 0,0-2 0 16,3-1 0-16,-3-5 0 0,0 5 0 0,3 1 0 0,0-1 0 0,0 0 0 16,-3-5 0-16,6 3 0 15,-3 2 0-15,0-2 0 0,3-1 0 0,-3 1 0 0,3-3 0 0,-3 3 0 16,3-1 0-16,-3-2 0 0,3 0 0 0,-1 3 0 16,-2-3 0-16,3 0 0 0,0 0 0 0,-3 0 0 15,3 0 0-15,0 0 0 0,-3 0 0 0,3 0 0 16,0 0 0-16,0-3 0 0,0 3 0 0,0 0 0 15,0-2 0-15,0 2 0 0,0-3 0 0,3 3 0 16,-3 0 0-16,3 0 0 0,0 0 0 0,0 0 0 16,-1 0 0-16,1 0 0 0,0 0 0 0,0 0 0 15,0 0 0-15,3 0 0 0,-3 0 0 0,3 0 0 16,0 3 0-16,0-3 0 0,0 2 0 0,0 1 0 16,-1-3 0-16,1 0 0 0,0 3 0 0,0-1 0 15,0-2 0-15,3 3 0 0,-3-1 0 0,0 1 0 16,3-3 0-16,-3 0 0 0,-1 3 0 0,1-3 0 15,0 0 0-15,3 2 0 0,0-2 0 0,0 0 0 16,0 3 0-16,0-3 0 0,3 0 0 0,-1 0 0 16,4 3 20-16,0-1 0 0,3-2 0 0,0 3 0 15,0 2-20-15,-1-2 0 0,4 2 0 0,-3-2 0 16,0 2 0-16,-3 0 0 0,2-2 0 0,-2 0 0 0,0-1-14 16,3 1-4-16,0 0-1 0,2-1 0 0,-2 1 31 0,3 2 7 15,3-2 1-15,0 2 0 0,-4 1-20 0,4-1 0 16,-3 0 0-16,0 3 0 0,0-3 0 0,-4 3 0 15,1-2 0-15,0-1 0 0,0 0-12 16,0 3-7-16,2-3-1 0,1 1 0 0,0 2 32 0,0-3 7 16,3 0 1-16,-1 0 0 0,-2 3-20 0,0-2 0 0,0-4 0 0,-4 6 0 15,1-2 0 1,0-1 0-16,-3 0 0 0,3 3 0 0,-3-3-12 0,2 1-7 16,-2-4-1-16,6 6 0 0,-3-2 34 0,0-4 6 0,2 4 2 0,1-1 0 15,0-3-22-15,-3 4 0 0,3-4 0 0,-1 4 8 16,-5-4-8-16,3 4 0 0,-3-4 0 0,0 1 0 15,0 0 0-15,-1 2 9 0,-2-5-9 0,3 2 0 16,0-2 8-16,0 3-8 0,3 0 0 0,-4-1 0 16,1 1 8-16,0 0-8 0,0-1 0 0,0 1 0 15,0 0 0-15,-1-1 0 0,-2-2 0 0,3 6 0 16,-3-6 8-16,-3 2-8 0,3 1 0 0,-3 0 0 16,-3-3 8-16,2 0-8 0,1 2 0 0,-3-2 0 15,0 3 0-15,3-3 0 0,-3 0 8 0,0 0-8 16,0 2 0-16,0-2 0 0,3 0 0 0,-4 3 0 15,1-3 8-15,0 3-8 0,0-3 0 0,0 0 0 16,0 2 0-16,0-2 0 0,0 0 0 0,0 3 0 16,0-3 0-16,-3 3 0 0,2-3 8 0,1-3-8 15,-3 3 0-15,0 0 0 0,0 0 0 0,3 3 0 16,-3-3 0-16,3 0 0 0,-3 0 0 0,0 0 0 0,0 2 0 0,0-2 0 16,-1 0 0-16,1 0 0 0,-3 0 10 15,3 0-10-15,0 0 8 0,-3 0-8 0,3 0 8 16,-3 0-8-16,3 0 8 0,-3 0-8 15,0 0 10-15,3 0-10 0,-3 0 12 0,0 0-12 0,3 0 10 0,0 0-10 16,-3 0 8-16,2 0-8 0,1 0 0 0,-3 0 0 16,3 0 8-16,0 0-8 0,0 0 0 0,-3 0 0 0,3 0 0 15,0 0 0-15,-3 0 0 0,3 0 0 0,-3 3 0 0,0-3 8 16,0 0-8-16,0 0 0 0,0 0 0 0,0 0 0 16,0 0 0-16,-6 0 0 0,5 0 8 0,-5 0-8 15,6 0 0-15,-6 0 0 0,6 0 0 0,-6 0 0 16,6 0-16-16,-6 0-6 0,3-3-1 0,-3 3 0 15,0 0-105-15,3-2-22 16,0-4-4-16</inkml:trace>
  <inkml:trace contextRef="#ctx0" brushRef="#br0" timeOffset="122748.634">12156 8933 1805 0,'0'0'76'0,"0"0"-61"15,0-5 94-15,0-1 19 0,0 1 4 0,0 5 1 16,3-5-11-16,0-1-2 0,3 1-1 0,-3 0 0 15,0 2-59-15,3-2-11 0,-3 2-2 0,-3 3-1 16,6-2-22-16,-6 2-5 0,3 0-1 0,-3 0 0 16,0 0-7-16,0 0-2 0,6 2 0 0,-6-2 0 15,3 3-9-15,0 2 0 0,0 0-10 0,-6 1 10 16,3 2-9-16,-3 0 9 0,0-3-8 0,0 3 8 16,0 0-49-16,0 0-5 0,-3 2-1 0,3-2 0 15,-3 3 37-15,3-3 7 0,0 2 2 0,-3-2 0 16,6 3-37-1,-3-3-7-15,3-3-2 0,0 3 0 0,0-8 44 0,0 5 11 0,0-5 0 0,3 6 0 16,0-4 0-16,3-2 0 0,0 0 0 0,0 0 0 16,3-5 31-16,0 2 8 0,2 1 1 0,1-4 1 15,3 1-14-15,-3 0-3 0,3 0-1 0,0-1 0 16,-3 4-23-16,3-4 0 0,0 4 0 0,-1-1 0 16,-2 0-47-16,3-2-13 0,-3 2-4 0</inkml:trace>
  <inkml:trace contextRef="#ctx0" brushRef="#br0" timeOffset="125223.358">11703 8692 1744 0,'-3'-8'36'0,"1"3"8"0,2-3-35 0,-3 3-9 0,3-1 0 0,0 1 0 16,0 5 106-16,0-5 19 16,0 5 4-16,0 0 1 0,0 0-43 0,0 0-9 0,0 0-2 0,0 0 0 15,0 0-28-15,0 0-5 0,0 0-2 0,0 0 0 16,0 0-13-16,0 5-4 0,-3 3 0 0,3 0 0 15,-3 0-13-15,3 2-3 0,0 4-8 0,-3-1 12 16,3 0-12-16,0 0 0 0,0 3 0 0,3-3 0 16,-3 3 0-16,0-2 0 0,3-1 0 0,0 3 0 15,0-3 0-15,-1 0 0 0,1-2 0 16,3 2 0-16,-3-2-61 0,0-1-12 16,3-2-3-16,0 0 0 0,-3-3 20 0,3 1 3 15,-3-1 1-15,3-2 0 0,-3-3 41 0,-3 0 11 0,6-3 0 0,0 3 0 16,0-5 0-16,-3 2 0 0,3-2 0 15,0-3 0-15,-3 2 0 0,3 1 0 0,-3-3 0 0,0 0 0 16,3 3 49-16,-3-3 12 0,0 0 3 0,0 0 0 16,-3 3 0-16,3-3 0 0,-3 0 0 0,3 3 0 15,-3-3-52-15,0 0-12 0,3 3 0 0,-3-3 0 16,0 5 54-16,-3-2 8 0,3 5 2 0,0 0 0 16,0 0-52-16,0 0-12 0,0 0 0 0,0 0 0 15,0 0 0-15,0 0 0 0,3 5 0 0,-3 3 0 16,0 2 0-16,3 1 0 0,0-3 0 0,-3 3 0 15,2 2 0-15,1 0-15 0,0-2 3 0,0 2 1 16,3-3-33-16,-3 1-8 0,3 2 0 0,-3-2-1 16,3-3 42-16,0 0 11 0,0 0 0 0,0-3 0 0,0 0 0 15,0 1 0-15,0-4 8 0,0 1-8 0,0-3 8 0,0 0-8 0,0-3 10 16,0 3-10-16,-3-5 31 0,3 0 0 0,0-1 0 0,-3 1 0 16,3-3 7-16,-1 0 2 0,1 0 0 15,-3-2 0-15,0-1-13 0,3 0-3 0,-3 1 0 16,0-3 0-16,0-1-8 15,0 1-1-15,3-5-1 0,-3 2 0 0,0-3-14 0,0-2 0 0,0 0 8 16,-3 0-8-16,3 0 0 0,0-1 0 0,0 1 0 0,-3 0 0 31,3 5-44-31,0 0-9 0,-3 0-2 0,0 6 0 0,3 2-109 0,-3 0-23 0,0 3-4 16</inkml:trace>
  <inkml:trace contextRef="#ctx0" brushRef="#br0" timeOffset="126183.956">12081 9563 1630 0,'-2'-6'34'0,"2"4"7"15,-3-4-33-15,3 4-8 0,0-4 0 0,0 6 0 16,-3-2 116-16,0-3 20 0,3 5 5 0,0-3 1 16,0 3-40-16,-3-3-8 0,3 3-2 0,-6-2 0 15,6 2-24-15,-6 0-4 0,6 0-2 0,-6 2 0 16,0 1-17-16,0 0-3 0,3 2-1 0,-3 3 0 15,0 0-24-15,0 0-5 0,0 2 0 0,3 1-1 16,-3-1-11-16,3 4 0 0,0-4 0 0,0 3 8 16,0-2-8-16,3-3 0 0,-3 3 0 0,3-1 0 15,0-2-16-15,0 0 2 0,3 0 0 0,0 3 0 16,0-6-10-16,0 0-1 0,0 0-1 0,3 1 0 0,0-4 6 16,0 1 0-16,0-3 1 0,0 3 0 15,0-6 9-15,0 3 2 0,0-3 0 0,0-2 0 0,-3 2 8 0,3-2 0 0,0 0 0 0,-3 0 0 16,0-1 0-1,2 1 0-15,-2-3 0 0,0 3 0 0,-3-1 16 0,3-2 9 0,-3 3 2 0,3 0 0 16,-3 0-27-16,0-1 0 0,0 1 8 0,0 5-8 16,0-3 10-16,0 3 0 0,0 0 0 0,0 0 0 15,0 0-10-15,0 0 0 0,0 0 0 0,0 0 8 16,0 0-16-16,0 0-4 0,3 3-1 0,0 5 0 16,3-3 13-16,-3 3 15 0,0 0-3 0,3-3-1 15,-3 3-11-15,3 0-16 0,0 0 4 0,0 0 1 16,0-3 11-16,0 1-10 0,0-1 10 15,0 0-10-15,3-2 10 0,-3-3 0 0,0 3 8 0,3-3-8 16,0 0 0-16,-3 0 0 0,2-3 0 0,-2 0 8 16,0-2-8-16,3 2 12 0,-3-2-4 0,0-3 0 15,-3 3 14-15,3 0 3 0,-3-3 1 0,3 2 0 16,-3-2 0-16,-3 0 0 0,3 1 0 0,0-1 0 16,-3-3-9-16,3 3-1 0,-3-5-1 0,0 2 0 15,0-2-15-15,3 0-13 0,-3-3 2 0,0 3 1 16,3-3 18-16,-3 5 4 0,3-2 1 0,-3 0 0 15,3 2-29-15,0 3-7 0,-3 3-1 0,3 0 0 16,-3 5-125-16,0 0-26 0,0 0-5 0</inkml:trace>
  <inkml:trace contextRef="#ctx0" brushRef="#br0" timeOffset="126679.401">12340 9745 2017 0,'6'-8'42'0,"-6"8"10"0,3-5-42 0,3 0-10 0,-3-1 0 16,3 1 0-16,0 0 115 0,-3 0 21 0,3-1 4 0,0 4 0 16,0-4-68-16,-3 4-13 0,3-1-3 0,0 3-1 15,0-3-18-15,-3 1-3 0,0 2-1 0,-3 0 0 16,6 0-17-16,-6 0-3 0,3 2-1 0,-3-2 0 15,0 0-12-15,0 3 0 0,0-3 8 0,3 8-8 16,-6-3-28-16,3 1-8 0,-3 1-1 0,0-1-1 16,0 2 38-16,0-3 0 0,0 3 0 0,0-3 0 15,-3 3-22-15,3-3 3 0,0 1 1 0,0-1 0 16,-3 0 29-16,6-5 5 0,-3 6 2 0,3-6 0 16,-3 2-38-16,3-2-8 0,0 0-2 0,0 0 0 15,0 0 30-15,0 0 0 0,0 8 0 0,0-8 0 16,6 3 0-16,-3-1 0 0,3-2 0 0,3 0 0 15,-3 0 21-15,3 0 1 0,3-2 0 0,-3 2 0 16,0-3 2-16,0 3 1 0,-1-2 0 0,1 2 0 0,0 0-4 16,-3 0-1-16,0 0 0 0,-3 2 0 15,3-2-1-15,-6 0-1 0,0 0 0 0,3 5 0 0,-3-5 0 16,0 8 0-16,0-2 0 0,-3 2 0 0,0 0-5 16,-6 0-1-16,3 2 0 0,-6 1 0 0,0-1-12 15,-5 1 9-15,-1 2-9 0,-3 0 8 0,3 3-8 0,-3 0-17 0,-3 0 4 16,1 2 1-1,2-4-32-15,0 2-5 0,0-3-2 0,0 3 0 16,0-3-149-16,1-2-29 0</inkml:trace>
  <inkml:trace contextRef="#ctx0" brushRef="#br0" timeOffset="131158.845">10135 9806 1026 0,'0'0'43'0,"0"0"-35"15,0 0 82-15,0 0 16 0,0-5 3 0,0 5 1 16,0 0-9-16,0 0-1 0,0 0-1 0,0 0 0 15,0 0-23-15,0 0-4 0,0 0 0 0,0 0-1 16,0 0-22-16,0 8-4 0,-3 0-1 0,0 0 0 16,3 2-12-16,-3 3-2 0,0 1-1 0,3-1 0 15,-3 3-10-15,0 0-3 0,3-1 0 0,-3 4 0 16,0 0 14-16,0-1 2 0,3 1 1 0,-3-1 0 16,3 1-33-16,-3-1 0 0,0 1 0 15,3 2 0-15,-3-3 0 0,3 1 0 0,-3 2 0 16,0 0 0-16,0 3 0 0,0 0 0 0,0 2 0 0,0 1 0 15,3-1 0-15,-3-2 0 0,3 5 0 0,-3-2 0 16,0-1 0-16,3 1 0 0,-3-4 0 0,0 4 0 16,0-1 0-16,0 1-20 0,0-1 2 0,0 3 1 15,0 0 17-15,0 3 0 0,1 3 0 0,-1-1 0 16,-3-2 0-16,3-3 0 0,3 5 0 0,-3-2 0 16,0-3 0-16,0 0 0 0,3 0 0 0,-3 3 0 15,0 0 0-15,0 0 0 0,0-1 0 0,0 4 0 16,0-4 0-16,0 1 0 0,0 0 0 0,3-3 0 15,-3 0 0-15,3-2 0 0,0-4 0 0,-3 4 0 16,3-6 0-16,0 3 0 0,-3-3 0 0,3 0 0 16,0 0 0-16,-3 3 0 0,3-3 0 0,0 3 0 0,0-3 8 15,0 0-8-15,0 1 0 0,0 1 0 0,0-4 0 0,0 0 0 0,0-4 0 16,0 1 0-16,0 0 0 0,0-3 0 16,0 1 0-16,0-1 0 0,3 0 8 0,-3-2-8 0,0 2 0 0,3-3 0 15,-3 4 0-15,3-4 0 16,0 1 0-16,0-3 0 0,0 2 0 0,3-2 8 15,-3 3-8-15,3-3 0 0,0 0 0 16,0 0 0-16,0 0 8 0,0 0-8 0,-1 0 8 0,1-1-8 16,3-1 11-16,-3 2-11 0,3-3 12 0,0 0-4 0,-3 1 0 15,3-1-8-15,3 0 0 0,-3-2 0 0,3-1 0 0,0 4-12 16,3-4 12-16,-1 1 0 0,1-3 0 0,6 3 0 16,0-3 0-16,3 2 13 0,0-2-2 0,2 3-1 15,4-3-10-15,-3 0 0 0,0 3 0 0,3-3 0 16,-1 0 0-16,1 0-14 0,-3 0 3 0,3 0 1 15,2 0 10-15,4 2 14 0,3-2-3 0,2 3-1 16,-5-3-10-16,6 3 0 0,-6-1 0 0,5 1 8 16,-2-1-8-16,-3 4-17 0,2-4 4 0,4 4 1 15,0-1 12-15,-1 0 0 0,4-2 0 0,0 5 0 16,-7-3 8-16,1 3 5 0,0 0 1 0,-1 0 0 16,1 0-14-16,3 3 0 0,-1-4 0 0,4 4 0 15,-3-3 0-15,-3 0 0 0,2-3 0 0,-2 6 0 16,0-3 0-16,-1 2-18 0,-2-2 2 0,6 3 1 15,-4-1 15-15,4 1 0 0,0 0 0 0,-1-1 0 16,-2-2 0-16,-3 3 0 0,-3-1 0 0,2 1 0 0,-2-1 0 16,3 4 0-16,-1-6 0 0,1 5 0 15,0-3 11-15,0 4 5 0,2-1 0 0,-2 0 1 16,-3-2-27-16,-3 2-6 0,-4-2 0 0,4 2-1 0,-3-3 17 16,3 1 0-16,-1 0 0 0,1-4 0 0,3 4 0 0,-3-3 0 15,-1 0 0-15,1 0 0 0,-3-3 11 16,3 0 5-16,-6 3 2 0,2-2 0 0,-2-1-29 0,-3 0-5 15,-3 1-2-15,3-1 0 0,0 0 18 0,-1 0 0 0,1-2 0 16,0 2 0-16,0-2 12 0,0 0 7 0,0-1 1 0,-1 1 0 16,1-3-20-16,0 3 0 0,0-3 0 0,3 0 0 15,-6 0-17-15,2 0-1 0,-2-3 0 0,0 3 0 16,0 0 18-16,-3 0 0 0,-3 0 0 0,3 0 0 16,-3-3 0-16,-1 3 0 0,1-2 0 0,0 2 0 15,0 0 0-15,0 0 0 16,0 0 0-16,3 0 0 0,-3 0 0 0,0 0 0 0,0-3 0 0,2 3 0 15,-2 0-12-15,3 0 2 0,0 0 0 0,-3 0 0 16,3-3 10-16,-3 3 14 0,3-2-3 0,-3 2-1 16,0 0-10-16,2 0 0 0,-2 0 0 0,3 0 0 15,-3 0 0-15,0 0 0 0,0 0 0 0,0 2 0 16,-3-2 0-16,0 3 0 0,0-3 0 0,0 0 0 16,0 0 0-16,-1 3 0 0,1-1 0 0,0 1 0 15,0-3 0-15,0 3 0 0,0-1 0 0,0 1 0 16,0-3 0-16,3 3 0 0,-3-1 0 0,0 1 0 15,3-1 0-15,-3 1 0 0,-1-3 0 0,1 3 0 0,3-1 0 16,-3-2-12-16,3 3 2 0,-3-3 1 16,3 0 9-16,0 3 12 0,0-3-2 0,-3 0-1 15,3 0-9-15,0 0 0 0,-4 0 0 0,4 0 0 16,0 0 0-16,0 0 0 0,3 0 0 0,-3 0 0 0,0 0 0 0,0 0 0 0,0-3 0 0,0 3 0 16,-3 0 0-16,-1 0 0 0,4 0 0 15,-3 0 0 1,0 0 0-16,3 0 0 0,-3 0 0 0,0 0 8 0,3 0-8 0,-3 0 0 15,3 0 0-15,0 0 0 16,0 3 0-16,-1-3 0 0,1 0 0 0,0 0 0 0,3 0 0 16,-3 0 0-16,3 0 0 0,0 0 0 0,-3 2 0 0,3-2 0 0,0 3 0 0,-1-3 0 15,-2 0 0-15,3 3 0 0,0-3 0 0,-3 0 0 16,3 2 0-16,-3-2 0 0,0 3 0 0,0-3 0 16,-1 0 47-16,-2 3 13 0,3-1 4 0,-3 1 0 15,0-3-52-15,0 2-12 0,3 1 0 0,-3 0 0 16,0-3 0-16,0 0 0 0,0 2 0 0,0-2 0 15,3 0 0-15,-4 0 0 0,1 0 0 0,0 0 0 16,0 0 0-16,0 0 0 0,0 0 0 0,0 0 0 16,0 0 0-16,-3 0 0 0,0 0 0 0,0 0 0 15,0 0 0-15,-6 0 8 0,6 0-8 0,-6 0 0 16,6 0 8-16,-6 0-8 0,0 0 0 0,0 0 9 16,0 0-9-16,6 0 0 0,-6 0 0 0,0 0 0 15,0 0 0-15,0 0-11 0,0 0 1 0,0 0 0 16,0 0-52-16,0 0-10 0,0 0-3 0</inkml:trace>
  <inkml:trace contextRef="#ctx0" brushRef="#br0" timeOffset="131710.871">14240 13198 2142 0,'0'0'44'0,"0"0"12"16,0 0-45-16,0 0-11 0,0 0 0 0,0 0 0 15,0 0 103-15,0 0 18 0,0 0 4 0,0 8 1 16,0-3-28-16,0 3-6 0,0 0 0 0,0 3-1 0,-3 2-58 0,3-2-11 0,0 2-2 0,-3 0-1 16,3 0 26-1,-3 1 6-15,3 2 1 0,-3-1 0 0,3 1-32 0,-3 3-7 0,0 2-1 0,0 0 0 16,0 6 4-16,-3-1 0 0,3 3 0 16,0 3 0-16,0 0-8 0,0-3 0 0,0 3-8 0,0-3 12 31,0-6-12-31,0-1 0 0,0-1 8 0,0-3-8 0,0-2 0 0,3 0 0 15,0-3 8-15,-3 1-8 0,3-4 0 16,0 1 0-16,0-1 0 0,-3 1 0 0,3-6 0 16,0 3-12-16,3-3 3 0,-3-5 0 15,0 0-97-15,3 3-19 0,-3-3-4 0</inkml:trace>
  <inkml:trace contextRef="#ctx0" brushRef="#br0" timeOffset="136498.126">19222 4916 676 0,'0'0'28'15,"0"0"-28"1,0 0 56-16,0 0 6 0,0 0 1 0,0 0 0 16,6 3 5-16,-3 0 0 0,3-1 1 0,0-2 0 15,0 3-8-15,0-1-1 0,0-2-1 0,0 0 0 16,0 0 2-16,0 0 1 0,3 0 0 0,0 0 0 0,-3 0-9 0,3 0-1 15,0 3-1-15,0-3 0 0,-1 0-11 16,1 3-1-16,0-3-1 0,3 0 0 0,-3 5-12 16,3-5-2-16,-3 0-1 0,3 0 0 0,3 3-9 0,0 2-2 15,0-2 0-15,-1 5 0 0,1-3-4 0,0 3 0 0,3 2-8 16,0-2 12-16,0 6-2 16,0-1-1-16,-1-3 0 0,1 6 0 0,-3-2 3 15,3-1 1-15,0 3 0 0,0-3 0 0,-3 5-3 0,0-4-1 16,-1 1 0-16,1 1 0 0,0 0-9 0,-3 0 0 15,0 3 9-15,-3-4-9 0,0-1 8 0,3 2-8 0,-3-1 8 0,0 1-8 16,-3 0 0-16,3 3 9 0,-3-1-9 0,2 3 0 16,-2 3 12-16,0-3-4 0,0 6 0 0,0-3-8 15,0 0 11-15,0 2-11 0,0-2 10 0,0 2-10 16,-3-2 8-16,0 0-8 0,3 0 0 0,-3 2 9 16,-3-2-9-16,3 2 0 0,0 4 0 0,-3-1 0 15,0 2 0-15,0 1 8 0,0 0-8 0,0 0 8 16,-3-3-8-16,3 0 0 0,-3 0 0 15,3 0 0-15,-3-2 0 0,0-4-19 0,3 4 3 0,-3-1 1 16,0 3 50-16,3 0 9 0,-3 3 3 0,3 3 0 16,0-6-24-16,-3 0-5 0,3 0-1 0,0 0 0 15,0-5-17-15,0 0 0 0,0 2 0 0,0-5 0 16,3 0 0-16,-3 1 0 0,0-4 0 0,3 3 0 16,-3-2 0-16,0 2 0 0,3 0 0 0,0 0 0 15,-3 1 0-15,3-1 0 0,0-3 0 0,0 3 0 16,0-2 0-16,0-1 0 0,0-2 0 0,0-2 0 15,0 1 16-15,0-1-1 0,0-4 0 0,3 3 0 16,-3-2-15-16,0 0 11 0,3-3-11 0,-3-1 10 0,3 1-10 0,-3 0 0 16,2-2 9-16,-2-1-9 0,3 3 0 0,0-5 9 15,0 2-9-15,0 0 0 0,0 0 8 0,3-2-8 0,-3 0 0 16,3-1 0-16,0 1 14 0,0-3-4 0,0 3-1 0,3-3 0 16,0 2 3-16,0-2 0 0,-1 0 0 0,1 0 0 15,3 0-3-15,-3-2 0 0,0 2 0 16,3-3 0-16,0 3-1 15,3-5-8-15,0 2 12 0,-1 0-4 0,1 1-8 0,3 2 10 0,0-3-10 16,3 0 10-16,-3 3-10 0,2-2 0 0,1 2 9 0,0 0-9 16,0 2 9-16,0-2-9 0,2 3 12 0,-2 0-12 15,-3-3 8-15,3 2-8 0,0-2 0 0,0 0 0 16,2 3 9-16,-2 0-9 0,3-3 0 0,3 2 9 16,-4 1-9-16,1 0 0 0,0 2 9 0,3-2-9 15,-3 2 9-15,-1-2-9 0,-2 2 12 0,3-3-12 16,-3 1 11-16,-3 0-11 0,2-1 10 15,1 1-10-15,-3 0 12 0,3-1-4 0,-3 1-8 0,3 0 12 16,-1-1-12-16,-2 1 9 0,3 2-9 0,-6-2 8 16,0 2-8-16,0-2 0 0,-1-1 0 0,-5 1 8 15,0 0-8-15,0-1 0 0,0 1 0 0,-3-3-11 16,-3 0-33-16,0 3-6 0,0-3-2 0,-6 0 0 16,0 0-113-16,0 0-23 0,0 0-5 0</inkml:trace>
  <inkml:trace contextRef="#ctx0" brushRef="#br0" timeOffset="137266.134">19246 7620 1149 0,'0'0'32'0,"0"0"8"0,0 0-32 15,0 0-8-15,0 0 0 0,0 0 0 16,0 0 72-16,0 0 12 0,0 0 2 0,0 0 1 16,0 0-2-16,0 0 0 0,0 0 0 0,0 0 0 0,3 3-68 0,3 0-17 0,0-3 0 0,0 0 0 15,0 2 55-15,3-2 7 0,3 0 2 0,-3 3 0 16,6-3 0-16,-3 0 0 0,2 3 0 0,4-1 0 16,0-2-52-16,3 3-12 0,0-3 0 0,6 3 0 15,-1-3 0 1,7 2 0-16,0 1 0 0,3 0 0 0,-1-1 54 0,4 1 8 15,0 2 2-15,2-2 0 0,4 2-52 16,-3-2-12-16,5-1 0 0,1 1 0 0,-3 0 0 0,2 2 0 16,1-2 0-16,2 2 0 0,1-2 0 0,-3-1 0 0,2 1 0 15,4 0 0-15,-7-1 21 0,1 1 2 0,-3-1 0 16,2 1 0-16,-5-3 14 0,0 3 3 0,-1-3 1 16,1 0 0-16,-3 0-41 0,-4 0 0 0,1 0-13 0,0 0 3 15,-3 2 10-15,-4-2 12 0,1 3-2 0,-3-3-1 16,0 0-9-16,-3 0 0 0,-4 0 9 0,1-3-9 15,0 1 0-15,-3 2 0 0,3 0 0 0,0 0 8 16,-3 0-8-16,2 0 0 0,-2 0 0 0,0 0 8 16,0 0-8-16,-3 2 0 0,0 1 0 0,3 0 0 15,-7-1 0-15,4 1 0 0,-3-3 0 0,3 3 0 16,-3-1-10-16,0-2-3 0,0 3-1 0,3 0 0 16,-3-1-42-16,-3 1-8 0,2-3-1 0,-2 0-1 15,0 2-166-15,-3-4-34 0</inkml:trace>
  <inkml:trace contextRef="#ctx0" brushRef="#br0" timeOffset="138314.849">19166 10383 1060 0,'0'0'44'0,"0"0"-35"16,0 0 82-16,0 0 16 0,0 0 3 0,0 0 1 15,0 0-15-15,0 0-4 0,0 0 0 0,0 0 0 16,0 0-17-16,0 0-4 0,0 0-1 0,0 0 0 15,-3-3-22-15,3 3-5 0,3-5-1 0,-3 2 0 16,0-2-5-16,3 0-1 0,-3-1 0 0,0 1 0 16,3-3 5-16,0 0 1 0,-3 0 0 0,3-2 0 15,0-1-34-15,0-2-8 0,0 0 0 0,3-1 0 16,-3-1 0-16,3-1 0 0,-1 0 0 0,-2 0 0 16,6-3 0-16,-3-2 0 0,0 0 0 0,0-5 0 15,0-1 28-15,0-5 3 0,0-2 1 0,3-3 0 16,-3 3-16-16,0-1-4 0,0 1 0 0,3-3 0 15,-3 0-3-15,0 2-1 0,0-2 0 0,-3 0 0 16,3 0-8-16,0-3 0 0,-3 1 9 0,0-1-9 16,0 6 0-16,-1-1 9 0,1 1-9 0,0 2 0 15,-3 0 12-15,3 1-12 0,0 2 12 0,0-1-12 16,-3 4 8-16,3 2-8 0,-3-2 0 0,3 5 0 16,0-3 0-16,-3 5 0 0,3 1 8 0,0 2-8 15,0 3 0-15,0-1 0 0,0 1 0 0,3 3 0 16,-3 2 0-16,3 0 0 0,-3 0 0 0,6 2 0 15,-3-1 0-15,3 1 0 0,0 1 0 0,3 2 0 16,0-2 0-16,2 5 0 0,4-3 0 0,0 1 0 0,0 2 0 0,6 2 0 16,0-2 0-16,-1 0 0 0,4 3 0 15,3 0 0-15,-3-1 0 0,3 1 0 16,-1-3 0-16,4 0 0 0,-3 0 0 0,6 0 0 0,-1 0 0 0,7 0 0 16,3 0 0-16,-1 0 0 0,1-3 0 15,0 3 0-15,-4-2 0 0,7 2 0 0,0-3 0 16,-1 3 0-16,4 0 0 0,2 0 0 15,-5 0 0-15,-3 0 0 0,-4 0 0 0,4 0 0 0,0-3 0 0,-4 3 0 0,4 0 0 0,0-2 0 16,-7 2 0-16,1 0 15 0,-3 2-2 0,-4-2 0 16,-5 0-13-16,0 0 8 0,-3-2-8 0,0 2 0 15,-4-3 0-15,1 3 8 0,-3-3-8 0,0 3 0 16,-3 0-11-16,0 0-5 0,0 0 0 0,0 3-1 16,-4-3 31-16,1 3 6 0,0-1 2 0,0 1 0 15,-3 0-22-15,3-1 0 0,-3 1 0 0,0 2-12 31,0 1-16-31,0 1-3 0,0-1-1 0,0 2 0 0,-1 0-37 16,1 0-8-16,0 2-2 0,-3-2 0 0,3 5-104 0,0-2-21 0,-3-1-4 16</inkml:trace>
  <inkml:trace contextRef="#ctx0" brushRef="#br0" timeOffset="139868.618">19100 13016 1269 0,'0'0'53'0,"0"0"-42"16,0 0 48-16,0 0 9 0,0 0 3 0,0 0 0 15,0 0-12-15,0 0-3 0,6 5 0 0,-6-5 0 16,6 3-29-16,-3-1-7 0,0 1 0 0,3 2-1 16,0-2 32-16,0-1 6 0,0 1 2 0,3 2 0 15,-3-2-30-15,3 0-5 0,3-1-2 0,-3 1 0 16,6-3-10-16,-1 3-1 0,1-1-1 0,0 1 0 15,3-3-10-15,-3 0 12 0,3 0-12 0,0 3 12 16,0-3-12-16,-1 0 0 0,-2 0 0 0,3 0 8 16,0 0-8-16,3 0 0 0,0 0 0 0,2-3 0 15,-2 3 0-15,3 0 0 0,3-3 0 0,0 3 0 16,-1-2 0-16,-2 2 0 0,3 0 0 0,0 0 0 16,-6 0 0-16,0-3 0 0,-1 3 0 0,1-3 0 15,-3 1 0-15,-3-1 0 0,0 0 0 0,0 1 0 16,-3-4 0-16,0 4 0 0,2-3 0 0,-5-1 0 15,0 1 0-15,0 0 0 0,0-3 9 0,-3 2-9 16,0-2 8-16,0 1-8 0,-3-1 10 0,3 0-10 16,-3-3 12-16,-3 1-4 0,3-1-8 0,-3-2 12 15,3-1 2-15,-3-1 0 0,0-4 0 0,0-2 0 16,3 0 15-16,-3-3 3 0,0-3 1 0,3 1 0 16,-3 0-10-16,3-1-3 0,0 1 0 0,-3-1 0 0,3 1-7 15,0-1-1-15,-3 1-1 0,3-3 0 0,0-3-1 16,0-2 0-16,0-1 0 0,0 1 0 15,0-3-2-15,0 2-8 0,0-2 12 0,2 3-4 16,-2-1-8-16,0 1 0 0,3-3 0 0,-3 0 0 0,0 0 0 0,3-3 0 0,0 1 0 0,0-4 0 16,-3 6 0-1,3 0 0-15,0 0 0 0,0 3 0 0,0-1 0 0,0 1 8 0,0-3-8 0,0 0 0 16,0 0 0-16,0 0 0 0,0 0 0 16,0 0 0-16,0 2 0 0,0 3 0 15,0 1 0-15,-1-1 0 0,1 0 0 0,-3 3 0 0,3 0 0 0,0 0 0 16,0 0 0-16,-3 0 0 0,6 0 8 0,-6-1-8 15,3 4 0-15,0 0 0 0,-3 2 0 0,3 0 0 16,0 0 0-16,0 3 0 0,-3-3 9 0,3 3-9 16,0 0 8-16,-3 0-8 0,3-1 10 0,0 1-10 15,-3 0-17-15,3 0-10 0,0-3-1 0,-1 3-1 16,1-3 48-16,0 3 9 0,0-3 3 0,0 3 0 16,0 0 1-16,0 0 1 0,0 2 0 0,0 1 0 15,0-1-33-15,-3 1 0 0,3 2 0 0,0-3 0 16,0 1 0-16,0 2 0 0,0-3 0 0,0-2 0 15,0 3 0-15,0-4 0 0,0-1 0 0,0 1 0 16,0 1 0-16,-1-3 0 0,1 1 0 0,0 1 0 16,0-1-44-16,0 1-16 0,0 1-4 0,0 3 0 15,-3-1 103-15,3 3 20 0,0-2 4 0,-3 2 1 16,0 0-52-16,3 0-12 0,-3 0 0 0,3 3 0 16,-3-3 0-16,0 0 0 0,3 1 0 0,-3 1 0 15,0-2 0-15,3 1 0 0,0-1 0 0,0 2 0 16,-3-1 0-16,3 1 0 0,0 1 0 0,-1 0 0 15,1 0 0-15,0 2 0 0,3 0 0 0,-3 1 0 16,0 2 0-16,0 0 0 0,3 0 0 0,-3 0 0 16,3 0-48-16,-3 0-13 0,3 3-3 0,-3-3 0 0,3 3 52 0,-3-1 12 15,3-2 0-15,0 3 0 0,-1 0 48 0,4 0 13 0,-3-1 3 0,3 4 0 16,0-4-103-16,0 1-20 16,0 0-4-16,0 0-1 0,3 2 103 0,0-2 20 0,0 2 4 0,2-2 1 31,-2 2-103-31,3-2-20 0,3 2-4 0,-3-2-1 0,3-1 52 0,-3 4 12 0,2-3 0 0,-2 2 0 15,3 0 0-15,-3 1 0 0,3-4 0 0,-3 4 0 16,-1-1 0-16,4-2 0 0,-3 2 0 0,3 0 0 16,-3-2 0-16,3 2 0 0,0 3 0 0,-1-2 0 15,1-1-8-15,3-2 8 0,-3 2-13 0,0 1 5 16,2-1-63-16,1 0-12 0,0-2-2 16</inkml:trace>
  <inkml:trace contextRef="#ctx0" brushRef="#br0" timeOffset="140569.961">24934 9287 1900 0,'-2'-7'40'0,"-4"-1"8"16,0 0-39-16,0 0-9 0,3 0 0 0,-3-3 0 15,0 3 80-15,0 0 13 0,-3 0 3 0,0 0 1 16,-3 0-33-16,3 3-8 0,-3 0 0 0,0 0-1 0,-3-1-21 0,1 4-4 0,-1-4-1 0,0 4 0 31,0 2-13-31,-3 2-4 0,0 1 0 0,0 2 0 16,3 3-4-16,1 0 0 0,-1 0-8 0,-3 5 12 15,6 1-12-15,-3 4 0 0,0 1 0 0,3 2 0 16,3 0 0-16,0 0 0 0,0 0 0 0,1 6 0 0,2 2 0 0,3 3 0 16,-3 2 0-16,3 3 0 15,0 0 0-15,0 0 0 0,3 0-8 0,0 3 8 0,0-3 0 0,0 0 0 0,0 3 0 0,0-1 0 16,0-2 0-16,0 6 0 0,0-4 0 16,0 4 0-16,-3-6 0 0,3 0 0 0,-3-3 0 0,0 1 0 15,0-1-17-15,-3-2 3 0,3 2 1 0,-6-2 0 16,3 0 1-16,-3-3 1 0,0 3 0 0,0-6 0 15,0 0-12 1,-3-2-2-16,0-5-1 0,-2-1 0 0,2 1-37 0,-3-3-7 0,0-6-2 16</inkml:trace>
  <inkml:trace contextRef="#ctx0" brushRef="#br0" timeOffset="140812.672">24375 9973 2100 0,'3'-11'44'0,"3"1"10"0,3 4-43 16,0-2-11-16,3 6 0 0,-1-4 0 0,1 6 56 16,3-2 8-16,-3 2 3 0,6 0 0 0,-3 0-22 0,6 2-4 0,-3-2-1 15,2 3 0-15,1 0-20 0,3-1-5 16,-3-2-1-16,6 0 0 15,2 3-14-15,1-3 0 0,6-3 8 0,3 3-8 16,2 0-26-16,1-2-8 0,3-1-2 0</inkml:trace>
  <inkml:trace contextRef="#ctx0" brushRef="#br0" timeOffset="200655.718">18806 2829 1900 0,'-24'8'40'0,"18"-1"8"15,0 1-39-15,3 6-9 0,0-6 0 0,3 7 0 16,-3 7-16-16,3-1-6 0,0 0-1 0,0 3 0 16,3 0 14-16,0-3 9 0,3 3-12 0,0-6 12 15,3 1 0-15,0-4 0 0,3-1 0 0,0-1 0 16,2-8 13-16,1 1 3 0,3-1 1 0,0 0 0 15,3-5 35-15,-3 0 6 0,3 0 2 0,-1-5 0 16,4-3-2-16,3 0 0 0,3 0 0 0,2-11 0 16,4 4 5-16,3-9 1 0,0 0 0 0,8-5 0 15,-5 0-64-15,6 0 0 0,-1-6-12 0,7-2 2 16,-4 0 10-16,7-3 0 0,-4 3 0 0,7-8 0 16,-6 0-36-16,-4 3-1 0,1-8-1 0,2 0 0 15,-8 2-11-15,3 3-3 0,-4-5 0 0,1-1 0 16,-6 4-31-16,-7 4-6 0,1-2-2 0</inkml:trace>
  <inkml:trace contextRef="#ctx0" brushRef="#br0" timeOffset="201059.497">19234 2942 2017 0,'-9'0'42'0,"3"0"10"0,6 0-42 0,0 0-10 0,0 0 0 0,0 0 0 15,0 0-28-15,0 0-7 0,6 0-1 0,-6 0-1 16,3-2 26-16,-3 2 11 0,3-6-8 0,-3 6 8 15,0 0 0-15,0 0 0 0,0 0 0 0,0 0 0 16,0 0 13-16,0 0 2 0,-3 8 0 0,0 0 0 16,0 3 15-16,0 5 3 0,-3-6 1 0,3 4 0 15,0 1-7-15,1 4-2 0,-1-1 0 0,3 1 0 16,0 0-7-16,3-1-2 0,2-2 0 0,4 0 0 16,0-3 3-16,6-2 0 0,0 2 0 0,6-5 0 0,3-3-10 15,3-5-1-15,2 0-8 0,10-5 12 16,6-6-12-16,5-7 0 0,10-3 0 0,8-6 0 15,1-2 0-15,8-8 0 0,3 0 0 0,16-13 0 16,-7 7-33-16,6-4-10 0,3-1-1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9T23:10:51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13838 6710 1577 0,'0'0'66'0,"0"0"-53"31,0 0 79-31,0 0 16 0,0 0 4 0,0 0 0 16,0 0-25-16,0 0-5 0,0 8-1 0,0-3 0 0,0 1-13 0,0 2-4 0,0 0 0 0,0 0 0 16,0 0 0-16,-3-1 0 0,3 4 0 0,0 0 0 15,3-1-51-15,-3 1-13 0,0-3 0 0,0 2 0 16,3 4 0-16,-3-1 0 0,0-3 0 0,0 4 0 15,0-1 0-15,3 3 0 0,-3-3 0 0,0 5 0 16,3 1 0-16,-3 5 0 0,0 0 0 0,3 5 0 16,0 2 0-16,-3 1 0 0,3 3 0 0,0-1 0 15,0-2 54-15,-1 0 8 16,1-3 2-16,0 2 0 0,0 1-52 0,0 5-12 16,0 0 0-16,0 3 0 0,0-3 0 0,0 0 0 0,0 0-9 0,0 0 9 15,0-5 0-15,0 0 0 0,0-1 0 0,0 4 10 16,-3-4-10-16,3 7 12 0,-3-1-12 0,0 2 12 15,0-2-12-15,0-2 0 0,0-1 0 0,0 0 8 16,-3-2-8-16,3-3 8 0,-3-2-8 0,3 2 8 16,-3-3-8-16,0 3 10 0,0 1-10 0,0-1 10 15,0 0-10-15,0 0 8 0,0 0-8 0,0 0 8 16,3-5-23-16,-3-3-5 0,0 0 0 0,3-2-1 16,-3-3 21-16,3-3 0 0,-3 0 0 0,3 3 0 15,0-5 16-15,-3-3 7 0,3-1 1 0,0 1 1 16,0 0-40-16,0-2-8 0,0-6-1 0,0 0-1 0,0 0 25 15,0 0 0-15,0 0 0 0</inkml:trace>
  <inkml:trace contextRef="#ctx0" brushRef="#br0" timeOffset="1580.387">13876 6657 1120 0,'0'0'23'0,"0"0"6"0,0 0-29 16,0 0 0-16,-6 0 0 0,6 0 0 0,-6 3 52 0,6-3 4 0,-5 0 0 0,5 0 1 31,0 0 50-31,0 0 9 0,0 0 3 0,0 0 0 16,0 0-37-16,0 0-7 0,0 0-2 0,0 0 0 0,0 0-21 0,0 0-4 0,0 0 0 0,0 0-1 15,0 0-24-15,0 0-5 0,0 0-1 16,0 0 0-16,0 0 38 0,3 5 7 0,-1-2 2 0,4 0 0 16,-3-3-64-16,3 2 0 0,3-2-16 0,-3 0 3 15,3 3 13-15,0-3 0 0,3 0 0 16,-3 0 0-16,3 2 0 0,0-2 0 0,0 0 0 0,0 3 0 16,-1-3 0-16,1 0 0 0,3 3 0 0,0-1 0 15,-3-2 0-15,3 0 0 0,-3 3 0 0,0-3 0 16,3 3 0-16,-3-3 0 0,2 2 0 0,-2-2 0 15,3 0 12-15,3 0-2 0,-3 0 0 0,3 0 0 16,3 0-10-16,-1 0 0 0,1 0 0 0,3 0 0 16,-3 0 0-16,0 0-17 0,3 0 4 0,2 0 1 15,-2 0 12-15,0 0 0 0,0 0 0 0,3 0-9 16,-4 0 9-16,1 0 0 0,3 0 0 0,3 0 0 16,0-2 0-16,-1-1 0 0,4 0 0 0,3 3 0 15,-3-2 0-15,2-1 0 0,1 3 0 0,3-3 0 16,-4 1 0-16,1-1 0 0,0-2 0 0,3 2 0 15,-1-2 0-15,4 2 0 0,0 1 0 0,2-1 0 16,-5 0 0-16,0 1 0 0,-1-1 0 0,4 0 0 0,0-2 0 16,-1 3 0-16,4-1 0 0,0-2 0 0,-4 2 0 15,1 3 0-15,3 0 0 0,-4 0 0 16,1 0 0-16,0-3 0 0,-4 1 8 0,7-1-8 16,-3 3 0-16,-1 0 0 0,4 3 0 0,0-3 8 15,-4 2-8-15,-2-2 0 0,0 0 0 0,2 0 0 16,-2 0 0-16,0 0 0 0,5 3 0 0,1-3 8 0,-3 3-8 15,-4-1 0-15,1 4 0 0,3-4 0 0,-4 1 0 0,4-3 0 16,-3 2 0-16,3-2 0 0,-1 3 0 0,1 0 0 0,3-1 0 16,-1 1 0-16,-2 0 0 0,0-1 0 0,-1-2 0 15,4 0 0 1,-3 3 0-16,2-3 8 0,4 3-8 0,-1-1 0 0,-2 1 0 0,0 0 8 0,-4-3-8 0,4 2 0 16,-3-2 0-16,2 0 0 0,4 0 0 15,0 3 8-15,-7-3-8 0,4 2 0 0,-3-2 8 0,2 3-8 16,-2-3 10-16,3 0-2 0,-1 0-8 0,1 0 12 15,0 0-12-15,2 0 8 0,-2 0-8 0,2-3 0 16,-5 3 10-16,3-2-10 0,-4-1 10 0,4 1-10 16,-3 2 0-16,-1-3 8 0,4 3-8 0,0-3 0 15,-7 3 0-15,4-2 0 0,-6-1 8 16,5 0-8-16,-2 3 0 0,0-5 9 0,3 2-9 0,-1 1 8 16,-2-1 0-16,3 3-8 0,-7 0 12 0,4-3-4 15,-3 3-8-15,-1-2 0 0,-2-1 9 0,3 1-9 16,0-1 0-16,-4 0 0 0,7 3 0 0,-3-2 0 15,-3 2 0-15,-1 0 0 0,-2 0 0 0,0 2 8 16,0-2-8-16,-7 0 0 0,1 0 0 0,-3 0 8 16,3 0-8-16,-3 0 0 0,0 0 0 0,-1 3 0 15,-2-3 0-15,-3 3 0 0,3-1 0 0,0-2 0 16,-6 3 0-16,3-1 8 0,-4 1-8 0,1 0 0 16,-3-1 0-16,3 1 9 0,-3 0-9 0,0 2 0 0,-3-2 14 15,0 2-4-15,0-2-1 0,0 2 0 0,0-3 6 16,-3 4 1-16,-3-6 0 0,6 5 0 0,-3 0 2 15,0-2 1-15,-3 2 0 0,3 3 0 0,0-2-3 0,-3-1 0 0,3 0 0 0,-3 0 0 16,3 3-6-16,-3-2-2 0,0 2 0 0,3 0 0 16,-3-3 0-16,3 3 0 15,0 0 0-15,-3 2 0 0,3-2 0 0,0 3 0 0,-3-1 0 16,3 1 0-16,-1 0 1 16,1 2 0-16,3-3 0 0,-3 4 0 15,0-1 3-15,3-3 0 0,-3 4 0 0,3 2 0 0,-3-1-1 0,0 1 0 0,3 3 0 0,-3 5 0 16,0-3 1-16,3 5 0 0,0 1 0 0,-3 2 0 15,3 0 2-15,0 0 1 0,0 3 0 0,3 0 0 16,-3-3 2-16,3 0 1 0,0 0 0 0,0 5 0 16,-1 3-2-16,1 0-1 0,0 6 0 0,3 2 0 15,-3-6 1-15,0-2 0 0,3 0 0 0,-3 3 0 16,0-3-4-16,-3 5-1 0,3 1 0 16,0 2 0-16,-3-3-1 0,3 0 0 0,-3-2 0 0,-1 2 0 15,-2-4 4-15,3-7 1 0,-3 4 0 0,0-4 0 16,0 4-24-16,0-1-5 0,-3 1-1 0,0 2 0 15,0-6 15-15,0-1 0 0,-3-1 0 0,0-3 0 16,0-2 0-16,0-3 0 0,0-5 0 0,-3 2 0 0,1-2 0 16,-1-2 0-16,3-4 0 0,-6-2 0 15,3 3 0-15,0-3 0 0,0-3 0 0,0 0 0 16,0 1 0-16,0-4 0 0,0 1 0 0,-3-1 0 16,3-2-105-16,0-2-19 0,0-1-3 0</inkml:trace>
  <inkml:trace contextRef="#ctx0" brushRef="#br0" timeOffset="3370.32">13915 8478 1485 0,'0'0'31'0,"0"0"7"16,0 0-30-16,0 0-8 0,0 0 0 0,-6 5 0 0,6-5 72 0,-6 3 14 0,6-3 2 16,-3 5 1-1,0 0-20-15,0 1-4 0,3-6-1 0,-3 5 0 16,3 0 0-16,-3 0 0 0,3 3 0 0,0-2 0 16,0-1-51-16,0 0-13 0,0 3 0 0,3-2 0 0,-3 1 54 0,3 1 8 0,-3-2 2 15,3 2 0 1,0 2-52-16,-3-2-12 0,3 3 0 0,-3-1 0 0,0 4 0 15,3-1 0-15,-3 0 0 0,0 0 0 0,3 0 54 0,-3 3 8 16,0-2 2-16,0 1 0 0,0 1-64 0,3-2 0 0,-3-4 0 16,3 3-13-16,0-2 13 0,3-3 0 0,-3 2 12 0,3-2-12 15,0-2 8-15,0-1-8 0,3 0 0 0,0-2 0 16,0 0 0-16,3 2 0 0,-1-5 0 0,1 5 0 16,3-5 0-16,0 0 0 0,0 0 0 0,3 0 0 15,0 0 0-15,0 0 0 0,-1-2 0 0,4-1-9 16,0 0 9-16,0 1 0 0,6-1 10 0,0 0-10 15,-1-2 0-15,4 0 0 0,3 2-8 0,0-2 8 16,-1-1-8-16,1 1 8 0,3 0 0 0,-1 0 0 16,1 2 0-16,0-2-8 0,6 2 8 0,-1 0 0 15,1-2 0-15,3 2 11 16,-1-2-2-16,4 2 0 0,0 1-9 0,-4-3-16 0,4 2 4 0,2 0 1 16,-2 1 11-16,3 2 16 0,-1-3-4 0,7 0-1 15,-7 1-11-15,1 2 0 0,0-3 0 0,2 0 0 16,-2 3 0-16,-1-2 0 0,4 2 0 0,2 0 0 15,-2-3 0-15,0 0 0 0,-1 1 0 0,1 2 0 16,-4-3 0-16,4 1 0 0,0 2 0 0,2-3 0 16,-5 3 0-16,2-3 0 0,-2 1 0 0,2-1 0 15,-2 3 0-15,-3 0 0 0,-1 0 0 0,4 0 0 16,-6 0 0-16,2 0 0 0,1-3 0 0,-1 3 0 16,1 0 0-16,-3 3 0 0,2-3-12 0,1 0 12 15,-6 3 0-15,-1-3 0 0,-2 0 0 0,6 0 12 16,-4 2-12-16,4-2 0 0,0 3 0 0,-1-3 0 15,-2 0 0-15,-3 3 0 0,-1-3 0 0,4 0 0 0,-3 2 0 0,2-2 0 16,1 3 0-16,3-3 0 0,-7 0 0 0,1 2 8 0,0-2-8 0,0 0 8 16,-1 3-8-16,-5-3 0 15,0 3 0-15,2-3-11 0,1 0 11 0,0 2 9 16,0-2-1-16,2 0-8 16,-5 0 9-16,3 0-9 0,-4 0 0 0,4 3 9 0,-3-3-9 15,0 3-14-15,-4-3 3 0,4 0 1 0,0 0 21 0,3 0 4 0,-1 0 1 16,1 0 0-16,-3 0-16 0,0 0 0 0,-1 0 0 0,4 0 0 15,-6 0 0-15,0 0-21 0,2 0 3 0,1 0 1 16,-3-3 17-16,6 3 0 0,-4-3 0 0,4 3 0 16,-3 0 15-16,-1 0 6 0,1 0 2 0,-3 3 0 15,3-3-23-15,-6 3 0 0,-4-3 0 0,4 0 0 16,3 0-14-16,-3 0-7 0,-1 0-2 0,4 0 0 16,-3 2 40-16,3-2 8 0,-3 0 2 0,2 3 0 15,-5-3-19-15,3 0-8 0,-3 0 0 0,3 3 8 16,-7-3-8-16,4 0 0 0,-3 0 9 0,0 0-9 15,0 0 0-15,-3 0 9 0,2 0-9 0,1 0 0 16,-3 0 8-16,3 0-8 0,-3-3 0 0,0 3 0 16,-3 0 0-16,-1-3 8 0,1 3-8 0,-3-2 0 15,0 2 11-15,0 0-11 0,-3-3 10 0,0 3-10 16,0 0 0-16,0-3 0 0,0 3 0 0,-3 0 0 16,0 0 0-16,0 0 0 0,-1 0 0 0,1 0 0 15,0 0 0-15,0 0 0 0,0 0 0 0,0 0 0 16,-3 0 0-16,3 0 0 0,0-2 0 0,-3 2 0 15,0 0 0-15,3 0 0 0,-3-3 0 0,-3 3 0 16,6 0 0-16,0-3 0 0,-3 3 0 0,0-2 0 16,3-1 0-16,-3 1 0 0,3-1 0 0,0 3 0 0,-3-3 0 15,3 1 0-15,0-1 0 0,0 0 0 0,0 1 0 0,-1-1 0 16,1 0 0-16,3 1 0 0,-3-4 0 0,0 4 0 16,3-4 0-16,0 4 0 0,-3-3 8 0,3 2-8 0,0-2 0 15,-3-1 0-15,3 4 9 0,0-6-9 0,-3 2 8 0,3 4-8 16,0-4 8-16,-1 1-8 0,-2 3 0 0,0-4 8 15,0 1-8-15,0 0 10 0,0-1-10 0,0-2 10 16,-3 3 2-16,0-3 0 0,0 3 0 0,0 0 0 16,-3-1 3-16,0-2 1 0,0 3 0 0,-3-3 0 15,3 3-8-15,-3 0 0 0,0-3-8 0,0 2 12 16,0-2-12-16,0 0 8 0,0 3-8 0,0-3 0 16,0 0 0-16,-3 3 8 0,0-3-8 0,3 3 0 15,-3-3-16-15,1 0-5 0,2 0-2 0,-3-3 0 16,-3 1-144-16,3-3-29 0</inkml:trace>
  <inkml:trace contextRef="#ctx0" brushRef="#br0" timeOffset="4835.625">13885 7777 1516 0,'3'0'32'0,"3"0"6"0,3 0-30 0,-3 0-8 15,6-3 0-15,-3 3 0 16,3 0 65-16,0 0 12 0,0 0 3 0,0 0 0 0,-1 0-64 0,1 0-16 0,3 0 0 0,0 0 0 16,3 3 57-1,-3-3 6-15,0 0 1 0,3 0 0 0,0 0-52 0,-4 0-12 0,4 0 0 16,-3 0 0-16,3 0 0 0,3 0 0 0,0 0 0 0,0 2 0 15,-1-2 0-15,1 0 0 0,3 3 8 0,0-3-8 16,0 3 0-16,-1-1 0 0,1 1 0 0,0 2 0 16,3-2 0-16,-3-1 0 0,-1-2 0 0,1 0 0 15,0 3 0-15,3-3 0 16,0 0 0-16,2 0 0 0,1 0 8 16,0 0 6-16,3 3 1 0,-1-1 0 0,1 1-5 0,0-3-1 0,0 3 0 0,2-3 0 15,-2 0 0-15,0 0 0 0,3-3 0 0,-1 3 0 16,4 0 0-16,0 0 0 0,-1 0 0 0,4 0 0 15,-3 0 4-15,-1 0 1 0,-2-3 0 0,3 1 0 16,0-1 2-16,2 3 1 0,1-3 0 0,3 1 0 16,-4 2 0-16,1-3 0 0,3 3 0 0,-4 0 0 15,1-3-2-15,0 1-1 0,-4-3 0 0,7 2 0 16,-3 0-4-16,-1 3-1 0,4 0 0 0,0-2 0 16,-4 2-9-16,-2-3 12 0,-3 3-12 0,2-3 12 15,-2 3-4-15,3 0 0 0,-1-2 0 0,1 2 0 16,0 0 2-16,0 0 0 0,-4 0 0 0,4 0 0 15,-6 0-2-15,-1 0 0 0,4-3 0 0,-3 3 0 16,0 0-8-16,5-3 8 0,-2 3-8 0,3 0 8 0,-3 3-8 16,-4-3 0-16,1 0 9 0,3 3-9 0,-4-3 8 0,-2-3-8 0,0 3 8 0,3 0-8 15,-1 0 0 1,-2 0 0-16,6 0 0 0,-3 0 8 0,-4 0-8 0,4 3 0 16,0-3 0-16,0 2 8 0,-4-2-8 15,4 0 0-15,-6-2 8 0,3 2-8 0,3-3 0 0,-1 3 0 16,1-3 0-16,0 3 8 0,-1 0-8 0,1 0 0 15,3 3 0-15,-3-3 8 0,-4 0-8 0,1-3 0 0,0 3 0 0,3 0 0 16,-4-2 0-16,4-1 9 0,0 3-9 16,0-3 0-16,-1 3 8 0,1 0-8 0,0 3 0 0,-3-3 0 15,2 0 9-15,-5 0-9 0,3 0 0 0,-3-3 9 16,3 3-9-16,-1-2 0 0,1 2 9 0,0 0-9 16,0 0 8-16,-1 0-8 0,1 0 8 0,3 0-8 15,-6 0 0-15,2 0 9 0,-2 2-9 0,3 1 0 16,-3-3 8-16,-3 0-8 0,2 0 0 0,-2 0 0 15,0-3 8-15,3 3-8 0,0-2 0 0,2 2 0 16,-2 0 8-16,0 2-8 0,0-2 9 0,3 3-9 16,-7-3 9-16,4 3-9 0,-3-3 8 0,3 2-8 15,-6-2 8-15,2 0-8 0,-2 0 0 0,0 0 8 16,0 0-8-16,3 0 8 0,-3 0-8 0,-1 0 8 16,4 0-8-16,-3 0 10 0,3 0-10 0,-3 0 10 15,-1 0-10-15,1 0 0 0,-3 3 9 0,0 0-9 16,0-3 8-16,0 2-8 0,0-2 10 0,-3 0-10 15,-1 0 11-15,1 0-11 0,0 0 12 0,0 0-12 16,0 0 12-16,0 0-4 0,0-2 0 0,0 2-8 0,-1 0 12 16,1-3-12-16,0 3 12 0,3 0-12 15,-3 0 11-15,3 0-11 0,-3 0 10 0,3 0-10 16,-4 0 8-16,4 0-8 0,-3 3 0 0,3-3 9 0,-3 2-9 0,0-2 0 16,0 3 9-16,0 0-9 0,-4-3 0 0,4 2 8 15,0-2-8-15,-3 0 0 0,0 0 0 0,0 0 9 0,0 0-9 0,-3 0 0 16,3 0 10-16,0 0-10 0,-3-2 8 0,2 2-8 15,-2 0 8-15,3 0-8 0,-3 0 8 0,0 0-8 16,0-3 0-16,0 3 0 0,0 0 8 0,0 0-8 16,-3 0 0-16,3 0 0 0,-3 0 0 0,0 0 8 15,-3 0-8-15,-3 0 0 0,6-3 0 0,-6 3 0 16,6 0-16-16,-6 0-4 0,3 0-2 0,-3 0 0 16,5-2-39-16,-2-1-8 0,3 0-2 15</inkml:trace>
  <inkml:trace contextRef="#ctx0" brushRef="#br0" timeOffset="6369.38">16933 6657 1728 0,'0'0'36'0,"0"0"8"0,0 0-35 0,0 0-9 0,-6-2 0 0,6 2 0 16,-6-3 73-16,1 3 13 0,-1 0 2 0,3 3 1 15,3-3 2-15,-6 2 0 0,0 1 0 0,3 2 0 16,0 1-34-16,0-1-6 0,0 3-2 0,0 0 0 16,3 0-14-16,0 0-3 0,-3 2-1 0,3 1 0 15,0-1-12-15,0 1-3 0,3 2 0 0,-3-2 0 16,3 2-6-16,0 0-2 0,0 0 0 0,0 1 0 16,-3 2-8-16,3-3 8 0,0 0-8 0,-3 3 8 15,3 0-8-15,0 0-9 0,0 0 9 0,0 2-13 16,0 1 61-16,0 2 13 0,-3 3 3 0,2 2 0 15,1-2-52-15,-3 2-12 0,3-2 0 0,-3 5 0 16,0-5 8-16,3 0-8 0,-3 2 11 0,0-2-11 16,0-3 8-16,-3 3-8 0,3-3 0 0,-3 3 0 15,3 3 9-15,-3-4-9 0,1 4 0 0,-1-1 9 16,0 3-9-16,-3-2 8 0,3 2-8 0,0 0 8 16,-3-3-8-16,3 1 10 0,0-1-10 0,-3 1 10 15,0-3-10-15,0-3 10 0,0 3-10 0,3-3 10 16,-3 5-10-16,3-2 10 0,0 3-10 0,-3 2 10 15,3-3-10-15,0 3 8 0,0 0-8 0,0 0 8 16,0-5-8-16,0 0 8 0,0-3-8 0,0 3 8 16,0-3-8-16,0-2 0 0,3-1 0 0,-3 1 8 0,3-1-8 15,0 3 0-15,0 1 9 0,0-1-9 16,0 3 0-16,0-1 8 0,-3 1-8 0,3 3 0 0,0-3 0 0,-3-1 0 16,3-1 0-16,0 1 8 0,0-4-8 0,-3-1 0 0,3 1 0 15,0-1 8-15,-3-2-8 0,3-2 0 0,0 1 0 0,-3 1 8 16,3-2-8-16,-3 1 0 0,3 1 0 0,0 0 8 15,-2 0-8-15,2 0 0 0,0 0 0 0,0 0 8 16,0 0-8-16,0-1 0 0,0 4 0 0,0-6 8 16,0 0-8-16,0 1 8 0,0-1-8 0,0 0 8 15,0-2-8 1,0-3 0-16,0 0 0 0,0-1 0 0,-3-1 0 0,3 2 0 0,-3-3 0 0,3-5 0 16,0 0-10-16,0 0-3 0,0 0-1 0,-6 0 0 15,6 0-101 1,-6-5-20-16,0-1-4 0,3 1-1 0,3-5-103 0,0-1-21 0</inkml:trace>
  <inkml:trace contextRef="#ctx0" brushRef="#br0" timeOffset="7203.063">15368 6649 1337 0,'0'0'28'0,"0"0"6"15,0 0-34-15,0 0 0 0,0 0 0 0,0 0 0 16,0 0 109-16,0 0 15 0,0 0 4 0,0 0 0 16,0 0 0-16,0 0 0 0,0 0 0 0,0 6 0 15,0 2-52-15,0 0-9 0,0 2-3 0,0 3 0 16,0-2-51-16,0 2-13 0,0 3 0 0,0 0 0 16,-3-3 54-16,3 6 8 0,0-3 2 0,0-1 0 15,-3 1-52-15,3 3-12 0,0-3 0 0,0 2 0 16,-3 1 0-16,3-1 0 0,0 1 0 0,-3 2 0 15,0 5 0-15,3 1 0 0,-3 2 0 0,0 3 0 16,3-3 0-16,-3 0 0 0,0 0 0 0,3 3 0 16,-3-3 33-16,3-3 4 0,-3 3 1 0,3 1 0 0,-3 1-26 15,0-2-4-15,3 3-8 0,-3 3 11 16,3-1-11-16,-3 0 10 0,3 1-10 0,0-3 10 0,0-1 0 16,0-2 0-16,0 1 0 0,0-1 0 0,0 0-10 0,0-3 10 0,0 3-10 0,0 0 10 15,0 3-10-15,3-3 0 0,-3 3 0 0,0 2 0 16,3-4 12-16,0-4 1 0,-3 3 0 15,3-2 0-15,0-1-2 0,0-2-1 0,0 0 0 0,0 2 0 16,0 1-26-16,0-1-6 0,0-2-1 0,0 5 0 16,0-3 47-16,0 1 8 0,3-1 3 0,-3 3 0 15,0-5-23 1,3 0-12-16,-3-3 12 0,0 0-12 0,-1-2 25 0,1-1-1 0,0-2-1 0,0 3 0 16,0-3-23-16,0 0 0 0,-3-1 0 0,3 1 0 15,-3 0 0-15,0 3 0 0,0-3 0 0,0 2 0 16,0-2 0-16,0 0-10 0,0 2 1 0,-3-2 0 15,3-2 9-15,0-1 0 0,-3 0 0 0,0-2 0 16,3-4 10-16,0 4-2 0,-3-3-8 0,3-3 12 16,0 1-34-16,0-6-7 0,0 0-2 0,0 0 0 15,0 0-69-15,0 0-15 0,0 0-2 0,0 0-1 16,0-8-109-16,0 0-21 0</inkml:trace>
  <inkml:trace contextRef="#ctx0" brushRef="#br0" timeOffset="8019.57">18573 6753 1378 0,'3'-6'28'0,"3"1"8"16,-3 0-28-16,0-1-8 0,3 1 0 0,-3 0 0 15,0 2 95-15,0-2 17 0,0 2 4 0,0 1 1 16,-3 2-42-16,0 0-9 0,3-6-2 0,-3 6 0 15,0 0 24-15,0 0 4 0,0 0 0 0,0 0 1 16,0 0-46-16,0 0-10 0,0 0-1 0,0 0-1 16,0 0 11-16,0 8 2 0,-3 0 1 0,0 3 0 15,3-1-22-15,-3-2-5 0,0 6-1 0,3-4 0 16,-3 3-11-16,3 1-2 0,0 1-8 0,-3-1 12 16,3 2-12-16,0-1 9 0,-3 1-9 0,3 3 8 0,-3-1-20 0,0 1-4 15,3 2 0-15,-3 5-1 0,0 1 17 0,3 2 0 0,-3 0 0 16,0 3 0-16,3 0 27 0,-3-1 9 0,3-1 1 15,0 1 1-15,-2-2-26 0,2 0-4 0,0 1-8 16,-3 1 11-16,3 1 0 0,-3 0 0 0,3 2 0 0,-3 3 0 16,3-2 1-16,0-1 0 0,-3 0 0 0,3 1 0 15,0-3-2-15,-3-1 0 16,3-1 0-16,0 1 0 0,-3 1-2 0,3 2-8 0,0-2 12 16,-3 5-4-16,3-2 1 0,0-4 0 0,-3 4 0 0,3-1 0 15,0-5-1-15,-3 0-8 0,3 0 12 16,-3 1-4-16,3-1-8 0,0 0 10 0,-3 0-10 0,3 3 10 15,0-3-10-15,0 0 10 0,0 0-10 0,0 3 10 16,0-6-1-16,0-2 0 0,3 2 0 0,0-4 0 16,-3-1-1-16,3 0 0 0,0-3 0 0,-3 1 0 15,3 0-8-15,-3-4 10 0,3 1-10 0,-3 3 10 16,3-3-10-16,-3 0 12 0,0-1-12 0,3 1 12 16,-3 0-12-16,0-3 0 0,3 1 0 0,-3-4 8 15,0 1-8-15,0-3 0 0,0 2 0 0,0-4 0 16,0-1 0-16,0-5-20 0,0 0 3 0,0 0 1 15,0 0-83-15,0 0-16 0,0 0-3 0,-6-8-1 16,3 0-114-16,0-3-23 0</inkml:trace>
  <inkml:trace contextRef="#ctx0" brushRef="#br0" timeOffset="9089.192">14222 7052 1820 0,'-3'-6'76'0,"3"1"-60"16,-3 0 83-16,3 5 17 0,0-6 3 0,0 6 1 15,0 0-38-15,0 0-7 0,0 0-2 0,0 0 0 16,0 0-29-16,-3 6-5 0,0 2-2 0,0 2 0 16,3 3-21-16,-3 1-5 0,3 2-1 0,0 2 0 15,0-2 6-15,3 0 0 0,-3 0 1 0,3 0 0 16,0-3-17-16,0 0 0 0,0 0 0 0,3-2 0 15,-3-1-48-15,3-2-12 0,0 0-4 0,-1 0 0 16,1-2 51-16,0-4 13 0,3 3 0 0,-3-2 0 16,0 0 0-16,0-6 0 0,0 3 0 0,0-3-8 15,0 1 8-15,3-3 0 0,-3-1 0 0,0 1 0 16,0 0 0-16,0-1 0 0,-3-2 0 0,3 3 0 0,-3-3 0 16,3 3 0-16,-3-3 0 0,0 0 0 15,0 3 0-15,-3-3 0 0,3 0 0 0,-3 3 0 16,3-1 42-16,-3-2 4 0,-3 0 1 0,3 3 0 0,0 5-34 15,0 0-13-15,0 0 11 0,0 0-11 0,0 0 16 16,0 0-4-16,0 0 0 0,0 0 0 16,3 5-12-16,0 3 0 0,2-2 0 0,-2-1 0 0,3 0 0 0,0 1 0 15,3-1 0-15,-3 0 0 16,3-5 0-16,0 3 0 0,0-1 0 0,0-2 0 0,3 0 0 0,-3-2 0 0,0-1 0 0,0 0 0 16,0-2 0-16,-1 0 0 0,1 0 0 0,-3-1 0 15,0-2 40-15,0-2 6 0,0-1 1 0,-3 1 0 16,0-1-24-16,3-2-5 0,-3 0-1 0,-3-3 0 15,3 2-17-15,-3-1 0 0,3-1 0 0,-3 0 0 16,0 0 55-16,3 3 7 0,-3-3 2 0,0 3 0 16,0 2-64-16,0-2-28 0,0 2 3 0,0 1 0 15,0 2-11 1,-3 0-3-16,3 0 0 0,0 3 0 0,0 2-21 16,0 3-4-16,0 0 0 0,0 0-1 0,0 0-156 0,0 0-31 0,3 5-7 0</inkml:trace>
  <inkml:trace contextRef="#ctx0" brushRef="#br0" timeOffset="9538.099">14600 7192 2017 0,'0'0'42'0,"0"0"10"15,3 0-42-15,3-3-10 0,0-2 0 0,0 2 0 0,2-2 115 0,1 0 21 0,0-1 4 0,0-2 0 16,3 3-60-16,0 0-13 0,0 2-3 0,-3-2 0 15,3 2 0-15,0 1 0 0,-3-1 0 0,0 3 0 16,0 0-51-16,-4 0-13 0,1 3 0 0,0-1 0 16,-6-2 54-16,3 6 8 0,-3-6 2 15,0 7 0 1,0 1-103-16,-3 0-20 0,3 0-4 0,-6 0-1 0,3 0 52 0,-3-3 12 0,1 3 0 0,-1 0 0 16,0-2 0-16,0-1 0 0,0 3 0 0,3-3 0 31,-3 0-54-31,3 1-8 0,0-1-2 0,3-5 0 0,0 0 64 0,0 0 24 0,0 0 0 0,0 0-1 15,3 5-37-15,0 1-7 0,3-4-2 0,0 1 0 16,3 0 23-16,0-3 0 0,2 2 0 0,1-2 0 16,-3 0 25-16,3 3 10 0,0-1 1 0,0 1 1 15,-3-3-21-15,3 5-5 0,-3-2-1 0,0 0 0 16,-3 2 6-16,0-2 0 0,0 2 1 0,0 0 0 16,-3 3 2-16,-3-3 0 0,0 3 0 0,-3 0 0 15,-3 0-31-15,0 3-5 0,0-1-2 0,0 1 0 16,-3 2 43-16,-3 1 8 0,3 1 1 0,-6 1 1 15,3 0-24-15,-3 3-10 0,3-3 8 0,-5-1-8 16,5 4-25-16,-3-3-11 0,3 0-1 0,0-3-1 16,0-3 38-16,3 1 0 0,3 0 0 0</inkml:trace>
  <inkml:trace contextRef="#ctx0" brushRef="#br0" timeOffset="10303.59">15618 7102 2112 0,'6'-13'60'0,"-3"2"13"0,3 0-58 0,0 1-15 0,-3 2 0 0,2 0 0 15,-2 3 84-15,0 2 15 0,-3 3 2 0,0 0 1 16,0 0-31-16,0 0-7 0,0 0 0 0,3 8-1 16,-3 0-29-16,0 5-6 0,0 0 0 0,-3 6-1 15,3-3-18-15,-3 5-9 0,3 0 10 0,-3 0-10 16,3 0 0-16,0-2 0 0,0 0 0 0,3-1 0 16,0-2-13-16,0 0-9 0,3-3-2 0,0 0 0 15,0-2-15-15,0-1-3 0,0-2-1 0,3-2 0 0,-3 2 20 16,0-6 4-16,0 1 1 0,3 0 0 0,-3-3 18 0,0 0 0 15,0-6-8-15,0 4 8 0,0-4 0 0,0 1 0 0,0-3 0 16,0 0 0-16,-4 0 16 0,4 0 1 0,-3-2 0 16,0-1 0-16,0 0 19 0,0 4 4 15,0-4 1-15,0 0 0 0,0 3-33 0,-3-2-8 16,0-1 0-16,3 3 0 0,-3 0 53 0,0 0 9 16,-3 1 2-16,3 1 0 0,0 6-52 0,0 0-12 0,0 0 0 15,0 0 0-15,0 0 0 0,0 8 0 16,0 0 0-16,3 0 0 0,-3 3 0 0,3-1 0 0,-3-2 0 0,3 3 0 15,3-1 0-15,-3 1 0 0,3-1 0 0,3-2 0 16,-3 0 0-16,3 0 0 0,3-2 0 0,-3-1 0 16,0 0 0-16,3-2 0 0,-3-1 0 0,2 1 0 15,-2-3 0-15,0 0 0 0,3 0 0 0,-3-3 0 16,0 1-10-16,0-1-5 0,-3-2-1 0,3 0 0 16,-3-1 28-16,0-2 6 0,0 0 1 0,0 0 0 15,0-2-2-15,0-1 0 0,0-2 0 0,-1 0 0 16,1-3-9-16,0 0-8 0,0-2 12 0,0-1-12 15,0-2 9-15,0 0-9 0,0 2 0 0,0-2 9 16,0 3-9-16,3-1 0 0,-3 6 0 0,0 0 0 16,0 2-28-16,0 0-4 0,0 6 0 0,0 0-1 15,-3 5-94-15,3 0-18 0,-3 2-4 16</inkml:trace>
  <inkml:trace contextRef="#ctx0" brushRef="#br0" timeOffset="10651.739">16171 7314 1998 0,'0'0'84'15,"6"-3"-67"-15,-3 0 103 0,3 1 21 0,0-4 4 0,3 1 1 16,-3 2-66-16,0-2-12 0,3 2-4 0,0 1 0 16,-3-1 0-16,0 3 0 0,3-3 0 0,-9 3 0 15,6 0-51-15,-6 0-13 0,6 3 0 0,-6-3 0 16,3 5 0-16,-3-5 0 0,3 8 0 0,-3 0 0 15,-3 0 0-15,0 0 0 0,0 0 0 0,-3 5 0 16,-3-2 0-16,3 2 0 0,-3 0 0 0,0 3 0 16,0 0 0-16,0 3 0 0,0-1 0 0,0 1 0 15,3-1-48-15,0 1-13 16,3-3-3-16,-3 0 0 0,3-3 64 0,3 0 18 0,-3-2 1 0,3 2 0 16,3-5-19-16,-3 0 0 0,3-3 0 0,3-2 0 15,0-1-12-15,0 1-5 0,3-3-2 0,0 0 0 16,3-3 19-16,0-2 0 0,3 0 0 0,3-1 0 15,-3 1 0-15,5-6 0 0,-2 1 0 0,3 2 0 16,3-5 0-16,0 0 0 0,0 2 0 0</inkml:trace>
  <inkml:trace contextRef="#ctx0" brushRef="#br0" timeOffset="11487.152">17285 7017 1782 0,'3'-8'75'16,"0"0"-60"0,0 3 118-16,-3-3 24 0,3 3 5 0,-3 2 1 15,0 3-44-15,0 0-9 0,0 0-2 0,0 0 0 16,0 0-38-16,-3 5-8 0,-3 1-2 0,0 4 0 16,3 4-48-16,-3 1-12 0,0 7 0 0,0-1 0 15,0 0 0-15,3 0 0 0,-3 3 0 0,0-3 0 16,6 0 0-16,-3-2 0 0,6-1 0 0,-3-2 0 15,3 0 0-15,3-3 0 0,0 0 0 0,0 1 0 16,3-4-48-16,0-2-13 0,0 0-3 0,2-3 0 16,-2 1 52-16,0-4 12 0,3 1 0 0,-6-3 0 15,3-3 0-15,0 1 0 0,-3-1 0 0,3-2-9 16,-3 0 9-16,3-3 0 0,-3 2 0 0,0-2 0 0,3 0 0 0,-3 0 0 16,0-2 0-16,0 2 0 0,-3-3 0 0,-1 3 0 0,1 1 0 0,0-4 0 15,0 0 56-15,-3-2 6 0,3 3 2 16,-3-1 0-16,0 0-52 0,0 1-12 0,-3-1 0 0,3 3 0 15,0 3 0-15,0 5 0 0,0 0 0 0,0 0 0 16,0 0 0-16,-6 5 0 0,3 1 0 0,1 4 0 16,-1-2 0-16,3 5 0 0,0-2 0 0,0 2 0 15,0 0 0-15,3 1 0 0,-1-1 0 16,1 0 0-16,3-2 0 0,0-1 0 0,3 1 0 0,3-1 0 16,-3-2 0-16,3-2 0 0,3 2 0 0,-3-6 0 15,3 1 0-15,0-1 0 0,-4 1 0 0,4-3 0 16,-3 0 0-16,-3 0 0 0,3-3 0 0,-3 3 0 15,0-5 29-15,0 3 3 0,0-4 1 0,-3 1 0 16,0-3-4-16,0 0-1 0,0 0 0 0,-3 0 0 16,3-2-7-16,-3-1-1 0,0-2-1 0,-3 0 0 15,3-1-11-15,-1-4-8 0,1-1 12 0,0 1-12 16,0-3-11-16,0 2-9 0,3-2-1 0,-3 2-1 16,0 1 22-16,0 2 0 0,0 3 0 0,0 0 0 15,0 2 0-15,0 3 0 0,3 0 0 0,0 5 0 16,0 1-158-16,0 2-27 0,0 0-6 0</inkml:trace>
  <inkml:trace contextRef="#ctx0" brushRef="#br0" timeOffset="11751.341">17817 7232 2139 0,'0'0'90'15,"0"0"-72"-15,0 0 117 0,0 0 23 0,0 0 5 0,0 0 1 16,0 0-73-16,0 0-15 0,0 0-2 0,3 7-1 15,-3-7-7-15,0 0-2 0,0 0 0 0,3 6 0 16,0-1 0-16,0 0 0 0,-3 1 0 0,3 2 0 16,-3-3-51-16,0 3-13 0,0 0 0 0,0 0 0 15,-3 2 0-15,0 1 0 0,0-1 0 0,0 4 0 16,0-1 0-16,0 3 0 0,-3 0 0 0,4 2 0 16,-4 1 0-16,3-1 0 0,0 1 0 0,-3 2 0 15,3-3-48-15,0 1-13 0,3-3-3 0,-3 2 0 16,3-4-58-16,3-1-12 0,-3 0-2 0</inkml:trace>
  <inkml:trace contextRef="#ctx0" brushRef="#br0" timeOffset="14738.503">18803 7094 1824 0,'-6'-13'38'0,"6"13"8"0,0-6-37 0,-3 1-9 0,3 0 0 0,0 2 0 15,0-2 104-15,0 0 20 0,0-1 3 0,0 6 1 16,0 0-32-16,0-5-7 0,0 5-1 0,0 0 0 16,0 0-40-16,0 0-9 0,0 0-2 0,0 0 0 15,0 0-16-15,3 8-3 0,0-3-1 0,-3 6 0 16,3-1-9-16,-3 6-8 0,0-2 12 0,0 1-12 16,0 1 8-16,0 3-8 0,0-3 0 0,-3 0 0 15,6-1 0-15,-3 1 0 0,3 0 0 0,-3 0 0 16,3-3 0-16,3-2-14 0,-3-1 4 0,3 1 1 15,-1-3 9-15,1 0-13 0,0-3 5 0,3 0 8 16,-3-2 0-16,0 0 0 0,3-3 0 0,-3 0 0 16,0 0 0-16,3-3 0 0,0 0 0 0,-3-2 0 15,0 3-11-15,3-6 11 0,-3 2-8 0,0-2 8 16,0 0 0-16,-3 0 0 0,0 3 0 0,0-3 0 16,0-2 46-16,-1 2 14 0,-2 0 4 0,3 0 0 15,-3 0-52-15,0 0-12 0,0 3 0 0,0-1 0 16,-3 1 0-16,3 5 0 0,0-5 0 0,0 5 0 15,0 0 0-15,0 0 0 0,0 0 0 0,0 0 0 16,0 0 0-16,-2 8 0 0,-1 2 0 0,3-2 0 16,-3 6 0-16,3-4 0 0,3 3 0 0,-3 1 0 15,3-4 0-15,-1 3 0 0,1 1 0 0,0-4 0 16,0 1 0-16,0-3 0 0,3 2 0 0,0-2 0 16,-3-2-11-16,3-1-5 0,0-3 0 0,0 1-1 0,0 0 17 15,0-1 0-15,0-2 0 0,-3-2 0 16,3 2 14-16,-3-6 3 0,3 4 1 0,-3-3 0 0,0-1 6 0,0-2 2 15,3 0 0-15,-3 0 0 0,0 0-2 0,3 1 0 0,-3-4 0 0,3 0 0 16,-3 1-9-16,0-1-3 0,-1-2 0 16,4 0 0-16,-3 0-12 0,0-1 9 0,3-2-9 15,-3 1 8-15,0-1-8 0,3-3 0 16,-3-2 0-16,3 2-11 0,-3 4 3 0,3-1 0 0,0 0 0 0,-3 3 0 16,3 2-46-1,0 3-9-15,0 0-1 0,0 3-1 0,0 2-139 16,0 3-28-16,3 0-6 0</inkml:trace>
  <inkml:trace contextRef="#ctx0" brushRef="#br0" timeOffset="15120.487">19273 7210 1579 0,'-9'8'32'0,"9"-8"10"16,-6 6-34-16,3-1-8 0,0 0 0 0,0 0 0 15,-3 1 118-15,3-1 22 0,0 0 4 0,0 3 0 16,0 0-69-16,0 0-15 0,0 0-2 0,0 0-1 16,0 3-32-16,3-3-6 0,-3-1-2 0,3 4 0 15,-3 0-9-15,3-3-8 0,0 0 9 0,0 2-9 16,0 1 8-16,0-3-8 0,3 2 0 0,0 1 0 16,0-3 0-16,0 2 0 0,0-2 0 0,3 0 0 0,0-3 8 15,0 3-8-15,0-2 0 0,0-4 0 0,0 4 28 0,3-6 0 0,-3 0 0 16,3 0 0-16,0-3 11 0,-3 0 1 0,3 1 1 0,0-4 0 15,0 4 5-15,-4-6 1 0,4 3 0 0,-3-3 0 16,0 0-9-16,0-3-2 0,-3 3 0 0,3-2 0 16,-3-1-8-1,3 0-3-15,-3 1 0 0,-3-1 0 0,3 1-8 16,-3-1-1-16,0-2-1 0,0 2 0 0,0-2 10 0,-3 2 3 0,0-2 0 16,0 0 0-16,-3 2-28 0,0 3 0 0,0-5 0 0,0 5 0 15,-3 0 0-15,0 0 0 0,1 3 0 0,-1 0 0 16,-3 2-97-1,0 1-25-15,3-1-5 0</inkml:trace>
  <inkml:trace contextRef="#ctx0" brushRef="#br0" timeOffset="25656.814">15752 8129 1792 0,'0'0'51'0,"0"-3"10"0,0-2-49 0,0-1-12 0,0 1 0 0,0 5 0 16,0-5 105-16,0-1 19 0,0 6 3 0,0-2 1 16,0 2-52-16,0 0-9 0,0 0-3 0,0 0 0 15,0 0 0-15,0 0 0 0,0 0 0 0,0 0 0 16,0 0-51-16,-3 5-13 0,3 6 0 0,-3-1 0 15,0 1 13-15,3-1 0 0,-3 4 0 0,0 1 0 16,0 1-13-16,0 3 0 0,3-3 0 0,-3 2 0 16,3-2 0-16,0 3-10 0,3-3 0 0,-3-1 0 15,3-1-14-15,3-1-4 0,-3 0 0 16,3 0 0-16,-3-5 7 0,3 0 1 0,0-2 0 0,0-1 0 16,-1-3 0-16,1 1 0 0,3-3 0 0,0 0 0 15,-3-5 20-15,3 2 0 0,0-2 0 0,0-3 0 16,-3 0 0-16,3 0 0 0,-3-3 0 0,3 4 0 0,-3-4 0 15,0-2 0-15,0 2 0 0,-3 1 0 0,3-1 36 0,-3 0 11 0,0-2 2 16,0 3 1-16,-1 2-29 0,-2-3-5 0,0 3-2 16,0 3 0-16,-2 0 40 0,2-1 8 15,-3 4 2-15,3 2 0 0,0 0-52 0,0 0-12 16,-3 2 0-16,-3 4 0 0,3 1 0 0,0 4 0 0,0-3 0 0,0 3 0 16,3 2 0-16,0 0 0 0,0 0 0 0,3 0 0 15,0 1 0-15,0-1 0 0,0 0 0 0,3-2 0 16,0-1-14-16,2 1-6 0,-2-3 0 0,3 0-1 15,3-3 21-15,-3 0 0 0,3-2-9 0,0-3 9 16,-3 0 0-16,3 0 0 0,-3-3 0 0,3-2 0 16,-3-3 0-16,-1 0 17 0,1-2-3 0,3-1-1 15,-6-2 11-15,3 0 1 0,-3-1 1 16,3 1 0-16,-3-5-7 0,0 2-2 0,0 0 0 0,0 0 0 16,-3 0-8-16,0 0-1 0,3 3-8 0,-3-3 12 15,0 0-12-15,-3 0 9 0,3 1-9 0,0 1 8 16,-3 1-8-16,3 0 0 0,-3 2 0 0,0 1 0 15,3-1-21-15,-3 3-7 0,3 3 0 0,-3-3-1 16,0 8-99-16,0 0-20 0,0 0-4 0</inkml:trace>
  <inkml:trace contextRef="#ctx0" brushRef="#br0" timeOffset="26175.556">16183 8311 2066 0,'0'0'43'0,"3"-5"10"0,-3 2-42 16,3-2-11-16,0 0 0 0,3-3 0 0,-3 2 104 0,3 1 20 0,-3 0 3 0,3-1 1 15,0 1-52-15,0 0-9 0,3-3-3 0,0 3 0 16,0 2 0-16,-3 0 0 0,3 1 0 0,-3-1 0 15,2 3-51-15,-2-3-13 0,0 3 0 0,0 3 0 16,-6-3 0-16,6 3 0 0,-6-3 0 0,6 5 0 16,-6-5 0-16,3 8 0 0,-3-3 0 0,3 3 0 15,-6 0 0-15,3 0 0 0,-3 0 0 0,0 0 0 16,-3 0-29-16,3 0-9 0,-3 0-2 16,0 2 0-16,3-2 8 0,-3 0 2 0,4 0 0 0,-4-3 0 15,3 3 30-15,0 0 0 0,3-5 8 0,0-3-8 16,0 5 0-16,0-5 0 0,0 0 0 0,0 0 0 15,6 3-14-15,0 0-10 0,-1-3-1 0,4 0-1 16,3-3 35-16,-3 3 7 0,3-3 2 0,0 3 0 16,0-2-1-16,0-1 0 0,-3 0 0 0,3 3 0 15,0 0-1-15,-3 0-1 0,-1 3 0 0,1 0 0 16,-3-1 1-16,0 6 0 0,-3-5 0 0,0 5 0 16,-3-3-1-16,0 3 0 0,0 0 0 0,-3 3 0 15,0-4-5-15,-3 1-1 0,0 3 0 0,-3-3 0 16,1 0-9-16,-1 0 8 0,-3 0-8 0,0 0 8 0,0 0-8 0,-3 0 0 15,3-1 9-15,-3 1-9 0,3 0 0 0,-3-2 0 16,4 2-12-16,-1 0 4 0,0-3 8 0,0 0 0 0,3 0 0 16,3 1 0-1,-3-4-136-15,3 1-26 0,6-3-5 0</inkml:trace>
  <inkml:trace contextRef="#ctx0" brushRef="#br0" timeOffset="26995.185">17347 8181 2098 0,'3'-8'60'0,"-3"3"12"0,3 0-58 0,0-3-14 0,0 3 0 0,-3-3 0 15,3 2 91-15,0 1 15 0,-3 0 3 0,0 0 1 16,0 5-12-16,0 0-2 0,0 0-1 0,0 0 0 16,0 0-45-16,0 0-9 0,0 0-1 0,0 0-1 15,0 0-18-15,0 0-3 0,0 8-1 0,-3 2 0 16,0 1-9-16,0-1-8 0,3 1 9 0,-3 2-9 15,3 0 0-15,-3 1 8 0,3 1-8 0,0-1 0 16,0 2 0-16,3-3 0 0,-3-3 0 0,3 4 0 16,3-4-11-16,-3-2-1 0,3 0-1 0,0-3 0 15,0-2 1-15,0 0 0 0,3-1 0 0,-3-4 0 16,6-4 12-16,-3-2-9 0,-1 0 9 0,1-2-8 16,3-1 8-16,-3 1 0 0,0-4 0 0,0 1 0 15,0 3 0-15,-3-4 0 0,3 4 0 0,-3-3 0 16,0 2 0-16,0 0 12 0,-3 3-2 0,0-2-1 15,-3 2-9-15,0 3-11 0,0-3 3 0,0 2 0 16,-3 1 40-16,0 0 9 0,3 0 2 0,-6 2 0 16,6 3-28-16,-3 0-6 0,-3 3-1 0,3-3 0 15,-3 5-8-15,3-2 0 0,0 2 9 0,0 3-9 16,0-3 0-16,0 3 0 0,3 3 0 0,0-4 0 16,0 4 0-16,3 0 0 0,3-3 0 0,0 5 0 15,0-5 0-15,3 2 0 0,3-2-9 0,-3 0 9 16,3-2 8-16,-1-1 5 0,1-3 2 0,0 1 0 0,0-3-25 15,-3-3-5-15,3-2-1 0,0 0 0 0,-3 0 16 0,3-3 0 16,-3 0 0-16,0 0 10 0,0 0 6 0,-1-3 2 0,1 1 0 16,-3-1 0-16,0 0-4 0,3 1-1 15,-3-1 0-15,0 1 0 0,0-3-13 0,0 2 11 16,-3-5-11-16,0 3 10 0,3 0-10 0,-3-1 0 0,0 1 0 16,0 0 0-16,0 2 0 0,0 1-11 0,0-1 1 0,-3 3 0 31,3 3-96-31,0 2-19 0,-3 3-4 0,0 0-1 0,0 0-111 0,0 0-23 0,3 6-4 15</inkml:trace>
  <inkml:trace contextRef="#ctx0" brushRef="#br0" timeOffset="27369.926">17811 8189 2474 0,'0'0'70'0,"0"0"16"16,6-5-69-16,-3 2-17 0,0-2 0 0,3 2 0 15,-3 1 92-15,6-3 14 0,-3 2 3 0,0-2 1 16,3 2-42-16,-3 3-8 0,3-3-1 0,0 1-1 16,-3 2-21-16,0-3-4 0,0 3-1 0,0 0 0 15,0 0-19-15,-6 0-4 0,6 3-1 0,0 2 0 16,-6-5-8-16,3 5 0 0,-3 1 9 0,0 1-9 16,0-1 0-16,-3 4 0 0,-3-2 0 0,3 3 0 15,-3 2-16-15,0 0 1 0,0 1 1 0,-3-1 0 16,3 3-3-16,-3 0-1 0,0-3 0 0,3 3 0 0,-3-3 6 15,3 0 2-15,3 0 0 0,-3-2 0 0,6-3 10 0,-3 2 0 0,3-2-9 16,3-2 9-16,-3-1 0 16,3 0 0-16,3-2 0 0,0 0 0 15,0-1 0-15,3 1 16 0,0-3-2 0,0-3-1 16,0 3-1-16,3-2 0 0,0-1 0 0,3 0 0 0,-4 1-2 0,4-1-1 16,0 0 0-16,-3-2 0 0,3 0-9 0,0-1 8 0,-3 1-8 0,3 0 8 15,0-3-22-15,-1-3-5 0,-2 1-1 0,3-1 0 31,-3 1-224-31,0-4-44 0</inkml:trace>
  <inkml:trace contextRef="#ctx0" brushRef="#br0" timeOffset="28272.792">18847 8081 1698 0,'0'0'72'0,"0"0"-58"15,3-8 100-15,0 3 20 0,-3 5 4 0,0-3 1 16,0 3-31-16,0 0-5 0,3-5-2 0,-3 5 0 16,0 0-25-16,0 0-6 0,0 0-1 0,0 0 0 15,0 0-25-15,3 8-4 0,-3 0-2 0,0 0 0 16,-3 2-19-16,3 1-4 0,0-1-1 0,-3 1 0 15,3 2-14-15,0 0 0 0,0 1 8 0,0-1-8 16,0 0 0-16,3 0 0 0,-3 0 0 0,3 1 0 16,0-1-12-16,3 0-6 0,-3 0-1 0,3-2 0 15,3-3-11-15,0 2-2 0,3-4-1 16,-3-1 0-16,0-2 9 0,0-3 1 0,0-3 1 0,0 0 0 16,2-2 22-16,-2 0 0 0,0-3 0 0,0 0 0 15,0 0 0-15,3-3 0 0,-3 1 0 0,0-3 0 16,-3 2 0-16,0 3 0 0,0-5 0 0,0 5 0 15,-3-3 36-15,0 1 12 0,0 2 3 0,0 0 0 0,-3 0-31 0,0 0-5 16,0 0-2-16,0 3 0 0,0 0-13 0,-3 2 0 16,3 3 0-16,0 0 0 15,0 0 27-15,0 0 2 0,0 0 1 0,-6 3 0 16,0-1-48-16,3 3-10 0,-3 3-1 0,3 0-1 16,3 0 30-16,-3 3 0 0,6-1 0 0,-3 4 0 0,3-4 14 0,0 3 9 15,3-2 1-15,0 2 1 0,0-2-40 0,3 2-8 0,-3-2-1 16,5-3-1-16,-2 2 25 0,3-2 0 0,0-3 0 0,0 1 0 15,0-4 0-15,0 1 0 0,0-6 0 0,0 1 0 16,0-1 0-16,0-2 0 0,-1-1 0 0,-2 1 0 16,0-5 46-16,0 2 14 0,0 0 4 0,-3-3 0 15,0 1-52-15,0 2-12 0,0-3 0 0,-3 0 0 16,0 1 0-16,3-3 0 0,-3 2 0 0,0 0 0 16,-3 1 34-16,3-1 4 0,0 1 1 0,-3-3 0 15,3 5-31-15,-3-3-8 0,0 0 0 0,3 1 0 16,-3 2-30-16,0-3-7 0,0 3-2 15,0 0 0-15,0 0-20 0,0 3-4 0,3 0-1 0,-3 5 0 16,3-3-102-16,0 1-21 0,3-1-4 0</inkml:trace>
  <inkml:trace contextRef="#ctx0" brushRef="#br0" timeOffset="28578.943">19455 8158 2474 0,'0'0'70'0,"0"0"16"0,0 0-69 0,0 0-17 0,0 0 0 0,0 0 0 31,0 5 62-31,0-5 9 0,0 5 1 0,0 0 1 0,0 3-7 0,0-2-2 0,0-1 0 0,0 3 0 16,0 0 0 0,3 0 0-16,-3 2 0 0,0 4 0 0,0-1-51 0,0 0-13 0,0 3 0 0,0 0 0 15,-3 0 0-15,3 0 0 0,0 2 0 0,0-2 0 16,0 0 54-16,0-3 8 0,0 3 2 0,0-3 0 15,0 0-52-15,0-2-12 0,0 2 0 0,0-2 0 16,0-1 0-16,0 1 0 0,0-3 0 16,-3 3 0-16,3-4 0 15,0-1 0-15,0-1 0 0,0 3 0 16,0-3-48-16,0-5-13 0,0 6-3 0,0-6 0 16,0 2-51-16,0-2-10 0,6 6-3 0</inkml:trace>
  <inkml:trace contextRef="#ctx0" brushRef="#br0" timeOffset="33936.546">19708 6697 873 0,'0'0'24'0,"0"0"7"0,0 0-31 0,0 0 0 0,0 0 0 0,0 0 0 15,0 0 72-15,0 0 8 0,0 0 1 0,0 0 1 16,-3 0-4-16,3 0-1 0,0 0 0 0,0 0 0 16,-6-3-9-16,6 3-1 0,0 0-1 0,0 0 0 15,0 0-1-15,0 0 0 0,0 0 0 0,0 0 0 16,0 0-14-16,0 0-3 0,0 0-1 0,0 0 0 16,0 0-11-16,-3-5-1 0,3 5-1 0,0 0 0 15,0 0-8-15,0 0-2 0,3-3 0 0,-3 3 0 16,0 0-7-16,3-5-1 0,-3 5-1 0,3 0 0 15,3-3-3-15,-3 3-1 0,2 0 0 0,-5 0 0 16,3 0-3-16,3 0-8 0,0 0 12 0,-3 3-4 16,3-3-8-16,0 0 12 0,-3 3-12 0,3-3 12 15,0 2-12-15,0-2 0 0,0 3 9 0,3 0-9 16,0-1 0-16,0-2 9 0,0 3-9 0,3 0 0 0,0-3 8 16,2 2-8-16,1-2 0 0,0 3 0 15,3-3 8-15,0 0-8 0,3 3 0 0,0-3 0 16,2 0 0-16,-2 0 0 0,3 0 0 0,0 0 0 0,0 0 0 0,-1 0 0 15,1 0 0-15,0 0 0 0,0 2 0 0,-3-2 0 16,3 0 0-16,-1 0 0 0,1 3 0 0,3-3 0 16,3 0 0-16,-3 0 0 15,2 0 0-15,1 0 0 0,-3 0 0 0,3 0 0 0,-4 0 8 0,-2 0-8 16,0 0 0-16,0 0 0 0,0 0 0 0,-1 0 0 16,1 0 0-16,0 0 0 0,0-3 0 0,0 3 0 0,3 0 8 15,-4-2-8-15,1 2 0 0,0 0 0 0,0-3 0 0,-3 0 0 16,2 3 0-16,-2 0 0 0,0 0 0 0,-3 0 0 15,0 0 10-15,-3 0-10 0,0 0 8 0,-1 0-8 16,-2 0 0-16,0 3 0 0,0-3 0 0,3 3 0 16,-3-3 0-16,0 2 0 0,3-2 0 0,-3 3 0 15,3 0 0-15,-1-1 0 0,1-2 8 0,0 3-8 16,0-1 0-16,0-2 0 0,3 3 0 0,-3 0 0 16,3-3 0-16,-4 2 0 0,1-2 0 0,0 3 8 15,0-3-8-15,0 0 8 0,0 3-8 0,0-3 8 16,-3 2 2-16,0-2 0 0,-1 0 0 0,-2 0 0 15,3 3 0-15,-3-3 0 0,0 3 0 0,3-3 0 16,-3 0 3-16,0 2 1 0,0-2 0 0,0 0 0 16,-3 0 1-16,3 0 0 0,-3 0 0 0,0 0 0 15,0 3-1-15,0-3 0 0,-1 0 0 0,-5 0 0 16,6 3 2-16,-6-3 0 0,3 0 0 0,-3 0 0 16,0 0-3-16,6 2 0 0,-6-2 0 0,0 0 0 15,0 0-1-15,6 3-1 0,-6-3 0 0,0 0 0 16,0 0 0-16,3 3 0 0,-3-3 0 0,0 0 0 0,3 7-3 0,-3-7 0 15,3 6 0-15,-3-1 0 0,0-5-8 0,0 5 10 16,0 1-10-16,0 2 10 0,0-3-10 0,0 0 8 16,-3 0-8-16,3 3 8 0,-3 0-8 15,0 0 0-15,0 0 0 0,3 0 8 0,-3 3-8 0,0-3 0 0,0 2 9 16,0 1-9-16,3-1 8 0,-3 4-8 0,0-4 8 0,0 3-8 31,3 3-22-31,-2 0-9 0,-1 3-1 0,3 2-1 0,0-3 77 0,0 4 16 0,0-1 4 16,0 3 0-16,3-3-64 0,-1 3-12 0,1-1-2 15,0-1-1-15,0-1 23 0,3-3 5 16,-3 3 1-16,3-2 0 0,0 2-5 0,0 0-1 0,3 0 0 0,-3 1 0 16,0 1-8-16,0 4-9 0,0 2 9 0,0 0-13 15,0-2 13-15,0-4 0 0,-3 1 0 0,3 0 0 16,-3-3 0-16,0 0 0 0,0-2 0 0,0-1 0 16,-3 1 0-16,3-3 0 0,-3 0 0 0,0 2 0 15,0-2 0-15,0 0 0 0,0 0 0 0,0 2 0 16,-3 1 0-16,3-1 0 0,0 1 0 0,-3 2 0 15,0 0 0-15,3 0 0 0,-3 1 0 0,0-1 0 16,3-3 14-16,-3 1 6 0,3-1 0 0,-3-2 1 16,3 0-21-16,0 0 0 0,-3 0 0 0,3 0 0 15,0-3 0-15,-3 0 0 0,3 0 0 0,0 1 0 16,-3 1 0-16,3-1 0 0,0 2 0 0,0-1 0 16,-3 1 0-16,3 0 0 0,0 3 0 0,0-3 0 15,-3-1 0-15,3 4 0 0,0-3 0 0,0 0 0 16,-3-3 0-16,3 3 0 0,0-3 0 0,0 0 8 0,-3-2-8 15,3-1 0-15,0 1 0 0,0-3 0 0,0 0 0 16,0 0 0-16,0-3 0 0,0 3 0 0,0-3 0 0,0 1 0 16,0-1 0-16,0 0 0 15,-3-2 0-15,3 2 0 0,0-5 0 0,0 8 0 0,-3-3 0 0,3 1 0 16,0-6 0-16,-3 5 0 0,3-5-14 0,0 5-7 0,0-5-2 16,-3 8 0-16,0-2 23 0,0-1 0 0,3-5 0 0,-3 5 0 15,0 0 14-15,3-5 7 0,-6 6 2 0,3-1 0 16,3-5-23-16,-3 5 0 0,3-5 0 0,-3 6 0 15,0-1 0-15,3-5 0 0,-3 5 0 0,3-5 0 16,-6 5 0-16,0 1 0 0,6-6 0 0,-6 5 0 16,3 0 0-16,-2-2 0 0,-1 0 0 0,0 2 0 15,0-2 0-15,0-1 0 0,0 1 0 0,0 2 0 16,0-2 0-16,0-1 0 0,0 1 0 0,-3 0 0 16,3-1 0-16,-3 1 0 0,3 0 0 0,0-1 8 15,-3-2-8-15,0 6 0 0,0-6 0 0,0 2 0 16,-2-2 0-16,2 3 0 0,-3-3 0 0,-3 3 0 15,3-1 0-15,-3-2 0 0,0 3 0 0,3-1 0 16,-6 1 0-16,4 0 0 0,-4-3 0 0,3 2 0 16,-3 1 0-16,0 0 0 0,3-1 0 0,-3 1 0 15,3 0 0-15,-2-1 0 0,2 4 0 0,0-4 0 16,0 1 0-16,0 0 0 0,3-1 0 0,-3 1 0 16,0-3 0-16,1 2 0 0,-1-2 0 0,0 3 0 15,0 0 0-15,-3-3 0 0,3 2 0 0,-6 1 0 16,3-3 0-16,1 3 0 0,-4-3 0 0,0 0 0 15,0 0 0-15,-3 0 0 0,3 0 0 0,1 0 0 0,-1 0 0 0,0 0 0 16,3 0 0-16,-3 0 0 0,0 0 0 16,1-3 0-16,-1 0 0 0,0 3 0 0,-3 0 0 15,0 0 0-15,0 0 0 0,1 0 0 0,-1 0 0 16,-3 0 0-16,3 0 0 0,-3 3 0 0,7-3 0 0,-1 3 0 0,-3-3 0 16,6 2 0-16,-3 1 0 0,6 0 0 0,-3-3 0 0,4 2 0 15,-1 1 0-15,3-3 0 0,-3 0 0 16,0 3 0-16,3-1-11 0,-3 1 11 0,3-3-13 0,-3 3 5 15,4-3-8-15,-4 0-2 0,0 0 0 0,0 0 0 16,0 0-18 0,-3 0-4-16,3 0-1 0,-3-3 0 15,7 3-35-15,-4-3-6 0,3 1-2 0,3-4 0 16,0 1-86-16,0-3-18 0,3 0-3 0</inkml:trace>
  <inkml:trace contextRef="#ctx0" brushRef="#br0" timeOffset="34615.478">19842 7734 1448 0,'0'0'41'0,"0"0"9"0,0 0-40 0,0 0-10 0,0 0 0 0,0 0 0 15,0 0 76-15,0 0 12 0,0 0 4 0,0 0 0 16,0 0-23-16,0 0-4 0,0 0-1 0,0 0 0 16,5 0 0-16,1 0 0 0,3-2 0 0,-3 2 0 15,6 0 0-15,0 0 0 0,3 0 0 0,3 0 0 16,3 0 0-16,3 2 0 0,-1-2 0 0,4 0 0 15,3 0-51-15,0 0-13 0,2 0 0 0,1 0 0 16,3 0 0-16,-3-2 0 0,5-1 0 0,1 3 0 16,3-3 33-16,-1 3 4 0,7 0 1 0,0-2 0 15,-4 2-13-15,1-3-2 0,-3 0-1 0,5 1 0 16,-2 2-6-16,2 0 0 0,4 0-1 0,3 0 0 16,-10-3-7-16,1 3-8 0,-6-3 11 0,2 1-11 15,1-1 12-15,-3 3-12 0,2-2 12 0,-2-1-12 16,-6 3 12-16,2 0-12 0,-5-3 12 0,-3 3-12 15,-3 0-16-15,-3-2-11 0,-3 2-1 0,-4 0-1 16,-2-3 74-16,0 3 15 0,-3 0 4 0,0 0 0 16,0 0-103-16,0 0-20 0,-3 0-4 0,3 0-1 15,-3 0 103-15,-3 0 20 0,3 0 4 0,-6 0 1 0,0 0-52 16,6 3-12-16,-6-3 0 0,0 0 0 16,3 2-48-16,-3-2-13 0,0 0-3 0,0 0 0 15,0 0 0-15,6 3 0 0,-6-3 0 0,0 0 0 16,0 0-104-16,0 0-22 0,0 8-4 0</inkml:trace>
  <inkml:trace contextRef="#ctx0" brushRef="#br0" timeOffset="35431.223">20395 8118 1569 0,'0'-5'66'16,"-3"-1"-53"-16,3 6 109 0,0-5 22 0,0 0 4 0,0 5 0 16,0 0-40-16,0 0-8 15,0 0-1-15,0 0-1 0,0 0-30 0,0 0-5 0,0 0-2 0,0 0 0 16,0 0-23-16,0 0-5 0,0 0-1 0,3 8 0 15,0 0-32-15,-3 0-20 0,3 0 2 0,-3 2 1 16,0 3 17-16,0 1 0 0,0-1 0 0,0 3 0 16,0 0 20-16,0-1 8 0,0 1 2 0,0 3 0 15,3-6-30-15,-3 3 0 0,3-3-8 0,0-2 8 16,0-1-16-16,3 1 4 0,0-3 1 0,0-3 0 16,3-2-1-16,0-1-1 0,0-2 0 0,0 0 0 15,0-2 13-15,2-1 0 0,-2-5 0 0,3 3 0 16,-3-3 0-16,0-3 0 0,0 1 12 0,0-1-12 15,0 1 10-15,-3-1-10 0,3-2 8 0,-3 0-8 16,0 2 21-16,0-2-1 0,-3 2 0 0,0 1 0 16,0-1 8-16,0 0 0 0,0 1 1 0,-3 2 0 15,3 0-7-15,-3 0-2 0,0 3 0 0,0 2 0 16,0 3-9-16,0 0-3 0,0 0 0 0,0 0 0 16,0 0-8-16,0 0 0 0,-3 5 0 0,0 1 8 15,0 2-8-15,3 2 0 0,0-2 0 0,0 3 0 16,0-1 0-16,0 1 0 0,3 2-8 0,0-2 8 15,0-1 0-15,2 1 0 0,-2-3 0 0,3 2 0 16,3-2 0-16,0 0 0 0,0-2 0 0,3-1 0 0,-3-3 0 16,3-2 0-16,0 0 0 0,3 0 0 0,-3-5-19 15,0 0-2-15,2-3-1 0,-2 0 0 0,0-3 40 16,0 1 8-16,0-3 2 0,-3 2 0 0,0-2-6 0,0 0-1 16,0 2 0-16,-3-2 0 0,0 0-1 15,0 2-1-15,-3-5 0 0,3 3 0 0,-3 0-8 0,0-1-2 16,-1-1 0-16,1-1 0 0,0 2-9 0,-3-1 0 0,3-1 0 0,-3 2 0 15,0 1 0-15,3 0 0 16,-3 0-9-16,0 2 9 16,0 1-44-16,3 2-3 0,-3 2 0 0,3 1 0 15,-3 5-118-15,0 0-24 0,3-3-5 0</inkml:trace>
  <inkml:trace contextRef="#ctx0" brushRef="#br0" timeOffset="35850.914">21002 8224 2010 0,'0'0'42'0,"0"0"9"0,0 0-41 0,0 0-10 0,0 0 0 0,0 0 0 16,0 0 65-16,-3 5 11 0,3-5 3 0,-3 8 0 15,3-3-12-15,-3 3-3 0,0 0 0 0,3 0 0 16,-2 0-16-16,2 0-4 0,-3 3-1 0,3-1 0 15,-3-2-31-15,3 3-12 0,0-1 8 0,-3-2-8 16,3 3 12-16,0-1-4 0,0-2 0 0,3 0 0 16,-3 3-8-16,3-3-11 0,-3-3 3 0,3 3 0 15,-1-3 8-15,4 1 0 0,-3-4 0 0,3 1 0 16,0 0 0-16,0-1 11 0,3-2-3 0,-3 0 0 16,0 0 1-16,3-2 0 0,0-1 0 0,-3 0 0 0,3-2 29 0,0 2 6 15,0-2 0-15,0 0 1 0,-3-1-21 0,3-2-4 0,-1 1 0 0,-2-1-1 16,0-3 36-16,0-2 7 0,0 2 2 15,0-2 0-15,-3-3-52 0,3 0-12 0,-3 0 0 0,0 0 0 16,0 1 0-16,-3-1 0 0,0 0 0 0,-3 3 0 16,3 2 0-16,-3-2 0 0,-3 2 0 15,0 3 0-15,0 0 0 0,-3 0 0 0,0 3 0 0,-2 2 0 16,-1-2-48-16,0 3-13 16,0-1-3-16,0 3 0 0,-3-3-153 0,-3 3-31 0</inkml:trace>
  <inkml:trace contextRef="#ctx0" brushRef="#br0" timeOffset="37776.741">14540 8184 828 0,'0'0'35'16,"0"-5"-35"-1,0 2 108-15,0-2 14 0,0 2 3 0,0 3 1 16,0-5-10-16,0 2-3 0,0 3 0 0,0-5 0 0,0 2-21 0,0 3-4 16,-3-5 0-16,3 2-1 15,0 3-19-15,0-5-3 0,-3 2-1 0,3 3 0 0,0-5 0 0,0 5 0 16,-3-2 0-16,3 2 0 0,-6-3-19 0,6 3-4 0,-3-3-1 15,-3 1 0-15,3-1-12 0,-3 0-4 0,3 1 0 0,-3 2 0 16,1 0-24-16,-1 0 0 16,0 0 0-16,0 2 0 0,-3-2 56 0,3 0 7 15,0 0 1-15,0 3 0 0,0-3-52 0,0 0-12 0,0 3 0 0,0-3 0 16,0 2 0-16,0 1 0 16,0-3 0-16,0 3 0 0,3-3 0 0,-3 2 0 0,3 1 0 15,-3-1 0-15,0 1 0 0,3 0 0 0,-2-1 0 0,-1 4 0 16,3-1 0-16,0-2-12 0,0 2 3 0,0 0 0 15,0 0 9-15,-3 1 12 0,3 2-2 0,0-3-1 16,0 3-9-16,0 0 0 0,0-3 0 0,0 3 0 16,3 0 0-16,-3-3-12 0,3 3 2 0,-3 0 1 15,3 0 9-15,3 3 12 0,-3-3-2 0,3 2-1 16,0-2-9-16,0 3 0 0,0-3 0 0,0 0 0 16,0 2 0-16,3-2 0 0,-3-3 0 0,3 3 0 15,-3 0 0-15,3 0 0 0,0 0 0 0,-3-2 0 16,2-1 0-16,1 0 0 0,0 0 0 0,-3 1 0 15,3-1 0-15,3 0 0 0,-3-2 0 0,0 2 0 16,-3-2 0-16,3-3 0 0,0 5 0 0,0-5 0 16,0 3 0-16,0-1 0 0,0 1 0 0,3-3 0 15,-3 3 0-15,0-3 0 0,3 2 0 0,-3-2 0 16,2 0 0-16,-2 0 0 0,0 0 0 0,3 0 0 16,-3-2 0-16,0 2 0 0,0-3 0 0,0 3 0 15,0-3 0-15,3 3 0 0,-3-2 0 0,0-1 0 16,0 1 0-16,0-1 0 0,0 3 0 0,0-3 0 15,0 1 0-15,0-1 0 0,0-2 0 0,0 2 0 0,-3 0 0 0,2-2 0 0,1 2 0 16,0-2 0-16,-3 0 0 0,3 0 0 0,0-1 0 0,-3 1 0 16,3 0 0-16,-3-1 0 15,3-2 0-15,-3 3 0 0,3-3 0 0,-3 0 0 0,0 0 0 16,0 0 0-16,3-2 0 0,-3 2 0 0,0-3 0 0,0 3 0 16,0-2 32-16,0 2 4 0,0 0 0 0,-3-3 1 15,3 3-17-15,-3-2-3 0,0 2-1 0,3 0 0 16,-3 0-4-16,0 0-2 0,0 0 0 0,0 0 0 15,-3 3-10-15,3 0 0 0,0-1 0 0,-3 1 0 16,3 0 0-16,-3-1 0 0,3 1 0 0,-3 2 0 16,3-2 0-16,-3 3 0 0,0-1 0 0,0-2 0 15,3 5 20-15,-3-3-2 0,0 0 0 0,0 1 0 16,-3-1-29-16,3 0-5 0,0-2-2 0,3 5 0 16,-6-3 18-16,3 1 0 0,-3-1 0 0,0 0 0 15,3 1 0-15,-3 2 0 0,3-3 0 0,3 3 0 16,-6-2 0-16,0 2 0 0,6 0 0 0,-9 0 0 15,4-3 0-15,5 3 0 0,-6 0 0 0,6 0 0 16,-6 0 0-16,6 0 0 0,-6 0 0 0,6 0 0 16,-9 0 0-16,6 3 0 0,3-3 0 0,-9 0 0 15,9 0 0-15,-6 0 0 0,6 0 0 0,0 0 0 16,-6 2 0-16,6-2 0 0,0 0 0 0,-6 3 0 16,6-3 0-16,0 0 0 0,-6 0 0 0,6 0 0 15,0 0 0-15,0 0 0 0,0 0 0 0,0 0 0 0,0 0 0 16,-9 2 0-16,9-2 0 0,0 0 0 0,-6 3 0 0,6-3 0 0,0 0 0 15,-6 3 0-15,6-3 0 0,0 0 0 0,-6 0 0 0,-3 2 0 16,9-2 0-16,-6 3 0 0,6-3 0 16,-6 3 0-16,-3-1 0 15,4 1 0-15,-1 0 0 0,0-1 0 0,-3 1 0 0,3 0 0 0,0-1 0 16,0 1 0-16,-3 0 0 0,3-1 0 0,0 1 0 0,-3-1 0 16,3 1 0-16,0 0 0 0,-3-1 0 0,3 4 0 15,0-1 0-15,0-2 0 0,0 2 0 0,0 0 0 16,1 0 0-16,-1 3 0 0,0-2 0 0,3 2 0 31,-3 0-55-31,3-3-7 0,3 3-2 0,-3 0 0 0,3-3-102 0,0 3-21 0,3 0-4 16</inkml:trace>
  <inkml:trace contextRef="#ctx0" brushRef="#br0" timeOffset="41804.428">13543 8150 2229 0,'-9'-3'46'0,"-3"0"12"0,3 3-46 0,-3 0-12 0,-3-2 0 0,1 2 0 16,-1-3 121-16,-3 3 23 0,-3-3 4 0,-3 3 0 15,0-2-67-15,-5 2-13 0,2-3-4 0,-9 1 0 16,-3-1-51-16,-5 0-13 0,-7-2 0 0,-5 2 0 16,2 1 27-1,-6-1 2-15,1 0 1 0,-12 1 0 0,2 2-16 0,-5 0-3 0,-7 0-1 0,-8 0 0 16,6 0-10-16,-4 2 8 0,-2-2-8 0,-12 6 8 16,9-4-8-16,-1 4 0 0,1-4 0 0,-12 4 0 15,17-1 0-15,-2 0 8 0,3 0-8 0,-6 3 0 16,11-2 0-16,4-1 0 0,-1 0 0 0,1 0 0 15,15 1 0-15,5 2 0 0,3-3 0 0,4 0 0 16,8 1 14-16,0-4 4 0,4 1 1 0,2 0 0 16,6-1-67-16,6 1-12 0,7-3-4 15,-1 0 0-15,9 0 0 0,0 0 0 0,9 0 0 0</inkml:trace>
  <inkml:trace contextRef="#ctx0" brushRef="#br0" timeOffset="42461.878">13260 7800 1579 0,'-6'-10'32'0,"6"10"10"16,-3-5-34-16,3 5-8 0,0-6 0 0,-3 1 0 15,0 2 104-15,0 1 20 0,-3-1 3 0,3 0 1 16,3 3-1-16,-6-2 0 0,6 2 0 0,-2 0 0 16,2 0-52-16,-6 0-11 0,6 0-1 0,-6 5-1 0,6-5-22 0,0 5-5 0,-3 3-1 15,6 0 0-15,-3 0-11 0,6 5-3 0,0-2 0 0,-1 2 0 16,4 0-6-16,0 3-2 0,3 0 0 0,3 0 0 15,0 0 0-15,-3 0-1 0,3 0 0 16,0 0 0-16,0-3-2 0,2 0 0 0,1 0 0 0,0 0 0 16,-3 1 1-16,3-4 0 15,-3 3 0-15,0 1 0 0,-3-4 1 0,-4 1 0 16,1-3 0-16,-3 2 0 0,0-2 1 16,-3 3 0-16,-3-3 0 0,0 0 0 0,-3 0-1 0,-3 0 0 15,0 0 0-15,-3 0 0 0,1 2-11 16,-1 1 0-16,-3-1 0 0,0 1 0 0,0 2 0 0,-3-2 0 0,3 2 0 0,-6 3 0 15,6-3 0-15,-3-2 0 0,1 2 0 0,-1-3 0 16,3 1 0-16,-3 2 0 0,0-2 0 0,0-3 0 16,0 2 0-16,3 1 0 0,-3-3 0 0,4 2 0 15,-1-2 0-15,3 0 0 0,0-2 0 16,0 2 0-16,3-3-46 0,0 0-14 0,0 0-4 0,3-2 0 16,3-3-102-16,0 0-21 0,0 0-4 0</inkml:trace>
  <inkml:trace contextRef="#ctx0" brushRef="#br0" timeOffset="43427.499">10471 7007 1792 0,'0'-8'51'0,"0"0"10"0,-3 0-49 0,3 2-12 0,0 1 0 0,-3 0 0 16,-3 0 123-16,0 2 21 0,0-2 5 0,-6 2 1 15,1-2-51-15,-1 5-11 0,-3-3-1 0,-3 0-1 16,0 3-34-16,0 3-8 0,-6 0 0 0,4 2-1 16,-4 0-2-16,3 3 0 0,0 0 0 0,0 3 0 15,0 2-55-15,6-2-11 0,1 4-3 0,-1-1 0 16,3 2 28-16,3-1-8 0,3-1 8 0,0 4 0 15,0-5-32-15,6 3-2 0,0-2 0 0,0-1 0 16,6 0 34-16,0 0 0 0,3 0 0 0,0 1 0 16,3-4 0-16,0 1 0 0,2-1 0 0,1 1 0 15,0-3 0-15,3 0 0 0,-3 0 0 0,0-3 0 16,0 3 0-16,-3-3 0 0,0 1 0 0,-1 2 0 16,-5-6 14-16,0 4 10 0,-6-6 1 0,0 0 1 15,-3 7-26-15,-3-1 0 0,-2-1-12 0,-1 3 12 16,-6-3-23-16,0 1 3 0,0-1 1 0,-3 0 0 0,0 3 19 0,0-3 0 15,-2 3 0-15,2 0 0 0,0-2-18 16,0-1 0-16,3-2 0 0,-3 2 0 16,3-3-22-16,0 1-5 0,1-3-1 0,-1 0 0 15,3-3-2-15,0 1-1 0,3-1 0 0</inkml:trace>
  <inkml:trace contextRef="#ctx0" brushRef="#br0" timeOffset="44179.49">10578 6784 2198 0,'0'0'62'16,"0"0"14"-16,-6 0-60 0,0 3-16 0,0 0 0 0,0-1 0 16,1 4 69-16,-1-4 11 0,3 1 3 0,-3 2 0 15,3 0-15-15,0 1-4 0,0-1 0 0,0 3 0 16,3-3-51-16,-3 6-13 0,6-3 0 0,-3 0 0 15,0 0 40-15,0 0 6 0,0 2 1 0,3 1 0 16,-3-3-31-16,3 2-7 0,-3 1-1 0,3 2 0 16,0 0 0-16,-3 3 0 0,3 0 0 0,-3 5 0 15,3 0-8-15,-3 3 0 0,3 0 0 0,-3 3 0 16,3-4 0-16,-3 1 0 0,0-3 0 0,0 0 0 16,0 1 0-16,-3-4 0 0,3 1 0 0,-3-1 0 15,3-5 0-15,-3 3 0 0,0-2 0 0,3-1 0 0,-3-3 0 16,0 4 0-16,0-4 0 0,0 1 0 0,3-1 0 15,-3-2 0-15,0 0 0 0,0 0 0 0,3-3 0 0,0-5 0 16,0 0 0-16,0 0 0 0,0 0 0 0,0 0 8 0,0 0-8 0,0 0 0 16,0 0 0-16,0 0 0 15,0-7 0-15,3-1 0 0,0 0 0 0,0 0 0 16,0-3 0-16,3 3 0 0,0 0 0 0,0-2 0 16,3-1 0-16,-4 0 0 0,4-2 0 0,0 3 0 0,3-1 0 15,-3 0 0-15,0-2 0 16,3 5 0-16,-3-2 0 0,0 2 0 0,3 0 37 0,-3 0 9 0,0 3 2 15,-3-1 0-15,3 4-26 0,-4 2-5 0,1-3-1 0,0 6 0 16,0-1-16-16,-3 1 0 0,0 2 0 0,0 1 0 16,3 2 0-16,-3-1 0 0,0 1-13 0,0 0 5 15,0 3 8-15,0-3 0 0,0 0 0 0,0 2 0 16,0-2-12-16,3-2 0 0,0 2 0 0,-3-1 0 16,3-1-26-16,0-1-6 0,0-2 0 0,0-1-1 15,0 1 45-15,0 0 21 0,0-3-1 0,0 2-1 16,-1-2-19-16,1-2 0 0,0 2 0 0,0-3 0 15,0 0 0-15,0-2 0 0,-3 2 0 0,3-2 0 16,-3 2 17-16,3-2-3 0,-3 0-1 0,0 0 0 16,0-3 7-16,0 2 2 0,0-2 0 0,0 0 0 15,-3 1-2-15,3-4-1 0,0 3 0 0,-3 0 0 16,3 0-19-16,0 0-12 0,0 0 1 0,0 3 1 16,0-3 26-16,0 5 4 0,0-2 2 0,-3 5 0 15,0 0-22-15,0 0 8 0,3 0-8 0,3 3 0 16,-3 2-15-16,0 0-7 0,-3 3-2 0,3 0 0 0,-3 3 44 15,3-1 8-15,-3 1 1 0,0 2 1 16,0-2-30-16,-3-1 0 0,3-2 0 0,0 3 0 0,0-1-16 16,0-2-7-16,0 0-1 0,0 0 0 15,0-2-96-15,0-6-19 0,0 0-4 0</inkml:trace>
  <inkml:trace contextRef="#ctx0" brushRef="#br0" timeOffset="44369.833">11010 6985 2310 0,'-30'-26'48'0,"18"18"11"0,3 0-47 0,-3-2-12 0,3 2 0 0,4 0 0 15,-4 0 102-15,3 0 18 0,3 2 4 0,-3 1 1 16,3 0-67-16,3 5-14 0,0 0-2 0,0 0-1 16,0 0-25-16,0 0-6 0,0 0-1 0,0 0 0 15,0 0-9-15,3 0 0 0,3-3 0 0,-3 3 0 16,3-2-168-16,0 2-27 0</inkml:trace>
  <inkml:trace contextRef="#ctx0" brushRef="#br0" timeOffset="44987.54">11424 6856 1789 0,'-3'-6'76'0,"-3"4"-61"16,3-3 97-16,-3 2 20 0,3 0 4 0,-3 1 1 16,6 2-7-16,-6 0-2 0,-3 0 0 0,3 0 0 15,-3 0-66-15,3 2-14 0,0 1-2 0,-3 0-1 16,3 2-21-16,0-3-4 0,0 4 0 0,0 2-1 16,3 0 8-16,-2 0 1 0,-1 2 1 0,3 1 0 15,0 2-15-15,0 0-3 0,0 3-1 0,0 0 0 0,0 2 12 16,3 4 2-16,-3 1 1 0,3 1 0 15,0 0-40-15,0 0-8 0,3 2-1 0,-3-2-1 16,0 0 40-16,3 0 8 0,-3 0 1 0,0-3 1 16,0 0-25-16,0 0 0 0,0-2 0 0,0 2 0 15,0-3-15-15,-3 4-8 0,3-1-1 0,-3-3-1 0,0 3 25 0,-3-5 0 16,0 3 9-16,0-1-9 0,0-2 0 0,0-3-11 16,0 3 0-16,-3-2 0 15,3-4-21-15,-3 1-5 0,0-1-1 0,3-4 0 16,-3-1-81-16,3 0-16 0,1-2-3 0</inkml:trace>
  <inkml:trace contextRef="#ctx0" brushRef="#br0" timeOffset="45241.853">11174 7200 1934 0,'-3'-8'40'0,"-3"3"9"0,0-1-39 0,3 1-10 0,3 5 0 0,0 0 0 16,0 0 106-16,0 0 19 0,0 0 4 0,0 0 1 15,0 0-45-15,0 0-9 0,0 0-1 0,0 0-1 16,6 0-41-16,0-3-8 0,0 3-1 0,3 0-1 16,-3 0 25-16,-1 0 4 0,4 0 2 0,0 0 0 15,0 0-33-15,0 0-6 0,0-2-2 0,3 2 0 16,0-3-13-16,-3 3 0 0,3-3 0 0,0 3 0 16,0-2 0-16,-1-1 0 0,1-2 0 0,3-1 0 15,3 1-58-15,-3-3-5 0,6 0-1 0,-3 0 0 16,3 0-154-16,-1-2-31 0</inkml:trace>
  <inkml:trace contextRef="#ctx0" brushRef="#br0" timeOffset="45589.979">11757 6806 2184 0,'0'0'45'0,"-6"-3"11"0,6 3-44 0,-3-5-12 0,3 5 0 0,-3-6 0 15,3 6 102-15,0 0 18 0,0 0 4 0,0 0 1 16,0 0-20-16,0 0-4 0,0 0-1 0,0 0 0 16,-6 6-78-16,3 2-22 0,3-1 8 0,-3 4-8 15,0 0 0-15,3 2 0 0,-3 3 0 0,0 0 0 16,3-1 17-16,-3 1 7 0,0 3 2 0,0 2 0 15,0 0-18-15,3 3-8 0,-3 2 8 0,0 1-8 16,0 2 0-16,3-2 0 0,-3-1 0 0,1 3 0 16,-1-2 0-16,3-4 0 0,-3 1 0 0,0 0 0 15,0-3-24-15,0-2-3 0,0-1-1 16,-3 1 0-16,3-1-31 0,-3-2-6 0,0 0-2 16,0 0 0-16,3 0-129 0,-3-6-25 0,0 6-6 15</inkml:trace>
  <inkml:trace contextRef="#ctx0" brushRef="#br0" timeOffset="45838.906">11620 7165 1892 0,'-3'-5'53'0,"3"5"13"0,0 0-53 0,0 0-13 0,0 0 0 0,0 0 0 15,0 0 104-15,0 0 19 0,0 0 3 0,0 0 1 16,3 0-27-16,3-3-4 0,0 1-2 0,0 2 0 16,3 0-27-16,0 0-6 0,0 0-1 0,0 0 0 15,3 0-25-15,0 0-6 0,-1 0-1 0,1 0 0 16,3-3-14-16,3 0-3 0,-3 1-1 0,3-1 0 16,3-2-29-1,-3-3-5-15,2 3-2 0</inkml:trace>
  <inkml:trace contextRef="#ctx0" brushRef="#br0" timeOffset="48047.797">11945 7253 1337 0,'0'0'56'0,"0"0"-44"15,0 0 112-15,0 0 24 0,0 0 4 0,0 0 0 16,0 0-72-16,3 2-16 0,2 4-2 0,1-4-1 16,-3 1-23-16,3 0-5 0,3-1-1 0,-3-2 0 15,3 3-8-15,0-3-1 0,0 2-1 0,0-2 0 16,3-2 24-16,0 2 5 0,0-3 1 0,0 1 0 16,0-4-36-16,-1 4-8 0,-2-4 0 0,0 1-8 15,0 0 38-15,0 2 1 0,0-5 0 0,-3 3 0 16,0 0-17-16,0-1-3 0,-3 1-1 0,0 0 0 15,-3-1 30-15,0 1 5 0,0 0 2 0,-3 0 0 16,0-1-37-16,-3 1-7 0,0 0-2 0,0 2 0 16,-3 0-9-16,0 1 0 0,-3-1 0 0,0 3 0 15,0 3 26-15,-2-1 3 0,-1 4 1 0,0-1 0 16,0 0-30-16,0 3 8 0,0 0-8 0,0 3 0 16,0-1-22-16,4 1-7 0,-1-1-2 0,0 1 0 15,6 2 31-15,0 0 0 0,0-2 0 0,3 0 0 0,6-1 0 16,0 3 0-16,3-5 0 0,0 3 0 15,3 0-28-15,3-3 0 0,-1-1 0 0,4 1 0 16,3 0-19-16,-3-5-3 0,6 0-1 0,-3-1 0 16,0-2 2-16,0-2 0 0,-1-4 0 0,1 4 0 0,0-6 39 15,0 2 10-15,0-1 0 0,0-1 0 0,0 0 0 16,-4-3 0-16,4 3 0 0,-6 0 0 0,0 0 0 0,0 0 0 0,-3 0 0 0,0 0 0 16,-3 0 16-16,0 1 6 0,-3-1 1 0,0 2 0 15,0-2 14-15,0 0 3 16,-3 3 1-16,3-3 0 0,-3 0-5 0,3 0-2 0,0 0 0 0,0 3 0 15,0-3-8-15,0 0-2 0,2 0 0 0,-2 0 0 16,3 3-8-16,3 0-1 0,-3-1-1 16,3 4 0-16,0-1 1 0,0 3 0 0,0 0 0 0,0 0 0 15,0 5-7-15,0 1 0 0,0 2-8 0,3 0 12 16,-3 2-12-16,-1 1 8 0,1 2-8 0,-3 3 0 16,3-3 0-16,-3 3 8 0,0-3-8 0,0 3 0 15,0 0 0-15,0 0 0 0,-3-3 0 0,0 3-10 16,3-3-6-16,-3 3-2 0,0-3 0 0,0 3 0 15,-3-3 4-15,0 1 1 0,0-1 0 0,-3 0 0 16,0-2 13-16,0-1 0 0,0 1 0 0,0-3 0 16,0-3 0-16,-3-2 0 0,6-3 0 0,0 0 0 15,-6 0 8-15,6 0 2 0,-6-3 0 0,3-2 0 16,0 0 10-16,0-3 3 0,0-3 0 0,3 0 0 16,0 1 5-16,0-1 2 0,3 1 0 0,0-4 0 0,3-1-7 15,0 1-2-15,0-2 0 0,3-2 0 16,3-1-9-16,0-2-1 0,3 0-1 0,0 0 0 0,2-3-10 15,4-2 0-15,0-1 9 0,3-2-9 0,-3 3 8 0,0-1-8 16,2 1 10-16,-5 2-10 0,3 3 0 0,0 5 0 16,-3 3 0-16,3-1 0 15,0 1-129-15,-1 3-29 0,1-1-6 0</inkml:trace>
  <inkml:trace contextRef="#ctx0" brushRef="#br0" timeOffset="49815.034">14296 11814 1493 0,'0'0'63'0,"0"0"-51"16,0 0 112-16,0 0 21 0,0 0 5 0,0 0 1 15,0 0-64-15,0 0-13 0,0 0-2 0,-3 8-1 16,3-8-12-16,0 6-3 0,0-1 0 0,-3 3 0 16,3-3-16-16,0 3-4 0,0 0-1 0,0 0 0 15,0 0-11-15,0 0-1 0,0 0-1 0,0 5 0 16,0-2-6-16,0-1-2 0,0 3 0 0,0 3 0 16,0 0-3-16,0-3-1 0,0 3 0 0,0 0 0 15,0 0-21-15,0 0-4 0,0-3-1 0,0 3 0 0,0 0 37 16,0 0 7-16,0-3 2 0,0 5 0 0,0-4-18 0,0 2-3 15,-3-1-1-15,3 4 0 0,0 0 3 16,-3-4 0-16,3 4 0 0,0 2 0 0,-3-2-11 16,3 2 0-16,0 3 9 0,0-3-9 15,0 0 0-15,3 0 8 0,-3 0-8 0,0 0 0 0,0-2 0 16,3 2 8-16,-3-5-8 0,0 5 0 0,0-5 9 0,3 3-9 16,-3-1 12-16,0 1-12 0,0-1 10 0,0 3-10 0,0-2 8 0,0 2-8 15,0 3 0-15,0-3 8 0,0 3-8 0,0 0 0 16,-3-1 0-16,3-1 0 0,0 1 0 0,-3-1 0 15,3-4 0-15,-3 1 8 0,3-1-8 0,-3 1 0 16,3-3 0-16,0 2 0 0,-3-2 8 0,3 2-8 16,-3 1 0-16,0-1 0 0,3-2 0 0,-3 6 0 15,0-4 0-15,3 1-9 0,-3 2 9 0,3 0-13 16,0-3 13-16,-3 4 0 0,3-4 0 0,0 1 0 16,0-1 0-16,0-2 0 0,0 0 0 0,0-3 0 15,0 3 0-15,3-3 0 0,-3 0 0 0,0-2 0 16,3 2 0-16,-3-2 8 0,0-1 0 0,0 1-8 15,3 0 0-15,-3-1 0 0,0-2-10 0,0 0 10 16,0 0 0-16,0-3 0 0,0 3 0 0,0-2 0 16,0-1 0-16,0-5 0 0,0 0 9 0,0 0-1 15,0 0-29-15,0 0-6 0,0 0-1 0,0 0 0 16,0 0-93-16,0 0-19 0,0 0-4 0</inkml:trace>
  <inkml:trace contextRef="#ctx0" brushRef="#br0" timeOffset="52010.144">14338 11886 965 0,'0'0'40'16,"0"0"-32"0,0 0 54-16,0 0 10 0,3-5 3 0,-3 5 0 15,0-3 9-15,0 3 3 0,3-5 0 0,-3 5 0 0,3-3-51 16,-3 3-11-16,0 0-1 0,0 0-1 16,0 0 14-16,6-5 3 0,-6 5 1 0,0 0 0 0,3 0 1 0,3-3 0 0,0 3 0 0,-3 0 0 15,2 0-18-15,1 0-4 0,0 0-1 0,3 0 0 16,-3-3-7-16,0 3 0 0,3-2-1 0,0 2 0 15,0 0-11-15,0-3 0 0,3 3 0 0,-3 0 0 16,0-3 0-16,0 3 8 0,0-2-8 0,-1 2 0 16,1 0 0-16,3-3 0 0,-3 3 0 0,3-3 0 15,-3 3 0-15,3-2-12 0,0 2 0 0,0-3 1 16,0 3 11-16,3-2 0 0,-4 2 0 16,4-3 0-16,3 3 0 0,0 0 0 0,0 0 0 0,3 0 0 15,0 0 0-15,2 0 0 0,1 0 0 0,3 0 0 16,0 0 0-16,-3 0 0 0,5 0 0 0,1-3 0 15,0 1 0-15,0-1 0 0,2 3 0 0,4-3 0 16,0 1 0-16,3 2 0 0,-4-3 0 0,7 3 0 16,-3-3 0-16,-4 1 0 0,4-1 0 0,0 0 0 15,-1 1 0-15,1 2 0 0,3-3 0 0,2 1 0 16,-5 2 0-16,3 0 0 0,-3-3 0 0,2 3 0 16,-2 0 49-16,0 0 12 0,-1-3 3 0,4 3 0 15,-3 0-54-15,-1 0-10 0,7 0 0 0,-3 0 0 16,-4 0 0-16,-2 0 0 0,0 0 0 0,0 0 0 15,-1 0 0-15,-2 0 0 0,6 0 0 0,-4 3 0 0,4-3 20 0,-3 0-1 16,3 3 0-16,-4-1 0 16,1-2-31-16,-3 0-5 0,-4 0-2 0,4 0 0 15,0 0 19-15,0 0 0 0,-1 0 0 0,7 0 0 0,-6 3 18 0,3-3 7 0,2 2 2 16,-2 1 0-16,-3-3-27 0,0 3 0 0,-1-3 0 0,1 0 0 31,0 0-16-31,2 0-9 0,1 0-2 0,3 0 0 0,-3 2 49 0,-1-2 10 0,4 3 1 0,-3 0 1 16,-4-3-23-16,4 0-11 15,-6 0 10-15,6 0-10 0,-4 0 8 0,4 0-8 0,0 0 0 16,0 0 9-16,-1 2-9 0,1-2 0 0,0 3 9 0,-1-3-9 16,-5 3 10-16,3-3-2 0,-6 0-8 0,3 0 12 15,2 0-4-15,1 0-8 0,0 0 11 0,0 0-11 16,-1 0 10-16,1 0-10 0,0 2 8 0,2 1-8 16,-5-3 0-16,-3 0 0 0,0 0 8 0,3 0-8 15,-4-3 0-15,1 3 0 0,6-2 0 0,-3 2 8 16,-1 0-8-16,1 2 0 0,3-2 0 0,0 0 0 15,-4 0 0-15,1 0 0 0,0 0 0 0,0 0 0 16,-3 0 0-16,2 0 0 0,-2 0 0 0,3 0 0 16,0 0 0-16,2 0 8 0,-2 0-8 0,3 3 0 15,0-3 0-15,-4 0 0 0,1 3 0 0,3-3 0 16,-6 0 0-16,-1 2 8 0,1-2-8 0,0 0 0 16,0 0 0-16,0 0 0 0,-1 0 0 0,4 0 0 15,-3 3 0-15,3-1 0 0,-1-2 0 0,1 6 0 16,-3-6 0-16,0 2 0 0,0 1 8 0,-1-3-8 15,-2 3 0-15,3-3 0 0,0 0 0 0,0 0 8 0,-1 0-8 16,1 0 0-16,3 0 0 0,3 2 0 16,-4 1 0-16,1 0 0 0,0-1 0 0,0 1 0 15,0 0 0-15,-7-3 0 0,4 2 0 0,0-2 0 16,0 3 0-16,-1-3 0 0,4 0 0 0,0 3 0 16,0-3 0-16,3 2 0 0,-4 1 0 0,1-1 0 0,0-2 0 0,0 3 0 15,-1 0 0-15,-2-1 0 0,3-2 8 0,-3 3-8 0,2-3 8 0,-2 0-8 16,3 3 0-16,-3-3 0 0,3 2 8 15,-4 1-8-15,4 0 0 0,-6-3 0 0,3 2 0 0,-3 1 0 16,-1 0 0-16,-2-1 0 0,0 1 9 0,0-3-9 16,-3 3 0-16,0-3 8 0,-1 0-8 0,1 0 0 15,-3 0 0-15,3 0 9 0,-3 0-9 0,3 2 0 16,-3-4 11-16,0-1-11 0,-1 3 10 16,-2 0-10-16,3-3 9 0,-3 1-9 0,0 2 8 0,0-3-8 15,0 0 0-15,0 1 8 0,-3 2-8 0,3-3 0 16,0 0 0-16,-4 1 0 0,4 2 8 0,-3-3-8 15,3-2 0-15,-3 2 0 0,3 0 0 0,0 1 8 16,-3-1-8-16,0 1 0 0,3-1 0 0,-3-2 0 16,0 2 0-16,2-2 8 0,-2 2-8 0,3-2 0 15,-3-1 0-15,0 4 0 0,3-4 8 0,0 4-8 16,-3-1 0-16,3 1 0 0,0-1 9 0,-3 0-9 16,3 1 9-16,-1-1-9 0,1 0 12 0,0 1-12 15,0 2 12-15,0-3-12 0,0 0 12 0,0 1-12 16,0-1 9-16,0 3-9 0,3-3 0 0,-4 3 9 15,-2 0-9-15,3-2 0 0,0 2 9 0,-3 0-9 16,3 0 8-16,-3 0-8 0,0 0 10 0,3 0-10 0,-3 0 11 16,0 0-11-16,-3 0 12 0,3 0-12 15,-3 0 17-15,-1 0-3 0,1 0-1 0,0 2 0 0,0-2 1 0,-3 0 0 16,3 3 0-16,-3-3 0 0,3 3-2 0,0-3-1 0,-3 0 0 16,3 2 0-16,0-2 1 0,-3 0 0 15,3 0 0-15,0 3 0 0,0-3-3 0,0 3 0 16,0-3 0-16,0 0 0 0,3 2-9 0,-3-2 12 0,0 3-12 0,0-3 12 15,2 3-12-15,-2-1 0 0,0 1 0 0,0-3 8 16,0 3-8-16,0-1 10 16,0-2-10-16,0 3 10 0,-6-3 2 0,6 2 0 0,0-2 0 0,0 3 0 15,0 0 0-15,-6-3 0 0,3 0 0 0,3 2 0 16,-6-2-1-16,6 3 0 0,0 0 0 0,-6-3 0 16,3 0-3-16,-3 0 0 0,0 0 0 0,6 5 0 15,-6-5 0-15,0 0 0 0,6 3 0 0,-6-3 0 16,3 5 0-16,0 0-8 0,-3-5 12 0,3 6-4 15,0-1-8-15,-3-5 0 0,3 5 9 0,-3 0-9 16,0 1 8-16,3-1-8 0,-3-2 8 0,0 5-8 16,0-3 0-16,0 3 8 0,0 0-8 0,0 0 0 15,0 0 0-15,0 2 0 0,0-2 0 0,-3 3 8 16,3 2-8-16,0 0 0 0,-3-2 0 0,3 2 0 16,-3 0 0-16,0-2 0 0,3 2 0 0,-3 3 0 15,0-3 0-15,0 3 0 0,0-3 0 0,-3 3 0 16,3 0 0-16,0 0 0 0,-3 0 0 0,3 2 8 15,0 3-8-15,-3-2 0 0,3 2 0 0,0 6 0 16,0-4 0-16,0 1 8 0,0 3-8 0,0-1 8 16,0-2 2-16,0 0 1 0,0 0 0 0,0-3 0 15,3 0 12-15,0-3 2 0,-3 4 1 0,3-1 0 16,0 0-35-16,0 0-7 0,0 0-2 0,0 6 0 16,0-1 18-16,3 3 8 0,-3 0-8 0,3 3 12 15,0-3 0-15,0 0-1 0,0-2 0 0,-3-1 0 16,3 1-11-16,-3-3 0 0,3-1 9 0,0 4-9 0,0-3 12 0,-3-1-1 15,3 4-1-15,0-1 0 0,-3 1-10 0,3-1 0 16,-3 1 0-16,3 2 8 0,-3-5-8 0,0-3 0 0,3 0 0 16,-3 0 0-16,0-2 0 0,0-3 0 15,0-1 8-15,0-1-8 0,-3-1 0 0,3 0 0 16,-3-2 0-16,3-1 0 0,-3 1 0 0,0-3 0 0,0-3 0 16,0 3 0-16,0-3 0 0,0 1-14 0,0-1 3 0,0-2 1 15,3-3-20-15,-6 5-4 16,6-5-1-16,-6 3 0 0,0-1-23 0,6-2-5 15,-6 0-1-15,0-2 0 0,0 2-144 0,-3 0-30 0,4-6-6 16</inkml:trace>
  <inkml:trace contextRef="#ctx0" brushRef="#br0" timeOffset="53918.478">14222 13447 1241 0,'0'0'25'0,"0"0"8"0,0 0-33 0,0 0 0 0,0 0 0 0,0 0 0 15,0 0 76-15,0 0 8 0,6 0 1 0,-6 0 1 16,3 0-2-16,-3 0-1 0,6 0 0 0,-6 0 0 15,3 3-3-15,2 2-1 0,-2-2 0 0,0 2 0 16,0 0-26-16,0 3-5 0,-3 0 0 0,3 0-1 31,0 3-18-31,-3 2-3 0,3 0-1 0,-3 0 0 0,3 6-11 0,-3-3-2 0,0 5-1 0,0 0 0 16,3-3-11-16,-3 4 10 0,0-1-10 0,0 0 10 16,0-2-10-16,0 2 0 0,-3-3 0 15,3 3 8-15,-3-2-8 0,0-1 0 0,3 1 0 16,-3 2 0-16,0 0 0 0,0 0 0 0,0 1 0 0,0-1 0 15,0 0 0-15,3 0 8 0,-2 0-8 0,2 0 0 16,-3-2 0-16,3-1 0 0,0 1 0 0,0 0 0 16,0-4 0-16,0-1 0 0,0-1 0 0,0 0 0 15,3 0 0-15,-3 1 8 0,0-4-8 0,2 1 0 16,-2-1 0-16,0 1 0 0,3-3 0 0,-3 2 0 16,3-4 8-16,-3 2-8 0,3-3 8 0,0 3-8 15,3-3 0-15,-3 0 8 0,0 1-8 0,0-4 0 16,0 1 8-16,3 0-8 0,0-1 0 0,0 1 8 15,0 0-8-15,3-3 0 0,-3 0 0 0,3 2 0 16,0 1 0-16,0-3 0 0,3 0 0 0,0 0 0 16,-1 0 0-16,1 0 0 0,0 0 0 0,0 0 0 15,3 0 0-15,0-3 0 0,0 3 0 0,3-2 0 16,-3 2-9-16,-1 0 9 0,4-3 0 0,0 0 0 16,3 1-8-16,0 2 8 0,0-3 0 0,5 0 0 0,1 1 0 0,6 2 0 15,0-3 0-15,-1 0 0 0,4 1 0 16,-3 2 0-16,3-3 0 0,-1 1 0 0,4-1 0 0,-3 3 0 0,5-5 0 15,1 5 0-15,3-3 0 0,-1 0 0 16,1 1-8-16,6-1 8 0,-7 0 0 0,1 1 0 16,3-4 0-16,-1 4 0 15,1-4 0-15,2 4 0 0,1-3 0 0,6 2 0 0,-7-2 0 0,1 2 0 0,-4-2 0 16,7 2 0-16,-6-2 0 0,2 2 0 0,4-2 0 0,-1-1 0 16,-2 4 0-16,-3-3 0 0,2 2 0 0,4 0 0 15,-4 1 8-15,1-1-8 0,0-2 0 0,2 2 0 16,-2 0 8-16,-4 1-8 0,1 2 0 0,3-3 9 15,-4 0-9-15,4 1 0 0,0-1 9 0,-1 1-9 16,1-1 0-16,-4 0 8 0,1 3-8 0,3-2 0 16,-7-1 8-16,7 0-8 0,-1 1 10 0,4 2-10 15,-6-3 0-15,-1 0-21 0,1 3 3 0,2 0 1 16,-2-2 37-16,3 2 7 0,-1-6 1 0,7 6 1 16,-10-2-18-16,1 2-11 0,0 0 12 0,2 0-12 15,1 0 9-15,3-3-9 0,-1 0 0 0,1 1 9 16,-1 2-9-16,-5 0 0 0,2 0 9 0,1 0-9 15,0-3 0-15,-1 3 0 0,4-2 0 0,-1-1 0 16,-2 0 0-16,-3 3 8 0,2 0-8 0,4-2 0 16,-7 2 0-16,4 0 0 0,3-3 0 0,-1 0 8 15,-2 3-8-15,-4 0 0 0,1 0 0 0,0 3 0 16,-1-3 0-16,1 0 0 0,0-3 0 0,-1 3 0 16,-2 0 0-16,0 0 0 0,-7 3 0 0,4 0 0 15,0-3 17-15,2 0 3 0,1 0 0 0,0 0 0 16,-7 0-20-16,4 0 0 0,-3 0 0 0,2 0 0 0,-2 0 0 15,0 0 0-15,2 0 0 0,1-3 0 0,0 0 0 16,-1 3 0-16,1-2 0 0,3-4 0 0,-10 6 0 16,1-2-11-16,0-1 2 0,0 0 0 0,-1 1 9 15,4-1-12-15,0 3 12 0,-1-3-12 0,1 1 22 0,-3-1 4 16,-1 1 1-16,1 2 0 0,-3-6-15 0,0 6 0 16,-4-2 0-16,4-1 0 0,0 0 0 0,3 3 0 15,-1-5 0-15,-2 5 0 0,3-3 0 0,-3-2-12 16,-4 2 3-16,7 3 0 0,-9-2 9 0,3-1 12 0,-4 0-2 0,1 3-1 15,3-5-9-15,-3 5 0 16,3-2 0-16,-1-1 0 0,-2 0 0 0,0 3 0 0,3-2 0 0,-7-1 0 16,1 3 0-16,0-3 0 0,0 3-10 0,-3 0 10 15,-3-2 0-15,-1 2 0 0,-2 0 0 0,0 0 10 16,0 0-10-16,0 0 0 0,-3-3 0 0,0 3 0 16,0 0 0-16,0 0 0 0,-3 0 0 0,-1 0 0 15,-2 0 0-15,3-3 0 0,-3 3 0 0,0 0 0 16,-6 0 0-16,0 0 0 0,6 0 0 0,-6 0 0 15,0 0 0-15,0 0 0 0,0 0 0 0,0 0 0 16,0 0 0-16,0 0 0 0,0 0 0 0,0 0 0 16,0 0 0-16,0 0 0 0,0 0 0 0,0 0 0 15,0 0 0-15,3-5 0 0,-3 2 0 0,0 3 0 16,0-5 0-16,0 0 0 0,0 2 0 0,-3-2 0 0,3 2 0 16,0-2 0-16,-3 0 0 0,0-1 0 0,3 1 0 15,0 0 0-15,-3-3 0 0,3 3 0 0,0-3 53 16,-3 2 9-16,3-2 2 0,0 0 0 0,0 1-52 15,3-1-12-15,-3 0 0 0,0-3 0 0,3 3 0 0,0 0 0 0,-3-2 0 16,3-1 0-16,0 0 0 16,3 1 0-16,-3-1 0 0,3 1 0 15,0-1 54-15,0-2 8 0,0 2 2 0,-3 1 0 0,3-3-52 0,0-1-12 0,0 1 0 0,0-3 0 16,0 3 0-16,0-3 0 16,0 0 0-16,0 0 0 0,-1 0 0 0,-2 1 0 0,0-1 0 0,0 0 0 15,0 3-12-15,0-1-4 0,0 1-2 0,0-3 0 16,-3 6 18-16,3-4 0 0,-3 4 0 0,0-1 0 15,0 1-9-15,0-1 9 0,-3 1-13 0,3-4 5 16,0 4-19-16,-3-4-3 0,0 1-1 0,0 0 0 16,3-3-106-16,-3-2-22 0,0-1-4 15</inkml:trace>
  <inkml:trace contextRef="#ctx0" brushRef="#br0" timeOffset="56885.725">17743 11859 1234 0,'0'0'57'16,"0"0"-57"-16,0 0 0 0,0 0 0 0,0 0 0 16,0 0 80-16,0 0 8 0,0 0 3 0,0 0 0 15,0 0 13-15,0 0 4 0,0 0 0 0,0 0 0 16,-3 6-25-16,0-1-5 0,3 3-1 0,-3 0 0 15,3 0-24-15,-3 0-5 0,3 0 0 0,-3 2-1 0,3 1-14 16,0-1-2-16,-3 1-1 0,3 2 0 16,-3-2-14-16,3 2-4 0,0 3 0 0,-3-3 0 15,0 3-24-15,3-3-4 0,-3 3-2 0,0 0 0 0,0-3 42 0,-3 3 8 16,3 0 1-16,0-3 1 0,-3 3-3 0,3 0-1 0,0 0 0 16,0 2 0-16,-2-2-43 15,2 0-9-15,0 3-2 0,-3-1 0 0,3 3 24 0,0 0 0 0,0 1 0 0,0 1 0 16,0-1 10-16,0-1-10 0,-3 3 12 0,3-1-12 15,0-1 12-15,0-1-12 0,0 0 12 16,0 3-12-16,0-3 17 0,0 3-3 16,0-3-1-16,0 3 0 0,0 0-5 15,0 2 0-15,0 0-8 0,0 4 12 0,3-4-12 0,-3 0-15 0,0 4 3 16,0-4 1-16,3 0 11 0,-3-2 0 0,0 0 0 0,3 0 0 16,-3 0 0-16,0-3 0 0,0 3 0 0,3 0 0 15,-3-1 0-15,3 1 0 0,-3 3 0 0,0-1 0 16,3-2 0-16,0 2 0 0,-3 1 0 0,3-3 0 15,-3-3 0-15,3 0 0 0,-3 0 0 0,3-2 0 16,0-1 0-16,0-2 0 0,0 3 0 0,0-1 0 16,0-2 16-16,0 0 6 0,0 0 1 0,0 0 0 15,-3-1-23-15,3 1 0 0,-3 0 0 0,1 3 0 16,-1-3 0-16,3 2 0 0,-3 1 0 0,0-1 0 16,3 1 0-16,-3-1 0 0,0 1 0 0,0-3 0 15,3 0 0-15,-3-1 0 0,0-1 0 0,0-1 0 16,3 0 0-16,-3-2 9 0,0 2-9 0,0-3 0 15,0 1 10-15,3 0-10 0,-3-1 8 0,0-2-8 0,3 3 8 16,0-3-8-16,-3 2 0 0,3-2 8 0,0 3-8 0,-3-3 8 16,3 2-8-16,0 1 8 0,0-3-8 15,0 5 0-15,0-2 9 0,0-1-9 0,0 1 0 16,0 2 0-16,0-2 0 0,-3 2 8 0,3-3-8 0,0 1 0 16,0 2 0-16,-3-2 0 15,3-1 0-15,0 1 0 0,-3-3 0 0,3 3 0 0,-3-6 20 0,0 3 2 0,0-3 1 16,3 0 0-1,0-5-70-15,-3 6-13 0,3-6-4 0,0 0 0 16,0 0 0-16,0 0 0 0,0 0 0 0</inkml:trace>
  <inkml:trace contextRef="#ctx0" brushRef="#br0" timeOffset="57879.157">15847 11849 1728 0,'0'0'36'0,"0"-6"8"0,0 6-35 0,0-2-9 0,3-3 0 0,-3 5 0 15,0 0 94-15,0-3 17 0,0 3 3 0,0 0 1 16,0 0-31-16,0 0-5 0,0 0-2 0,0 0 0 16,0 0-18-16,0 0-4 0,0 0-1 0,0 0 0 15,0 0-19-15,0 0-4 0,0 0-1 0,0 5 0 16,-3 0-20-16,3 6-10 0,-3-3 10 0,3 0-10 16,-3 5 0-16,0 0 0 0,0 1 0 0,0 4 0 15,3-2 0-15,-3 3 0 0,0-1 0 0,0 1 0 16,0-1 0-16,0 3 0 0,0-2 0 0,0 2 0 15,0 0 0-15,0 0 0 0,0 0 0 0,0 1 0 16,0 1 0-16,0 1 0 0,-3 3 0 0,3 2 0 16,0 0 0-16,0 3 0 0,0-3 0 0,0 5 0 15,1-2 0-15,2-3 0 0,-3 0 0 0,0 3 0 16,3-3 0-16,-3 3 0 0,0-3 0 0,3 5 0 16,-3-2 0-16,3 2 0 0,0-2 0 0,-3 5 0 0,3-5 0 15,0 0 0-15,0-1 0 0,0 1 0 0,0-3 0 0,0 3 0 16,0-3 0-16,0 3 0 0,0 0 0 0,0-1 0 0,0 1 0 15,3 3 0-15,-3-1 0 0,0-5 0 0,0 3 0 0,0 0 0 16,0-3 0-16,0-3 0 0,3 3 0 0,-3-2 0 16,0-1 0-16,0 1 0 0,0-1 0 15,0 3 0-15,0-2 0 0,0 2 0 0,0-3 0 0,0 1 0 16,3-1 0-16,-3-2 0 0,3 0 0 0,-3-3 0 16,3 3 37-16,-3-6 2 0,3 1 0 0,-3 2 0 15,2-5-11-15,-2 2-3 0,3 1 0 0,-3-3 0 16,0 2-25-16,3-4 0 0,-3 1 0 0,0 1 0 15,0-2 0-15,0-1 0 0,0 0 0 0,0 3 0 16,0-3 0-16,0 0 0 0,0 1 0 0,-3-4 0 16,3 3 0-16,0-2 0 0,0 0 0 0,-3-1 0 15,3-2 0-15,0 3 0 0,-2-3 0 0,-1 0 0 16,3-1 0-16,0-1 0 0,-3-1 0 0,3 0 0 16,-3 1 0-16,3-6 0 0,0 2 0 0,0-2 0 15,0 6 0-15,0-6 0 0,-3 5 0 0,3-5 0 16,0 0-16-16,0 0-9 0,0 0-2 0,0 0 0 15,0 0-59-15,0 0-12 0,0 0-2 0</inkml:trace>
  <inkml:trace contextRef="#ctx0" brushRef="#br0" timeOffset="58888.728">19344 11843 1193 0,'0'0'50'16,"0"0"-40"-16,0 0 86 0,0 0 16 0,0 0 4 0,0 0 1 15,0 0-28-15,-3 6-5 0,3-1-2 0,-3 0 0 16,3 1-41-16,-3 2-8 0,1 0-1 0,-1-1-1 15,0 1 22 1,3 0 5-16,-3 3 1 0,0 0 0 0,3-1-12 0,0 1-3 0,-3-1 0 0,3 1 0 31,-3 2-5-31,3 0-2 0,0 1 0 0,-3-1 0 0,3 3 12 0,0-3 3 16,-3 0 0-16,3 3 0 0,-3 0-52 0,0 0 0 0,3 2 0 0,-3-2-9 16,0 3 22-16,-3-3 5 0,3 2 1 0,-3 3 0 15,3-2-2-15,0 2 0 0,0 3 0 0,-3 0 0 16,3-1-5-16,0 1-2 0,0 3 0 15,-3-1 0-15,3 1-2 0,0-4-8 0,3-1 12 0,-6 4-4 16,3-5-8-16,0 3 8 0,0 0-8 0,0 2 8 16,3 1-8-16,-3 2 10 0,0-3-10 0,0 6 10 15,0-3-2-15,0 3-8 0,0 0 12 0,0-1-4 16,1 1 0-16,-1-5-8 0,0 2 12 0,0-3-4 16,0 1-8-16,0-1 0 0,3 1 0 0,-3 2 8 15,0 0-8-15,0 0 8 0,0 3-8 0,0 2 8 16,0-5-8-16,3 0 0 0,-3-2 0 0,0-1 0 15,0-2 0-15,0-3 0 0,0 3 0 0,0-3 0 16,0 0 0-16,0 0-16 0,0 1 3 0,0 1 0 16,0-1 23-16,0 1 5 0,0 1 1 0,-3 3 0 15,3-4-16-15,0-1 0 0,0-1 0 0,0 0 0 16,0 0 8-16,0-2-8 0,0-1 0 0,0-2 0 0,0 0 8 16,-3 0-8-16,3 0 0 0,0 0 9 0,0-3-9 0,-3 3 0 15,4-3 0-15,-1 0 0 0,0 3 0 0,0-3 0 16,0 0 0-16,0 1 0 0,0 2 0 0,0-1 0 15,0-1 0-15,0 2 0 0,0-1 0 0,3 1 0 0,-3-2 0 16,3 1 0-16,-3-1 0 0,3-1 0 0,0 0 8 16,0 0-8-16,0 1 0 15,0-4 0-15,0 1 0 0,0-3 8 0,0 0-8 0,0 0 0 0,0 0 9 16,0-1-9 0,0-1-19-16,0-1-8 0,0 0-1 0,-3 1-1 0,3-6 29 0,0 2 0 0,0 4 0 0,0-6 0 15,0 0 0-15,0 0 0 0,0 0 0 0,0 0 0 31,0 0-64-31,0 0-8 0,0 0 0 0,-3-6-1 0,3-2-147 0,-3-2-28 16</inkml:trace>
  <inkml:trace contextRef="#ctx0" brushRef="#br0" timeOffset="60389.452">14171 13312 1051 0,'0'0'21'0,"0"0"7"0,0 0-28 0,3-3 0 0,0 1 0 0,0-1 0 15,0 0 68-15,0-2 8 0,3 2 2 0,0 1 0 16,3-1-14-16,-3 3-2 0,3-2-1 0,0-1 0 16,0 0 4-16,2 3 1 0,-2-2 0 0,0-1 0 15,3 3-25-15,0 0-5 0,0-3 0 0,0 3-1 16,3 0-15-16,0-2-4 0,0 2 0 0,-1-3 0 15,1 3-4-15,3-3-2 0,-3 3 0 0,3 0 0 16,0 0-10-16,-3 0 0 0,3 0 0 0,-1 0 0 16,1 0 0-16,3 3 0 0,0-3 0 0,3 3 0 15,0-3 23-15,2 2-1 0,4-2 0 0,3 0 0 16,0 3-7-16,2-3-2 0,1-3 0 0,0 3 0 16,2 0-4-16,-2 0-1 0,3 0 0 0,0 0 0 15,2 0-8-15,7-2 0 0,-3-1 0 0,2 3 0 16,1-3 0-16,-4 1 0 0,-2-1 0 0,6 0 8 15,-1 1-8-15,4-3 0 0,3 2 0 0,-1-2 0 16,1-1 0-16,-7 1 0 0,4 0 0 0,2 2 8 16,1-2-8-16,3-1 0 0,-1 1 9 0,7-3-9 15,-7 3 10-15,-2-3-2 0,2 0-8 0,1 3 12 16,-1-3-12-16,-2 5 0 0,3-5 8 0,2 3-8 16,-2 0 0-16,-4-3 8 0,4 2-8 0,-1 1 0 15,-5 0 11-15,3 0-11 0,-1-1 12 0,4 1-12 16,-4 2 11-16,1-2-11 0,-1 0 10 0,4 2-10 15,-6 0 11-15,-1 1-11 0,1-1 12 0,2 1-12 16,-2-1 0-16,3 0-17 0,-4 1 1 0,4-1 1 16,-4 0 35-16,-2 1 8 0,0 2 0 0,2-3 1 15,1 3 5-15,-4 0 1 0,4-3 0 0,0 1 0 0,-4 2-46 16,-2 0-9-16,0 0-1 0,2 0-1 0,-5-3 22 0,3 3 8 16,-1-3 0-16,4 1 0 0,-7 2 4 0,7-3 0 0,-3 3 0 0,2-3 0 15,-2 3-4-15,-3-2 0 0,-1-1 0 0,4 1 0 16,-3-1-8-16,5 0 12 0,-2 1-12 0,3 2 12 15,-7-3-12-15,-2 0-17 0,0 1 4 0,2-1 1 16,-2 0 12-16,3 3 0 0,-4-2 0 16,7-1 0-16,-6 3 16 0,2-3 7 0,-2 3 1 15,0-2 0-15,-1 2-24 0,-2 0 8 0,0-3-8 16,3 0 0-16,-1 3 35 0,1 0 2 0,3 0 1 0,-4-2 0 16,1 2-30-16,-3 0-8 0,0 0 0 0,-1 0 0 15,1 0 0-15,0 0 0 0,-1 0 0 0,1 0 0 16,-3 0 0-16,6 0 0 0,-4 0 0 0,1 0 0 15,-3 0 0-15,-1 0 0 0,-2 0 0 0,0 0 0 16,3 0 0-16,-6 0 0 0,2 0 0 0,4 0 0 16,-3 0 0-16,0 0 0 0,2-3 0 0,1 3 0 15,-3 0 0-15,0 0 0 0,-1 0 0 0,1 0 0 16,-3-2 0-16,0 2 0 0,2 0 0 0,-2-3 0 16,0 3 52-16,6 0 10 0,-3-3 2 0,2 3 0 15,-2-2-76-15,0 2-14 0,3 0-3 0,-4-3-1 16,-2 3 48-16,3-3 10 0,-6 3 1 0,3 0 1 15,-1-2-30-15,-2 2 0 0,0 0 0 0,3-3 0 16,-3 3-15-16,-1-3-9 0,1 3-1 0,0 0-1 0,0-2 26 0,0 2 0 16,-1-3 0-16,1 3 0 15,-3-3 0-15,-3 3 0 0,3 0 0 0,-3 0 0 16,-1 0 23-16,-2-2 0 0,0 2 0 0,0 0 0 0,0 0-23 16,-3 0 0-16,3 0 0 0,-3 0 0 15,0 0-9-15,0 0-7 0,-1 0 0 0,1 0-1 0,0 0 0 0,3 0 0 16,-3 0 0-16,3 0 0 15,-3-3-17-15,0 1-3 0,0 2-1 0,0-3 0 0,-1 3-88 0,-2-5-18 16,3 2-3-16</inkml:trace>
  <inkml:trace contextRef="#ctx0" brushRef="#br0" timeOffset="61605.159">14698 12481 1333 0,'0'0'56'0,"0"0"-44"16,0 0 86-16,0 0 18 0,0 0 3 0,0 0 1 16,0 0-33-16,0 0-7 0,-3-2 0 0,3 2-1 15,0 0-17-15,0-6-3 0,0 6-1 0,0 0 0 16,0 0-9-16,0 0-1 0,0-5-1 0,0 5 0 15,0 0-5-15,0 0-1 0,0 0 0 0,0 0 0 16,0 0-7-16,0 0-2 0,0 0 0 0,0 0 0 16,0 0-8-16,0 0-1 0,0 0-1 0,0 0 0 15,-3 5-7-15,0 1-2 0,0-1 0 0,0 3 0 16,3 0-13-16,0 0 9 0,-3 2-9 0,3 1 8 16,0 2-8-16,0-2 0 0,0 4 0 0,0-1 0 15,0-1 0-15,3 3 0 0,-3-3 0 0,3 3 0 16,-3-3-14-16,3 0-2 0,3 1 0 0,-3-1 0 15,3-3-12-15,-3 1-2 0,3-3-1 0,0-3 0 16,3 3 10-16,-3-5 1 0,3-1 1 0,-3 1 0 16,2-3 9-16,1 0 2 0,0-3 0 0,0-2 0 15,0 0 8-15,-3 0 0 0,3-1-9 0,0-2 9 16,-3 0 0-16,3 1 0 0,-3-1 0 0,0 0 0 16,0 0 0-16,-3 0 0 0,3 0 0 0,-3 0 8 15,-3 0 12-15,3 3 1 0,-3-3 1 0,3 0 0 16,-3 2 2-16,0 1 1 0,-3 0 0 0,3 0 0 15,-3-1-8-15,3 6-1 0,0 0-1 0,0 0 0 16,0 0-15-16,0 0 9 0,0 0-9 0,0 0 8 0,-3 6-8 16,0-1 0-16,3 3 0 0,0 0 0 15,0 2-8-15,3-2-1 0,0 3 0 0,0-1 0 0,3 1-7 0,0-3-2 16,-1 3 0-16,1-3 0 0,0-1 5 0,3 1 1 16,-3-2 0-16,0-1 0 0,0-2 12 0,0-1 0 0,0-2 0 0,0-2 0 15,0-1 0-15,-3 0 0 16,3-2 11-16,0-3-3 0,0 3 19 0,-3-3 4 0,0-3 1 0,3 3 0 15,-3 0 0-15,0-2 0 0,-3-1 0 0,3 1 0 16,0-1-8-16,-3-2-2 0,0 2 0 0,3-2 0 16,-3 2-22-1,0-2-13-15,0 0 1 0,3 0 1 0,-3 0 25 0,0-3 5 0,3 0 1 0,0 3 0 16,-3-3-20-16,3 2 0 0,-1-1-11 0,1 4 11 16,3-2-69-1,-3 2-7-15,3 3-2 0,0 0 0 0,3 3-104 0,-3 0-21 0,0 5-4 0</inkml:trace>
  <inkml:trace contextRef="#ctx0" brushRef="#br0" timeOffset="62138.946">15118 12603 1812 0,'0'0'76'0,"0"0"-60"16,0 0 99-16,0 0 20 0,0 0 4 0,0 0 1 15,0 0-50-15,0 0-10 0,0 0-1 0,0 0-1 16,0 0-24-16,0 0-5 0,0 0-1 0,6 0 0 16,3 0-5-16,-1 0-2 0,4-3 0 15,-3 3 0-15,3 0-17 0,0-2-3 0,0-1-1 16,0 3 0-16,0 0-12 0,0 0-8 16,0 3 8-16,0-3-8 0,-4 2 0 15,1-2 8-15,0 3-8 0,-3 0 0 0,3-1 0 0,-6 1 0 0,3-1 0 0,-6 4 0 16,0-6-11-16,3 5-6 0,-6 3-2 0,3-3 0 31,-3 3-21-31,-3 0-4 0,0 0 0 0,0 0-1 16,0 0 6-16,0 0 2 0,-3 0 0 0,4 2 0 0,-4-2 16 15,0 0 3-15,3 0 1 0,-3-2 0 0,3 1 17 0,0-1 0 0,0-1 0 0,3 0 0 16,3-5 0-16,0 0-8 0,0 0 8 0,0 0 0 16,0 0 0-16,0 0 12 0,3 3-1 0,3-3-1 15,3 0 6-15,-3 0 2 0,3-3 0 0,0 1 0 16,3-1 0-16,-4 3 0 0,1-3 0 0,3 1 0 15,-3 2 5-15,0 0 1 0,-3 0 0 0,0 0 0 16,0 2 0-16,0 1 0 0,-3 0 0 0,0 2 0 16,0 0-7-16,-3 3-1 0,0 0 0 0,0 0 0 15,0 3-16-15,-3-1 0 0,0 1 0 0,0-1 0 16,-3 4 20-16,-3-4 0 0,0 3 0 0,-3 1 0 16,0-4-20-16,0 4 0 0,-2-1 0 0,-1-3 0 15,0 4-13-15,0-4-7 0,-3 3 0 0,3 1-1 16,0-6-27-16,0 2-4 0,3 1-2 0,-2-3 0 15,2-3-130-15,3-2-27 0</inkml:trace>
  <inkml:trace contextRef="#ctx0" brushRef="#br0" timeOffset="62893.374">16162 12510 2298 0,'0'-13'48'0,"0"8"11"16,0-1-47-16,3-1-12 0,-3 1 0 0,3-2 0 16,0 3 92-16,-3-3 17 0,3 0 3 0,0 3 1 15,-3 0-37-15,0 5-7 0,0 0-1 0,0 0-1 16,0 0-28-16,0 0-6 0,0 0-1 0,0 0 0 15,0 0-16-15,0 7-4 0,-3 1-1 0,3 3 0 16,-3 0-11-16,0 2 0 0,3 0 0 0,-3 0 0 16,3 1 0-16,-3-1-9 0,3 3 9 0,0-3-13 15,0 0-16-15,0-2-3 0,3 2-1 0,0-3 0 16,0 1-18-16,0-3-3 0,3 0-1 0,0 0 0 16,0-3-5-16,0 0 0 0,3-2-1 0,-3 0 0 15,3-1-3-15,-3-4 0 0,3-1 0 0,0 0 0 0,0-2 64 0,0 0 23 16,0-3-1-16,-1 3 0 0,-2-3-6 0,3 0 0 0,-3 0-1 0,0 0 0 15,0 0 21-15,0 0 5 0,-3 0 1 0,0 0 0 16,0 0 6-16,0 0 2 0,0 0 0 0,-3 3 0 16,3-3-8-16,-3 3-2 0,0 0 0 15,0-3 0-15,0 5-8 0,0-2-1 0,0 5-1 0,0 0 0 16,0 0-14-16,0 0-4 0,0 0 0 0,0 0 0 16,0 0-12-16,0 0 0 0,0 0 0 0,6 0 0 15,0 5 0-15,-3 0 0 0,3 1 0 0,0 1 0 16,-3-1 0-16,3 2 0 0,0 0 0 0,0 0 0 15,0-3-15-15,3 3 4 0,-3 0 1 0,2-3 0 16,1 0 2-16,0-2 0 0,0 0 0 0,0-1 0 16,0-2 8-16,0 0 0 0,0-2 0 0,0-1 0 15,-3-2 0-15,0 2 0 0,0-5 0 0,0 3 0 16,-3-3 8-16,0 0 0 0,3 0 0 0,-3 0 0 16,0-3 4-16,0 1 2 0,-1 2 0 0,1-5 0 15,0 2-14-15,0-2 11 0,0-3-11 0,0 0 10 16,0 0-10-16,0 0 0 0,3-2 0 0,-3-1 8 15,3 3-28-15,0-2-7 0,0 2-1 0,3 0 0 16,-3 3-80-16,3 2-16 0,0 1-3 0</inkml:trace>
  <inkml:trace contextRef="#ctx0" brushRef="#br0" timeOffset="63289.153">16719 12542 2090 0,'-9'5'44'0,"9"-5"8"0,0 0-41 16,0 0-11-16,0 0 0 0,0 0 0 0,0 0 98 0,0 0 18 0,0 0 3 0,0 0 1 15,0 0-44-15,3-5-8 0,3 2-1 0,0 1-1 16,0-1-6-16,0 0-2 0,0-2 0 0,3 3 0 16,0-1-25-16,0 0-5 0,0 1 0 0,0-1-1 15,-1 3-16-15,1 0-3 0,-3-3-8 0,0 3 12 16,0 3-12-16,0 0 0 0,0-1 0 0,0 4 0 15,-6-1 0-15,3 3-12 0,-3 0 3 0,-3 0 0 16,0 2-24-16,-3 3-5 0,0 1-1 0,-3-1 0 16,0 0-4-16,-3 3-1 0,1-3 0 0,-4 3 0 15,3 0 15-15,0 3 2 0,-3-4 1 16,3 4 0-16,3-3 26 0,0 0 0 0,3 0 0 0,0-3 0 16,0-3 23-16,3 1 0 0,3 0 0 0,0-6 0 15,3 0-23-15,3 0 0 0,0-2 0 0,0 0 0 16,6-3 40-16,-3-3 4 0,6 0 1 0,-3 1 0 15,6-4-31-15,-3 1-6 0,2-3-8 0,1 0 11 16,3 0-11-16,0 0 0 0,0 0 0 0,0-2 0 16,-1-1-95-16,4-2-14 0,-3-3-3 0</inkml:trace>
  <inkml:trace contextRef="#ctx0" brushRef="#br0" timeOffset="64071.765">17969 12447 1976 0,'3'-8'83'16,"0"-3"-67"-1,0 1 100-15,3 2 19 0,-3-3 4 0,3 1 1 16,-3 2-38-16,0 0-7 0,3 0-2 0,-3 2 0 15,0 1-25-15,-3 0-4 0,0 5-2 0,0 0 0 16,0 0-26-16,0 0-4 0,0 0-2 0,0 0 0 16,0 8-14-16,0 2-2 0,0 1-1 0,-3 0 0 15,0 2-13-15,0 3 0 0,-3 0 8 0,0-1-8 16,3-1 0-16,0 2 0 0,-3-3-9 0,3 0 9 16,3-2-37-16,-3 2-2 0,3-3 0 0,0 1 0 15,0-3-22-15,3 2-5 0,3-2-1 0,-3 0 0 16,6-2-9-16,-3-1-1 0,3 0-1 0,-3-5 0 15,3 0 24-15,0 0 5 0,0-2 1 0,0-4 0 0,2 1 36 0,-2-3 12 0,0 0 0 16,3 0-10-16,-3 0 32 0,-3-2 6 16,3 2 2-16,-3 0 0 15,0 0 16-15,0 0 3 0,-3 0 1 0,0 0 0 0,0 0 2 0,0-2 0 16,0 2 0-16,-3 2 0 0,0 1-10 0,0 0-2 0,0 5 0 0,0 0 0 16,0 0-16-16,0 0-4 0,0 0-1 0,0 0 0 15,0 0-19-15,0 0 0 0,0 0 0 0,-3 5 0 16,3 3 0-16,0 0 0 0,0 2 0 0,3 1 0 15,-3-3 0-15,3 3-14 0,3-1 2 0,-3 1 1 16,3-3 11-16,0 2 0 0,0 1-9 0,3-3 9 16,-1 0-10-16,-2-3 10 0,3 0-13 0,0-2 5 15,3 2 8-15,-3-5 14 0,3 0-3 0,0 0-1 16,-3-2-10-16,0-1 0 0,3-2 0 0,-3 2 0 16,0-2 19-16,-1-3 1 0,1 2 1 0,-3 1 0 15,0-3 9-15,0 0 2 0,0 0 0 0,0 0 0 16,0 1-5-16,0-4-1 0,-3 0 0 0,3-2 0 15,-3 0-18-15,3-3-8 0,-3-3 8 0,3 4-8 16,0-7 0-16,-3 4 0 0,3-1 8 0,0 1-8 16,0-1-12-16,0 3-4 0,3 1 0 0,-4 4-1 15,4 0-84-15,0 3-17 0,-3 1-3 0,3 1-1 16,0 4-54-16,0 2-12 0,-3 0-1 0</inkml:trace>
  <inkml:trace contextRef="#ctx0" brushRef="#br0" timeOffset="64304.389">18553 12431 2325 0,'-9'8'48'0,"9"-8"12"0,-3 5-48 15,3-5-12-15,-3 5 0 0,0 1 0 0,3-6 107 0,-3 5 19 0,3 0 4 0,-3 1 1 16,0-1-43-16,3 0-9 0,0 0-2 0,-3 1 0 16,3-1-34-16,0 3-7 0,0-3-2 0,0 1 0 15,-3 4-15-15,3-2-3 0,-3 0-1 0,0 3 0 16,0-1-15-16,0 3 11 0,0-2-11 0,-3 2 10 15,0 0-10-15,0 3 0 0,0-2 0 0,0-1 0 16,-3 3 0-16,3 0 0 0,-3-1-12 0,3 1 12 16,1 0-86-1,-4 0-10-15,3-3-1 0,3 1-1 0,-3-1-111 0,3 0-23 16</inkml:trace>
  <inkml:trace contextRef="#ctx0" brushRef="#br0" timeOffset="65085.146">19624 12243 2456 0,'0'0'70'0,"0"0"14"0,0 0-67 0,0 0-17 0,0 0 0 0,0 0 0 16,0 0 72-16,0 0 10 0,0 0 2 0,0 0 1 16,0 0-27-16,-3 5-6 0,0 1 0 0,0 4-1 15,0 3-36-15,-3 3-7 0,0 3-8 0,0 2 11 16,0 0-2-16,1 0 0 0,-1 1 0 0,3 1 0 16,0-4-9-16,0-1 0 0,0-2-10 0,3 0 10 15,0 0-34-15,3-5-1 0,0 2 0 0,0 0 0 16,3-5-18-16,0 0-4 0,2 0-1 0,1-3 0 15,0 0 15-15,0-2 3 0,3 0 1 16,0-3 0-16,0 0-20 0,0-3-4 0,-3 0-1 16,3-2 0-16,-3 0 103 0,3-3 20 0,-4 0 4 0,1 0 1 15,0 0 0-15,0 0 0 0,-3-2 0 0,-3 2 0 16,3 0-52-16,-3-3-12 0,3 1 0 0,-3 2 0 16,0-3 47-16,-3 3 6 0,3-3 2 0,-3 4 0 0,3-1-37 15,-3 2-7-15,3 1-2 0,-3 5 0 0,0 0-9 16,0 0 0-16,0 0 0 0,0 0 0 0,0 0 0 0,0 8 0 15,3 0 0-15,0 0 0 0,0 2 0 0,0 1 0 0,0 0 0 16,0 2 0-16,3-3 0 0,0 1 0 0,0-3 0 0,0 3 0 16,0-1 0-16,3-2 0 0,2-3 0 0,-2 1 0 15,0-1 0-15,0 0 0 0,3-2 0 0,-3-1 0 16,0-2 0-16,3 0 0 0,-3-2 0 0,0 2 0 16,0-3 0-16,-3-2 0 0,0 0 0 15,0 2 0-15,-1-5 53 0,-2 3 9 0,0-3 2 16,0 0 0-16,0 0-52 0,-3-3-12 0,0 3 0 0,0-2 0 15,0-3 54-15,0 2 8 0,0-5 2 0,0 3 0 16,0-3-52-16,0-2-12 0,0 2 0 0,0-6 0 16,0 7 0-16,3-1 0 0,0-3 0 0,0 3 0 15,0 0 0-15,0 1 0 0,3 1 0 0,0 1 0 16,0 3-48-16,3-4-13 0,0 6-3 16,0-2 0-16,3 4-153 0,3 1-31 0,-3 3-7 15</inkml:trace>
  <inkml:trace contextRef="#ctx0" brushRef="#br0" timeOffset="65602.424">20249 12505 2269 0,'0'0'64'0,"0"0"15"0,0 0-63 0,0 0-16 0,-6 3 0 0,6-3 0 15,-6 5 105-15,3-2 19 0,-3 2 3 0,3-2 1 16,-2 2-80-16,2 0-15 0,-3 0-3 0,3 3-1 15,-3 0-5-15,0 0 0 0,3 3-1 0,-3-3 0 16,3 2-15-16,-3 1-8 0,3 2 8 0,0-2-8 16,0-1 11-16,0 1-3 0,0-1 0 0,0 1 0 15,3 0-8-15,0-1-14 0,3 1 3 0,-3-3 1 16,3 0 10-16,0 0-10 0,3-3 10 0,-3 0-10 16,3-2 10-16,0-1 0 0,3-2 0 0,-3 0-8 15,3-2 20-15,0-1 4 0,2-2 0 0,-2-3 1 16,0 3-17-16,3-3 0 0,-3 0 0 0,3 0 0 15,-3 0 0-15,-3 0 0 0,3-3 0 0,0 3 0 16,-3-2 0-16,0 2 0 0,0-3 0 0,-6 3 0 16,3-2 0-16,-3 2 0 0,0-3 0 0,0 1 0 15,-3-1 55-15,-3-2 7 0,3 2 2 0,-3 1 0 16,-3-1-52-16,3 1-12 0,-3-1 0 0,-3 0 0 16,3 1-48-16,-3 2-13 0,0-3-3 0,-3 1 0 15,3 2-83-15,-2 2-17 0,-1 1-3 0</inkml:trace>
  <inkml:trace contextRef="#ctx0" brushRef="#br0" timeOffset="66901.335">16171 13463 1824 0,'3'-5'76'0,"-3"-1"-60"16,3 1 124-16,-3 0 26 0,3-1 5 0,-3 1 1 16,3 0-71-16,-3 0-13 0,0 5-4 0,0-6 0 15,0 6-16-15,0 0-3 0,0 0-1 0,0 0 0 16,0 0-51-16,0 0-13 0,0 0 0 0,0 0 0 16,0 0 54-16,-6 6 8 0,3-1 2 0,-3 3 0 15,3 2-64-15,-3 4-18 0,3-1-1 0,-2 5 0 16,2-2 19-16,-3 5 0 0,3 1 0 0,0 1 0 15,0-2-9-15,3 1 9 16,-3-4 0-16,3 3-9 0,3-5-13 0,-3 0-2 0,6 0-1 0,-3-3 0 16,3-2 7-16,-1-1 2 15,4-4 0-15,-3 2 0 16,3-6-39-16,0 1-7 0,0 0-2 0,0-1 0 0,3-4 52 0,0-1 12 0,0 0 0 0,0-2 0 16,-3 0-10-16,3-3 1 0,-1 0 0 0,-2 0 0 15,3 0 9-15,-3-3 9 0,0 1-1 0,-3-1-8 16,0 1 32-16,-3-1-1 0,0 0 0 0,0 1 0 15,-3 2 5-15,0-3 2 0,0 3 0 0,0 0 0 16,-3 0-9-16,0 1-1 0,0 1-1 0,-3 1 0 16,3 2-11-16,0 1-3 0,3 2 0 0,-9 2 0 15,6 4-13-15,-3 2 0 0,0-1 8 0,3 4-8 16,-3 2 0-16,3 3 0 0,0 0 0 0,3 0 0 16,-3 0-18-16,3 0 0 0,0 0 0 0,0-3 0 15,6 0-16-15,-3 0-3 0,6 0-1 0,-3-2 0 16,3 0 2-16,0-3 1 0,0 0 0 0,3-3 0 0,0 0 16 0,0-2 3 15,0-1 1-15,0-2 0 0,0-2 15 0,-1-1 0 16,4-2 0-16,-3-3 0 16,-3 0 0-16,3 0 0 0,0 0 0 0,-3-3 0 15,0 4 10-15,-3-4 5 0,0 0 1 0,0 1 0 16,-3-3 11-16,0-1 2 0,3 1 1 0,-6 0 0 0,3-3-8 0,-3 0-2 0,3-2 0 16,-3 2 0-16,3-3-10 0,-3 1-2 0,0 2-8 15,2-3 12-15,-2 3-12 0,0 1 0 0,3 1 0 0,-3-2 0 16,3 6 0-16,0-1-15 0,0 1 3 0,-3 2 1 15,3 2-49 1,0 4-9-16,0-1-3 0,-3 3 0 0,0 0-147 16,0 0-29-16</inkml:trace>
  <inkml:trace contextRef="#ctx0" brushRef="#br0" timeOffset="67415.3">16642 13651 2437 0,'0'0'69'0,"0"0"15"0,3-6-67 0,3 1-17 0,-3 0 0 0,3-3 0 15,2 0 84-15,1 0 12 0,3 0 4 0,-3-3 0 16,3 4-36-16,3-1-8 0,-3 0 0 0,0 2-1 16,3-2-22-16,-3 6-4 0,2-3-1 0,-5-1 0 15,3 6-12-15,-3-2-4 0,0 2 0 0,0 2 0 16,-3 1-12-16,-3 0 8 0,3 2-8 0,-3 3 0 15,-3-3 0-15,3 3 8 0,-3 0-8 0,0 0 0 16,-3 0-12-16,3 2-4 0,-3 1-2 0,0 0 0 16,-3-1-25-16,3 1-5 0,0-1 0 0,-3-2-1 15,3 3 0-15,-3-3 0 0,3-3 0 0,0 3 0 0,0-3 21 0,0 1 4 16,3-6 0-16,0 0 1 0,0 0 14 0,0 0 9 0,0 0-12 0,0 0 12 16,3 2 0-16,3-2 0 0,0 0 0 15,0 0 0-15,0-2 9 0,3-1 9 0,-3-2 2 16,3 2 0-16,0-2 2 0,0 2 1 0,0-2 0 15,0 2 0-15,-3 0 1 0,0 1 0 0,0 2 0 16,-1-3 0-16,-2 3-4 0,0 3 0 0,-3-3 0 0,6 2 0 16,-6-2-1-16,3 6-1 15,0-1 0-15,-3 3 0 0,0 0-1 0,0 0 0 0,-3 0 0 0,0 2 0 16,0 1-5-16,-3 0-2 0,0-1 0 0,1 3 0 16,-4-2-10-16,0 2 10 0,0 0-10 0,-3 1 10 15,3-1-10-15,-3-3 0 0,0 1 0 0,0 0 0 16,0-1 0-16,0 3 0 0,0-2 0 0,-2 0 0 15,2-1-11-15,0-2-7 0,3 3-2 0,0-3 0 16,0 0-31-16,3 0-6 0,0-6-2 0,0 3 0 16,0-2-139-16,6-3-28 0,0 0-6 0</inkml:trace>
  <inkml:trace contextRef="#ctx0" brushRef="#br0" timeOffset="68212.467">18029 13410 2115 0,'0'0'44'0,"0"0"11"15,3-3-44-15,0-2-11 0,0 2 0 0,-3 3 0 16,3-2 97-16,-3 2 18 0,0 0 3 0,0 0 1 16,0 0-31-16,0 0-7 0,0 0-1 0,0 0 0 15,0 0-36-15,-6 8-7 0,3 0-1 0,-3 2-1 16,0 1-22-16,-3 2-4 0,3 0-1 0,0 3 0 16,-3 0-8-16,3 2 0 0,0 4 0 0,-3-1 0 15,3-3-16-15,3 3-1 0,-3 1-1 0,3-4 0 16,3-2-18-16,0 0-4 0,0-5-1 0,3 2 0 15,0-5-18-15,3 0-3 0,-3-3-1 0,3 0 0 16,3-2 47-16,-3-3 16 0,3-3-9 0,-3 1 9 16,3-4-28-16,0-2 0 0,0 0 0 15,0 0 0-15,-3-2 42 0,3-3 8 0,-1 2 2 0,1-2 0 0,0 0 18 16,-3-1 4-16,0 1 1 0,-3 0 0 0,0 0-21 0,0-1-4 16,0 1-1-16,-3 3 0 0,3-1 34 0,-3 3 6 0,0-2 2 15,-3 2 0-15,3 2-50 0,-3 1-13 16,3 0 0-16,0 5 0 0,0 0 0 0,0 0 0 0,0 0 0 0,0 0 0 15,0 0 0-15,-3 8 0 0,3 2 0 0,0 1 0 16,0 2 0 0,3 0 0-16,0 1 0 0,0-1 0 0,3 0 0 0,0 0 0 15,0-2 0-15,3-1 0 16,0 1-46-16,0 0-14 0,3-4-4 0,-3-1 0 0,0-1 52 0,2-2 12 0,-2-3 0 0,0 0 0 16,3 0 0-16,-3-3 0 0,0 0 0 0,0-5 0 15,-3 1 48-15,3-1 13 0,0-3 3 0,-3-2 0 16,0 0-41-16,0-1-8 0,-3 1-2 0,3 0 0 15,-3 0 11-15,3-3 1 0,-3 3 1 0,-3-1 0 16,3 4-8-16,-1-4-2 0,-2 1 0 0,3 0 0 16,0 0-8-16,0 0-8 0,0-1 9 0,0 1-9 15,0 3 0-15,0-1 0 0,0 0 0 0,0 3 0 16,3 0 9-16,0 1-9 0,0 1 8 0,0 1-8 16,0 5-168-16,0 0-38 0,0 0-8 0</inkml:trace>
  <inkml:trace contextRef="#ctx0" brushRef="#br0" timeOffset="68590.933">18398 13529 2066 0,'0'0'43'0,"0"0"10"0,0 0-42 16,0 0-11-16,0 0 0 0,0 0 0 0,0 0 104 0,0 0 20 0,6-3 3 0,0 1 1 15,0 2 0-15,3-3 0 0,0 0 0 0,0 1 0 16,-1 2-103-16,1 0-25 0,0 0 0 0,0 0 0 15,0 0 56-15,0 2 7 0,0 1 1 0,-3 0 0 16,0 2-52-16,0 0-12 0,0 3 0 0,-3 0 0 16,0 3 0-16,0-3 0 0,0 5 0 0,-3-3 0 15,3 4 0-15,-3-1 0 0,0-2 0 0,-3 4 0 16,0-1-48-16,-3 2-13 16,3-3-3-16,-3 0 0 0,-3 0 52 0,3 0 12 0,-3 1 0 0,3-4 0 15,-3 1 0-15,3 2 0 0,0-5 0 0,0 3 0 16,0-3 0-16,3-3 0 0,3 3 0 0,-3 0 0 15,3-8 0-15,3 2 0 0,0 1 0 0,3 0 0 16,0-1 0-16,0-2 0 0,3-2 0 0,0 2 0 16,0-3 0-16,3-2 0 0,0 2 0 0,0-2 0 15,0-1 0-15,0-1 0 0,2 1 0 0,1-4 0 16,0 2-54-16,3 0-8 0,0 0-2 0,6 0 0 16,0-5-102-16,2 2-21 0,4-2-4 0</inkml:trace>
  <inkml:trace contextRef="#ctx0" brushRef="#br0" timeOffset="69396.766">19964 13325 2252 0,'0'0'47'0,"0"0"11"0,0 0-46 0,0 0-12 0,0 0 0 0,-6 0 0 16,6 0 65-16,-9 0 11 0,9 0 3 0,-6 3 0 16,0 0 6-16,0-1 2 0,0 3 0 0,0 1 0 15,-3 2-43-15,3 2-9 0,-3-2-2 0,0 5 0 16,3 1-20-16,-3 2-4 0,3-1-1 0,0 1 0 15,0 0-8-15,0 3 0 0,3-1 0 0,1 1 0 16,-1-3-12-16,3 0-4 0,3-1 0 0,-3 1-1 16,5-3-24-16,1 1-5 0,0-4-1 0,0 1 0 15,3-6-23-15,0 0-5 0,3 1-1 0,0-4 0 16,0-4 21-16,3-1 4 0,0 0 1 0,0-4 0 16,2-1 37-16,-2 0 13 0,0-3-9 0,3 0 9 0,-3-2 21 15,-3 3 10-15,3-4 1 0,-3 1 1 0,-3 3 23 0,-1-4 4 16,1 4 0-16,-3-1 1 0,0 3-1 0,-3 0 0 0,0-2 0 15,0 2 0-15,-3 3-8 0,0-3-1 0,0 2-1 0,-3 1 0 16,3 0-19-16,0 5-4 0,0 0-1 16,0 0 0-16,0 0-14 0,0 0-2 0,0 0-1 0,-6 2 0 15,0 4-9-15,3 2 0 0,0 0 0 0,0 2 0 16,0 1 0-16,3-1-9 0,3 4 9 0,-3-1-10 16,3-3-14-16,3 4-2 15,0-1-1-15,3 0 0 0,-3-2 12 0,3-1 3 0,0-2 0 16,0 0 0-16,0 0-42 0,0-3-8 0,0-2-2 15,0 0 0-15,3-1 52 0,-3-4 12 0,-1 2 0 0,4-6 0 16,-3 1 48-16,0 0 13 0,0-3 3 0,0 0 0 16,0-3-52-16,-3 1-12 0,0-1 0 0,-3 1 0 15,3-1 54-15,-3-2 8 0,0 2 2 0,0-2 0 16,0 2-52-16,-3-2-12 0,3 2 0 0,-3-2 0 16,3 3 40-16,-3-4 6 0,0 4 1 0,0-3 0 15,0-1-35-15,0 4-12 0,3-3 0 0,-3-1 9 16,0 1 4-16,3 0 1 0,-3 0 0 0,0-1 0 15,3 1-33-15,0 3-6 0,0-1-2 0,0 0 0 16,0 4-100-16,3 1-20 0,-1 1-4 0</inkml:trace>
  <inkml:trace contextRef="#ctx0" brushRef="#br0" timeOffset="69726.121">20514 13418 2457 0,'0'0'51'0,"0"0"13"0,0 0-52 16,0 0-12-16,0 0 0 0,0 0 0 0,0 0 96 0,0 5 16 0,0-5 3 0,0 5 1 16,0 3-41-16,0 0-8 0,3 0-2 0,-3 0 0 15,3 3-26-15,-3-1-6 0,0 1-1 0,0 2 0 16,0 0-12-16,0 3-4 0,0 3 0 0,-3-3 0 15,0 2-6-15,3 1-2 0,-3 2 0 0,0-3 0 16,0 1-8-16,0-1 0 0,0-2 9 0,0 0-9 16,0 0 0-16,0 0 8 0,0-3-8 0,0 0 0 15,3-2 0-15,0 2 0 0,-3-5 0 0,3 3 0 16,0-3 0-16,0 0 0 0,0-3 0 0,0 0 0 16,0-5-78-16,0 0-10 0,0 0-3 0,0 0 0 15,0 0-97-15,6-2-20 0</inkml:trace>
  <inkml:trace contextRef="#ctx0" brushRef="#br0" timeOffset="79311.742">20374 12254 1519 0,'0'0'43'0,"-3"-6"9"0,3 6-41 0,0-2-11 0,-3-4 0 0,3 6 0 15,0-5 60-15,-3 0 11 0,0 0 1 0,3 5 1 16,-3-6 22-16,0 4 4 0,3-4 1 0,-3 1 0 16,3 5-36-16,-2-5-8 0,-1-1 0 0,0 4-1 15,0-4-10-15,0 1-1 0,0 3-1 0,-3-4 0 16,3 1-14-16,0 0-2 0,0-1-1 0,0 1 0 15,-3 2 0-15,3-2 0 0,0 0 0 0,-3 0 0 16,0-1-16-16,3 4-10 0,-3-4 12 0,0 4-12 16,0-4 0-16,0 1 0 0,0 2 0 0,0-2 0 15,0 0 43-15,0 0 1 0,0-1 1 0,-3 1 0 16,4 0-29-16,-4-1-7 0,3 1-1 0,-3 0 0 16,-3 2 1-16,3-2 0 0,-3 0 0 0,0-1 0 15,0 1 3-15,-3 2 0 0,0-2 0 0,0 0 0 16,1 2-12-16,-1-2 0 0,-3 2 9 0,3-2-9 15,-3 2 0-15,0 1 9 0,0-1-9 0,-2 3 0 0,2-3 0 16,0 3-19-16,0 3 3 0,0-3 0 0,3 3 28 16,0-1 5-16,0 4 2 0,4-4 0 0,-1 3-31 15,0 1-5-15,0-1-2 0,3 3 0 0,-3-3 19 0,3 3 0 16,-3 0 0-16,0 0 0 0,0 0 12 0,0 0 7 16,-2 0 1-16,2 3 0 0,0-4-20 0,0 4 0 15,0-3 0-15,0 0 0 0,0 2 0 0,0-2 0 0,0 0 0 16,0 0 0-16,1 0 0 0,-1 0 0 0,0 0 0 0,0 0 0 15,3 3 0-15,-3-3 0 16,3 2 0-16,-3-2 0 0,3 5-15 0,0-2-3 0,0 2-1 0,3 3 0 16,-3 0 19-16,4 0 0 15,-1 2 0-15,0 1 0 0,0-1 8 0,3 1 6 0,-3-1 1 0,3 1 0 16,0-3-15-16,3 0 0 0,-3 0 0 0,0-1 0 16,3-1 0-16,-3-1 0 0,3 0 0 0,0 0 0 15,0 1 0-15,0-1 0 0,3 0 0 0,-3-2 0 16,3 2-14-16,0 0 1 0,-3-2 0 0,3 2 0 15,0 0 22-15,3 0 5 0,-3 1 1 0,0-1 0 16,3 0-24-16,0 3-5 0,-1-3-1 0,1 0 0 16,0 3 15-16,3-3 0 0,0 1 0 0,-3-1 0 15,3 0 8-15,3 0 4 0,0-2 0 0,-3 0 1 16,3-1-13-16,3 1 0 0,-3-3 0 0,2 0 0 16,1 0 0-16,0-3 0 0,0 0 0 0,0 0 0 15,0 1 0-15,0-4 0 0,0 4 0 0,0-1 0 16,-4-2 0-16,4 2 0 0,-3-2 0 0,0 2 0 15,0-3 0-15,0 1 0 0,0 0 0 0,0-1 0 16,3 1 0-16,-3 0 0 0,2-3 0 0,1 2 0 16,0-2 0-16,0 0-16 0,0 0 1 0,0 0 1 0,3-2 14 15,0 2 16-15,-4-3-3 0,4 0-1 0,0 3-12 16,-3-2-16-16,3-4 3 0,0 4 1 0,-3-3 12 0,0 2 16 0,-1 0-3 16,1 1-1-16,-3-1-12 0,0-2 0 15,0 2 0-15,-3-2 0 0,0-1 0 0,0 1 0 0,0 0 0 0,0 0 0 16,3-3 0-16,-4 2 0 0,1-4 0 0,3-1 0 15,0 1 0-15,0-4-15 0,0 1 2 0,0-3 0 16,3-2 13-16,0-1 0 0,0 1 0 16,-1-1 0-16,1 3 32 0,0-2 10 0,3 2 2 15,-3-3 0-15,0 6-26 0,0-3-5 0,-3 0-1 16,3 0 0-16,-4 3-3 0,1-3-1 0,0 0 0 0,-3 1 0 16,0-1 0-16,-3 0-8 0,0 0 12 0,0-3-4 15,-3 1 1-15,0-1 0 0,-3-2 0 0,0 0 0 16,-3 0-20-16,0 2-4 0,0-2-1 0,-3 3 0 15,-3-1 33-15,0 3 7 0,0 0 0 0,-3 1 1 16,0 1-25-16,-2 1 0 0,-1 3 0 0,0-4 0 16,0 4-26-1,-3-1-10-15,3 1-3 0,3-1 0 0,0 3-151 0,3-3-30 0,1 3-7 0</inkml:trace>
  <inkml:trace contextRef="#ctx0" brushRef="#br0" timeOffset="81013.534">20526 12280 1337 0,'9'0'56'0,"3"0"-44"16,0-3 96-16,0 1 19 0,0-1 4 0,3-2 1 16,-1 0-58-16,1-1-11 0,3 1-3 0,0 0 0 15,3-3 4-15,3 2 0 0,-3-1 0 0,2-1 0 16,1 0-5-16,3-3-1 0,0 0 0 0,-3-2 0 31,-1 0-25-31,1 0-5 0,0-3 0 0,0 0-1 0,-3-2 13 0,2-1 2 0,-2-2 1 0,3-3 0 16,0 0-35-16,0-2-8 0,0-3 0 0,-1 2 0 15,1 1 0-15,-3 2 0 0,0-3 9 0,0 1-9 16,-3 2 12-16,-4-2-1 0,-2-1-1 0,0-2 0 16,0 0 8-16,-6 0 2 0,0-3 0 0,0 0 0 15,-3 1-1-15,-3 2 0 0,-3-3 0 0,-3 3 0 16,0 2-1-16,-3 1 0 0,-3-1 0 0,-3 1 0 16,0-1 4-16,-5 1 1 0,-1-3 0 0,-3 0 0 15,-3 0-8-15,3 0-2 0,-5-1 0 0,-1 1 0 16,0 3 7-16,-3 2 2 0,1 0 0 0,-7 0 0 15,-3 3-22-15,1 0-18 0,-7 3 3 0,0-4 1 16,1 6 22-16,-1-2 5 0,0-1 1 0,-5-2 0 16,-1 3-14-16,-2-3 0 0,-1 2 0 0,-5-2 0 15,2 0 9-15,1 2-1 0,-4-2 0 0,-2 0 0 16,2 5-8-16,4 0 10 0,-4 0-10 0,-8 0 10 16,5 3-10-16,-2 0 0 0,-4 2 0 0,-5-2 8 15,5 0-8-15,1 2 0 0,0-2 0 0,-10 2 0 16,10 1 0-16,-4-1 8 0,7 1-8 0,-10 2 0 0,7 0 0 0,0-3 0 15,-4 3 8-15,-5 3-8 0,5 0 0 0,1-1 0 0,-3 1 0 0,-10 3 0 16,10-1 0-16,-1 0 0 16,1 1 0-16,-6 2 0 0,8 0 0 0,-2 0 0 0,3 0 0 15,-10 0 0-15,10 0-13 0,-1 2-5 0,-2 1-1 16,-6 0 0-16,5-1 31 0,1 3 7 0,-1 1 1 0,-8-4 0 16,12 4-20-16,-7-1 0 0,4 0 0 0,-9 1 0 15,11 1 0-15,-2-1 0 0,2 2 0 0,-2 0 0 16,6-3-10-16,-1 3-9 0,1 0-1 0,-7 2-1 15,7-2 33-15,-1 3 8 0,1 0 0 0,-9 2 1 16,5 0-21-16,4-2 0 0,-4 4 0 0,-5 1 0 16,11 3 0-16,1-1 0 15,0 4 0-15,-7 1 0 0,10-1 0 0,-4-1 0 0,4 0 0 0,-10 0 0 16,7 0 0-16,-4 0 0 0,1 1 0 0,-6-1 0 16,8 0 0-16,1-3 0 0,2 4 0 0,-2 1 0 15,5 1 0-15,1 5 0 0,2 3 0 0,-5 0 0 16,5 0 0-16,1-1 0 0,-1-2 0 0,-2 6 0 15,11-9 0-15,0 1 0 0,7-1 0 0,-1 3 0 16,3-2 0-16,-2-1 0 0,5 1 0 0,-3 4 0 16,4 1 0-16,-1 3 0 0,3 2 0 0,-2 0 0 15,8-6 0-15,3-2 0 0,3 3 0 0,-3-3 0 0,7 0 0 16,-4 1-8-16,3-1 8 0,-3 2 0 0,3 1 0 0,0 3 0 16,1 2 0-16,-1 2 0 0,0-7 0 15,3 0 0-15,-3-6 0 0,3 6 0 0,3-6 0 0,1 1 0 0,-1-3 0 16,0 5-8-16,3 3 8 0,0 2 0 0,0 3 0 0,0 3 0 15,3-6 0-15,0-2 0 0,0 0 0 0,3 2 0 16,-2-5 0-16,2 0 0 16,3-2 0-16,-3 4 8 0,0 4-8 0,3-1 8 15,0 1-8-15,0 2 8 0,0-3-8 0,0 1 0 0,3-4 8 16,0 1-8-16,0-3 0 0,0 0 8 0,0-2-8 16,0 2 0-16,0 0 0 0,3-3 0 0,0 3 0 0,0 3 8 15,0-3-8-15,3 3 0 0,0-3 0 0,3 3 0 16,-1-6 0-16,1-2 0 0,3-3 0 0,0-2 0 15,3-3 0-15,-3 0 0 0,3 0 0 0,0-3 0 16,6 0 0-16,-4 0 8 0,4-2-8 0,0 2 0 16,-3-2 0-16,3-1 0 0,0 3 0 0,0-2 8 15,-4 0-8-15,1-3 0 0,0 2 0 0,0-2 8 16,0-3-8-16,3 3 0 0,-3-2 0 0,2-4 8 16,7 4-8-16,-3-1 0 0,3 0 0 0,3-2 0 15,-1 2 0-15,1-2 0 0,0-1 0 0,-3 1 0 16,2 0 0-16,-5-1 0 0,0-2 0 0,0 3 0 15,3-3 0-15,-4 3 0 0,1-3 0 0,3 0 0 16,-3 2 0-16,3 1 8 0,-1-3-8 0,1 2 0 16,-3 4 0-16,0-4 0 0,-3 4 0 0,-1-4 0 15,-2 6 0-15,-3-2 0 0,0-1 0 0,-3 0 8 16,0 0-8-16,-3 3 0 0,-3-2-11 0,0-1 11 16,0 3-12-16,-3-3 3 0,3 1 1 0,-3 1 0 0,0-1-9 15,-3-1-2-15,0 0 0 0,3 1 0 16,-3-6-19-16,0 5-4 0,0-5-1 0,0 0 0 15,0 0-29-15,0 0-5 0,0 0-2 0,0 0 0 16,0 0-169-16,0 0-35 0</inkml:trace>
  <inkml:trace contextRef="#ctx0" brushRef="#br0" timeOffset="81438.711">13969 13376 1576 0,'-12'-8'32'0,"6"5"9"0,3 0-33 0,-3 1-8 0,3-1 0 0,0 0 0 16,3 3 110-16,-6-2 20 0,6 2 4 0,-3-3 1 15,3 3-31-15,0 0-5 0,0 0-2 0,0 0 0 16,0 0-22-16,0 0-5 0,0 0-1 0,0 0 0 15,0 0-18-15,0 0-4 0,0 0-1 0,0 0 0 16,6 0-8-16,3 5-2 0,0-2 0 0,0 0 0 16,0 2-10-16,0-2-2 0,0 2-1 0,2 0 0 15,1 0-11-15,-3 1-3 0,3-1 0 0,0 3 0 16,-3 0-9-16,0-3 0 0,0 3 9 0,-3 3-9 16,0-3 0-16,0 2 9 0,-3 1-9 0,0-1 0 0,0 4 9 15,0-1-9-15,-3 0 0 0,0 3 9 0,0 0-9 0,-3 2 0 0,0 1 0 16,0-1 0-16,-3 1 0 0,0-1 0 0,0 1 0 15,0 0 0-15,-3-1-10 0,0-2 10 0,0 0 0 16,-3 0-9-16,3-3-3 0,0 0-1 0,-3 0 0 16,3 1 0-1,1-4-19-15,-1 1-4 0,0 2-1 0,0-5 0 16,0 3-113-16,3-4-22 0,-3 1-5 0</inkml:trace>
  <inkml:trace contextRef="#ctx0" brushRef="#br0" timeOffset="82463.499">14576 13738 1824 0,'0'0'38'0,"0"0"8"0,0 0-37 0,0 0-9 0,0 0 0 0,-6 0 0 16,6 0 104-16,0 0 20 0,0 0 3 0,0 0 1 16,0 0-52-16,0 0-9 0,0 0-3 0,0 0 0 15,0 0 0-15,0 0 0 0,0 0 0 0,0 0 0 16,-6 3 0-16,6-3 0 0,0 0 0 0,-6 5 0 15,0 0-51-15,3 3-13 0,3-3 0 0,-3 6 0 16,3 0 54-16,-3 2 8 0,3 0 2 0,0 3 0 16,-3 0-64-16,3 0-18 0,0 2-1 0,3 1 0 15,-3-1 19-15,3 3 0 0,0-2-8 0,0 0 8 16,0-1-38-16,0-2-4 0,3-3-1 0,-3 0 0 16,3-2 35-16,0-3 8 0,0 0 0 0,0-3 0 15,0-2-53-15,3-3-9 0,-3 0-2 0,3-3 0 16,-1-2 52-16,-2-3 12 0,3-3 0 0,0 1 0 0,0-1 0 15,0-5 13-15,3 3-2 0,-3-3-1 0,0 3-10 0,0-3 12 16,-3 5-12-16,3-2 12 0,-3 0 7 16,0 2 1-16,0 1 1 0,-3-1 0 15,0 3 5-15,0-2 1 0,-1 2 0 0,1 0 0 16,0 3 5-16,-3-3 0 0,0 0 1 0,0 2 0 0,0 1-1 16,0 5-1-16,0 0 0 0,0 0 0 0,0 0-31 0,0 0 0 0,0 0 0 15,0 0 0-15,0 0 0 0,0 0 0 0,6 8 0 0,0-3 0 16,-3 3 0-16,3 3 0 0,-3-3 0 0,3 2 0 31,0 1-45-31,0 2-15 0,0-5-4 0,3 5 0 0,0-2 52 0,0-3 12 0,0 2 0 0,0 1 0 16,3-6 0-16,-3 3 0 0,-1-5 0 0,1 2 0 15,0-5 0-15,-3 0 0 0,3-2 0 0,-3-4 0 16,0 1-18-16,3-3-1 0,-3-3 0 0,0 1 0 16,0-1 30-16,0-2 5 0,0 0 2 0,0 0 0 15,-3-1-18-15,3 1 0 0,0 3 0 0,-3-4 0 16,0 1 58-16,0 0 5 0,0 0 1 0,-3-1 0 15,0 1-52-15,0-3-12 0,0 0 0 0,0-2 0 16,-3 2 0-16,3-5 0 0,-3 0 0 0,3 2 0 16,-3 1 0-16,3-1 0 0,-3 1 0 0,3 2 0 15,0 3 0-15,-3-1 0 0,3 6 0 0,0 0 0 16,0 3-64-16,0 0-15 0,0 5-3 0,0 0-1 16,0 0-123-16,6 2-25 0,0 1-5 0</inkml:trace>
  <inkml:trace contextRef="#ctx0" brushRef="#br0" timeOffset="82956.35">15118 13849 1831 0,'0'0'38'0,"0"0"9"0,0 0-38 0,0 0-9 0,0 0 0 0,0 0 0 16,0 0 85-16,0 0 15 0,0 0 4 0,0 0 0 15,0 0-35-15,-3 5-6 0,3-5-2 0,-3 8 0 16,0 0-25-16,3-2-6 0,-3 2-1 0,3-1 0 15,-3 1-17-15,3 3-3 0,0-3-1 0,0 5 0 16,0-2-8-16,0-1 0 0,3 1 9 0,0 2-9 16,0-2 0-16,0-1 0 0,0-2 0 0,0 0 0 15,3 0 0-15,0-3 0 0,-1-2-8 0,1 2 8 16,0-5 0-16,3 0 0 0,-3 0 0 0,-1443-2-8 16,2889-1 8-16,-1443-2 16 0,3-1-4 0,-3-1-1 15,0-1 22-15,0-3 5 0,0 0 1 0,0 1 0 0,-3-1-1 16,3 1 0-16,-1-4 0 0,-2 4 0 0,0-1-6 15,0-2 0-15,-3 5-1 0,3-2 0 0,-3-1-31 0,-3 3 0 16,3 0 0-16,-3-2 0 16,0 2 47-16,-3 0 3 0,0 0 1 0,0 0 0 0,-3 0-35 15,-3 3-8-15,3-1 0 0,-5 4-8 16,-1-1 0-16,0 3 0 0,-3 3 0 0,-3-1 0 16,-6 4-131-16,3-1-23 0,0 5-5 0</inkml:trace>
  <inkml:trace contextRef="#ctx0" brushRef="#br0" timeOffset="86948.83">24059 13293 2276 0,'-15'-5'48'0,"4"-3"9"15,-1 0-45-15,0 0-12 0,3-2 0 0,-3 2 0 16,3-3 9-16,-3 1 0 0,3-1 0 0,0 3 0 15,-3-2-9-15,3-1 0 0,-3 3 0 0,-2-3 0 16,2 4 37-16,-3-4 6 0,0 3 1 0,0 0 0 16,-3 0-20-16,0-2-3 0,0 4-1 0,-2-2 0 15,-4 3 36-15,3 0 6 0,-3-3 2 0,0 3 0 16,1 2-52-16,-4 0-12 0,0 1 0 0,0 2 0 0,0 0 0 16,1 2 0-16,-1 1 0 0,-3 2 0 0,0-2 35 15,1 2 4-15,-4-2 1 0,-3 5 0 0,0 0-13 16,1 0-3-16,-1 5 0 0,-3 0 0 0,3-2-24 15,4 4-11-15,-4-1 1 0,0 4 0 0,4-2 10 0,-4 0 14 0,0 0-3 16,-3 5-1-16,4-5-10 16,2 2 0-16,-3-2 0 0,-2 3 0 0,5-1 8 0,3-2-8 15,0 3 12-15,-2-1-4 0,2 3-8 0,-3-5 0 16,0 3 0-16,-2 2 0 0,-1 0 0 0,3 6-9 16,0-4 9-16,-2 7-13 0,2-7 13 0,3 4 15 15,0-3-3-15,1 2-1 0,2-2-11 0,0 2 0 0,-3-2 0 16,0 3 0-16,1-1 0 0,2-2-14 0,-3 2 2 0,3 3 0 15,1 3 12-15,2 0 0 0,-3 5 0 0,3 0 0 16,3 0 0-16,3-2 0 0,-2 2 0 0,2 0 0 16,0 0 0-16,0-3 0 0,3 3 0 0,0 3 0 15,0-3 0-15,1 3 0 0,2-1 0 0,0 4 0 16,3-6 0-16,0 0 0 0,3 0 0 0,-3 2 0 16,6 1 0-16,-3 2 8 0,3 3 0 0,0 0-8 15,3 0 0-15,0-2 0 0,0-1 0 0,3 0 0 16,0 1 0-16,0-1 0 0,3 0 0 0,-3 3-9 15,6-2 9-15,0-1-8 0,0-2 8 0,3 5-8 16,0-8 8-16,-1 2-8 0,4-2 8 0,0 3-8 16,0-3 8-16,0 3 0 0,0-3 0 0,6 5 0 15,0-5 0-15,-1-2 0 0,4-1 12 0,0 1-4 16,3-4-8-16,3-2-15 0,-4 0 4 0,4 1 1 16,0-1 10-16,0-3 0 0,-1 1 0 0,1 2 0 15,3-5 0-15,-3-1 0 0,2 1 0 0,7 0 0 0,-3-6 0 16,0-2 14-16,5-2-3 0,-2 1-1 0,3-4-10 15,-4 0-14-15,1-1 3 0,3 1 1 16,-1-3 10-16,1 0 14 0,3-3-3 0,-1 3-1 0,1-5-10 0,0 2-14 16,-1-3 3-16,1 1 1 15,0-3 10-15,-1 0 0 0,4-3 0 0,-1 1 0 0,-2-3 8 0,3-1 1 0,-4 1 0 0,7-3 0 16,-6 0-9-16,-1-2-12 0,1-1 2 0,3-2 1 16,-4-1 9-16,4-1 0 0,-1-4 0 0,1-2 0 15,-6 0 0-15,2-3 0 0,-5 0 0 0,6-2 8 16,-4 2-8-16,-2-3 11 0,3 4-11 0,-1-7 12 15,-2 7-12-15,-3-6 0 0,0 2-10 0,-1-5 10 16,-2 1 0-16,-3-1 0 0,0-3 0 0,-1 1 0 16,-2 2 13-16,-3 3-4 0,0-3-1 0,0 1 0 15,-4 2-8-15,-2-1-9 0,0-1 9 0,3 2-13 16,-6-3 22-16,0-3 5 0,0 1 1 0,0 0 0 16,-4-1-6-16,4 1-1 0,-3-1 0 0,0 1 0 15,3 0 0-15,-6-1-8 0,3 1 12 0,-3-3-4 16,0 0-8-16,0 0 8 0,0 0-8 0,-1-3 8 15,-2 6-8-15,0-1 0 0,0 3 0 0,0-2 8 16,0 2-8-16,-3 3 10 0,0 0-10 0,-3-3 10 16,3 3-2-16,-3 0 0 0,0 0 0 0,0-3 0 15,0 3-8-15,0 0 12 0,0 3-12 0,-3-4 12 16,0 4-12-16,0 5 0 0,0-3 9 0,0 0-9 0,-3 3 8 16,3 0-8-16,-3-3 8 0,0 0-8 0,0 3 10 15,1-3-2-15,-1 3-8 0,-3-3 12 0,3 0-4 16,0 1-8-16,3-1 11 0,-3 3-11 0,0 0 9 0,0-1-9 0,0 1 0 15,0 0 9-15,-3 0-9 0,0 2 8 0,3 1-8 16,-3-1 8-16,0-2-8 0,0 3 0 0,3-1 9 16,-2 1-9-16,-1-1-12 15,-3-2-8-15,3 0 0 0,-3 0-1 0,0 2 21 0,-3-2 0 16,3 0 0-16,-3 2 0 0,0 1 25 0,1 2 10 16,-4-3 1-16,0 3 1 0,0 0-25 0,0 6-4 0,0-3-8 15,-3 2 11-15,1 0-11 0,-1 4 0 0,0-4 9 0,-3 0-9 16,3 1 19-16,-3-1-1 0,4 1 0 0,-4-1 0 15,0 0-18-15,-3 4 0 0,3-4 0 0,-2-2 0 16,2 2 0-16,-3 1-19 0,0-4 4 0,0 1 1 16,1 0 6-16,-1 0 8 0,0-1-13 0,0-1 5 15,-3 1-28-15,1-4-6 0,-4 2-1 0,0 0 0 16,0 0-17-16,1-2-3 0,-1 4-1 0</inkml:trace>
  <inkml:trace contextRef="#ctx0" brushRef="#br0" timeOffset="88316.752">22985 15495 1306 0,'0'-8'27'0,"0"8"7"0,3-5-34 0,0-1 0 0,0 1 0 0,0 0 0 15,3 0 36-15,-3 2 0 0,3-2 0 0,-3 2 0 16,3 0 10-16,-1 1 2 0,1 2 1 0,-3-3 0 16,3 3 23-16,0 0 5 0,0 0 1 0,0 3 0 15,0-3-5-15,3 2-1 0,0 1 0 0,0 0 0 16,0-1-34-16,3 1-7 0,-3 2-2 0,6-2 0 16,-3 2 21-16,-1 0 4 0,4 1 1 0,-3-1 0 15,3 0-19-15,0 1-3 0,0 2-1 0,3-3 0 16,-3 3-4-16,2-3-2 0,1 3 0 0,0 0 0 15,0 0-9-15,0-3-1 0,3 0-1 0,-3 1 0 16,-1-1-15-16,1-2 0 0,0-3 0 0,0 2 0 16,0-2 0-16,0 0 0 0,3-2 0 0,-4 2 0 15,4-3 0-15,-3 0 0 0,3 1 0 0,-3-4 0 16,3 1 0-16,-3 0 0 0,-1 0 0 0,1-1 0 16,0-2 36-16,0 0 4 0,-3 0 0 0,3-2 1 15,-3-1-25-15,-3 1-4 0,2-3-2 0,-2 2 0 16,0-2 4-16,-3-3 1 0,3 0 0 0,0 0 0 0,-3-2 4 15,3 2 1-15,-3-3 0 0,3-2 0 16,-3 0-8-16,2 0 0 0,1-6-1 0,-3 3 0 16,3 1-11-16,-3 1 12 0,0-1-12 0,0 1 12 0,0 1-12 15,0 0 10-15,-3 0-10 0,3 0 10 0,-3 2-10 0,0 1 8 16,0-1-8-16,0-2 8 0,0 0-8 0,-4-3 8 0,4 0-8 0,-3 0 8 16,0 1-8-16,0-1 8 0,0-3-8 15,0 3 8-15,0 3-8 0,0 3 0 0,0-3 0 0,-3 2 8 16,3 1-8-16,3-4 0 0,-3 4 0 0,0-1 8 15,-3 3-8-15,3-2 0 0,0-1 0 0,0 1 8 16,0-1-8-16,-3-2 0 0,3 3 0 0,-3-1 8 16,3 1-8-16,-3-1 0 0,0-2 0 0,-3 5 0 15,3-2 0-15,-3 2 0 0,3-3 0 0,-3 3 0 16,-3 3 0-16,3 0 0 0,-3 0 0 0,-3 2 0 16,3-2 0-16,-3 2 0 0,0 1 0 0,1-1 0 15,-1 0 12-15,-3 4 0 0,3-4 0 0,0 0 0 16,-3 3-12-16,0 0 0 0,-3-2 0 0,3 2 0 15,0 0 0-15,-3 0 0 0,4 0 0 0,-1 0 0 16,0 0 0-16,0 0 0 0,0 0 8 0,-3 0-8 16,3 3 0-16,0 0 0 0,-3 0 0 0,0-1 0 15,1 1 0-15,-1 2 0 0,0 1 0 0,-3-1 0 16,0 3-14-16,-3-3 2 0,3 3 0 0,-5 3 0 16,2 0 12-16,0-1 15 0,-3 1-3 0,0 0-1 15,3-1-11-15,-2 4 0 0,2-1 0 0,0 0 0 16,0 0 0-16,0 1 0 0,0-1 0 0,1 3 0 0,2-3 0 15,0 1 0-15,0 2 0 0,0-3 0 0,3 0-9 0,0 0-1 16,0-2 0-16,1 0 0 16,5-1 10-16,0 4 0 0,0-6 0 0,3 2-8 15,6-2-44-15,-6 0-8 0,6 0-1 0,0 0-1 16,0-5-110-16,3-3-23 0,3 0-4 0</inkml:trace>
  <inkml:trace contextRef="#ctx0" brushRef="#br0" timeOffset="88883.756">23556 13796 2067 0,'0'0'87'0,"0"0"-70"15,0 0 29-15,0 0 6 0,0 0 0 0,0 0 1 16,-3 3-41-16,3-3-12 16,-6 5 0-16,3 0 8 15,0 1-8-15,0-4 11 0,-2 1-11 0,-1 2 12 16,0-2-12-16,0 2 0 0,0-2 9 0,-3 2-9 0,0 1 36 0,0-1 4 0,0 0 0 0,-3 3 0 16,0-3-8-16,-3 3-2 0,3-2 0 0,-3 1 0 15,1 1-3-15,-1 0-1 0,-3 3 0 0,3 0 0 16,-3-1 5-16,6 1 1 0,-3-1 0 0,3 4 0 15,1-1-32-15,-1 0 0 0,3 0 0 0,3 0 0 16,0 3 0-16,0-2 0 0,6 1 0 0,0 1 0 16,3 0 57-16,0-3 6 15,3 3 1-15,3 0 0 0,0-3-52 0,2 3-12 0,4 0 0 16,0 0 0-16,0 0 0 0,3-3 0 0,0 3 0 0,0-3 0 16,0 0 0-16,-4 1 0 0,4-1 0 15,0-3 0-15,0 4 0 0,0-4 0 0,0 1 0 0,0 2 0 16,-1-2 0-16,4-3 0 0,-6 2 0 0,3 1 0 15,0-6-202-15,-3 0-43 0</inkml:trace>
  <inkml:trace contextRef="#ctx0" brushRef="#br0" timeOffset="102560.586">11647 15394 1838 0,'0'0'38'0,"0"0"10"0,0 0-39 0,0 0-9 0,0 0 0 0,0 0 0 16,0 0 79-16,0 0 13 0,0 0 4 0,0 0 0 16,0 0-30-16,0 0-6 0,0 0 0 0,0 6-1 15,0-1-7-15,0 0-2 16,3 1 0-16,0 2 0 0,-3-3-14 0,3 3-4 0,0 2 0 0,-3 1 0 15,0 5-12-15,3 0-4 0,-3 0 0 0,0 5 0 16,3 3-16-16,-3 2 8 0,3 3-8 0,-3 0 0 16,3 0 8-16,-3 0-8 0,3-2 0 0,-3 5 0 15,0-3 0-15,0 0 0 0,0 0 0 0,0 3 0 16,0-1 0-16,0 1 0 0,0 0 0 0,-3 0-9 16,3-3 9-16,0-3 0 0,0 1 0 0,0-6 0 15,-3 0 0-15,3-5 0 0,0 0 0 0,-3-3 0 16,3 0-9-16,0-5 9 0,0 0-10 0,0 0 10 15,0-8 0-15,0 0 0 0,0 0-8 0,0 0 8 16,6-3 0-16,-3 1-11 0,3-1 11 0,0-2-10 16,-3-3 10-16,3-3 0 0,2 1-9 0,-2-3 9 15,0-1 0-15,3-4 0 0,-3 2 0 0,3-5 0 16,3-3 0-16,0 3 13 0,0-3-1 0,3 3-1 16,-3 0-11-16,3 5 0 0,2-3 9 0,-2 3-9 15,0 3 0-15,3 3 0 0,-3 2 0 0,3 0 0 16,-3 2 18-16,0 1-1 0,-4 2 0 0,4 1 0 15,-6 4-9-15,3-2-8 0,-3 6 9 0,0-1-9 16,0 3 9-16,-3 3-9 0,0-1 8 0,0 6-8 16,-3 0 8-16,0 2-8 0,0 4 0 0,-3-1 8 15,0 3-29-15,-3-3-7 0,-3 3 0 0,0-3-1 0,-3 0 45 16,-3 0 8-16,3-2 3 0,-6-1 0 0,3 1-27 0,-6-4 0 16,4-1 0-16,-7 2 0 15,0-3-19-15,3 0-5 0,-3 0-2 0,3-2 0 0,1-1 26 0,-1 1 0 0,0-3 0 0,3-3 0 16,0 1 0-16,3-4 0 0,0-2 0 15,0 0 0-15,3-5 16 0,0 2 9 16,3-5 2-16,-2 0 0 0,5-2-27 16,-3 2 0-16,3-3 0 0,3 1 0 0,-3-1-19 0,6-2 1 0,-3 2 0 15,3-2 0 1,3 0-145-16,0 0-29 0,2-3-5 0</inkml:trace>
  <inkml:trace contextRef="#ctx0" brushRef="#br0" timeOffset="103355.443">12430 16051 1371 0,'3'-6'28'0,"-3"1"8"0,3 0-36 0,-3-1 0 0,0 1 0 0,0 0 0 16,0 0 107-16,0-1 14 0,0 4 3 0,0-4 1 15,0 1-23-15,0 0-5 0,0-1-1 0,0 4 0 16,0-3-16-16,-3-1-3 0,0 1-1 0,3 2 0 16,-3-2-17-16,0 2-4 0,0-2-1 0,0 2 0 15,0-2-9-15,0 2-1 0,-3 1-1 0,0-1 0 16,0 1-11-16,0-1-3 0,-3 0 0 0,0 3 0 15,0-2-9-15,0 2-1 0,-3 0-1 0,1 2 0 16,-4-2-6-16,3 3-2 0,-3 0 0 0,0 2 0 16,3 0-2-16,-3 3-8 0,3 0 12 15,-3 0-4-15,4 3-8 0,2 2 0 0,-3 0 9 0,3 3-9 16,0 0 0-16,3 0 0 0,0 0 0 0,0 2 0 16,3-2-16-16,0 0 0 0,0 0-1 0,3 0 0 15,0-1-27-15,0-1-4 0,3-4-2 0,0 1 0 16,0-1-25-16,3-2-5 0,0-2 0 0,3-1-1 15,-3 0 13-15,3-5 4 0,3 0 0 0,-3 0 0 16,2-2 28-16,4-1 5 0,-3-2 2 0,3-1 0 16,-3 1 20-16,3-3 9 0,0-2-8 0,-3-1 8 15,0-2 0-15,2 2 14 0,-2-2-2 0,-3 0 0 0,0-1 37 16,0 1 7-16,0 0 2 0,-3 0 0 0,-3 2 8 16,3 1 2-16,-3 2 0 0,-3-3 0 0,0 6-4 0,0-3 0 15,0 3 0-15,0 5 0 0,0 0-12 16,0 0-2-16,-3-6-1 0,3 6 0 0,0 0-9 0,0 0-1 0,0 0-1 0,-3 8 0 15,0 3-38-15,3-3 0 16,0 5 0-16,0 0 0 0,0 0 0 0,3 3 8 16,0 0-8-16,0 0 0 0,3 0 0 0,-3-3 0 15,6 0 0-15,-3 1 0 0,0-1-16 0,3 0 0 16,0-5-1-16,-3 5 0 16,2-5-14-16,1 3-2 0,-3-1-1 0,3-2 0 15,-3 0-34-15,0-3-6 0,0 1-2 0,0-1 0 0,0-5-41 0,0 0-9 16,0 0-2-16</inkml:trace>
  <inkml:trace contextRef="#ctx0" brushRef="#br0" timeOffset="103811.097">12593 15887 1824 0,'-5'-6'38'0,"2"4"8"16,3 2-37-16,-3-6-9 0,3 1 0 0,0 5 0 15,0 0 53-15,0 0 9 0,-3-5 2 0,3 5 0 16,0 0 0-16,0 0 0 0,0 0 0 0,0 0 0 16,0 0 0-16,6-3 0 0,-1 3 0 0,1-3 0 0,0 3 0 0,3 3 0 0,-3-3 0 15,3 3 0 1,-3-1-52-16,3-2-12 0,3 3 0 0,-3 2 0 16,3 1 0-16,-3-4 0 0,3 4-9 0,-3-1 9 15,3 3 0-15,-4 0 0 0,4 2 0 0,-3 4 10 16,0-1-10-16,3 3 0 0,-3 0 0 0,0 5 0 0,0-3 0 0,0 1-11 15,-3 2 1-15,0-3 0 16,0 4-15-16,0-7-3 0,-3 1-1 0,0 0 0 0,0-3 12 16,-3 1 2-16,-3-1 1 0,3-2 0 0,-3-1 14 0,0-2 0 15,-3 0 0-15,3 0-9 0,-3-3 9 0,6-5 0 0,-6 3 0 0,0 2 0 16,0-5 0-16,6 0 9 0,-6 0-1 0,0 0-8 16,3-3 28-16,-3 1 0 0,0-1-1 0,3-2 0 15,0 0 5-15,3-1 0 0,0 1 1 0,0-3 0 16,3-2-8-16,0-1-1 0,0-2-1 0,3-3 0 15,0-3-7-15,3-2 0 0,0-3-1 16,0-2 0-16,0 2-15 0,0 3 9 0,3-3-9 0,-1 0 8 16,-2 6-8-16,3-1 0 0,0 1 0 0,0-1-11 31,-3 6-98-31,3 0-20 0,0-1-4 0</inkml:trace>
  <inkml:trace contextRef="#ctx0" brushRef="#br0" timeOffset="104349.318">13085 15895 1577 0,'0'0'66'0,"0"0"-53"16,0 0 111-16,0 0 21 0,0 0 5 0,0 0 1 0,0 0-55 0,0 0-12 0,6-3-1 0,0 3-1 16,-4 3-28-16,4-3-6 0,0 0 0 0,0 2-1 15,0 3-19-15,0-2-4 0,0 0-1 0,0 2 0 16,3 0-13-16,-3 3-2 0,3 0-8 0,0 3 12 15,0-1-12-15,0 6 8 0,0 0-8 0,0 3 0 16,3 2 0-16,-4 0 0 0,4 3 0 0,0 2 0 16,0-5-11-16,-3 1-5 0,0-4 0 0,3 1-1 15,-6-1-3-15,0 1-1 0,0-1 0 0,-3-2 0 16,0-3 2-16,0 1 1 0,0-1 0 0,-3-3 0 16,0-2 18-16,0 0-8 0,0-2 8 0,0-6 0 15,0 0 0-15,0 0 0 0,0 0 0 0,0 0 0 16,-3-6 0-16,3 1 0 0,-3-6 0 0,0 3 0 15,3-2 32-15,-3-1 0 0,3 1 0 0,-3-1 0 16,3 0-12-16,0 1-1 0,0-3-1 0,0-3 0 16,3 0-5-16,-3 0-1 0,3-5 0 0,0 0 0 15,0 0-12-15,3-1 0 0,0-4 8 0,0 2-8 16,0 0 0-16,2 3 0 0,1 0 0 0,3 0 0 16,0 2 0-16,0 3 0 0,0 1 0 0,3 1 0 15,-3 1-96-15,3 0-21 0,0 2-5 0</inkml:trace>
  <inkml:trace contextRef="#ctx0" brushRef="#br0" timeOffset="105233.315">13546 16077 1501 0,'0'0'63'16,"0"0"-51"-1,3 5 89-15,-3-5 18 0,0 6 3 0,3-4 1 16,0 4-56-16,-3-6-11 0,6 2-3 0,0 1 0 16,-3 0-24-16,3-3-5 0,0 0 0 0,3 0-1 15,-3 0-13-15,3-3-2 0,-1 0-8 0,1-2 12 16,3 0-4-16,-3-1 0 0,3-2-8 0,-3 1 12 16,0-1-1-16,0-3-1 0,0 0 0 0,0 1 0 15,-3 2 14-15,3-3 2 0,-3 1 1 0,0 2 0 0,-3 0 5 16,2-3 2-16,-2 6 0 0,-3 0 0 0,3-3 18 15,-3 2 4-15,0 1 1 0,0 5 0 16,-3-3-45-16,-2 1-12 0,2-1 0 0,-6 3 0 16,3 0 0-16,-3 0 0 0,0 3 0 0,0-1 0 15,-3 6 33-15,0 0 5 0,0 0 1 0,-3 0 0 16,3 5-27-16,0 1-4 0,-2-1-8 0,2 3 11 0,3 0-11 0,0 0 0 16,0 2 0-16,3-2 0 0,0 0 17 0,3 0 2 0,3 0 0 15,0-3 0 1,0 3-67-16,6-6-12 0,0 1-4 0,3 2 0 15,0-5 0-15,0 0 0 0,6 0 0 0,-4 0 0 0,4-3 0 16,0 0 0-16,3-2 0 0,-3 0 0 16,0-3 0-16,0 0 0 0,0 0 0 0,0-3 0 0,-1-2 64 0,-2 2 0 0,3-5 0 0,0 3 10 15,-3-3-10-15,3-3 0 0,0 1 0 0,0-6-11 16,-3 0 11-16,2-2 11 0,-2-1-3 0,3-2 0 16,-3 0 23-16,0-3 4 0,-3-3 1 0,3 4 0 15,-6 1 13-15,0 1 3 0,0 0 1 0,0 3 0 16,-3-1 31-16,0 1 7 0,0 2 1 0,0-3 0 15,-3 3-44-15,0 0-8 0,0 0-1 0,0-2-1 16,-3-1-2-16,3-2 0 0,-3 0 0 0,0-3 0 16,0 3-36-16,0 0-8 0,0 2-2 0,0 1 0 15,-3 2 43-15,3 0 9 0,0 6 2 0,-3-1 0 16,3 3-31-16,0 3-5 0,0 2-8 0,3 3 11 16,0 0-11-16,0 0 12 0,-6 3-12 0,0 5 12 15,3 0-12-15,0 5 8 0,0 3-8 0,0 2 8 16,0 1-8-16,3 5 8 0,0-1-8 0,0 1 8 15,0 0-8-15,3 0 0 0,-3-3 0 0,3 3 0 0,0-3 0 0,0 5-17 16,0-2 4-16,0 5 1 0,3-2 12 16,0 5 0-16,0-3 0 0,0 2 0 0,3-4 0 15,-3-1 0-15,3-4-8 0,0 1 8 0,-1-7 0 0,1 0-9 0,3-5 9 16,-3 2-8-16,0-5-6 0,0 0-1 0,0-3 0 0,0-2 0 31,0-1-19-31,-3-2-4 0,0 0-1 0,3-2 0 0,-3-1-116 16,3-5-23-16,-3-2-5 0</inkml:trace>
  <inkml:trace contextRef="#ctx0" brushRef="#br0" timeOffset="105873.192">15275 15495 2204 0,'0'-8'46'0,"0"8"10"0,0-5-45 15,3-3-11-15,-3 3 0 0,0-3 0 0,0 2 76 0,0 1 12 0,0 0 4 0,0 5 0 16,0 0-25-16,0 0-5 0,-3-3-1 0,3 3 0 16,-9 0-19-16,4 3-4 0,-1-3-1 15,-3 2 0-15,0 4-16 0,-3-1-3 0,3 3-1 0,-3 0 0 16,0 5-8-16,-3 0-1 0,3 3-8 0,-3 3 12 15,0 2-12-15,4 5 0 0,-4 3 0 0,3 0 0 16,3-2 10-16,-3-1-10 0,6 1 10 0,0-1-10 16,3-4 0-16,0-1 0 0,3 0 0 0,0 0 0 15,3-2 0-15,3-1 0 0,0 1 0 0,0 2 0 16,3 0 0-16,0 0 0 0,0 0 0 0,3 3 0 16,-3-3 0-16,-1 0-12 0,1-2 1 0,0-1 0 15,-3-2 11-15,0 0-8 0,0-3 8 0,-3-2-8 16,0 0 8-16,-3-1 8 0,-3-2-8 0,0 0 11 15,-3 0-2-15,-3-3 0 0,0 1 0 0,-3-1 0 16,1 0-9-16,-1 0 0 0,0-2 0 0,-6 0 0 16,3-1-8-16,0 1-4 0,0-3-1 0,0 3 0 15,3-3 21-15,-2 0 4 0,2 0 0 0,-3-3 1 16,3 3-13-16,0-3 0 0,3 1 0 0,-3-1 0 16,0 0 0-16,3 1 0 0,0-3 0 0,0-1 0 15,4 1-48-15,-1 0-13 0,0-3-3 0,3-3 0 16,0 1 0-16,3-4 0 0,0-2 0 0</inkml:trace>
  <inkml:trace contextRef="#ctx0" brushRef="#br0" timeOffset="106673.666">15558 15347 1976 0,'-9'-6'41'0,"0"1"9"15,0 3-40 1,0-4-10-16,3 1 0 0,-2 0 0 0,2 2 53 0,3 0 9 0,-3-2 2 0,6 5 0 15,0 0-15-15,-6 0-2 0,6 0-1 0,-6 3 0 16,6-3-10-16,-3 5-3 0,-3 0 0 0,3 3 0 16,0 0-19-16,0 0-4 0,0 3-1 0,3-1 0 15,-3 1-9-15,0-1 0 0,3 4 0 0,-3 2 0 16,3 2 0-16,-3 3 0 0,0 3 0 0,0 3 0 16,0 2 0-16,0 5 0 0,0 0 0 0,-3 1 0 15,3-1 0-15,0-5 0 0,-3 0 0 0,3 3 0 16,0-5 0-16,-3-1 0 0,0 1 0 0,3-4 0 0,0 1 0 0,-2-3 0 15,2 3 0-15,0-3 0 0,0-5 0 0,-3 3 0 16,3-3 0-16,0-3 0 16,0-3 0-16,0-2 0 0,3 0 0 0,-3-2 0 15,3-6 0-15,0 0 0 0,0 0 0 0,0 0 0 16,0 0 0-16,0-6 0 0,0-2 0 0,3 0 0 0,-3-2 0 16,3-1 0-16,0-2 0 0,3 2 0 0,0-2 0 0,0 0 0 15,0 0 0-15,-1 2 0 0,1-2 53 0,3 2 9 0,0 1 2 0,0-1 0 16,0 3-52-16,0 0-12 0,3 0 0 0,-3 3 0 15,0 0 0-15,0 0 0 0,3 2 0 0,-3 0 0 16,2 3 0-16,-2 0 0 0,0-2 0 0,-3 4 0 16,3 1 11-16,-3 2-11 0,0 0 12 15,0 3-12-15,0 3 8 0,-3 0-8 0,0-1 0 16,3 3 0-16,-3 3-17 16,0 0-11-16,3 3-1 0,-3-1-1 0,3-2-22 0,-3 0-4 15,3 0 0-15,0 0-1 0,3-3-16 0,-3-5-3 0,2 0-1 16,1-3 0-16,0-2 2 0,3-1 1 0,-3-2 0 0,3 0 0 15,-3 0 49-15,0-2 9 0,0-4 3 0,0 1 0 16,-3 0 35-16,0-3 7 0,3 0 2 0,-3-3 0 16,0 3 41-16,-3 1 9 0,2-4 2 0,-2 0 0 15,0 3-15-15,0 0-4 0,0 1 0 0,0-1 0 16,0 0 0-16,-3 2 0 0,0 1 0 0,3 0 0 16,-3 5 0-16,0 0 0 0,0-6 0 0,0 6 0 15,0 0-51-15,0 0-13 0,0 0 0 0,0 0 0 16,0 0 32-16,0 0 4 0,6 8 1 0,-3 0 0 15,0 0-28-15,0 6-9 0,0-1 0 0,0 3 0 16,0 0-24-16,0-1-12 0,0 4-3 0,0-3 0 0,0 0 39 16,0 0 0-16,3-3 0 0,-3 0 0 15,0-2-181-15,3-3-29 0,-3-1-6 0</inkml:trace>
  <inkml:trace contextRef="#ctx0" brushRef="#br0" timeOffset="106890.313">15951 15701 2480 0,'-18'-16'52'0,"9"11"12"0,3-3-52 0,3 3-12 0,-3-3 0 0,3 0 0 16,0 0 60-16,-2 0 10 0,2 3 2 0,3 0 0 16,0 5-42-16,0 0-8 0,0 0-2 0,0 0 0 15,0 0-12-15,0 0-8 0,0 0 8 0,0 0-8 16,3-3 0-16,-1 0 0 0,1 1 0 0,0-4 0 15,3 4-83-15,0-4-21 0,0 1-4 16</inkml:trace>
  <inkml:trace contextRef="#ctx0" brushRef="#br0" timeOffset="107500.082">16463 15299 2306 0,'0'0'65'0,"-6"3"15"15,-3-1-64-15,3-2-16 0,0 3 0 0,-3-3 0 16,0 3 77-16,0-1 12 0,1 4 3 0,-1-1 0 16,-3 0-32-16,3 1-7 0,-3-1-1 0,-3 3 0 15,3 0-21-15,0 0-5 0,0 0-1 0,0 0 0 16,0-1-9-16,1 4-3 0,-1 0 0 0,0 2 0 16,0-3-13-16,3 6 0 0,-3-2 0 0,3 4 0 15,3 1 0-15,-3 2 0 0,3 0 0 0,3 0 0 16,0 3 0-16,0 0 0 0,3 2 0 0,0-2 0 15,0 0 0-15,3 2 0 0,0-5 0 0,3 3 0 16,-3 0 0-16,3 0 0 0,-3-3 0 0,3 6 0 16,0 2 0-16,0-3 0 0,0 6 0 0,0 0 0 15,0-1 0-15,0-2 0 0,0 3 0 0,-3-3 0 16,0-5-48-16,0 0-13 0,-3-3-3 0,0-5 0 0,0 0 52 0,-3 0 12 16,3-3 0-16,-6 0 0 15,3-2-54-15,-3-3-8 0,0 2-2 0,0-2 0 16,-3 0 0-16,0 0 0 0,0 0 0 0,0-5 0 15,0-1-66-15,0-2-14 0,3-2-2 0</inkml:trace>
  <inkml:trace contextRef="#ctx0" brushRef="#br0" timeOffset="107725.887">16079 15887 2017 0,'3'-6'94'0,"-3"6"-84"0,0 0-10 0,3-2 0 0,-3 2 0 15,0 0 76-15,6-3 12 0,-6 3 4 0,3 0 0 16,3 3-27-16,-6-3-5 0,6 0 0 0,-3 2-1 16,3 1-4-16,0 0-1 0,0-1 0 0,0-2 0 15,0 3-43-15,0 0-11 0,2-3 0 0,-2 0 0 16,6 0 0-16,-3 0 0 0,3-3 0 0,3 0 0 16,-3 1 0-16,3-4 0 0,3-2 0 0,-3 3 0 15,2-3-154-15,4-2-33 0,-3-1-6 0</inkml:trace>
  <inkml:trace contextRef="#ctx0" brushRef="#br0" timeOffset="108000.883">16746 15379 2363 0,'-21'7'49'0,"12"-1"11"0,3-4-48 16,0 1-12-16,6-3 0 0,-6 3 0 0,0-1 55 0,0 4 8 0,6-6 1 0,-3 5 1 15,0 3-24-15,0-3-5 0,0 3 0 0,3 3-1 16,-3-1-17-16,3 4-3 0,-3-1-1 0,3 8 0 16,0 0-14-16,3 6 0 0,0 2 0 0,0 5 0 15,0-2 0-15,0 2 0 0,0 1 0 0,3-1 0 16,-3 0 22-16,0-2 2 0,3 3 0 0,-3 2 0 16,0 0-24-16,3 2 8 0,-3 1-8 0,0 0 0 15,0-6 0-15,0-5-16 0,0-5 2 0,0 0 1 16,-3-6-127-16,3-4-26 15,-3-1-5-15</inkml:trace>
  <inkml:trace contextRef="#ctx0" brushRef="#br0" timeOffset="108820.645">16546 15828 1773 0,'0'0'50'0,"0"0"11"0,0 0-49 0,0 0-12 15,0 0 0-15,0 0 0 0,0 0 54 0,6 3 8 0,-3 0 2 0,-3-3 0 16,6 2-12-16,3 1-1 0,-3 0-1 0,0-1 0 16,0 1-25-16,0 0-5 0,0-1 0 0,3-2-1 15,0 3-19-15,0-1 0 0,3 1 0 0,0-3 0 16,-1 3 19-16,4-3 0 0,0 2 0 0,3-2 0 15,-3-2-19-15,6 2 0 0,-3-3 0 16,3 0 0 0,-1 1 0-16,-2-1 0 0,3-2 0 0,-3 2 0 0,0-2 0 0,0 2 0 15,-3-2 0-15,-4 2 0 0,1-2 0 0,0 2 16 0,-3-2-3 16,0 2-1-16,0 1 11 0,-3-1 1 0,-3 1 1 0,-3 2 0 16,0 0-12-16,0 0-2 0,0 0-1 0,0 0 0 15,0 0 43-15,-3-3 9 0,0 0 2 0,-3 1 0 16,0 2-52-16,-3 0-12 0,0 2 0 0,-3 4 0 15,3-4 0-15,-5 6 0 0,2-3 0 0,0 3 0 16,-3 3 32-16,3 0 4 0,3-4 1 0,-3 7 0 16,3-4-8-16,3 4-1 0,3-1-1 0,0 0 0 15,3 0-73-15,3 0-14 0,0 1-4 0,3-4 0 16,0 1 0-16,3-1 0 0,3-4 0 0,-3 2 0 16,6-6 0-16,-3 1 0 0,3-3 0 15,-4 0 0-15,4-3 0 0,-3-2 0 16,0 0 0-16,0-1 0 0,0 1 52 0,0-3 12 0,-3 0 0 0,3 0 0 15,0 0 0-15,-3 0 0 0,-1 0 0 0,1 1 0 16,0-1 48-16,0 0 13 0,0 2 3 0,-3-2 0 16,0 1-52-16,0 1-12 0,0 1 0 0,-3 0 0 15,0-1 54-15,3 1 8 0,-3 0 2 0,0 2 0 16,3-2 0-16,-3 2 0 0,0 1 0 0,3-4 0 16,0 4-52-16,0 2-12 0,0-3 0 0,3 0 0 0,-1 1 26 15,1 2 2-15,0-3 1 0,3 3 0 0,0 0-21 0,0 0-8 16,0 3 0-16,0 2 0 0,0-2 8 0,0 2-8 0,0 0 0 15,2 6 0-15,-2-3 8 0,-3 5-8 0,0 0 0 16,0 0 9 0,3 3-36-16,-6 0-7 0,3 3-2 0,-3-1 0 15,-3-2 36-15,0 0 0 0,0 0 0 0,0-3 0 0,-3 0-9 0,-3-2 9 16,3-3 0-16,-3 0-9 0,-3-3 9 0,3 0 0 16,3-5 0-16,-6 3 0 0,6-3 0 0,-9-3 0 0,0 1 0 0,3-4-8 15,0 1 8-15,0-3 12 0,3-2-2 16,-3-1-1-16,3 0 15 0,3-2 2 0,-3-3 1 0,3 3 0 15,0-3-3-15,3 0 0 0,3 3 0 0,-3-3 0 16,3 0-3-16,3 3-1 0,0-3 0 16,0-2 0-16,3 4-20 0,3-1-13 0,-3-1 1 0,9-3 1 15,-4-5 11-15,7-2 0 0,0-3 0 0,6-3 0 16,0-2 0-16,5-3 14 0,1 0-3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24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32 4160 0 0,'0'0'227'0'0,"0"0"211"0"0,0 0 90 0 0,0 0 16 0 0,0 0-11 0 0,0 0-70 0 0,0 0-30 0 0,0 0-7 0 0,0 0 0 0 0,0 0 12 0 0,0 0 2 0 0,0 0 0 0 0,0 0-10 0 0,0 0-36 0 0,0 0-12 0 0,0 0-4 0 0,0 0-34 0 0,-5 9 152 0 0,-20 28 112 0 0,8 2 296 0 0,17-18-760 0 0,6 4-80 0 0,4-3 197 0 0,-9-20-242 0 0,1-1 1 0 0,-1 0-1 0 0,0 0 1 0 0,1 0-1 0 0,-1 0 0 0 0,1 0 1 0 0,-1 0-1 0 0,1 0 1 0 0,-1 0-1 0 0,1-1 0 0 0,0 1 1 0 0,-1 0-1 0 0,1-1 1 0 0,0 1-1 0 0,-1-1 1 0 0,1 0-1 0 0,0 0 0 0 0,0 0 1 0 0,-1 0-1 0 0,1 0 1 0 0,0 0-1 0 0,0 0 0 0 0,0 0-19 0 0,7-1 183 0 0,41-19 1103 0 0,-28 4-686 0 0,3-3 383 0 0,-20-4 76 0 0,-21-34-183 0 0,-29 0-501 0 0,41 53-394 0 0,4 3-128 0 0,-21 7-2763 0 0,19-5 1597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25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9256 0 0,'0'0'266'0'0,"0"0"1"0"0,0 0-114 0 0,0 0 153 0 0,-10 13 1154 0 0,-16 41-424 0 0,23 0-972 0 0,15-23-64 0 0,-2-22 0 0 0,11 3 0 0 0,23-12 442 0 0,-41 0-268 0 0,0-1 0 0 0,1 1 0 0 0,-1-1 0 0 0,0 0 0 0 0,0 1 0 0 0,0-2 0 0 0,0 1 0 0 0,0 0 0 0 0,0 0 0 0 0,0-1 0 0 0,0 0 0 0 0,-1 0 0 0 0,1 1 0 0 0,0-2 0 0 0,-1 1 0 0 0,0 0 0 0 0,2-2-174 0 0,-3 3 394 0 0,-1 1 11 0 0,0-13 1410 0 0,-2 9-1722 0 0,1 1 0 0 0,0-1 0 0 0,-1 1 1 0 0,0-1-1 0 0,0 1 0 0 0,0 0 0 0 0,0-1 0 0 0,0 1 0 0 0,-1 0 0 0 0,1 1 0 0 0,-1-1 1 0 0,0 0-1 0 0,0 1 0 0 0,0-1 0 0 0,0 1 0 0 0,-1 0-93 0 0,-5-6 127 0 0,-21-4 5 0 0,-20 12-3438 0 0,37 1 1569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26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10000 0 0,'0'0'216'0'0,"-2"0"-11"0"0,-17 15 500 0 0,4 1 1478 0 0,-20 25 394 0 0,13 2-1965 0 0,19-35-628 0 0,0 0 0 0 0,0-1-1 0 0,1 1 1 0 0,0 1 0 0 0,0-1-1 0 0,1 0 1 0 0,0 0 0 0 0,0 1-1 0 0,1 3 18 0 0,0-11-81 0 0,0 0 0 0 0,8 13-60 0 0,-2-9 128 0 0,-4-5 15 0 0,-1 1 1 0 0,0 0 0 0 0,1 0 0 0 0,-1-1 0 0 0,1 1-1 0 0,-1-1 1 0 0,1 1 0 0 0,-1-1 0 0 0,1 0 0 0 0,-1 1 0 0 0,1-1-1 0 0,0 0 1 0 0,-1 0 0 0 0,1 0 0 0 0,-1 0 0 0 0,1-1 0 0 0,-1 1-1 0 0,1 0 1 0 0,0-1 0 0 0,-1 1 0 0 0,1 0 0 0 0,-1-1 0 0 0,0 0-1 0 0,1 1 1 0 0,-1-1 0 0 0,2-1-4 0 0,-1 1 17 0 0,22-16 378 0 0,-5-7 141 0 0,-18 23-464 0 0,-1 1 0 0 0,0 0 0 0 0,0-1 0 0 0,0-2 4 0 0,-18-21 112 0 0,-5-16-113 0 0,15 20 42 0 0,8 18-108 0 0,0-1 0 0 0,-1 0 0 0 0,1 0-1 0 0,1 1 1 0 0,-1-1 0 0 0,0 0 0 0 0,1 1-1 0 0,-1-1 1 0 0,1 0 0 0 0,0 1-1 0 0,0-1 1 0 0,0 1 0 0 0,0-1 0 0 0,0 1-1 0 0,1-1 1 0 0,-1 1 0 0 0,1 0 0 0 0,-1 0-1 0 0,1-1 1 0 0,0 1 0 0 0,0 1-1 0 0,1-2-8 0 0,36-21 0 0 0,-10 20 88 0 0,0 11 320 0 0,-26-6-336 0 0,13 15 158 0 0,9 16 50 0 0,-19-18-216 0 0,2 14-54 0 0,-4-7-10 0 0,1 25 64 0 0,-5-11-52 0 0,-5-13 2 0 0,5-11-1249 0 0,0-11 956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32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 6808 0 0,'0'0'317'0'0,"0"0"124"0"0,0 0 58 0 0,0 0 12 0 0,0 0 1 0 0,0 0 0 0 0,0 0 0 0 0,0 0 0 0 0,0 0 0 0 0,0 0 0 0 0,0 0 0 0 0,0 0 0 0 0,0 0-19 0 0,0 0-77 0 0,0 0-31 0 0,0 0-7 0 0,0 0-34 0 0,0 0-135 0 0,0 0-60 0 0,0 0-11 0 0,0 0 48 0 0,0 0 213 0 0,0 0 90 0 0,0 0 20 0 0,0 0-66 0 0,-1-1-294 0 0,-3-6-133 0 0,0 2-16 0 0,0-1 72 0 0,3 4 299 0 0,1 2 117 0 0,0 0 21 0 0,0 0-66 0 0,0 0-294 0 0,0-4-133 0 0,0 5-16 0 0,0-1 0 0 0,0 0 0 0 0,0 0 0 0 0,0 0 0 0 0,0 0 0 0 0,0 1 0 0 0,0-1 0 0 0,-1 0 0 0 0,1 0 0 0 0,0 0 0 0 0,0 1 0 0 0,0-1 0 0 0,0 0 0 0 0,0 0 0 0 0,0 0 0 0 0,0 0 0 0 0,0 0 0 0 0,0 1 0 0 0,-1-1 0 0 0,1 0 0 0 0,0 0 0 0 0,0 0 0 0 0,0 0 0 0 0,0 0 0 0 0,-1 0 0 0 0,1 0 0 0 0,0 1 0 0 0,0-1 0 0 0,0 0 0 0 0,0 0 0 0 0,-1 0 0 0 0,1 0 0 0 0,0 0 0 0 0,0 0 0 0 0,0 0 0 0 0,0 0 0 0 0,-1 0 0 0 0,1 0 0 0 0,0 0 0 0 0,0 0 0 0 0,0 0 0 0 0,-1 0 0 0 0,1 0 0 0 0,0 0 0 0 0,0 0 0 0 0,0-1 0 0 0,0 1 0 0 0,-1 0 0 0 0,1 0 0 0 0,0 0 0 0 0,0 0 0 0 0,0 0 0 0 0,0 0 0 0 0,0 0 0 0 0,-1 0 0 0 0,1-1 0 0 0,0 1 0 0 0,0 0 0 0 0,0 0 0 0 0,0 0 0 0 0,0 0 0 0 0,0-1 0 0 0,0 1 0 0 0,0 0 0 0 0,-1 0 0 0 0,-12 39 0 0 0,9 15 0 0 0,4 79-2064 0 0,0-131 1694 0 0,0-2-118 0 0,0 0-21 0 0,0 0-3 0 0,0 0 0 0 0,0 0 0 0 0,0 0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3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8592 0 0,'0'0'250'0'0,"0"0"4"0"0,0 0-92 0 0,0 0 209 0 0,0 0 114 0 0,0 0 25 0 0,0 0-68 0 0,0 0-239 0 0,0 0 88 0 0,1 2 70 0 0,7 60 862 0 0,-4 1-1079 0 0,6-19-144 0 0,-5-38 0 0 0,8 6 0 0 0,-8-8 13 0 0,1-6 126 0 0,0 1 0 0 0,-1-1 1 0 0,1-1-1 0 0,0 1 0 0 0,-1-1 1 0 0,1 0-1 0 0,-1 0 0 0 0,0 0 0 0 0,0-1 1 0 0,0 0-1 0 0,0-1-139 0 0,-3 3 94 0 0,-1 0 1 0 0,0 0-1 0 0,0 0 1 0 0,0-1-1 0 0,0 1 0 0 0,-1 0 1 0 0,1 0-1 0 0,-1-1 1 0 0,1 1-1 0 0,-1 0 0 0 0,0-1 1 0 0,0 1-1 0 0,0 0 1 0 0,0-1-1 0 0,0 1 0 0 0,-1 0 1 0 0,1-1-1 0 0,0 1 1 0 0,-1 0-1 0 0,0 0 0 0 0,0-2-94 0 0,-21-48 459 0 0,17 45-416 0 0,-2 0-33 0 0,2 3-24 0 0,-21 7-2057 0 0,25-2 1213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34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7600 0 0,'0'0'277'0'0,"0"0"-93"0"0,0 0 283 0 0,0 0 143 0 0,0 0 29 0 0,-1 1-26 0 0,-12 47 1659 0 0,5-13-1782 0 0,8 55-258 0 0,-4-24-424 0 0,3-43-432 0 0,1-22 462 0 0,1 9-1690 0 0,3-4 1378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34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6896 0 0,'0'0'250'0'0,"0"0"-79"0"0,0 0 256 0 0,0 0 134 0 0,0 0 23 0 0,0 0-7 0 0,0 0-53 0 0,0 0-20 0 0,0 0-6 0 0,0 0-17 0 0,0 0-62 0 0,0 0-31 0 0,0 0-4 0 0,0 0-19 0 0,0 0-78 0 0,0 0-37 0 0,-1 2-8 0 0,-31 56 1506 0 0,21-30-1384 0 0,2 3-252 0 0,-8 66-112 0 0,12-73 0 0 0,1-2-231 0 0,3-20 102 0 0,1 10-2362 0 0,0-12 1822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32 4160 0 0,'0'0'227'0'0,"0"0"211"0"0,0 0 90 0 0,0 0 16 0 0,0 0-11 0 0,0 0-70 0 0,0 0-30 0 0,0 0-7 0 0,0 0 0 0 0,0 0 12 0 0,0 0 2 0 0,0 0 0 0 0,0 0-10 0 0,0 0-36 0 0,0 0-12 0 0,0 0-4 0 0,0 0-34 0 0,-5 9 152 0 0,-20 28 112 0 0,8 2 296 0 0,17-18-760 0 0,6 4-80 0 0,4-3 197 0 0,-9-20-242 0 0,1-1 1 0 0,-1 0-1 0 0,0 0 1 0 0,1 0-1 0 0,-1 0 0 0 0,1 0 1 0 0,-1 0-1 0 0,1 0 1 0 0,-1 0-1 0 0,1-1 0 0 0,0 1 1 0 0,-1 0-1 0 0,1-1 1 0 0,0 1-1 0 0,-1-1 1 0 0,1 0-1 0 0,0 0 0 0 0,0 0 1 0 0,-1 0-1 0 0,1 0 1 0 0,0 0-1 0 0,0 0 0 0 0,0 0-19 0 0,7-1 183 0 0,41-19 1103 0 0,-28 4-686 0 0,3-3 383 0 0,-20-4 76 0 0,-21-34-183 0 0,-29 0-501 0 0,41 53-394 0 0,4 3-128 0 0,-21 7-2763 0 0,19-5 1597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9256 0 0,'0'0'266'0'0,"0"0"1"0"0,0 0-114 0 0,0 0 153 0 0,-10 13 1154 0 0,-16 41-424 0 0,23 0-972 0 0,15-23-64 0 0,-2-22 0 0 0,11 3 0 0 0,23-12 442 0 0,-41 0-268 0 0,0-1 0 0 0,1 1 0 0 0,-1-1 0 0 0,0 0 0 0 0,0 1 0 0 0,0-2 0 0 0,0 1 0 0 0,0 0 0 0 0,0 0 0 0 0,0-1 0 0 0,0 0 0 0 0,-1 0 0 0 0,1 1 0 0 0,0-2 0 0 0,-1 1 0 0 0,0 0 0 0 0,2-2-174 0 0,-3 3 394 0 0,-1 1 11 0 0,0-13 1410 0 0,-2 9-1722 0 0,1 1 0 0 0,0-1 0 0 0,-1 1 1 0 0,0-1-1 0 0,0 1 0 0 0,0 0 0 0 0,0-1 0 0 0,0 1 0 0 0,-1 0 0 0 0,1 1 0 0 0,-1-1 1 0 0,0 0-1 0 0,0 1 0 0 0,0-1 0 0 0,0 1 0 0 0,-1 0-93 0 0,-5-6 127 0 0,-21-4 5 0 0,-20 12-3438 0 0,37 1 1569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10000 0 0,'0'0'216'0'0,"-2"0"-11"0"0,-17 15 500 0 0,4 1 1478 0 0,-20 25 394 0 0,13 2-1965 0 0,19-35-628 0 0,0 0 0 0 0,0-1-1 0 0,1 1 1 0 0,0 1 0 0 0,0-1-1 0 0,1 0 1 0 0,0 0 0 0 0,0 1-1 0 0,1 3 18 0 0,0-11-81 0 0,0 0 0 0 0,8 13-60 0 0,-2-9 128 0 0,-4-5 15 0 0,-1 1 1 0 0,0 0 0 0 0,1 0 0 0 0,-1-1 0 0 0,1 1-1 0 0,-1-1 1 0 0,1 1 0 0 0,-1-1 0 0 0,1 0 0 0 0,-1 1 0 0 0,1-1-1 0 0,0 0 1 0 0,-1 0 0 0 0,1 0 0 0 0,-1 0 0 0 0,1-1 0 0 0,-1 1-1 0 0,1 0 1 0 0,0-1 0 0 0,-1 1 0 0 0,1 0 0 0 0,-1-1 0 0 0,0 0-1 0 0,1 1 1 0 0,-1-1 0 0 0,2-1-4 0 0,-1 1 17 0 0,22-16 378 0 0,-5-7 141 0 0,-18 23-464 0 0,-1 1 0 0 0,0 0 0 0 0,0-1 0 0 0,0-2 4 0 0,-18-21 112 0 0,-5-16-113 0 0,15 20 42 0 0,8 18-108 0 0,0-1 0 0 0,-1 0 0 0 0,1 0-1 0 0,1 1 1 0 0,-1-1 0 0 0,0 0 0 0 0,1 1-1 0 0,-1-1 1 0 0,1 0 0 0 0,0 1-1 0 0,0-1 1 0 0,0 1 0 0 0,0-1 0 0 0,0 1-1 0 0,1-1 1 0 0,-1 1 0 0 0,1 0 0 0 0,-1 0-1 0 0,1-1 1 0 0,0 1 0 0 0,0 1-1 0 0,1-2-8 0 0,36-21 0 0 0,-10 20 88 0 0,0 11 320 0 0,-26-6-336 0 0,13 15 158 0 0,9 16 50 0 0,-19-18-216 0 0,2 14-54 0 0,-4-7-10 0 0,1 25 64 0 0,-5-11-52 0 0,-5-13 2 0 0,5-11-1249 0 0,0-11 956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 6808 0 0,'0'0'317'0'0,"0"0"124"0"0,0 0 58 0 0,0 0 12 0 0,0 0 1 0 0,0 0 0 0 0,0 0 0 0 0,0 0 0 0 0,0 0 0 0 0,0 0 0 0 0,0 0 0 0 0,0 0 0 0 0,0 0-19 0 0,0 0-77 0 0,0 0-31 0 0,0 0-7 0 0,0 0-34 0 0,0 0-135 0 0,0 0-60 0 0,0 0-11 0 0,0 0 48 0 0,0 0 213 0 0,0 0 90 0 0,0 0 20 0 0,0 0-66 0 0,-1-1-294 0 0,-3-6-133 0 0,0 2-16 0 0,0-1 72 0 0,3 4 299 0 0,1 2 117 0 0,0 0 21 0 0,0 0-66 0 0,0 0-294 0 0,0-4-133 0 0,0 5-16 0 0,0-1 0 0 0,0 0 0 0 0,0 0 0 0 0,0 0 0 0 0,0 0 0 0 0,0 1 0 0 0,0-1 0 0 0,-1 0 0 0 0,1 0 0 0 0,0 0 0 0 0,0 1 0 0 0,0-1 0 0 0,0 0 0 0 0,0 0 0 0 0,0 0 0 0 0,0 0 0 0 0,0 0 0 0 0,0 1 0 0 0,-1-1 0 0 0,1 0 0 0 0,0 0 0 0 0,0 0 0 0 0,0 0 0 0 0,0 0 0 0 0,-1 0 0 0 0,1 0 0 0 0,0 1 0 0 0,0-1 0 0 0,0 0 0 0 0,0 0 0 0 0,-1 0 0 0 0,1 0 0 0 0,0 0 0 0 0,0 0 0 0 0,0 0 0 0 0,0 0 0 0 0,-1 0 0 0 0,1 0 0 0 0,0 0 0 0 0,0 0 0 0 0,0 0 0 0 0,-1 0 0 0 0,1 0 0 0 0,0 0 0 0 0,0 0 0 0 0,0-1 0 0 0,0 1 0 0 0,-1 0 0 0 0,1 0 0 0 0,0 0 0 0 0,0 0 0 0 0,0 0 0 0 0,0 0 0 0 0,0 0 0 0 0,-1 0 0 0 0,1-1 0 0 0,0 1 0 0 0,0 0 0 0 0,0 0 0 0 0,0 0 0 0 0,0 0 0 0 0,0-1 0 0 0,0 1 0 0 0,0 0 0 0 0,-1 0 0 0 0,-12 39 0 0 0,9 15 0 0 0,4 79-2064 0 0,0-131 1694 0 0,0-2-118 0 0,0 0-21 0 0,0 0-3 0 0,0 0 0 0 0,0 0 0 0 0,0 0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8592 0 0,'0'0'250'0'0,"0"0"4"0"0,0 0-92 0 0,0 0 209 0 0,0 0 114 0 0,0 0 25 0 0,0 0-68 0 0,0 0-239 0 0,0 0 88 0 0,1 2 70 0 0,7 60 862 0 0,-4 1-1079 0 0,6-19-144 0 0,-5-38 0 0 0,8 6 0 0 0,-8-8 13 0 0,1-6 126 0 0,0 1 0 0 0,-1-1 1 0 0,1-1-1 0 0,0 1 0 0 0,-1-1 1 0 0,1 0-1 0 0,-1 0 0 0 0,0 0 0 0 0,0-1 1 0 0,0 0-1 0 0,0-1-139 0 0,-3 3 94 0 0,-1 0 1 0 0,0 0-1 0 0,0 0 1 0 0,0-1-1 0 0,0 1 0 0 0,-1 0 1 0 0,1 0-1 0 0,-1-1 1 0 0,1 1-1 0 0,-1 0 0 0 0,0-1 1 0 0,0 1-1 0 0,0 0 1 0 0,0-1-1 0 0,0 1 0 0 0,-1 0 1 0 0,1-1-1 0 0,0 1 1 0 0,-1 0-1 0 0,0 0 0 0 0,0-2-94 0 0,-21-48 459 0 0,17 45-416 0 0,-2 0-33 0 0,2 3-24 0 0,-21 7-2057 0 0,25-2 1213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7600 0 0,'0'0'277'0'0,"0"0"-93"0"0,0 0 283 0 0,0 0 143 0 0,0 0 29 0 0,-1 1-26 0 0,-12 47 1659 0 0,5-13-1782 0 0,8 55-258 0 0,-4-24-424 0 0,3-43-432 0 0,1-22 462 0 0,1 9-1690 0 0,3-4 1378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42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6896 0 0,'0'0'250'0'0,"0"0"-79"0"0,0 0 256 0 0,0 0 134 0 0,0 0 23 0 0,0 0-7 0 0,0 0-53 0 0,0 0-20 0 0,0 0-6 0 0,0 0-17 0 0,0 0-62 0 0,0 0-31 0 0,0 0-4 0 0,0 0-19 0 0,0 0-78 0 0,0 0-37 0 0,-1 2-8 0 0,-31 56 1506 0 0,21-30-1384 0 0,2 3-252 0 0,-8 66-112 0 0,12-73 0 0 0,1-2-231 0 0,3-20 102 0 0,1 10-2362 0 0,0-12 1822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32 4160 0 0,'0'0'227'0'0,"0"0"211"0"0,0 0 90 0 0,0 0 16 0 0,0 0-11 0 0,0 0-70 0 0,0 0-30 0 0,0 0-7 0 0,0 0 0 0 0,0 0 12 0 0,0 0 2 0 0,0 0 0 0 0,0 0-10 0 0,0 0-36 0 0,0 0-12 0 0,0 0-4 0 0,0 0-34 0 0,-5 9 152 0 0,-20 28 112 0 0,8 2 296 0 0,17-18-760 0 0,6 4-80 0 0,4-3 197 0 0,-9-20-242 0 0,1-1 1 0 0,-1 0-1 0 0,0 0 1 0 0,1 0-1 0 0,-1 0 0 0 0,1 0 1 0 0,-1 0-1 0 0,1 0 1 0 0,-1 0-1 0 0,1-1 0 0 0,0 1 1 0 0,-1 0-1 0 0,1-1 1 0 0,0 1-1 0 0,-1-1 1 0 0,1 0-1 0 0,0 0 0 0 0,0 0 1 0 0,-1 0-1 0 0,1 0 1 0 0,0 0-1 0 0,0 0 0 0 0,0 0-19 0 0,7-1 183 0 0,41-19 1103 0 0,-28 4-686 0 0,3-3 383 0 0,-20-4 76 0 0,-21-34-183 0 0,-29 0-501 0 0,41 53-394 0 0,4 3-128 0 0,-21 7-2763 0 0,19-5 1597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9256 0 0,'0'0'266'0'0,"0"0"1"0"0,0 0-114 0 0,0 0 153 0 0,-10 13 1154 0 0,-16 41-424 0 0,23 0-972 0 0,15-23-64 0 0,-2-22 0 0 0,11 3 0 0 0,23-12 442 0 0,-41 0-268 0 0,0-1 0 0 0,1 1 0 0 0,-1-1 0 0 0,0 0 0 0 0,0 1 0 0 0,0-2 0 0 0,0 1 0 0 0,0 0 0 0 0,0 0 0 0 0,0-1 0 0 0,0 0 0 0 0,-1 0 0 0 0,1 1 0 0 0,0-2 0 0 0,-1 1 0 0 0,0 0 0 0 0,2-2-174 0 0,-3 3 394 0 0,-1 1 11 0 0,0-13 1410 0 0,-2 9-1722 0 0,1 1 0 0 0,0-1 0 0 0,-1 1 1 0 0,0-1-1 0 0,0 1 0 0 0,0 0 0 0 0,0-1 0 0 0,0 1 0 0 0,-1 0 0 0 0,1 1 0 0 0,-1-1 1 0 0,0 0-1 0 0,0 1 0 0 0,0-1 0 0 0,0 1 0 0 0,-1 0-93 0 0,-5-6 127 0 0,-21-4 5 0 0,-20 12-3438 0 0,37 1 1569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10000 0 0,'0'0'216'0'0,"-2"0"-11"0"0,-17 15 500 0 0,4 1 1478 0 0,-20 25 394 0 0,13 2-1965 0 0,19-35-628 0 0,0 0 0 0 0,0-1-1 0 0,1 1 1 0 0,0 1 0 0 0,0-1-1 0 0,1 0 1 0 0,0 0 0 0 0,0 1-1 0 0,1 3 18 0 0,0-11-81 0 0,0 0 0 0 0,8 13-60 0 0,-2-9 128 0 0,-4-5 15 0 0,-1 1 1 0 0,0 0 0 0 0,1 0 0 0 0,-1-1 0 0 0,1 1-1 0 0,-1-1 1 0 0,1 1 0 0 0,-1-1 0 0 0,1 0 0 0 0,-1 1 0 0 0,1-1-1 0 0,0 0 1 0 0,-1 0 0 0 0,1 0 0 0 0,-1 0 0 0 0,1-1 0 0 0,-1 1-1 0 0,1 0 1 0 0,0-1 0 0 0,-1 1 0 0 0,1 0 0 0 0,-1-1 0 0 0,0 0-1 0 0,1 1 1 0 0,-1-1 0 0 0,2-1-4 0 0,-1 1 17 0 0,22-16 378 0 0,-5-7 141 0 0,-18 23-464 0 0,-1 1 0 0 0,0 0 0 0 0,0-1 0 0 0,0-2 4 0 0,-18-21 112 0 0,-5-16-113 0 0,15 20 42 0 0,8 18-108 0 0,0-1 0 0 0,-1 0 0 0 0,1 0-1 0 0,1 1 1 0 0,-1-1 0 0 0,0 0 0 0 0,1 1-1 0 0,-1-1 1 0 0,1 0 0 0 0,0 1-1 0 0,0-1 1 0 0,0 1 0 0 0,0-1 0 0 0,0 1-1 0 0,1-1 1 0 0,-1 1 0 0 0,1 0 0 0 0,-1 0-1 0 0,1-1 1 0 0,0 1 0 0 0,0 1-1 0 0,1-2-8 0 0,36-21 0 0 0,-10 20 88 0 0,0 11 320 0 0,-26-6-336 0 0,13 15 158 0 0,9 16 50 0 0,-19-18-216 0 0,2 14-54 0 0,-4-7-10 0 0,1 25 64 0 0,-5-11-52 0 0,-5-13 2 0 0,5-11-1249 0 0,0-11 956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 6808 0 0,'0'0'317'0'0,"0"0"124"0"0,0 0 58 0 0,0 0 12 0 0,0 0 1 0 0,0 0 0 0 0,0 0 0 0 0,0 0 0 0 0,0 0 0 0 0,0 0 0 0 0,0 0 0 0 0,0 0 0 0 0,0 0-19 0 0,0 0-77 0 0,0 0-31 0 0,0 0-7 0 0,0 0-34 0 0,0 0-135 0 0,0 0-60 0 0,0 0-11 0 0,0 0 48 0 0,0 0 213 0 0,0 0 90 0 0,0 0 20 0 0,0 0-66 0 0,-1-1-294 0 0,-3-6-133 0 0,0 2-16 0 0,0-1 72 0 0,3 4 299 0 0,1 2 117 0 0,0 0 21 0 0,0 0-66 0 0,0 0-294 0 0,0-4-133 0 0,0 5-16 0 0,0-1 0 0 0,0 0 0 0 0,0 0 0 0 0,0 0 0 0 0,0 0 0 0 0,0 1 0 0 0,0-1 0 0 0,-1 0 0 0 0,1 0 0 0 0,0 0 0 0 0,0 1 0 0 0,0-1 0 0 0,0 0 0 0 0,0 0 0 0 0,0 0 0 0 0,0 0 0 0 0,0 0 0 0 0,0 1 0 0 0,-1-1 0 0 0,1 0 0 0 0,0 0 0 0 0,0 0 0 0 0,0 0 0 0 0,0 0 0 0 0,-1 0 0 0 0,1 0 0 0 0,0 1 0 0 0,0-1 0 0 0,0 0 0 0 0,0 0 0 0 0,-1 0 0 0 0,1 0 0 0 0,0 0 0 0 0,0 0 0 0 0,0 0 0 0 0,0 0 0 0 0,-1 0 0 0 0,1 0 0 0 0,0 0 0 0 0,0 0 0 0 0,0 0 0 0 0,-1 0 0 0 0,1 0 0 0 0,0 0 0 0 0,0 0 0 0 0,0-1 0 0 0,0 1 0 0 0,-1 0 0 0 0,1 0 0 0 0,0 0 0 0 0,0 0 0 0 0,0 0 0 0 0,0 0 0 0 0,0 0 0 0 0,-1 0 0 0 0,1-1 0 0 0,0 1 0 0 0,0 0 0 0 0,0 0 0 0 0,0 0 0 0 0,0 0 0 0 0,0-1 0 0 0,0 1 0 0 0,0 0 0 0 0,-1 0 0 0 0,-12 39 0 0 0,9 15 0 0 0,4 79-2064 0 0,0-131 1694 0 0,0-2-118 0 0,0 0-21 0 0,0 0-3 0 0,0 0 0 0 0,0 0 0 0 0,0 0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8592 0 0,'0'0'250'0'0,"0"0"4"0"0,0 0-92 0 0,0 0 209 0 0,0 0 114 0 0,0 0 25 0 0,0 0-68 0 0,0 0-239 0 0,0 0 88 0 0,1 2 70 0 0,7 60 862 0 0,-4 1-1079 0 0,6-19-144 0 0,-5-38 0 0 0,8 6 0 0 0,-8-8 13 0 0,1-6 126 0 0,0 1 0 0 0,-1-1 1 0 0,1-1-1 0 0,0 1 0 0 0,-1-1 1 0 0,1 0-1 0 0,-1 0 0 0 0,0 0 0 0 0,0-1 1 0 0,0 0-1 0 0,0-1-139 0 0,-3 3 94 0 0,-1 0 1 0 0,0 0-1 0 0,0 0 1 0 0,0-1-1 0 0,0 1 0 0 0,-1 0 1 0 0,1 0-1 0 0,-1-1 1 0 0,1 1-1 0 0,-1 0 0 0 0,0-1 1 0 0,0 1-1 0 0,0 0 1 0 0,0-1-1 0 0,0 1 0 0 0,-1 0 1 0 0,1-1-1 0 0,0 1 1 0 0,-1 0-1 0 0,0 0 0 0 0,0-2-94 0 0,-21-48 459 0 0,17 45-416 0 0,-2 0-33 0 0,2 3-24 0 0,-21 7-2057 0 0,25-2 1213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7600 0 0,'0'0'277'0'0,"0"0"-93"0"0,0 0 283 0 0,0 0 143 0 0,0 0 29 0 0,-1 1-26 0 0,-12 47 1659 0 0,5-13-1782 0 0,8 55-258 0 0,-4-24-424 0 0,3-43-432 0 0,1-22 462 0 0,1 9-1690 0 0,3-4 1378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0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6896 0 0,'0'0'250'0'0,"0"0"-79"0"0,0 0 256 0 0,0 0 134 0 0,0 0 23 0 0,0 0-7 0 0,0 0-53 0 0,0 0-20 0 0,0 0-6 0 0,0 0-17 0 0,0 0-62 0 0,0 0-31 0 0,0 0-4 0 0,0 0-19 0 0,0 0-78 0 0,0 0-37 0 0,-1 2-8 0 0,-31 56 1506 0 0,21-30-1384 0 0,2 3-252 0 0,-8 66-112 0 0,12-73 0 0 0,1-2-231 0 0,3-20 102 0 0,1 10-2362 0 0,0-12 1822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32 4160 0 0,'0'0'227'0'0,"0"0"211"0"0,0 0 90 0 0,0 0 16 0 0,0 0-11 0 0,0 0-70 0 0,0 0-30 0 0,0 0-7 0 0,0 0 0 0 0,0 0 12 0 0,0 0 2 0 0,0 0 0 0 0,0 0-10 0 0,0 0-36 0 0,0 0-12 0 0,0 0-4 0 0,0 0-34 0 0,-5 9 152 0 0,-20 28 112 0 0,8 2 296 0 0,17-18-760 0 0,6 4-80 0 0,4-3 197 0 0,-9-20-242 0 0,1-1 1 0 0,-1 0-1 0 0,0 0 1 0 0,1 0-1 0 0,-1 0 0 0 0,1 0 1 0 0,-1 0-1 0 0,1 0 1 0 0,-1 0-1 0 0,1-1 0 0 0,0 1 1 0 0,-1 0-1 0 0,1-1 1 0 0,0 1-1 0 0,-1-1 1 0 0,1 0-1 0 0,0 0 0 0 0,0 0 1 0 0,-1 0-1 0 0,1 0 1 0 0,0 0-1 0 0,0 0 0 0 0,0 0-19 0 0,7-1 183 0 0,41-19 1103 0 0,-28 4-686 0 0,3-3 383 0 0,-20-4 76 0 0,-21-34-183 0 0,-29 0-501 0 0,41 53-394 0 0,4 3-128 0 0,-21 7-2763 0 0,19-5 1597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9256 0 0,'0'0'266'0'0,"0"0"1"0"0,0 0-114 0 0,0 0 153 0 0,-10 13 1154 0 0,-16 41-424 0 0,23 0-972 0 0,15-23-64 0 0,-2-22 0 0 0,11 3 0 0 0,23-12 442 0 0,-41 0-268 0 0,0-1 0 0 0,1 1 0 0 0,-1-1 0 0 0,0 0 0 0 0,0 1 0 0 0,0-2 0 0 0,0 1 0 0 0,0 0 0 0 0,0 0 0 0 0,0-1 0 0 0,0 0 0 0 0,-1 0 0 0 0,1 1 0 0 0,0-2 0 0 0,-1 1 0 0 0,0 0 0 0 0,2-2-174 0 0,-3 3 394 0 0,-1 1 11 0 0,0-13 1410 0 0,-2 9-1722 0 0,1 1 0 0 0,0-1 0 0 0,-1 1 1 0 0,0-1-1 0 0,0 1 0 0 0,0 0 0 0 0,0-1 0 0 0,0 1 0 0 0,-1 0 0 0 0,1 1 0 0 0,-1-1 1 0 0,0 0-1 0 0,0 1 0 0 0,0-1 0 0 0,0 1 0 0 0,-1 0-93 0 0,-5-6 127 0 0,-21-4 5 0 0,-20 12-3438 0 0,37 1 1569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1 10000 0 0,'0'0'216'0'0,"-2"0"-11"0"0,-17 15 500 0 0,4 1 1478 0 0,-20 25 394 0 0,13 2-1965 0 0,19-35-628 0 0,0 0 0 0 0,0-1-1 0 0,1 1 1 0 0,0 1 0 0 0,0-1-1 0 0,1 0 1 0 0,0 0 0 0 0,0 1-1 0 0,1 3 18 0 0,0-11-81 0 0,0 0 0 0 0,8 13-60 0 0,-2-9 128 0 0,-4-5 15 0 0,-1 1 1 0 0,0 0 0 0 0,1 0 0 0 0,-1-1 0 0 0,1 1-1 0 0,-1-1 1 0 0,1 1 0 0 0,-1-1 0 0 0,1 0 0 0 0,-1 1 0 0 0,1-1-1 0 0,0 0 1 0 0,-1 0 0 0 0,1 0 0 0 0,-1 0 0 0 0,1-1 0 0 0,-1 1-1 0 0,1 0 1 0 0,0-1 0 0 0,-1 1 0 0 0,1 0 0 0 0,-1-1 0 0 0,0 0-1 0 0,1 1 1 0 0,-1-1 0 0 0,2-1-4 0 0,-1 1 17 0 0,22-16 378 0 0,-5-7 141 0 0,-18 23-464 0 0,-1 1 0 0 0,0 0 0 0 0,0-1 0 0 0,0-2 4 0 0,-18-21 112 0 0,-5-16-113 0 0,15 20 42 0 0,8 18-108 0 0,0-1 0 0 0,-1 0 0 0 0,1 0-1 0 0,1 1 1 0 0,-1-1 0 0 0,0 0 0 0 0,1 1-1 0 0,-1-1 1 0 0,1 0 0 0 0,0 1-1 0 0,0-1 1 0 0,0 1 0 0 0,0-1 0 0 0,0 1-1 0 0,1-1 1 0 0,-1 1 0 0 0,1 0 0 0 0,-1 0-1 0 0,1-1 1 0 0,0 1 0 0 0,0 1-1 0 0,1-2-8 0 0,36-21 0 0 0,-10 20 88 0 0,0 11 320 0 0,-26-6-336 0 0,13 15 158 0 0,9 16 50 0 0,-19-18-216 0 0,2 14-54 0 0,-4-7-10 0 0,1 25 64 0 0,-5-11-52 0 0,-5-13 2 0 0,5-11-1249 0 0,0-11 956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 6808 0 0,'0'0'317'0'0,"0"0"124"0"0,0 0 58 0 0,0 0 12 0 0,0 0 1 0 0,0 0 0 0 0,0 0 0 0 0,0 0 0 0 0,0 0 0 0 0,0 0 0 0 0,0 0 0 0 0,0 0 0 0 0,0 0-19 0 0,0 0-77 0 0,0 0-31 0 0,0 0-7 0 0,0 0-34 0 0,0 0-135 0 0,0 0-60 0 0,0 0-11 0 0,0 0 48 0 0,0 0 213 0 0,0 0 90 0 0,0 0 20 0 0,0 0-66 0 0,-1-1-294 0 0,-3-6-133 0 0,0 2-16 0 0,0-1 72 0 0,3 4 299 0 0,1 2 117 0 0,0 0 21 0 0,0 0-66 0 0,0 0-294 0 0,0-4-133 0 0,0 5-16 0 0,0-1 0 0 0,0 0 0 0 0,0 0 0 0 0,0 0 0 0 0,0 0 0 0 0,0 1 0 0 0,0-1 0 0 0,-1 0 0 0 0,1 0 0 0 0,0 0 0 0 0,0 1 0 0 0,0-1 0 0 0,0 0 0 0 0,0 0 0 0 0,0 0 0 0 0,0 0 0 0 0,0 0 0 0 0,0 1 0 0 0,-1-1 0 0 0,1 0 0 0 0,0 0 0 0 0,0 0 0 0 0,0 0 0 0 0,0 0 0 0 0,-1 0 0 0 0,1 0 0 0 0,0 1 0 0 0,0-1 0 0 0,0 0 0 0 0,0 0 0 0 0,-1 0 0 0 0,1 0 0 0 0,0 0 0 0 0,0 0 0 0 0,0 0 0 0 0,0 0 0 0 0,-1 0 0 0 0,1 0 0 0 0,0 0 0 0 0,0 0 0 0 0,0 0 0 0 0,-1 0 0 0 0,1 0 0 0 0,0 0 0 0 0,0 0 0 0 0,0-1 0 0 0,0 1 0 0 0,-1 0 0 0 0,1 0 0 0 0,0 0 0 0 0,0 0 0 0 0,0 0 0 0 0,0 0 0 0 0,0 0 0 0 0,-1 0 0 0 0,1-1 0 0 0,0 1 0 0 0,0 0 0 0 0,0 0 0 0 0,0 0 0 0 0,0 0 0 0 0,0-1 0 0 0,0 1 0 0 0,0 0 0 0 0,-1 0 0 0 0,-12 39 0 0 0,9 15 0 0 0,4 79-2064 0 0,0-131 1694 0 0,0-2-118 0 0,0 0-21 0 0,0 0-3 0 0,0 0 0 0 0,0 0 0 0 0,0 0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8592 0 0,'0'0'250'0'0,"0"0"4"0"0,0 0-92 0 0,0 0 209 0 0,0 0 114 0 0,0 0 25 0 0,0 0-68 0 0,0 0-239 0 0,0 0 88 0 0,1 2 70 0 0,7 60 862 0 0,-4 1-1079 0 0,6-19-144 0 0,-5-38 0 0 0,8 6 0 0 0,-8-8 13 0 0,1-6 126 0 0,0 1 0 0 0,-1-1 1 0 0,1-1-1 0 0,0 1 0 0 0,-1-1 1 0 0,1 0-1 0 0,-1 0 0 0 0,0 0 0 0 0,0-1 1 0 0,0 0-1 0 0,0-1-139 0 0,-3 3 94 0 0,-1 0 1 0 0,0 0-1 0 0,0 0 1 0 0,0-1-1 0 0,0 1 0 0 0,-1 0 1 0 0,1 0-1 0 0,-1-1 1 0 0,1 1-1 0 0,-1 0 0 0 0,0-1 1 0 0,0 1-1 0 0,0 0 1 0 0,0-1-1 0 0,0 1 0 0 0,-1 0 1 0 0,1-1-1 0 0,0 1 1 0 0,-1 0-1 0 0,0 0 0 0 0,0-2-94 0 0,-21-48 459 0 0,17 45-416 0 0,-2 0-33 0 0,2 3-24 0 0,-21 7-2057 0 0,25-2 1213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7600 0 0,'0'0'277'0'0,"0"0"-93"0"0,0 0 283 0 0,0 0 143 0 0,0 0 29 0 0,-1 1-26 0 0,-12 47 1659 0 0,5-13-1782 0 0,8 55-258 0 0,-4-24-424 0 0,3-43-432 0 0,1-22 462 0 0,1 9-1690 0 0,3-4 1378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4T15:18:58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0 6896 0 0,'0'0'250'0'0,"0"0"-79"0"0,0 0 256 0 0,0 0 134 0 0,0 0 23 0 0,0 0-7 0 0,0 0-53 0 0,0 0-20 0 0,0 0-6 0 0,0 0-17 0 0,0 0-62 0 0,0 0-31 0 0,0 0-4 0 0,0 0-19 0 0,0 0-78 0 0,0 0-37 0 0,-1 2-8 0 0,-31 56 1506 0 0,21-30-1384 0 0,2 3-252 0 0,-8 66-112 0 0,12-73 0 0 0,1-2-231 0 0,3-20 102 0 0,1 10-2362 0 0,0-12 1822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17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200.png"/><Relationship Id="rId26" Type="http://schemas.openxmlformats.org/officeDocument/2006/relationships/image" Target="../media/image240.png"/><Relationship Id="rId39" Type="http://schemas.openxmlformats.org/officeDocument/2006/relationships/customXml" Target="../ink/ink38.xml"/><Relationship Id="rId21" Type="http://schemas.openxmlformats.org/officeDocument/2006/relationships/customXml" Target="../ink/ink29.xml"/><Relationship Id="rId34" Type="http://schemas.openxmlformats.org/officeDocument/2006/relationships/image" Target="../media/image28.png"/><Relationship Id="rId7" Type="http://schemas.openxmlformats.org/officeDocument/2006/relationships/customXml" Target="../ink/ink22.xml"/><Relationship Id="rId12" Type="http://schemas.openxmlformats.org/officeDocument/2006/relationships/image" Target="../media/image170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38" Type="http://schemas.openxmlformats.org/officeDocument/2006/relationships/image" Target="../media/image300.png"/><Relationship Id="rId2" Type="http://schemas.openxmlformats.org/officeDocument/2006/relationships/image" Target="../media/image32.png"/><Relationship Id="rId16" Type="http://schemas.openxmlformats.org/officeDocument/2006/relationships/image" Target="../media/image190.png"/><Relationship Id="rId20" Type="http://schemas.openxmlformats.org/officeDocument/2006/relationships/image" Target="../media/image210.png"/><Relationship Id="rId29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customXml" Target="../ink/ink24.xml"/><Relationship Id="rId24" Type="http://schemas.openxmlformats.org/officeDocument/2006/relationships/image" Target="../media/image230.png"/><Relationship Id="rId32" Type="http://schemas.openxmlformats.org/officeDocument/2006/relationships/image" Target="../media/image270.png"/><Relationship Id="rId37" Type="http://schemas.openxmlformats.org/officeDocument/2006/relationships/customXml" Target="../ink/ink37.xml"/><Relationship Id="rId40" Type="http://schemas.openxmlformats.org/officeDocument/2006/relationships/image" Target="../media/image310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250.png"/><Relationship Id="rId36" Type="http://schemas.openxmlformats.org/officeDocument/2006/relationships/image" Target="../media/image290.png"/><Relationship Id="rId10" Type="http://schemas.openxmlformats.org/officeDocument/2006/relationships/image" Target="../media/image160.png"/><Relationship Id="rId19" Type="http://schemas.openxmlformats.org/officeDocument/2006/relationships/customXml" Target="../ink/ink28.xml"/><Relationship Id="rId31" Type="http://schemas.openxmlformats.org/officeDocument/2006/relationships/customXml" Target="../ink/ink34.xml"/><Relationship Id="rId4" Type="http://schemas.openxmlformats.org/officeDocument/2006/relationships/image" Target="../media/image130.png"/><Relationship Id="rId9" Type="http://schemas.openxmlformats.org/officeDocument/2006/relationships/customXml" Target="../ink/ink23.xml"/><Relationship Id="rId14" Type="http://schemas.openxmlformats.org/officeDocument/2006/relationships/image" Target="../media/image180.png"/><Relationship Id="rId22" Type="http://schemas.openxmlformats.org/officeDocument/2006/relationships/image" Target="../media/image220.png"/><Relationship Id="rId27" Type="http://schemas.openxmlformats.org/officeDocument/2006/relationships/customXml" Target="../ink/ink32.xml"/><Relationship Id="rId30" Type="http://schemas.openxmlformats.org/officeDocument/2006/relationships/image" Target="../media/image260.png"/><Relationship Id="rId35" Type="http://schemas.openxmlformats.org/officeDocument/2006/relationships/customXml" Target="../ink/ink36.xml"/><Relationship Id="rId8" Type="http://schemas.openxmlformats.org/officeDocument/2006/relationships/image" Target="../media/image150.png"/><Relationship Id="rId3" Type="http://schemas.openxmlformats.org/officeDocument/2006/relationships/customXml" Target="../ink/ink20.xml"/></Relationships>
</file>

<file path=ppt/slides/_rels/slide5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0.png"/><Relationship Id="rId21" Type="http://schemas.openxmlformats.org/officeDocument/2006/relationships/customXml" Target="../ink/ink48.xml"/><Relationship Id="rId42" Type="http://schemas.openxmlformats.org/officeDocument/2006/relationships/customXml" Target="../ink/ink59.xml"/><Relationship Id="rId47" Type="http://schemas.openxmlformats.org/officeDocument/2006/relationships/customXml" Target="../ink/ink64.xml"/><Relationship Id="rId63" Type="http://schemas.openxmlformats.org/officeDocument/2006/relationships/image" Target="../media/image36.png"/><Relationship Id="rId68" Type="http://schemas.openxmlformats.org/officeDocument/2006/relationships/customXml" Target="../ink/ink78.xml"/><Relationship Id="rId84" Type="http://schemas.openxmlformats.org/officeDocument/2006/relationships/customXml" Target="../ink/ink86.xml"/><Relationship Id="rId89" Type="http://schemas.openxmlformats.org/officeDocument/2006/relationships/image" Target="../media/image49.png"/><Relationship Id="rId16" Type="http://schemas.openxmlformats.org/officeDocument/2006/relationships/image" Target="../media/image190.png"/><Relationship Id="rId11" Type="http://schemas.openxmlformats.org/officeDocument/2006/relationships/customXml" Target="../ink/ink43.xml"/><Relationship Id="rId32" Type="http://schemas.openxmlformats.org/officeDocument/2006/relationships/image" Target="../media/image270.png"/><Relationship Id="rId37" Type="http://schemas.openxmlformats.org/officeDocument/2006/relationships/customXml" Target="../ink/ink56.xml"/><Relationship Id="rId53" Type="http://schemas.openxmlformats.org/officeDocument/2006/relationships/customXml" Target="../ink/ink69.xml"/><Relationship Id="rId58" Type="http://schemas.openxmlformats.org/officeDocument/2006/relationships/customXml" Target="../ink/ink73.xml"/><Relationship Id="rId74" Type="http://schemas.openxmlformats.org/officeDocument/2006/relationships/customXml" Target="../ink/ink81.xml"/><Relationship Id="rId79" Type="http://schemas.openxmlformats.org/officeDocument/2006/relationships/image" Target="../media/image44.png"/><Relationship Id="rId5" Type="http://schemas.openxmlformats.org/officeDocument/2006/relationships/customXml" Target="../ink/ink40.xml"/><Relationship Id="rId90" Type="http://schemas.openxmlformats.org/officeDocument/2006/relationships/customXml" Target="../ink/ink89.xml"/><Relationship Id="rId14" Type="http://schemas.openxmlformats.org/officeDocument/2006/relationships/image" Target="../media/image180.png"/><Relationship Id="rId22" Type="http://schemas.openxmlformats.org/officeDocument/2006/relationships/image" Target="../media/image220.png"/><Relationship Id="rId27" Type="http://schemas.openxmlformats.org/officeDocument/2006/relationships/customXml" Target="../ink/ink51.xml"/><Relationship Id="rId30" Type="http://schemas.openxmlformats.org/officeDocument/2006/relationships/image" Target="../media/image260.png"/><Relationship Id="rId35" Type="http://schemas.openxmlformats.org/officeDocument/2006/relationships/customXml" Target="../ink/ink55.xml"/><Relationship Id="rId43" Type="http://schemas.openxmlformats.org/officeDocument/2006/relationships/customXml" Target="../ink/ink60.xml"/><Relationship Id="rId48" Type="http://schemas.openxmlformats.org/officeDocument/2006/relationships/image" Target="../media/image320.png"/><Relationship Id="rId56" Type="http://schemas.openxmlformats.org/officeDocument/2006/relationships/customXml" Target="../ink/ink71.xml"/><Relationship Id="rId64" Type="http://schemas.openxmlformats.org/officeDocument/2006/relationships/customXml" Target="../ink/ink76.xml"/><Relationship Id="rId69" Type="http://schemas.openxmlformats.org/officeDocument/2006/relationships/image" Target="../media/image39.png"/><Relationship Id="rId77" Type="http://schemas.openxmlformats.org/officeDocument/2006/relationships/image" Target="../media/image43.png"/><Relationship Id="rId8" Type="http://schemas.openxmlformats.org/officeDocument/2006/relationships/image" Target="../media/image150.png"/><Relationship Id="rId51" Type="http://schemas.openxmlformats.org/officeDocument/2006/relationships/customXml" Target="../ink/ink67.xml"/><Relationship Id="rId72" Type="http://schemas.openxmlformats.org/officeDocument/2006/relationships/customXml" Target="../ink/ink80.xml"/><Relationship Id="rId80" Type="http://schemas.openxmlformats.org/officeDocument/2006/relationships/customXml" Target="../ink/ink84.xml"/><Relationship Id="rId85" Type="http://schemas.openxmlformats.org/officeDocument/2006/relationships/image" Target="../media/image47.png"/><Relationship Id="rId3" Type="http://schemas.openxmlformats.org/officeDocument/2006/relationships/customXml" Target="../ink/ink39.xml"/><Relationship Id="rId12" Type="http://schemas.openxmlformats.org/officeDocument/2006/relationships/image" Target="../media/image170.png"/><Relationship Id="rId17" Type="http://schemas.openxmlformats.org/officeDocument/2006/relationships/customXml" Target="../ink/ink46.xml"/><Relationship Id="rId25" Type="http://schemas.openxmlformats.org/officeDocument/2006/relationships/customXml" Target="../ink/ink50.xml"/><Relationship Id="rId33" Type="http://schemas.openxmlformats.org/officeDocument/2006/relationships/customXml" Target="../ink/ink54.xml"/><Relationship Id="rId38" Type="http://schemas.openxmlformats.org/officeDocument/2006/relationships/image" Target="../media/image300.png"/><Relationship Id="rId46" Type="http://schemas.openxmlformats.org/officeDocument/2006/relationships/customXml" Target="../ink/ink63.xml"/><Relationship Id="rId59" Type="http://schemas.openxmlformats.org/officeDocument/2006/relationships/image" Target="../media/image34.png"/><Relationship Id="rId67" Type="http://schemas.openxmlformats.org/officeDocument/2006/relationships/image" Target="../media/image38.png"/><Relationship Id="rId20" Type="http://schemas.openxmlformats.org/officeDocument/2006/relationships/image" Target="../media/image210.png"/><Relationship Id="rId41" Type="http://schemas.openxmlformats.org/officeDocument/2006/relationships/customXml" Target="../ink/ink58.xml"/><Relationship Id="rId54" Type="http://schemas.openxmlformats.org/officeDocument/2006/relationships/customXml" Target="../ink/ink70.xml"/><Relationship Id="rId62" Type="http://schemas.openxmlformats.org/officeDocument/2006/relationships/customXml" Target="../ink/ink75.xml"/><Relationship Id="rId70" Type="http://schemas.openxmlformats.org/officeDocument/2006/relationships/customXml" Target="../ink/ink79.xml"/><Relationship Id="rId75" Type="http://schemas.openxmlformats.org/officeDocument/2006/relationships/image" Target="../media/image42.png"/><Relationship Id="rId83" Type="http://schemas.openxmlformats.org/officeDocument/2006/relationships/image" Target="../media/image46.png"/><Relationship Id="rId88" Type="http://schemas.openxmlformats.org/officeDocument/2006/relationships/customXml" Target="../ink/ink88.xml"/><Relationship Id="rId91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5" Type="http://schemas.openxmlformats.org/officeDocument/2006/relationships/customXml" Target="../ink/ink45.xml"/><Relationship Id="rId23" Type="http://schemas.openxmlformats.org/officeDocument/2006/relationships/customXml" Target="../ink/ink49.xml"/><Relationship Id="rId28" Type="http://schemas.openxmlformats.org/officeDocument/2006/relationships/image" Target="../media/image250.png"/><Relationship Id="rId36" Type="http://schemas.openxmlformats.org/officeDocument/2006/relationships/image" Target="../media/image290.png"/><Relationship Id="rId49" Type="http://schemas.openxmlformats.org/officeDocument/2006/relationships/customXml" Target="../ink/ink65.xml"/><Relationship Id="rId57" Type="http://schemas.openxmlformats.org/officeDocument/2006/relationships/customXml" Target="../ink/ink72.xml"/><Relationship Id="rId10" Type="http://schemas.openxmlformats.org/officeDocument/2006/relationships/image" Target="../media/image160.png"/><Relationship Id="rId31" Type="http://schemas.openxmlformats.org/officeDocument/2006/relationships/customXml" Target="../ink/ink53.xml"/><Relationship Id="rId44" Type="http://schemas.openxmlformats.org/officeDocument/2006/relationships/customXml" Target="../ink/ink61.xml"/><Relationship Id="rId52" Type="http://schemas.openxmlformats.org/officeDocument/2006/relationships/customXml" Target="../ink/ink68.xml"/><Relationship Id="rId60" Type="http://schemas.openxmlformats.org/officeDocument/2006/relationships/customXml" Target="../ink/ink74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83.xml"/><Relationship Id="rId81" Type="http://schemas.openxmlformats.org/officeDocument/2006/relationships/image" Target="../media/image45.png"/><Relationship Id="rId86" Type="http://schemas.openxmlformats.org/officeDocument/2006/relationships/customXml" Target="../ink/ink87.xml"/><Relationship Id="rId4" Type="http://schemas.openxmlformats.org/officeDocument/2006/relationships/image" Target="../media/image130.png"/><Relationship Id="rId9" Type="http://schemas.openxmlformats.org/officeDocument/2006/relationships/customXml" Target="../ink/ink42.xml"/><Relationship Id="rId13" Type="http://schemas.openxmlformats.org/officeDocument/2006/relationships/customXml" Target="../ink/ink44.xml"/><Relationship Id="rId18" Type="http://schemas.openxmlformats.org/officeDocument/2006/relationships/image" Target="../media/image200.png"/><Relationship Id="rId39" Type="http://schemas.openxmlformats.org/officeDocument/2006/relationships/customXml" Target="../ink/ink57.xml"/><Relationship Id="rId34" Type="http://schemas.openxmlformats.org/officeDocument/2006/relationships/image" Target="../media/image28.png"/><Relationship Id="rId50" Type="http://schemas.openxmlformats.org/officeDocument/2006/relationships/customXml" Target="../ink/ink66.xml"/><Relationship Id="rId55" Type="http://schemas.openxmlformats.org/officeDocument/2006/relationships/image" Target="../media/image33.png"/><Relationship Id="rId76" Type="http://schemas.openxmlformats.org/officeDocument/2006/relationships/customXml" Target="../ink/ink82.xml"/><Relationship Id="rId7" Type="http://schemas.openxmlformats.org/officeDocument/2006/relationships/customXml" Target="../ink/ink41.xml"/><Relationship Id="rId71" Type="http://schemas.openxmlformats.org/officeDocument/2006/relationships/image" Target="../media/image40.png"/><Relationship Id="rId2" Type="http://schemas.openxmlformats.org/officeDocument/2006/relationships/image" Target="../media/image32.png"/><Relationship Id="rId29" Type="http://schemas.openxmlformats.org/officeDocument/2006/relationships/customXml" Target="../ink/ink52.xml"/><Relationship Id="rId24" Type="http://schemas.openxmlformats.org/officeDocument/2006/relationships/image" Target="../media/image230.png"/><Relationship Id="rId40" Type="http://schemas.openxmlformats.org/officeDocument/2006/relationships/image" Target="../media/image310.png"/><Relationship Id="rId45" Type="http://schemas.openxmlformats.org/officeDocument/2006/relationships/customXml" Target="../ink/ink62.xml"/><Relationship Id="rId66" Type="http://schemas.openxmlformats.org/officeDocument/2006/relationships/customXml" Target="../ink/ink77.xml"/><Relationship Id="rId87" Type="http://schemas.openxmlformats.org/officeDocument/2006/relationships/image" Target="../media/image48.png"/><Relationship Id="rId61" Type="http://schemas.openxmlformats.org/officeDocument/2006/relationships/image" Target="../media/image350.png"/><Relationship Id="rId82" Type="http://schemas.openxmlformats.org/officeDocument/2006/relationships/customXml" Target="../ink/ink85.xml"/><Relationship Id="rId19" Type="http://schemas.openxmlformats.org/officeDocument/2006/relationships/customXml" Target="../ink/ink47.xml"/></Relationships>
</file>

<file path=ppt/slides/_rels/slide5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0.png"/><Relationship Id="rId21" Type="http://schemas.openxmlformats.org/officeDocument/2006/relationships/customXml" Target="../ink/ink99.xml"/><Relationship Id="rId42" Type="http://schemas.openxmlformats.org/officeDocument/2006/relationships/customXml" Target="../ink/ink110.xml"/><Relationship Id="rId47" Type="http://schemas.openxmlformats.org/officeDocument/2006/relationships/customXml" Target="../ink/ink115.xml"/><Relationship Id="rId63" Type="http://schemas.openxmlformats.org/officeDocument/2006/relationships/image" Target="../media/image36.png"/><Relationship Id="rId68" Type="http://schemas.openxmlformats.org/officeDocument/2006/relationships/customXml" Target="../ink/ink129.xml"/><Relationship Id="rId84" Type="http://schemas.openxmlformats.org/officeDocument/2006/relationships/customXml" Target="../ink/ink137.xml"/><Relationship Id="rId16" Type="http://schemas.openxmlformats.org/officeDocument/2006/relationships/image" Target="../media/image190.png"/><Relationship Id="rId11" Type="http://schemas.openxmlformats.org/officeDocument/2006/relationships/customXml" Target="../ink/ink94.xml"/><Relationship Id="rId32" Type="http://schemas.openxmlformats.org/officeDocument/2006/relationships/image" Target="../media/image270.png"/><Relationship Id="rId37" Type="http://schemas.openxmlformats.org/officeDocument/2006/relationships/customXml" Target="../ink/ink107.xml"/><Relationship Id="rId53" Type="http://schemas.openxmlformats.org/officeDocument/2006/relationships/customXml" Target="../ink/ink120.xml"/><Relationship Id="rId58" Type="http://schemas.openxmlformats.org/officeDocument/2006/relationships/customXml" Target="../ink/ink124.xml"/><Relationship Id="rId74" Type="http://schemas.openxmlformats.org/officeDocument/2006/relationships/customXml" Target="../ink/ink132.xml"/><Relationship Id="rId79" Type="http://schemas.openxmlformats.org/officeDocument/2006/relationships/image" Target="../media/image52.png"/><Relationship Id="rId5" Type="http://schemas.openxmlformats.org/officeDocument/2006/relationships/customXml" Target="../ink/ink91.xml"/><Relationship Id="rId19" Type="http://schemas.openxmlformats.org/officeDocument/2006/relationships/customXml" Target="../ink/ink98.xml"/><Relationship Id="rId14" Type="http://schemas.openxmlformats.org/officeDocument/2006/relationships/image" Target="../media/image180.png"/><Relationship Id="rId22" Type="http://schemas.openxmlformats.org/officeDocument/2006/relationships/image" Target="../media/image220.png"/><Relationship Id="rId27" Type="http://schemas.openxmlformats.org/officeDocument/2006/relationships/customXml" Target="../ink/ink102.xml"/><Relationship Id="rId30" Type="http://schemas.openxmlformats.org/officeDocument/2006/relationships/image" Target="../media/image260.png"/><Relationship Id="rId35" Type="http://schemas.openxmlformats.org/officeDocument/2006/relationships/customXml" Target="../ink/ink106.xml"/><Relationship Id="rId43" Type="http://schemas.openxmlformats.org/officeDocument/2006/relationships/customXml" Target="../ink/ink111.xml"/><Relationship Id="rId48" Type="http://schemas.openxmlformats.org/officeDocument/2006/relationships/image" Target="../media/image320.png"/><Relationship Id="rId56" Type="http://schemas.openxmlformats.org/officeDocument/2006/relationships/customXml" Target="../ink/ink122.xml"/><Relationship Id="rId64" Type="http://schemas.openxmlformats.org/officeDocument/2006/relationships/customXml" Target="../ink/ink127.xml"/><Relationship Id="rId69" Type="http://schemas.openxmlformats.org/officeDocument/2006/relationships/image" Target="../media/image39.png"/><Relationship Id="rId77" Type="http://schemas.openxmlformats.org/officeDocument/2006/relationships/image" Target="../media/image51.png"/><Relationship Id="rId8" Type="http://schemas.openxmlformats.org/officeDocument/2006/relationships/image" Target="../media/image150.png"/><Relationship Id="rId51" Type="http://schemas.openxmlformats.org/officeDocument/2006/relationships/customXml" Target="../ink/ink118.xml"/><Relationship Id="rId72" Type="http://schemas.openxmlformats.org/officeDocument/2006/relationships/customXml" Target="../ink/ink131.xml"/><Relationship Id="rId80" Type="http://schemas.openxmlformats.org/officeDocument/2006/relationships/customXml" Target="../ink/ink135.xml"/><Relationship Id="rId85" Type="http://schemas.openxmlformats.org/officeDocument/2006/relationships/image" Target="../media/image55.png"/><Relationship Id="rId3" Type="http://schemas.openxmlformats.org/officeDocument/2006/relationships/customXml" Target="../ink/ink90.xml"/><Relationship Id="rId12" Type="http://schemas.openxmlformats.org/officeDocument/2006/relationships/image" Target="../media/image170.png"/><Relationship Id="rId17" Type="http://schemas.openxmlformats.org/officeDocument/2006/relationships/customXml" Target="../ink/ink97.xml"/><Relationship Id="rId25" Type="http://schemas.openxmlformats.org/officeDocument/2006/relationships/customXml" Target="../ink/ink101.xml"/><Relationship Id="rId33" Type="http://schemas.openxmlformats.org/officeDocument/2006/relationships/customXml" Target="../ink/ink105.xml"/><Relationship Id="rId38" Type="http://schemas.openxmlformats.org/officeDocument/2006/relationships/image" Target="../media/image300.png"/><Relationship Id="rId46" Type="http://schemas.openxmlformats.org/officeDocument/2006/relationships/customXml" Target="../ink/ink114.xml"/><Relationship Id="rId59" Type="http://schemas.openxmlformats.org/officeDocument/2006/relationships/image" Target="../media/image34.png"/><Relationship Id="rId67" Type="http://schemas.openxmlformats.org/officeDocument/2006/relationships/image" Target="../media/image38.png"/><Relationship Id="rId20" Type="http://schemas.openxmlformats.org/officeDocument/2006/relationships/image" Target="../media/image210.png"/><Relationship Id="rId41" Type="http://schemas.openxmlformats.org/officeDocument/2006/relationships/customXml" Target="../ink/ink109.xml"/><Relationship Id="rId54" Type="http://schemas.openxmlformats.org/officeDocument/2006/relationships/customXml" Target="../ink/ink121.xml"/><Relationship Id="rId62" Type="http://schemas.openxmlformats.org/officeDocument/2006/relationships/customXml" Target="../ink/ink126.xml"/><Relationship Id="rId70" Type="http://schemas.openxmlformats.org/officeDocument/2006/relationships/customXml" Target="../ink/ink130.xml"/><Relationship Id="rId75" Type="http://schemas.openxmlformats.org/officeDocument/2006/relationships/image" Target="../media/image500.png"/><Relationship Id="rId83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5" Type="http://schemas.openxmlformats.org/officeDocument/2006/relationships/customXml" Target="../ink/ink96.xml"/><Relationship Id="rId23" Type="http://schemas.openxmlformats.org/officeDocument/2006/relationships/customXml" Target="../ink/ink100.xml"/><Relationship Id="rId28" Type="http://schemas.openxmlformats.org/officeDocument/2006/relationships/image" Target="../media/image250.png"/><Relationship Id="rId36" Type="http://schemas.openxmlformats.org/officeDocument/2006/relationships/image" Target="../media/image290.png"/><Relationship Id="rId49" Type="http://schemas.openxmlformats.org/officeDocument/2006/relationships/customXml" Target="../ink/ink116.xml"/><Relationship Id="rId57" Type="http://schemas.openxmlformats.org/officeDocument/2006/relationships/customXml" Target="../ink/ink123.xml"/><Relationship Id="rId10" Type="http://schemas.openxmlformats.org/officeDocument/2006/relationships/image" Target="../media/image160.png"/><Relationship Id="rId31" Type="http://schemas.openxmlformats.org/officeDocument/2006/relationships/customXml" Target="../ink/ink104.xml"/><Relationship Id="rId44" Type="http://schemas.openxmlformats.org/officeDocument/2006/relationships/customXml" Target="../ink/ink112.xml"/><Relationship Id="rId52" Type="http://schemas.openxmlformats.org/officeDocument/2006/relationships/customXml" Target="../ink/ink119.xml"/><Relationship Id="rId60" Type="http://schemas.openxmlformats.org/officeDocument/2006/relationships/customXml" Target="../ink/ink125.xml"/><Relationship Id="rId65" Type="http://schemas.openxmlformats.org/officeDocument/2006/relationships/image" Target="../media/image37.png"/><Relationship Id="rId73" Type="http://schemas.openxmlformats.org/officeDocument/2006/relationships/image" Target="../media/image41.png"/><Relationship Id="rId78" Type="http://schemas.openxmlformats.org/officeDocument/2006/relationships/customXml" Target="../ink/ink134.xml"/><Relationship Id="rId81" Type="http://schemas.openxmlformats.org/officeDocument/2006/relationships/image" Target="../media/image53.png"/><Relationship Id="rId4" Type="http://schemas.openxmlformats.org/officeDocument/2006/relationships/image" Target="../media/image130.png"/><Relationship Id="rId9" Type="http://schemas.openxmlformats.org/officeDocument/2006/relationships/customXml" Target="../ink/ink93.xml"/><Relationship Id="rId13" Type="http://schemas.openxmlformats.org/officeDocument/2006/relationships/customXml" Target="../ink/ink95.xml"/><Relationship Id="rId18" Type="http://schemas.openxmlformats.org/officeDocument/2006/relationships/image" Target="../media/image200.png"/><Relationship Id="rId39" Type="http://schemas.openxmlformats.org/officeDocument/2006/relationships/customXml" Target="../ink/ink108.xml"/><Relationship Id="rId34" Type="http://schemas.openxmlformats.org/officeDocument/2006/relationships/image" Target="../media/image28.png"/><Relationship Id="rId50" Type="http://schemas.openxmlformats.org/officeDocument/2006/relationships/customXml" Target="../ink/ink117.xml"/><Relationship Id="rId55" Type="http://schemas.openxmlformats.org/officeDocument/2006/relationships/image" Target="../media/image33.png"/><Relationship Id="rId76" Type="http://schemas.openxmlformats.org/officeDocument/2006/relationships/customXml" Target="../ink/ink133.xml"/><Relationship Id="rId7" Type="http://schemas.openxmlformats.org/officeDocument/2006/relationships/customXml" Target="../ink/ink92.xml"/><Relationship Id="rId71" Type="http://schemas.openxmlformats.org/officeDocument/2006/relationships/image" Target="../media/image40.png"/><Relationship Id="rId2" Type="http://schemas.openxmlformats.org/officeDocument/2006/relationships/image" Target="../media/image32.png"/><Relationship Id="rId29" Type="http://schemas.openxmlformats.org/officeDocument/2006/relationships/customXml" Target="../ink/ink103.xml"/><Relationship Id="rId24" Type="http://schemas.openxmlformats.org/officeDocument/2006/relationships/image" Target="../media/image230.png"/><Relationship Id="rId40" Type="http://schemas.openxmlformats.org/officeDocument/2006/relationships/image" Target="../media/image310.png"/><Relationship Id="rId45" Type="http://schemas.openxmlformats.org/officeDocument/2006/relationships/customXml" Target="../ink/ink113.xml"/><Relationship Id="rId66" Type="http://schemas.openxmlformats.org/officeDocument/2006/relationships/customXml" Target="../ink/ink128.xml"/><Relationship Id="rId61" Type="http://schemas.openxmlformats.org/officeDocument/2006/relationships/image" Target="../media/image350.png"/><Relationship Id="rId82" Type="http://schemas.openxmlformats.org/officeDocument/2006/relationships/customXml" Target="../ink/ink13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customXml" Target="../ink/ink13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1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0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4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0.png"/><Relationship Id="rId18" Type="http://schemas.openxmlformats.org/officeDocument/2006/relationships/customXml" Target="../ink/ink149.xml"/><Relationship Id="rId26" Type="http://schemas.openxmlformats.org/officeDocument/2006/relationships/customXml" Target="../ink/ink157.xml"/><Relationship Id="rId21" Type="http://schemas.openxmlformats.org/officeDocument/2006/relationships/customXml" Target="../ink/ink152.xml"/><Relationship Id="rId34" Type="http://schemas.openxmlformats.org/officeDocument/2006/relationships/customXml" Target="../ink/ink165.xml"/><Relationship Id="rId7" Type="http://schemas.openxmlformats.org/officeDocument/2006/relationships/image" Target="../media/image25.png"/><Relationship Id="rId12" Type="http://schemas.openxmlformats.org/officeDocument/2006/relationships/customXml" Target="../ink/ink146.xml"/><Relationship Id="rId17" Type="http://schemas.openxmlformats.org/officeDocument/2006/relationships/image" Target="../media/image580.png"/><Relationship Id="rId25" Type="http://schemas.openxmlformats.org/officeDocument/2006/relationships/customXml" Target="../ink/ink156.xml"/><Relationship Id="rId33" Type="http://schemas.openxmlformats.org/officeDocument/2006/relationships/customXml" Target="../ink/ink164.xml"/><Relationship Id="rId38" Type="http://schemas.openxmlformats.org/officeDocument/2006/relationships/customXml" Target="../ink/ink169.xml"/><Relationship Id="rId2" Type="http://schemas.openxmlformats.org/officeDocument/2006/relationships/image" Target="../media/image63.png"/><Relationship Id="rId16" Type="http://schemas.openxmlformats.org/officeDocument/2006/relationships/customXml" Target="../ink/ink148.xml"/><Relationship Id="rId20" Type="http://schemas.openxmlformats.org/officeDocument/2006/relationships/customXml" Target="../ink/ink151.xml"/><Relationship Id="rId29" Type="http://schemas.openxmlformats.org/officeDocument/2006/relationships/customXml" Target="../ink/ink16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3.xml"/><Relationship Id="rId11" Type="http://schemas.openxmlformats.org/officeDocument/2006/relationships/image" Target="../media/image501.png"/><Relationship Id="rId24" Type="http://schemas.openxmlformats.org/officeDocument/2006/relationships/customXml" Target="../ink/ink155.xml"/><Relationship Id="rId32" Type="http://schemas.openxmlformats.org/officeDocument/2006/relationships/customXml" Target="../ink/ink163.xml"/><Relationship Id="rId37" Type="http://schemas.openxmlformats.org/officeDocument/2006/relationships/customXml" Target="../ink/ink168.xml"/><Relationship Id="rId5" Type="http://schemas.openxmlformats.org/officeDocument/2006/relationships/image" Target="../media/image241.png"/><Relationship Id="rId15" Type="http://schemas.openxmlformats.org/officeDocument/2006/relationships/image" Target="../media/image570.png"/><Relationship Id="rId23" Type="http://schemas.openxmlformats.org/officeDocument/2006/relationships/customXml" Target="../ink/ink154.xml"/><Relationship Id="rId28" Type="http://schemas.openxmlformats.org/officeDocument/2006/relationships/customXml" Target="../ink/ink159.xml"/><Relationship Id="rId36" Type="http://schemas.openxmlformats.org/officeDocument/2006/relationships/customXml" Target="../ink/ink167.xml"/><Relationship Id="rId10" Type="http://schemas.openxmlformats.org/officeDocument/2006/relationships/customXml" Target="../ink/ink145.xml"/><Relationship Id="rId19" Type="http://schemas.openxmlformats.org/officeDocument/2006/relationships/customXml" Target="../ink/ink150.xml"/><Relationship Id="rId31" Type="http://schemas.openxmlformats.org/officeDocument/2006/relationships/customXml" Target="../ink/ink162.xml"/><Relationship Id="rId4" Type="http://schemas.openxmlformats.org/officeDocument/2006/relationships/customXml" Target="../ink/ink142.xml"/><Relationship Id="rId9" Type="http://schemas.openxmlformats.org/officeDocument/2006/relationships/image" Target="../media/image261.png"/><Relationship Id="rId14" Type="http://schemas.openxmlformats.org/officeDocument/2006/relationships/customXml" Target="../ink/ink147.xml"/><Relationship Id="rId22" Type="http://schemas.openxmlformats.org/officeDocument/2006/relationships/customXml" Target="../ink/ink153.xml"/><Relationship Id="rId27" Type="http://schemas.openxmlformats.org/officeDocument/2006/relationships/customXml" Target="../ink/ink158.xml"/><Relationship Id="rId30" Type="http://schemas.openxmlformats.org/officeDocument/2006/relationships/customXml" Target="../ink/ink161.xml"/><Relationship Id="rId35" Type="http://schemas.openxmlformats.org/officeDocument/2006/relationships/customXml" Target="../ink/ink166.xml"/><Relationship Id="rId8" Type="http://schemas.openxmlformats.org/officeDocument/2006/relationships/customXml" Target="../ink/ink144.xml"/><Relationship Id="rId3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HW#6 due on Sunday @ 11:59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#6 due on Friday @ 4:25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6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6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0000FF"/>
                </a:solidFill>
              </a:rPr>
              <a:t>Lecture-20 Readings: </a:t>
            </a:r>
            <a:r>
              <a:rPr lang="en-US" sz="3000" dirty="0"/>
              <a:t>Section 4.4 and 4.5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30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20-Code Converters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609600"/>
            <a:ext cx="89916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b="1" kern="0" dirty="0">
                <a:solidFill>
                  <a:srgbClr val="000000"/>
                </a:solidFill>
              </a:rPr>
              <a:t>Encoders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Binary Encoders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Priority Encoders</a:t>
            </a:r>
            <a:endParaRPr lang="en-US" sz="3000" kern="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Code Converters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Design a  Comparator Circuit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Implement Logic Function Using Decoders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Design a Shifter Circuit</a:t>
            </a:r>
          </a:p>
        </p:txBody>
      </p:sp>
    </p:spTree>
    <p:extLst>
      <p:ext uri="{BB962C8B-B14F-4D97-AF65-F5344CB8AC3E}">
        <p14:creationId xmlns:p14="http://schemas.microsoft.com/office/powerpoint/2010/main" val="195550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BDE3D9CD-AC84-144D-AC3F-AB911E3F8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dirty="0">
                <a:ea typeface="+mj-ea"/>
                <a:cs typeface="+mj-cs"/>
              </a:rPr>
              <a:t>Encoders (there are several types)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F24C9-6DC0-4317-9FE2-D936DF829672}"/>
              </a:ext>
            </a:extLst>
          </p:cNvPr>
          <p:cNvSpPr/>
          <p:nvPr/>
        </p:nvSpPr>
        <p:spPr>
          <a:xfrm>
            <a:off x="76200" y="707648"/>
            <a:ext cx="89916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/>
              <a:t>An encoder performs the opposite function of a decoder. </a:t>
            </a:r>
            <a:r>
              <a:rPr lang="en-US" sz="2600" b="1" dirty="0"/>
              <a:t>It encodes given information into a more compact form</a:t>
            </a:r>
            <a:r>
              <a:rPr lang="en-US" sz="26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Encoders are used to reduce the number of bits needed to represent given information.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A practical use of encoders is for transmitting information in a digital system.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Encoding the information allows the transmission link to be built using fewer wires.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/>
              <a:t>Encoding is also useful if information is to be stored for later use because fewer bits need to be stored.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AB6692-FB41-4E37-BF76-CB7BF5B542C3}"/>
                  </a:ext>
                </a:extLst>
              </p14:cNvPr>
              <p14:cNvContentPartPr/>
              <p14:nvPr/>
            </p14:nvContentPartPr>
            <p14:xfrm>
              <a:off x="7214760" y="1618560"/>
              <a:ext cx="1047240" cy="231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AB6692-FB41-4E37-BF76-CB7BF5B542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5400" y="1609200"/>
                <a:ext cx="1065960" cy="25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73" name="Group 2">
            <a:extLst>
              <a:ext uri="{FF2B5EF4-FFF2-40B4-BE49-F238E27FC236}">
                <a16:creationId xmlns:a16="http://schemas.microsoft.com/office/drawing/2014/main" id="{789B7C59-4D5B-4095-8AEB-A3CBA02FF5AE}"/>
              </a:ext>
            </a:extLst>
          </p:cNvPr>
          <p:cNvGrpSpPr>
            <a:grpSpLocks/>
          </p:cNvGrpSpPr>
          <p:nvPr/>
        </p:nvGrpSpPr>
        <p:grpSpPr bwMode="auto">
          <a:xfrm>
            <a:off x="3182938" y="1077913"/>
            <a:ext cx="2451100" cy="1608137"/>
            <a:chOff x="3182938" y="417513"/>
            <a:chExt cx="2451100" cy="1608137"/>
          </a:xfrm>
        </p:grpSpPr>
        <p:sp>
          <p:nvSpPr>
            <p:cNvPr id="131076" name="Line 77">
              <a:extLst>
                <a:ext uri="{FF2B5EF4-FFF2-40B4-BE49-F238E27FC236}">
                  <a16:creationId xmlns:a16="http://schemas.microsoft.com/office/drawing/2014/main" id="{3A6BBACD-A185-414A-88BD-F9DA3CC6D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938" y="742950"/>
              <a:ext cx="2451100" cy="1588"/>
            </a:xfrm>
            <a:prstGeom prst="line">
              <a:avLst/>
            </a:prstGeom>
            <a:noFill/>
            <a:ln w="222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077" name="Line 78">
              <a:extLst>
                <a:ext uri="{FF2B5EF4-FFF2-40B4-BE49-F238E27FC236}">
                  <a16:creationId xmlns:a16="http://schemas.microsoft.com/office/drawing/2014/main" id="{FEF69E18-C4E3-4C14-ABD6-E35178C2B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6313" y="422275"/>
              <a:ext cx="1587" cy="1603375"/>
            </a:xfrm>
            <a:prstGeom prst="line">
              <a:avLst/>
            </a:prstGeom>
            <a:noFill/>
            <a:ln w="2222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078" name="Rectangle 80">
              <a:extLst>
                <a:ext uri="{FF2B5EF4-FFF2-40B4-BE49-F238E27FC236}">
                  <a16:creationId xmlns:a16="http://schemas.microsoft.com/office/drawing/2014/main" id="{4FDD19E2-23CF-427C-8687-20D701F72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79" name="Rectangle 81">
              <a:extLst>
                <a:ext uri="{FF2B5EF4-FFF2-40B4-BE49-F238E27FC236}">
                  <a16:creationId xmlns:a16="http://schemas.microsoft.com/office/drawing/2014/main" id="{2803F9DD-3616-4FCC-894B-62243C841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0" name="Rectangle 82">
              <a:extLst>
                <a:ext uri="{FF2B5EF4-FFF2-40B4-BE49-F238E27FC236}">
                  <a16:creationId xmlns:a16="http://schemas.microsoft.com/office/drawing/2014/main" id="{CC4FC2DE-9AAF-4B45-9DE3-02D228587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1" name="Rectangle 83">
              <a:extLst>
                <a:ext uri="{FF2B5EF4-FFF2-40B4-BE49-F238E27FC236}">
                  <a16:creationId xmlns:a16="http://schemas.microsoft.com/office/drawing/2014/main" id="{ADC4E5D4-E496-4414-89BC-D7C14A5D7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17002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2" name="Rectangle 84">
              <a:extLst>
                <a:ext uri="{FF2B5EF4-FFF2-40B4-BE49-F238E27FC236}">
                  <a16:creationId xmlns:a16="http://schemas.microsoft.com/office/drawing/2014/main" id="{623E6F1B-36F7-4B52-90A9-6970A7211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225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3" name="Rectangle 85">
              <a:extLst>
                <a:ext uri="{FF2B5EF4-FFF2-40B4-BE49-F238E27FC236}">
                  <a16:creationId xmlns:a16="http://schemas.microsoft.com/office/drawing/2014/main" id="{06240ACA-65D4-460D-9465-2103E70F3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225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4" name="Rectangle 86">
              <a:extLst>
                <a:ext uri="{FF2B5EF4-FFF2-40B4-BE49-F238E27FC236}">
                  <a16:creationId xmlns:a16="http://schemas.microsoft.com/office/drawing/2014/main" id="{5D4D27C6-7302-49AB-8593-3F62C88EE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225" y="17002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5" name="Rectangle 87">
              <a:extLst>
                <a:ext uri="{FF2B5EF4-FFF2-40B4-BE49-F238E27FC236}">
                  <a16:creationId xmlns:a16="http://schemas.microsoft.com/office/drawing/2014/main" id="{939DD925-D5ED-4A9F-82AA-7CC156809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263" y="417513"/>
              <a:ext cx="2841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6" name="Rectangle 88">
              <a:extLst>
                <a:ext uri="{FF2B5EF4-FFF2-40B4-BE49-F238E27FC236}">
                  <a16:creationId xmlns:a16="http://schemas.microsoft.com/office/drawing/2014/main" id="{3694D5C1-E2E0-497B-BBF9-4BC848FAB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7" name="Rectangle 89">
              <a:extLst>
                <a:ext uri="{FF2B5EF4-FFF2-40B4-BE49-F238E27FC236}">
                  <a16:creationId xmlns:a16="http://schemas.microsoft.com/office/drawing/2014/main" id="{49D39287-AE4E-473E-8788-0485FC4AF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238" y="417513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8" name="Rectangle 90">
              <a:extLst>
                <a:ext uri="{FF2B5EF4-FFF2-40B4-BE49-F238E27FC236}">
                  <a16:creationId xmlns:a16="http://schemas.microsoft.com/office/drawing/2014/main" id="{00620259-E208-4CC7-AE89-DB992451C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0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89" name="Rectangle 91">
              <a:extLst>
                <a:ext uri="{FF2B5EF4-FFF2-40B4-BE49-F238E27FC236}">
                  <a16:creationId xmlns:a16="http://schemas.microsoft.com/office/drawing/2014/main" id="{3726A7E7-99BB-4F0D-8C5B-9CF122525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6225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0" name="Rectangle 92">
              <a:extLst>
                <a:ext uri="{FF2B5EF4-FFF2-40B4-BE49-F238E27FC236}">
                  <a16:creationId xmlns:a16="http://schemas.microsoft.com/office/drawing/2014/main" id="{5E8D3349-FA9B-49B7-9317-56C2F9B46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0188" y="417513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1" name="Rectangle 93">
              <a:extLst>
                <a:ext uri="{FF2B5EF4-FFF2-40B4-BE49-F238E27FC236}">
                  <a16:creationId xmlns:a16="http://schemas.microsoft.com/office/drawing/2014/main" id="{186AE076-E996-401D-81D3-E174E3321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8613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2" name="Rectangle 102">
              <a:extLst>
                <a:ext uri="{FF2B5EF4-FFF2-40B4-BE49-F238E27FC236}">
                  <a16:creationId xmlns:a16="http://schemas.microsoft.com/office/drawing/2014/main" id="{0797A07F-2B71-4406-98FF-306238327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288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3" name="Rectangle 103">
              <a:extLst>
                <a:ext uri="{FF2B5EF4-FFF2-40B4-BE49-F238E27FC236}">
                  <a16:creationId xmlns:a16="http://schemas.microsoft.com/office/drawing/2014/main" id="{BB47A102-D435-49D2-8D42-647C50C6A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288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4" name="Rectangle 104">
              <a:extLst>
                <a:ext uri="{FF2B5EF4-FFF2-40B4-BE49-F238E27FC236}">
                  <a16:creationId xmlns:a16="http://schemas.microsoft.com/office/drawing/2014/main" id="{8954569D-369E-4554-9535-12B7F2951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288" y="17002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5" name="Rectangle 105">
              <a:extLst>
                <a:ext uri="{FF2B5EF4-FFF2-40B4-BE49-F238E27FC236}">
                  <a16:creationId xmlns:a16="http://schemas.microsoft.com/office/drawing/2014/main" id="{950DB838-17F9-4EA2-9DE2-3B906D17C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288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6" name="Rectangle 106">
              <a:extLst>
                <a:ext uri="{FF2B5EF4-FFF2-40B4-BE49-F238E27FC236}">
                  <a16:creationId xmlns:a16="http://schemas.microsoft.com/office/drawing/2014/main" id="{E4B63974-3FA0-4985-9519-C3FC98267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213" y="417513"/>
              <a:ext cx="2841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7" name="Rectangle 107">
              <a:extLst>
                <a:ext uri="{FF2B5EF4-FFF2-40B4-BE49-F238E27FC236}">
                  <a16:creationId xmlns:a16="http://schemas.microsoft.com/office/drawing/2014/main" id="{979390B5-AFC5-41F9-B0BC-5BE118FDE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8" name="Rectangle 108">
              <a:extLst>
                <a:ext uri="{FF2B5EF4-FFF2-40B4-BE49-F238E27FC236}">
                  <a16:creationId xmlns:a16="http://schemas.microsoft.com/office/drawing/2014/main" id="{59BCD61A-A8FF-4F9E-829C-DC3EC9B3E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8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099" name="Rectangle 109">
              <a:extLst>
                <a:ext uri="{FF2B5EF4-FFF2-40B4-BE49-F238E27FC236}">
                  <a16:creationId xmlns:a16="http://schemas.microsoft.com/office/drawing/2014/main" id="{D2EAEA60-8279-4863-A76C-149F12029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8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0" name="Rectangle 110">
              <a:extLst>
                <a:ext uri="{FF2B5EF4-FFF2-40B4-BE49-F238E27FC236}">
                  <a16:creationId xmlns:a16="http://schemas.microsoft.com/office/drawing/2014/main" id="{864A8552-6158-41DB-BF21-6E1771408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8" y="17002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1" name="Rectangle 111">
              <a:extLst>
                <a:ext uri="{FF2B5EF4-FFF2-40B4-BE49-F238E27FC236}">
                  <a16:creationId xmlns:a16="http://schemas.microsoft.com/office/drawing/2014/main" id="{9CE7B67F-0495-4AD1-94C2-B753742F2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8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2" name="Rectangle 112">
              <a:extLst>
                <a:ext uri="{FF2B5EF4-FFF2-40B4-BE49-F238E27FC236}">
                  <a16:creationId xmlns:a16="http://schemas.microsoft.com/office/drawing/2014/main" id="{32E9C2B0-44C1-4A63-897D-3785DCD54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63" y="417513"/>
              <a:ext cx="2841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3" name="Rectangle 113">
              <a:extLst>
                <a:ext uri="{FF2B5EF4-FFF2-40B4-BE49-F238E27FC236}">
                  <a16:creationId xmlns:a16="http://schemas.microsoft.com/office/drawing/2014/main" id="{3A80AD2A-CF38-4FE0-81DC-0F3EE0440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25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4" name="Rectangle 114">
              <a:extLst>
                <a:ext uri="{FF2B5EF4-FFF2-40B4-BE49-F238E27FC236}">
                  <a16:creationId xmlns:a16="http://schemas.microsoft.com/office/drawing/2014/main" id="{68FE69BC-61F1-417B-9D8F-795E62C18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188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5" name="Rectangle 115">
              <a:extLst>
                <a:ext uri="{FF2B5EF4-FFF2-40B4-BE49-F238E27FC236}">
                  <a16:creationId xmlns:a16="http://schemas.microsoft.com/office/drawing/2014/main" id="{43A5BDA7-82B4-43F8-A9E1-1B943E007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188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6" name="Rectangle 116">
              <a:extLst>
                <a:ext uri="{FF2B5EF4-FFF2-40B4-BE49-F238E27FC236}">
                  <a16:creationId xmlns:a16="http://schemas.microsoft.com/office/drawing/2014/main" id="{9FD21102-6AAD-46A0-8A13-B612781A9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188" y="17002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7" name="Rectangle 117">
              <a:extLst>
                <a:ext uri="{FF2B5EF4-FFF2-40B4-BE49-F238E27FC236}">
                  <a16:creationId xmlns:a16="http://schemas.microsoft.com/office/drawing/2014/main" id="{626D2B85-5DE1-47E1-98EC-9F3F66167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188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8" name="Rectangle 118">
              <a:extLst>
                <a:ext uri="{FF2B5EF4-FFF2-40B4-BE49-F238E27FC236}">
                  <a16:creationId xmlns:a16="http://schemas.microsoft.com/office/drawing/2014/main" id="{500290D1-2B35-4E2A-84E2-B41E74D25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288" y="417513"/>
              <a:ext cx="284162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09" name="Rectangle 119">
              <a:extLst>
                <a:ext uri="{FF2B5EF4-FFF2-40B4-BE49-F238E27FC236}">
                  <a16:creationId xmlns:a16="http://schemas.microsoft.com/office/drawing/2014/main" id="{E8983980-D7B0-40FF-BE61-9EBB87C3B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750" y="52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10" name="Rectangle 120">
              <a:extLst>
                <a:ext uri="{FF2B5EF4-FFF2-40B4-BE49-F238E27FC236}">
                  <a16:creationId xmlns:a16="http://schemas.microsoft.com/office/drawing/2014/main" id="{31977D0E-FE7D-40D5-80D6-15685B8E0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313" y="1150938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11" name="Rectangle 121">
              <a:extLst>
                <a:ext uri="{FF2B5EF4-FFF2-40B4-BE49-F238E27FC236}">
                  <a16:creationId xmlns:a16="http://schemas.microsoft.com/office/drawing/2014/main" id="{BDD26A98-DE08-4E98-BF35-53942E29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313" y="1425575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12" name="Rectangle 122">
              <a:extLst>
                <a:ext uri="{FF2B5EF4-FFF2-40B4-BE49-F238E27FC236}">
                  <a16:creationId xmlns:a16="http://schemas.microsoft.com/office/drawing/2014/main" id="{786937F1-1D2C-49A7-AF98-69E075380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313" y="1701800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113" name="Rectangle 123">
              <a:extLst>
                <a:ext uri="{FF2B5EF4-FFF2-40B4-BE49-F238E27FC236}">
                  <a16:creationId xmlns:a16="http://schemas.microsoft.com/office/drawing/2014/main" id="{B028FBA1-F7C9-42AD-B727-D308150C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313" y="874713"/>
              <a:ext cx="2476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31074" name="TextBox 125">
            <a:extLst>
              <a:ext uri="{FF2B5EF4-FFF2-40B4-BE49-F238E27FC236}">
                <a16:creationId xmlns:a16="http://schemas.microsoft.com/office/drawing/2014/main" id="{1575F7C0-598B-4F5B-85CA-977079402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4.19 from the textbook ]</a:t>
            </a:r>
          </a:p>
        </p:txBody>
      </p:sp>
      <p:sp>
        <p:nvSpPr>
          <p:cNvPr id="131075" name="Title 1">
            <a:extLst>
              <a:ext uri="{FF2B5EF4-FFF2-40B4-BE49-F238E27FC236}">
                <a16:creationId xmlns:a16="http://schemas.microsoft.com/office/drawing/2014/main" id="{40158D08-40E4-4160-8FC0-0281457B4DF0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Truth table for a 4-to-2 binary encoder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7C5FD8-3C20-4E33-9437-190C3A2D33B1}"/>
                  </a:ext>
                </a:extLst>
              </p14:cNvPr>
              <p14:cNvContentPartPr/>
              <p14:nvPr/>
            </p14:nvContentPartPr>
            <p14:xfrm>
              <a:off x="5999400" y="715320"/>
              <a:ext cx="2982600" cy="227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7C5FD8-3C20-4E33-9437-190C3A2D33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0040" y="705960"/>
                <a:ext cx="3001320" cy="229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585130BC-5C4F-AA4E-903A-1F1D1AD03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Priority Encoders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81" name="Group 1">
            <a:extLst>
              <a:ext uri="{FF2B5EF4-FFF2-40B4-BE49-F238E27FC236}">
                <a16:creationId xmlns:a16="http://schemas.microsoft.com/office/drawing/2014/main" id="{1AB06BF1-0215-4C96-9BD5-80AE552392A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629812"/>
            <a:ext cx="3478213" cy="2357863"/>
            <a:chOff x="2841625" y="1730375"/>
            <a:chExt cx="3173413" cy="2073275"/>
          </a:xfrm>
        </p:grpSpPr>
        <p:sp>
          <p:nvSpPr>
            <p:cNvPr id="148485" name="Line 5">
              <a:extLst>
                <a:ext uri="{FF2B5EF4-FFF2-40B4-BE49-F238E27FC236}">
                  <a16:creationId xmlns:a16="http://schemas.microsoft.com/office/drawing/2014/main" id="{DE030C4B-1C0E-4936-84C3-1B48A8C3C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486" name="Line 6">
              <a:extLst>
                <a:ext uri="{FF2B5EF4-FFF2-40B4-BE49-F238E27FC236}">
                  <a16:creationId xmlns:a16="http://schemas.microsoft.com/office/drawing/2014/main" id="{417AA45F-D1B6-4AD9-8B1D-F448BB918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487" name="Rectangle 7">
              <a:extLst>
                <a:ext uri="{FF2B5EF4-FFF2-40B4-BE49-F238E27FC236}">
                  <a16:creationId xmlns:a16="http://schemas.microsoft.com/office/drawing/2014/main" id="{A4E2133E-F351-4280-86C7-02A5F238E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88" name="Rectangle 8">
              <a:extLst>
                <a:ext uri="{FF2B5EF4-FFF2-40B4-BE49-F238E27FC236}">
                  <a16:creationId xmlns:a16="http://schemas.microsoft.com/office/drawing/2014/main" id="{6BDB138F-848B-48F1-882E-80D7310C7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89" name="Rectangle 9">
              <a:extLst>
                <a:ext uri="{FF2B5EF4-FFF2-40B4-BE49-F238E27FC236}">
                  <a16:creationId xmlns:a16="http://schemas.microsoft.com/office/drawing/2014/main" id="{0B241F05-D1F4-4246-8FFB-07851AEF0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0" name="Rectangle 10">
              <a:extLst>
                <a:ext uri="{FF2B5EF4-FFF2-40B4-BE49-F238E27FC236}">
                  <a16:creationId xmlns:a16="http://schemas.microsoft.com/office/drawing/2014/main" id="{C8F65193-A269-4E6A-930F-6492F1F5D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1" name="Rectangle 11">
              <a:extLst>
                <a:ext uri="{FF2B5EF4-FFF2-40B4-BE49-F238E27FC236}">
                  <a16:creationId xmlns:a16="http://schemas.microsoft.com/office/drawing/2014/main" id="{9F673891-8CDF-4451-8F03-950C0A0A8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2" name="Rectangle 12">
              <a:extLst>
                <a:ext uri="{FF2B5EF4-FFF2-40B4-BE49-F238E27FC236}">
                  <a16:creationId xmlns:a16="http://schemas.microsoft.com/office/drawing/2014/main" id="{561DC503-8499-4DCD-AA6D-E715E72A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3" name="Rectangle 13">
              <a:extLst>
                <a:ext uri="{FF2B5EF4-FFF2-40B4-BE49-F238E27FC236}">
                  <a16:creationId xmlns:a16="http://schemas.microsoft.com/office/drawing/2014/main" id="{E3A032FC-0A0C-4649-A4DD-C53235689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4" name="Rectangle 14">
              <a:extLst>
                <a:ext uri="{FF2B5EF4-FFF2-40B4-BE49-F238E27FC236}">
                  <a16:creationId xmlns:a16="http://schemas.microsoft.com/office/drawing/2014/main" id="{5C2B4B5D-CC51-4A48-BB4C-67CBAFD44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5" name="Rectangle 15">
              <a:extLst>
                <a:ext uri="{FF2B5EF4-FFF2-40B4-BE49-F238E27FC236}">
                  <a16:creationId xmlns:a16="http://schemas.microsoft.com/office/drawing/2014/main" id="{533716C5-DC7F-437C-A7B1-4737332BA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6" name="Rectangle 16">
              <a:extLst>
                <a:ext uri="{FF2B5EF4-FFF2-40B4-BE49-F238E27FC236}">
                  <a16:creationId xmlns:a16="http://schemas.microsoft.com/office/drawing/2014/main" id="{8EEDBF47-1E6F-46F0-A53F-D1100A5B3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7" name="Rectangle 17">
              <a:extLst>
                <a:ext uri="{FF2B5EF4-FFF2-40B4-BE49-F238E27FC236}">
                  <a16:creationId xmlns:a16="http://schemas.microsoft.com/office/drawing/2014/main" id="{51B1629F-07E3-4D91-A4EC-924242C6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8" name="Rectangle 18">
              <a:extLst>
                <a:ext uri="{FF2B5EF4-FFF2-40B4-BE49-F238E27FC236}">
                  <a16:creationId xmlns:a16="http://schemas.microsoft.com/office/drawing/2014/main" id="{FEBEA1FC-2BC7-437E-8B45-87AF2B3FC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499" name="Rectangle 19">
              <a:extLst>
                <a:ext uri="{FF2B5EF4-FFF2-40B4-BE49-F238E27FC236}">
                  <a16:creationId xmlns:a16="http://schemas.microsoft.com/office/drawing/2014/main" id="{504466BE-61F9-4089-A0EA-8547FB328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0" name="Rectangle 20">
              <a:extLst>
                <a:ext uri="{FF2B5EF4-FFF2-40B4-BE49-F238E27FC236}">
                  <a16:creationId xmlns:a16="http://schemas.microsoft.com/office/drawing/2014/main" id="{3F4A8D8C-5E9B-428C-BCB0-D04E2DBB8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1" name="Rectangle 21">
              <a:extLst>
                <a:ext uri="{FF2B5EF4-FFF2-40B4-BE49-F238E27FC236}">
                  <a16:creationId xmlns:a16="http://schemas.microsoft.com/office/drawing/2014/main" id="{0CCB7BBE-F926-41AB-98DA-06A2894C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2" name="Rectangle 22">
              <a:extLst>
                <a:ext uri="{FF2B5EF4-FFF2-40B4-BE49-F238E27FC236}">
                  <a16:creationId xmlns:a16="http://schemas.microsoft.com/office/drawing/2014/main" id="{3941CDD7-7852-4F41-A83F-96B8AB82B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3" name="Rectangle 23">
              <a:extLst>
                <a:ext uri="{FF2B5EF4-FFF2-40B4-BE49-F238E27FC236}">
                  <a16:creationId xmlns:a16="http://schemas.microsoft.com/office/drawing/2014/main" id="{EDEB48F4-7E3E-4E6A-971B-C84BE34DD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4" name="Rectangle 24">
              <a:extLst>
                <a:ext uri="{FF2B5EF4-FFF2-40B4-BE49-F238E27FC236}">
                  <a16:creationId xmlns:a16="http://schemas.microsoft.com/office/drawing/2014/main" id="{199DD724-2E1B-4E69-A4E8-D0F665C7B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5" name="Rectangle 25">
              <a:extLst>
                <a:ext uri="{FF2B5EF4-FFF2-40B4-BE49-F238E27FC236}">
                  <a16:creationId xmlns:a16="http://schemas.microsoft.com/office/drawing/2014/main" id="{96509E30-68E4-46E5-9422-04841F150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6" name="Rectangle 26">
              <a:extLst>
                <a:ext uri="{FF2B5EF4-FFF2-40B4-BE49-F238E27FC236}">
                  <a16:creationId xmlns:a16="http://schemas.microsoft.com/office/drawing/2014/main" id="{CE40D682-AD16-426A-9EC3-341C3C4F7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7" name="Rectangle 27">
              <a:extLst>
                <a:ext uri="{FF2B5EF4-FFF2-40B4-BE49-F238E27FC236}">
                  <a16:creationId xmlns:a16="http://schemas.microsoft.com/office/drawing/2014/main" id="{E24CD175-FAC7-4C8F-B12F-B28E303D8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8" name="Rectangle 28">
              <a:extLst>
                <a:ext uri="{FF2B5EF4-FFF2-40B4-BE49-F238E27FC236}">
                  <a16:creationId xmlns:a16="http://schemas.microsoft.com/office/drawing/2014/main" id="{FCFD291E-C17D-4D3A-9CDD-FDC482764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09" name="Rectangle 29">
              <a:extLst>
                <a:ext uri="{FF2B5EF4-FFF2-40B4-BE49-F238E27FC236}">
                  <a16:creationId xmlns:a16="http://schemas.microsoft.com/office/drawing/2014/main" id="{68FCE42F-826A-4746-B457-5A92041A0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0" name="Rectangle 30">
              <a:extLst>
                <a:ext uri="{FF2B5EF4-FFF2-40B4-BE49-F238E27FC236}">
                  <a16:creationId xmlns:a16="http://schemas.microsoft.com/office/drawing/2014/main" id="{61CBD57C-1955-4D3E-96B3-669A3264D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1" name="Rectangle 31">
              <a:extLst>
                <a:ext uri="{FF2B5EF4-FFF2-40B4-BE49-F238E27FC236}">
                  <a16:creationId xmlns:a16="http://schemas.microsoft.com/office/drawing/2014/main" id="{E9130856-1358-4421-A2FD-27C2E60E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2" name="Rectangle 32">
              <a:extLst>
                <a:ext uri="{FF2B5EF4-FFF2-40B4-BE49-F238E27FC236}">
                  <a16:creationId xmlns:a16="http://schemas.microsoft.com/office/drawing/2014/main" id="{F3C53A04-6256-4B2E-AFC4-BB23D268E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3" name="Rectangle 33">
              <a:extLst>
                <a:ext uri="{FF2B5EF4-FFF2-40B4-BE49-F238E27FC236}">
                  <a16:creationId xmlns:a16="http://schemas.microsoft.com/office/drawing/2014/main" id="{ACDC425B-6908-4C52-B653-95F05D756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4" name="Rectangle 34">
              <a:extLst>
                <a:ext uri="{FF2B5EF4-FFF2-40B4-BE49-F238E27FC236}">
                  <a16:creationId xmlns:a16="http://schemas.microsoft.com/office/drawing/2014/main" id="{3DC71040-8AFD-4195-A7EC-877B9AD1C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5" name="Rectangle 35">
              <a:extLst>
                <a:ext uri="{FF2B5EF4-FFF2-40B4-BE49-F238E27FC236}">
                  <a16:creationId xmlns:a16="http://schemas.microsoft.com/office/drawing/2014/main" id="{FA27D85F-A7DE-4B40-A646-FA6F38C2D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6" name="Rectangle 36">
              <a:extLst>
                <a:ext uri="{FF2B5EF4-FFF2-40B4-BE49-F238E27FC236}">
                  <a16:creationId xmlns:a16="http://schemas.microsoft.com/office/drawing/2014/main" id="{B67359B8-1C8B-4681-B59D-9C65E06E4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7" name="Rectangle 37">
              <a:extLst>
                <a:ext uri="{FF2B5EF4-FFF2-40B4-BE49-F238E27FC236}">
                  <a16:creationId xmlns:a16="http://schemas.microsoft.com/office/drawing/2014/main" id="{A6A845EE-537F-40F5-A0E1-716437CF1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8" name="Rectangle 38">
              <a:extLst>
                <a:ext uri="{FF2B5EF4-FFF2-40B4-BE49-F238E27FC236}">
                  <a16:creationId xmlns:a16="http://schemas.microsoft.com/office/drawing/2014/main" id="{FB7A9D19-81E6-4377-ACA4-A39B1D728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19" name="Rectangle 39">
              <a:extLst>
                <a:ext uri="{FF2B5EF4-FFF2-40B4-BE49-F238E27FC236}">
                  <a16:creationId xmlns:a16="http://schemas.microsoft.com/office/drawing/2014/main" id="{04F38FEE-3BFB-438F-AE44-56C6920EC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0" name="Rectangle 40">
              <a:extLst>
                <a:ext uri="{FF2B5EF4-FFF2-40B4-BE49-F238E27FC236}">
                  <a16:creationId xmlns:a16="http://schemas.microsoft.com/office/drawing/2014/main" id="{E10BC1D6-B8B8-4318-9072-384B01300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1" name="Rectangle 41">
              <a:extLst>
                <a:ext uri="{FF2B5EF4-FFF2-40B4-BE49-F238E27FC236}">
                  <a16:creationId xmlns:a16="http://schemas.microsoft.com/office/drawing/2014/main" id="{8D1ED602-6501-47CF-9DCE-9DFFBB982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2" name="Rectangle 42">
              <a:extLst>
                <a:ext uri="{FF2B5EF4-FFF2-40B4-BE49-F238E27FC236}">
                  <a16:creationId xmlns:a16="http://schemas.microsoft.com/office/drawing/2014/main" id="{A44ED129-1AF3-4F67-8A6B-B5736A1CE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3" name="Rectangle 43">
              <a:extLst>
                <a:ext uri="{FF2B5EF4-FFF2-40B4-BE49-F238E27FC236}">
                  <a16:creationId xmlns:a16="http://schemas.microsoft.com/office/drawing/2014/main" id="{09D5AF6E-DF65-4FC8-B3C0-F7EFD8403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4" name="Rectangle 44">
              <a:extLst>
                <a:ext uri="{FF2B5EF4-FFF2-40B4-BE49-F238E27FC236}">
                  <a16:creationId xmlns:a16="http://schemas.microsoft.com/office/drawing/2014/main" id="{817BB86B-71CA-4B67-B70E-82D363099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5" name="Rectangle 45">
              <a:extLst>
                <a:ext uri="{FF2B5EF4-FFF2-40B4-BE49-F238E27FC236}">
                  <a16:creationId xmlns:a16="http://schemas.microsoft.com/office/drawing/2014/main" id="{09AAA708-A3B6-4FAA-9D30-BFB88F126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6" name="Rectangle 46">
              <a:extLst>
                <a:ext uri="{FF2B5EF4-FFF2-40B4-BE49-F238E27FC236}">
                  <a16:creationId xmlns:a16="http://schemas.microsoft.com/office/drawing/2014/main" id="{1C4BF82A-0BBB-4835-BC87-4808979E4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7" name="Rectangle 47">
              <a:extLst>
                <a:ext uri="{FF2B5EF4-FFF2-40B4-BE49-F238E27FC236}">
                  <a16:creationId xmlns:a16="http://schemas.microsoft.com/office/drawing/2014/main" id="{A8E650B0-FA75-466E-8AA4-37AFCFEE2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28" name="Rectangle 48">
              <a:extLst>
                <a:ext uri="{FF2B5EF4-FFF2-40B4-BE49-F238E27FC236}">
                  <a16:creationId xmlns:a16="http://schemas.microsoft.com/office/drawing/2014/main" id="{0EB245A6-0375-43E1-9F8B-760105E74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 dirty="0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148529" name="Rectangle 49">
              <a:extLst>
                <a:ext uri="{FF2B5EF4-FFF2-40B4-BE49-F238E27FC236}">
                  <a16:creationId xmlns:a16="http://schemas.microsoft.com/office/drawing/2014/main" id="{F308143B-4A6E-45EF-B3E6-95FED7164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30" name="Rectangle 50">
              <a:extLst>
                <a:ext uri="{FF2B5EF4-FFF2-40B4-BE49-F238E27FC236}">
                  <a16:creationId xmlns:a16="http://schemas.microsoft.com/office/drawing/2014/main" id="{05C0CDB9-03B0-403E-B779-309E2C9E4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31" name="Rectangle 51">
              <a:extLst>
                <a:ext uri="{FF2B5EF4-FFF2-40B4-BE49-F238E27FC236}">
                  <a16:creationId xmlns:a16="http://schemas.microsoft.com/office/drawing/2014/main" id="{57BA8872-4692-46BA-9306-54EF5E249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32" name="Rectangle 52">
              <a:extLst>
                <a:ext uri="{FF2B5EF4-FFF2-40B4-BE49-F238E27FC236}">
                  <a16:creationId xmlns:a16="http://schemas.microsoft.com/office/drawing/2014/main" id="{81AD4732-AB7C-4780-8847-ADB8D7326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33" name="Rectangle 53">
              <a:extLst>
                <a:ext uri="{FF2B5EF4-FFF2-40B4-BE49-F238E27FC236}">
                  <a16:creationId xmlns:a16="http://schemas.microsoft.com/office/drawing/2014/main" id="{3B9375C4-C84F-4C01-BF8B-6D8A79F09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8534" name="Rectangle 54">
              <a:extLst>
                <a:ext uri="{FF2B5EF4-FFF2-40B4-BE49-F238E27FC236}">
                  <a16:creationId xmlns:a16="http://schemas.microsoft.com/office/drawing/2014/main" id="{280BEF7A-8030-4BF6-BC40-7ED0F7D0B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48482" name="TextBox 125">
            <a:extLst>
              <a:ext uri="{FF2B5EF4-FFF2-40B4-BE49-F238E27FC236}">
                <a16:creationId xmlns:a16="http://schemas.microsoft.com/office/drawing/2014/main" id="{AC4A2041-AA53-4EC9-96CC-D794168B8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4.20 from the textbook ]</a:t>
            </a: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34F72A8B-F607-4690-8F02-C11C1989A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Truth table for a 4-to-2 priority encoder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3E8DAC-70DC-4AEF-ADB8-EA17FF9FFA87}"/>
              </a:ext>
            </a:extLst>
          </p:cNvPr>
          <p:cNvSpPr/>
          <p:nvPr/>
        </p:nvSpPr>
        <p:spPr>
          <a:xfrm>
            <a:off x="76200" y="3201412"/>
            <a:ext cx="8894762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 a priority encoder each input has a priority level associated with it. The encoder outputs indicate the active input that has the highest priority.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When an input with a high priority is asserted, the other inputs with lower priority are ignored.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It assumes that w</a:t>
            </a:r>
            <a:r>
              <a:rPr lang="en-US" b="1" baseline="-25000" dirty="0">
                <a:latin typeface="+mn-lt"/>
              </a:rPr>
              <a:t>0 </a:t>
            </a:r>
            <a:r>
              <a:rPr lang="en-US" b="1" dirty="0">
                <a:latin typeface="+mn-lt"/>
              </a:rPr>
              <a:t>has the lowest priority and w</a:t>
            </a:r>
            <a:r>
              <a:rPr lang="en-US" b="1" baseline="-25000" dirty="0">
                <a:latin typeface="+mn-lt"/>
              </a:rPr>
              <a:t>3</a:t>
            </a:r>
            <a:r>
              <a:rPr lang="en-US" b="1" dirty="0">
                <a:latin typeface="+mn-lt"/>
              </a:rPr>
              <a:t> the highest.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Since it is possible that none of the inputs is equal to 1, an output, </a:t>
            </a:r>
            <a:r>
              <a:rPr lang="en-US" b="1" i="1" dirty="0">
                <a:latin typeface="+mn-lt"/>
              </a:rPr>
              <a:t>z</a:t>
            </a:r>
            <a:r>
              <a:rPr lang="en-US" dirty="0">
                <a:latin typeface="+mn-lt"/>
              </a:rPr>
              <a:t>, is provided to indicate this condition.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078315-8602-4EC3-8B2B-9F7CF745C3C8}"/>
                  </a:ext>
                </a:extLst>
              </p14:cNvPr>
              <p14:cNvContentPartPr/>
              <p14:nvPr/>
            </p14:nvContentPartPr>
            <p14:xfrm>
              <a:off x="3594960" y="606960"/>
              <a:ext cx="5311080" cy="2364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078315-8602-4EC3-8B2B-9F7CF745C3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5600" y="597600"/>
                <a:ext cx="5329800" cy="238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505" name="Group 1">
            <a:extLst>
              <a:ext uri="{FF2B5EF4-FFF2-40B4-BE49-F238E27FC236}">
                <a16:creationId xmlns:a16="http://schemas.microsoft.com/office/drawing/2014/main" id="{8CE78D10-DE74-4553-8B85-12A1B1AB6D63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74925"/>
            <a:ext cx="3173413" cy="2073275"/>
            <a:chOff x="2841625" y="1730375"/>
            <a:chExt cx="3173413" cy="2073275"/>
          </a:xfrm>
        </p:grpSpPr>
        <p:sp>
          <p:nvSpPr>
            <p:cNvPr id="149514" name="Line 5">
              <a:extLst>
                <a:ext uri="{FF2B5EF4-FFF2-40B4-BE49-F238E27FC236}">
                  <a16:creationId xmlns:a16="http://schemas.microsoft.com/office/drawing/2014/main" id="{E1161976-6E29-4088-9B5F-DFC7E2F41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515" name="Line 6">
              <a:extLst>
                <a:ext uri="{FF2B5EF4-FFF2-40B4-BE49-F238E27FC236}">
                  <a16:creationId xmlns:a16="http://schemas.microsoft.com/office/drawing/2014/main" id="{455C0D0B-2DE8-4DAF-9AAB-E940A94C0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516" name="Rectangle 7">
              <a:extLst>
                <a:ext uri="{FF2B5EF4-FFF2-40B4-BE49-F238E27FC236}">
                  <a16:creationId xmlns:a16="http://schemas.microsoft.com/office/drawing/2014/main" id="{A14CE9FD-E4D3-4AD1-8BDB-DC463E485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17" name="Rectangle 8">
              <a:extLst>
                <a:ext uri="{FF2B5EF4-FFF2-40B4-BE49-F238E27FC236}">
                  <a16:creationId xmlns:a16="http://schemas.microsoft.com/office/drawing/2014/main" id="{169BA751-B7E4-45DD-955B-D1F8DFA73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18" name="Rectangle 9">
              <a:extLst>
                <a:ext uri="{FF2B5EF4-FFF2-40B4-BE49-F238E27FC236}">
                  <a16:creationId xmlns:a16="http://schemas.microsoft.com/office/drawing/2014/main" id="{50C25D64-1BE6-4F1D-BA25-7EFFFB9EE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19" name="Rectangle 10">
              <a:extLst>
                <a:ext uri="{FF2B5EF4-FFF2-40B4-BE49-F238E27FC236}">
                  <a16:creationId xmlns:a16="http://schemas.microsoft.com/office/drawing/2014/main" id="{2321E261-A8E0-4000-A2FC-9A6A91B65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0" name="Rectangle 11">
              <a:extLst>
                <a:ext uri="{FF2B5EF4-FFF2-40B4-BE49-F238E27FC236}">
                  <a16:creationId xmlns:a16="http://schemas.microsoft.com/office/drawing/2014/main" id="{3C25AA06-492B-4D70-88CD-355B8BF89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1" name="Rectangle 12">
              <a:extLst>
                <a:ext uri="{FF2B5EF4-FFF2-40B4-BE49-F238E27FC236}">
                  <a16:creationId xmlns:a16="http://schemas.microsoft.com/office/drawing/2014/main" id="{D9EEE208-BDD5-4854-9A22-5753DD080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2" name="Rectangle 13">
              <a:extLst>
                <a:ext uri="{FF2B5EF4-FFF2-40B4-BE49-F238E27FC236}">
                  <a16:creationId xmlns:a16="http://schemas.microsoft.com/office/drawing/2014/main" id="{7DF43501-BD7B-469D-A601-63E39B400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3" name="Rectangle 14">
              <a:extLst>
                <a:ext uri="{FF2B5EF4-FFF2-40B4-BE49-F238E27FC236}">
                  <a16:creationId xmlns:a16="http://schemas.microsoft.com/office/drawing/2014/main" id="{F9E02666-8817-4538-A543-83E7E1CC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4" name="Rectangle 15">
              <a:extLst>
                <a:ext uri="{FF2B5EF4-FFF2-40B4-BE49-F238E27FC236}">
                  <a16:creationId xmlns:a16="http://schemas.microsoft.com/office/drawing/2014/main" id="{989AC2B4-7ED0-4ED7-92C3-5A934D976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5" name="Rectangle 16">
              <a:extLst>
                <a:ext uri="{FF2B5EF4-FFF2-40B4-BE49-F238E27FC236}">
                  <a16:creationId xmlns:a16="http://schemas.microsoft.com/office/drawing/2014/main" id="{4BADAF22-0F8D-4402-87C8-5CDC8A471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6" name="Rectangle 17">
              <a:extLst>
                <a:ext uri="{FF2B5EF4-FFF2-40B4-BE49-F238E27FC236}">
                  <a16:creationId xmlns:a16="http://schemas.microsoft.com/office/drawing/2014/main" id="{F4CA6D2C-51E2-42D8-89F4-C6C472FDA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7" name="Rectangle 18">
              <a:extLst>
                <a:ext uri="{FF2B5EF4-FFF2-40B4-BE49-F238E27FC236}">
                  <a16:creationId xmlns:a16="http://schemas.microsoft.com/office/drawing/2014/main" id="{4ECA96F5-0413-4D20-8FF7-60BE0986A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8" name="Rectangle 19">
              <a:extLst>
                <a:ext uri="{FF2B5EF4-FFF2-40B4-BE49-F238E27FC236}">
                  <a16:creationId xmlns:a16="http://schemas.microsoft.com/office/drawing/2014/main" id="{E757D5AD-7DDD-4639-8D86-493FA41AA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29" name="Rectangle 20">
              <a:extLst>
                <a:ext uri="{FF2B5EF4-FFF2-40B4-BE49-F238E27FC236}">
                  <a16:creationId xmlns:a16="http://schemas.microsoft.com/office/drawing/2014/main" id="{775199B0-315F-4B69-92AE-0C6135299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0" name="Rectangle 21">
              <a:extLst>
                <a:ext uri="{FF2B5EF4-FFF2-40B4-BE49-F238E27FC236}">
                  <a16:creationId xmlns:a16="http://schemas.microsoft.com/office/drawing/2014/main" id="{FA82A94B-0CAD-4997-9748-9AD25491F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1" name="Rectangle 22">
              <a:extLst>
                <a:ext uri="{FF2B5EF4-FFF2-40B4-BE49-F238E27FC236}">
                  <a16:creationId xmlns:a16="http://schemas.microsoft.com/office/drawing/2014/main" id="{697983BE-2695-4557-8670-A0B3B9D3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2" name="Rectangle 23">
              <a:extLst>
                <a:ext uri="{FF2B5EF4-FFF2-40B4-BE49-F238E27FC236}">
                  <a16:creationId xmlns:a16="http://schemas.microsoft.com/office/drawing/2014/main" id="{F36265F3-1E7C-44B0-B454-9E04534EB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3" name="Rectangle 24">
              <a:extLst>
                <a:ext uri="{FF2B5EF4-FFF2-40B4-BE49-F238E27FC236}">
                  <a16:creationId xmlns:a16="http://schemas.microsoft.com/office/drawing/2014/main" id="{76A13BEA-EB4D-4C2C-9F49-99761F47F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4" name="Rectangle 25">
              <a:extLst>
                <a:ext uri="{FF2B5EF4-FFF2-40B4-BE49-F238E27FC236}">
                  <a16:creationId xmlns:a16="http://schemas.microsoft.com/office/drawing/2014/main" id="{45B56F9D-C21B-4447-B005-5BCE162FA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5" name="Rectangle 26">
              <a:extLst>
                <a:ext uri="{FF2B5EF4-FFF2-40B4-BE49-F238E27FC236}">
                  <a16:creationId xmlns:a16="http://schemas.microsoft.com/office/drawing/2014/main" id="{82588F6B-5976-4291-B3FD-980089391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6" name="Rectangle 27">
              <a:extLst>
                <a:ext uri="{FF2B5EF4-FFF2-40B4-BE49-F238E27FC236}">
                  <a16:creationId xmlns:a16="http://schemas.microsoft.com/office/drawing/2014/main" id="{620DC962-6B8C-4F02-8C05-961B68C5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7" name="Rectangle 28">
              <a:extLst>
                <a:ext uri="{FF2B5EF4-FFF2-40B4-BE49-F238E27FC236}">
                  <a16:creationId xmlns:a16="http://schemas.microsoft.com/office/drawing/2014/main" id="{5FDBFE48-DC47-48DD-8DD2-DDCCB8AD6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8" name="Rectangle 29">
              <a:extLst>
                <a:ext uri="{FF2B5EF4-FFF2-40B4-BE49-F238E27FC236}">
                  <a16:creationId xmlns:a16="http://schemas.microsoft.com/office/drawing/2014/main" id="{FC7D48E2-07B1-4CC7-95EF-F45EA6C2C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39" name="Rectangle 30">
              <a:extLst>
                <a:ext uri="{FF2B5EF4-FFF2-40B4-BE49-F238E27FC236}">
                  <a16:creationId xmlns:a16="http://schemas.microsoft.com/office/drawing/2014/main" id="{B4836CA2-E110-43E8-A8BD-A3D3A7A9F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0" name="Rectangle 31">
              <a:extLst>
                <a:ext uri="{FF2B5EF4-FFF2-40B4-BE49-F238E27FC236}">
                  <a16:creationId xmlns:a16="http://schemas.microsoft.com/office/drawing/2014/main" id="{CB17DCB5-C987-4498-9FE0-04FEBB8AC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1" name="Rectangle 32">
              <a:extLst>
                <a:ext uri="{FF2B5EF4-FFF2-40B4-BE49-F238E27FC236}">
                  <a16:creationId xmlns:a16="http://schemas.microsoft.com/office/drawing/2014/main" id="{FD5AE963-AC22-4493-B85E-CE0AEC97C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2" name="Rectangle 33">
              <a:extLst>
                <a:ext uri="{FF2B5EF4-FFF2-40B4-BE49-F238E27FC236}">
                  <a16:creationId xmlns:a16="http://schemas.microsoft.com/office/drawing/2014/main" id="{A914591C-EA31-494D-9EAC-714A089CC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3" name="Rectangle 34">
              <a:extLst>
                <a:ext uri="{FF2B5EF4-FFF2-40B4-BE49-F238E27FC236}">
                  <a16:creationId xmlns:a16="http://schemas.microsoft.com/office/drawing/2014/main" id="{567227F4-97F5-4777-8EB3-F60FDF08A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4" name="Rectangle 35">
              <a:extLst>
                <a:ext uri="{FF2B5EF4-FFF2-40B4-BE49-F238E27FC236}">
                  <a16:creationId xmlns:a16="http://schemas.microsoft.com/office/drawing/2014/main" id="{B3CC163B-7202-4C32-979B-095B9341C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5" name="Rectangle 36">
              <a:extLst>
                <a:ext uri="{FF2B5EF4-FFF2-40B4-BE49-F238E27FC236}">
                  <a16:creationId xmlns:a16="http://schemas.microsoft.com/office/drawing/2014/main" id="{9B5BBAFD-0766-4EA0-AC0B-16A805506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6" name="Rectangle 37">
              <a:extLst>
                <a:ext uri="{FF2B5EF4-FFF2-40B4-BE49-F238E27FC236}">
                  <a16:creationId xmlns:a16="http://schemas.microsoft.com/office/drawing/2014/main" id="{9E19613B-EE0A-494A-86C5-6FB10579F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7" name="Rectangle 38">
              <a:extLst>
                <a:ext uri="{FF2B5EF4-FFF2-40B4-BE49-F238E27FC236}">
                  <a16:creationId xmlns:a16="http://schemas.microsoft.com/office/drawing/2014/main" id="{BEEBFF0D-A60F-4509-BF7F-6FBA787EA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8" name="Rectangle 39">
              <a:extLst>
                <a:ext uri="{FF2B5EF4-FFF2-40B4-BE49-F238E27FC236}">
                  <a16:creationId xmlns:a16="http://schemas.microsoft.com/office/drawing/2014/main" id="{96FB2BCC-56B0-41CB-92F5-D6CD66B50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49" name="Rectangle 40">
              <a:extLst>
                <a:ext uri="{FF2B5EF4-FFF2-40B4-BE49-F238E27FC236}">
                  <a16:creationId xmlns:a16="http://schemas.microsoft.com/office/drawing/2014/main" id="{9F537C8C-9348-49B2-8435-502A0E196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0" name="Rectangle 41">
              <a:extLst>
                <a:ext uri="{FF2B5EF4-FFF2-40B4-BE49-F238E27FC236}">
                  <a16:creationId xmlns:a16="http://schemas.microsoft.com/office/drawing/2014/main" id="{2096405B-0FBD-4A22-B123-E878FDA36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1" name="Rectangle 42">
              <a:extLst>
                <a:ext uri="{FF2B5EF4-FFF2-40B4-BE49-F238E27FC236}">
                  <a16:creationId xmlns:a16="http://schemas.microsoft.com/office/drawing/2014/main" id="{B7F29686-9347-4897-9FDC-73418378F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2" name="Rectangle 43">
              <a:extLst>
                <a:ext uri="{FF2B5EF4-FFF2-40B4-BE49-F238E27FC236}">
                  <a16:creationId xmlns:a16="http://schemas.microsoft.com/office/drawing/2014/main" id="{5184F935-D8F8-4AFA-8870-05A63F361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3" name="Rectangle 44">
              <a:extLst>
                <a:ext uri="{FF2B5EF4-FFF2-40B4-BE49-F238E27FC236}">
                  <a16:creationId xmlns:a16="http://schemas.microsoft.com/office/drawing/2014/main" id="{A1B4C5A6-F405-4422-9677-1C515199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4" name="Rectangle 45">
              <a:extLst>
                <a:ext uri="{FF2B5EF4-FFF2-40B4-BE49-F238E27FC236}">
                  <a16:creationId xmlns:a16="http://schemas.microsoft.com/office/drawing/2014/main" id="{615F0D92-BB3D-443B-AD3D-45392C42A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5" name="Rectangle 46">
              <a:extLst>
                <a:ext uri="{FF2B5EF4-FFF2-40B4-BE49-F238E27FC236}">
                  <a16:creationId xmlns:a16="http://schemas.microsoft.com/office/drawing/2014/main" id="{181E7084-B533-4A5A-8051-B5E3622BB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6" name="Rectangle 47">
              <a:extLst>
                <a:ext uri="{FF2B5EF4-FFF2-40B4-BE49-F238E27FC236}">
                  <a16:creationId xmlns:a16="http://schemas.microsoft.com/office/drawing/2014/main" id="{85AFFFC9-D0B4-4EE9-96A3-01A8D709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7" name="Rectangle 48">
              <a:extLst>
                <a:ext uri="{FF2B5EF4-FFF2-40B4-BE49-F238E27FC236}">
                  <a16:creationId xmlns:a16="http://schemas.microsoft.com/office/drawing/2014/main" id="{066B0F28-09C3-44D3-8D8C-FC15B404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8" name="Rectangle 49">
              <a:extLst>
                <a:ext uri="{FF2B5EF4-FFF2-40B4-BE49-F238E27FC236}">
                  <a16:creationId xmlns:a16="http://schemas.microsoft.com/office/drawing/2014/main" id="{1752552C-8B82-462B-9272-A8564666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59" name="Rectangle 50">
              <a:extLst>
                <a:ext uri="{FF2B5EF4-FFF2-40B4-BE49-F238E27FC236}">
                  <a16:creationId xmlns:a16="http://schemas.microsoft.com/office/drawing/2014/main" id="{C381B097-6A79-4990-A5C7-FE6F8F2C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60" name="Rectangle 51">
              <a:extLst>
                <a:ext uri="{FF2B5EF4-FFF2-40B4-BE49-F238E27FC236}">
                  <a16:creationId xmlns:a16="http://schemas.microsoft.com/office/drawing/2014/main" id="{25200CC7-B4E7-4F93-AF74-148B6BA3C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61" name="Rectangle 52">
              <a:extLst>
                <a:ext uri="{FF2B5EF4-FFF2-40B4-BE49-F238E27FC236}">
                  <a16:creationId xmlns:a16="http://schemas.microsoft.com/office/drawing/2014/main" id="{867783B2-584F-4C23-A2B2-84D64E0C5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62" name="Rectangle 53">
              <a:extLst>
                <a:ext uri="{FF2B5EF4-FFF2-40B4-BE49-F238E27FC236}">
                  <a16:creationId xmlns:a16="http://schemas.microsoft.com/office/drawing/2014/main" id="{0F46002D-49DD-43B5-AFF2-BB68F931E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563" name="Rectangle 54">
              <a:extLst>
                <a:ext uri="{FF2B5EF4-FFF2-40B4-BE49-F238E27FC236}">
                  <a16:creationId xmlns:a16="http://schemas.microsoft.com/office/drawing/2014/main" id="{425E69F6-43BE-4FB8-9670-D3A7D5A6C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49506" name="TextBox 125">
            <a:extLst>
              <a:ext uri="{FF2B5EF4-FFF2-40B4-BE49-F238E27FC236}">
                <a16:creationId xmlns:a16="http://schemas.microsoft.com/office/drawing/2014/main" id="{E41A642A-B8E4-4231-A0C6-104B54C04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4.20 from the textbook ]</a:t>
            </a:r>
          </a:p>
        </p:txBody>
      </p:sp>
      <p:sp>
        <p:nvSpPr>
          <p:cNvPr id="149507" name="Rectangle 54">
            <a:extLst>
              <a:ext uri="{FF2B5EF4-FFF2-40B4-BE49-F238E27FC236}">
                <a16:creationId xmlns:a16="http://schemas.microsoft.com/office/drawing/2014/main" id="{964A6BD1-B4A1-4BD1-973B-13A9D7C01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3100388"/>
            <a:ext cx="2971800" cy="271462"/>
          </a:xfrm>
          <a:prstGeom prst="rect">
            <a:avLst/>
          </a:prstGeom>
          <a:solidFill>
            <a:srgbClr val="FF0000">
              <a:alpha val="20000"/>
            </a:srgbClr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49508" name="Rectangle 55">
            <a:extLst>
              <a:ext uri="{FF2B5EF4-FFF2-40B4-BE49-F238E27FC236}">
                <a16:creationId xmlns:a16="http://schemas.microsoft.com/office/drawing/2014/main" id="{CD767681-2A86-4053-9430-39134BF17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3409950"/>
            <a:ext cx="2971800" cy="271463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49509" name="Rectangle 56">
            <a:extLst>
              <a:ext uri="{FF2B5EF4-FFF2-40B4-BE49-F238E27FC236}">
                <a16:creationId xmlns:a16="http://schemas.microsoft.com/office/drawing/2014/main" id="{2A8E5EF6-195C-4B68-B1F4-8A873BFDC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3729038"/>
            <a:ext cx="2971800" cy="269875"/>
          </a:xfrm>
          <a:prstGeom prst="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49510" name="Rectangle 57">
            <a:extLst>
              <a:ext uri="{FF2B5EF4-FFF2-40B4-BE49-F238E27FC236}">
                <a16:creationId xmlns:a16="http://schemas.microsoft.com/office/drawing/2014/main" id="{B8EFB97F-8244-414D-A33A-5AF8161CC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4048125"/>
            <a:ext cx="2971800" cy="269875"/>
          </a:xfrm>
          <a:prstGeom prst="rect">
            <a:avLst/>
          </a:prstGeom>
          <a:solidFill>
            <a:srgbClr val="7030A0">
              <a:alpha val="20000"/>
            </a:srgbClr>
          </a:solidFill>
          <a:ln w="9525">
            <a:solidFill>
              <a:srgbClr val="7030A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49511" name="Rectangle 58">
            <a:extLst>
              <a:ext uri="{FF2B5EF4-FFF2-40B4-BE49-F238E27FC236}">
                <a16:creationId xmlns:a16="http://schemas.microsoft.com/office/drawing/2014/main" id="{E7203FD2-B666-41BA-B0F8-262B0F420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350" y="4357688"/>
            <a:ext cx="2971800" cy="269875"/>
          </a:xfrm>
          <a:prstGeom prst="rect">
            <a:avLst/>
          </a:prstGeom>
          <a:solidFill>
            <a:srgbClr val="002060">
              <a:alpha val="20000"/>
            </a:srgbClr>
          </a:solidFill>
          <a:ln w="9525">
            <a:solidFill>
              <a:srgbClr val="00206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49512" name="Rectangle 2">
            <a:extLst>
              <a:ext uri="{FF2B5EF4-FFF2-40B4-BE49-F238E27FC236}">
                <a16:creationId xmlns:a16="http://schemas.microsoft.com/office/drawing/2014/main" id="{EF5203DF-E9C0-491D-A5AF-E1DECB584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Truth table for a 4-to-2 priority encoder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0AC04-C43A-3C45-8BBC-304238DBC54B}"/>
              </a:ext>
            </a:extLst>
          </p:cNvPr>
          <p:cNvSpPr txBox="1"/>
          <p:nvPr/>
        </p:nvSpPr>
        <p:spPr>
          <a:xfrm>
            <a:off x="2471738" y="727075"/>
            <a:ext cx="4327525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latin typeface="+mj-lt"/>
                <a:ea typeface="MS PGothic" charset="-128"/>
              </a:rPr>
              <a:t>(abbreviated version)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0F29B3-D2F1-3744-9D43-686F4C5C5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331659"/>
              </p:ext>
            </p:extLst>
          </p:nvPr>
        </p:nvGraphicFramePr>
        <p:xfrm>
          <a:off x="3222625" y="838200"/>
          <a:ext cx="3352800" cy="546100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0675" name="Rectangle 2">
            <a:extLst>
              <a:ext uri="{FF2B5EF4-FFF2-40B4-BE49-F238E27FC236}">
                <a16:creationId xmlns:a16="http://schemas.microsoft.com/office/drawing/2014/main" id="{362DAF96-F8EB-4622-BA04-C0B00866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Truth table for a 4-to-2 priority encoder</a:t>
            </a:r>
          </a:p>
        </p:txBody>
      </p:sp>
      <p:sp>
        <p:nvSpPr>
          <p:cNvPr id="150676" name="Rectangle 52">
            <a:extLst>
              <a:ext uri="{FF2B5EF4-FFF2-40B4-BE49-F238E27FC236}">
                <a16:creationId xmlns:a16="http://schemas.microsoft.com/office/drawing/2014/main" id="{4B471B8C-A9CC-4170-870E-68B69153D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243013"/>
            <a:ext cx="3119437" cy="269875"/>
          </a:xfrm>
          <a:prstGeom prst="rect">
            <a:avLst/>
          </a:prstGeom>
          <a:solidFill>
            <a:srgbClr val="FF0000">
              <a:alpha val="20000"/>
            </a:srgbClr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0677" name="Rectangle 53">
            <a:extLst>
              <a:ext uri="{FF2B5EF4-FFF2-40B4-BE49-F238E27FC236}">
                <a16:creationId xmlns:a16="http://schemas.microsoft.com/office/drawing/2014/main" id="{59F0B072-3EA4-4FEF-9D2F-535A6EA5C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1552575"/>
            <a:ext cx="3119438" cy="269875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rgbClr val="92D05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0678" name="Rectangle 54">
            <a:extLst>
              <a:ext uri="{FF2B5EF4-FFF2-40B4-BE49-F238E27FC236}">
                <a16:creationId xmlns:a16="http://schemas.microsoft.com/office/drawing/2014/main" id="{B0E77D19-5DD2-47B7-A5BC-1F247CBC7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870075"/>
            <a:ext cx="3119437" cy="576263"/>
          </a:xfrm>
          <a:prstGeom prst="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0679" name="Rectangle 55">
            <a:extLst>
              <a:ext uri="{FF2B5EF4-FFF2-40B4-BE49-F238E27FC236}">
                <a16:creationId xmlns:a16="http://schemas.microsoft.com/office/drawing/2014/main" id="{08226C32-87C5-4436-863B-4D35EAF15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2533650"/>
            <a:ext cx="3119438" cy="1177925"/>
          </a:xfrm>
          <a:prstGeom prst="rect">
            <a:avLst/>
          </a:prstGeom>
          <a:solidFill>
            <a:srgbClr val="7030A0">
              <a:alpha val="20000"/>
            </a:srgbClr>
          </a:solidFill>
          <a:ln w="9525">
            <a:solidFill>
              <a:srgbClr val="7030A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0680" name="Rectangle 56">
            <a:extLst>
              <a:ext uri="{FF2B5EF4-FFF2-40B4-BE49-F238E27FC236}">
                <a16:creationId xmlns:a16="http://schemas.microsoft.com/office/drawing/2014/main" id="{14A53C1E-CD41-4D0A-8E35-36B6B22DF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3783013"/>
            <a:ext cx="3119437" cy="2516187"/>
          </a:xfrm>
          <a:prstGeom prst="rect">
            <a:avLst/>
          </a:prstGeom>
          <a:solidFill>
            <a:srgbClr val="002060">
              <a:alpha val="20000"/>
            </a:srgbClr>
          </a:solidFill>
          <a:ln w="9525">
            <a:solidFill>
              <a:srgbClr val="00206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0681" name="TextBox 3">
            <a:extLst>
              <a:ext uri="{FF2B5EF4-FFF2-40B4-BE49-F238E27FC236}">
                <a16:creationId xmlns:a16="http://schemas.microsoft.com/office/drawing/2014/main" id="{0D652EA3-F814-4ACD-9BA1-B99E7F2BC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4708525"/>
            <a:ext cx="1338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002060"/>
                </a:solidFill>
                <a:latin typeface="Times" panose="02020603050405020304" pitchFamily="18" charset="0"/>
              </a:rPr>
              <a:t>1  x  x  x </a:t>
            </a:r>
          </a:p>
        </p:txBody>
      </p:sp>
      <p:sp>
        <p:nvSpPr>
          <p:cNvPr id="150682" name="TextBox 57">
            <a:extLst>
              <a:ext uri="{FF2B5EF4-FFF2-40B4-BE49-F238E27FC236}">
                <a16:creationId xmlns:a16="http://schemas.microsoft.com/office/drawing/2014/main" id="{39FF2656-30D7-48DE-A704-1896DDE18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3" y="2882900"/>
            <a:ext cx="1339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7030A0"/>
                </a:solidFill>
                <a:latin typeface="Times" panose="02020603050405020304" pitchFamily="18" charset="0"/>
              </a:rPr>
              <a:t>0  1  x  x </a:t>
            </a:r>
          </a:p>
        </p:txBody>
      </p:sp>
      <p:sp>
        <p:nvSpPr>
          <p:cNvPr id="150683" name="TextBox 58">
            <a:extLst>
              <a:ext uri="{FF2B5EF4-FFF2-40B4-BE49-F238E27FC236}">
                <a16:creationId xmlns:a16="http://schemas.microsoft.com/office/drawing/2014/main" id="{953627CE-4FE1-47AF-9D41-D49B29207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870075"/>
            <a:ext cx="1338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00B0F0"/>
                </a:solidFill>
                <a:latin typeface="Times" panose="02020603050405020304" pitchFamily="18" charset="0"/>
              </a:rPr>
              <a:t>0  0  1  x </a:t>
            </a:r>
          </a:p>
        </p:txBody>
      </p:sp>
      <p:sp>
        <p:nvSpPr>
          <p:cNvPr id="150684" name="TextBox 59">
            <a:extLst>
              <a:ext uri="{FF2B5EF4-FFF2-40B4-BE49-F238E27FC236}">
                <a16:creationId xmlns:a16="http://schemas.microsoft.com/office/drawing/2014/main" id="{FDB70723-CB6C-4307-964E-0C3DDCF17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775" y="1428750"/>
            <a:ext cx="1338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92D050"/>
                </a:solidFill>
                <a:latin typeface="Times" panose="02020603050405020304" pitchFamily="18" charset="0"/>
              </a:rPr>
              <a:t>0  0  0  1 </a:t>
            </a:r>
          </a:p>
        </p:txBody>
      </p:sp>
      <p:sp>
        <p:nvSpPr>
          <p:cNvPr id="150685" name="TextBox 60">
            <a:extLst>
              <a:ext uri="{FF2B5EF4-FFF2-40B4-BE49-F238E27FC236}">
                <a16:creationId xmlns:a16="http://schemas.microsoft.com/office/drawing/2014/main" id="{9CC05F01-56CD-4EBB-AD1A-38E137807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7838" y="1089025"/>
            <a:ext cx="1338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0  0  0  0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1E06A5-633B-064F-AF9B-9050EA66882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3352800" cy="546100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1699" name="Rectangle 2">
            <a:extLst>
              <a:ext uri="{FF2B5EF4-FFF2-40B4-BE49-F238E27FC236}">
                <a16:creationId xmlns:a16="http://schemas.microsoft.com/office/drawing/2014/main" id="{02FE26EB-944F-4854-9D4C-58E42BA4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Expressions for 4-to-2 priority encoder</a:t>
            </a:r>
          </a:p>
        </p:txBody>
      </p:sp>
      <p:sp>
        <p:nvSpPr>
          <p:cNvPr id="151700" name="Line 382">
            <a:extLst>
              <a:ext uri="{FF2B5EF4-FFF2-40B4-BE49-F238E27FC236}">
                <a16:creationId xmlns:a16="http://schemas.microsoft.com/office/drawing/2014/main" id="{D9FF1A07-494F-4A5F-ACDC-EDF714452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938" y="2403475"/>
            <a:ext cx="442912" cy="4635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01" name="Rectangle 383">
            <a:extLst>
              <a:ext uri="{FF2B5EF4-FFF2-40B4-BE49-F238E27FC236}">
                <a16:creationId xmlns:a16="http://schemas.microsoft.com/office/drawing/2014/main" id="{DCC641BA-CAD2-416B-AB38-11C12501A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2286000"/>
            <a:ext cx="536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3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2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2800" b="0">
              <a:latin typeface="Times" panose="02020603050405020304" pitchFamily="18" charset="0"/>
            </a:endParaRPr>
          </a:p>
        </p:txBody>
      </p:sp>
      <p:sp>
        <p:nvSpPr>
          <p:cNvPr id="151702" name="Rectangle 394">
            <a:extLst>
              <a:ext uri="{FF2B5EF4-FFF2-40B4-BE49-F238E27FC236}">
                <a16:creationId xmlns:a16="http://schemas.microsoft.com/office/drawing/2014/main" id="{E6816A02-F590-4FA9-A220-C59752496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d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3" name="Rectangle 395">
            <a:extLst>
              <a:ext uri="{FF2B5EF4-FFF2-40B4-BE49-F238E27FC236}">
                <a16:creationId xmlns:a16="http://schemas.microsoft.com/office/drawing/2014/main" id="{E2FE1A21-2566-4BF1-98EA-096AC8A2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4" name="Rectangle 396">
            <a:extLst>
              <a:ext uri="{FF2B5EF4-FFF2-40B4-BE49-F238E27FC236}">
                <a16:creationId xmlns:a16="http://schemas.microsoft.com/office/drawing/2014/main" id="{9E93BE0A-C3B1-44AB-BFF1-B327E0D76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5" name="Rectangle 397">
            <a:extLst>
              <a:ext uri="{FF2B5EF4-FFF2-40B4-BE49-F238E27FC236}">
                <a16:creationId xmlns:a16="http://schemas.microsoft.com/office/drawing/2014/main" id="{297B61D6-C3D8-49EF-9927-2E15844CE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6" name="Rectangle 398">
            <a:extLst>
              <a:ext uri="{FF2B5EF4-FFF2-40B4-BE49-F238E27FC236}">
                <a16:creationId xmlns:a16="http://schemas.microsoft.com/office/drawing/2014/main" id="{01B96761-4F5C-4126-8C9E-887A907F5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400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7" name="Rectangle 399">
            <a:extLst>
              <a:ext uri="{FF2B5EF4-FFF2-40B4-BE49-F238E27FC236}">
                <a16:creationId xmlns:a16="http://schemas.microsoft.com/office/drawing/2014/main" id="{095689B5-F128-43E4-90F1-E4CC34A92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8" name="Rectangle 400">
            <a:extLst>
              <a:ext uri="{FF2B5EF4-FFF2-40B4-BE49-F238E27FC236}">
                <a16:creationId xmlns:a16="http://schemas.microsoft.com/office/drawing/2014/main" id="{C6CF91AE-4CB6-4EA2-AD0E-F81FD61F7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09" name="Rectangle 401">
            <a:extLst>
              <a:ext uri="{FF2B5EF4-FFF2-40B4-BE49-F238E27FC236}">
                <a16:creationId xmlns:a16="http://schemas.microsoft.com/office/drawing/2014/main" id="{1167A0F3-85DD-491D-8B5D-64DAED297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2989263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0" name="Rectangle 402">
            <a:extLst>
              <a:ext uri="{FF2B5EF4-FFF2-40B4-BE49-F238E27FC236}">
                <a16:creationId xmlns:a16="http://schemas.microsoft.com/office/drawing/2014/main" id="{2F4DF5A1-D94B-4C49-A292-C2A319C56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3436938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1" name="Rectangle 403">
            <a:extLst>
              <a:ext uri="{FF2B5EF4-FFF2-40B4-BE49-F238E27FC236}">
                <a16:creationId xmlns:a16="http://schemas.microsoft.com/office/drawing/2014/main" id="{BDD0992F-5D64-4FF1-9312-6B5EA6D3D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3436938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2" name="Rectangle 404">
            <a:extLst>
              <a:ext uri="{FF2B5EF4-FFF2-40B4-BE49-F238E27FC236}">
                <a16:creationId xmlns:a16="http://schemas.microsoft.com/office/drawing/2014/main" id="{8AC14D4E-98B6-45CF-9BC0-F9D6F1A16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343693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3" name="Rectangle 405">
            <a:extLst>
              <a:ext uri="{FF2B5EF4-FFF2-40B4-BE49-F238E27FC236}">
                <a16:creationId xmlns:a16="http://schemas.microsoft.com/office/drawing/2014/main" id="{1F0DBAC3-4314-4750-811F-CAEABFE5A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857500"/>
            <a:ext cx="1801812" cy="1811338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b="0">
              <a:latin typeface="Times" panose="02020603050405020304" pitchFamily="18" charset="0"/>
            </a:endParaRPr>
          </a:p>
        </p:txBody>
      </p:sp>
      <p:sp>
        <p:nvSpPr>
          <p:cNvPr id="151714" name="Line 407">
            <a:extLst>
              <a:ext uri="{FF2B5EF4-FFF2-40B4-BE49-F238E27FC236}">
                <a16:creationId xmlns:a16="http://schemas.microsoft.com/office/drawing/2014/main" id="{0446B00C-0851-4652-9599-1763A4D82A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0550" y="2857500"/>
            <a:ext cx="0" cy="18113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15" name="Rectangle 408">
            <a:extLst>
              <a:ext uri="{FF2B5EF4-FFF2-40B4-BE49-F238E27FC236}">
                <a16:creationId xmlns:a16="http://schemas.microsoft.com/office/drawing/2014/main" id="{44923D5F-9653-45B1-BE85-CF11F0134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436938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6" name="Rectangle 412">
            <a:extLst>
              <a:ext uri="{FF2B5EF4-FFF2-40B4-BE49-F238E27FC236}">
                <a16:creationId xmlns:a16="http://schemas.microsoft.com/office/drawing/2014/main" id="{396606DB-B8EC-4FAB-A528-8BE5CFEF6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7" name="Rectangle 413">
            <a:extLst>
              <a:ext uri="{FF2B5EF4-FFF2-40B4-BE49-F238E27FC236}">
                <a16:creationId xmlns:a16="http://schemas.microsoft.com/office/drawing/2014/main" id="{8CEE6AC0-DD00-40F9-B7FC-751B0D224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3884613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8" name="Rectangle 414">
            <a:extLst>
              <a:ext uri="{FF2B5EF4-FFF2-40B4-BE49-F238E27FC236}">
                <a16:creationId xmlns:a16="http://schemas.microsoft.com/office/drawing/2014/main" id="{FAA15BD2-8302-473E-996D-007A0EE4F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19" name="Rectangle 415">
            <a:extLst>
              <a:ext uri="{FF2B5EF4-FFF2-40B4-BE49-F238E27FC236}">
                <a16:creationId xmlns:a16="http://schemas.microsoft.com/office/drawing/2014/main" id="{7E172572-1FCB-45F7-9FCF-C33423F43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0" name="Rectangle 416">
            <a:extLst>
              <a:ext uri="{FF2B5EF4-FFF2-40B4-BE49-F238E27FC236}">
                <a16:creationId xmlns:a16="http://schemas.microsoft.com/office/drawing/2014/main" id="{0E024FB1-80F1-40B3-A6E3-8CE015110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1" name="Rectangle 417">
            <a:extLst>
              <a:ext uri="{FF2B5EF4-FFF2-40B4-BE49-F238E27FC236}">
                <a16:creationId xmlns:a16="http://schemas.microsoft.com/office/drawing/2014/main" id="{E5FBE723-4C6E-4202-B31D-45759A65A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4332288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2" name="Rectangle 418">
            <a:extLst>
              <a:ext uri="{FF2B5EF4-FFF2-40B4-BE49-F238E27FC236}">
                <a16:creationId xmlns:a16="http://schemas.microsoft.com/office/drawing/2014/main" id="{06A42798-FCD7-4F82-881C-3C40F8E10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3" name="Rectangle 419">
            <a:extLst>
              <a:ext uri="{FF2B5EF4-FFF2-40B4-BE49-F238E27FC236}">
                <a16:creationId xmlns:a16="http://schemas.microsoft.com/office/drawing/2014/main" id="{610768F5-563F-41B7-B618-58856146C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4" name="Rectangle 420">
            <a:extLst>
              <a:ext uri="{FF2B5EF4-FFF2-40B4-BE49-F238E27FC236}">
                <a16:creationId xmlns:a16="http://schemas.microsoft.com/office/drawing/2014/main" id="{1E4E4F6C-705F-43A6-AA81-68D51A685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2989263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5" name="Rectangle 421">
            <a:extLst>
              <a:ext uri="{FF2B5EF4-FFF2-40B4-BE49-F238E27FC236}">
                <a16:creationId xmlns:a16="http://schemas.microsoft.com/office/drawing/2014/main" id="{123542F0-8947-4742-A6FA-033C6F2C4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343693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6" name="Rectangle 422">
            <a:extLst>
              <a:ext uri="{FF2B5EF4-FFF2-40B4-BE49-F238E27FC236}">
                <a16:creationId xmlns:a16="http://schemas.microsoft.com/office/drawing/2014/main" id="{CE792EBC-8254-4C71-9FDA-719B9D51E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3884613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7" name="Rectangle 425">
            <a:extLst>
              <a:ext uri="{FF2B5EF4-FFF2-40B4-BE49-F238E27FC236}">
                <a16:creationId xmlns:a16="http://schemas.microsoft.com/office/drawing/2014/main" id="{FB1B6908-870B-4AD0-96C7-8EED31AFF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43322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1728" name="Rectangle 383">
            <a:extLst>
              <a:ext uri="{FF2B5EF4-FFF2-40B4-BE49-F238E27FC236}">
                <a16:creationId xmlns:a16="http://schemas.microsoft.com/office/drawing/2014/main" id="{0F0119DC-3A2F-44B0-814E-5BD1CFAD3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2540000"/>
            <a:ext cx="5349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1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0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2800" b="0">
              <a:latin typeface="Times" panose="02020603050405020304" pitchFamily="18" charset="0"/>
            </a:endParaRPr>
          </a:p>
        </p:txBody>
      </p:sp>
      <p:sp>
        <p:nvSpPr>
          <p:cNvPr id="151729" name="Line 407">
            <a:extLst>
              <a:ext uri="{FF2B5EF4-FFF2-40B4-BE49-F238E27FC236}">
                <a16:creationId xmlns:a16="http://schemas.microsoft.com/office/drawing/2014/main" id="{F20F5701-17D6-400A-855C-EFCC0B9128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0925" y="2851150"/>
            <a:ext cx="1588" cy="18240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30" name="Line 407">
            <a:extLst>
              <a:ext uri="{FF2B5EF4-FFF2-40B4-BE49-F238E27FC236}">
                <a16:creationId xmlns:a16="http://schemas.microsoft.com/office/drawing/2014/main" id="{D809F915-2B6A-449F-AF58-5161AED229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89700" y="2851150"/>
            <a:ext cx="3175" cy="18240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31" name="Line 407">
            <a:extLst>
              <a:ext uri="{FF2B5EF4-FFF2-40B4-BE49-F238E27FC236}">
                <a16:creationId xmlns:a16="http://schemas.microsoft.com/office/drawing/2014/main" id="{9E91D063-E3D3-4D39-8948-3831B20532E0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5788" y="2865438"/>
            <a:ext cx="1587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32" name="Line 407">
            <a:extLst>
              <a:ext uri="{FF2B5EF4-FFF2-40B4-BE49-F238E27FC236}">
                <a16:creationId xmlns:a16="http://schemas.microsoft.com/office/drawing/2014/main" id="{FCEF600B-F83E-4E0D-BE41-E45A304F12D9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6582" y="2420144"/>
            <a:ext cx="0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33" name="Line 407">
            <a:extLst>
              <a:ext uri="{FF2B5EF4-FFF2-40B4-BE49-F238E27FC236}">
                <a16:creationId xmlns:a16="http://schemas.microsoft.com/office/drawing/2014/main" id="{2436A8C9-819C-40CF-B139-FD80EFDBCF2C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9757" y="3302794"/>
            <a:ext cx="0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734" name="Rectangle 10">
            <a:extLst>
              <a:ext uri="{FF2B5EF4-FFF2-40B4-BE49-F238E27FC236}">
                <a16:creationId xmlns:a16="http://schemas.microsoft.com/office/drawing/2014/main" id="{6DF6083F-AFC8-4852-AB21-EA4E72AF7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1158875"/>
            <a:ext cx="338137" cy="544195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F07FCB9-9E39-004A-A8B1-0F190010AE88}"/>
              </a:ext>
            </a:extLst>
          </p:cNvPr>
          <p:cNvSpPr/>
          <p:nvPr/>
        </p:nvSpPr>
        <p:spPr bwMode="auto">
          <a:xfrm rot="16200000">
            <a:off x="5404644" y="3586957"/>
            <a:ext cx="1697037" cy="3619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1736" name="TextBox 3">
            <a:extLst>
              <a:ext uri="{FF2B5EF4-FFF2-40B4-BE49-F238E27FC236}">
                <a16:creationId xmlns:a16="http://schemas.microsoft.com/office/drawing/2014/main" id="{4BED0781-9482-459C-927B-0A96104F0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388" y="5180013"/>
            <a:ext cx="1746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= w</a:t>
            </a:r>
            <a:r>
              <a:rPr lang="en-US" altLang="en-US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aseline="-25000">
                <a:latin typeface="Times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1388AD-B8BB-844B-B354-F164A5BD134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3352800" cy="546100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2723" name="Rectangle 2">
            <a:extLst>
              <a:ext uri="{FF2B5EF4-FFF2-40B4-BE49-F238E27FC236}">
                <a16:creationId xmlns:a16="http://schemas.microsoft.com/office/drawing/2014/main" id="{78CE6B01-FEA1-4ED2-9A02-E10766136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Expressions for 4-to-2 priority encoder</a:t>
            </a:r>
          </a:p>
        </p:txBody>
      </p:sp>
      <p:sp>
        <p:nvSpPr>
          <p:cNvPr id="152724" name="Rectangle 10">
            <a:extLst>
              <a:ext uri="{FF2B5EF4-FFF2-40B4-BE49-F238E27FC236}">
                <a16:creationId xmlns:a16="http://schemas.microsoft.com/office/drawing/2014/main" id="{D2171B7F-5083-451E-9D61-93CE6FAA1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158875"/>
            <a:ext cx="338138" cy="544195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152725" name="Group 4">
            <a:extLst>
              <a:ext uri="{FF2B5EF4-FFF2-40B4-BE49-F238E27FC236}">
                <a16:creationId xmlns:a16="http://schemas.microsoft.com/office/drawing/2014/main" id="{DED94575-84E9-4B05-B7EA-89AF55149C8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5180013"/>
            <a:ext cx="2122488" cy="461962"/>
            <a:chOff x="5867400" y="5180427"/>
            <a:chExt cx="2122697" cy="461665"/>
          </a:xfrm>
        </p:grpSpPr>
        <p:sp>
          <p:nvSpPr>
            <p:cNvPr id="152766" name="TextBox 37">
              <a:extLst>
                <a:ext uri="{FF2B5EF4-FFF2-40B4-BE49-F238E27FC236}">
                  <a16:creationId xmlns:a16="http://schemas.microsoft.com/office/drawing/2014/main" id="{B6C23462-3DEE-4254-95C2-E97BDA9F5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5180427"/>
              <a:ext cx="21226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y</a:t>
              </a:r>
              <a:r>
                <a:rPr lang="en-US" altLang="en-US" baseline="-25000">
                  <a:latin typeface="Times" panose="02020603050405020304" pitchFamily="18" charset="0"/>
                </a:rPr>
                <a:t>0</a:t>
              </a:r>
              <a:r>
                <a:rPr lang="en-US" altLang="en-US" b="0">
                  <a:latin typeface="Times" panose="02020603050405020304" pitchFamily="18" charset="0"/>
                </a:rPr>
                <a:t> = w</a:t>
              </a:r>
              <a:r>
                <a:rPr lang="en-US" altLang="en-US" baseline="-25000">
                  <a:latin typeface="Times" panose="02020603050405020304" pitchFamily="18" charset="0"/>
                </a:rPr>
                <a:t>3</a:t>
              </a:r>
              <a:r>
                <a:rPr lang="en-US" altLang="en-US" b="0">
                  <a:latin typeface="Times" panose="02020603050405020304" pitchFamily="18" charset="0"/>
                </a:rPr>
                <a:t> + w</a:t>
              </a:r>
              <a:r>
                <a:rPr lang="en-US" altLang="en-US" baseline="-25000">
                  <a:latin typeface="Times" panose="02020603050405020304" pitchFamily="18" charset="0"/>
                </a:rPr>
                <a:t>1 </a:t>
              </a:r>
              <a:r>
                <a:rPr lang="en-US" altLang="en-US" b="0">
                  <a:latin typeface="Times" panose="02020603050405020304" pitchFamily="18" charset="0"/>
                </a:rPr>
                <a:t>w</a:t>
              </a:r>
              <a:r>
                <a:rPr lang="en-US" altLang="en-US" baseline="-25000">
                  <a:latin typeface="Times" panose="02020603050405020304" pitchFamily="18" charset="0"/>
                </a:rPr>
                <a:t>2</a:t>
              </a:r>
            </a:p>
          </p:txBody>
        </p:sp>
        <p:cxnSp>
          <p:nvCxnSpPr>
            <p:cNvPr id="152767" name="Straight Connector 3">
              <a:extLst>
                <a:ext uri="{FF2B5EF4-FFF2-40B4-BE49-F238E27FC236}">
                  <a16:creationId xmlns:a16="http://schemas.microsoft.com/office/drawing/2014/main" id="{0DAE7C3F-2B93-4266-9589-176D3D479F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30237" y="5263376"/>
              <a:ext cx="3172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2726" name="Group 6">
            <a:extLst>
              <a:ext uri="{FF2B5EF4-FFF2-40B4-BE49-F238E27FC236}">
                <a16:creationId xmlns:a16="http://schemas.microsoft.com/office/drawing/2014/main" id="{D9D0775A-A8D2-45B7-92D9-38B8205966D2}"/>
              </a:ext>
            </a:extLst>
          </p:cNvPr>
          <p:cNvGrpSpPr>
            <a:grpSpLocks/>
          </p:cNvGrpSpPr>
          <p:nvPr/>
        </p:nvGrpSpPr>
        <p:grpSpPr bwMode="auto">
          <a:xfrm>
            <a:off x="5272088" y="2286000"/>
            <a:ext cx="3230562" cy="2408238"/>
            <a:chOff x="5272712" y="2286000"/>
            <a:chExt cx="3230535" cy="2408238"/>
          </a:xfrm>
        </p:grpSpPr>
        <p:sp>
          <p:nvSpPr>
            <p:cNvPr id="152727" name="Line 382">
              <a:extLst>
                <a:ext uri="{FF2B5EF4-FFF2-40B4-BE49-F238E27FC236}">
                  <a16:creationId xmlns:a16="http://schemas.microsoft.com/office/drawing/2014/main" id="{687AB942-3B0D-44C7-BFB0-4C79EFC6A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6623" y="2403475"/>
              <a:ext cx="442913" cy="46355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28" name="Rectangle 383">
              <a:extLst>
                <a:ext uri="{FF2B5EF4-FFF2-40B4-BE49-F238E27FC236}">
                  <a16:creationId xmlns:a16="http://schemas.microsoft.com/office/drawing/2014/main" id="{3EFB5E3E-8EA6-447B-966A-BE9BE3E89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673" y="2286000"/>
              <a:ext cx="53540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Times-Roman" charset="0"/>
                </a:rPr>
                <a:t>3</a:t>
              </a: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 w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Times-Roman" charset="0"/>
                </a:rPr>
                <a:t>2</a:t>
              </a: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152729" name="Rectangle 394">
              <a:extLst>
                <a:ext uri="{FF2B5EF4-FFF2-40B4-BE49-F238E27FC236}">
                  <a16:creationId xmlns:a16="http://schemas.microsoft.com/office/drawing/2014/main" id="{DE45D178-C1A5-41BA-A185-3A81ADE3A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686" y="298926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0" name="Rectangle 395">
              <a:extLst>
                <a:ext uri="{FF2B5EF4-FFF2-40B4-BE49-F238E27FC236}">
                  <a16:creationId xmlns:a16="http://schemas.microsoft.com/office/drawing/2014/main" id="{81E1CC51-601B-4861-99AC-014524BB4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6061" y="26050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1" name="Rectangle 396">
              <a:extLst>
                <a:ext uri="{FF2B5EF4-FFF2-40B4-BE49-F238E27FC236}">
                  <a16:creationId xmlns:a16="http://schemas.microsoft.com/office/drawing/2014/main" id="{ECCE1EBC-927B-4EF0-B366-843C79299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3736" y="26050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2" name="Rectangle 397">
              <a:extLst>
                <a:ext uri="{FF2B5EF4-FFF2-40B4-BE49-F238E27FC236}">
                  <a16:creationId xmlns:a16="http://schemas.microsoft.com/office/drawing/2014/main" id="{5ACC695C-4799-409F-90E5-101FF9D2A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1411" y="26050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3" name="Rectangle 398">
              <a:extLst>
                <a:ext uri="{FF2B5EF4-FFF2-40B4-BE49-F238E27FC236}">
                  <a16:creationId xmlns:a16="http://schemas.microsoft.com/office/drawing/2014/main" id="{81A522F2-2726-47EC-80F6-CC3311EC8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9086" y="26050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4" name="Rectangle 399">
              <a:extLst>
                <a:ext uri="{FF2B5EF4-FFF2-40B4-BE49-F238E27FC236}">
                  <a16:creationId xmlns:a16="http://schemas.microsoft.com/office/drawing/2014/main" id="{54821A1D-3560-4284-BDBF-9E6AE66B0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361" y="298926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5" name="Rectangle 400">
              <a:extLst>
                <a:ext uri="{FF2B5EF4-FFF2-40B4-BE49-F238E27FC236}">
                  <a16:creationId xmlns:a16="http://schemas.microsoft.com/office/drawing/2014/main" id="{2B59D201-5DD1-46D2-A613-FFAD94B56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9036" y="298926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6" name="Rectangle 401">
              <a:extLst>
                <a:ext uri="{FF2B5EF4-FFF2-40B4-BE49-F238E27FC236}">
                  <a16:creationId xmlns:a16="http://schemas.microsoft.com/office/drawing/2014/main" id="{EF87CF2A-F506-4C4D-A60A-58FAE8AF2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711" y="2989263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7" name="Rectangle 402">
              <a:extLst>
                <a:ext uri="{FF2B5EF4-FFF2-40B4-BE49-F238E27FC236}">
                  <a16:creationId xmlns:a16="http://schemas.microsoft.com/office/drawing/2014/main" id="{74ABD8FF-7E36-4C3D-AEC4-74410278B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686" y="3436938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8" name="Rectangle 403">
              <a:extLst>
                <a:ext uri="{FF2B5EF4-FFF2-40B4-BE49-F238E27FC236}">
                  <a16:creationId xmlns:a16="http://schemas.microsoft.com/office/drawing/2014/main" id="{C4EDF3A3-0F33-40F5-A461-91EA386BD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361" y="343693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39" name="Rectangle 404">
              <a:extLst>
                <a:ext uri="{FF2B5EF4-FFF2-40B4-BE49-F238E27FC236}">
                  <a16:creationId xmlns:a16="http://schemas.microsoft.com/office/drawing/2014/main" id="{772D09F0-DE01-4B03-AC00-BEB7D4DF3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9036" y="343693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0" name="Rectangle 405">
              <a:extLst>
                <a:ext uri="{FF2B5EF4-FFF2-40B4-BE49-F238E27FC236}">
                  <a16:creationId xmlns:a16="http://schemas.microsoft.com/office/drawing/2014/main" id="{A2E9315E-B1D2-454D-BB8C-9D4B94BE5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7814" y="2857635"/>
              <a:ext cx="1801367" cy="1811969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1" name="Line 407">
              <a:extLst>
                <a:ext uri="{FF2B5EF4-FFF2-40B4-BE49-F238E27FC236}">
                  <a16:creationId xmlns:a16="http://schemas.microsoft.com/office/drawing/2014/main" id="{EA6F769E-D2AB-4E37-9A14-E548A9238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40193" y="2857814"/>
              <a:ext cx="198" cy="18117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42" name="Rectangle 408">
              <a:extLst>
                <a:ext uri="{FF2B5EF4-FFF2-40B4-BE49-F238E27FC236}">
                  <a16:creationId xmlns:a16="http://schemas.microsoft.com/office/drawing/2014/main" id="{BD1E4D99-D3EE-4038-8063-F3F0DE020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711" y="3436938"/>
              <a:ext cx="9618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3" name="Rectangle 412">
              <a:extLst>
                <a:ext uri="{FF2B5EF4-FFF2-40B4-BE49-F238E27FC236}">
                  <a16:creationId xmlns:a16="http://schemas.microsoft.com/office/drawing/2014/main" id="{A2D83C4D-2465-4B00-986C-BDDDA9C9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686" y="388461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4" name="Rectangle 413">
              <a:extLst>
                <a:ext uri="{FF2B5EF4-FFF2-40B4-BE49-F238E27FC236}">
                  <a16:creationId xmlns:a16="http://schemas.microsoft.com/office/drawing/2014/main" id="{611D0672-853D-46AB-9E3B-570721663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361" y="388461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5" name="Rectangle 414">
              <a:extLst>
                <a:ext uri="{FF2B5EF4-FFF2-40B4-BE49-F238E27FC236}">
                  <a16:creationId xmlns:a16="http://schemas.microsoft.com/office/drawing/2014/main" id="{1443497D-BB32-4948-9192-C19270D14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9036" y="388461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6" name="Rectangle 415">
              <a:extLst>
                <a:ext uri="{FF2B5EF4-FFF2-40B4-BE49-F238E27FC236}">
                  <a16:creationId xmlns:a16="http://schemas.microsoft.com/office/drawing/2014/main" id="{1FEAFBA2-CCC1-4CAD-A468-0E0031856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711" y="3884613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7" name="Rectangle 416">
              <a:extLst>
                <a:ext uri="{FF2B5EF4-FFF2-40B4-BE49-F238E27FC236}">
                  <a16:creationId xmlns:a16="http://schemas.microsoft.com/office/drawing/2014/main" id="{59198834-E259-46A7-9F79-4DBF2E143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3686" y="433228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8" name="Rectangle 417">
              <a:extLst>
                <a:ext uri="{FF2B5EF4-FFF2-40B4-BE49-F238E27FC236}">
                  <a16:creationId xmlns:a16="http://schemas.microsoft.com/office/drawing/2014/main" id="{BCAB008C-E0A6-4836-8E7C-E02F13DA6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1361" y="433228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49" name="Rectangle 418">
              <a:extLst>
                <a:ext uri="{FF2B5EF4-FFF2-40B4-BE49-F238E27FC236}">
                  <a16:creationId xmlns:a16="http://schemas.microsoft.com/office/drawing/2014/main" id="{F9ED1D57-E143-471A-A0FD-E1AE0C729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9036" y="433228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0" name="Rectangle 419">
              <a:extLst>
                <a:ext uri="{FF2B5EF4-FFF2-40B4-BE49-F238E27FC236}">
                  <a16:creationId xmlns:a16="http://schemas.microsoft.com/office/drawing/2014/main" id="{E9F506B8-308A-4090-908A-0306F142A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711" y="4332288"/>
              <a:ext cx="14427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1" name="Rectangle 420">
              <a:extLst>
                <a:ext uri="{FF2B5EF4-FFF2-40B4-BE49-F238E27FC236}">
                  <a16:creationId xmlns:a16="http://schemas.microsoft.com/office/drawing/2014/main" id="{DC9DD76B-B64C-486B-9F95-A8BF0D9AF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0773" y="2989263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2" name="Rectangle 421">
              <a:extLst>
                <a:ext uri="{FF2B5EF4-FFF2-40B4-BE49-F238E27FC236}">
                  <a16:creationId xmlns:a16="http://schemas.microsoft.com/office/drawing/2014/main" id="{E5ADEF9C-82A1-40EC-A797-E42636F4F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0773" y="343693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3" name="Rectangle 422">
              <a:extLst>
                <a:ext uri="{FF2B5EF4-FFF2-40B4-BE49-F238E27FC236}">
                  <a16:creationId xmlns:a16="http://schemas.microsoft.com/office/drawing/2014/main" id="{C0909CD3-0AA0-4613-87ED-5F9ADADDF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0773" y="3884613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4" name="Rectangle 425">
              <a:extLst>
                <a:ext uri="{FF2B5EF4-FFF2-40B4-BE49-F238E27FC236}">
                  <a16:creationId xmlns:a16="http://schemas.microsoft.com/office/drawing/2014/main" id="{0D0FC7FE-1CE7-491F-81E9-0B4AC69E5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7436" y="433228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755" name="Rectangle 383">
              <a:extLst>
                <a:ext uri="{FF2B5EF4-FFF2-40B4-BE49-F238E27FC236}">
                  <a16:creationId xmlns:a16="http://schemas.microsoft.com/office/drawing/2014/main" id="{B224DB70-78B9-4C19-B619-716AA0460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236" y="2540000"/>
              <a:ext cx="53540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Times-Roman" charset="0"/>
                </a:rPr>
                <a:t>1</a:t>
              </a: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 w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Times-Roman" charset="0"/>
                </a:rPr>
                <a:t>0</a:t>
              </a: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152756" name="Line 407">
              <a:extLst>
                <a:ext uri="{FF2B5EF4-FFF2-40B4-BE49-F238E27FC236}">
                  <a16:creationId xmlns:a16="http://schemas.microsoft.com/office/drawing/2014/main" id="{4E2D5502-95B8-496D-972C-DFD9F1113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00798" y="2851398"/>
              <a:ext cx="1731" cy="182334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57" name="Line 407">
              <a:extLst>
                <a:ext uri="{FF2B5EF4-FFF2-40B4-BE49-F238E27FC236}">
                  <a16:creationId xmlns:a16="http://schemas.microsoft.com/office/drawing/2014/main" id="{02FEF36F-BDC3-4856-A41C-D1963FFA7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90239" y="2850424"/>
              <a:ext cx="3028" cy="182431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58" name="Line 407">
              <a:extLst>
                <a:ext uri="{FF2B5EF4-FFF2-40B4-BE49-F238E27FC236}">
                  <a16:creationId xmlns:a16="http://schemas.microsoft.com/office/drawing/2014/main" id="{1896A136-1F7C-41F6-BD59-7E7371F0BF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6936638" y="2865414"/>
              <a:ext cx="844" cy="17984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59" name="Line 407">
              <a:extLst>
                <a:ext uri="{FF2B5EF4-FFF2-40B4-BE49-F238E27FC236}">
                  <a16:creationId xmlns:a16="http://schemas.microsoft.com/office/drawing/2014/main" id="{943523E1-133A-49AB-ACEF-D8A06DBCB0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6936638" y="2420294"/>
              <a:ext cx="844" cy="17984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760" name="Line 407">
              <a:extLst>
                <a:ext uri="{FF2B5EF4-FFF2-40B4-BE49-F238E27FC236}">
                  <a16:creationId xmlns:a16="http://schemas.microsoft.com/office/drawing/2014/main" id="{8A2420C9-E979-4900-BBB0-F5F2CB8685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6939307" y="3303231"/>
              <a:ext cx="844" cy="17984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E79BF4E7-1D4F-5644-B5DD-E6F5383CC663}"/>
                </a:ext>
              </a:extLst>
            </p:cNvPr>
            <p:cNvSpPr/>
            <p:nvPr/>
          </p:nvSpPr>
          <p:spPr bwMode="auto">
            <a:xfrm rot="16200000">
              <a:off x="6534756" y="3359153"/>
              <a:ext cx="1708150" cy="80644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F47631A9-E74F-6942-B723-1FDAEAD1FE89}"/>
                </a:ext>
              </a:extLst>
            </p:cNvPr>
            <p:cNvSpPr/>
            <p:nvPr/>
          </p:nvSpPr>
          <p:spPr bwMode="auto">
            <a:xfrm rot="16200000">
              <a:off x="5589412" y="3769523"/>
              <a:ext cx="801688" cy="914392"/>
            </a:xfrm>
            <a:prstGeom prst="roundRect">
              <a:avLst/>
            </a:prstGeom>
            <a:noFill/>
            <a:ln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52763" name="Rectangle 20">
              <a:extLst>
                <a:ext uri="{FF2B5EF4-FFF2-40B4-BE49-F238E27FC236}">
                  <a16:creationId xmlns:a16="http://schemas.microsoft.com/office/drawing/2014/main" id="{355CE625-0C2E-48C9-B0C6-039B38C5C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712" y="3551238"/>
              <a:ext cx="457121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49840590-AC81-0B41-8AEB-BEDB6A2E59D5}"/>
                </a:ext>
              </a:extLst>
            </p:cNvPr>
            <p:cNvSpPr/>
            <p:nvPr/>
          </p:nvSpPr>
          <p:spPr bwMode="auto">
            <a:xfrm rot="16200000">
              <a:off x="7496777" y="3760792"/>
              <a:ext cx="819150" cy="914392"/>
            </a:xfrm>
            <a:prstGeom prst="roundRect">
              <a:avLst/>
            </a:prstGeom>
            <a:noFill/>
            <a:ln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52765" name="Rectangle 2">
              <a:extLst>
                <a:ext uri="{FF2B5EF4-FFF2-40B4-BE49-F238E27FC236}">
                  <a16:creationId xmlns:a16="http://schemas.microsoft.com/office/drawing/2014/main" id="{783827AD-A1A0-49C8-B181-D1E6BA6B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6126" y="3526179"/>
              <a:ext cx="457121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59C938-5186-1640-AED2-60F8CB36386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143000"/>
          <a:ext cx="3352800" cy="5461000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y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z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3747" name="Rectangle 2">
            <a:extLst>
              <a:ext uri="{FF2B5EF4-FFF2-40B4-BE49-F238E27FC236}">
                <a16:creationId xmlns:a16="http://schemas.microsoft.com/office/drawing/2014/main" id="{6C91F93A-293F-4DC8-A1F3-65AABC185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Expressions for 4-to-2 priority encoder</a:t>
            </a:r>
          </a:p>
        </p:txBody>
      </p:sp>
      <p:sp>
        <p:nvSpPr>
          <p:cNvPr id="153748" name="Line 382">
            <a:extLst>
              <a:ext uri="{FF2B5EF4-FFF2-40B4-BE49-F238E27FC236}">
                <a16:creationId xmlns:a16="http://schemas.microsoft.com/office/drawing/2014/main" id="{819068B0-A32B-4F54-B261-F4D3AE755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938" y="2403475"/>
            <a:ext cx="442912" cy="4635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9" name="Rectangle 383">
            <a:extLst>
              <a:ext uri="{FF2B5EF4-FFF2-40B4-BE49-F238E27FC236}">
                <a16:creationId xmlns:a16="http://schemas.microsoft.com/office/drawing/2014/main" id="{86B8E6E2-A9B0-4BF3-A971-E1E48F8B5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2286000"/>
            <a:ext cx="5365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3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2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2800" b="0">
              <a:latin typeface="Times" panose="02020603050405020304" pitchFamily="18" charset="0"/>
            </a:endParaRPr>
          </a:p>
        </p:txBody>
      </p:sp>
      <p:sp>
        <p:nvSpPr>
          <p:cNvPr id="153750" name="Rectangle 394">
            <a:extLst>
              <a:ext uri="{FF2B5EF4-FFF2-40B4-BE49-F238E27FC236}">
                <a16:creationId xmlns:a16="http://schemas.microsoft.com/office/drawing/2014/main" id="{277E4E75-1EF0-49F5-8645-5CFAAD60F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1" name="Rectangle 395">
            <a:extLst>
              <a:ext uri="{FF2B5EF4-FFF2-40B4-BE49-F238E27FC236}">
                <a16:creationId xmlns:a16="http://schemas.microsoft.com/office/drawing/2014/main" id="{A97F07C4-1B82-4D3A-B6CD-47C04827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75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2" name="Rectangle 396">
            <a:extLst>
              <a:ext uri="{FF2B5EF4-FFF2-40B4-BE49-F238E27FC236}">
                <a16:creationId xmlns:a16="http://schemas.microsoft.com/office/drawing/2014/main" id="{5A350B3A-D9A0-483A-907C-EB9808B24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3" name="Rectangle 397">
            <a:extLst>
              <a:ext uri="{FF2B5EF4-FFF2-40B4-BE49-F238E27FC236}">
                <a16:creationId xmlns:a16="http://schemas.microsoft.com/office/drawing/2014/main" id="{AC14096F-E33B-4D1C-89E1-1D267D636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4" name="Rectangle 398">
            <a:extLst>
              <a:ext uri="{FF2B5EF4-FFF2-40B4-BE49-F238E27FC236}">
                <a16:creationId xmlns:a16="http://schemas.microsoft.com/office/drawing/2014/main" id="{C5098734-860F-4DF8-9CD2-F1F737703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400" y="26050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5" name="Rectangle 399">
            <a:extLst>
              <a:ext uri="{FF2B5EF4-FFF2-40B4-BE49-F238E27FC236}">
                <a16:creationId xmlns:a16="http://schemas.microsoft.com/office/drawing/2014/main" id="{0B9C96B9-27E0-482A-92B4-ADF29AC42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6" name="Rectangle 400">
            <a:extLst>
              <a:ext uri="{FF2B5EF4-FFF2-40B4-BE49-F238E27FC236}">
                <a16:creationId xmlns:a16="http://schemas.microsoft.com/office/drawing/2014/main" id="{80D48509-BBFC-4D40-B763-86B5C8C31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298926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7" name="Rectangle 401">
            <a:extLst>
              <a:ext uri="{FF2B5EF4-FFF2-40B4-BE49-F238E27FC236}">
                <a16:creationId xmlns:a16="http://schemas.microsoft.com/office/drawing/2014/main" id="{E66B5317-BFEE-4DCB-95CF-26AD150C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2989263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8" name="Rectangle 402">
            <a:extLst>
              <a:ext uri="{FF2B5EF4-FFF2-40B4-BE49-F238E27FC236}">
                <a16:creationId xmlns:a16="http://schemas.microsoft.com/office/drawing/2014/main" id="{567A230C-0545-4401-BBAF-389FC50FD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343693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59" name="Rectangle 403">
            <a:extLst>
              <a:ext uri="{FF2B5EF4-FFF2-40B4-BE49-F238E27FC236}">
                <a16:creationId xmlns:a16="http://schemas.microsoft.com/office/drawing/2014/main" id="{E2AAE660-1744-4282-BA96-F3CB712F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3436938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0" name="Rectangle 404">
            <a:extLst>
              <a:ext uri="{FF2B5EF4-FFF2-40B4-BE49-F238E27FC236}">
                <a16:creationId xmlns:a16="http://schemas.microsoft.com/office/drawing/2014/main" id="{C14CDA0B-5E3E-4D85-A01F-B47BC25B1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343693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1" name="Rectangle 405">
            <a:extLst>
              <a:ext uri="{FF2B5EF4-FFF2-40B4-BE49-F238E27FC236}">
                <a16:creationId xmlns:a16="http://schemas.microsoft.com/office/drawing/2014/main" id="{38146986-F3BC-4320-B012-57167FF49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857500"/>
            <a:ext cx="1801812" cy="1811338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b="0">
              <a:latin typeface="Times" panose="02020603050405020304" pitchFamily="18" charset="0"/>
            </a:endParaRPr>
          </a:p>
        </p:txBody>
      </p:sp>
      <p:sp>
        <p:nvSpPr>
          <p:cNvPr id="153762" name="Line 407">
            <a:extLst>
              <a:ext uri="{FF2B5EF4-FFF2-40B4-BE49-F238E27FC236}">
                <a16:creationId xmlns:a16="http://schemas.microsoft.com/office/drawing/2014/main" id="{172B21B0-D7DA-42D8-957D-F18A9BF2C8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0550" y="2857500"/>
            <a:ext cx="0" cy="18113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3" name="Rectangle 408">
            <a:extLst>
              <a:ext uri="{FF2B5EF4-FFF2-40B4-BE49-F238E27FC236}">
                <a16:creationId xmlns:a16="http://schemas.microsoft.com/office/drawing/2014/main" id="{904368C1-FC1A-45EF-A060-569242844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436938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4" name="Rectangle 412">
            <a:extLst>
              <a:ext uri="{FF2B5EF4-FFF2-40B4-BE49-F238E27FC236}">
                <a16:creationId xmlns:a16="http://schemas.microsoft.com/office/drawing/2014/main" id="{9DFCB6FB-00DA-43F1-BE41-DBFFA664D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5" name="Rectangle 413">
            <a:extLst>
              <a:ext uri="{FF2B5EF4-FFF2-40B4-BE49-F238E27FC236}">
                <a16:creationId xmlns:a16="http://schemas.microsoft.com/office/drawing/2014/main" id="{F92F1092-69C9-417E-B522-E3B1F4D20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3884613"/>
            <a:ext cx="968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6" name="Rectangle 414">
            <a:extLst>
              <a:ext uri="{FF2B5EF4-FFF2-40B4-BE49-F238E27FC236}">
                <a16:creationId xmlns:a16="http://schemas.microsoft.com/office/drawing/2014/main" id="{6D493BFA-074D-482E-BD9D-C8C294E18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7" name="Rectangle 415">
            <a:extLst>
              <a:ext uri="{FF2B5EF4-FFF2-40B4-BE49-F238E27FC236}">
                <a16:creationId xmlns:a16="http://schemas.microsoft.com/office/drawing/2014/main" id="{A7BD064A-8C9B-4418-8870-AC9501037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884613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8" name="Rectangle 416">
            <a:extLst>
              <a:ext uri="{FF2B5EF4-FFF2-40B4-BE49-F238E27FC236}">
                <a16:creationId xmlns:a16="http://schemas.microsoft.com/office/drawing/2014/main" id="{1ED817E5-5CAD-48F2-A0D9-A7B9FAC0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69" name="Rectangle 417">
            <a:extLst>
              <a:ext uri="{FF2B5EF4-FFF2-40B4-BE49-F238E27FC236}">
                <a16:creationId xmlns:a16="http://schemas.microsoft.com/office/drawing/2014/main" id="{5BF6F5E8-4240-49A9-893C-578425FF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675" y="4332288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0" name="Rectangle 418">
            <a:extLst>
              <a:ext uri="{FF2B5EF4-FFF2-40B4-BE49-F238E27FC236}">
                <a16:creationId xmlns:a16="http://schemas.microsoft.com/office/drawing/2014/main" id="{674A36FA-126E-4CA4-8076-225368321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350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1" name="Rectangle 419">
            <a:extLst>
              <a:ext uri="{FF2B5EF4-FFF2-40B4-BE49-F238E27FC236}">
                <a16:creationId xmlns:a16="http://schemas.microsoft.com/office/drawing/2014/main" id="{35372322-C38B-44EF-A306-3709B68BC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4332288"/>
            <a:ext cx="1444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2" name="Rectangle 420">
            <a:extLst>
              <a:ext uri="{FF2B5EF4-FFF2-40B4-BE49-F238E27FC236}">
                <a16:creationId xmlns:a16="http://schemas.microsoft.com/office/drawing/2014/main" id="{E253959C-C22B-45D0-9FA4-D9933BA91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2989263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3" name="Rectangle 421">
            <a:extLst>
              <a:ext uri="{FF2B5EF4-FFF2-40B4-BE49-F238E27FC236}">
                <a16:creationId xmlns:a16="http://schemas.microsoft.com/office/drawing/2014/main" id="{CFD029AF-3AC6-4D48-B96B-3E38261A2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343693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01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4" name="Rectangle 422">
            <a:extLst>
              <a:ext uri="{FF2B5EF4-FFF2-40B4-BE49-F238E27FC236}">
                <a16:creationId xmlns:a16="http://schemas.microsoft.com/office/drawing/2014/main" id="{53769F3B-C1BA-4849-9983-C7E0E2D8C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3884613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5" name="Rectangle 425">
            <a:extLst>
              <a:ext uri="{FF2B5EF4-FFF2-40B4-BE49-F238E27FC236}">
                <a16:creationId xmlns:a16="http://schemas.microsoft.com/office/drawing/2014/main" id="{340F93B3-14A6-49A6-B3AD-96016481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0" y="4332288"/>
            <a:ext cx="190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>
                <a:solidFill>
                  <a:srgbClr val="000000"/>
                </a:solidFill>
                <a:latin typeface="Times-Roman" charset="0"/>
              </a:rPr>
              <a:t>10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3776" name="Rectangle 383">
            <a:extLst>
              <a:ext uri="{FF2B5EF4-FFF2-40B4-BE49-F238E27FC236}">
                <a16:creationId xmlns:a16="http://schemas.microsoft.com/office/drawing/2014/main" id="{A151839B-F443-426B-A7B9-B3159E451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2540000"/>
            <a:ext cx="5349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1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w</a:t>
            </a:r>
            <a:r>
              <a:rPr lang="en-US" altLang="en-US" sz="1600" i="1" baseline="-25000">
                <a:solidFill>
                  <a:srgbClr val="000000"/>
                </a:solidFill>
                <a:latin typeface="Times-Roman" charset="0"/>
              </a:rPr>
              <a:t>0</a:t>
            </a: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2800" b="0">
              <a:latin typeface="Times" panose="02020603050405020304" pitchFamily="18" charset="0"/>
            </a:endParaRPr>
          </a:p>
        </p:txBody>
      </p:sp>
      <p:sp>
        <p:nvSpPr>
          <p:cNvPr id="153777" name="Line 407">
            <a:extLst>
              <a:ext uri="{FF2B5EF4-FFF2-40B4-BE49-F238E27FC236}">
                <a16:creationId xmlns:a16="http://schemas.microsoft.com/office/drawing/2014/main" id="{497087DB-05BA-48FA-8A2C-CFCAEC716F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0925" y="2851150"/>
            <a:ext cx="1588" cy="18240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78" name="Line 407">
            <a:extLst>
              <a:ext uri="{FF2B5EF4-FFF2-40B4-BE49-F238E27FC236}">
                <a16:creationId xmlns:a16="http://schemas.microsoft.com/office/drawing/2014/main" id="{001BB05D-BD0C-4AB8-8DCD-9747925F89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89700" y="2851150"/>
            <a:ext cx="3175" cy="18240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79" name="Line 407">
            <a:extLst>
              <a:ext uri="{FF2B5EF4-FFF2-40B4-BE49-F238E27FC236}">
                <a16:creationId xmlns:a16="http://schemas.microsoft.com/office/drawing/2014/main" id="{CE6C57BE-DB27-4008-B5E4-202588B7C0E1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5788" y="2865438"/>
            <a:ext cx="1587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80" name="Line 407">
            <a:extLst>
              <a:ext uri="{FF2B5EF4-FFF2-40B4-BE49-F238E27FC236}">
                <a16:creationId xmlns:a16="http://schemas.microsoft.com/office/drawing/2014/main" id="{EA62916E-3A5F-41FA-B7C4-319764A1541C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6582" y="2420144"/>
            <a:ext cx="0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81" name="Line 407">
            <a:extLst>
              <a:ext uri="{FF2B5EF4-FFF2-40B4-BE49-F238E27FC236}">
                <a16:creationId xmlns:a16="http://schemas.microsoft.com/office/drawing/2014/main" id="{4975D70B-AEA8-47DE-8992-9560196A1E71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939757" y="3302794"/>
            <a:ext cx="0" cy="17986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26F08A7-32E2-EB41-9AA0-A042D8C6E2FB}"/>
              </a:ext>
            </a:extLst>
          </p:cNvPr>
          <p:cNvSpPr/>
          <p:nvPr/>
        </p:nvSpPr>
        <p:spPr bwMode="auto">
          <a:xfrm rot="16200000">
            <a:off x="6068219" y="2912269"/>
            <a:ext cx="381000" cy="3730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3783" name="TextBox 38">
            <a:extLst>
              <a:ext uri="{FF2B5EF4-FFF2-40B4-BE49-F238E27FC236}">
                <a16:creationId xmlns:a16="http://schemas.microsoft.com/office/drawing/2014/main" id="{D9D35F26-5426-4B9E-B776-9E651E93A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413" y="5157788"/>
            <a:ext cx="3100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z = w</a:t>
            </a:r>
            <a:r>
              <a:rPr lang="en-US" altLang="en-US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aseline="-25000">
                <a:latin typeface="Times" panose="02020603050405020304" pitchFamily="18" charset="0"/>
              </a:rPr>
              <a:t>2 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aseline="-25000"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153784" name="Rectangle 10">
            <a:extLst>
              <a:ext uri="{FF2B5EF4-FFF2-40B4-BE49-F238E27FC236}">
                <a16:creationId xmlns:a16="http://schemas.microsoft.com/office/drawing/2014/main" id="{97C69626-1716-4D3F-9EA0-A9D6A753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1158875"/>
            <a:ext cx="338137" cy="544195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9AB10D-37CA-4CA4-8278-77916BFF24B6}"/>
                  </a:ext>
                </a:extLst>
              </p14:cNvPr>
              <p14:cNvContentPartPr/>
              <p14:nvPr/>
            </p14:nvContentPartPr>
            <p14:xfrm>
              <a:off x="7146000" y="843120"/>
              <a:ext cx="351000" cy="407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9AB10D-37CA-4CA4-8278-77916BFF24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36640" y="833760"/>
                <a:ext cx="369720" cy="42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E4338B37-9336-466F-B18A-3277ABABE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Circuit for the 4-to-2 priority encoder</a:t>
            </a:r>
          </a:p>
        </p:txBody>
      </p:sp>
      <p:grpSp>
        <p:nvGrpSpPr>
          <p:cNvPr id="154626" name="Group 3">
            <a:extLst>
              <a:ext uri="{FF2B5EF4-FFF2-40B4-BE49-F238E27FC236}">
                <a16:creationId xmlns:a16="http://schemas.microsoft.com/office/drawing/2014/main" id="{7B87E2F9-58B5-4AF6-8516-4DBDABA2667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1549400"/>
            <a:ext cx="6997700" cy="3670300"/>
            <a:chOff x="1612306" y="1548926"/>
            <a:chExt cx="6998294" cy="3671130"/>
          </a:xfrm>
        </p:grpSpPr>
        <p:sp>
          <p:nvSpPr>
            <p:cNvPr id="154627" name="Line 266">
              <a:extLst>
                <a:ext uri="{FF2B5EF4-FFF2-40B4-BE49-F238E27FC236}">
                  <a16:creationId xmlns:a16="http://schemas.microsoft.com/office/drawing/2014/main" id="{A3573960-6693-4FE0-977D-204403DFA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2611" y="2115604"/>
              <a:ext cx="1825" cy="3097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28" name="TextBox 53">
              <a:extLst>
                <a:ext uri="{FF2B5EF4-FFF2-40B4-BE49-F238E27FC236}">
                  <a16:creationId xmlns:a16="http://schemas.microsoft.com/office/drawing/2014/main" id="{BDF183E1-C2BC-44E8-B9A7-1F182C281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306" y="1548926"/>
              <a:ext cx="31002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w</a:t>
              </a:r>
              <a:r>
                <a:rPr lang="en-US" altLang="en-US" baseline="-25000">
                  <a:latin typeface="Times" panose="02020603050405020304" pitchFamily="18" charset="0"/>
                </a:rPr>
                <a:t>3 </a:t>
              </a:r>
              <a:r>
                <a:rPr lang="en-US" altLang="en-US" b="0">
                  <a:latin typeface="Times" panose="02020603050405020304" pitchFamily="18" charset="0"/>
                </a:rPr>
                <a:t>  w</a:t>
              </a:r>
              <a:r>
                <a:rPr lang="en-US" altLang="en-US" baseline="-25000">
                  <a:latin typeface="Times" panose="02020603050405020304" pitchFamily="18" charset="0"/>
                </a:rPr>
                <a:t>2 </a:t>
              </a:r>
              <a:r>
                <a:rPr lang="en-US" altLang="en-US" b="0">
                  <a:latin typeface="Times" panose="02020603050405020304" pitchFamily="18" charset="0"/>
                </a:rPr>
                <a:t>  w</a:t>
              </a:r>
              <a:r>
                <a:rPr lang="en-US" altLang="en-US" baseline="-25000">
                  <a:latin typeface="Times" panose="02020603050405020304" pitchFamily="18" charset="0"/>
                </a:rPr>
                <a:t>1</a:t>
              </a:r>
              <a:r>
                <a:rPr lang="en-US" altLang="en-US" b="0">
                  <a:latin typeface="Times" panose="02020603050405020304" pitchFamily="18" charset="0"/>
                </a:rPr>
                <a:t>   w</a:t>
              </a:r>
              <a:r>
                <a:rPr lang="en-US" altLang="en-US" baseline="-2500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154629" name="Line 266">
              <a:extLst>
                <a:ext uri="{FF2B5EF4-FFF2-40B4-BE49-F238E27FC236}">
                  <a16:creationId xmlns:a16="http://schemas.microsoft.com/office/drawing/2014/main" id="{F71C1CCD-4F0A-4F3F-8689-ADEA4A250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2302" y="2122726"/>
              <a:ext cx="1825" cy="3097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0" name="Line 266">
              <a:extLst>
                <a:ext uri="{FF2B5EF4-FFF2-40B4-BE49-F238E27FC236}">
                  <a16:creationId xmlns:a16="http://schemas.microsoft.com/office/drawing/2014/main" id="{22ED5A23-C1BB-42DB-861A-582D8CC52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140" y="2114180"/>
              <a:ext cx="1825" cy="3097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1" name="Line 266">
              <a:extLst>
                <a:ext uri="{FF2B5EF4-FFF2-40B4-BE49-F238E27FC236}">
                  <a16:creationId xmlns:a16="http://schemas.microsoft.com/office/drawing/2014/main" id="{79FCA1F2-834B-4573-86DA-E5ECF97F3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1979" y="2105633"/>
              <a:ext cx="1825" cy="3097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4632" name="Group 1">
              <a:extLst>
                <a:ext uri="{FF2B5EF4-FFF2-40B4-BE49-F238E27FC236}">
                  <a16:creationId xmlns:a16="http://schemas.microsoft.com/office/drawing/2014/main" id="{046EB030-8525-4DDC-9191-9F68CC29B1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43030" y="2623528"/>
              <a:ext cx="574675" cy="454025"/>
              <a:chOff x="5100638" y="3554413"/>
              <a:chExt cx="574675" cy="454025"/>
            </a:xfrm>
          </p:grpSpPr>
          <p:sp>
            <p:nvSpPr>
              <p:cNvPr id="154674" name="Freeform 209">
                <a:extLst>
                  <a:ext uri="{FF2B5EF4-FFF2-40B4-BE49-F238E27FC236}">
                    <a16:creationId xmlns:a16="http://schemas.microsoft.com/office/drawing/2014/main" id="{381C16D6-A540-4FD7-83F7-47965FE52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554413"/>
                <a:ext cx="569913" cy="227012"/>
              </a:xfrm>
              <a:custGeom>
                <a:avLst/>
                <a:gdLst>
                  <a:gd name="T0" fmla="*/ 2147483646 w 717"/>
                  <a:gd name="T1" fmla="*/ 0 h 284"/>
                  <a:gd name="T2" fmla="*/ 2147483646 w 717"/>
                  <a:gd name="T3" fmla="*/ 0 h 284"/>
                  <a:gd name="T4" fmla="*/ 2147483646 w 717"/>
                  <a:gd name="T5" fmla="*/ 0 h 284"/>
                  <a:gd name="T6" fmla="*/ 2147483646 w 717"/>
                  <a:gd name="T7" fmla="*/ 2147483646 h 284"/>
                  <a:gd name="T8" fmla="*/ 2147483646 w 717"/>
                  <a:gd name="T9" fmla="*/ 2147483646 h 284"/>
                  <a:gd name="T10" fmla="*/ 2147483646 w 717"/>
                  <a:gd name="T11" fmla="*/ 2147483646 h 284"/>
                  <a:gd name="T12" fmla="*/ 2147483646 w 717"/>
                  <a:gd name="T13" fmla="*/ 2147483646 h 284"/>
                  <a:gd name="T14" fmla="*/ 2147483646 w 717"/>
                  <a:gd name="T15" fmla="*/ 2147483646 h 284"/>
                  <a:gd name="T16" fmla="*/ 2147483646 w 717"/>
                  <a:gd name="T17" fmla="*/ 2147483646 h 284"/>
                  <a:gd name="T18" fmla="*/ 2147483646 w 717"/>
                  <a:gd name="T19" fmla="*/ 2147483646 h 284"/>
                  <a:gd name="T20" fmla="*/ 2147483646 w 717"/>
                  <a:gd name="T21" fmla="*/ 2147483646 h 284"/>
                  <a:gd name="T22" fmla="*/ 2147483646 w 717"/>
                  <a:gd name="T23" fmla="*/ 2147483646 h 284"/>
                  <a:gd name="T24" fmla="*/ 2147483646 w 717"/>
                  <a:gd name="T25" fmla="*/ 2147483646 h 284"/>
                  <a:gd name="T26" fmla="*/ 2147483646 w 717"/>
                  <a:gd name="T27" fmla="*/ 2147483646 h 284"/>
                  <a:gd name="T28" fmla="*/ 2147483646 w 717"/>
                  <a:gd name="T29" fmla="*/ 2147483646 h 284"/>
                  <a:gd name="T30" fmla="*/ 2147483646 w 717"/>
                  <a:gd name="T31" fmla="*/ 2147483646 h 284"/>
                  <a:gd name="T32" fmla="*/ 2147483646 w 717"/>
                  <a:gd name="T33" fmla="*/ 2147483646 h 284"/>
                  <a:gd name="T34" fmla="*/ 2147483646 w 717"/>
                  <a:gd name="T35" fmla="*/ 2147483646 h 284"/>
                  <a:gd name="T36" fmla="*/ 2147483646 w 717"/>
                  <a:gd name="T37" fmla="*/ 2147483646 h 284"/>
                  <a:gd name="T38" fmla="*/ 2147483646 w 717"/>
                  <a:gd name="T39" fmla="*/ 2147483646 h 284"/>
                  <a:gd name="T40" fmla="*/ 2147483646 w 717"/>
                  <a:gd name="T41" fmla="*/ 2147483646 h 284"/>
                  <a:gd name="T42" fmla="*/ 2147483646 w 717"/>
                  <a:gd name="T43" fmla="*/ 2147483646 h 284"/>
                  <a:gd name="T44" fmla="*/ 2147483646 w 717"/>
                  <a:gd name="T45" fmla="*/ 2147483646 h 284"/>
                  <a:gd name="T46" fmla="*/ 2147483646 w 717"/>
                  <a:gd name="T47" fmla="*/ 2147483646 h 284"/>
                  <a:gd name="T48" fmla="*/ 2147483646 w 717"/>
                  <a:gd name="T49" fmla="*/ 2147483646 h 284"/>
                  <a:gd name="T50" fmla="*/ 2147483646 w 717"/>
                  <a:gd name="T51" fmla="*/ 2147483646 h 284"/>
                  <a:gd name="T52" fmla="*/ 2147483646 w 717"/>
                  <a:gd name="T53" fmla="*/ 2147483646 h 284"/>
                  <a:gd name="T54" fmla="*/ 2147483646 w 717"/>
                  <a:gd name="T55" fmla="*/ 2147483646 h 284"/>
                  <a:gd name="T56" fmla="*/ 2147483646 w 717"/>
                  <a:gd name="T57" fmla="*/ 2147483646 h 284"/>
                  <a:gd name="T58" fmla="*/ 2147483646 w 717"/>
                  <a:gd name="T59" fmla="*/ 2147483646 h 284"/>
                  <a:gd name="T60" fmla="*/ 2147483646 w 717"/>
                  <a:gd name="T61" fmla="*/ 2147483646 h 284"/>
                  <a:gd name="T62" fmla="*/ 2147483646 w 717"/>
                  <a:gd name="T63" fmla="*/ 2147483646 h 284"/>
                  <a:gd name="T64" fmla="*/ 2147483646 w 717"/>
                  <a:gd name="T65" fmla="*/ 2147483646 h 284"/>
                  <a:gd name="T66" fmla="*/ 2147483646 w 717"/>
                  <a:gd name="T67" fmla="*/ 2147483646 h 284"/>
                  <a:gd name="T68" fmla="*/ 2147483646 w 717"/>
                  <a:gd name="T69" fmla="*/ 2147483646 h 284"/>
                  <a:gd name="T70" fmla="*/ 2147483646 w 717"/>
                  <a:gd name="T71" fmla="*/ 2147483646 h 284"/>
                  <a:gd name="T72" fmla="*/ 2147483646 w 717"/>
                  <a:gd name="T73" fmla="*/ 2147483646 h 284"/>
                  <a:gd name="T74" fmla="*/ 2147483646 w 717"/>
                  <a:gd name="T75" fmla="*/ 2147483646 h 284"/>
                  <a:gd name="T76" fmla="*/ 2147483646 w 717"/>
                  <a:gd name="T77" fmla="*/ 2147483646 h 284"/>
                  <a:gd name="T78" fmla="*/ 2147483646 w 717"/>
                  <a:gd name="T79" fmla="*/ 2147483646 h 284"/>
                  <a:gd name="T80" fmla="*/ 2147483646 w 717"/>
                  <a:gd name="T81" fmla="*/ 2147483646 h 284"/>
                  <a:gd name="T82" fmla="*/ 2147483646 w 717"/>
                  <a:gd name="T83" fmla="*/ 2147483646 h 284"/>
                  <a:gd name="T84" fmla="*/ 2147483646 w 717"/>
                  <a:gd name="T85" fmla="*/ 2147483646 h 284"/>
                  <a:gd name="T86" fmla="*/ 2147483646 w 717"/>
                  <a:gd name="T87" fmla="*/ 2147483646 h 284"/>
                  <a:gd name="T88" fmla="*/ 2147483646 w 717"/>
                  <a:gd name="T89" fmla="*/ 2147483646 h 284"/>
                  <a:gd name="T90" fmla="*/ 2147483646 w 717"/>
                  <a:gd name="T91" fmla="*/ 2147483646 h 284"/>
                  <a:gd name="T92" fmla="*/ 2147483646 w 717"/>
                  <a:gd name="T93" fmla="*/ 2147483646 h 284"/>
                  <a:gd name="T94" fmla="*/ 2147483646 w 717"/>
                  <a:gd name="T95" fmla="*/ 2147483646 h 284"/>
                  <a:gd name="T96" fmla="*/ 2147483646 w 717"/>
                  <a:gd name="T97" fmla="*/ 2147483646 h 284"/>
                  <a:gd name="T98" fmla="*/ 2147483646 w 717"/>
                  <a:gd name="T99" fmla="*/ 2147483646 h 284"/>
                  <a:gd name="T100" fmla="*/ 2147483646 w 717"/>
                  <a:gd name="T101" fmla="*/ 2147483646 h 284"/>
                  <a:gd name="T102" fmla="*/ 2147483646 w 717"/>
                  <a:gd name="T103" fmla="*/ 2147483646 h 284"/>
                  <a:gd name="T104" fmla="*/ 2147483646 w 717"/>
                  <a:gd name="T105" fmla="*/ 2147483646 h 284"/>
                  <a:gd name="T106" fmla="*/ 2147483646 w 717"/>
                  <a:gd name="T107" fmla="*/ 2147483646 h 284"/>
                  <a:gd name="T108" fmla="*/ 2147483646 w 717"/>
                  <a:gd name="T109" fmla="*/ 2147483646 h 284"/>
                  <a:gd name="T110" fmla="*/ 2147483646 w 717"/>
                  <a:gd name="T111" fmla="*/ 2147483646 h 284"/>
                  <a:gd name="T112" fmla="*/ 2147483646 w 717"/>
                  <a:gd name="T113" fmla="*/ 2147483646 h 284"/>
                  <a:gd name="T114" fmla="*/ 2147483646 w 717"/>
                  <a:gd name="T115" fmla="*/ 2147483646 h 284"/>
                  <a:gd name="T116" fmla="*/ 2147483646 w 717"/>
                  <a:gd name="T117" fmla="*/ 2147483646 h 284"/>
                  <a:gd name="T118" fmla="*/ 2147483646 w 717"/>
                  <a:gd name="T119" fmla="*/ 2147483646 h 284"/>
                  <a:gd name="T120" fmla="*/ 2147483646 w 717"/>
                  <a:gd name="T121" fmla="*/ 2147483646 h 28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4">
                    <a:moveTo>
                      <a:pt x="0" y="0"/>
                    </a:moveTo>
                    <a:lnTo>
                      <a:pt x="27" y="0"/>
                    </a:lnTo>
                    <a:lnTo>
                      <a:pt x="54" y="0"/>
                    </a:lnTo>
                    <a:lnTo>
                      <a:pt x="78" y="0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40" y="0"/>
                    </a:lnTo>
                    <a:lnTo>
                      <a:pt x="158" y="0"/>
                    </a:lnTo>
                    <a:lnTo>
                      <a:pt x="175" y="0"/>
                    </a:lnTo>
                    <a:lnTo>
                      <a:pt x="191" y="0"/>
                    </a:lnTo>
                    <a:lnTo>
                      <a:pt x="204" y="0"/>
                    </a:lnTo>
                    <a:lnTo>
                      <a:pt x="217" y="0"/>
                    </a:lnTo>
                    <a:lnTo>
                      <a:pt x="229" y="0"/>
                    </a:lnTo>
                    <a:lnTo>
                      <a:pt x="240" y="0"/>
                    </a:lnTo>
                    <a:lnTo>
                      <a:pt x="249" y="0"/>
                    </a:lnTo>
                    <a:lnTo>
                      <a:pt x="259" y="0"/>
                    </a:lnTo>
                    <a:lnTo>
                      <a:pt x="266" y="0"/>
                    </a:lnTo>
                    <a:lnTo>
                      <a:pt x="273" y="0"/>
                    </a:lnTo>
                    <a:lnTo>
                      <a:pt x="281" y="0"/>
                    </a:lnTo>
                    <a:lnTo>
                      <a:pt x="285" y="0"/>
                    </a:lnTo>
                    <a:lnTo>
                      <a:pt x="291" y="0"/>
                    </a:lnTo>
                    <a:lnTo>
                      <a:pt x="295" y="0"/>
                    </a:lnTo>
                    <a:lnTo>
                      <a:pt x="300" y="0"/>
                    </a:lnTo>
                    <a:lnTo>
                      <a:pt x="303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11" y="0"/>
                    </a:lnTo>
                    <a:lnTo>
                      <a:pt x="313" y="1"/>
                    </a:lnTo>
                    <a:lnTo>
                      <a:pt x="315" y="1"/>
                    </a:lnTo>
                    <a:lnTo>
                      <a:pt x="318" y="1"/>
                    </a:lnTo>
                    <a:lnTo>
                      <a:pt x="319" y="1"/>
                    </a:lnTo>
                    <a:lnTo>
                      <a:pt x="321" y="1"/>
                    </a:lnTo>
                    <a:lnTo>
                      <a:pt x="323" y="1"/>
                    </a:lnTo>
                    <a:lnTo>
                      <a:pt x="325" y="1"/>
                    </a:lnTo>
                    <a:lnTo>
                      <a:pt x="327" y="1"/>
                    </a:lnTo>
                    <a:lnTo>
                      <a:pt x="329" y="1"/>
                    </a:lnTo>
                    <a:lnTo>
                      <a:pt x="331" y="1"/>
                    </a:lnTo>
                    <a:lnTo>
                      <a:pt x="332" y="2"/>
                    </a:lnTo>
                    <a:lnTo>
                      <a:pt x="333" y="2"/>
                    </a:lnTo>
                    <a:lnTo>
                      <a:pt x="335" y="2"/>
                    </a:lnTo>
                    <a:lnTo>
                      <a:pt x="336" y="2"/>
                    </a:lnTo>
                    <a:lnTo>
                      <a:pt x="337" y="2"/>
                    </a:lnTo>
                    <a:lnTo>
                      <a:pt x="338" y="2"/>
                    </a:lnTo>
                    <a:lnTo>
                      <a:pt x="339" y="2"/>
                    </a:lnTo>
                    <a:lnTo>
                      <a:pt x="341" y="2"/>
                    </a:lnTo>
                    <a:lnTo>
                      <a:pt x="342" y="2"/>
                    </a:lnTo>
                    <a:lnTo>
                      <a:pt x="343" y="2"/>
                    </a:lnTo>
                    <a:lnTo>
                      <a:pt x="344" y="2"/>
                    </a:lnTo>
                    <a:lnTo>
                      <a:pt x="345" y="2"/>
                    </a:lnTo>
                    <a:lnTo>
                      <a:pt x="347" y="3"/>
                    </a:lnTo>
                    <a:lnTo>
                      <a:pt x="348" y="3"/>
                    </a:lnTo>
                    <a:lnTo>
                      <a:pt x="349" y="3"/>
                    </a:lnTo>
                    <a:lnTo>
                      <a:pt x="350" y="3"/>
                    </a:lnTo>
                    <a:lnTo>
                      <a:pt x="351" y="3"/>
                    </a:lnTo>
                    <a:lnTo>
                      <a:pt x="353" y="3"/>
                    </a:lnTo>
                    <a:lnTo>
                      <a:pt x="354" y="3"/>
                    </a:lnTo>
                    <a:lnTo>
                      <a:pt x="355" y="3"/>
                    </a:lnTo>
                    <a:lnTo>
                      <a:pt x="356" y="4"/>
                    </a:lnTo>
                    <a:lnTo>
                      <a:pt x="357" y="4"/>
                    </a:lnTo>
                    <a:lnTo>
                      <a:pt x="359" y="4"/>
                    </a:lnTo>
                    <a:lnTo>
                      <a:pt x="361" y="4"/>
                    </a:lnTo>
                    <a:lnTo>
                      <a:pt x="362" y="4"/>
                    </a:lnTo>
                    <a:lnTo>
                      <a:pt x="365" y="6"/>
                    </a:lnTo>
                    <a:lnTo>
                      <a:pt x="366" y="6"/>
                    </a:lnTo>
                    <a:lnTo>
                      <a:pt x="368" y="6"/>
                    </a:lnTo>
                    <a:lnTo>
                      <a:pt x="369" y="6"/>
                    </a:lnTo>
                    <a:lnTo>
                      <a:pt x="372" y="6"/>
                    </a:lnTo>
                    <a:lnTo>
                      <a:pt x="373" y="7"/>
                    </a:lnTo>
                    <a:lnTo>
                      <a:pt x="374" y="7"/>
                    </a:lnTo>
                    <a:lnTo>
                      <a:pt x="375" y="7"/>
                    </a:lnTo>
                    <a:lnTo>
                      <a:pt x="378" y="7"/>
                    </a:lnTo>
                    <a:lnTo>
                      <a:pt x="379" y="7"/>
                    </a:lnTo>
                    <a:lnTo>
                      <a:pt x="380" y="7"/>
                    </a:lnTo>
                    <a:lnTo>
                      <a:pt x="381" y="8"/>
                    </a:lnTo>
                    <a:lnTo>
                      <a:pt x="383" y="8"/>
                    </a:lnTo>
                    <a:lnTo>
                      <a:pt x="384" y="8"/>
                    </a:lnTo>
                    <a:lnTo>
                      <a:pt x="385" y="8"/>
                    </a:lnTo>
                    <a:lnTo>
                      <a:pt x="386" y="9"/>
                    </a:lnTo>
                    <a:lnTo>
                      <a:pt x="387" y="9"/>
                    </a:lnTo>
                    <a:lnTo>
                      <a:pt x="389" y="9"/>
                    </a:lnTo>
                    <a:lnTo>
                      <a:pt x="390" y="9"/>
                    </a:lnTo>
                    <a:lnTo>
                      <a:pt x="391" y="9"/>
                    </a:lnTo>
                    <a:lnTo>
                      <a:pt x="392" y="10"/>
                    </a:lnTo>
                    <a:lnTo>
                      <a:pt x="393" y="10"/>
                    </a:lnTo>
                    <a:lnTo>
                      <a:pt x="395" y="10"/>
                    </a:lnTo>
                    <a:lnTo>
                      <a:pt x="396" y="12"/>
                    </a:lnTo>
                    <a:lnTo>
                      <a:pt x="397" y="12"/>
                    </a:lnTo>
                    <a:lnTo>
                      <a:pt x="398" y="12"/>
                    </a:lnTo>
                    <a:lnTo>
                      <a:pt x="399" y="13"/>
                    </a:lnTo>
                    <a:lnTo>
                      <a:pt x="402" y="13"/>
                    </a:lnTo>
                    <a:lnTo>
                      <a:pt x="403" y="14"/>
                    </a:lnTo>
                    <a:lnTo>
                      <a:pt x="405" y="14"/>
                    </a:lnTo>
                    <a:lnTo>
                      <a:pt x="407" y="15"/>
                    </a:lnTo>
                    <a:lnTo>
                      <a:pt x="409" y="15"/>
                    </a:lnTo>
                    <a:lnTo>
                      <a:pt x="411" y="16"/>
                    </a:lnTo>
                    <a:lnTo>
                      <a:pt x="414" y="16"/>
                    </a:lnTo>
                    <a:lnTo>
                      <a:pt x="415" y="18"/>
                    </a:lnTo>
                    <a:lnTo>
                      <a:pt x="417" y="18"/>
                    </a:lnTo>
                    <a:lnTo>
                      <a:pt x="419" y="19"/>
                    </a:lnTo>
                    <a:lnTo>
                      <a:pt x="421" y="19"/>
                    </a:lnTo>
                    <a:lnTo>
                      <a:pt x="422" y="20"/>
                    </a:lnTo>
                    <a:lnTo>
                      <a:pt x="423" y="20"/>
                    </a:lnTo>
                    <a:lnTo>
                      <a:pt x="426" y="20"/>
                    </a:lnTo>
                    <a:lnTo>
                      <a:pt x="427" y="21"/>
                    </a:lnTo>
                    <a:lnTo>
                      <a:pt x="428" y="21"/>
                    </a:lnTo>
                    <a:lnTo>
                      <a:pt x="429" y="21"/>
                    </a:lnTo>
                    <a:lnTo>
                      <a:pt x="431" y="22"/>
                    </a:lnTo>
                    <a:lnTo>
                      <a:pt x="432" y="22"/>
                    </a:lnTo>
                    <a:lnTo>
                      <a:pt x="433" y="22"/>
                    </a:lnTo>
                    <a:lnTo>
                      <a:pt x="434" y="24"/>
                    </a:lnTo>
                    <a:lnTo>
                      <a:pt x="435" y="25"/>
                    </a:lnTo>
                    <a:lnTo>
                      <a:pt x="437" y="25"/>
                    </a:lnTo>
                    <a:lnTo>
                      <a:pt x="438" y="25"/>
                    </a:lnTo>
                    <a:lnTo>
                      <a:pt x="439" y="26"/>
                    </a:lnTo>
                    <a:lnTo>
                      <a:pt x="440" y="26"/>
                    </a:lnTo>
                    <a:lnTo>
                      <a:pt x="441" y="27"/>
                    </a:lnTo>
                    <a:lnTo>
                      <a:pt x="443" y="27"/>
                    </a:lnTo>
                    <a:lnTo>
                      <a:pt x="444" y="27"/>
                    </a:lnTo>
                    <a:lnTo>
                      <a:pt x="445" y="28"/>
                    </a:lnTo>
                    <a:lnTo>
                      <a:pt x="446" y="30"/>
                    </a:lnTo>
                    <a:lnTo>
                      <a:pt x="447" y="30"/>
                    </a:lnTo>
                    <a:lnTo>
                      <a:pt x="449" y="31"/>
                    </a:lnTo>
                    <a:lnTo>
                      <a:pt x="451" y="31"/>
                    </a:lnTo>
                    <a:lnTo>
                      <a:pt x="452" y="32"/>
                    </a:lnTo>
                    <a:lnTo>
                      <a:pt x="455" y="33"/>
                    </a:lnTo>
                    <a:lnTo>
                      <a:pt x="456" y="34"/>
                    </a:lnTo>
                    <a:lnTo>
                      <a:pt x="458" y="34"/>
                    </a:lnTo>
                    <a:lnTo>
                      <a:pt x="459" y="36"/>
                    </a:lnTo>
                    <a:lnTo>
                      <a:pt x="462" y="37"/>
                    </a:lnTo>
                    <a:lnTo>
                      <a:pt x="463" y="37"/>
                    </a:lnTo>
                    <a:lnTo>
                      <a:pt x="464" y="38"/>
                    </a:lnTo>
                    <a:lnTo>
                      <a:pt x="465" y="39"/>
                    </a:lnTo>
                    <a:lnTo>
                      <a:pt x="468" y="39"/>
                    </a:lnTo>
                    <a:lnTo>
                      <a:pt x="469" y="40"/>
                    </a:lnTo>
                    <a:lnTo>
                      <a:pt x="470" y="40"/>
                    </a:lnTo>
                    <a:lnTo>
                      <a:pt x="471" y="42"/>
                    </a:lnTo>
                    <a:lnTo>
                      <a:pt x="473" y="43"/>
                    </a:lnTo>
                    <a:lnTo>
                      <a:pt x="474" y="43"/>
                    </a:lnTo>
                    <a:lnTo>
                      <a:pt x="475" y="43"/>
                    </a:lnTo>
                    <a:lnTo>
                      <a:pt x="476" y="44"/>
                    </a:lnTo>
                    <a:lnTo>
                      <a:pt x="477" y="45"/>
                    </a:lnTo>
                    <a:lnTo>
                      <a:pt x="479" y="45"/>
                    </a:lnTo>
                    <a:lnTo>
                      <a:pt x="480" y="45"/>
                    </a:lnTo>
                    <a:lnTo>
                      <a:pt x="481" y="46"/>
                    </a:lnTo>
                    <a:lnTo>
                      <a:pt x="482" y="48"/>
                    </a:lnTo>
                    <a:lnTo>
                      <a:pt x="483" y="48"/>
                    </a:lnTo>
                    <a:lnTo>
                      <a:pt x="485" y="49"/>
                    </a:lnTo>
                    <a:lnTo>
                      <a:pt x="486" y="49"/>
                    </a:lnTo>
                    <a:lnTo>
                      <a:pt x="487" y="50"/>
                    </a:lnTo>
                    <a:lnTo>
                      <a:pt x="488" y="50"/>
                    </a:lnTo>
                    <a:lnTo>
                      <a:pt x="489" y="51"/>
                    </a:lnTo>
                    <a:lnTo>
                      <a:pt x="491" y="52"/>
                    </a:lnTo>
                    <a:lnTo>
                      <a:pt x="493" y="52"/>
                    </a:lnTo>
                    <a:lnTo>
                      <a:pt x="494" y="54"/>
                    </a:lnTo>
                    <a:lnTo>
                      <a:pt x="495" y="55"/>
                    </a:lnTo>
                    <a:lnTo>
                      <a:pt x="498" y="56"/>
                    </a:lnTo>
                    <a:lnTo>
                      <a:pt x="499" y="57"/>
                    </a:lnTo>
                    <a:lnTo>
                      <a:pt x="500" y="57"/>
                    </a:lnTo>
                    <a:lnTo>
                      <a:pt x="501" y="58"/>
                    </a:lnTo>
                    <a:lnTo>
                      <a:pt x="504" y="60"/>
                    </a:lnTo>
                    <a:lnTo>
                      <a:pt x="505" y="60"/>
                    </a:lnTo>
                    <a:lnTo>
                      <a:pt x="506" y="61"/>
                    </a:lnTo>
                    <a:lnTo>
                      <a:pt x="507" y="61"/>
                    </a:lnTo>
                    <a:lnTo>
                      <a:pt x="507" y="62"/>
                    </a:lnTo>
                    <a:lnTo>
                      <a:pt x="509" y="62"/>
                    </a:lnTo>
                    <a:lnTo>
                      <a:pt x="510" y="63"/>
                    </a:lnTo>
                    <a:lnTo>
                      <a:pt x="511" y="63"/>
                    </a:lnTo>
                    <a:lnTo>
                      <a:pt x="511" y="64"/>
                    </a:lnTo>
                    <a:lnTo>
                      <a:pt x="512" y="64"/>
                    </a:lnTo>
                    <a:lnTo>
                      <a:pt x="513" y="64"/>
                    </a:lnTo>
                    <a:lnTo>
                      <a:pt x="515" y="66"/>
                    </a:lnTo>
                    <a:lnTo>
                      <a:pt x="516" y="67"/>
                    </a:lnTo>
                    <a:lnTo>
                      <a:pt x="517" y="67"/>
                    </a:lnTo>
                    <a:lnTo>
                      <a:pt x="518" y="68"/>
                    </a:lnTo>
                    <a:lnTo>
                      <a:pt x="519" y="68"/>
                    </a:lnTo>
                    <a:lnTo>
                      <a:pt x="519" y="69"/>
                    </a:lnTo>
                    <a:lnTo>
                      <a:pt x="521" y="69"/>
                    </a:lnTo>
                    <a:lnTo>
                      <a:pt x="522" y="70"/>
                    </a:lnTo>
                    <a:lnTo>
                      <a:pt x="523" y="70"/>
                    </a:lnTo>
                    <a:lnTo>
                      <a:pt x="523" y="72"/>
                    </a:lnTo>
                    <a:lnTo>
                      <a:pt x="524" y="72"/>
                    </a:lnTo>
                    <a:lnTo>
                      <a:pt x="525" y="73"/>
                    </a:lnTo>
                    <a:lnTo>
                      <a:pt x="527" y="74"/>
                    </a:lnTo>
                    <a:lnTo>
                      <a:pt x="528" y="74"/>
                    </a:lnTo>
                    <a:lnTo>
                      <a:pt x="529" y="75"/>
                    </a:lnTo>
                    <a:lnTo>
                      <a:pt x="531" y="76"/>
                    </a:lnTo>
                    <a:lnTo>
                      <a:pt x="533" y="76"/>
                    </a:lnTo>
                    <a:lnTo>
                      <a:pt x="534" y="78"/>
                    </a:lnTo>
                    <a:lnTo>
                      <a:pt x="535" y="79"/>
                    </a:lnTo>
                    <a:lnTo>
                      <a:pt x="536" y="80"/>
                    </a:lnTo>
                    <a:lnTo>
                      <a:pt x="537" y="80"/>
                    </a:lnTo>
                    <a:lnTo>
                      <a:pt x="539" y="81"/>
                    </a:lnTo>
                    <a:lnTo>
                      <a:pt x="540" y="82"/>
                    </a:lnTo>
                    <a:lnTo>
                      <a:pt x="541" y="82"/>
                    </a:lnTo>
                    <a:lnTo>
                      <a:pt x="542" y="84"/>
                    </a:lnTo>
                    <a:lnTo>
                      <a:pt x="543" y="85"/>
                    </a:lnTo>
                    <a:lnTo>
                      <a:pt x="545" y="85"/>
                    </a:lnTo>
                    <a:lnTo>
                      <a:pt x="545" y="86"/>
                    </a:lnTo>
                    <a:lnTo>
                      <a:pt x="546" y="86"/>
                    </a:lnTo>
                    <a:lnTo>
                      <a:pt x="547" y="87"/>
                    </a:lnTo>
                    <a:lnTo>
                      <a:pt x="548" y="87"/>
                    </a:lnTo>
                    <a:lnTo>
                      <a:pt x="548" y="88"/>
                    </a:lnTo>
                    <a:lnTo>
                      <a:pt x="549" y="88"/>
                    </a:lnTo>
                    <a:lnTo>
                      <a:pt x="551" y="90"/>
                    </a:lnTo>
                    <a:lnTo>
                      <a:pt x="552" y="91"/>
                    </a:lnTo>
                    <a:lnTo>
                      <a:pt x="553" y="92"/>
                    </a:lnTo>
                    <a:lnTo>
                      <a:pt x="554" y="92"/>
                    </a:lnTo>
                    <a:lnTo>
                      <a:pt x="555" y="93"/>
                    </a:lnTo>
                    <a:lnTo>
                      <a:pt x="555" y="94"/>
                    </a:lnTo>
                    <a:lnTo>
                      <a:pt x="557" y="94"/>
                    </a:lnTo>
                    <a:lnTo>
                      <a:pt x="558" y="96"/>
                    </a:lnTo>
                    <a:lnTo>
                      <a:pt x="559" y="96"/>
                    </a:lnTo>
                    <a:lnTo>
                      <a:pt x="559" y="97"/>
                    </a:lnTo>
                    <a:lnTo>
                      <a:pt x="560" y="97"/>
                    </a:lnTo>
                    <a:lnTo>
                      <a:pt x="560" y="98"/>
                    </a:lnTo>
                    <a:lnTo>
                      <a:pt x="561" y="98"/>
                    </a:lnTo>
                    <a:lnTo>
                      <a:pt x="563" y="99"/>
                    </a:lnTo>
                    <a:lnTo>
                      <a:pt x="564" y="100"/>
                    </a:lnTo>
                    <a:lnTo>
                      <a:pt x="565" y="100"/>
                    </a:lnTo>
                    <a:lnTo>
                      <a:pt x="565" y="102"/>
                    </a:lnTo>
                    <a:lnTo>
                      <a:pt x="566" y="102"/>
                    </a:lnTo>
                    <a:lnTo>
                      <a:pt x="567" y="102"/>
                    </a:lnTo>
                    <a:lnTo>
                      <a:pt x="567" y="103"/>
                    </a:lnTo>
                    <a:lnTo>
                      <a:pt x="569" y="103"/>
                    </a:lnTo>
                    <a:lnTo>
                      <a:pt x="569" y="104"/>
                    </a:lnTo>
                    <a:lnTo>
                      <a:pt x="570" y="104"/>
                    </a:lnTo>
                    <a:lnTo>
                      <a:pt x="571" y="105"/>
                    </a:lnTo>
                    <a:lnTo>
                      <a:pt x="572" y="105"/>
                    </a:lnTo>
                    <a:lnTo>
                      <a:pt x="572" y="106"/>
                    </a:lnTo>
                    <a:lnTo>
                      <a:pt x="573" y="106"/>
                    </a:lnTo>
                    <a:lnTo>
                      <a:pt x="575" y="108"/>
                    </a:lnTo>
                    <a:lnTo>
                      <a:pt x="576" y="108"/>
                    </a:lnTo>
                    <a:lnTo>
                      <a:pt x="577" y="109"/>
                    </a:lnTo>
                    <a:lnTo>
                      <a:pt x="577" y="110"/>
                    </a:lnTo>
                    <a:lnTo>
                      <a:pt x="578" y="110"/>
                    </a:lnTo>
                    <a:lnTo>
                      <a:pt x="579" y="111"/>
                    </a:lnTo>
                    <a:lnTo>
                      <a:pt x="581" y="111"/>
                    </a:lnTo>
                    <a:lnTo>
                      <a:pt x="582" y="112"/>
                    </a:lnTo>
                    <a:lnTo>
                      <a:pt x="583" y="112"/>
                    </a:lnTo>
                    <a:lnTo>
                      <a:pt x="583" y="114"/>
                    </a:lnTo>
                    <a:lnTo>
                      <a:pt x="584" y="114"/>
                    </a:lnTo>
                    <a:lnTo>
                      <a:pt x="584" y="115"/>
                    </a:lnTo>
                    <a:lnTo>
                      <a:pt x="585" y="115"/>
                    </a:lnTo>
                    <a:lnTo>
                      <a:pt x="587" y="116"/>
                    </a:lnTo>
                    <a:lnTo>
                      <a:pt x="588" y="117"/>
                    </a:lnTo>
                    <a:lnTo>
                      <a:pt x="589" y="117"/>
                    </a:lnTo>
                    <a:lnTo>
                      <a:pt x="589" y="118"/>
                    </a:lnTo>
                    <a:lnTo>
                      <a:pt x="590" y="118"/>
                    </a:lnTo>
                    <a:lnTo>
                      <a:pt x="590" y="120"/>
                    </a:lnTo>
                    <a:lnTo>
                      <a:pt x="591" y="120"/>
                    </a:lnTo>
                    <a:lnTo>
                      <a:pt x="591" y="121"/>
                    </a:lnTo>
                    <a:lnTo>
                      <a:pt x="593" y="121"/>
                    </a:lnTo>
                    <a:lnTo>
                      <a:pt x="593" y="122"/>
                    </a:lnTo>
                    <a:lnTo>
                      <a:pt x="594" y="122"/>
                    </a:lnTo>
                    <a:lnTo>
                      <a:pt x="594" y="123"/>
                    </a:lnTo>
                    <a:lnTo>
                      <a:pt x="595" y="123"/>
                    </a:lnTo>
                    <a:lnTo>
                      <a:pt x="595" y="124"/>
                    </a:lnTo>
                    <a:lnTo>
                      <a:pt x="596" y="126"/>
                    </a:lnTo>
                    <a:lnTo>
                      <a:pt x="597" y="126"/>
                    </a:lnTo>
                    <a:lnTo>
                      <a:pt x="599" y="127"/>
                    </a:lnTo>
                    <a:lnTo>
                      <a:pt x="599" y="128"/>
                    </a:lnTo>
                    <a:lnTo>
                      <a:pt x="600" y="129"/>
                    </a:lnTo>
                    <a:lnTo>
                      <a:pt x="601" y="130"/>
                    </a:lnTo>
                    <a:lnTo>
                      <a:pt x="602" y="132"/>
                    </a:lnTo>
                    <a:lnTo>
                      <a:pt x="603" y="133"/>
                    </a:lnTo>
                    <a:lnTo>
                      <a:pt x="605" y="134"/>
                    </a:lnTo>
                    <a:lnTo>
                      <a:pt x="606" y="135"/>
                    </a:lnTo>
                    <a:lnTo>
                      <a:pt x="607" y="136"/>
                    </a:lnTo>
                    <a:lnTo>
                      <a:pt x="608" y="138"/>
                    </a:lnTo>
                    <a:lnTo>
                      <a:pt x="609" y="139"/>
                    </a:lnTo>
                    <a:lnTo>
                      <a:pt x="609" y="140"/>
                    </a:lnTo>
                    <a:lnTo>
                      <a:pt x="611" y="140"/>
                    </a:lnTo>
                    <a:lnTo>
                      <a:pt x="612" y="141"/>
                    </a:lnTo>
                    <a:lnTo>
                      <a:pt x="613" y="142"/>
                    </a:lnTo>
                    <a:lnTo>
                      <a:pt x="613" y="144"/>
                    </a:lnTo>
                    <a:lnTo>
                      <a:pt x="614" y="144"/>
                    </a:lnTo>
                    <a:lnTo>
                      <a:pt x="614" y="145"/>
                    </a:lnTo>
                    <a:lnTo>
                      <a:pt x="615" y="146"/>
                    </a:lnTo>
                    <a:lnTo>
                      <a:pt x="617" y="147"/>
                    </a:lnTo>
                    <a:lnTo>
                      <a:pt x="618" y="147"/>
                    </a:lnTo>
                    <a:lnTo>
                      <a:pt x="618" y="148"/>
                    </a:lnTo>
                    <a:lnTo>
                      <a:pt x="619" y="150"/>
                    </a:lnTo>
                    <a:lnTo>
                      <a:pt x="619" y="151"/>
                    </a:lnTo>
                    <a:lnTo>
                      <a:pt x="620" y="151"/>
                    </a:lnTo>
                    <a:lnTo>
                      <a:pt x="621" y="152"/>
                    </a:lnTo>
                    <a:lnTo>
                      <a:pt x="623" y="153"/>
                    </a:lnTo>
                    <a:lnTo>
                      <a:pt x="623" y="154"/>
                    </a:lnTo>
                    <a:lnTo>
                      <a:pt x="624" y="156"/>
                    </a:lnTo>
                    <a:lnTo>
                      <a:pt x="625" y="157"/>
                    </a:lnTo>
                    <a:lnTo>
                      <a:pt x="626" y="158"/>
                    </a:lnTo>
                    <a:lnTo>
                      <a:pt x="627" y="159"/>
                    </a:lnTo>
                    <a:lnTo>
                      <a:pt x="629" y="162"/>
                    </a:lnTo>
                    <a:lnTo>
                      <a:pt x="630" y="163"/>
                    </a:lnTo>
                    <a:lnTo>
                      <a:pt x="631" y="164"/>
                    </a:lnTo>
                    <a:lnTo>
                      <a:pt x="632" y="166"/>
                    </a:lnTo>
                    <a:lnTo>
                      <a:pt x="633" y="168"/>
                    </a:lnTo>
                    <a:lnTo>
                      <a:pt x="635" y="169"/>
                    </a:lnTo>
                    <a:lnTo>
                      <a:pt x="636" y="170"/>
                    </a:lnTo>
                    <a:lnTo>
                      <a:pt x="637" y="171"/>
                    </a:lnTo>
                    <a:lnTo>
                      <a:pt x="638" y="172"/>
                    </a:lnTo>
                    <a:lnTo>
                      <a:pt x="639" y="174"/>
                    </a:lnTo>
                    <a:lnTo>
                      <a:pt x="639" y="175"/>
                    </a:lnTo>
                    <a:lnTo>
                      <a:pt x="641" y="176"/>
                    </a:lnTo>
                    <a:lnTo>
                      <a:pt x="642" y="177"/>
                    </a:lnTo>
                    <a:lnTo>
                      <a:pt x="643" y="178"/>
                    </a:lnTo>
                    <a:lnTo>
                      <a:pt x="644" y="180"/>
                    </a:lnTo>
                    <a:lnTo>
                      <a:pt x="644" y="181"/>
                    </a:lnTo>
                    <a:lnTo>
                      <a:pt x="645" y="181"/>
                    </a:lnTo>
                    <a:lnTo>
                      <a:pt x="645" y="182"/>
                    </a:lnTo>
                    <a:lnTo>
                      <a:pt x="647" y="183"/>
                    </a:lnTo>
                    <a:lnTo>
                      <a:pt x="647" y="184"/>
                    </a:lnTo>
                    <a:lnTo>
                      <a:pt x="648" y="186"/>
                    </a:lnTo>
                    <a:lnTo>
                      <a:pt x="649" y="186"/>
                    </a:lnTo>
                    <a:lnTo>
                      <a:pt x="649" y="187"/>
                    </a:lnTo>
                    <a:lnTo>
                      <a:pt x="650" y="188"/>
                    </a:lnTo>
                    <a:lnTo>
                      <a:pt x="651" y="189"/>
                    </a:lnTo>
                    <a:lnTo>
                      <a:pt x="653" y="190"/>
                    </a:lnTo>
                    <a:lnTo>
                      <a:pt x="653" y="192"/>
                    </a:lnTo>
                    <a:lnTo>
                      <a:pt x="654" y="194"/>
                    </a:lnTo>
                    <a:lnTo>
                      <a:pt x="655" y="195"/>
                    </a:lnTo>
                    <a:lnTo>
                      <a:pt x="656" y="196"/>
                    </a:lnTo>
                    <a:lnTo>
                      <a:pt x="657" y="199"/>
                    </a:lnTo>
                    <a:lnTo>
                      <a:pt x="659" y="200"/>
                    </a:lnTo>
                    <a:lnTo>
                      <a:pt x="660" y="202"/>
                    </a:lnTo>
                    <a:lnTo>
                      <a:pt x="661" y="204"/>
                    </a:lnTo>
                    <a:lnTo>
                      <a:pt x="662" y="206"/>
                    </a:lnTo>
                    <a:lnTo>
                      <a:pt x="663" y="207"/>
                    </a:lnTo>
                    <a:lnTo>
                      <a:pt x="665" y="208"/>
                    </a:lnTo>
                    <a:lnTo>
                      <a:pt x="666" y="211"/>
                    </a:lnTo>
                    <a:lnTo>
                      <a:pt x="667" y="212"/>
                    </a:lnTo>
                    <a:lnTo>
                      <a:pt x="668" y="213"/>
                    </a:lnTo>
                    <a:lnTo>
                      <a:pt x="669" y="214"/>
                    </a:lnTo>
                    <a:lnTo>
                      <a:pt x="669" y="216"/>
                    </a:lnTo>
                    <a:lnTo>
                      <a:pt x="671" y="217"/>
                    </a:lnTo>
                    <a:lnTo>
                      <a:pt x="672" y="218"/>
                    </a:lnTo>
                    <a:lnTo>
                      <a:pt x="672" y="219"/>
                    </a:lnTo>
                    <a:lnTo>
                      <a:pt x="673" y="220"/>
                    </a:lnTo>
                    <a:lnTo>
                      <a:pt x="674" y="220"/>
                    </a:lnTo>
                    <a:lnTo>
                      <a:pt x="674" y="222"/>
                    </a:lnTo>
                    <a:lnTo>
                      <a:pt x="675" y="223"/>
                    </a:lnTo>
                    <a:lnTo>
                      <a:pt x="675" y="224"/>
                    </a:lnTo>
                    <a:lnTo>
                      <a:pt x="677" y="225"/>
                    </a:lnTo>
                    <a:lnTo>
                      <a:pt x="678" y="226"/>
                    </a:lnTo>
                    <a:lnTo>
                      <a:pt x="678" y="228"/>
                    </a:lnTo>
                    <a:lnTo>
                      <a:pt x="679" y="228"/>
                    </a:lnTo>
                    <a:lnTo>
                      <a:pt x="680" y="229"/>
                    </a:lnTo>
                    <a:lnTo>
                      <a:pt x="680" y="230"/>
                    </a:lnTo>
                    <a:lnTo>
                      <a:pt x="681" y="231"/>
                    </a:lnTo>
                    <a:lnTo>
                      <a:pt x="683" y="234"/>
                    </a:lnTo>
                    <a:lnTo>
                      <a:pt x="684" y="235"/>
                    </a:lnTo>
                    <a:lnTo>
                      <a:pt x="685" y="236"/>
                    </a:lnTo>
                    <a:lnTo>
                      <a:pt x="686" y="237"/>
                    </a:lnTo>
                    <a:lnTo>
                      <a:pt x="687" y="240"/>
                    </a:lnTo>
                    <a:lnTo>
                      <a:pt x="689" y="241"/>
                    </a:lnTo>
                    <a:lnTo>
                      <a:pt x="690" y="243"/>
                    </a:lnTo>
                    <a:lnTo>
                      <a:pt x="691" y="244"/>
                    </a:lnTo>
                    <a:lnTo>
                      <a:pt x="692" y="247"/>
                    </a:lnTo>
                    <a:lnTo>
                      <a:pt x="693" y="248"/>
                    </a:lnTo>
                    <a:lnTo>
                      <a:pt x="695" y="250"/>
                    </a:lnTo>
                    <a:lnTo>
                      <a:pt x="696" y="252"/>
                    </a:lnTo>
                    <a:lnTo>
                      <a:pt x="697" y="253"/>
                    </a:lnTo>
                    <a:lnTo>
                      <a:pt x="698" y="255"/>
                    </a:lnTo>
                    <a:lnTo>
                      <a:pt x="699" y="256"/>
                    </a:lnTo>
                    <a:lnTo>
                      <a:pt x="701" y="258"/>
                    </a:lnTo>
                    <a:lnTo>
                      <a:pt x="701" y="259"/>
                    </a:lnTo>
                    <a:lnTo>
                      <a:pt x="702" y="260"/>
                    </a:lnTo>
                    <a:lnTo>
                      <a:pt x="703" y="261"/>
                    </a:lnTo>
                    <a:lnTo>
                      <a:pt x="703" y="262"/>
                    </a:lnTo>
                    <a:lnTo>
                      <a:pt x="704" y="262"/>
                    </a:lnTo>
                    <a:lnTo>
                      <a:pt x="704" y="264"/>
                    </a:lnTo>
                    <a:lnTo>
                      <a:pt x="705" y="265"/>
                    </a:lnTo>
                    <a:lnTo>
                      <a:pt x="705" y="266"/>
                    </a:lnTo>
                    <a:lnTo>
                      <a:pt x="707" y="267"/>
                    </a:lnTo>
                    <a:lnTo>
                      <a:pt x="708" y="268"/>
                    </a:lnTo>
                    <a:lnTo>
                      <a:pt x="708" y="270"/>
                    </a:lnTo>
                    <a:lnTo>
                      <a:pt x="709" y="271"/>
                    </a:lnTo>
                    <a:lnTo>
                      <a:pt x="709" y="272"/>
                    </a:lnTo>
                    <a:lnTo>
                      <a:pt x="710" y="272"/>
                    </a:lnTo>
                    <a:lnTo>
                      <a:pt x="710" y="273"/>
                    </a:lnTo>
                    <a:lnTo>
                      <a:pt x="711" y="274"/>
                    </a:lnTo>
                    <a:lnTo>
                      <a:pt x="713" y="276"/>
                    </a:lnTo>
                    <a:lnTo>
                      <a:pt x="713" y="277"/>
                    </a:lnTo>
                    <a:lnTo>
                      <a:pt x="714" y="278"/>
                    </a:lnTo>
                    <a:lnTo>
                      <a:pt x="714" y="279"/>
                    </a:lnTo>
                    <a:lnTo>
                      <a:pt x="715" y="282"/>
                    </a:lnTo>
                    <a:lnTo>
                      <a:pt x="716" y="283"/>
                    </a:lnTo>
                    <a:lnTo>
                      <a:pt x="717" y="284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5" name="Freeform 210">
                <a:extLst>
                  <a:ext uri="{FF2B5EF4-FFF2-40B4-BE49-F238E27FC236}">
                    <a16:creationId xmlns:a16="http://schemas.microsoft.com/office/drawing/2014/main" id="{E12551F6-02E3-47CC-B14B-A128C7D14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781425"/>
                <a:ext cx="569913" cy="227013"/>
              </a:xfrm>
              <a:custGeom>
                <a:avLst/>
                <a:gdLst>
                  <a:gd name="T0" fmla="*/ 2147483646 w 717"/>
                  <a:gd name="T1" fmla="*/ 2147483646 h 285"/>
                  <a:gd name="T2" fmla="*/ 2147483646 w 717"/>
                  <a:gd name="T3" fmla="*/ 2147483646 h 285"/>
                  <a:gd name="T4" fmla="*/ 2147483646 w 717"/>
                  <a:gd name="T5" fmla="*/ 2147483646 h 285"/>
                  <a:gd name="T6" fmla="*/ 2147483646 w 717"/>
                  <a:gd name="T7" fmla="*/ 2147483646 h 285"/>
                  <a:gd name="T8" fmla="*/ 2147483646 w 717"/>
                  <a:gd name="T9" fmla="*/ 2147483646 h 285"/>
                  <a:gd name="T10" fmla="*/ 2147483646 w 717"/>
                  <a:gd name="T11" fmla="*/ 2147483646 h 285"/>
                  <a:gd name="T12" fmla="*/ 2147483646 w 717"/>
                  <a:gd name="T13" fmla="*/ 2147483646 h 285"/>
                  <a:gd name="T14" fmla="*/ 2147483646 w 717"/>
                  <a:gd name="T15" fmla="*/ 2147483646 h 285"/>
                  <a:gd name="T16" fmla="*/ 2147483646 w 717"/>
                  <a:gd name="T17" fmla="*/ 2147483646 h 285"/>
                  <a:gd name="T18" fmla="*/ 2147483646 w 717"/>
                  <a:gd name="T19" fmla="*/ 2147483646 h 285"/>
                  <a:gd name="T20" fmla="*/ 2147483646 w 717"/>
                  <a:gd name="T21" fmla="*/ 2147483646 h 285"/>
                  <a:gd name="T22" fmla="*/ 2147483646 w 717"/>
                  <a:gd name="T23" fmla="*/ 2147483646 h 285"/>
                  <a:gd name="T24" fmla="*/ 2147483646 w 717"/>
                  <a:gd name="T25" fmla="*/ 2147483646 h 285"/>
                  <a:gd name="T26" fmla="*/ 2147483646 w 717"/>
                  <a:gd name="T27" fmla="*/ 2147483646 h 285"/>
                  <a:gd name="T28" fmla="*/ 2147483646 w 717"/>
                  <a:gd name="T29" fmla="*/ 2147483646 h 285"/>
                  <a:gd name="T30" fmla="*/ 2147483646 w 717"/>
                  <a:gd name="T31" fmla="*/ 2147483646 h 285"/>
                  <a:gd name="T32" fmla="*/ 2147483646 w 717"/>
                  <a:gd name="T33" fmla="*/ 2147483646 h 285"/>
                  <a:gd name="T34" fmla="*/ 2147483646 w 717"/>
                  <a:gd name="T35" fmla="*/ 2147483646 h 285"/>
                  <a:gd name="T36" fmla="*/ 2147483646 w 717"/>
                  <a:gd name="T37" fmla="*/ 2147483646 h 285"/>
                  <a:gd name="T38" fmla="*/ 2147483646 w 717"/>
                  <a:gd name="T39" fmla="*/ 2147483646 h 285"/>
                  <a:gd name="T40" fmla="*/ 2147483646 w 717"/>
                  <a:gd name="T41" fmla="*/ 2147483646 h 285"/>
                  <a:gd name="T42" fmla="*/ 2147483646 w 717"/>
                  <a:gd name="T43" fmla="*/ 2147483646 h 285"/>
                  <a:gd name="T44" fmla="*/ 2147483646 w 717"/>
                  <a:gd name="T45" fmla="*/ 2147483646 h 285"/>
                  <a:gd name="T46" fmla="*/ 2147483646 w 717"/>
                  <a:gd name="T47" fmla="*/ 2147483646 h 285"/>
                  <a:gd name="T48" fmla="*/ 2147483646 w 717"/>
                  <a:gd name="T49" fmla="*/ 2147483646 h 285"/>
                  <a:gd name="T50" fmla="*/ 2147483646 w 717"/>
                  <a:gd name="T51" fmla="*/ 2147483646 h 285"/>
                  <a:gd name="T52" fmla="*/ 2147483646 w 717"/>
                  <a:gd name="T53" fmla="*/ 2147483646 h 285"/>
                  <a:gd name="T54" fmla="*/ 2147483646 w 717"/>
                  <a:gd name="T55" fmla="*/ 2147483646 h 285"/>
                  <a:gd name="T56" fmla="*/ 2147483646 w 717"/>
                  <a:gd name="T57" fmla="*/ 2147483646 h 285"/>
                  <a:gd name="T58" fmla="*/ 2147483646 w 717"/>
                  <a:gd name="T59" fmla="*/ 2147483646 h 285"/>
                  <a:gd name="T60" fmla="*/ 2147483646 w 717"/>
                  <a:gd name="T61" fmla="*/ 2147483646 h 285"/>
                  <a:gd name="T62" fmla="*/ 2147483646 w 717"/>
                  <a:gd name="T63" fmla="*/ 2147483646 h 285"/>
                  <a:gd name="T64" fmla="*/ 2147483646 w 717"/>
                  <a:gd name="T65" fmla="*/ 2147483646 h 285"/>
                  <a:gd name="T66" fmla="*/ 2147483646 w 717"/>
                  <a:gd name="T67" fmla="*/ 2147483646 h 285"/>
                  <a:gd name="T68" fmla="*/ 2147483646 w 717"/>
                  <a:gd name="T69" fmla="*/ 2147483646 h 285"/>
                  <a:gd name="T70" fmla="*/ 2147483646 w 717"/>
                  <a:gd name="T71" fmla="*/ 2147483646 h 285"/>
                  <a:gd name="T72" fmla="*/ 2147483646 w 717"/>
                  <a:gd name="T73" fmla="*/ 2147483646 h 285"/>
                  <a:gd name="T74" fmla="*/ 2147483646 w 717"/>
                  <a:gd name="T75" fmla="*/ 2147483646 h 285"/>
                  <a:gd name="T76" fmla="*/ 2147483646 w 717"/>
                  <a:gd name="T77" fmla="*/ 2147483646 h 285"/>
                  <a:gd name="T78" fmla="*/ 2147483646 w 717"/>
                  <a:gd name="T79" fmla="*/ 2147483646 h 285"/>
                  <a:gd name="T80" fmla="*/ 2147483646 w 717"/>
                  <a:gd name="T81" fmla="*/ 2147483646 h 285"/>
                  <a:gd name="T82" fmla="*/ 2147483646 w 717"/>
                  <a:gd name="T83" fmla="*/ 2147483646 h 285"/>
                  <a:gd name="T84" fmla="*/ 2147483646 w 717"/>
                  <a:gd name="T85" fmla="*/ 2147483646 h 285"/>
                  <a:gd name="T86" fmla="*/ 2147483646 w 717"/>
                  <a:gd name="T87" fmla="*/ 2147483646 h 285"/>
                  <a:gd name="T88" fmla="*/ 2147483646 w 717"/>
                  <a:gd name="T89" fmla="*/ 2147483646 h 285"/>
                  <a:gd name="T90" fmla="*/ 2147483646 w 717"/>
                  <a:gd name="T91" fmla="*/ 2147483646 h 285"/>
                  <a:gd name="T92" fmla="*/ 2147483646 w 717"/>
                  <a:gd name="T93" fmla="*/ 2147483646 h 285"/>
                  <a:gd name="T94" fmla="*/ 2147483646 w 717"/>
                  <a:gd name="T95" fmla="*/ 2147483646 h 285"/>
                  <a:gd name="T96" fmla="*/ 2147483646 w 717"/>
                  <a:gd name="T97" fmla="*/ 2147483646 h 285"/>
                  <a:gd name="T98" fmla="*/ 2147483646 w 717"/>
                  <a:gd name="T99" fmla="*/ 2147483646 h 285"/>
                  <a:gd name="T100" fmla="*/ 2147483646 w 717"/>
                  <a:gd name="T101" fmla="*/ 2147483646 h 285"/>
                  <a:gd name="T102" fmla="*/ 2147483646 w 717"/>
                  <a:gd name="T103" fmla="*/ 2147483646 h 285"/>
                  <a:gd name="T104" fmla="*/ 2147483646 w 717"/>
                  <a:gd name="T105" fmla="*/ 2147483646 h 285"/>
                  <a:gd name="T106" fmla="*/ 2147483646 w 717"/>
                  <a:gd name="T107" fmla="*/ 2147483646 h 285"/>
                  <a:gd name="T108" fmla="*/ 2147483646 w 717"/>
                  <a:gd name="T109" fmla="*/ 2147483646 h 285"/>
                  <a:gd name="T110" fmla="*/ 2147483646 w 717"/>
                  <a:gd name="T111" fmla="*/ 2147483646 h 285"/>
                  <a:gd name="T112" fmla="*/ 2147483646 w 717"/>
                  <a:gd name="T113" fmla="*/ 2147483646 h 285"/>
                  <a:gd name="T114" fmla="*/ 2147483646 w 717"/>
                  <a:gd name="T115" fmla="*/ 2147483646 h 285"/>
                  <a:gd name="T116" fmla="*/ 2147483646 w 717"/>
                  <a:gd name="T117" fmla="*/ 2147483646 h 285"/>
                  <a:gd name="T118" fmla="*/ 2147483646 w 717"/>
                  <a:gd name="T119" fmla="*/ 2147483646 h 285"/>
                  <a:gd name="T120" fmla="*/ 2147483646 w 717"/>
                  <a:gd name="T121" fmla="*/ 2147483646 h 2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5">
                    <a:moveTo>
                      <a:pt x="0" y="285"/>
                    </a:moveTo>
                    <a:lnTo>
                      <a:pt x="27" y="285"/>
                    </a:lnTo>
                    <a:lnTo>
                      <a:pt x="54" y="285"/>
                    </a:lnTo>
                    <a:lnTo>
                      <a:pt x="78" y="285"/>
                    </a:lnTo>
                    <a:lnTo>
                      <a:pt x="99" y="285"/>
                    </a:lnTo>
                    <a:lnTo>
                      <a:pt x="121" y="285"/>
                    </a:lnTo>
                    <a:lnTo>
                      <a:pt x="140" y="285"/>
                    </a:lnTo>
                    <a:lnTo>
                      <a:pt x="158" y="285"/>
                    </a:lnTo>
                    <a:lnTo>
                      <a:pt x="175" y="285"/>
                    </a:lnTo>
                    <a:lnTo>
                      <a:pt x="191" y="285"/>
                    </a:lnTo>
                    <a:lnTo>
                      <a:pt x="204" y="285"/>
                    </a:lnTo>
                    <a:lnTo>
                      <a:pt x="217" y="285"/>
                    </a:lnTo>
                    <a:lnTo>
                      <a:pt x="229" y="285"/>
                    </a:lnTo>
                    <a:lnTo>
                      <a:pt x="240" y="285"/>
                    </a:lnTo>
                    <a:lnTo>
                      <a:pt x="249" y="285"/>
                    </a:lnTo>
                    <a:lnTo>
                      <a:pt x="259" y="285"/>
                    </a:lnTo>
                    <a:lnTo>
                      <a:pt x="266" y="285"/>
                    </a:lnTo>
                    <a:lnTo>
                      <a:pt x="273" y="285"/>
                    </a:lnTo>
                    <a:lnTo>
                      <a:pt x="281" y="285"/>
                    </a:lnTo>
                    <a:lnTo>
                      <a:pt x="285" y="285"/>
                    </a:lnTo>
                    <a:lnTo>
                      <a:pt x="291" y="285"/>
                    </a:lnTo>
                    <a:lnTo>
                      <a:pt x="295" y="285"/>
                    </a:lnTo>
                    <a:lnTo>
                      <a:pt x="300" y="285"/>
                    </a:lnTo>
                    <a:lnTo>
                      <a:pt x="303" y="285"/>
                    </a:lnTo>
                    <a:lnTo>
                      <a:pt x="306" y="285"/>
                    </a:lnTo>
                    <a:lnTo>
                      <a:pt x="308" y="284"/>
                    </a:lnTo>
                    <a:lnTo>
                      <a:pt x="311" y="284"/>
                    </a:lnTo>
                    <a:lnTo>
                      <a:pt x="313" y="284"/>
                    </a:lnTo>
                    <a:lnTo>
                      <a:pt x="315" y="284"/>
                    </a:lnTo>
                    <a:lnTo>
                      <a:pt x="318" y="284"/>
                    </a:lnTo>
                    <a:lnTo>
                      <a:pt x="319" y="284"/>
                    </a:lnTo>
                    <a:lnTo>
                      <a:pt x="321" y="284"/>
                    </a:lnTo>
                    <a:lnTo>
                      <a:pt x="323" y="284"/>
                    </a:lnTo>
                    <a:lnTo>
                      <a:pt x="325" y="284"/>
                    </a:lnTo>
                    <a:lnTo>
                      <a:pt x="327" y="284"/>
                    </a:lnTo>
                    <a:lnTo>
                      <a:pt x="329" y="284"/>
                    </a:lnTo>
                    <a:lnTo>
                      <a:pt x="331" y="282"/>
                    </a:lnTo>
                    <a:lnTo>
                      <a:pt x="332" y="282"/>
                    </a:lnTo>
                    <a:lnTo>
                      <a:pt x="333" y="282"/>
                    </a:lnTo>
                    <a:lnTo>
                      <a:pt x="335" y="282"/>
                    </a:lnTo>
                    <a:lnTo>
                      <a:pt x="336" y="282"/>
                    </a:lnTo>
                    <a:lnTo>
                      <a:pt x="337" y="282"/>
                    </a:lnTo>
                    <a:lnTo>
                      <a:pt x="338" y="282"/>
                    </a:lnTo>
                    <a:lnTo>
                      <a:pt x="339" y="282"/>
                    </a:lnTo>
                    <a:lnTo>
                      <a:pt x="341" y="282"/>
                    </a:lnTo>
                    <a:lnTo>
                      <a:pt x="342" y="282"/>
                    </a:lnTo>
                    <a:lnTo>
                      <a:pt x="343" y="282"/>
                    </a:lnTo>
                    <a:lnTo>
                      <a:pt x="344" y="282"/>
                    </a:lnTo>
                    <a:lnTo>
                      <a:pt x="345" y="281"/>
                    </a:lnTo>
                    <a:lnTo>
                      <a:pt x="347" y="281"/>
                    </a:lnTo>
                    <a:lnTo>
                      <a:pt x="348" y="281"/>
                    </a:lnTo>
                    <a:lnTo>
                      <a:pt x="349" y="281"/>
                    </a:lnTo>
                    <a:lnTo>
                      <a:pt x="350" y="281"/>
                    </a:lnTo>
                    <a:lnTo>
                      <a:pt x="351" y="281"/>
                    </a:lnTo>
                    <a:lnTo>
                      <a:pt x="353" y="281"/>
                    </a:lnTo>
                    <a:lnTo>
                      <a:pt x="354" y="281"/>
                    </a:lnTo>
                    <a:lnTo>
                      <a:pt x="355" y="280"/>
                    </a:lnTo>
                    <a:lnTo>
                      <a:pt x="356" y="280"/>
                    </a:lnTo>
                    <a:lnTo>
                      <a:pt x="357" y="280"/>
                    </a:lnTo>
                    <a:lnTo>
                      <a:pt x="359" y="280"/>
                    </a:lnTo>
                    <a:lnTo>
                      <a:pt x="361" y="280"/>
                    </a:lnTo>
                    <a:lnTo>
                      <a:pt x="362" y="279"/>
                    </a:lnTo>
                    <a:lnTo>
                      <a:pt x="365" y="279"/>
                    </a:lnTo>
                    <a:lnTo>
                      <a:pt x="366" y="279"/>
                    </a:lnTo>
                    <a:lnTo>
                      <a:pt x="368" y="279"/>
                    </a:lnTo>
                    <a:lnTo>
                      <a:pt x="369" y="279"/>
                    </a:lnTo>
                    <a:lnTo>
                      <a:pt x="372" y="278"/>
                    </a:lnTo>
                    <a:lnTo>
                      <a:pt x="373" y="278"/>
                    </a:lnTo>
                    <a:lnTo>
                      <a:pt x="374" y="278"/>
                    </a:lnTo>
                    <a:lnTo>
                      <a:pt x="375" y="278"/>
                    </a:lnTo>
                    <a:lnTo>
                      <a:pt x="378" y="278"/>
                    </a:lnTo>
                    <a:lnTo>
                      <a:pt x="379" y="278"/>
                    </a:lnTo>
                    <a:lnTo>
                      <a:pt x="380" y="276"/>
                    </a:lnTo>
                    <a:lnTo>
                      <a:pt x="381" y="276"/>
                    </a:lnTo>
                    <a:lnTo>
                      <a:pt x="383" y="276"/>
                    </a:lnTo>
                    <a:lnTo>
                      <a:pt x="384" y="276"/>
                    </a:lnTo>
                    <a:lnTo>
                      <a:pt x="385" y="276"/>
                    </a:lnTo>
                    <a:lnTo>
                      <a:pt x="386" y="275"/>
                    </a:lnTo>
                    <a:lnTo>
                      <a:pt x="387" y="275"/>
                    </a:lnTo>
                    <a:lnTo>
                      <a:pt x="389" y="275"/>
                    </a:lnTo>
                    <a:lnTo>
                      <a:pt x="390" y="275"/>
                    </a:lnTo>
                    <a:lnTo>
                      <a:pt x="391" y="274"/>
                    </a:lnTo>
                    <a:lnTo>
                      <a:pt x="392" y="274"/>
                    </a:lnTo>
                    <a:lnTo>
                      <a:pt x="393" y="274"/>
                    </a:lnTo>
                    <a:lnTo>
                      <a:pt x="395" y="274"/>
                    </a:lnTo>
                    <a:lnTo>
                      <a:pt x="396" y="273"/>
                    </a:lnTo>
                    <a:lnTo>
                      <a:pt x="397" y="273"/>
                    </a:lnTo>
                    <a:lnTo>
                      <a:pt x="398" y="273"/>
                    </a:lnTo>
                    <a:lnTo>
                      <a:pt x="399" y="272"/>
                    </a:lnTo>
                    <a:lnTo>
                      <a:pt x="402" y="272"/>
                    </a:lnTo>
                    <a:lnTo>
                      <a:pt x="403" y="270"/>
                    </a:lnTo>
                    <a:lnTo>
                      <a:pt x="405" y="270"/>
                    </a:lnTo>
                    <a:lnTo>
                      <a:pt x="407" y="269"/>
                    </a:lnTo>
                    <a:lnTo>
                      <a:pt x="409" y="269"/>
                    </a:lnTo>
                    <a:lnTo>
                      <a:pt x="411" y="268"/>
                    </a:lnTo>
                    <a:lnTo>
                      <a:pt x="414" y="268"/>
                    </a:lnTo>
                    <a:lnTo>
                      <a:pt x="415" y="267"/>
                    </a:lnTo>
                    <a:lnTo>
                      <a:pt x="417" y="267"/>
                    </a:lnTo>
                    <a:lnTo>
                      <a:pt x="419" y="266"/>
                    </a:lnTo>
                    <a:lnTo>
                      <a:pt x="421" y="266"/>
                    </a:lnTo>
                    <a:lnTo>
                      <a:pt x="422" y="264"/>
                    </a:lnTo>
                    <a:lnTo>
                      <a:pt x="423" y="264"/>
                    </a:lnTo>
                    <a:lnTo>
                      <a:pt x="426" y="264"/>
                    </a:lnTo>
                    <a:lnTo>
                      <a:pt x="427" y="263"/>
                    </a:lnTo>
                    <a:lnTo>
                      <a:pt x="428" y="263"/>
                    </a:lnTo>
                    <a:lnTo>
                      <a:pt x="429" y="262"/>
                    </a:lnTo>
                    <a:lnTo>
                      <a:pt x="431" y="262"/>
                    </a:lnTo>
                    <a:lnTo>
                      <a:pt x="432" y="262"/>
                    </a:lnTo>
                    <a:lnTo>
                      <a:pt x="433" y="261"/>
                    </a:lnTo>
                    <a:lnTo>
                      <a:pt x="434" y="261"/>
                    </a:lnTo>
                    <a:lnTo>
                      <a:pt x="435" y="260"/>
                    </a:lnTo>
                    <a:lnTo>
                      <a:pt x="437" y="260"/>
                    </a:lnTo>
                    <a:lnTo>
                      <a:pt x="438" y="260"/>
                    </a:lnTo>
                    <a:lnTo>
                      <a:pt x="439" y="258"/>
                    </a:lnTo>
                    <a:lnTo>
                      <a:pt x="440" y="258"/>
                    </a:lnTo>
                    <a:lnTo>
                      <a:pt x="441" y="257"/>
                    </a:lnTo>
                    <a:lnTo>
                      <a:pt x="443" y="257"/>
                    </a:lnTo>
                    <a:lnTo>
                      <a:pt x="444" y="256"/>
                    </a:lnTo>
                    <a:lnTo>
                      <a:pt x="445" y="256"/>
                    </a:lnTo>
                    <a:lnTo>
                      <a:pt x="446" y="255"/>
                    </a:lnTo>
                    <a:lnTo>
                      <a:pt x="447" y="255"/>
                    </a:lnTo>
                    <a:lnTo>
                      <a:pt x="449" y="254"/>
                    </a:lnTo>
                    <a:lnTo>
                      <a:pt x="451" y="252"/>
                    </a:lnTo>
                    <a:lnTo>
                      <a:pt x="452" y="252"/>
                    </a:lnTo>
                    <a:lnTo>
                      <a:pt x="455" y="251"/>
                    </a:lnTo>
                    <a:lnTo>
                      <a:pt x="456" y="250"/>
                    </a:lnTo>
                    <a:lnTo>
                      <a:pt x="458" y="249"/>
                    </a:lnTo>
                    <a:lnTo>
                      <a:pt x="459" y="249"/>
                    </a:lnTo>
                    <a:lnTo>
                      <a:pt x="462" y="248"/>
                    </a:lnTo>
                    <a:lnTo>
                      <a:pt x="463" y="246"/>
                    </a:lnTo>
                    <a:lnTo>
                      <a:pt x="464" y="246"/>
                    </a:lnTo>
                    <a:lnTo>
                      <a:pt x="465" y="245"/>
                    </a:lnTo>
                    <a:lnTo>
                      <a:pt x="468" y="245"/>
                    </a:lnTo>
                    <a:lnTo>
                      <a:pt x="469" y="244"/>
                    </a:lnTo>
                    <a:lnTo>
                      <a:pt x="470" y="244"/>
                    </a:lnTo>
                    <a:lnTo>
                      <a:pt x="471" y="243"/>
                    </a:lnTo>
                    <a:lnTo>
                      <a:pt x="473" y="242"/>
                    </a:lnTo>
                    <a:lnTo>
                      <a:pt x="474" y="242"/>
                    </a:lnTo>
                    <a:lnTo>
                      <a:pt x="475" y="240"/>
                    </a:lnTo>
                    <a:lnTo>
                      <a:pt x="476" y="240"/>
                    </a:lnTo>
                    <a:lnTo>
                      <a:pt x="477" y="239"/>
                    </a:lnTo>
                    <a:lnTo>
                      <a:pt x="479" y="239"/>
                    </a:lnTo>
                    <a:lnTo>
                      <a:pt x="480" y="238"/>
                    </a:lnTo>
                    <a:lnTo>
                      <a:pt x="481" y="238"/>
                    </a:lnTo>
                    <a:lnTo>
                      <a:pt x="481" y="237"/>
                    </a:lnTo>
                    <a:lnTo>
                      <a:pt x="482" y="237"/>
                    </a:lnTo>
                    <a:lnTo>
                      <a:pt x="483" y="237"/>
                    </a:lnTo>
                    <a:lnTo>
                      <a:pt x="485" y="236"/>
                    </a:lnTo>
                    <a:lnTo>
                      <a:pt x="486" y="236"/>
                    </a:lnTo>
                    <a:lnTo>
                      <a:pt x="487" y="234"/>
                    </a:lnTo>
                    <a:lnTo>
                      <a:pt x="488" y="233"/>
                    </a:lnTo>
                    <a:lnTo>
                      <a:pt x="489" y="233"/>
                    </a:lnTo>
                    <a:lnTo>
                      <a:pt x="491" y="232"/>
                    </a:lnTo>
                    <a:lnTo>
                      <a:pt x="493" y="231"/>
                    </a:lnTo>
                    <a:lnTo>
                      <a:pt x="494" y="231"/>
                    </a:lnTo>
                    <a:lnTo>
                      <a:pt x="495" y="230"/>
                    </a:lnTo>
                    <a:lnTo>
                      <a:pt x="498" y="228"/>
                    </a:lnTo>
                    <a:lnTo>
                      <a:pt x="499" y="227"/>
                    </a:lnTo>
                    <a:lnTo>
                      <a:pt x="500" y="227"/>
                    </a:lnTo>
                    <a:lnTo>
                      <a:pt x="501" y="226"/>
                    </a:lnTo>
                    <a:lnTo>
                      <a:pt x="504" y="225"/>
                    </a:lnTo>
                    <a:lnTo>
                      <a:pt x="505" y="225"/>
                    </a:lnTo>
                    <a:lnTo>
                      <a:pt x="506" y="224"/>
                    </a:lnTo>
                    <a:lnTo>
                      <a:pt x="507" y="224"/>
                    </a:lnTo>
                    <a:lnTo>
                      <a:pt x="507" y="222"/>
                    </a:lnTo>
                    <a:lnTo>
                      <a:pt x="509" y="222"/>
                    </a:lnTo>
                    <a:lnTo>
                      <a:pt x="510" y="221"/>
                    </a:lnTo>
                    <a:lnTo>
                      <a:pt x="511" y="221"/>
                    </a:lnTo>
                    <a:lnTo>
                      <a:pt x="511" y="220"/>
                    </a:lnTo>
                    <a:lnTo>
                      <a:pt x="512" y="220"/>
                    </a:lnTo>
                    <a:lnTo>
                      <a:pt x="513" y="220"/>
                    </a:lnTo>
                    <a:lnTo>
                      <a:pt x="515" y="219"/>
                    </a:lnTo>
                    <a:lnTo>
                      <a:pt x="516" y="218"/>
                    </a:lnTo>
                    <a:lnTo>
                      <a:pt x="517" y="218"/>
                    </a:lnTo>
                    <a:lnTo>
                      <a:pt x="518" y="216"/>
                    </a:lnTo>
                    <a:lnTo>
                      <a:pt x="519" y="216"/>
                    </a:lnTo>
                    <a:lnTo>
                      <a:pt x="519" y="215"/>
                    </a:lnTo>
                    <a:lnTo>
                      <a:pt x="521" y="215"/>
                    </a:lnTo>
                    <a:lnTo>
                      <a:pt x="522" y="214"/>
                    </a:lnTo>
                    <a:lnTo>
                      <a:pt x="523" y="214"/>
                    </a:lnTo>
                    <a:lnTo>
                      <a:pt x="523" y="213"/>
                    </a:lnTo>
                    <a:lnTo>
                      <a:pt x="524" y="213"/>
                    </a:lnTo>
                    <a:lnTo>
                      <a:pt x="525" y="212"/>
                    </a:lnTo>
                    <a:lnTo>
                      <a:pt x="527" y="210"/>
                    </a:lnTo>
                    <a:lnTo>
                      <a:pt x="528" y="210"/>
                    </a:lnTo>
                    <a:lnTo>
                      <a:pt x="529" y="209"/>
                    </a:lnTo>
                    <a:lnTo>
                      <a:pt x="531" y="208"/>
                    </a:lnTo>
                    <a:lnTo>
                      <a:pt x="533" y="208"/>
                    </a:lnTo>
                    <a:lnTo>
                      <a:pt x="534" y="207"/>
                    </a:lnTo>
                    <a:lnTo>
                      <a:pt x="535" y="206"/>
                    </a:lnTo>
                    <a:lnTo>
                      <a:pt x="536" y="204"/>
                    </a:lnTo>
                    <a:lnTo>
                      <a:pt x="537" y="204"/>
                    </a:lnTo>
                    <a:lnTo>
                      <a:pt x="539" y="203"/>
                    </a:lnTo>
                    <a:lnTo>
                      <a:pt x="540" y="202"/>
                    </a:lnTo>
                    <a:lnTo>
                      <a:pt x="541" y="202"/>
                    </a:lnTo>
                    <a:lnTo>
                      <a:pt x="541" y="201"/>
                    </a:lnTo>
                    <a:lnTo>
                      <a:pt x="542" y="201"/>
                    </a:lnTo>
                    <a:lnTo>
                      <a:pt x="543" y="200"/>
                    </a:lnTo>
                    <a:lnTo>
                      <a:pt x="545" y="200"/>
                    </a:lnTo>
                    <a:lnTo>
                      <a:pt x="545" y="198"/>
                    </a:lnTo>
                    <a:lnTo>
                      <a:pt x="546" y="198"/>
                    </a:lnTo>
                    <a:lnTo>
                      <a:pt x="547" y="197"/>
                    </a:lnTo>
                    <a:lnTo>
                      <a:pt x="548" y="196"/>
                    </a:lnTo>
                    <a:lnTo>
                      <a:pt x="549" y="196"/>
                    </a:lnTo>
                    <a:lnTo>
                      <a:pt x="551" y="195"/>
                    </a:lnTo>
                    <a:lnTo>
                      <a:pt x="552" y="194"/>
                    </a:lnTo>
                    <a:lnTo>
                      <a:pt x="553" y="192"/>
                    </a:lnTo>
                    <a:lnTo>
                      <a:pt x="554" y="192"/>
                    </a:lnTo>
                    <a:lnTo>
                      <a:pt x="555" y="191"/>
                    </a:lnTo>
                    <a:lnTo>
                      <a:pt x="555" y="190"/>
                    </a:lnTo>
                    <a:lnTo>
                      <a:pt x="557" y="190"/>
                    </a:lnTo>
                    <a:lnTo>
                      <a:pt x="558" y="189"/>
                    </a:lnTo>
                    <a:lnTo>
                      <a:pt x="559" y="189"/>
                    </a:lnTo>
                    <a:lnTo>
                      <a:pt x="559" y="188"/>
                    </a:lnTo>
                    <a:lnTo>
                      <a:pt x="560" y="188"/>
                    </a:lnTo>
                    <a:lnTo>
                      <a:pt x="560" y="186"/>
                    </a:lnTo>
                    <a:lnTo>
                      <a:pt x="561" y="186"/>
                    </a:lnTo>
                    <a:lnTo>
                      <a:pt x="561" y="185"/>
                    </a:lnTo>
                    <a:lnTo>
                      <a:pt x="563" y="185"/>
                    </a:lnTo>
                    <a:lnTo>
                      <a:pt x="564" y="184"/>
                    </a:lnTo>
                    <a:lnTo>
                      <a:pt x="565" y="184"/>
                    </a:lnTo>
                    <a:lnTo>
                      <a:pt x="565" y="183"/>
                    </a:lnTo>
                    <a:lnTo>
                      <a:pt x="566" y="183"/>
                    </a:lnTo>
                    <a:lnTo>
                      <a:pt x="567" y="182"/>
                    </a:lnTo>
                    <a:lnTo>
                      <a:pt x="569" y="180"/>
                    </a:lnTo>
                    <a:lnTo>
                      <a:pt x="570" y="180"/>
                    </a:lnTo>
                    <a:lnTo>
                      <a:pt x="571" y="179"/>
                    </a:lnTo>
                    <a:lnTo>
                      <a:pt x="572" y="178"/>
                    </a:lnTo>
                    <a:lnTo>
                      <a:pt x="573" y="177"/>
                    </a:lnTo>
                    <a:lnTo>
                      <a:pt x="575" y="177"/>
                    </a:lnTo>
                    <a:lnTo>
                      <a:pt x="576" y="176"/>
                    </a:lnTo>
                    <a:lnTo>
                      <a:pt x="577" y="176"/>
                    </a:lnTo>
                    <a:lnTo>
                      <a:pt x="577" y="174"/>
                    </a:lnTo>
                    <a:lnTo>
                      <a:pt x="578" y="174"/>
                    </a:lnTo>
                    <a:lnTo>
                      <a:pt x="579" y="173"/>
                    </a:lnTo>
                    <a:lnTo>
                      <a:pt x="581" y="172"/>
                    </a:lnTo>
                    <a:lnTo>
                      <a:pt x="582" y="172"/>
                    </a:lnTo>
                    <a:lnTo>
                      <a:pt x="583" y="171"/>
                    </a:lnTo>
                    <a:lnTo>
                      <a:pt x="584" y="170"/>
                    </a:lnTo>
                    <a:lnTo>
                      <a:pt x="585" y="170"/>
                    </a:lnTo>
                    <a:lnTo>
                      <a:pt x="587" y="168"/>
                    </a:lnTo>
                    <a:lnTo>
                      <a:pt x="588" y="167"/>
                    </a:lnTo>
                    <a:lnTo>
                      <a:pt x="589" y="167"/>
                    </a:lnTo>
                    <a:lnTo>
                      <a:pt x="589" y="166"/>
                    </a:lnTo>
                    <a:lnTo>
                      <a:pt x="590" y="166"/>
                    </a:lnTo>
                    <a:lnTo>
                      <a:pt x="590" y="165"/>
                    </a:lnTo>
                    <a:lnTo>
                      <a:pt x="591" y="165"/>
                    </a:lnTo>
                    <a:lnTo>
                      <a:pt x="591" y="164"/>
                    </a:lnTo>
                    <a:lnTo>
                      <a:pt x="593" y="164"/>
                    </a:lnTo>
                    <a:lnTo>
                      <a:pt x="593" y="162"/>
                    </a:lnTo>
                    <a:lnTo>
                      <a:pt x="594" y="162"/>
                    </a:lnTo>
                    <a:lnTo>
                      <a:pt x="594" y="161"/>
                    </a:lnTo>
                    <a:lnTo>
                      <a:pt x="595" y="161"/>
                    </a:lnTo>
                    <a:lnTo>
                      <a:pt x="595" y="160"/>
                    </a:lnTo>
                    <a:lnTo>
                      <a:pt x="596" y="159"/>
                    </a:lnTo>
                    <a:lnTo>
                      <a:pt x="597" y="159"/>
                    </a:lnTo>
                    <a:lnTo>
                      <a:pt x="599" y="158"/>
                    </a:lnTo>
                    <a:lnTo>
                      <a:pt x="599" y="156"/>
                    </a:lnTo>
                    <a:lnTo>
                      <a:pt x="600" y="155"/>
                    </a:lnTo>
                    <a:lnTo>
                      <a:pt x="601" y="154"/>
                    </a:lnTo>
                    <a:lnTo>
                      <a:pt x="602" y="153"/>
                    </a:lnTo>
                    <a:lnTo>
                      <a:pt x="603" y="152"/>
                    </a:lnTo>
                    <a:lnTo>
                      <a:pt x="605" y="150"/>
                    </a:lnTo>
                    <a:lnTo>
                      <a:pt x="606" y="149"/>
                    </a:lnTo>
                    <a:lnTo>
                      <a:pt x="607" y="148"/>
                    </a:lnTo>
                    <a:lnTo>
                      <a:pt x="607" y="147"/>
                    </a:lnTo>
                    <a:lnTo>
                      <a:pt x="608" y="147"/>
                    </a:lnTo>
                    <a:lnTo>
                      <a:pt x="609" y="146"/>
                    </a:lnTo>
                    <a:lnTo>
                      <a:pt x="609" y="144"/>
                    </a:lnTo>
                    <a:lnTo>
                      <a:pt x="611" y="144"/>
                    </a:lnTo>
                    <a:lnTo>
                      <a:pt x="612" y="143"/>
                    </a:lnTo>
                    <a:lnTo>
                      <a:pt x="612" y="142"/>
                    </a:lnTo>
                    <a:lnTo>
                      <a:pt x="613" y="142"/>
                    </a:lnTo>
                    <a:lnTo>
                      <a:pt x="613" y="141"/>
                    </a:lnTo>
                    <a:lnTo>
                      <a:pt x="614" y="141"/>
                    </a:lnTo>
                    <a:lnTo>
                      <a:pt x="614" y="140"/>
                    </a:lnTo>
                    <a:lnTo>
                      <a:pt x="615" y="138"/>
                    </a:lnTo>
                    <a:lnTo>
                      <a:pt x="617" y="137"/>
                    </a:lnTo>
                    <a:lnTo>
                      <a:pt x="618" y="136"/>
                    </a:lnTo>
                    <a:lnTo>
                      <a:pt x="619" y="135"/>
                    </a:lnTo>
                    <a:lnTo>
                      <a:pt x="619" y="134"/>
                    </a:lnTo>
                    <a:lnTo>
                      <a:pt x="620" y="134"/>
                    </a:lnTo>
                    <a:lnTo>
                      <a:pt x="621" y="132"/>
                    </a:lnTo>
                    <a:lnTo>
                      <a:pt x="623" y="131"/>
                    </a:lnTo>
                    <a:lnTo>
                      <a:pt x="623" y="130"/>
                    </a:lnTo>
                    <a:lnTo>
                      <a:pt x="624" y="129"/>
                    </a:lnTo>
                    <a:lnTo>
                      <a:pt x="625" y="128"/>
                    </a:lnTo>
                    <a:lnTo>
                      <a:pt x="626" y="126"/>
                    </a:lnTo>
                    <a:lnTo>
                      <a:pt x="627" y="124"/>
                    </a:lnTo>
                    <a:lnTo>
                      <a:pt x="629" y="123"/>
                    </a:lnTo>
                    <a:lnTo>
                      <a:pt x="630" y="122"/>
                    </a:lnTo>
                    <a:lnTo>
                      <a:pt x="631" y="119"/>
                    </a:lnTo>
                    <a:lnTo>
                      <a:pt x="632" y="118"/>
                    </a:lnTo>
                    <a:lnTo>
                      <a:pt x="633" y="117"/>
                    </a:lnTo>
                    <a:lnTo>
                      <a:pt x="635" y="116"/>
                    </a:lnTo>
                    <a:lnTo>
                      <a:pt x="636" y="114"/>
                    </a:lnTo>
                    <a:lnTo>
                      <a:pt x="637" y="113"/>
                    </a:lnTo>
                    <a:lnTo>
                      <a:pt x="638" y="112"/>
                    </a:lnTo>
                    <a:lnTo>
                      <a:pt x="639" y="111"/>
                    </a:lnTo>
                    <a:lnTo>
                      <a:pt x="639" y="110"/>
                    </a:lnTo>
                    <a:lnTo>
                      <a:pt x="641" y="108"/>
                    </a:lnTo>
                    <a:lnTo>
                      <a:pt x="642" y="107"/>
                    </a:lnTo>
                    <a:lnTo>
                      <a:pt x="643" y="106"/>
                    </a:lnTo>
                    <a:lnTo>
                      <a:pt x="644" y="105"/>
                    </a:lnTo>
                    <a:lnTo>
                      <a:pt x="644" y="104"/>
                    </a:lnTo>
                    <a:lnTo>
                      <a:pt x="645" y="104"/>
                    </a:lnTo>
                    <a:lnTo>
                      <a:pt x="645" y="102"/>
                    </a:lnTo>
                    <a:lnTo>
                      <a:pt x="647" y="101"/>
                    </a:lnTo>
                    <a:lnTo>
                      <a:pt x="647" y="100"/>
                    </a:lnTo>
                    <a:lnTo>
                      <a:pt x="648" y="99"/>
                    </a:lnTo>
                    <a:lnTo>
                      <a:pt x="649" y="98"/>
                    </a:lnTo>
                    <a:lnTo>
                      <a:pt x="650" y="96"/>
                    </a:lnTo>
                    <a:lnTo>
                      <a:pt x="651" y="95"/>
                    </a:lnTo>
                    <a:lnTo>
                      <a:pt x="653" y="94"/>
                    </a:lnTo>
                    <a:lnTo>
                      <a:pt x="653" y="92"/>
                    </a:lnTo>
                    <a:lnTo>
                      <a:pt x="654" y="90"/>
                    </a:lnTo>
                    <a:lnTo>
                      <a:pt x="655" y="89"/>
                    </a:lnTo>
                    <a:lnTo>
                      <a:pt x="656" y="88"/>
                    </a:lnTo>
                    <a:lnTo>
                      <a:pt x="657" y="86"/>
                    </a:lnTo>
                    <a:lnTo>
                      <a:pt x="659" y="84"/>
                    </a:lnTo>
                    <a:lnTo>
                      <a:pt x="660" y="82"/>
                    </a:lnTo>
                    <a:lnTo>
                      <a:pt x="661" y="81"/>
                    </a:lnTo>
                    <a:lnTo>
                      <a:pt x="662" y="78"/>
                    </a:lnTo>
                    <a:lnTo>
                      <a:pt x="663" y="77"/>
                    </a:lnTo>
                    <a:lnTo>
                      <a:pt x="665" y="75"/>
                    </a:lnTo>
                    <a:lnTo>
                      <a:pt x="666" y="74"/>
                    </a:lnTo>
                    <a:lnTo>
                      <a:pt x="667" y="72"/>
                    </a:lnTo>
                    <a:lnTo>
                      <a:pt x="668" y="71"/>
                    </a:lnTo>
                    <a:lnTo>
                      <a:pt x="669" y="70"/>
                    </a:lnTo>
                    <a:lnTo>
                      <a:pt x="669" y="69"/>
                    </a:lnTo>
                    <a:lnTo>
                      <a:pt x="671" y="68"/>
                    </a:lnTo>
                    <a:lnTo>
                      <a:pt x="672" y="66"/>
                    </a:lnTo>
                    <a:lnTo>
                      <a:pt x="672" y="65"/>
                    </a:lnTo>
                    <a:lnTo>
                      <a:pt x="673" y="64"/>
                    </a:lnTo>
                    <a:lnTo>
                      <a:pt x="674" y="63"/>
                    </a:lnTo>
                    <a:lnTo>
                      <a:pt x="675" y="62"/>
                    </a:lnTo>
                    <a:lnTo>
                      <a:pt x="675" y="60"/>
                    </a:lnTo>
                    <a:lnTo>
                      <a:pt x="677" y="59"/>
                    </a:lnTo>
                    <a:lnTo>
                      <a:pt x="678" y="58"/>
                    </a:lnTo>
                    <a:lnTo>
                      <a:pt x="678" y="57"/>
                    </a:lnTo>
                    <a:lnTo>
                      <a:pt x="679" y="56"/>
                    </a:lnTo>
                    <a:lnTo>
                      <a:pt x="680" y="54"/>
                    </a:lnTo>
                    <a:lnTo>
                      <a:pt x="680" y="53"/>
                    </a:lnTo>
                    <a:lnTo>
                      <a:pt x="681" y="52"/>
                    </a:lnTo>
                    <a:lnTo>
                      <a:pt x="683" y="51"/>
                    </a:lnTo>
                    <a:lnTo>
                      <a:pt x="684" y="50"/>
                    </a:lnTo>
                    <a:lnTo>
                      <a:pt x="685" y="48"/>
                    </a:lnTo>
                    <a:lnTo>
                      <a:pt x="686" y="47"/>
                    </a:lnTo>
                    <a:lnTo>
                      <a:pt x="687" y="45"/>
                    </a:lnTo>
                    <a:lnTo>
                      <a:pt x="689" y="44"/>
                    </a:lnTo>
                    <a:lnTo>
                      <a:pt x="690" y="41"/>
                    </a:lnTo>
                    <a:lnTo>
                      <a:pt x="691" y="40"/>
                    </a:lnTo>
                    <a:lnTo>
                      <a:pt x="692" y="38"/>
                    </a:lnTo>
                    <a:lnTo>
                      <a:pt x="693" y="35"/>
                    </a:lnTo>
                    <a:lnTo>
                      <a:pt x="695" y="34"/>
                    </a:lnTo>
                    <a:lnTo>
                      <a:pt x="696" y="33"/>
                    </a:lnTo>
                    <a:lnTo>
                      <a:pt x="697" y="30"/>
                    </a:lnTo>
                    <a:lnTo>
                      <a:pt x="698" y="29"/>
                    </a:lnTo>
                    <a:lnTo>
                      <a:pt x="699" y="28"/>
                    </a:lnTo>
                    <a:lnTo>
                      <a:pt x="701" y="27"/>
                    </a:lnTo>
                    <a:lnTo>
                      <a:pt x="701" y="26"/>
                    </a:lnTo>
                    <a:lnTo>
                      <a:pt x="702" y="24"/>
                    </a:lnTo>
                    <a:lnTo>
                      <a:pt x="703" y="23"/>
                    </a:lnTo>
                    <a:lnTo>
                      <a:pt x="703" y="22"/>
                    </a:lnTo>
                    <a:lnTo>
                      <a:pt x="704" y="21"/>
                    </a:lnTo>
                    <a:lnTo>
                      <a:pt x="705" y="20"/>
                    </a:lnTo>
                    <a:lnTo>
                      <a:pt x="705" y="18"/>
                    </a:lnTo>
                    <a:lnTo>
                      <a:pt x="707" y="17"/>
                    </a:lnTo>
                    <a:lnTo>
                      <a:pt x="707" y="16"/>
                    </a:lnTo>
                    <a:lnTo>
                      <a:pt x="708" y="16"/>
                    </a:lnTo>
                    <a:lnTo>
                      <a:pt x="708" y="15"/>
                    </a:lnTo>
                    <a:lnTo>
                      <a:pt x="709" y="14"/>
                    </a:lnTo>
                    <a:lnTo>
                      <a:pt x="709" y="12"/>
                    </a:lnTo>
                    <a:lnTo>
                      <a:pt x="710" y="11"/>
                    </a:lnTo>
                    <a:lnTo>
                      <a:pt x="711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6"/>
                    </a:lnTo>
                    <a:lnTo>
                      <a:pt x="714" y="4"/>
                    </a:lnTo>
                    <a:lnTo>
                      <a:pt x="715" y="3"/>
                    </a:lnTo>
                    <a:lnTo>
                      <a:pt x="716" y="2"/>
                    </a:lnTo>
                    <a:lnTo>
                      <a:pt x="71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6" name="Freeform 211">
                <a:extLst>
                  <a:ext uri="{FF2B5EF4-FFF2-40B4-BE49-F238E27FC236}">
                    <a16:creationId xmlns:a16="http://schemas.microsoft.com/office/drawing/2014/main" id="{21305894-A3E1-4B98-B9E3-47A12A2C5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554413"/>
                <a:ext cx="66675" cy="227012"/>
              </a:xfrm>
              <a:custGeom>
                <a:avLst/>
                <a:gdLst>
                  <a:gd name="T0" fmla="*/ 2147483646 w 85"/>
                  <a:gd name="T1" fmla="*/ 2147483646 h 286"/>
                  <a:gd name="T2" fmla="*/ 2147483646 w 85"/>
                  <a:gd name="T3" fmla="*/ 2147483646 h 286"/>
                  <a:gd name="T4" fmla="*/ 2147483646 w 85"/>
                  <a:gd name="T5" fmla="*/ 2147483646 h 286"/>
                  <a:gd name="T6" fmla="*/ 2147483646 w 85"/>
                  <a:gd name="T7" fmla="*/ 2147483646 h 286"/>
                  <a:gd name="T8" fmla="*/ 2147483646 w 85"/>
                  <a:gd name="T9" fmla="*/ 2147483646 h 286"/>
                  <a:gd name="T10" fmla="*/ 2147483646 w 85"/>
                  <a:gd name="T11" fmla="*/ 2147483646 h 286"/>
                  <a:gd name="T12" fmla="*/ 2147483646 w 85"/>
                  <a:gd name="T13" fmla="*/ 2147483646 h 286"/>
                  <a:gd name="T14" fmla="*/ 2147483646 w 85"/>
                  <a:gd name="T15" fmla="*/ 2147483646 h 286"/>
                  <a:gd name="T16" fmla="*/ 2147483646 w 85"/>
                  <a:gd name="T17" fmla="*/ 2147483646 h 286"/>
                  <a:gd name="T18" fmla="*/ 2147483646 w 85"/>
                  <a:gd name="T19" fmla="*/ 2147483646 h 286"/>
                  <a:gd name="T20" fmla="*/ 2147483646 w 85"/>
                  <a:gd name="T21" fmla="*/ 2147483646 h 286"/>
                  <a:gd name="T22" fmla="*/ 2147483646 w 85"/>
                  <a:gd name="T23" fmla="*/ 2147483646 h 286"/>
                  <a:gd name="T24" fmla="*/ 2147483646 w 85"/>
                  <a:gd name="T25" fmla="*/ 2147483646 h 286"/>
                  <a:gd name="T26" fmla="*/ 2147483646 w 85"/>
                  <a:gd name="T27" fmla="*/ 2147483646 h 286"/>
                  <a:gd name="T28" fmla="*/ 2147483646 w 85"/>
                  <a:gd name="T29" fmla="*/ 2147483646 h 286"/>
                  <a:gd name="T30" fmla="*/ 2147483646 w 85"/>
                  <a:gd name="T31" fmla="*/ 2147483646 h 286"/>
                  <a:gd name="T32" fmla="*/ 2147483646 w 85"/>
                  <a:gd name="T33" fmla="*/ 2147483646 h 286"/>
                  <a:gd name="T34" fmla="*/ 2147483646 w 85"/>
                  <a:gd name="T35" fmla="*/ 2147483646 h 286"/>
                  <a:gd name="T36" fmla="*/ 2147483646 w 85"/>
                  <a:gd name="T37" fmla="*/ 2147483646 h 286"/>
                  <a:gd name="T38" fmla="*/ 2147483646 w 85"/>
                  <a:gd name="T39" fmla="*/ 2147483646 h 286"/>
                  <a:gd name="T40" fmla="*/ 2147483646 w 85"/>
                  <a:gd name="T41" fmla="*/ 2147483646 h 286"/>
                  <a:gd name="T42" fmla="*/ 2147483646 w 85"/>
                  <a:gd name="T43" fmla="*/ 2147483646 h 286"/>
                  <a:gd name="T44" fmla="*/ 2147483646 w 85"/>
                  <a:gd name="T45" fmla="*/ 2147483646 h 286"/>
                  <a:gd name="T46" fmla="*/ 2147483646 w 85"/>
                  <a:gd name="T47" fmla="*/ 2147483646 h 286"/>
                  <a:gd name="T48" fmla="*/ 2147483646 w 85"/>
                  <a:gd name="T49" fmla="*/ 2147483646 h 286"/>
                  <a:gd name="T50" fmla="*/ 2147483646 w 85"/>
                  <a:gd name="T51" fmla="*/ 2147483646 h 286"/>
                  <a:gd name="T52" fmla="*/ 2147483646 w 85"/>
                  <a:gd name="T53" fmla="*/ 2147483646 h 286"/>
                  <a:gd name="T54" fmla="*/ 2147483646 w 85"/>
                  <a:gd name="T55" fmla="*/ 2147483646 h 286"/>
                  <a:gd name="T56" fmla="*/ 2147483646 w 85"/>
                  <a:gd name="T57" fmla="*/ 2147483646 h 286"/>
                  <a:gd name="T58" fmla="*/ 2147483646 w 85"/>
                  <a:gd name="T59" fmla="*/ 2147483646 h 286"/>
                  <a:gd name="T60" fmla="*/ 2147483646 w 85"/>
                  <a:gd name="T61" fmla="*/ 2147483646 h 286"/>
                  <a:gd name="T62" fmla="*/ 2147483646 w 85"/>
                  <a:gd name="T63" fmla="*/ 2147483646 h 286"/>
                  <a:gd name="T64" fmla="*/ 2147483646 w 85"/>
                  <a:gd name="T65" fmla="*/ 2147483646 h 286"/>
                  <a:gd name="T66" fmla="*/ 2147483646 w 85"/>
                  <a:gd name="T67" fmla="*/ 2147483646 h 286"/>
                  <a:gd name="T68" fmla="*/ 2147483646 w 85"/>
                  <a:gd name="T69" fmla="*/ 2147483646 h 286"/>
                  <a:gd name="T70" fmla="*/ 2147483646 w 85"/>
                  <a:gd name="T71" fmla="*/ 2147483646 h 286"/>
                  <a:gd name="T72" fmla="*/ 2147483646 w 85"/>
                  <a:gd name="T73" fmla="*/ 2147483646 h 286"/>
                  <a:gd name="T74" fmla="*/ 2147483646 w 85"/>
                  <a:gd name="T75" fmla="*/ 2147483646 h 286"/>
                  <a:gd name="T76" fmla="*/ 2147483646 w 85"/>
                  <a:gd name="T77" fmla="*/ 2147483646 h 286"/>
                  <a:gd name="T78" fmla="*/ 2147483646 w 85"/>
                  <a:gd name="T79" fmla="*/ 2147483646 h 286"/>
                  <a:gd name="T80" fmla="*/ 2147483646 w 85"/>
                  <a:gd name="T81" fmla="*/ 2147483646 h 286"/>
                  <a:gd name="T82" fmla="*/ 2147483646 w 85"/>
                  <a:gd name="T83" fmla="*/ 2147483646 h 286"/>
                  <a:gd name="T84" fmla="*/ 2147483646 w 85"/>
                  <a:gd name="T85" fmla="*/ 2147483646 h 286"/>
                  <a:gd name="T86" fmla="*/ 2147483646 w 85"/>
                  <a:gd name="T87" fmla="*/ 2147483646 h 286"/>
                  <a:gd name="T88" fmla="*/ 2147483646 w 85"/>
                  <a:gd name="T89" fmla="*/ 2147483646 h 286"/>
                  <a:gd name="T90" fmla="*/ 2147483646 w 85"/>
                  <a:gd name="T91" fmla="*/ 2147483646 h 286"/>
                  <a:gd name="T92" fmla="*/ 2147483646 w 85"/>
                  <a:gd name="T93" fmla="*/ 2147483646 h 286"/>
                  <a:gd name="T94" fmla="*/ 2147483646 w 85"/>
                  <a:gd name="T95" fmla="*/ 2147483646 h 286"/>
                  <a:gd name="T96" fmla="*/ 2147483646 w 85"/>
                  <a:gd name="T97" fmla="*/ 2147483646 h 286"/>
                  <a:gd name="T98" fmla="*/ 2147483646 w 85"/>
                  <a:gd name="T99" fmla="*/ 2147483646 h 286"/>
                  <a:gd name="T100" fmla="*/ 2147483646 w 85"/>
                  <a:gd name="T101" fmla="*/ 2147483646 h 286"/>
                  <a:gd name="T102" fmla="*/ 2147483646 w 85"/>
                  <a:gd name="T103" fmla="*/ 2147483646 h 286"/>
                  <a:gd name="T104" fmla="*/ 2147483646 w 85"/>
                  <a:gd name="T105" fmla="*/ 2147483646 h 286"/>
                  <a:gd name="T106" fmla="*/ 2147483646 w 85"/>
                  <a:gd name="T107" fmla="*/ 2147483646 h 286"/>
                  <a:gd name="T108" fmla="*/ 2147483646 w 85"/>
                  <a:gd name="T109" fmla="*/ 2147483646 h 286"/>
                  <a:gd name="T110" fmla="*/ 2147483646 w 85"/>
                  <a:gd name="T111" fmla="*/ 2147483646 h 286"/>
                  <a:gd name="T112" fmla="*/ 2147483646 w 85"/>
                  <a:gd name="T113" fmla="*/ 2147483646 h 2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6">
                    <a:moveTo>
                      <a:pt x="0" y="0"/>
                    </a:moveTo>
                    <a:lnTo>
                      <a:pt x="1" y="2"/>
                    </a:lnTo>
                    <a:lnTo>
                      <a:pt x="3" y="6"/>
                    </a:lnTo>
                    <a:lnTo>
                      <a:pt x="4" y="8"/>
                    </a:lnTo>
                    <a:lnTo>
                      <a:pt x="6" y="10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10" y="18"/>
                    </a:lnTo>
                    <a:lnTo>
                      <a:pt x="10" y="20"/>
                    </a:lnTo>
                    <a:lnTo>
                      <a:pt x="12" y="21"/>
                    </a:lnTo>
                    <a:lnTo>
                      <a:pt x="13" y="24"/>
                    </a:lnTo>
                    <a:lnTo>
                      <a:pt x="14" y="25"/>
                    </a:lnTo>
                    <a:lnTo>
                      <a:pt x="15" y="26"/>
                    </a:lnTo>
                    <a:lnTo>
                      <a:pt x="15" y="28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2"/>
                    </a:lnTo>
                    <a:lnTo>
                      <a:pt x="19" y="33"/>
                    </a:lnTo>
                    <a:lnTo>
                      <a:pt x="19" y="34"/>
                    </a:lnTo>
                    <a:lnTo>
                      <a:pt x="19" y="36"/>
                    </a:lnTo>
                    <a:lnTo>
                      <a:pt x="20" y="37"/>
                    </a:lnTo>
                    <a:lnTo>
                      <a:pt x="20" y="38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2" y="42"/>
                    </a:lnTo>
                    <a:lnTo>
                      <a:pt x="24" y="43"/>
                    </a:lnTo>
                    <a:lnTo>
                      <a:pt x="24" y="45"/>
                    </a:lnTo>
                    <a:lnTo>
                      <a:pt x="24" y="46"/>
                    </a:lnTo>
                    <a:lnTo>
                      <a:pt x="25" y="48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7" y="54"/>
                    </a:lnTo>
                    <a:lnTo>
                      <a:pt x="28" y="55"/>
                    </a:lnTo>
                    <a:lnTo>
                      <a:pt x="28" y="56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0" y="61"/>
                    </a:lnTo>
                    <a:lnTo>
                      <a:pt x="31" y="62"/>
                    </a:lnTo>
                    <a:lnTo>
                      <a:pt x="31" y="63"/>
                    </a:lnTo>
                    <a:lnTo>
                      <a:pt x="32" y="63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3" y="67"/>
                    </a:lnTo>
                    <a:lnTo>
                      <a:pt x="33" y="68"/>
                    </a:lnTo>
                    <a:lnTo>
                      <a:pt x="33" y="69"/>
                    </a:lnTo>
                    <a:lnTo>
                      <a:pt x="34" y="70"/>
                    </a:lnTo>
                    <a:lnTo>
                      <a:pt x="34" y="72"/>
                    </a:lnTo>
                    <a:lnTo>
                      <a:pt x="34" y="73"/>
                    </a:lnTo>
                    <a:lnTo>
                      <a:pt x="36" y="73"/>
                    </a:lnTo>
                    <a:lnTo>
                      <a:pt x="36" y="74"/>
                    </a:lnTo>
                    <a:lnTo>
                      <a:pt x="36" y="75"/>
                    </a:lnTo>
                    <a:lnTo>
                      <a:pt x="37" y="76"/>
                    </a:lnTo>
                    <a:lnTo>
                      <a:pt x="37" y="78"/>
                    </a:lnTo>
                    <a:lnTo>
                      <a:pt x="37" y="79"/>
                    </a:lnTo>
                    <a:lnTo>
                      <a:pt x="38" y="80"/>
                    </a:lnTo>
                    <a:lnTo>
                      <a:pt x="38" y="81"/>
                    </a:lnTo>
                    <a:lnTo>
                      <a:pt x="39" y="82"/>
                    </a:lnTo>
                    <a:lnTo>
                      <a:pt x="39" y="85"/>
                    </a:lnTo>
                    <a:lnTo>
                      <a:pt x="40" y="86"/>
                    </a:lnTo>
                    <a:lnTo>
                      <a:pt x="40" y="87"/>
                    </a:lnTo>
                    <a:lnTo>
                      <a:pt x="42" y="90"/>
                    </a:lnTo>
                    <a:lnTo>
                      <a:pt x="42" y="92"/>
                    </a:lnTo>
                    <a:lnTo>
                      <a:pt x="43" y="93"/>
                    </a:lnTo>
                    <a:lnTo>
                      <a:pt x="44" y="96"/>
                    </a:lnTo>
                    <a:lnTo>
                      <a:pt x="44" y="97"/>
                    </a:lnTo>
                    <a:lnTo>
                      <a:pt x="45" y="99"/>
                    </a:lnTo>
                    <a:lnTo>
                      <a:pt x="45" y="100"/>
                    </a:lnTo>
                    <a:lnTo>
                      <a:pt x="46" y="102"/>
                    </a:lnTo>
                    <a:lnTo>
                      <a:pt x="46" y="103"/>
                    </a:lnTo>
                    <a:lnTo>
                      <a:pt x="48" y="104"/>
                    </a:lnTo>
                    <a:lnTo>
                      <a:pt x="48" y="105"/>
                    </a:lnTo>
                    <a:lnTo>
                      <a:pt x="48" y="106"/>
                    </a:lnTo>
                    <a:lnTo>
                      <a:pt x="49" y="108"/>
                    </a:lnTo>
                    <a:lnTo>
                      <a:pt x="49" y="109"/>
                    </a:lnTo>
                    <a:lnTo>
                      <a:pt x="49" y="110"/>
                    </a:lnTo>
                    <a:lnTo>
                      <a:pt x="50" y="111"/>
                    </a:lnTo>
                    <a:lnTo>
                      <a:pt x="50" y="112"/>
                    </a:lnTo>
                    <a:lnTo>
                      <a:pt x="50" y="114"/>
                    </a:lnTo>
                    <a:lnTo>
                      <a:pt x="51" y="115"/>
                    </a:lnTo>
                    <a:lnTo>
                      <a:pt x="51" y="116"/>
                    </a:lnTo>
                    <a:lnTo>
                      <a:pt x="51" y="117"/>
                    </a:lnTo>
                    <a:lnTo>
                      <a:pt x="52" y="118"/>
                    </a:lnTo>
                    <a:lnTo>
                      <a:pt x="52" y="120"/>
                    </a:lnTo>
                    <a:lnTo>
                      <a:pt x="52" y="121"/>
                    </a:lnTo>
                    <a:lnTo>
                      <a:pt x="54" y="122"/>
                    </a:lnTo>
                    <a:lnTo>
                      <a:pt x="54" y="123"/>
                    </a:lnTo>
                    <a:lnTo>
                      <a:pt x="54" y="124"/>
                    </a:lnTo>
                    <a:lnTo>
                      <a:pt x="55" y="127"/>
                    </a:lnTo>
                    <a:lnTo>
                      <a:pt x="55" y="128"/>
                    </a:lnTo>
                    <a:lnTo>
                      <a:pt x="56" y="129"/>
                    </a:lnTo>
                    <a:lnTo>
                      <a:pt x="56" y="132"/>
                    </a:lnTo>
                    <a:lnTo>
                      <a:pt x="57" y="133"/>
                    </a:lnTo>
                    <a:lnTo>
                      <a:pt x="57" y="135"/>
                    </a:lnTo>
                    <a:lnTo>
                      <a:pt x="58" y="138"/>
                    </a:lnTo>
                    <a:lnTo>
                      <a:pt x="58" y="139"/>
                    </a:lnTo>
                    <a:lnTo>
                      <a:pt x="60" y="141"/>
                    </a:lnTo>
                    <a:lnTo>
                      <a:pt x="60" y="142"/>
                    </a:lnTo>
                    <a:lnTo>
                      <a:pt x="60" y="144"/>
                    </a:lnTo>
                    <a:lnTo>
                      <a:pt x="61" y="145"/>
                    </a:lnTo>
                    <a:lnTo>
                      <a:pt x="61" y="147"/>
                    </a:lnTo>
                    <a:lnTo>
                      <a:pt x="61" y="148"/>
                    </a:lnTo>
                    <a:lnTo>
                      <a:pt x="62" y="150"/>
                    </a:lnTo>
                    <a:lnTo>
                      <a:pt x="62" y="151"/>
                    </a:lnTo>
                    <a:lnTo>
                      <a:pt x="62" y="152"/>
                    </a:lnTo>
                    <a:lnTo>
                      <a:pt x="63" y="153"/>
                    </a:lnTo>
                    <a:lnTo>
                      <a:pt x="63" y="154"/>
                    </a:lnTo>
                    <a:lnTo>
                      <a:pt x="63" y="156"/>
                    </a:lnTo>
                    <a:lnTo>
                      <a:pt x="64" y="157"/>
                    </a:lnTo>
                    <a:lnTo>
                      <a:pt x="64" y="158"/>
                    </a:lnTo>
                    <a:lnTo>
                      <a:pt x="64" y="159"/>
                    </a:lnTo>
                    <a:lnTo>
                      <a:pt x="64" y="160"/>
                    </a:lnTo>
                    <a:lnTo>
                      <a:pt x="66" y="162"/>
                    </a:lnTo>
                    <a:lnTo>
                      <a:pt x="66" y="163"/>
                    </a:lnTo>
                    <a:lnTo>
                      <a:pt x="67" y="164"/>
                    </a:lnTo>
                    <a:lnTo>
                      <a:pt x="67" y="165"/>
                    </a:lnTo>
                    <a:lnTo>
                      <a:pt x="67" y="168"/>
                    </a:lnTo>
                    <a:lnTo>
                      <a:pt x="68" y="169"/>
                    </a:lnTo>
                    <a:lnTo>
                      <a:pt x="68" y="170"/>
                    </a:lnTo>
                    <a:lnTo>
                      <a:pt x="68" y="171"/>
                    </a:lnTo>
                    <a:lnTo>
                      <a:pt x="69" y="174"/>
                    </a:lnTo>
                    <a:lnTo>
                      <a:pt x="69" y="175"/>
                    </a:lnTo>
                    <a:lnTo>
                      <a:pt x="70" y="177"/>
                    </a:lnTo>
                    <a:lnTo>
                      <a:pt x="70" y="178"/>
                    </a:lnTo>
                    <a:lnTo>
                      <a:pt x="72" y="181"/>
                    </a:lnTo>
                    <a:lnTo>
                      <a:pt x="72" y="182"/>
                    </a:lnTo>
                    <a:lnTo>
                      <a:pt x="73" y="184"/>
                    </a:lnTo>
                    <a:lnTo>
                      <a:pt x="73" y="186"/>
                    </a:lnTo>
                    <a:lnTo>
                      <a:pt x="74" y="187"/>
                    </a:lnTo>
                    <a:lnTo>
                      <a:pt x="74" y="189"/>
                    </a:lnTo>
                    <a:lnTo>
                      <a:pt x="74" y="190"/>
                    </a:lnTo>
                    <a:lnTo>
                      <a:pt x="75" y="192"/>
                    </a:lnTo>
                    <a:lnTo>
                      <a:pt x="75" y="193"/>
                    </a:lnTo>
                    <a:lnTo>
                      <a:pt x="75" y="194"/>
                    </a:lnTo>
                    <a:lnTo>
                      <a:pt x="75" y="195"/>
                    </a:lnTo>
                    <a:lnTo>
                      <a:pt x="76" y="196"/>
                    </a:lnTo>
                    <a:lnTo>
                      <a:pt x="76" y="198"/>
                    </a:lnTo>
                    <a:lnTo>
                      <a:pt x="76" y="199"/>
                    </a:lnTo>
                    <a:lnTo>
                      <a:pt x="76" y="200"/>
                    </a:lnTo>
                    <a:lnTo>
                      <a:pt x="78" y="201"/>
                    </a:lnTo>
                    <a:lnTo>
                      <a:pt x="78" y="202"/>
                    </a:lnTo>
                    <a:lnTo>
                      <a:pt x="78" y="204"/>
                    </a:lnTo>
                    <a:lnTo>
                      <a:pt x="78" y="205"/>
                    </a:lnTo>
                    <a:lnTo>
                      <a:pt x="78" y="206"/>
                    </a:lnTo>
                    <a:lnTo>
                      <a:pt x="78" y="207"/>
                    </a:lnTo>
                    <a:lnTo>
                      <a:pt x="78" y="208"/>
                    </a:lnTo>
                    <a:lnTo>
                      <a:pt x="78" y="210"/>
                    </a:lnTo>
                    <a:lnTo>
                      <a:pt x="79" y="211"/>
                    </a:lnTo>
                    <a:lnTo>
                      <a:pt x="79" y="212"/>
                    </a:lnTo>
                    <a:lnTo>
                      <a:pt x="79" y="213"/>
                    </a:lnTo>
                    <a:lnTo>
                      <a:pt x="79" y="214"/>
                    </a:lnTo>
                    <a:lnTo>
                      <a:pt x="79" y="216"/>
                    </a:lnTo>
                    <a:lnTo>
                      <a:pt x="79" y="218"/>
                    </a:lnTo>
                    <a:lnTo>
                      <a:pt x="79" y="219"/>
                    </a:lnTo>
                    <a:lnTo>
                      <a:pt x="79" y="220"/>
                    </a:lnTo>
                    <a:lnTo>
                      <a:pt x="79" y="223"/>
                    </a:lnTo>
                    <a:lnTo>
                      <a:pt x="80" y="224"/>
                    </a:lnTo>
                    <a:lnTo>
                      <a:pt x="80" y="225"/>
                    </a:lnTo>
                    <a:lnTo>
                      <a:pt x="80" y="226"/>
                    </a:lnTo>
                    <a:lnTo>
                      <a:pt x="80" y="228"/>
                    </a:lnTo>
                    <a:lnTo>
                      <a:pt x="80" y="229"/>
                    </a:lnTo>
                    <a:lnTo>
                      <a:pt x="80" y="230"/>
                    </a:lnTo>
                    <a:lnTo>
                      <a:pt x="80" y="231"/>
                    </a:lnTo>
                    <a:lnTo>
                      <a:pt x="80" y="232"/>
                    </a:lnTo>
                    <a:lnTo>
                      <a:pt x="80" y="234"/>
                    </a:lnTo>
                    <a:lnTo>
                      <a:pt x="80" y="235"/>
                    </a:lnTo>
                    <a:lnTo>
                      <a:pt x="80" y="236"/>
                    </a:lnTo>
                    <a:lnTo>
                      <a:pt x="81" y="237"/>
                    </a:lnTo>
                    <a:lnTo>
                      <a:pt x="81" y="238"/>
                    </a:lnTo>
                    <a:lnTo>
                      <a:pt x="81" y="240"/>
                    </a:lnTo>
                    <a:lnTo>
                      <a:pt x="81" y="241"/>
                    </a:lnTo>
                    <a:lnTo>
                      <a:pt x="81" y="242"/>
                    </a:lnTo>
                    <a:lnTo>
                      <a:pt x="81" y="243"/>
                    </a:lnTo>
                    <a:lnTo>
                      <a:pt x="81" y="244"/>
                    </a:lnTo>
                    <a:lnTo>
                      <a:pt x="82" y="244"/>
                    </a:lnTo>
                    <a:lnTo>
                      <a:pt x="82" y="246"/>
                    </a:lnTo>
                    <a:lnTo>
                      <a:pt x="82" y="247"/>
                    </a:lnTo>
                    <a:lnTo>
                      <a:pt x="82" y="248"/>
                    </a:lnTo>
                    <a:lnTo>
                      <a:pt x="82" y="249"/>
                    </a:lnTo>
                    <a:lnTo>
                      <a:pt x="82" y="250"/>
                    </a:lnTo>
                    <a:lnTo>
                      <a:pt x="84" y="252"/>
                    </a:lnTo>
                    <a:lnTo>
                      <a:pt x="84" y="253"/>
                    </a:lnTo>
                    <a:lnTo>
                      <a:pt x="84" y="254"/>
                    </a:lnTo>
                    <a:lnTo>
                      <a:pt x="84" y="255"/>
                    </a:lnTo>
                    <a:lnTo>
                      <a:pt x="84" y="256"/>
                    </a:lnTo>
                    <a:lnTo>
                      <a:pt x="85" y="256"/>
                    </a:lnTo>
                    <a:lnTo>
                      <a:pt x="85" y="258"/>
                    </a:lnTo>
                    <a:lnTo>
                      <a:pt x="85" y="259"/>
                    </a:lnTo>
                    <a:lnTo>
                      <a:pt x="85" y="260"/>
                    </a:lnTo>
                    <a:lnTo>
                      <a:pt x="85" y="261"/>
                    </a:lnTo>
                    <a:lnTo>
                      <a:pt x="85" y="262"/>
                    </a:lnTo>
                    <a:lnTo>
                      <a:pt x="85" y="264"/>
                    </a:lnTo>
                    <a:lnTo>
                      <a:pt x="85" y="265"/>
                    </a:lnTo>
                    <a:lnTo>
                      <a:pt x="85" y="266"/>
                    </a:lnTo>
                    <a:lnTo>
                      <a:pt x="85" y="267"/>
                    </a:lnTo>
                    <a:lnTo>
                      <a:pt x="85" y="268"/>
                    </a:lnTo>
                    <a:lnTo>
                      <a:pt x="85" y="270"/>
                    </a:lnTo>
                    <a:lnTo>
                      <a:pt x="85" y="271"/>
                    </a:lnTo>
                    <a:lnTo>
                      <a:pt x="85" y="272"/>
                    </a:lnTo>
                    <a:lnTo>
                      <a:pt x="85" y="274"/>
                    </a:lnTo>
                    <a:lnTo>
                      <a:pt x="84" y="276"/>
                    </a:lnTo>
                    <a:lnTo>
                      <a:pt x="84" y="278"/>
                    </a:lnTo>
                    <a:lnTo>
                      <a:pt x="84" y="279"/>
                    </a:lnTo>
                    <a:lnTo>
                      <a:pt x="84" y="282"/>
                    </a:lnTo>
                    <a:lnTo>
                      <a:pt x="84" y="284"/>
                    </a:lnTo>
                    <a:lnTo>
                      <a:pt x="84" y="286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7" name="Freeform 212">
                <a:extLst>
                  <a:ext uri="{FF2B5EF4-FFF2-40B4-BE49-F238E27FC236}">
                    <a16:creationId xmlns:a16="http://schemas.microsoft.com/office/drawing/2014/main" id="{5D54BC20-2772-46BE-BCE0-A90154D5E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781425"/>
                <a:ext cx="66675" cy="227013"/>
              </a:xfrm>
              <a:custGeom>
                <a:avLst/>
                <a:gdLst>
                  <a:gd name="T0" fmla="*/ 2147483646 w 85"/>
                  <a:gd name="T1" fmla="*/ 2147483646 h 287"/>
                  <a:gd name="T2" fmla="*/ 2147483646 w 85"/>
                  <a:gd name="T3" fmla="*/ 2147483646 h 287"/>
                  <a:gd name="T4" fmla="*/ 2147483646 w 85"/>
                  <a:gd name="T5" fmla="*/ 2147483646 h 287"/>
                  <a:gd name="T6" fmla="*/ 2147483646 w 85"/>
                  <a:gd name="T7" fmla="*/ 2147483646 h 287"/>
                  <a:gd name="T8" fmla="*/ 2147483646 w 85"/>
                  <a:gd name="T9" fmla="*/ 2147483646 h 287"/>
                  <a:gd name="T10" fmla="*/ 2147483646 w 85"/>
                  <a:gd name="T11" fmla="*/ 2147483646 h 287"/>
                  <a:gd name="T12" fmla="*/ 2147483646 w 85"/>
                  <a:gd name="T13" fmla="*/ 2147483646 h 287"/>
                  <a:gd name="T14" fmla="*/ 2147483646 w 85"/>
                  <a:gd name="T15" fmla="*/ 2147483646 h 287"/>
                  <a:gd name="T16" fmla="*/ 2147483646 w 85"/>
                  <a:gd name="T17" fmla="*/ 2147483646 h 287"/>
                  <a:gd name="T18" fmla="*/ 2147483646 w 85"/>
                  <a:gd name="T19" fmla="*/ 2147483646 h 287"/>
                  <a:gd name="T20" fmla="*/ 2147483646 w 85"/>
                  <a:gd name="T21" fmla="*/ 2147483646 h 287"/>
                  <a:gd name="T22" fmla="*/ 2147483646 w 85"/>
                  <a:gd name="T23" fmla="*/ 2147483646 h 287"/>
                  <a:gd name="T24" fmla="*/ 2147483646 w 85"/>
                  <a:gd name="T25" fmla="*/ 2147483646 h 287"/>
                  <a:gd name="T26" fmla="*/ 2147483646 w 85"/>
                  <a:gd name="T27" fmla="*/ 2147483646 h 287"/>
                  <a:gd name="T28" fmla="*/ 2147483646 w 85"/>
                  <a:gd name="T29" fmla="*/ 2147483646 h 287"/>
                  <a:gd name="T30" fmla="*/ 2147483646 w 85"/>
                  <a:gd name="T31" fmla="*/ 2147483646 h 287"/>
                  <a:gd name="T32" fmla="*/ 2147483646 w 85"/>
                  <a:gd name="T33" fmla="*/ 2147483646 h 287"/>
                  <a:gd name="T34" fmla="*/ 2147483646 w 85"/>
                  <a:gd name="T35" fmla="*/ 2147483646 h 287"/>
                  <a:gd name="T36" fmla="*/ 2147483646 w 85"/>
                  <a:gd name="T37" fmla="*/ 2147483646 h 287"/>
                  <a:gd name="T38" fmla="*/ 2147483646 w 85"/>
                  <a:gd name="T39" fmla="*/ 2147483646 h 287"/>
                  <a:gd name="T40" fmla="*/ 2147483646 w 85"/>
                  <a:gd name="T41" fmla="*/ 2147483646 h 287"/>
                  <a:gd name="T42" fmla="*/ 2147483646 w 85"/>
                  <a:gd name="T43" fmla="*/ 2147483646 h 287"/>
                  <a:gd name="T44" fmla="*/ 2147483646 w 85"/>
                  <a:gd name="T45" fmla="*/ 2147483646 h 287"/>
                  <a:gd name="T46" fmla="*/ 2147483646 w 85"/>
                  <a:gd name="T47" fmla="*/ 2147483646 h 287"/>
                  <a:gd name="T48" fmla="*/ 2147483646 w 85"/>
                  <a:gd name="T49" fmla="*/ 2147483646 h 287"/>
                  <a:gd name="T50" fmla="*/ 2147483646 w 85"/>
                  <a:gd name="T51" fmla="*/ 2147483646 h 287"/>
                  <a:gd name="T52" fmla="*/ 2147483646 w 85"/>
                  <a:gd name="T53" fmla="*/ 2147483646 h 287"/>
                  <a:gd name="T54" fmla="*/ 2147483646 w 85"/>
                  <a:gd name="T55" fmla="*/ 2147483646 h 287"/>
                  <a:gd name="T56" fmla="*/ 2147483646 w 85"/>
                  <a:gd name="T57" fmla="*/ 2147483646 h 287"/>
                  <a:gd name="T58" fmla="*/ 2147483646 w 85"/>
                  <a:gd name="T59" fmla="*/ 2147483646 h 287"/>
                  <a:gd name="T60" fmla="*/ 2147483646 w 85"/>
                  <a:gd name="T61" fmla="*/ 2147483646 h 287"/>
                  <a:gd name="T62" fmla="*/ 2147483646 w 85"/>
                  <a:gd name="T63" fmla="*/ 2147483646 h 287"/>
                  <a:gd name="T64" fmla="*/ 2147483646 w 85"/>
                  <a:gd name="T65" fmla="*/ 2147483646 h 287"/>
                  <a:gd name="T66" fmla="*/ 2147483646 w 85"/>
                  <a:gd name="T67" fmla="*/ 2147483646 h 287"/>
                  <a:gd name="T68" fmla="*/ 2147483646 w 85"/>
                  <a:gd name="T69" fmla="*/ 2147483646 h 287"/>
                  <a:gd name="T70" fmla="*/ 2147483646 w 85"/>
                  <a:gd name="T71" fmla="*/ 2147483646 h 287"/>
                  <a:gd name="T72" fmla="*/ 2147483646 w 85"/>
                  <a:gd name="T73" fmla="*/ 2147483646 h 287"/>
                  <a:gd name="T74" fmla="*/ 2147483646 w 85"/>
                  <a:gd name="T75" fmla="*/ 2147483646 h 287"/>
                  <a:gd name="T76" fmla="*/ 2147483646 w 85"/>
                  <a:gd name="T77" fmla="*/ 2147483646 h 287"/>
                  <a:gd name="T78" fmla="*/ 2147483646 w 85"/>
                  <a:gd name="T79" fmla="*/ 2147483646 h 287"/>
                  <a:gd name="T80" fmla="*/ 2147483646 w 85"/>
                  <a:gd name="T81" fmla="*/ 2147483646 h 287"/>
                  <a:gd name="T82" fmla="*/ 2147483646 w 85"/>
                  <a:gd name="T83" fmla="*/ 2147483646 h 287"/>
                  <a:gd name="T84" fmla="*/ 2147483646 w 85"/>
                  <a:gd name="T85" fmla="*/ 2147483646 h 287"/>
                  <a:gd name="T86" fmla="*/ 2147483646 w 85"/>
                  <a:gd name="T87" fmla="*/ 2147483646 h 287"/>
                  <a:gd name="T88" fmla="*/ 2147483646 w 85"/>
                  <a:gd name="T89" fmla="*/ 2147483646 h 287"/>
                  <a:gd name="T90" fmla="*/ 2147483646 w 85"/>
                  <a:gd name="T91" fmla="*/ 2147483646 h 287"/>
                  <a:gd name="T92" fmla="*/ 2147483646 w 85"/>
                  <a:gd name="T93" fmla="*/ 2147483646 h 287"/>
                  <a:gd name="T94" fmla="*/ 2147483646 w 85"/>
                  <a:gd name="T95" fmla="*/ 2147483646 h 287"/>
                  <a:gd name="T96" fmla="*/ 2147483646 w 85"/>
                  <a:gd name="T97" fmla="*/ 2147483646 h 287"/>
                  <a:gd name="T98" fmla="*/ 2147483646 w 85"/>
                  <a:gd name="T99" fmla="*/ 2147483646 h 287"/>
                  <a:gd name="T100" fmla="*/ 2147483646 w 85"/>
                  <a:gd name="T101" fmla="*/ 2147483646 h 287"/>
                  <a:gd name="T102" fmla="*/ 2147483646 w 85"/>
                  <a:gd name="T103" fmla="*/ 2147483646 h 287"/>
                  <a:gd name="T104" fmla="*/ 2147483646 w 85"/>
                  <a:gd name="T105" fmla="*/ 2147483646 h 287"/>
                  <a:gd name="T106" fmla="*/ 2147483646 w 85"/>
                  <a:gd name="T107" fmla="*/ 2147483646 h 287"/>
                  <a:gd name="T108" fmla="*/ 2147483646 w 85"/>
                  <a:gd name="T109" fmla="*/ 2147483646 h 287"/>
                  <a:gd name="T110" fmla="*/ 2147483646 w 85"/>
                  <a:gd name="T111" fmla="*/ 2147483646 h 287"/>
                  <a:gd name="T112" fmla="*/ 2147483646 w 85"/>
                  <a:gd name="T113" fmla="*/ 2147483646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287"/>
                    </a:moveTo>
                    <a:lnTo>
                      <a:pt x="1" y="283"/>
                    </a:lnTo>
                    <a:lnTo>
                      <a:pt x="3" y="281"/>
                    </a:lnTo>
                    <a:lnTo>
                      <a:pt x="4" y="278"/>
                    </a:lnTo>
                    <a:lnTo>
                      <a:pt x="6" y="275"/>
                    </a:lnTo>
                    <a:lnTo>
                      <a:pt x="7" y="272"/>
                    </a:lnTo>
                    <a:lnTo>
                      <a:pt x="9" y="271"/>
                    </a:lnTo>
                    <a:lnTo>
                      <a:pt x="10" y="269"/>
                    </a:lnTo>
                    <a:lnTo>
                      <a:pt x="10" y="266"/>
                    </a:lnTo>
                    <a:lnTo>
                      <a:pt x="12" y="265"/>
                    </a:lnTo>
                    <a:lnTo>
                      <a:pt x="13" y="263"/>
                    </a:lnTo>
                    <a:lnTo>
                      <a:pt x="14" y="262"/>
                    </a:lnTo>
                    <a:lnTo>
                      <a:pt x="15" y="259"/>
                    </a:lnTo>
                    <a:lnTo>
                      <a:pt x="15" y="258"/>
                    </a:lnTo>
                    <a:lnTo>
                      <a:pt x="16" y="257"/>
                    </a:lnTo>
                    <a:lnTo>
                      <a:pt x="16" y="256"/>
                    </a:lnTo>
                    <a:lnTo>
                      <a:pt x="18" y="254"/>
                    </a:lnTo>
                    <a:lnTo>
                      <a:pt x="19" y="253"/>
                    </a:lnTo>
                    <a:lnTo>
                      <a:pt x="19" y="252"/>
                    </a:lnTo>
                    <a:lnTo>
                      <a:pt x="19" y="251"/>
                    </a:lnTo>
                    <a:lnTo>
                      <a:pt x="20" y="250"/>
                    </a:lnTo>
                    <a:lnTo>
                      <a:pt x="20" y="248"/>
                    </a:lnTo>
                    <a:lnTo>
                      <a:pt x="21" y="247"/>
                    </a:lnTo>
                    <a:lnTo>
                      <a:pt x="21" y="246"/>
                    </a:lnTo>
                    <a:lnTo>
                      <a:pt x="22" y="245"/>
                    </a:lnTo>
                    <a:lnTo>
                      <a:pt x="22" y="244"/>
                    </a:lnTo>
                    <a:lnTo>
                      <a:pt x="24" y="242"/>
                    </a:lnTo>
                    <a:lnTo>
                      <a:pt x="24" y="241"/>
                    </a:lnTo>
                    <a:lnTo>
                      <a:pt x="24" y="240"/>
                    </a:lnTo>
                    <a:lnTo>
                      <a:pt x="25" y="239"/>
                    </a:lnTo>
                    <a:lnTo>
                      <a:pt x="25" y="238"/>
                    </a:lnTo>
                    <a:lnTo>
                      <a:pt x="26" y="236"/>
                    </a:lnTo>
                    <a:lnTo>
                      <a:pt x="26" y="234"/>
                    </a:lnTo>
                    <a:lnTo>
                      <a:pt x="27" y="233"/>
                    </a:lnTo>
                    <a:lnTo>
                      <a:pt x="28" y="232"/>
                    </a:lnTo>
                    <a:lnTo>
                      <a:pt x="28" y="229"/>
                    </a:lnTo>
                    <a:lnTo>
                      <a:pt x="30" y="228"/>
                    </a:lnTo>
                    <a:lnTo>
                      <a:pt x="30" y="227"/>
                    </a:lnTo>
                    <a:lnTo>
                      <a:pt x="30" y="226"/>
                    </a:lnTo>
                    <a:lnTo>
                      <a:pt x="31" y="224"/>
                    </a:lnTo>
                    <a:lnTo>
                      <a:pt x="31" y="223"/>
                    </a:lnTo>
                    <a:lnTo>
                      <a:pt x="32" y="222"/>
                    </a:lnTo>
                    <a:lnTo>
                      <a:pt x="32" y="221"/>
                    </a:lnTo>
                    <a:lnTo>
                      <a:pt x="33" y="220"/>
                    </a:lnTo>
                    <a:lnTo>
                      <a:pt x="33" y="218"/>
                    </a:lnTo>
                    <a:lnTo>
                      <a:pt x="33" y="217"/>
                    </a:lnTo>
                    <a:lnTo>
                      <a:pt x="34" y="216"/>
                    </a:lnTo>
                    <a:lnTo>
                      <a:pt x="34" y="215"/>
                    </a:lnTo>
                    <a:lnTo>
                      <a:pt x="34" y="214"/>
                    </a:lnTo>
                    <a:lnTo>
                      <a:pt x="36" y="212"/>
                    </a:lnTo>
                    <a:lnTo>
                      <a:pt x="36" y="211"/>
                    </a:lnTo>
                    <a:lnTo>
                      <a:pt x="37" y="210"/>
                    </a:lnTo>
                    <a:lnTo>
                      <a:pt x="37" y="209"/>
                    </a:lnTo>
                    <a:lnTo>
                      <a:pt x="37" y="208"/>
                    </a:lnTo>
                    <a:lnTo>
                      <a:pt x="38" y="206"/>
                    </a:lnTo>
                    <a:lnTo>
                      <a:pt x="38" y="205"/>
                    </a:lnTo>
                    <a:lnTo>
                      <a:pt x="39" y="203"/>
                    </a:lnTo>
                    <a:lnTo>
                      <a:pt x="39" y="202"/>
                    </a:lnTo>
                    <a:lnTo>
                      <a:pt x="40" y="200"/>
                    </a:lnTo>
                    <a:lnTo>
                      <a:pt x="40" y="198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3" y="193"/>
                    </a:lnTo>
                    <a:lnTo>
                      <a:pt x="44" y="191"/>
                    </a:lnTo>
                    <a:lnTo>
                      <a:pt x="44" y="190"/>
                    </a:lnTo>
                    <a:lnTo>
                      <a:pt x="45" y="187"/>
                    </a:lnTo>
                    <a:lnTo>
                      <a:pt x="45" y="186"/>
                    </a:lnTo>
                    <a:lnTo>
                      <a:pt x="46" y="185"/>
                    </a:lnTo>
                    <a:lnTo>
                      <a:pt x="46" y="184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8" y="179"/>
                    </a:lnTo>
                    <a:lnTo>
                      <a:pt x="49" y="178"/>
                    </a:lnTo>
                    <a:lnTo>
                      <a:pt x="49" y="176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0" y="173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1" y="169"/>
                    </a:lnTo>
                    <a:lnTo>
                      <a:pt x="52" y="168"/>
                    </a:lnTo>
                    <a:lnTo>
                      <a:pt x="52" y="167"/>
                    </a:lnTo>
                    <a:lnTo>
                      <a:pt x="52" y="166"/>
                    </a:lnTo>
                    <a:lnTo>
                      <a:pt x="54" y="164"/>
                    </a:lnTo>
                    <a:lnTo>
                      <a:pt x="54" y="163"/>
                    </a:lnTo>
                    <a:lnTo>
                      <a:pt x="54" y="161"/>
                    </a:lnTo>
                    <a:lnTo>
                      <a:pt x="55" y="160"/>
                    </a:lnTo>
                    <a:lnTo>
                      <a:pt x="55" y="158"/>
                    </a:lnTo>
                    <a:lnTo>
                      <a:pt x="56" y="157"/>
                    </a:lnTo>
                    <a:lnTo>
                      <a:pt x="56" y="155"/>
                    </a:lnTo>
                    <a:lnTo>
                      <a:pt x="57" y="154"/>
                    </a:lnTo>
                    <a:lnTo>
                      <a:pt x="57" y="151"/>
                    </a:lnTo>
                    <a:lnTo>
                      <a:pt x="58" y="149"/>
                    </a:lnTo>
                    <a:lnTo>
                      <a:pt x="58" y="148"/>
                    </a:lnTo>
                    <a:lnTo>
                      <a:pt x="60" y="145"/>
                    </a:lnTo>
                    <a:lnTo>
                      <a:pt x="60" y="144"/>
                    </a:lnTo>
                    <a:lnTo>
                      <a:pt x="60" y="143"/>
                    </a:lnTo>
                    <a:lnTo>
                      <a:pt x="61" y="140"/>
                    </a:lnTo>
                    <a:lnTo>
                      <a:pt x="61" y="139"/>
                    </a:lnTo>
                    <a:lnTo>
                      <a:pt x="61" y="138"/>
                    </a:lnTo>
                    <a:lnTo>
                      <a:pt x="62" y="137"/>
                    </a:lnTo>
                    <a:lnTo>
                      <a:pt x="62" y="136"/>
                    </a:lnTo>
                    <a:lnTo>
                      <a:pt x="62" y="134"/>
                    </a:lnTo>
                    <a:lnTo>
                      <a:pt x="63" y="133"/>
                    </a:lnTo>
                    <a:lnTo>
                      <a:pt x="63" y="132"/>
                    </a:lnTo>
                    <a:lnTo>
                      <a:pt x="63" y="131"/>
                    </a:lnTo>
                    <a:lnTo>
                      <a:pt x="64" y="130"/>
                    </a:lnTo>
                    <a:lnTo>
                      <a:pt x="64" y="128"/>
                    </a:lnTo>
                    <a:lnTo>
                      <a:pt x="64" y="127"/>
                    </a:lnTo>
                    <a:lnTo>
                      <a:pt x="64" y="126"/>
                    </a:lnTo>
                    <a:lnTo>
                      <a:pt x="66" y="125"/>
                    </a:lnTo>
                    <a:lnTo>
                      <a:pt x="66" y="124"/>
                    </a:lnTo>
                    <a:lnTo>
                      <a:pt x="66" y="122"/>
                    </a:lnTo>
                    <a:lnTo>
                      <a:pt x="67" y="121"/>
                    </a:lnTo>
                    <a:lnTo>
                      <a:pt x="67" y="120"/>
                    </a:lnTo>
                    <a:lnTo>
                      <a:pt x="67" y="119"/>
                    </a:lnTo>
                    <a:lnTo>
                      <a:pt x="68" y="118"/>
                    </a:lnTo>
                    <a:lnTo>
                      <a:pt x="68" y="116"/>
                    </a:lnTo>
                    <a:lnTo>
                      <a:pt x="68" y="115"/>
                    </a:lnTo>
                    <a:lnTo>
                      <a:pt x="69" y="113"/>
                    </a:lnTo>
                    <a:lnTo>
                      <a:pt x="69" y="112"/>
                    </a:lnTo>
                    <a:lnTo>
                      <a:pt x="70" y="109"/>
                    </a:lnTo>
                    <a:lnTo>
                      <a:pt x="70" y="108"/>
                    </a:lnTo>
                    <a:lnTo>
                      <a:pt x="72" y="106"/>
                    </a:lnTo>
                    <a:lnTo>
                      <a:pt x="72" y="103"/>
                    </a:lnTo>
                    <a:lnTo>
                      <a:pt x="73" y="102"/>
                    </a:lnTo>
                    <a:lnTo>
                      <a:pt x="73" y="101"/>
                    </a:lnTo>
                    <a:lnTo>
                      <a:pt x="74" y="98"/>
                    </a:lnTo>
                    <a:lnTo>
                      <a:pt x="74" y="97"/>
                    </a:lnTo>
                    <a:lnTo>
                      <a:pt x="74" y="96"/>
                    </a:lnTo>
                    <a:lnTo>
                      <a:pt x="75" y="95"/>
                    </a:lnTo>
                    <a:lnTo>
                      <a:pt x="75" y="94"/>
                    </a:lnTo>
                    <a:lnTo>
                      <a:pt x="75" y="92"/>
                    </a:lnTo>
                    <a:lnTo>
                      <a:pt x="75" y="91"/>
                    </a:lnTo>
                    <a:lnTo>
                      <a:pt x="76" y="90"/>
                    </a:lnTo>
                    <a:lnTo>
                      <a:pt x="76" y="89"/>
                    </a:lnTo>
                    <a:lnTo>
                      <a:pt x="76" y="88"/>
                    </a:lnTo>
                    <a:lnTo>
                      <a:pt x="76" y="86"/>
                    </a:lnTo>
                    <a:lnTo>
                      <a:pt x="78" y="85"/>
                    </a:lnTo>
                    <a:lnTo>
                      <a:pt x="78" y="84"/>
                    </a:lnTo>
                    <a:lnTo>
                      <a:pt x="78" y="83"/>
                    </a:lnTo>
                    <a:lnTo>
                      <a:pt x="78" y="82"/>
                    </a:lnTo>
                    <a:lnTo>
                      <a:pt x="78" y="80"/>
                    </a:lnTo>
                    <a:lnTo>
                      <a:pt x="78" y="79"/>
                    </a:lnTo>
                    <a:lnTo>
                      <a:pt x="78" y="78"/>
                    </a:lnTo>
                    <a:lnTo>
                      <a:pt x="78" y="77"/>
                    </a:lnTo>
                    <a:lnTo>
                      <a:pt x="79" y="76"/>
                    </a:lnTo>
                    <a:lnTo>
                      <a:pt x="79" y="74"/>
                    </a:lnTo>
                    <a:lnTo>
                      <a:pt x="79" y="73"/>
                    </a:lnTo>
                    <a:lnTo>
                      <a:pt x="79" y="72"/>
                    </a:lnTo>
                    <a:lnTo>
                      <a:pt x="79" y="71"/>
                    </a:lnTo>
                    <a:lnTo>
                      <a:pt x="79" y="68"/>
                    </a:lnTo>
                    <a:lnTo>
                      <a:pt x="79" y="67"/>
                    </a:lnTo>
                    <a:lnTo>
                      <a:pt x="79" y="66"/>
                    </a:lnTo>
                    <a:lnTo>
                      <a:pt x="79" y="64"/>
                    </a:lnTo>
                    <a:lnTo>
                      <a:pt x="80" y="62"/>
                    </a:lnTo>
                    <a:lnTo>
                      <a:pt x="80" y="61"/>
                    </a:lnTo>
                    <a:lnTo>
                      <a:pt x="80" y="60"/>
                    </a:lnTo>
                    <a:lnTo>
                      <a:pt x="80" y="59"/>
                    </a:lnTo>
                    <a:lnTo>
                      <a:pt x="80" y="58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0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2" y="42"/>
                    </a:lnTo>
                    <a:lnTo>
                      <a:pt x="82" y="41"/>
                    </a:lnTo>
                    <a:lnTo>
                      <a:pt x="82" y="40"/>
                    </a:lnTo>
                    <a:lnTo>
                      <a:pt x="82" y="38"/>
                    </a:lnTo>
                    <a:lnTo>
                      <a:pt x="82" y="37"/>
                    </a:lnTo>
                    <a:lnTo>
                      <a:pt x="82" y="36"/>
                    </a:lnTo>
                    <a:lnTo>
                      <a:pt x="84" y="35"/>
                    </a:lnTo>
                    <a:lnTo>
                      <a:pt x="84" y="34"/>
                    </a:lnTo>
                    <a:lnTo>
                      <a:pt x="84" y="32"/>
                    </a:lnTo>
                    <a:lnTo>
                      <a:pt x="84" y="31"/>
                    </a:lnTo>
                    <a:lnTo>
                      <a:pt x="84" y="30"/>
                    </a:lnTo>
                    <a:lnTo>
                      <a:pt x="85" y="30"/>
                    </a:lnTo>
                    <a:lnTo>
                      <a:pt x="85" y="29"/>
                    </a:lnTo>
                    <a:lnTo>
                      <a:pt x="85" y="28"/>
                    </a:lnTo>
                    <a:lnTo>
                      <a:pt x="85" y="26"/>
                    </a:lnTo>
                    <a:lnTo>
                      <a:pt x="85" y="25"/>
                    </a:lnTo>
                    <a:lnTo>
                      <a:pt x="85" y="24"/>
                    </a:lnTo>
                    <a:lnTo>
                      <a:pt x="85" y="23"/>
                    </a:lnTo>
                    <a:lnTo>
                      <a:pt x="85" y="22"/>
                    </a:lnTo>
                    <a:lnTo>
                      <a:pt x="85" y="20"/>
                    </a:lnTo>
                    <a:lnTo>
                      <a:pt x="85" y="19"/>
                    </a:lnTo>
                    <a:lnTo>
                      <a:pt x="85" y="18"/>
                    </a:lnTo>
                    <a:lnTo>
                      <a:pt x="85" y="17"/>
                    </a:lnTo>
                    <a:lnTo>
                      <a:pt x="85" y="16"/>
                    </a:lnTo>
                    <a:lnTo>
                      <a:pt x="85" y="14"/>
                    </a:lnTo>
                    <a:lnTo>
                      <a:pt x="85" y="12"/>
                    </a:lnTo>
                    <a:lnTo>
                      <a:pt x="84" y="11"/>
                    </a:lnTo>
                    <a:lnTo>
                      <a:pt x="84" y="8"/>
                    </a:lnTo>
                    <a:lnTo>
                      <a:pt x="84" y="7"/>
                    </a:lnTo>
                    <a:lnTo>
                      <a:pt x="84" y="5"/>
                    </a:lnTo>
                    <a:lnTo>
                      <a:pt x="84" y="2"/>
                    </a:lnTo>
                    <a:lnTo>
                      <a:pt x="84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633" name="AutoShape 271">
              <a:extLst>
                <a:ext uri="{FF2B5EF4-FFF2-40B4-BE49-F238E27FC236}">
                  <a16:creationId xmlns:a16="http://schemas.microsoft.com/office/drawing/2014/main" id="{1EFAFE17-65D6-49E8-B212-ABDCA8610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8039" y="2286000"/>
              <a:ext cx="514350" cy="43973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154634" name="Group 68">
              <a:extLst>
                <a:ext uri="{FF2B5EF4-FFF2-40B4-BE49-F238E27FC236}">
                  <a16:creationId xmlns:a16="http://schemas.microsoft.com/office/drawing/2014/main" id="{E8D8C1D2-AD8B-45D6-BE42-5C7B53D82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8353" y="3552989"/>
              <a:ext cx="574675" cy="454025"/>
              <a:chOff x="5100638" y="3554413"/>
              <a:chExt cx="574675" cy="454025"/>
            </a:xfrm>
          </p:grpSpPr>
          <p:sp>
            <p:nvSpPr>
              <p:cNvPr id="154670" name="Freeform 209">
                <a:extLst>
                  <a:ext uri="{FF2B5EF4-FFF2-40B4-BE49-F238E27FC236}">
                    <a16:creationId xmlns:a16="http://schemas.microsoft.com/office/drawing/2014/main" id="{586B8727-E0BA-4EAE-958B-5D8BF77E8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554413"/>
                <a:ext cx="569913" cy="227012"/>
              </a:xfrm>
              <a:custGeom>
                <a:avLst/>
                <a:gdLst>
                  <a:gd name="T0" fmla="*/ 2147483646 w 717"/>
                  <a:gd name="T1" fmla="*/ 0 h 284"/>
                  <a:gd name="T2" fmla="*/ 2147483646 w 717"/>
                  <a:gd name="T3" fmla="*/ 0 h 284"/>
                  <a:gd name="T4" fmla="*/ 2147483646 w 717"/>
                  <a:gd name="T5" fmla="*/ 0 h 284"/>
                  <a:gd name="T6" fmla="*/ 2147483646 w 717"/>
                  <a:gd name="T7" fmla="*/ 2147483646 h 284"/>
                  <a:gd name="T8" fmla="*/ 2147483646 w 717"/>
                  <a:gd name="T9" fmla="*/ 2147483646 h 284"/>
                  <a:gd name="T10" fmla="*/ 2147483646 w 717"/>
                  <a:gd name="T11" fmla="*/ 2147483646 h 284"/>
                  <a:gd name="T12" fmla="*/ 2147483646 w 717"/>
                  <a:gd name="T13" fmla="*/ 2147483646 h 284"/>
                  <a:gd name="T14" fmla="*/ 2147483646 w 717"/>
                  <a:gd name="T15" fmla="*/ 2147483646 h 284"/>
                  <a:gd name="T16" fmla="*/ 2147483646 w 717"/>
                  <a:gd name="T17" fmla="*/ 2147483646 h 284"/>
                  <a:gd name="T18" fmla="*/ 2147483646 w 717"/>
                  <a:gd name="T19" fmla="*/ 2147483646 h 284"/>
                  <a:gd name="T20" fmla="*/ 2147483646 w 717"/>
                  <a:gd name="T21" fmla="*/ 2147483646 h 284"/>
                  <a:gd name="T22" fmla="*/ 2147483646 w 717"/>
                  <a:gd name="T23" fmla="*/ 2147483646 h 284"/>
                  <a:gd name="T24" fmla="*/ 2147483646 w 717"/>
                  <a:gd name="T25" fmla="*/ 2147483646 h 284"/>
                  <a:gd name="T26" fmla="*/ 2147483646 w 717"/>
                  <a:gd name="T27" fmla="*/ 2147483646 h 284"/>
                  <a:gd name="T28" fmla="*/ 2147483646 w 717"/>
                  <a:gd name="T29" fmla="*/ 2147483646 h 284"/>
                  <a:gd name="T30" fmla="*/ 2147483646 w 717"/>
                  <a:gd name="T31" fmla="*/ 2147483646 h 284"/>
                  <a:gd name="T32" fmla="*/ 2147483646 w 717"/>
                  <a:gd name="T33" fmla="*/ 2147483646 h 284"/>
                  <a:gd name="T34" fmla="*/ 2147483646 w 717"/>
                  <a:gd name="T35" fmla="*/ 2147483646 h 284"/>
                  <a:gd name="T36" fmla="*/ 2147483646 w 717"/>
                  <a:gd name="T37" fmla="*/ 2147483646 h 284"/>
                  <a:gd name="T38" fmla="*/ 2147483646 w 717"/>
                  <a:gd name="T39" fmla="*/ 2147483646 h 284"/>
                  <a:gd name="T40" fmla="*/ 2147483646 w 717"/>
                  <a:gd name="T41" fmla="*/ 2147483646 h 284"/>
                  <a:gd name="T42" fmla="*/ 2147483646 w 717"/>
                  <a:gd name="T43" fmla="*/ 2147483646 h 284"/>
                  <a:gd name="T44" fmla="*/ 2147483646 w 717"/>
                  <a:gd name="T45" fmla="*/ 2147483646 h 284"/>
                  <a:gd name="T46" fmla="*/ 2147483646 w 717"/>
                  <a:gd name="T47" fmla="*/ 2147483646 h 284"/>
                  <a:gd name="T48" fmla="*/ 2147483646 w 717"/>
                  <a:gd name="T49" fmla="*/ 2147483646 h 284"/>
                  <a:gd name="T50" fmla="*/ 2147483646 w 717"/>
                  <a:gd name="T51" fmla="*/ 2147483646 h 284"/>
                  <a:gd name="T52" fmla="*/ 2147483646 w 717"/>
                  <a:gd name="T53" fmla="*/ 2147483646 h 284"/>
                  <a:gd name="T54" fmla="*/ 2147483646 w 717"/>
                  <a:gd name="T55" fmla="*/ 2147483646 h 284"/>
                  <a:gd name="T56" fmla="*/ 2147483646 w 717"/>
                  <a:gd name="T57" fmla="*/ 2147483646 h 284"/>
                  <a:gd name="T58" fmla="*/ 2147483646 w 717"/>
                  <a:gd name="T59" fmla="*/ 2147483646 h 284"/>
                  <a:gd name="T60" fmla="*/ 2147483646 w 717"/>
                  <a:gd name="T61" fmla="*/ 2147483646 h 284"/>
                  <a:gd name="T62" fmla="*/ 2147483646 w 717"/>
                  <a:gd name="T63" fmla="*/ 2147483646 h 284"/>
                  <a:gd name="T64" fmla="*/ 2147483646 w 717"/>
                  <a:gd name="T65" fmla="*/ 2147483646 h 284"/>
                  <a:gd name="T66" fmla="*/ 2147483646 w 717"/>
                  <a:gd name="T67" fmla="*/ 2147483646 h 284"/>
                  <a:gd name="T68" fmla="*/ 2147483646 w 717"/>
                  <a:gd name="T69" fmla="*/ 2147483646 h 284"/>
                  <a:gd name="T70" fmla="*/ 2147483646 w 717"/>
                  <a:gd name="T71" fmla="*/ 2147483646 h 284"/>
                  <a:gd name="T72" fmla="*/ 2147483646 w 717"/>
                  <a:gd name="T73" fmla="*/ 2147483646 h 284"/>
                  <a:gd name="T74" fmla="*/ 2147483646 w 717"/>
                  <a:gd name="T75" fmla="*/ 2147483646 h 284"/>
                  <a:gd name="T76" fmla="*/ 2147483646 w 717"/>
                  <a:gd name="T77" fmla="*/ 2147483646 h 284"/>
                  <a:gd name="T78" fmla="*/ 2147483646 w 717"/>
                  <a:gd name="T79" fmla="*/ 2147483646 h 284"/>
                  <a:gd name="T80" fmla="*/ 2147483646 w 717"/>
                  <a:gd name="T81" fmla="*/ 2147483646 h 284"/>
                  <a:gd name="T82" fmla="*/ 2147483646 w 717"/>
                  <a:gd name="T83" fmla="*/ 2147483646 h 284"/>
                  <a:gd name="T84" fmla="*/ 2147483646 w 717"/>
                  <a:gd name="T85" fmla="*/ 2147483646 h 284"/>
                  <a:gd name="T86" fmla="*/ 2147483646 w 717"/>
                  <a:gd name="T87" fmla="*/ 2147483646 h 284"/>
                  <a:gd name="T88" fmla="*/ 2147483646 w 717"/>
                  <a:gd name="T89" fmla="*/ 2147483646 h 284"/>
                  <a:gd name="T90" fmla="*/ 2147483646 w 717"/>
                  <a:gd name="T91" fmla="*/ 2147483646 h 284"/>
                  <a:gd name="T92" fmla="*/ 2147483646 w 717"/>
                  <a:gd name="T93" fmla="*/ 2147483646 h 284"/>
                  <a:gd name="T94" fmla="*/ 2147483646 w 717"/>
                  <a:gd name="T95" fmla="*/ 2147483646 h 284"/>
                  <a:gd name="T96" fmla="*/ 2147483646 w 717"/>
                  <a:gd name="T97" fmla="*/ 2147483646 h 284"/>
                  <a:gd name="T98" fmla="*/ 2147483646 w 717"/>
                  <a:gd name="T99" fmla="*/ 2147483646 h 284"/>
                  <a:gd name="T100" fmla="*/ 2147483646 w 717"/>
                  <a:gd name="T101" fmla="*/ 2147483646 h 284"/>
                  <a:gd name="T102" fmla="*/ 2147483646 w 717"/>
                  <a:gd name="T103" fmla="*/ 2147483646 h 284"/>
                  <a:gd name="T104" fmla="*/ 2147483646 w 717"/>
                  <a:gd name="T105" fmla="*/ 2147483646 h 284"/>
                  <a:gd name="T106" fmla="*/ 2147483646 w 717"/>
                  <a:gd name="T107" fmla="*/ 2147483646 h 284"/>
                  <a:gd name="T108" fmla="*/ 2147483646 w 717"/>
                  <a:gd name="T109" fmla="*/ 2147483646 h 284"/>
                  <a:gd name="T110" fmla="*/ 2147483646 w 717"/>
                  <a:gd name="T111" fmla="*/ 2147483646 h 284"/>
                  <a:gd name="T112" fmla="*/ 2147483646 w 717"/>
                  <a:gd name="T113" fmla="*/ 2147483646 h 284"/>
                  <a:gd name="T114" fmla="*/ 2147483646 w 717"/>
                  <a:gd name="T115" fmla="*/ 2147483646 h 284"/>
                  <a:gd name="T116" fmla="*/ 2147483646 w 717"/>
                  <a:gd name="T117" fmla="*/ 2147483646 h 284"/>
                  <a:gd name="T118" fmla="*/ 2147483646 w 717"/>
                  <a:gd name="T119" fmla="*/ 2147483646 h 284"/>
                  <a:gd name="T120" fmla="*/ 2147483646 w 717"/>
                  <a:gd name="T121" fmla="*/ 2147483646 h 28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4">
                    <a:moveTo>
                      <a:pt x="0" y="0"/>
                    </a:moveTo>
                    <a:lnTo>
                      <a:pt x="27" y="0"/>
                    </a:lnTo>
                    <a:lnTo>
                      <a:pt x="54" y="0"/>
                    </a:lnTo>
                    <a:lnTo>
                      <a:pt x="78" y="0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40" y="0"/>
                    </a:lnTo>
                    <a:lnTo>
                      <a:pt x="158" y="0"/>
                    </a:lnTo>
                    <a:lnTo>
                      <a:pt x="175" y="0"/>
                    </a:lnTo>
                    <a:lnTo>
                      <a:pt x="191" y="0"/>
                    </a:lnTo>
                    <a:lnTo>
                      <a:pt x="204" y="0"/>
                    </a:lnTo>
                    <a:lnTo>
                      <a:pt x="217" y="0"/>
                    </a:lnTo>
                    <a:lnTo>
                      <a:pt x="229" y="0"/>
                    </a:lnTo>
                    <a:lnTo>
                      <a:pt x="240" y="0"/>
                    </a:lnTo>
                    <a:lnTo>
                      <a:pt x="249" y="0"/>
                    </a:lnTo>
                    <a:lnTo>
                      <a:pt x="259" y="0"/>
                    </a:lnTo>
                    <a:lnTo>
                      <a:pt x="266" y="0"/>
                    </a:lnTo>
                    <a:lnTo>
                      <a:pt x="273" y="0"/>
                    </a:lnTo>
                    <a:lnTo>
                      <a:pt x="281" y="0"/>
                    </a:lnTo>
                    <a:lnTo>
                      <a:pt x="285" y="0"/>
                    </a:lnTo>
                    <a:lnTo>
                      <a:pt x="291" y="0"/>
                    </a:lnTo>
                    <a:lnTo>
                      <a:pt x="295" y="0"/>
                    </a:lnTo>
                    <a:lnTo>
                      <a:pt x="300" y="0"/>
                    </a:lnTo>
                    <a:lnTo>
                      <a:pt x="303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11" y="0"/>
                    </a:lnTo>
                    <a:lnTo>
                      <a:pt x="313" y="1"/>
                    </a:lnTo>
                    <a:lnTo>
                      <a:pt x="315" y="1"/>
                    </a:lnTo>
                    <a:lnTo>
                      <a:pt x="318" y="1"/>
                    </a:lnTo>
                    <a:lnTo>
                      <a:pt x="319" y="1"/>
                    </a:lnTo>
                    <a:lnTo>
                      <a:pt x="321" y="1"/>
                    </a:lnTo>
                    <a:lnTo>
                      <a:pt x="323" y="1"/>
                    </a:lnTo>
                    <a:lnTo>
                      <a:pt x="325" y="1"/>
                    </a:lnTo>
                    <a:lnTo>
                      <a:pt x="327" y="1"/>
                    </a:lnTo>
                    <a:lnTo>
                      <a:pt x="329" y="1"/>
                    </a:lnTo>
                    <a:lnTo>
                      <a:pt x="331" y="1"/>
                    </a:lnTo>
                    <a:lnTo>
                      <a:pt x="332" y="2"/>
                    </a:lnTo>
                    <a:lnTo>
                      <a:pt x="333" y="2"/>
                    </a:lnTo>
                    <a:lnTo>
                      <a:pt x="335" y="2"/>
                    </a:lnTo>
                    <a:lnTo>
                      <a:pt x="336" y="2"/>
                    </a:lnTo>
                    <a:lnTo>
                      <a:pt x="337" y="2"/>
                    </a:lnTo>
                    <a:lnTo>
                      <a:pt x="338" y="2"/>
                    </a:lnTo>
                    <a:lnTo>
                      <a:pt x="339" y="2"/>
                    </a:lnTo>
                    <a:lnTo>
                      <a:pt x="341" y="2"/>
                    </a:lnTo>
                    <a:lnTo>
                      <a:pt x="342" y="2"/>
                    </a:lnTo>
                    <a:lnTo>
                      <a:pt x="343" y="2"/>
                    </a:lnTo>
                    <a:lnTo>
                      <a:pt x="344" y="2"/>
                    </a:lnTo>
                    <a:lnTo>
                      <a:pt x="345" y="2"/>
                    </a:lnTo>
                    <a:lnTo>
                      <a:pt x="347" y="3"/>
                    </a:lnTo>
                    <a:lnTo>
                      <a:pt x="348" y="3"/>
                    </a:lnTo>
                    <a:lnTo>
                      <a:pt x="349" y="3"/>
                    </a:lnTo>
                    <a:lnTo>
                      <a:pt x="350" y="3"/>
                    </a:lnTo>
                    <a:lnTo>
                      <a:pt x="351" y="3"/>
                    </a:lnTo>
                    <a:lnTo>
                      <a:pt x="353" y="3"/>
                    </a:lnTo>
                    <a:lnTo>
                      <a:pt x="354" y="3"/>
                    </a:lnTo>
                    <a:lnTo>
                      <a:pt x="355" y="3"/>
                    </a:lnTo>
                    <a:lnTo>
                      <a:pt x="356" y="4"/>
                    </a:lnTo>
                    <a:lnTo>
                      <a:pt x="357" y="4"/>
                    </a:lnTo>
                    <a:lnTo>
                      <a:pt x="359" y="4"/>
                    </a:lnTo>
                    <a:lnTo>
                      <a:pt x="361" y="4"/>
                    </a:lnTo>
                    <a:lnTo>
                      <a:pt x="362" y="4"/>
                    </a:lnTo>
                    <a:lnTo>
                      <a:pt x="365" y="6"/>
                    </a:lnTo>
                    <a:lnTo>
                      <a:pt x="366" y="6"/>
                    </a:lnTo>
                    <a:lnTo>
                      <a:pt x="368" y="6"/>
                    </a:lnTo>
                    <a:lnTo>
                      <a:pt x="369" y="6"/>
                    </a:lnTo>
                    <a:lnTo>
                      <a:pt x="372" y="6"/>
                    </a:lnTo>
                    <a:lnTo>
                      <a:pt x="373" y="7"/>
                    </a:lnTo>
                    <a:lnTo>
                      <a:pt x="374" y="7"/>
                    </a:lnTo>
                    <a:lnTo>
                      <a:pt x="375" y="7"/>
                    </a:lnTo>
                    <a:lnTo>
                      <a:pt x="378" y="7"/>
                    </a:lnTo>
                    <a:lnTo>
                      <a:pt x="379" y="7"/>
                    </a:lnTo>
                    <a:lnTo>
                      <a:pt x="380" y="7"/>
                    </a:lnTo>
                    <a:lnTo>
                      <a:pt x="381" y="8"/>
                    </a:lnTo>
                    <a:lnTo>
                      <a:pt x="383" y="8"/>
                    </a:lnTo>
                    <a:lnTo>
                      <a:pt x="384" y="8"/>
                    </a:lnTo>
                    <a:lnTo>
                      <a:pt x="385" y="8"/>
                    </a:lnTo>
                    <a:lnTo>
                      <a:pt x="386" y="9"/>
                    </a:lnTo>
                    <a:lnTo>
                      <a:pt x="387" y="9"/>
                    </a:lnTo>
                    <a:lnTo>
                      <a:pt x="389" y="9"/>
                    </a:lnTo>
                    <a:lnTo>
                      <a:pt x="390" y="9"/>
                    </a:lnTo>
                    <a:lnTo>
                      <a:pt x="391" y="9"/>
                    </a:lnTo>
                    <a:lnTo>
                      <a:pt x="392" y="10"/>
                    </a:lnTo>
                    <a:lnTo>
                      <a:pt x="393" y="10"/>
                    </a:lnTo>
                    <a:lnTo>
                      <a:pt x="395" y="10"/>
                    </a:lnTo>
                    <a:lnTo>
                      <a:pt x="396" y="12"/>
                    </a:lnTo>
                    <a:lnTo>
                      <a:pt x="397" y="12"/>
                    </a:lnTo>
                    <a:lnTo>
                      <a:pt x="398" y="12"/>
                    </a:lnTo>
                    <a:lnTo>
                      <a:pt x="399" y="13"/>
                    </a:lnTo>
                    <a:lnTo>
                      <a:pt x="402" y="13"/>
                    </a:lnTo>
                    <a:lnTo>
                      <a:pt x="403" y="14"/>
                    </a:lnTo>
                    <a:lnTo>
                      <a:pt x="405" y="14"/>
                    </a:lnTo>
                    <a:lnTo>
                      <a:pt x="407" y="15"/>
                    </a:lnTo>
                    <a:lnTo>
                      <a:pt x="409" y="15"/>
                    </a:lnTo>
                    <a:lnTo>
                      <a:pt x="411" y="16"/>
                    </a:lnTo>
                    <a:lnTo>
                      <a:pt x="414" y="16"/>
                    </a:lnTo>
                    <a:lnTo>
                      <a:pt x="415" y="18"/>
                    </a:lnTo>
                    <a:lnTo>
                      <a:pt x="417" y="18"/>
                    </a:lnTo>
                    <a:lnTo>
                      <a:pt x="419" y="19"/>
                    </a:lnTo>
                    <a:lnTo>
                      <a:pt x="421" y="19"/>
                    </a:lnTo>
                    <a:lnTo>
                      <a:pt x="422" y="20"/>
                    </a:lnTo>
                    <a:lnTo>
                      <a:pt x="423" y="20"/>
                    </a:lnTo>
                    <a:lnTo>
                      <a:pt x="426" y="20"/>
                    </a:lnTo>
                    <a:lnTo>
                      <a:pt x="427" y="21"/>
                    </a:lnTo>
                    <a:lnTo>
                      <a:pt x="428" y="21"/>
                    </a:lnTo>
                    <a:lnTo>
                      <a:pt x="429" y="21"/>
                    </a:lnTo>
                    <a:lnTo>
                      <a:pt x="431" y="22"/>
                    </a:lnTo>
                    <a:lnTo>
                      <a:pt x="432" y="22"/>
                    </a:lnTo>
                    <a:lnTo>
                      <a:pt x="433" y="22"/>
                    </a:lnTo>
                    <a:lnTo>
                      <a:pt x="434" y="24"/>
                    </a:lnTo>
                    <a:lnTo>
                      <a:pt x="435" y="25"/>
                    </a:lnTo>
                    <a:lnTo>
                      <a:pt x="437" y="25"/>
                    </a:lnTo>
                    <a:lnTo>
                      <a:pt x="438" y="25"/>
                    </a:lnTo>
                    <a:lnTo>
                      <a:pt x="439" y="26"/>
                    </a:lnTo>
                    <a:lnTo>
                      <a:pt x="440" y="26"/>
                    </a:lnTo>
                    <a:lnTo>
                      <a:pt x="441" y="27"/>
                    </a:lnTo>
                    <a:lnTo>
                      <a:pt x="443" y="27"/>
                    </a:lnTo>
                    <a:lnTo>
                      <a:pt x="444" y="27"/>
                    </a:lnTo>
                    <a:lnTo>
                      <a:pt x="445" y="28"/>
                    </a:lnTo>
                    <a:lnTo>
                      <a:pt x="446" y="30"/>
                    </a:lnTo>
                    <a:lnTo>
                      <a:pt x="447" y="30"/>
                    </a:lnTo>
                    <a:lnTo>
                      <a:pt x="449" y="31"/>
                    </a:lnTo>
                    <a:lnTo>
                      <a:pt x="451" y="31"/>
                    </a:lnTo>
                    <a:lnTo>
                      <a:pt x="452" y="32"/>
                    </a:lnTo>
                    <a:lnTo>
                      <a:pt x="455" y="33"/>
                    </a:lnTo>
                    <a:lnTo>
                      <a:pt x="456" y="34"/>
                    </a:lnTo>
                    <a:lnTo>
                      <a:pt x="458" y="34"/>
                    </a:lnTo>
                    <a:lnTo>
                      <a:pt x="459" y="36"/>
                    </a:lnTo>
                    <a:lnTo>
                      <a:pt x="462" y="37"/>
                    </a:lnTo>
                    <a:lnTo>
                      <a:pt x="463" y="37"/>
                    </a:lnTo>
                    <a:lnTo>
                      <a:pt x="464" y="38"/>
                    </a:lnTo>
                    <a:lnTo>
                      <a:pt x="465" y="39"/>
                    </a:lnTo>
                    <a:lnTo>
                      <a:pt x="468" y="39"/>
                    </a:lnTo>
                    <a:lnTo>
                      <a:pt x="469" y="40"/>
                    </a:lnTo>
                    <a:lnTo>
                      <a:pt x="470" y="40"/>
                    </a:lnTo>
                    <a:lnTo>
                      <a:pt x="471" y="42"/>
                    </a:lnTo>
                    <a:lnTo>
                      <a:pt x="473" y="43"/>
                    </a:lnTo>
                    <a:lnTo>
                      <a:pt x="474" y="43"/>
                    </a:lnTo>
                    <a:lnTo>
                      <a:pt x="475" y="43"/>
                    </a:lnTo>
                    <a:lnTo>
                      <a:pt x="476" y="44"/>
                    </a:lnTo>
                    <a:lnTo>
                      <a:pt x="477" y="45"/>
                    </a:lnTo>
                    <a:lnTo>
                      <a:pt x="479" y="45"/>
                    </a:lnTo>
                    <a:lnTo>
                      <a:pt x="480" y="45"/>
                    </a:lnTo>
                    <a:lnTo>
                      <a:pt x="481" y="46"/>
                    </a:lnTo>
                    <a:lnTo>
                      <a:pt x="482" y="48"/>
                    </a:lnTo>
                    <a:lnTo>
                      <a:pt x="483" y="48"/>
                    </a:lnTo>
                    <a:lnTo>
                      <a:pt x="485" y="49"/>
                    </a:lnTo>
                    <a:lnTo>
                      <a:pt x="486" y="49"/>
                    </a:lnTo>
                    <a:lnTo>
                      <a:pt x="487" y="50"/>
                    </a:lnTo>
                    <a:lnTo>
                      <a:pt x="488" y="50"/>
                    </a:lnTo>
                    <a:lnTo>
                      <a:pt x="489" y="51"/>
                    </a:lnTo>
                    <a:lnTo>
                      <a:pt x="491" y="52"/>
                    </a:lnTo>
                    <a:lnTo>
                      <a:pt x="493" y="52"/>
                    </a:lnTo>
                    <a:lnTo>
                      <a:pt x="494" y="54"/>
                    </a:lnTo>
                    <a:lnTo>
                      <a:pt x="495" y="55"/>
                    </a:lnTo>
                    <a:lnTo>
                      <a:pt x="498" y="56"/>
                    </a:lnTo>
                    <a:lnTo>
                      <a:pt x="499" y="57"/>
                    </a:lnTo>
                    <a:lnTo>
                      <a:pt x="500" y="57"/>
                    </a:lnTo>
                    <a:lnTo>
                      <a:pt x="501" y="58"/>
                    </a:lnTo>
                    <a:lnTo>
                      <a:pt x="504" y="60"/>
                    </a:lnTo>
                    <a:lnTo>
                      <a:pt x="505" y="60"/>
                    </a:lnTo>
                    <a:lnTo>
                      <a:pt x="506" y="61"/>
                    </a:lnTo>
                    <a:lnTo>
                      <a:pt x="507" y="61"/>
                    </a:lnTo>
                    <a:lnTo>
                      <a:pt x="507" y="62"/>
                    </a:lnTo>
                    <a:lnTo>
                      <a:pt x="509" y="62"/>
                    </a:lnTo>
                    <a:lnTo>
                      <a:pt x="510" y="63"/>
                    </a:lnTo>
                    <a:lnTo>
                      <a:pt x="511" y="63"/>
                    </a:lnTo>
                    <a:lnTo>
                      <a:pt x="511" y="64"/>
                    </a:lnTo>
                    <a:lnTo>
                      <a:pt x="512" y="64"/>
                    </a:lnTo>
                    <a:lnTo>
                      <a:pt x="513" y="64"/>
                    </a:lnTo>
                    <a:lnTo>
                      <a:pt x="515" y="66"/>
                    </a:lnTo>
                    <a:lnTo>
                      <a:pt x="516" y="67"/>
                    </a:lnTo>
                    <a:lnTo>
                      <a:pt x="517" y="67"/>
                    </a:lnTo>
                    <a:lnTo>
                      <a:pt x="518" y="68"/>
                    </a:lnTo>
                    <a:lnTo>
                      <a:pt x="519" y="68"/>
                    </a:lnTo>
                    <a:lnTo>
                      <a:pt x="519" y="69"/>
                    </a:lnTo>
                    <a:lnTo>
                      <a:pt x="521" y="69"/>
                    </a:lnTo>
                    <a:lnTo>
                      <a:pt x="522" y="70"/>
                    </a:lnTo>
                    <a:lnTo>
                      <a:pt x="523" y="70"/>
                    </a:lnTo>
                    <a:lnTo>
                      <a:pt x="523" y="72"/>
                    </a:lnTo>
                    <a:lnTo>
                      <a:pt x="524" y="72"/>
                    </a:lnTo>
                    <a:lnTo>
                      <a:pt x="525" y="73"/>
                    </a:lnTo>
                    <a:lnTo>
                      <a:pt x="527" y="74"/>
                    </a:lnTo>
                    <a:lnTo>
                      <a:pt x="528" y="74"/>
                    </a:lnTo>
                    <a:lnTo>
                      <a:pt x="529" y="75"/>
                    </a:lnTo>
                    <a:lnTo>
                      <a:pt x="531" y="76"/>
                    </a:lnTo>
                    <a:lnTo>
                      <a:pt x="533" y="76"/>
                    </a:lnTo>
                    <a:lnTo>
                      <a:pt x="534" y="78"/>
                    </a:lnTo>
                    <a:lnTo>
                      <a:pt x="535" y="79"/>
                    </a:lnTo>
                    <a:lnTo>
                      <a:pt x="536" y="80"/>
                    </a:lnTo>
                    <a:lnTo>
                      <a:pt x="537" y="80"/>
                    </a:lnTo>
                    <a:lnTo>
                      <a:pt x="539" y="81"/>
                    </a:lnTo>
                    <a:lnTo>
                      <a:pt x="540" y="82"/>
                    </a:lnTo>
                    <a:lnTo>
                      <a:pt x="541" y="82"/>
                    </a:lnTo>
                    <a:lnTo>
                      <a:pt x="542" y="84"/>
                    </a:lnTo>
                    <a:lnTo>
                      <a:pt x="543" y="85"/>
                    </a:lnTo>
                    <a:lnTo>
                      <a:pt x="545" y="85"/>
                    </a:lnTo>
                    <a:lnTo>
                      <a:pt x="545" y="86"/>
                    </a:lnTo>
                    <a:lnTo>
                      <a:pt x="546" y="86"/>
                    </a:lnTo>
                    <a:lnTo>
                      <a:pt x="547" y="87"/>
                    </a:lnTo>
                    <a:lnTo>
                      <a:pt x="548" y="87"/>
                    </a:lnTo>
                    <a:lnTo>
                      <a:pt x="548" y="88"/>
                    </a:lnTo>
                    <a:lnTo>
                      <a:pt x="549" y="88"/>
                    </a:lnTo>
                    <a:lnTo>
                      <a:pt x="551" y="90"/>
                    </a:lnTo>
                    <a:lnTo>
                      <a:pt x="552" y="91"/>
                    </a:lnTo>
                    <a:lnTo>
                      <a:pt x="553" y="92"/>
                    </a:lnTo>
                    <a:lnTo>
                      <a:pt x="554" y="92"/>
                    </a:lnTo>
                    <a:lnTo>
                      <a:pt x="555" y="93"/>
                    </a:lnTo>
                    <a:lnTo>
                      <a:pt x="555" y="94"/>
                    </a:lnTo>
                    <a:lnTo>
                      <a:pt x="557" y="94"/>
                    </a:lnTo>
                    <a:lnTo>
                      <a:pt x="558" y="96"/>
                    </a:lnTo>
                    <a:lnTo>
                      <a:pt x="559" y="96"/>
                    </a:lnTo>
                    <a:lnTo>
                      <a:pt x="559" y="97"/>
                    </a:lnTo>
                    <a:lnTo>
                      <a:pt x="560" y="97"/>
                    </a:lnTo>
                    <a:lnTo>
                      <a:pt x="560" y="98"/>
                    </a:lnTo>
                    <a:lnTo>
                      <a:pt x="561" y="98"/>
                    </a:lnTo>
                    <a:lnTo>
                      <a:pt x="563" y="99"/>
                    </a:lnTo>
                    <a:lnTo>
                      <a:pt x="564" y="100"/>
                    </a:lnTo>
                    <a:lnTo>
                      <a:pt x="565" y="100"/>
                    </a:lnTo>
                    <a:lnTo>
                      <a:pt x="565" y="102"/>
                    </a:lnTo>
                    <a:lnTo>
                      <a:pt x="566" y="102"/>
                    </a:lnTo>
                    <a:lnTo>
                      <a:pt x="567" y="102"/>
                    </a:lnTo>
                    <a:lnTo>
                      <a:pt x="567" y="103"/>
                    </a:lnTo>
                    <a:lnTo>
                      <a:pt x="569" y="103"/>
                    </a:lnTo>
                    <a:lnTo>
                      <a:pt x="569" y="104"/>
                    </a:lnTo>
                    <a:lnTo>
                      <a:pt x="570" y="104"/>
                    </a:lnTo>
                    <a:lnTo>
                      <a:pt x="571" y="105"/>
                    </a:lnTo>
                    <a:lnTo>
                      <a:pt x="572" y="105"/>
                    </a:lnTo>
                    <a:lnTo>
                      <a:pt x="572" y="106"/>
                    </a:lnTo>
                    <a:lnTo>
                      <a:pt x="573" y="106"/>
                    </a:lnTo>
                    <a:lnTo>
                      <a:pt x="575" y="108"/>
                    </a:lnTo>
                    <a:lnTo>
                      <a:pt x="576" y="108"/>
                    </a:lnTo>
                    <a:lnTo>
                      <a:pt x="577" y="109"/>
                    </a:lnTo>
                    <a:lnTo>
                      <a:pt x="577" y="110"/>
                    </a:lnTo>
                    <a:lnTo>
                      <a:pt x="578" y="110"/>
                    </a:lnTo>
                    <a:lnTo>
                      <a:pt x="579" y="111"/>
                    </a:lnTo>
                    <a:lnTo>
                      <a:pt x="581" y="111"/>
                    </a:lnTo>
                    <a:lnTo>
                      <a:pt x="582" y="112"/>
                    </a:lnTo>
                    <a:lnTo>
                      <a:pt x="583" y="112"/>
                    </a:lnTo>
                    <a:lnTo>
                      <a:pt x="583" y="114"/>
                    </a:lnTo>
                    <a:lnTo>
                      <a:pt x="584" y="114"/>
                    </a:lnTo>
                    <a:lnTo>
                      <a:pt x="584" y="115"/>
                    </a:lnTo>
                    <a:lnTo>
                      <a:pt x="585" y="115"/>
                    </a:lnTo>
                    <a:lnTo>
                      <a:pt x="587" y="116"/>
                    </a:lnTo>
                    <a:lnTo>
                      <a:pt x="588" y="117"/>
                    </a:lnTo>
                    <a:lnTo>
                      <a:pt x="589" y="117"/>
                    </a:lnTo>
                    <a:lnTo>
                      <a:pt x="589" y="118"/>
                    </a:lnTo>
                    <a:lnTo>
                      <a:pt x="590" y="118"/>
                    </a:lnTo>
                    <a:lnTo>
                      <a:pt x="590" y="120"/>
                    </a:lnTo>
                    <a:lnTo>
                      <a:pt x="591" y="120"/>
                    </a:lnTo>
                    <a:lnTo>
                      <a:pt x="591" y="121"/>
                    </a:lnTo>
                    <a:lnTo>
                      <a:pt x="593" y="121"/>
                    </a:lnTo>
                    <a:lnTo>
                      <a:pt x="593" y="122"/>
                    </a:lnTo>
                    <a:lnTo>
                      <a:pt x="594" y="122"/>
                    </a:lnTo>
                    <a:lnTo>
                      <a:pt x="594" y="123"/>
                    </a:lnTo>
                    <a:lnTo>
                      <a:pt x="595" y="123"/>
                    </a:lnTo>
                    <a:lnTo>
                      <a:pt x="595" y="124"/>
                    </a:lnTo>
                    <a:lnTo>
                      <a:pt x="596" y="126"/>
                    </a:lnTo>
                    <a:lnTo>
                      <a:pt x="597" y="126"/>
                    </a:lnTo>
                    <a:lnTo>
                      <a:pt x="599" y="127"/>
                    </a:lnTo>
                    <a:lnTo>
                      <a:pt x="599" y="128"/>
                    </a:lnTo>
                    <a:lnTo>
                      <a:pt x="600" y="129"/>
                    </a:lnTo>
                    <a:lnTo>
                      <a:pt x="601" y="130"/>
                    </a:lnTo>
                    <a:lnTo>
                      <a:pt x="602" y="132"/>
                    </a:lnTo>
                    <a:lnTo>
                      <a:pt x="603" y="133"/>
                    </a:lnTo>
                    <a:lnTo>
                      <a:pt x="605" y="134"/>
                    </a:lnTo>
                    <a:lnTo>
                      <a:pt x="606" y="135"/>
                    </a:lnTo>
                    <a:lnTo>
                      <a:pt x="607" y="136"/>
                    </a:lnTo>
                    <a:lnTo>
                      <a:pt x="608" y="138"/>
                    </a:lnTo>
                    <a:lnTo>
                      <a:pt x="609" y="139"/>
                    </a:lnTo>
                    <a:lnTo>
                      <a:pt x="609" y="140"/>
                    </a:lnTo>
                    <a:lnTo>
                      <a:pt x="611" y="140"/>
                    </a:lnTo>
                    <a:lnTo>
                      <a:pt x="612" y="141"/>
                    </a:lnTo>
                    <a:lnTo>
                      <a:pt x="613" y="142"/>
                    </a:lnTo>
                    <a:lnTo>
                      <a:pt x="613" y="144"/>
                    </a:lnTo>
                    <a:lnTo>
                      <a:pt x="614" y="144"/>
                    </a:lnTo>
                    <a:lnTo>
                      <a:pt x="614" y="145"/>
                    </a:lnTo>
                    <a:lnTo>
                      <a:pt x="615" y="146"/>
                    </a:lnTo>
                    <a:lnTo>
                      <a:pt x="617" y="147"/>
                    </a:lnTo>
                    <a:lnTo>
                      <a:pt x="618" y="147"/>
                    </a:lnTo>
                    <a:lnTo>
                      <a:pt x="618" y="148"/>
                    </a:lnTo>
                    <a:lnTo>
                      <a:pt x="619" y="150"/>
                    </a:lnTo>
                    <a:lnTo>
                      <a:pt x="619" y="151"/>
                    </a:lnTo>
                    <a:lnTo>
                      <a:pt x="620" y="151"/>
                    </a:lnTo>
                    <a:lnTo>
                      <a:pt x="621" y="152"/>
                    </a:lnTo>
                    <a:lnTo>
                      <a:pt x="623" y="153"/>
                    </a:lnTo>
                    <a:lnTo>
                      <a:pt x="623" y="154"/>
                    </a:lnTo>
                    <a:lnTo>
                      <a:pt x="624" y="156"/>
                    </a:lnTo>
                    <a:lnTo>
                      <a:pt x="625" y="157"/>
                    </a:lnTo>
                    <a:lnTo>
                      <a:pt x="626" y="158"/>
                    </a:lnTo>
                    <a:lnTo>
                      <a:pt x="627" y="159"/>
                    </a:lnTo>
                    <a:lnTo>
                      <a:pt x="629" y="162"/>
                    </a:lnTo>
                    <a:lnTo>
                      <a:pt x="630" y="163"/>
                    </a:lnTo>
                    <a:lnTo>
                      <a:pt x="631" y="164"/>
                    </a:lnTo>
                    <a:lnTo>
                      <a:pt x="632" y="166"/>
                    </a:lnTo>
                    <a:lnTo>
                      <a:pt x="633" y="168"/>
                    </a:lnTo>
                    <a:lnTo>
                      <a:pt x="635" y="169"/>
                    </a:lnTo>
                    <a:lnTo>
                      <a:pt x="636" y="170"/>
                    </a:lnTo>
                    <a:lnTo>
                      <a:pt x="637" y="171"/>
                    </a:lnTo>
                    <a:lnTo>
                      <a:pt x="638" y="172"/>
                    </a:lnTo>
                    <a:lnTo>
                      <a:pt x="639" y="174"/>
                    </a:lnTo>
                    <a:lnTo>
                      <a:pt x="639" y="175"/>
                    </a:lnTo>
                    <a:lnTo>
                      <a:pt x="641" y="176"/>
                    </a:lnTo>
                    <a:lnTo>
                      <a:pt x="642" y="177"/>
                    </a:lnTo>
                    <a:lnTo>
                      <a:pt x="643" y="178"/>
                    </a:lnTo>
                    <a:lnTo>
                      <a:pt x="644" y="180"/>
                    </a:lnTo>
                    <a:lnTo>
                      <a:pt x="644" y="181"/>
                    </a:lnTo>
                    <a:lnTo>
                      <a:pt x="645" y="181"/>
                    </a:lnTo>
                    <a:lnTo>
                      <a:pt x="645" y="182"/>
                    </a:lnTo>
                    <a:lnTo>
                      <a:pt x="647" y="183"/>
                    </a:lnTo>
                    <a:lnTo>
                      <a:pt x="647" y="184"/>
                    </a:lnTo>
                    <a:lnTo>
                      <a:pt x="648" y="186"/>
                    </a:lnTo>
                    <a:lnTo>
                      <a:pt x="649" y="186"/>
                    </a:lnTo>
                    <a:lnTo>
                      <a:pt x="649" y="187"/>
                    </a:lnTo>
                    <a:lnTo>
                      <a:pt x="650" y="188"/>
                    </a:lnTo>
                    <a:lnTo>
                      <a:pt x="651" y="189"/>
                    </a:lnTo>
                    <a:lnTo>
                      <a:pt x="653" y="190"/>
                    </a:lnTo>
                    <a:lnTo>
                      <a:pt x="653" y="192"/>
                    </a:lnTo>
                    <a:lnTo>
                      <a:pt x="654" y="194"/>
                    </a:lnTo>
                    <a:lnTo>
                      <a:pt x="655" y="195"/>
                    </a:lnTo>
                    <a:lnTo>
                      <a:pt x="656" y="196"/>
                    </a:lnTo>
                    <a:lnTo>
                      <a:pt x="657" y="199"/>
                    </a:lnTo>
                    <a:lnTo>
                      <a:pt x="659" y="200"/>
                    </a:lnTo>
                    <a:lnTo>
                      <a:pt x="660" y="202"/>
                    </a:lnTo>
                    <a:lnTo>
                      <a:pt x="661" y="204"/>
                    </a:lnTo>
                    <a:lnTo>
                      <a:pt x="662" y="206"/>
                    </a:lnTo>
                    <a:lnTo>
                      <a:pt x="663" y="207"/>
                    </a:lnTo>
                    <a:lnTo>
                      <a:pt x="665" y="208"/>
                    </a:lnTo>
                    <a:lnTo>
                      <a:pt x="666" y="211"/>
                    </a:lnTo>
                    <a:lnTo>
                      <a:pt x="667" y="212"/>
                    </a:lnTo>
                    <a:lnTo>
                      <a:pt x="668" y="213"/>
                    </a:lnTo>
                    <a:lnTo>
                      <a:pt x="669" y="214"/>
                    </a:lnTo>
                    <a:lnTo>
                      <a:pt x="669" y="216"/>
                    </a:lnTo>
                    <a:lnTo>
                      <a:pt x="671" y="217"/>
                    </a:lnTo>
                    <a:lnTo>
                      <a:pt x="672" y="218"/>
                    </a:lnTo>
                    <a:lnTo>
                      <a:pt x="672" y="219"/>
                    </a:lnTo>
                    <a:lnTo>
                      <a:pt x="673" y="220"/>
                    </a:lnTo>
                    <a:lnTo>
                      <a:pt x="674" y="220"/>
                    </a:lnTo>
                    <a:lnTo>
                      <a:pt x="674" y="222"/>
                    </a:lnTo>
                    <a:lnTo>
                      <a:pt x="675" y="223"/>
                    </a:lnTo>
                    <a:lnTo>
                      <a:pt x="675" y="224"/>
                    </a:lnTo>
                    <a:lnTo>
                      <a:pt x="677" y="225"/>
                    </a:lnTo>
                    <a:lnTo>
                      <a:pt x="678" y="226"/>
                    </a:lnTo>
                    <a:lnTo>
                      <a:pt x="678" y="228"/>
                    </a:lnTo>
                    <a:lnTo>
                      <a:pt x="679" y="228"/>
                    </a:lnTo>
                    <a:lnTo>
                      <a:pt x="680" y="229"/>
                    </a:lnTo>
                    <a:lnTo>
                      <a:pt x="680" y="230"/>
                    </a:lnTo>
                    <a:lnTo>
                      <a:pt x="681" y="231"/>
                    </a:lnTo>
                    <a:lnTo>
                      <a:pt x="683" y="234"/>
                    </a:lnTo>
                    <a:lnTo>
                      <a:pt x="684" y="235"/>
                    </a:lnTo>
                    <a:lnTo>
                      <a:pt x="685" y="236"/>
                    </a:lnTo>
                    <a:lnTo>
                      <a:pt x="686" y="237"/>
                    </a:lnTo>
                    <a:lnTo>
                      <a:pt x="687" y="240"/>
                    </a:lnTo>
                    <a:lnTo>
                      <a:pt x="689" y="241"/>
                    </a:lnTo>
                    <a:lnTo>
                      <a:pt x="690" y="243"/>
                    </a:lnTo>
                    <a:lnTo>
                      <a:pt x="691" y="244"/>
                    </a:lnTo>
                    <a:lnTo>
                      <a:pt x="692" y="247"/>
                    </a:lnTo>
                    <a:lnTo>
                      <a:pt x="693" y="248"/>
                    </a:lnTo>
                    <a:lnTo>
                      <a:pt x="695" y="250"/>
                    </a:lnTo>
                    <a:lnTo>
                      <a:pt x="696" y="252"/>
                    </a:lnTo>
                    <a:lnTo>
                      <a:pt x="697" y="253"/>
                    </a:lnTo>
                    <a:lnTo>
                      <a:pt x="698" y="255"/>
                    </a:lnTo>
                    <a:lnTo>
                      <a:pt x="699" y="256"/>
                    </a:lnTo>
                    <a:lnTo>
                      <a:pt x="701" y="258"/>
                    </a:lnTo>
                    <a:lnTo>
                      <a:pt x="701" y="259"/>
                    </a:lnTo>
                    <a:lnTo>
                      <a:pt x="702" y="260"/>
                    </a:lnTo>
                    <a:lnTo>
                      <a:pt x="703" y="261"/>
                    </a:lnTo>
                    <a:lnTo>
                      <a:pt x="703" y="262"/>
                    </a:lnTo>
                    <a:lnTo>
                      <a:pt x="704" y="262"/>
                    </a:lnTo>
                    <a:lnTo>
                      <a:pt x="704" y="264"/>
                    </a:lnTo>
                    <a:lnTo>
                      <a:pt x="705" y="265"/>
                    </a:lnTo>
                    <a:lnTo>
                      <a:pt x="705" y="266"/>
                    </a:lnTo>
                    <a:lnTo>
                      <a:pt x="707" y="267"/>
                    </a:lnTo>
                    <a:lnTo>
                      <a:pt x="708" y="268"/>
                    </a:lnTo>
                    <a:lnTo>
                      <a:pt x="708" y="270"/>
                    </a:lnTo>
                    <a:lnTo>
                      <a:pt x="709" y="271"/>
                    </a:lnTo>
                    <a:lnTo>
                      <a:pt x="709" y="272"/>
                    </a:lnTo>
                    <a:lnTo>
                      <a:pt x="710" y="272"/>
                    </a:lnTo>
                    <a:lnTo>
                      <a:pt x="710" y="273"/>
                    </a:lnTo>
                    <a:lnTo>
                      <a:pt x="711" y="274"/>
                    </a:lnTo>
                    <a:lnTo>
                      <a:pt x="713" y="276"/>
                    </a:lnTo>
                    <a:lnTo>
                      <a:pt x="713" y="277"/>
                    </a:lnTo>
                    <a:lnTo>
                      <a:pt x="714" y="278"/>
                    </a:lnTo>
                    <a:lnTo>
                      <a:pt x="714" y="279"/>
                    </a:lnTo>
                    <a:lnTo>
                      <a:pt x="715" y="282"/>
                    </a:lnTo>
                    <a:lnTo>
                      <a:pt x="716" y="283"/>
                    </a:lnTo>
                    <a:lnTo>
                      <a:pt x="717" y="284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1" name="Freeform 210">
                <a:extLst>
                  <a:ext uri="{FF2B5EF4-FFF2-40B4-BE49-F238E27FC236}">
                    <a16:creationId xmlns:a16="http://schemas.microsoft.com/office/drawing/2014/main" id="{0DEDD5F5-0B51-4589-91DE-3FFE626FC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781425"/>
                <a:ext cx="569913" cy="227013"/>
              </a:xfrm>
              <a:custGeom>
                <a:avLst/>
                <a:gdLst>
                  <a:gd name="T0" fmla="*/ 2147483646 w 717"/>
                  <a:gd name="T1" fmla="*/ 2147483646 h 285"/>
                  <a:gd name="T2" fmla="*/ 2147483646 w 717"/>
                  <a:gd name="T3" fmla="*/ 2147483646 h 285"/>
                  <a:gd name="T4" fmla="*/ 2147483646 w 717"/>
                  <a:gd name="T5" fmla="*/ 2147483646 h 285"/>
                  <a:gd name="T6" fmla="*/ 2147483646 w 717"/>
                  <a:gd name="T7" fmla="*/ 2147483646 h 285"/>
                  <a:gd name="T8" fmla="*/ 2147483646 w 717"/>
                  <a:gd name="T9" fmla="*/ 2147483646 h 285"/>
                  <a:gd name="T10" fmla="*/ 2147483646 w 717"/>
                  <a:gd name="T11" fmla="*/ 2147483646 h 285"/>
                  <a:gd name="T12" fmla="*/ 2147483646 w 717"/>
                  <a:gd name="T13" fmla="*/ 2147483646 h 285"/>
                  <a:gd name="T14" fmla="*/ 2147483646 w 717"/>
                  <a:gd name="T15" fmla="*/ 2147483646 h 285"/>
                  <a:gd name="T16" fmla="*/ 2147483646 w 717"/>
                  <a:gd name="T17" fmla="*/ 2147483646 h 285"/>
                  <a:gd name="T18" fmla="*/ 2147483646 w 717"/>
                  <a:gd name="T19" fmla="*/ 2147483646 h 285"/>
                  <a:gd name="T20" fmla="*/ 2147483646 w 717"/>
                  <a:gd name="T21" fmla="*/ 2147483646 h 285"/>
                  <a:gd name="T22" fmla="*/ 2147483646 w 717"/>
                  <a:gd name="T23" fmla="*/ 2147483646 h 285"/>
                  <a:gd name="T24" fmla="*/ 2147483646 w 717"/>
                  <a:gd name="T25" fmla="*/ 2147483646 h 285"/>
                  <a:gd name="T26" fmla="*/ 2147483646 w 717"/>
                  <a:gd name="T27" fmla="*/ 2147483646 h 285"/>
                  <a:gd name="T28" fmla="*/ 2147483646 w 717"/>
                  <a:gd name="T29" fmla="*/ 2147483646 h 285"/>
                  <a:gd name="T30" fmla="*/ 2147483646 w 717"/>
                  <a:gd name="T31" fmla="*/ 2147483646 h 285"/>
                  <a:gd name="T32" fmla="*/ 2147483646 w 717"/>
                  <a:gd name="T33" fmla="*/ 2147483646 h 285"/>
                  <a:gd name="T34" fmla="*/ 2147483646 w 717"/>
                  <a:gd name="T35" fmla="*/ 2147483646 h 285"/>
                  <a:gd name="T36" fmla="*/ 2147483646 w 717"/>
                  <a:gd name="T37" fmla="*/ 2147483646 h 285"/>
                  <a:gd name="T38" fmla="*/ 2147483646 w 717"/>
                  <a:gd name="T39" fmla="*/ 2147483646 h 285"/>
                  <a:gd name="T40" fmla="*/ 2147483646 w 717"/>
                  <a:gd name="T41" fmla="*/ 2147483646 h 285"/>
                  <a:gd name="T42" fmla="*/ 2147483646 w 717"/>
                  <a:gd name="T43" fmla="*/ 2147483646 h 285"/>
                  <a:gd name="T44" fmla="*/ 2147483646 w 717"/>
                  <a:gd name="T45" fmla="*/ 2147483646 h 285"/>
                  <a:gd name="T46" fmla="*/ 2147483646 w 717"/>
                  <a:gd name="T47" fmla="*/ 2147483646 h 285"/>
                  <a:gd name="T48" fmla="*/ 2147483646 w 717"/>
                  <a:gd name="T49" fmla="*/ 2147483646 h 285"/>
                  <a:gd name="T50" fmla="*/ 2147483646 w 717"/>
                  <a:gd name="T51" fmla="*/ 2147483646 h 285"/>
                  <a:gd name="T52" fmla="*/ 2147483646 w 717"/>
                  <a:gd name="T53" fmla="*/ 2147483646 h 285"/>
                  <a:gd name="T54" fmla="*/ 2147483646 w 717"/>
                  <a:gd name="T55" fmla="*/ 2147483646 h 285"/>
                  <a:gd name="T56" fmla="*/ 2147483646 w 717"/>
                  <a:gd name="T57" fmla="*/ 2147483646 h 285"/>
                  <a:gd name="T58" fmla="*/ 2147483646 w 717"/>
                  <a:gd name="T59" fmla="*/ 2147483646 h 285"/>
                  <a:gd name="T60" fmla="*/ 2147483646 w 717"/>
                  <a:gd name="T61" fmla="*/ 2147483646 h 285"/>
                  <a:gd name="T62" fmla="*/ 2147483646 w 717"/>
                  <a:gd name="T63" fmla="*/ 2147483646 h 285"/>
                  <a:gd name="T64" fmla="*/ 2147483646 w 717"/>
                  <a:gd name="T65" fmla="*/ 2147483646 h 285"/>
                  <a:gd name="T66" fmla="*/ 2147483646 w 717"/>
                  <a:gd name="T67" fmla="*/ 2147483646 h 285"/>
                  <a:gd name="T68" fmla="*/ 2147483646 w 717"/>
                  <a:gd name="T69" fmla="*/ 2147483646 h 285"/>
                  <a:gd name="T70" fmla="*/ 2147483646 w 717"/>
                  <a:gd name="T71" fmla="*/ 2147483646 h 285"/>
                  <a:gd name="T72" fmla="*/ 2147483646 w 717"/>
                  <a:gd name="T73" fmla="*/ 2147483646 h 285"/>
                  <a:gd name="T74" fmla="*/ 2147483646 w 717"/>
                  <a:gd name="T75" fmla="*/ 2147483646 h 285"/>
                  <a:gd name="T76" fmla="*/ 2147483646 w 717"/>
                  <a:gd name="T77" fmla="*/ 2147483646 h 285"/>
                  <a:gd name="T78" fmla="*/ 2147483646 w 717"/>
                  <a:gd name="T79" fmla="*/ 2147483646 h 285"/>
                  <a:gd name="T80" fmla="*/ 2147483646 w 717"/>
                  <a:gd name="T81" fmla="*/ 2147483646 h 285"/>
                  <a:gd name="T82" fmla="*/ 2147483646 w 717"/>
                  <a:gd name="T83" fmla="*/ 2147483646 h 285"/>
                  <a:gd name="T84" fmla="*/ 2147483646 w 717"/>
                  <a:gd name="T85" fmla="*/ 2147483646 h 285"/>
                  <a:gd name="T86" fmla="*/ 2147483646 w 717"/>
                  <a:gd name="T87" fmla="*/ 2147483646 h 285"/>
                  <a:gd name="T88" fmla="*/ 2147483646 w 717"/>
                  <a:gd name="T89" fmla="*/ 2147483646 h 285"/>
                  <a:gd name="T90" fmla="*/ 2147483646 w 717"/>
                  <a:gd name="T91" fmla="*/ 2147483646 h 285"/>
                  <a:gd name="T92" fmla="*/ 2147483646 w 717"/>
                  <a:gd name="T93" fmla="*/ 2147483646 h 285"/>
                  <a:gd name="T94" fmla="*/ 2147483646 w 717"/>
                  <a:gd name="T95" fmla="*/ 2147483646 h 285"/>
                  <a:gd name="T96" fmla="*/ 2147483646 w 717"/>
                  <a:gd name="T97" fmla="*/ 2147483646 h 285"/>
                  <a:gd name="T98" fmla="*/ 2147483646 w 717"/>
                  <a:gd name="T99" fmla="*/ 2147483646 h 285"/>
                  <a:gd name="T100" fmla="*/ 2147483646 w 717"/>
                  <a:gd name="T101" fmla="*/ 2147483646 h 285"/>
                  <a:gd name="T102" fmla="*/ 2147483646 w 717"/>
                  <a:gd name="T103" fmla="*/ 2147483646 h 285"/>
                  <a:gd name="T104" fmla="*/ 2147483646 w 717"/>
                  <a:gd name="T105" fmla="*/ 2147483646 h 285"/>
                  <a:gd name="T106" fmla="*/ 2147483646 w 717"/>
                  <a:gd name="T107" fmla="*/ 2147483646 h 285"/>
                  <a:gd name="T108" fmla="*/ 2147483646 w 717"/>
                  <a:gd name="T109" fmla="*/ 2147483646 h 285"/>
                  <a:gd name="T110" fmla="*/ 2147483646 w 717"/>
                  <a:gd name="T111" fmla="*/ 2147483646 h 285"/>
                  <a:gd name="T112" fmla="*/ 2147483646 w 717"/>
                  <a:gd name="T113" fmla="*/ 2147483646 h 285"/>
                  <a:gd name="T114" fmla="*/ 2147483646 w 717"/>
                  <a:gd name="T115" fmla="*/ 2147483646 h 285"/>
                  <a:gd name="T116" fmla="*/ 2147483646 w 717"/>
                  <a:gd name="T117" fmla="*/ 2147483646 h 285"/>
                  <a:gd name="T118" fmla="*/ 2147483646 w 717"/>
                  <a:gd name="T119" fmla="*/ 2147483646 h 285"/>
                  <a:gd name="T120" fmla="*/ 2147483646 w 717"/>
                  <a:gd name="T121" fmla="*/ 2147483646 h 2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5">
                    <a:moveTo>
                      <a:pt x="0" y="285"/>
                    </a:moveTo>
                    <a:lnTo>
                      <a:pt x="27" y="285"/>
                    </a:lnTo>
                    <a:lnTo>
                      <a:pt x="54" y="285"/>
                    </a:lnTo>
                    <a:lnTo>
                      <a:pt x="78" y="285"/>
                    </a:lnTo>
                    <a:lnTo>
                      <a:pt x="99" y="285"/>
                    </a:lnTo>
                    <a:lnTo>
                      <a:pt x="121" y="285"/>
                    </a:lnTo>
                    <a:lnTo>
                      <a:pt x="140" y="285"/>
                    </a:lnTo>
                    <a:lnTo>
                      <a:pt x="158" y="285"/>
                    </a:lnTo>
                    <a:lnTo>
                      <a:pt x="175" y="285"/>
                    </a:lnTo>
                    <a:lnTo>
                      <a:pt x="191" y="285"/>
                    </a:lnTo>
                    <a:lnTo>
                      <a:pt x="204" y="285"/>
                    </a:lnTo>
                    <a:lnTo>
                      <a:pt x="217" y="285"/>
                    </a:lnTo>
                    <a:lnTo>
                      <a:pt x="229" y="285"/>
                    </a:lnTo>
                    <a:lnTo>
                      <a:pt x="240" y="285"/>
                    </a:lnTo>
                    <a:lnTo>
                      <a:pt x="249" y="285"/>
                    </a:lnTo>
                    <a:lnTo>
                      <a:pt x="259" y="285"/>
                    </a:lnTo>
                    <a:lnTo>
                      <a:pt x="266" y="285"/>
                    </a:lnTo>
                    <a:lnTo>
                      <a:pt x="273" y="285"/>
                    </a:lnTo>
                    <a:lnTo>
                      <a:pt x="281" y="285"/>
                    </a:lnTo>
                    <a:lnTo>
                      <a:pt x="285" y="285"/>
                    </a:lnTo>
                    <a:lnTo>
                      <a:pt x="291" y="285"/>
                    </a:lnTo>
                    <a:lnTo>
                      <a:pt x="295" y="285"/>
                    </a:lnTo>
                    <a:lnTo>
                      <a:pt x="300" y="285"/>
                    </a:lnTo>
                    <a:lnTo>
                      <a:pt x="303" y="285"/>
                    </a:lnTo>
                    <a:lnTo>
                      <a:pt x="306" y="285"/>
                    </a:lnTo>
                    <a:lnTo>
                      <a:pt x="308" y="284"/>
                    </a:lnTo>
                    <a:lnTo>
                      <a:pt x="311" y="284"/>
                    </a:lnTo>
                    <a:lnTo>
                      <a:pt x="313" y="284"/>
                    </a:lnTo>
                    <a:lnTo>
                      <a:pt x="315" y="284"/>
                    </a:lnTo>
                    <a:lnTo>
                      <a:pt x="318" y="284"/>
                    </a:lnTo>
                    <a:lnTo>
                      <a:pt x="319" y="284"/>
                    </a:lnTo>
                    <a:lnTo>
                      <a:pt x="321" y="284"/>
                    </a:lnTo>
                    <a:lnTo>
                      <a:pt x="323" y="284"/>
                    </a:lnTo>
                    <a:lnTo>
                      <a:pt x="325" y="284"/>
                    </a:lnTo>
                    <a:lnTo>
                      <a:pt x="327" y="284"/>
                    </a:lnTo>
                    <a:lnTo>
                      <a:pt x="329" y="284"/>
                    </a:lnTo>
                    <a:lnTo>
                      <a:pt x="331" y="282"/>
                    </a:lnTo>
                    <a:lnTo>
                      <a:pt x="332" y="282"/>
                    </a:lnTo>
                    <a:lnTo>
                      <a:pt x="333" y="282"/>
                    </a:lnTo>
                    <a:lnTo>
                      <a:pt x="335" y="282"/>
                    </a:lnTo>
                    <a:lnTo>
                      <a:pt x="336" y="282"/>
                    </a:lnTo>
                    <a:lnTo>
                      <a:pt x="337" y="282"/>
                    </a:lnTo>
                    <a:lnTo>
                      <a:pt x="338" y="282"/>
                    </a:lnTo>
                    <a:lnTo>
                      <a:pt x="339" y="282"/>
                    </a:lnTo>
                    <a:lnTo>
                      <a:pt x="341" y="282"/>
                    </a:lnTo>
                    <a:lnTo>
                      <a:pt x="342" y="282"/>
                    </a:lnTo>
                    <a:lnTo>
                      <a:pt x="343" y="282"/>
                    </a:lnTo>
                    <a:lnTo>
                      <a:pt x="344" y="282"/>
                    </a:lnTo>
                    <a:lnTo>
                      <a:pt x="345" y="281"/>
                    </a:lnTo>
                    <a:lnTo>
                      <a:pt x="347" y="281"/>
                    </a:lnTo>
                    <a:lnTo>
                      <a:pt x="348" y="281"/>
                    </a:lnTo>
                    <a:lnTo>
                      <a:pt x="349" y="281"/>
                    </a:lnTo>
                    <a:lnTo>
                      <a:pt x="350" y="281"/>
                    </a:lnTo>
                    <a:lnTo>
                      <a:pt x="351" y="281"/>
                    </a:lnTo>
                    <a:lnTo>
                      <a:pt x="353" y="281"/>
                    </a:lnTo>
                    <a:lnTo>
                      <a:pt x="354" y="281"/>
                    </a:lnTo>
                    <a:lnTo>
                      <a:pt x="355" y="280"/>
                    </a:lnTo>
                    <a:lnTo>
                      <a:pt x="356" y="280"/>
                    </a:lnTo>
                    <a:lnTo>
                      <a:pt x="357" y="280"/>
                    </a:lnTo>
                    <a:lnTo>
                      <a:pt x="359" y="280"/>
                    </a:lnTo>
                    <a:lnTo>
                      <a:pt x="361" y="280"/>
                    </a:lnTo>
                    <a:lnTo>
                      <a:pt x="362" y="279"/>
                    </a:lnTo>
                    <a:lnTo>
                      <a:pt x="365" y="279"/>
                    </a:lnTo>
                    <a:lnTo>
                      <a:pt x="366" y="279"/>
                    </a:lnTo>
                    <a:lnTo>
                      <a:pt x="368" y="279"/>
                    </a:lnTo>
                    <a:lnTo>
                      <a:pt x="369" y="279"/>
                    </a:lnTo>
                    <a:lnTo>
                      <a:pt x="372" y="278"/>
                    </a:lnTo>
                    <a:lnTo>
                      <a:pt x="373" y="278"/>
                    </a:lnTo>
                    <a:lnTo>
                      <a:pt x="374" y="278"/>
                    </a:lnTo>
                    <a:lnTo>
                      <a:pt x="375" y="278"/>
                    </a:lnTo>
                    <a:lnTo>
                      <a:pt x="378" y="278"/>
                    </a:lnTo>
                    <a:lnTo>
                      <a:pt x="379" y="278"/>
                    </a:lnTo>
                    <a:lnTo>
                      <a:pt x="380" y="276"/>
                    </a:lnTo>
                    <a:lnTo>
                      <a:pt x="381" y="276"/>
                    </a:lnTo>
                    <a:lnTo>
                      <a:pt x="383" y="276"/>
                    </a:lnTo>
                    <a:lnTo>
                      <a:pt x="384" y="276"/>
                    </a:lnTo>
                    <a:lnTo>
                      <a:pt x="385" y="276"/>
                    </a:lnTo>
                    <a:lnTo>
                      <a:pt x="386" y="275"/>
                    </a:lnTo>
                    <a:lnTo>
                      <a:pt x="387" y="275"/>
                    </a:lnTo>
                    <a:lnTo>
                      <a:pt x="389" y="275"/>
                    </a:lnTo>
                    <a:lnTo>
                      <a:pt x="390" y="275"/>
                    </a:lnTo>
                    <a:lnTo>
                      <a:pt x="391" y="274"/>
                    </a:lnTo>
                    <a:lnTo>
                      <a:pt x="392" y="274"/>
                    </a:lnTo>
                    <a:lnTo>
                      <a:pt x="393" y="274"/>
                    </a:lnTo>
                    <a:lnTo>
                      <a:pt x="395" y="274"/>
                    </a:lnTo>
                    <a:lnTo>
                      <a:pt x="396" y="273"/>
                    </a:lnTo>
                    <a:lnTo>
                      <a:pt x="397" y="273"/>
                    </a:lnTo>
                    <a:lnTo>
                      <a:pt x="398" y="273"/>
                    </a:lnTo>
                    <a:lnTo>
                      <a:pt x="399" y="272"/>
                    </a:lnTo>
                    <a:lnTo>
                      <a:pt x="402" y="272"/>
                    </a:lnTo>
                    <a:lnTo>
                      <a:pt x="403" y="270"/>
                    </a:lnTo>
                    <a:lnTo>
                      <a:pt x="405" y="270"/>
                    </a:lnTo>
                    <a:lnTo>
                      <a:pt x="407" y="269"/>
                    </a:lnTo>
                    <a:lnTo>
                      <a:pt x="409" y="269"/>
                    </a:lnTo>
                    <a:lnTo>
                      <a:pt x="411" y="268"/>
                    </a:lnTo>
                    <a:lnTo>
                      <a:pt x="414" y="268"/>
                    </a:lnTo>
                    <a:lnTo>
                      <a:pt x="415" y="267"/>
                    </a:lnTo>
                    <a:lnTo>
                      <a:pt x="417" y="267"/>
                    </a:lnTo>
                    <a:lnTo>
                      <a:pt x="419" y="266"/>
                    </a:lnTo>
                    <a:lnTo>
                      <a:pt x="421" y="266"/>
                    </a:lnTo>
                    <a:lnTo>
                      <a:pt x="422" y="264"/>
                    </a:lnTo>
                    <a:lnTo>
                      <a:pt x="423" y="264"/>
                    </a:lnTo>
                    <a:lnTo>
                      <a:pt x="426" y="264"/>
                    </a:lnTo>
                    <a:lnTo>
                      <a:pt x="427" y="263"/>
                    </a:lnTo>
                    <a:lnTo>
                      <a:pt x="428" y="263"/>
                    </a:lnTo>
                    <a:lnTo>
                      <a:pt x="429" y="262"/>
                    </a:lnTo>
                    <a:lnTo>
                      <a:pt x="431" y="262"/>
                    </a:lnTo>
                    <a:lnTo>
                      <a:pt x="432" y="262"/>
                    </a:lnTo>
                    <a:lnTo>
                      <a:pt x="433" y="261"/>
                    </a:lnTo>
                    <a:lnTo>
                      <a:pt x="434" y="261"/>
                    </a:lnTo>
                    <a:lnTo>
                      <a:pt x="435" y="260"/>
                    </a:lnTo>
                    <a:lnTo>
                      <a:pt x="437" y="260"/>
                    </a:lnTo>
                    <a:lnTo>
                      <a:pt x="438" y="260"/>
                    </a:lnTo>
                    <a:lnTo>
                      <a:pt x="439" y="258"/>
                    </a:lnTo>
                    <a:lnTo>
                      <a:pt x="440" y="258"/>
                    </a:lnTo>
                    <a:lnTo>
                      <a:pt x="441" y="257"/>
                    </a:lnTo>
                    <a:lnTo>
                      <a:pt x="443" y="257"/>
                    </a:lnTo>
                    <a:lnTo>
                      <a:pt x="444" y="256"/>
                    </a:lnTo>
                    <a:lnTo>
                      <a:pt x="445" y="256"/>
                    </a:lnTo>
                    <a:lnTo>
                      <a:pt x="446" y="255"/>
                    </a:lnTo>
                    <a:lnTo>
                      <a:pt x="447" y="255"/>
                    </a:lnTo>
                    <a:lnTo>
                      <a:pt x="449" y="254"/>
                    </a:lnTo>
                    <a:lnTo>
                      <a:pt x="451" y="252"/>
                    </a:lnTo>
                    <a:lnTo>
                      <a:pt x="452" y="252"/>
                    </a:lnTo>
                    <a:lnTo>
                      <a:pt x="455" y="251"/>
                    </a:lnTo>
                    <a:lnTo>
                      <a:pt x="456" y="250"/>
                    </a:lnTo>
                    <a:lnTo>
                      <a:pt x="458" y="249"/>
                    </a:lnTo>
                    <a:lnTo>
                      <a:pt x="459" y="249"/>
                    </a:lnTo>
                    <a:lnTo>
                      <a:pt x="462" y="248"/>
                    </a:lnTo>
                    <a:lnTo>
                      <a:pt x="463" y="246"/>
                    </a:lnTo>
                    <a:lnTo>
                      <a:pt x="464" y="246"/>
                    </a:lnTo>
                    <a:lnTo>
                      <a:pt x="465" y="245"/>
                    </a:lnTo>
                    <a:lnTo>
                      <a:pt x="468" y="245"/>
                    </a:lnTo>
                    <a:lnTo>
                      <a:pt x="469" y="244"/>
                    </a:lnTo>
                    <a:lnTo>
                      <a:pt x="470" y="244"/>
                    </a:lnTo>
                    <a:lnTo>
                      <a:pt x="471" y="243"/>
                    </a:lnTo>
                    <a:lnTo>
                      <a:pt x="473" y="242"/>
                    </a:lnTo>
                    <a:lnTo>
                      <a:pt x="474" y="242"/>
                    </a:lnTo>
                    <a:lnTo>
                      <a:pt x="475" y="240"/>
                    </a:lnTo>
                    <a:lnTo>
                      <a:pt x="476" y="240"/>
                    </a:lnTo>
                    <a:lnTo>
                      <a:pt x="477" y="239"/>
                    </a:lnTo>
                    <a:lnTo>
                      <a:pt x="479" y="239"/>
                    </a:lnTo>
                    <a:lnTo>
                      <a:pt x="480" y="238"/>
                    </a:lnTo>
                    <a:lnTo>
                      <a:pt x="481" y="238"/>
                    </a:lnTo>
                    <a:lnTo>
                      <a:pt x="481" y="237"/>
                    </a:lnTo>
                    <a:lnTo>
                      <a:pt x="482" y="237"/>
                    </a:lnTo>
                    <a:lnTo>
                      <a:pt x="483" y="237"/>
                    </a:lnTo>
                    <a:lnTo>
                      <a:pt x="485" y="236"/>
                    </a:lnTo>
                    <a:lnTo>
                      <a:pt x="486" y="236"/>
                    </a:lnTo>
                    <a:lnTo>
                      <a:pt x="487" y="234"/>
                    </a:lnTo>
                    <a:lnTo>
                      <a:pt x="488" y="233"/>
                    </a:lnTo>
                    <a:lnTo>
                      <a:pt x="489" y="233"/>
                    </a:lnTo>
                    <a:lnTo>
                      <a:pt x="491" y="232"/>
                    </a:lnTo>
                    <a:lnTo>
                      <a:pt x="493" y="231"/>
                    </a:lnTo>
                    <a:lnTo>
                      <a:pt x="494" y="231"/>
                    </a:lnTo>
                    <a:lnTo>
                      <a:pt x="495" y="230"/>
                    </a:lnTo>
                    <a:lnTo>
                      <a:pt x="498" y="228"/>
                    </a:lnTo>
                    <a:lnTo>
                      <a:pt x="499" y="227"/>
                    </a:lnTo>
                    <a:lnTo>
                      <a:pt x="500" y="227"/>
                    </a:lnTo>
                    <a:lnTo>
                      <a:pt x="501" y="226"/>
                    </a:lnTo>
                    <a:lnTo>
                      <a:pt x="504" y="225"/>
                    </a:lnTo>
                    <a:lnTo>
                      <a:pt x="505" y="225"/>
                    </a:lnTo>
                    <a:lnTo>
                      <a:pt x="506" y="224"/>
                    </a:lnTo>
                    <a:lnTo>
                      <a:pt x="507" y="224"/>
                    </a:lnTo>
                    <a:lnTo>
                      <a:pt x="507" y="222"/>
                    </a:lnTo>
                    <a:lnTo>
                      <a:pt x="509" y="222"/>
                    </a:lnTo>
                    <a:lnTo>
                      <a:pt x="510" y="221"/>
                    </a:lnTo>
                    <a:lnTo>
                      <a:pt x="511" y="221"/>
                    </a:lnTo>
                    <a:lnTo>
                      <a:pt x="511" y="220"/>
                    </a:lnTo>
                    <a:lnTo>
                      <a:pt x="512" y="220"/>
                    </a:lnTo>
                    <a:lnTo>
                      <a:pt x="513" y="220"/>
                    </a:lnTo>
                    <a:lnTo>
                      <a:pt x="515" y="219"/>
                    </a:lnTo>
                    <a:lnTo>
                      <a:pt x="516" y="218"/>
                    </a:lnTo>
                    <a:lnTo>
                      <a:pt x="517" y="218"/>
                    </a:lnTo>
                    <a:lnTo>
                      <a:pt x="518" y="216"/>
                    </a:lnTo>
                    <a:lnTo>
                      <a:pt x="519" y="216"/>
                    </a:lnTo>
                    <a:lnTo>
                      <a:pt x="519" y="215"/>
                    </a:lnTo>
                    <a:lnTo>
                      <a:pt x="521" y="215"/>
                    </a:lnTo>
                    <a:lnTo>
                      <a:pt x="522" y="214"/>
                    </a:lnTo>
                    <a:lnTo>
                      <a:pt x="523" y="214"/>
                    </a:lnTo>
                    <a:lnTo>
                      <a:pt x="523" y="213"/>
                    </a:lnTo>
                    <a:lnTo>
                      <a:pt x="524" y="213"/>
                    </a:lnTo>
                    <a:lnTo>
                      <a:pt x="525" y="212"/>
                    </a:lnTo>
                    <a:lnTo>
                      <a:pt x="527" y="210"/>
                    </a:lnTo>
                    <a:lnTo>
                      <a:pt x="528" y="210"/>
                    </a:lnTo>
                    <a:lnTo>
                      <a:pt x="529" y="209"/>
                    </a:lnTo>
                    <a:lnTo>
                      <a:pt x="531" y="208"/>
                    </a:lnTo>
                    <a:lnTo>
                      <a:pt x="533" y="208"/>
                    </a:lnTo>
                    <a:lnTo>
                      <a:pt x="534" y="207"/>
                    </a:lnTo>
                    <a:lnTo>
                      <a:pt x="535" y="206"/>
                    </a:lnTo>
                    <a:lnTo>
                      <a:pt x="536" y="204"/>
                    </a:lnTo>
                    <a:lnTo>
                      <a:pt x="537" y="204"/>
                    </a:lnTo>
                    <a:lnTo>
                      <a:pt x="539" y="203"/>
                    </a:lnTo>
                    <a:lnTo>
                      <a:pt x="540" y="202"/>
                    </a:lnTo>
                    <a:lnTo>
                      <a:pt x="541" y="202"/>
                    </a:lnTo>
                    <a:lnTo>
                      <a:pt x="541" y="201"/>
                    </a:lnTo>
                    <a:lnTo>
                      <a:pt x="542" y="201"/>
                    </a:lnTo>
                    <a:lnTo>
                      <a:pt x="543" y="200"/>
                    </a:lnTo>
                    <a:lnTo>
                      <a:pt x="545" y="200"/>
                    </a:lnTo>
                    <a:lnTo>
                      <a:pt x="545" y="198"/>
                    </a:lnTo>
                    <a:lnTo>
                      <a:pt x="546" y="198"/>
                    </a:lnTo>
                    <a:lnTo>
                      <a:pt x="547" y="197"/>
                    </a:lnTo>
                    <a:lnTo>
                      <a:pt x="548" y="196"/>
                    </a:lnTo>
                    <a:lnTo>
                      <a:pt x="549" y="196"/>
                    </a:lnTo>
                    <a:lnTo>
                      <a:pt x="551" y="195"/>
                    </a:lnTo>
                    <a:lnTo>
                      <a:pt x="552" y="194"/>
                    </a:lnTo>
                    <a:lnTo>
                      <a:pt x="553" y="192"/>
                    </a:lnTo>
                    <a:lnTo>
                      <a:pt x="554" y="192"/>
                    </a:lnTo>
                    <a:lnTo>
                      <a:pt x="555" y="191"/>
                    </a:lnTo>
                    <a:lnTo>
                      <a:pt x="555" y="190"/>
                    </a:lnTo>
                    <a:lnTo>
                      <a:pt x="557" y="190"/>
                    </a:lnTo>
                    <a:lnTo>
                      <a:pt x="558" y="189"/>
                    </a:lnTo>
                    <a:lnTo>
                      <a:pt x="559" y="189"/>
                    </a:lnTo>
                    <a:lnTo>
                      <a:pt x="559" y="188"/>
                    </a:lnTo>
                    <a:lnTo>
                      <a:pt x="560" y="188"/>
                    </a:lnTo>
                    <a:lnTo>
                      <a:pt x="560" y="186"/>
                    </a:lnTo>
                    <a:lnTo>
                      <a:pt x="561" y="186"/>
                    </a:lnTo>
                    <a:lnTo>
                      <a:pt x="561" y="185"/>
                    </a:lnTo>
                    <a:lnTo>
                      <a:pt x="563" y="185"/>
                    </a:lnTo>
                    <a:lnTo>
                      <a:pt x="564" y="184"/>
                    </a:lnTo>
                    <a:lnTo>
                      <a:pt x="565" y="184"/>
                    </a:lnTo>
                    <a:lnTo>
                      <a:pt x="565" y="183"/>
                    </a:lnTo>
                    <a:lnTo>
                      <a:pt x="566" y="183"/>
                    </a:lnTo>
                    <a:lnTo>
                      <a:pt x="567" y="182"/>
                    </a:lnTo>
                    <a:lnTo>
                      <a:pt x="569" y="180"/>
                    </a:lnTo>
                    <a:lnTo>
                      <a:pt x="570" y="180"/>
                    </a:lnTo>
                    <a:lnTo>
                      <a:pt x="571" y="179"/>
                    </a:lnTo>
                    <a:lnTo>
                      <a:pt x="572" y="178"/>
                    </a:lnTo>
                    <a:lnTo>
                      <a:pt x="573" y="177"/>
                    </a:lnTo>
                    <a:lnTo>
                      <a:pt x="575" y="177"/>
                    </a:lnTo>
                    <a:lnTo>
                      <a:pt x="576" y="176"/>
                    </a:lnTo>
                    <a:lnTo>
                      <a:pt x="577" y="176"/>
                    </a:lnTo>
                    <a:lnTo>
                      <a:pt x="577" y="174"/>
                    </a:lnTo>
                    <a:lnTo>
                      <a:pt x="578" y="174"/>
                    </a:lnTo>
                    <a:lnTo>
                      <a:pt x="579" y="173"/>
                    </a:lnTo>
                    <a:lnTo>
                      <a:pt x="581" y="172"/>
                    </a:lnTo>
                    <a:lnTo>
                      <a:pt x="582" y="172"/>
                    </a:lnTo>
                    <a:lnTo>
                      <a:pt x="583" y="171"/>
                    </a:lnTo>
                    <a:lnTo>
                      <a:pt x="584" y="170"/>
                    </a:lnTo>
                    <a:lnTo>
                      <a:pt x="585" y="170"/>
                    </a:lnTo>
                    <a:lnTo>
                      <a:pt x="587" y="168"/>
                    </a:lnTo>
                    <a:lnTo>
                      <a:pt x="588" y="167"/>
                    </a:lnTo>
                    <a:lnTo>
                      <a:pt x="589" y="167"/>
                    </a:lnTo>
                    <a:lnTo>
                      <a:pt x="589" y="166"/>
                    </a:lnTo>
                    <a:lnTo>
                      <a:pt x="590" y="166"/>
                    </a:lnTo>
                    <a:lnTo>
                      <a:pt x="590" y="165"/>
                    </a:lnTo>
                    <a:lnTo>
                      <a:pt x="591" y="165"/>
                    </a:lnTo>
                    <a:lnTo>
                      <a:pt x="591" y="164"/>
                    </a:lnTo>
                    <a:lnTo>
                      <a:pt x="593" y="164"/>
                    </a:lnTo>
                    <a:lnTo>
                      <a:pt x="593" y="162"/>
                    </a:lnTo>
                    <a:lnTo>
                      <a:pt x="594" y="162"/>
                    </a:lnTo>
                    <a:lnTo>
                      <a:pt x="594" y="161"/>
                    </a:lnTo>
                    <a:lnTo>
                      <a:pt x="595" y="161"/>
                    </a:lnTo>
                    <a:lnTo>
                      <a:pt x="595" y="160"/>
                    </a:lnTo>
                    <a:lnTo>
                      <a:pt x="596" y="159"/>
                    </a:lnTo>
                    <a:lnTo>
                      <a:pt x="597" y="159"/>
                    </a:lnTo>
                    <a:lnTo>
                      <a:pt x="599" y="158"/>
                    </a:lnTo>
                    <a:lnTo>
                      <a:pt x="599" y="156"/>
                    </a:lnTo>
                    <a:lnTo>
                      <a:pt x="600" y="155"/>
                    </a:lnTo>
                    <a:lnTo>
                      <a:pt x="601" y="154"/>
                    </a:lnTo>
                    <a:lnTo>
                      <a:pt x="602" y="153"/>
                    </a:lnTo>
                    <a:lnTo>
                      <a:pt x="603" y="152"/>
                    </a:lnTo>
                    <a:lnTo>
                      <a:pt x="605" y="150"/>
                    </a:lnTo>
                    <a:lnTo>
                      <a:pt x="606" y="149"/>
                    </a:lnTo>
                    <a:lnTo>
                      <a:pt x="607" y="148"/>
                    </a:lnTo>
                    <a:lnTo>
                      <a:pt x="607" y="147"/>
                    </a:lnTo>
                    <a:lnTo>
                      <a:pt x="608" y="147"/>
                    </a:lnTo>
                    <a:lnTo>
                      <a:pt x="609" y="146"/>
                    </a:lnTo>
                    <a:lnTo>
                      <a:pt x="609" y="144"/>
                    </a:lnTo>
                    <a:lnTo>
                      <a:pt x="611" y="144"/>
                    </a:lnTo>
                    <a:lnTo>
                      <a:pt x="612" y="143"/>
                    </a:lnTo>
                    <a:lnTo>
                      <a:pt x="612" y="142"/>
                    </a:lnTo>
                    <a:lnTo>
                      <a:pt x="613" y="142"/>
                    </a:lnTo>
                    <a:lnTo>
                      <a:pt x="613" y="141"/>
                    </a:lnTo>
                    <a:lnTo>
                      <a:pt x="614" y="141"/>
                    </a:lnTo>
                    <a:lnTo>
                      <a:pt x="614" y="140"/>
                    </a:lnTo>
                    <a:lnTo>
                      <a:pt x="615" y="138"/>
                    </a:lnTo>
                    <a:lnTo>
                      <a:pt x="617" y="137"/>
                    </a:lnTo>
                    <a:lnTo>
                      <a:pt x="618" y="136"/>
                    </a:lnTo>
                    <a:lnTo>
                      <a:pt x="619" y="135"/>
                    </a:lnTo>
                    <a:lnTo>
                      <a:pt x="619" y="134"/>
                    </a:lnTo>
                    <a:lnTo>
                      <a:pt x="620" y="134"/>
                    </a:lnTo>
                    <a:lnTo>
                      <a:pt x="621" y="132"/>
                    </a:lnTo>
                    <a:lnTo>
                      <a:pt x="623" y="131"/>
                    </a:lnTo>
                    <a:lnTo>
                      <a:pt x="623" y="130"/>
                    </a:lnTo>
                    <a:lnTo>
                      <a:pt x="624" y="129"/>
                    </a:lnTo>
                    <a:lnTo>
                      <a:pt x="625" y="128"/>
                    </a:lnTo>
                    <a:lnTo>
                      <a:pt x="626" y="126"/>
                    </a:lnTo>
                    <a:lnTo>
                      <a:pt x="627" y="124"/>
                    </a:lnTo>
                    <a:lnTo>
                      <a:pt x="629" y="123"/>
                    </a:lnTo>
                    <a:lnTo>
                      <a:pt x="630" y="122"/>
                    </a:lnTo>
                    <a:lnTo>
                      <a:pt x="631" y="119"/>
                    </a:lnTo>
                    <a:lnTo>
                      <a:pt x="632" y="118"/>
                    </a:lnTo>
                    <a:lnTo>
                      <a:pt x="633" y="117"/>
                    </a:lnTo>
                    <a:lnTo>
                      <a:pt x="635" y="116"/>
                    </a:lnTo>
                    <a:lnTo>
                      <a:pt x="636" y="114"/>
                    </a:lnTo>
                    <a:lnTo>
                      <a:pt x="637" y="113"/>
                    </a:lnTo>
                    <a:lnTo>
                      <a:pt x="638" y="112"/>
                    </a:lnTo>
                    <a:lnTo>
                      <a:pt x="639" y="111"/>
                    </a:lnTo>
                    <a:lnTo>
                      <a:pt x="639" y="110"/>
                    </a:lnTo>
                    <a:lnTo>
                      <a:pt x="641" y="108"/>
                    </a:lnTo>
                    <a:lnTo>
                      <a:pt x="642" y="107"/>
                    </a:lnTo>
                    <a:lnTo>
                      <a:pt x="643" y="106"/>
                    </a:lnTo>
                    <a:lnTo>
                      <a:pt x="644" y="105"/>
                    </a:lnTo>
                    <a:lnTo>
                      <a:pt x="644" y="104"/>
                    </a:lnTo>
                    <a:lnTo>
                      <a:pt x="645" y="104"/>
                    </a:lnTo>
                    <a:lnTo>
                      <a:pt x="645" y="102"/>
                    </a:lnTo>
                    <a:lnTo>
                      <a:pt x="647" y="101"/>
                    </a:lnTo>
                    <a:lnTo>
                      <a:pt x="647" y="100"/>
                    </a:lnTo>
                    <a:lnTo>
                      <a:pt x="648" y="99"/>
                    </a:lnTo>
                    <a:lnTo>
                      <a:pt x="649" y="98"/>
                    </a:lnTo>
                    <a:lnTo>
                      <a:pt x="650" y="96"/>
                    </a:lnTo>
                    <a:lnTo>
                      <a:pt x="651" y="95"/>
                    </a:lnTo>
                    <a:lnTo>
                      <a:pt x="653" y="94"/>
                    </a:lnTo>
                    <a:lnTo>
                      <a:pt x="653" y="92"/>
                    </a:lnTo>
                    <a:lnTo>
                      <a:pt x="654" y="90"/>
                    </a:lnTo>
                    <a:lnTo>
                      <a:pt x="655" y="89"/>
                    </a:lnTo>
                    <a:lnTo>
                      <a:pt x="656" y="88"/>
                    </a:lnTo>
                    <a:lnTo>
                      <a:pt x="657" y="86"/>
                    </a:lnTo>
                    <a:lnTo>
                      <a:pt x="659" y="84"/>
                    </a:lnTo>
                    <a:lnTo>
                      <a:pt x="660" y="82"/>
                    </a:lnTo>
                    <a:lnTo>
                      <a:pt x="661" y="81"/>
                    </a:lnTo>
                    <a:lnTo>
                      <a:pt x="662" y="78"/>
                    </a:lnTo>
                    <a:lnTo>
                      <a:pt x="663" y="77"/>
                    </a:lnTo>
                    <a:lnTo>
                      <a:pt x="665" y="75"/>
                    </a:lnTo>
                    <a:lnTo>
                      <a:pt x="666" y="74"/>
                    </a:lnTo>
                    <a:lnTo>
                      <a:pt x="667" y="72"/>
                    </a:lnTo>
                    <a:lnTo>
                      <a:pt x="668" y="71"/>
                    </a:lnTo>
                    <a:lnTo>
                      <a:pt x="669" y="70"/>
                    </a:lnTo>
                    <a:lnTo>
                      <a:pt x="669" y="69"/>
                    </a:lnTo>
                    <a:lnTo>
                      <a:pt x="671" y="68"/>
                    </a:lnTo>
                    <a:lnTo>
                      <a:pt x="672" y="66"/>
                    </a:lnTo>
                    <a:lnTo>
                      <a:pt x="672" y="65"/>
                    </a:lnTo>
                    <a:lnTo>
                      <a:pt x="673" y="64"/>
                    </a:lnTo>
                    <a:lnTo>
                      <a:pt x="674" y="63"/>
                    </a:lnTo>
                    <a:lnTo>
                      <a:pt x="675" y="62"/>
                    </a:lnTo>
                    <a:lnTo>
                      <a:pt x="675" y="60"/>
                    </a:lnTo>
                    <a:lnTo>
                      <a:pt x="677" y="59"/>
                    </a:lnTo>
                    <a:lnTo>
                      <a:pt x="678" y="58"/>
                    </a:lnTo>
                    <a:lnTo>
                      <a:pt x="678" y="57"/>
                    </a:lnTo>
                    <a:lnTo>
                      <a:pt x="679" y="56"/>
                    </a:lnTo>
                    <a:lnTo>
                      <a:pt x="680" y="54"/>
                    </a:lnTo>
                    <a:lnTo>
                      <a:pt x="680" y="53"/>
                    </a:lnTo>
                    <a:lnTo>
                      <a:pt x="681" y="52"/>
                    </a:lnTo>
                    <a:lnTo>
                      <a:pt x="683" y="51"/>
                    </a:lnTo>
                    <a:lnTo>
                      <a:pt x="684" y="50"/>
                    </a:lnTo>
                    <a:lnTo>
                      <a:pt x="685" y="48"/>
                    </a:lnTo>
                    <a:lnTo>
                      <a:pt x="686" y="47"/>
                    </a:lnTo>
                    <a:lnTo>
                      <a:pt x="687" y="45"/>
                    </a:lnTo>
                    <a:lnTo>
                      <a:pt x="689" y="44"/>
                    </a:lnTo>
                    <a:lnTo>
                      <a:pt x="690" y="41"/>
                    </a:lnTo>
                    <a:lnTo>
                      <a:pt x="691" y="40"/>
                    </a:lnTo>
                    <a:lnTo>
                      <a:pt x="692" y="38"/>
                    </a:lnTo>
                    <a:lnTo>
                      <a:pt x="693" y="35"/>
                    </a:lnTo>
                    <a:lnTo>
                      <a:pt x="695" y="34"/>
                    </a:lnTo>
                    <a:lnTo>
                      <a:pt x="696" y="33"/>
                    </a:lnTo>
                    <a:lnTo>
                      <a:pt x="697" y="30"/>
                    </a:lnTo>
                    <a:lnTo>
                      <a:pt x="698" y="29"/>
                    </a:lnTo>
                    <a:lnTo>
                      <a:pt x="699" y="28"/>
                    </a:lnTo>
                    <a:lnTo>
                      <a:pt x="701" y="27"/>
                    </a:lnTo>
                    <a:lnTo>
                      <a:pt x="701" y="26"/>
                    </a:lnTo>
                    <a:lnTo>
                      <a:pt x="702" y="24"/>
                    </a:lnTo>
                    <a:lnTo>
                      <a:pt x="703" y="23"/>
                    </a:lnTo>
                    <a:lnTo>
                      <a:pt x="703" y="22"/>
                    </a:lnTo>
                    <a:lnTo>
                      <a:pt x="704" y="21"/>
                    </a:lnTo>
                    <a:lnTo>
                      <a:pt x="705" y="20"/>
                    </a:lnTo>
                    <a:lnTo>
                      <a:pt x="705" y="18"/>
                    </a:lnTo>
                    <a:lnTo>
                      <a:pt x="707" y="17"/>
                    </a:lnTo>
                    <a:lnTo>
                      <a:pt x="707" y="16"/>
                    </a:lnTo>
                    <a:lnTo>
                      <a:pt x="708" y="16"/>
                    </a:lnTo>
                    <a:lnTo>
                      <a:pt x="708" y="15"/>
                    </a:lnTo>
                    <a:lnTo>
                      <a:pt x="709" y="14"/>
                    </a:lnTo>
                    <a:lnTo>
                      <a:pt x="709" y="12"/>
                    </a:lnTo>
                    <a:lnTo>
                      <a:pt x="710" y="11"/>
                    </a:lnTo>
                    <a:lnTo>
                      <a:pt x="711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6"/>
                    </a:lnTo>
                    <a:lnTo>
                      <a:pt x="714" y="4"/>
                    </a:lnTo>
                    <a:lnTo>
                      <a:pt x="715" y="3"/>
                    </a:lnTo>
                    <a:lnTo>
                      <a:pt x="716" y="2"/>
                    </a:lnTo>
                    <a:lnTo>
                      <a:pt x="71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2" name="Freeform 211">
                <a:extLst>
                  <a:ext uri="{FF2B5EF4-FFF2-40B4-BE49-F238E27FC236}">
                    <a16:creationId xmlns:a16="http://schemas.microsoft.com/office/drawing/2014/main" id="{48B117E9-28BD-4BAC-B602-D0D120C6D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554413"/>
                <a:ext cx="66675" cy="227012"/>
              </a:xfrm>
              <a:custGeom>
                <a:avLst/>
                <a:gdLst>
                  <a:gd name="T0" fmla="*/ 2147483646 w 85"/>
                  <a:gd name="T1" fmla="*/ 2147483646 h 286"/>
                  <a:gd name="T2" fmla="*/ 2147483646 w 85"/>
                  <a:gd name="T3" fmla="*/ 2147483646 h 286"/>
                  <a:gd name="T4" fmla="*/ 2147483646 w 85"/>
                  <a:gd name="T5" fmla="*/ 2147483646 h 286"/>
                  <a:gd name="T6" fmla="*/ 2147483646 w 85"/>
                  <a:gd name="T7" fmla="*/ 2147483646 h 286"/>
                  <a:gd name="T8" fmla="*/ 2147483646 w 85"/>
                  <a:gd name="T9" fmla="*/ 2147483646 h 286"/>
                  <a:gd name="T10" fmla="*/ 2147483646 w 85"/>
                  <a:gd name="T11" fmla="*/ 2147483646 h 286"/>
                  <a:gd name="T12" fmla="*/ 2147483646 w 85"/>
                  <a:gd name="T13" fmla="*/ 2147483646 h 286"/>
                  <a:gd name="T14" fmla="*/ 2147483646 w 85"/>
                  <a:gd name="T15" fmla="*/ 2147483646 h 286"/>
                  <a:gd name="T16" fmla="*/ 2147483646 w 85"/>
                  <a:gd name="T17" fmla="*/ 2147483646 h 286"/>
                  <a:gd name="T18" fmla="*/ 2147483646 w 85"/>
                  <a:gd name="T19" fmla="*/ 2147483646 h 286"/>
                  <a:gd name="T20" fmla="*/ 2147483646 w 85"/>
                  <a:gd name="T21" fmla="*/ 2147483646 h 286"/>
                  <a:gd name="T22" fmla="*/ 2147483646 w 85"/>
                  <a:gd name="T23" fmla="*/ 2147483646 h 286"/>
                  <a:gd name="T24" fmla="*/ 2147483646 w 85"/>
                  <a:gd name="T25" fmla="*/ 2147483646 h 286"/>
                  <a:gd name="T26" fmla="*/ 2147483646 w 85"/>
                  <a:gd name="T27" fmla="*/ 2147483646 h 286"/>
                  <a:gd name="T28" fmla="*/ 2147483646 w 85"/>
                  <a:gd name="T29" fmla="*/ 2147483646 h 286"/>
                  <a:gd name="T30" fmla="*/ 2147483646 w 85"/>
                  <a:gd name="T31" fmla="*/ 2147483646 h 286"/>
                  <a:gd name="T32" fmla="*/ 2147483646 w 85"/>
                  <a:gd name="T33" fmla="*/ 2147483646 h 286"/>
                  <a:gd name="T34" fmla="*/ 2147483646 w 85"/>
                  <a:gd name="T35" fmla="*/ 2147483646 h 286"/>
                  <a:gd name="T36" fmla="*/ 2147483646 w 85"/>
                  <a:gd name="T37" fmla="*/ 2147483646 h 286"/>
                  <a:gd name="T38" fmla="*/ 2147483646 w 85"/>
                  <a:gd name="T39" fmla="*/ 2147483646 h 286"/>
                  <a:gd name="T40" fmla="*/ 2147483646 w 85"/>
                  <a:gd name="T41" fmla="*/ 2147483646 h 286"/>
                  <a:gd name="T42" fmla="*/ 2147483646 w 85"/>
                  <a:gd name="T43" fmla="*/ 2147483646 h 286"/>
                  <a:gd name="T44" fmla="*/ 2147483646 w 85"/>
                  <a:gd name="T45" fmla="*/ 2147483646 h 286"/>
                  <a:gd name="T46" fmla="*/ 2147483646 w 85"/>
                  <a:gd name="T47" fmla="*/ 2147483646 h 286"/>
                  <a:gd name="T48" fmla="*/ 2147483646 w 85"/>
                  <a:gd name="T49" fmla="*/ 2147483646 h 286"/>
                  <a:gd name="T50" fmla="*/ 2147483646 w 85"/>
                  <a:gd name="T51" fmla="*/ 2147483646 h 286"/>
                  <a:gd name="T52" fmla="*/ 2147483646 w 85"/>
                  <a:gd name="T53" fmla="*/ 2147483646 h 286"/>
                  <a:gd name="T54" fmla="*/ 2147483646 w 85"/>
                  <a:gd name="T55" fmla="*/ 2147483646 h 286"/>
                  <a:gd name="T56" fmla="*/ 2147483646 w 85"/>
                  <a:gd name="T57" fmla="*/ 2147483646 h 286"/>
                  <a:gd name="T58" fmla="*/ 2147483646 w 85"/>
                  <a:gd name="T59" fmla="*/ 2147483646 h 286"/>
                  <a:gd name="T60" fmla="*/ 2147483646 w 85"/>
                  <a:gd name="T61" fmla="*/ 2147483646 h 286"/>
                  <a:gd name="T62" fmla="*/ 2147483646 w 85"/>
                  <a:gd name="T63" fmla="*/ 2147483646 h 286"/>
                  <a:gd name="T64" fmla="*/ 2147483646 w 85"/>
                  <a:gd name="T65" fmla="*/ 2147483646 h 286"/>
                  <a:gd name="T66" fmla="*/ 2147483646 w 85"/>
                  <a:gd name="T67" fmla="*/ 2147483646 h 286"/>
                  <a:gd name="T68" fmla="*/ 2147483646 w 85"/>
                  <a:gd name="T69" fmla="*/ 2147483646 h 286"/>
                  <a:gd name="T70" fmla="*/ 2147483646 w 85"/>
                  <a:gd name="T71" fmla="*/ 2147483646 h 286"/>
                  <a:gd name="T72" fmla="*/ 2147483646 w 85"/>
                  <a:gd name="T73" fmla="*/ 2147483646 h 286"/>
                  <a:gd name="T74" fmla="*/ 2147483646 w 85"/>
                  <a:gd name="T75" fmla="*/ 2147483646 h 286"/>
                  <a:gd name="T76" fmla="*/ 2147483646 w 85"/>
                  <a:gd name="T77" fmla="*/ 2147483646 h 286"/>
                  <a:gd name="T78" fmla="*/ 2147483646 w 85"/>
                  <a:gd name="T79" fmla="*/ 2147483646 h 286"/>
                  <a:gd name="T80" fmla="*/ 2147483646 w 85"/>
                  <a:gd name="T81" fmla="*/ 2147483646 h 286"/>
                  <a:gd name="T82" fmla="*/ 2147483646 w 85"/>
                  <a:gd name="T83" fmla="*/ 2147483646 h 286"/>
                  <a:gd name="T84" fmla="*/ 2147483646 w 85"/>
                  <a:gd name="T85" fmla="*/ 2147483646 h 286"/>
                  <a:gd name="T86" fmla="*/ 2147483646 w 85"/>
                  <a:gd name="T87" fmla="*/ 2147483646 h 286"/>
                  <a:gd name="T88" fmla="*/ 2147483646 w 85"/>
                  <a:gd name="T89" fmla="*/ 2147483646 h 286"/>
                  <a:gd name="T90" fmla="*/ 2147483646 w 85"/>
                  <a:gd name="T91" fmla="*/ 2147483646 h 286"/>
                  <a:gd name="T92" fmla="*/ 2147483646 w 85"/>
                  <a:gd name="T93" fmla="*/ 2147483646 h 286"/>
                  <a:gd name="T94" fmla="*/ 2147483646 w 85"/>
                  <a:gd name="T95" fmla="*/ 2147483646 h 286"/>
                  <a:gd name="T96" fmla="*/ 2147483646 w 85"/>
                  <a:gd name="T97" fmla="*/ 2147483646 h 286"/>
                  <a:gd name="T98" fmla="*/ 2147483646 w 85"/>
                  <a:gd name="T99" fmla="*/ 2147483646 h 286"/>
                  <a:gd name="T100" fmla="*/ 2147483646 w 85"/>
                  <a:gd name="T101" fmla="*/ 2147483646 h 286"/>
                  <a:gd name="T102" fmla="*/ 2147483646 w 85"/>
                  <a:gd name="T103" fmla="*/ 2147483646 h 286"/>
                  <a:gd name="T104" fmla="*/ 2147483646 w 85"/>
                  <a:gd name="T105" fmla="*/ 2147483646 h 286"/>
                  <a:gd name="T106" fmla="*/ 2147483646 w 85"/>
                  <a:gd name="T107" fmla="*/ 2147483646 h 286"/>
                  <a:gd name="T108" fmla="*/ 2147483646 w 85"/>
                  <a:gd name="T109" fmla="*/ 2147483646 h 286"/>
                  <a:gd name="T110" fmla="*/ 2147483646 w 85"/>
                  <a:gd name="T111" fmla="*/ 2147483646 h 286"/>
                  <a:gd name="T112" fmla="*/ 2147483646 w 85"/>
                  <a:gd name="T113" fmla="*/ 2147483646 h 2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6">
                    <a:moveTo>
                      <a:pt x="0" y="0"/>
                    </a:moveTo>
                    <a:lnTo>
                      <a:pt x="1" y="2"/>
                    </a:lnTo>
                    <a:lnTo>
                      <a:pt x="3" y="6"/>
                    </a:lnTo>
                    <a:lnTo>
                      <a:pt x="4" y="8"/>
                    </a:lnTo>
                    <a:lnTo>
                      <a:pt x="6" y="10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10" y="18"/>
                    </a:lnTo>
                    <a:lnTo>
                      <a:pt x="10" y="20"/>
                    </a:lnTo>
                    <a:lnTo>
                      <a:pt x="12" y="21"/>
                    </a:lnTo>
                    <a:lnTo>
                      <a:pt x="13" y="24"/>
                    </a:lnTo>
                    <a:lnTo>
                      <a:pt x="14" y="25"/>
                    </a:lnTo>
                    <a:lnTo>
                      <a:pt x="15" y="26"/>
                    </a:lnTo>
                    <a:lnTo>
                      <a:pt x="15" y="28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2"/>
                    </a:lnTo>
                    <a:lnTo>
                      <a:pt x="19" y="33"/>
                    </a:lnTo>
                    <a:lnTo>
                      <a:pt x="19" y="34"/>
                    </a:lnTo>
                    <a:lnTo>
                      <a:pt x="19" y="36"/>
                    </a:lnTo>
                    <a:lnTo>
                      <a:pt x="20" y="37"/>
                    </a:lnTo>
                    <a:lnTo>
                      <a:pt x="20" y="38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2" y="42"/>
                    </a:lnTo>
                    <a:lnTo>
                      <a:pt x="24" y="43"/>
                    </a:lnTo>
                    <a:lnTo>
                      <a:pt x="24" y="45"/>
                    </a:lnTo>
                    <a:lnTo>
                      <a:pt x="24" y="46"/>
                    </a:lnTo>
                    <a:lnTo>
                      <a:pt x="25" y="48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7" y="54"/>
                    </a:lnTo>
                    <a:lnTo>
                      <a:pt x="28" y="55"/>
                    </a:lnTo>
                    <a:lnTo>
                      <a:pt x="28" y="56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0" y="61"/>
                    </a:lnTo>
                    <a:lnTo>
                      <a:pt x="31" y="62"/>
                    </a:lnTo>
                    <a:lnTo>
                      <a:pt x="31" y="63"/>
                    </a:lnTo>
                    <a:lnTo>
                      <a:pt x="32" y="63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3" y="67"/>
                    </a:lnTo>
                    <a:lnTo>
                      <a:pt x="33" y="68"/>
                    </a:lnTo>
                    <a:lnTo>
                      <a:pt x="33" y="69"/>
                    </a:lnTo>
                    <a:lnTo>
                      <a:pt x="34" y="70"/>
                    </a:lnTo>
                    <a:lnTo>
                      <a:pt x="34" y="72"/>
                    </a:lnTo>
                    <a:lnTo>
                      <a:pt x="34" y="73"/>
                    </a:lnTo>
                    <a:lnTo>
                      <a:pt x="36" y="73"/>
                    </a:lnTo>
                    <a:lnTo>
                      <a:pt x="36" y="74"/>
                    </a:lnTo>
                    <a:lnTo>
                      <a:pt x="36" y="75"/>
                    </a:lnTo>
                    <a:lnTo>
                      <a:pt x="37" y="76"/>
                    </a:lnTo>
                    <a:lnTo>
                      <a:pt x="37" y="78"/>
                    </a:lnTo>
                    <a:lnTo>
                      <a:pt x="37" y="79"/>
                    </a:lnTo>
                    <a:lnTo>
                      <a:pt x="38" y="80"/>
                    </a:lnTo>
                    <a:lnTo>
                      <a:pt x="38" y="81"/>
                    </a:lnTo>
                    <a:lnTo>
                      <a:pt x="39" y="82"/>
                    </a:lnTo>
                    <a:lnTo>
                      <a:pt x="39" y="85"/>
                    </a:lnTo>
                    <a:lnTo>
                      <a:pt x="40" y="86"/>
                    </a:lnTo>
                    <a:lnTo>
                      <a:pt x="40" y="87"/>
                    </a:lnTo>
                    <a:lnTo>
                      <a:pt x="42" y="90"/>
                    </a:lnTo>
                    <a:lnTo>
                      <a:pt x="42" y="92"/>
                    </a:lnTo>
                    <a:lnTo>
                      <a:pt x="43" y="93"/>
                    </a:lnTo>
                    <a:lnTo>
                      <a:pt x="44" y="96"/>
                    </a:lnTo>
                    <a:lnTo>
                      <a:pt x="44" y="97"/>
                    </a:lnTo>
                    <a:lnTo>
                      <a:pt x="45" y="99"/>
                    </a:lnTo>
                    <a:lnTo>
                      <a:pt x="45" y="100"/>
                    </a:lnTo>
                    <a:lnTo>
                      <a:pt x="46" y="102"/>
                    </a:lnTo>
                    <a:lnTo>
                      <a:pt x="46" y="103"/>
                    </a:lnTo>
                    <a:lnTo>
                      <a:pt x="48" y="104"/>
                    </a:lnTo>
                    <a:lnTo>
                      <a:pt x="48" y="105"/>
                    </a:lnTo>
                    <a:lnTo>
                      <a:pt x="48" y="106"/>
                    </a:lnTo>
                    <a:lnTo>
                      <a:pt x="49" y="108"/>
                    </a:lnTo>
                    <a:lnTo>
                      <a:pt x="49" y="109"/>
                    </a:lnTo>
                    <a:lnTo>
                      <a:pt x="49" y="110"/>
                    </a:lnTo>
                    <a:lnTo>
                      <a:pt x="50" y="111"/>
                    </a:lnTo>
                    <a:lnTo>
                      <a:pt x="50" y="112"/>
                    </a:lnTo>
                    <a:lnTo>
                      <a:pt x="50" y="114"/>
                    </a:lnTo>
                    <a:lnTo>
                      <a:pt x="51" y="115"/>
                    </a:lnTo>
                    <a:lnTo>
                      <a:pt x="51" y="116"/>
                    </a:lnTo>
                    <a:lnTo>
                      <a:pt x="51" y="117"/>
                    </a:lnTo>
                    <a:lnTo>
                      <a:pt x="52" y="118"/>
                    </a:lnTo>
                    <a:lnTo>
                      <a:pt x="52" y="120"/>
                    </a:lnTo>
                    <a:lnTo>
                      <a:pt x="52" y="121"/>
                    </a:lnTo>
                    <a:lnTo>
                      <a:pt x="54" y="122"/>
                    </a:lnTo>
                    <a:lnTo>
                      <a:pt x="54" y="123"/>
                    </a:lnTo>
                    <a:lnTo>
                      <a:pt x="54" y="124"/>
                    </a:lnTo>
                    <a:lnTo>
                      <a:pt x="55" y="127"/>
                    </a:lnTo>
                    <a:lnTo>
                      <a:pt x="55" y="128"/>
                    </a:lnTo>
                    <a:lnTo>
                      <a:pt x="56" y="129"/>
                    </a:lnTo>
                    <a:lnTo>
                      <a:pt x="56" y="132"/>
                    </a:lnTo>
                    <a:lnTo>
                      <a:pt x="57" y="133"/>
                    </a:lnTo>
                    <a:lnTo>
                      <a:pt x="57" y="135"/>
                    </a:lnTo>
                    <a:lnTo>
                      <a:pt x="58" y="138"/>
                    </a:lnTo>
                    <a:lnTo>
                      <a:pt x="58" y="139"/>
                    </a:lnTo>
                    <a:lnTo>
                      <a:pt x="60" y="141"/>
                    </a:lnTo>
                    <a:lnTo>
                      <a:pt x="60" y="142"/>
                    </a:lnTo>
                    <a:lnTo>
                      <a:pt x="60" y="144"/>
                    </a:lnTo>
                    <a:lnTo>
                      <a:pt x="61" y="145"/>
                    </a:lnTo>
                    <a:lnTo>
                      <a:pt x="61" y="147"/>
                    </a:lnTo>
                    <a:lnTo>
                      <a:pt x="61" y="148"/>
                    </a:lnTo>
                    <a:lnTo>
                      <a:pt x="62" y="150"/>
                    </a:lnTo>
                    <a:lnTo>
                      <a:pt x="62" y="151"/>
                    </a:lnTo>
                    <a:lnTo>
                      <a:pt x="62" y="152"/>
                    </a:lnTo>
                    <a:lnTo>
                      <a:pt x="63" y="153"/>
                    </a:lnTo>
                    <a:lnTo>
                      <a:pt x="63" y="154"/>
                    </a:lnTo>
                    <a:lnTo>
                      <a:pt x="63" y="156"/>
                    </a:lnTo>
                    <a:lnTo>
                      <a:pt x="64" y="157"/>
                    </a:lnTo>
                    <a:lnTo>
                      <a:pt x="64" y="158"/>
                    </a:lnTo>
                    <a:lnTo>
                      <a:pt x="64" y="159"/>
                    </a:lnTo>
                    <a:lnTo>
                      <a:pt x="64" y="160"/>
                    </a:lnTo>
                    <a:lnTo>
                      <a:pt x="66" y="162"/>
                    </a:lnTo>
                    <a:lnTo>
                      <a:pt x="66" y="163"/>
                    </a:lnTo>
                    <a:lnTo>
                      <a:pt x="67" y="164"/>
                    </a:lnTo>
                    <a:lnTo>
                      <a:pt x="67" y="165"/>
                    </a:lnTo>
                    <a:lnTo>
                      <a:pt x="67" y="168"/>
                    </a:lnTo>
                    <a:lnTo>
                      <a:pt x="68" y="169"/>
                    </a:lnTo>
                    <a:lnTo>
                      <a:pt x="68" y="170"/>
                    </a:lnTo>
                    <a:lnTo>
                      <a:pt x="68" y="171"/>
                    </a:lnTo>
                    <a:lnTo>
                      <a:pt x="69" y="174"/>
                    </a:lnTo>
                    <a:lnTo>
                      <a:pt x="69" y="175"/>
                    </a:lnTo>
                    <a:lnTo>
                      <a:pt x="70" y="177"/>
                    </a:lnTo>
                    <a:lnTo>
                      <a:pt x="70" y="178"/>
                    </a:lnTo>
                    <a:lnTo>
                      <a:pt x="72" y="181"/>
                    </a:lnTo>
                    <a:lnTo>
                      <a:pt x="72" y="182"/>
                    </a:lnTo>
                    <a:lnTo>
                      <a:pt x="73" y="184"/>
                    </a:lnTo>
                    <a:lnTo>
                      <a:pt x="73" y="186"/>
                    </a:lnTo>
                    <a:lnTo>
                      <a:pt x="74" y="187"/>
                    </a:lnTo>
                    <a:lnTo>
                      <a:pt x="74" y="189"/>
                    </a:lnTo>
                    <a:lnTo>
                      <a:pt x="74" y="190"/>
                    </a:lnTo>
                    <a:lnTo>
                      <a:pt x="75" y="192"/>
                    </a:lnTo>
                    <a:lnTo>
                      <a:pt x="75" y="193"/>
                    </a:lnTo>
                    <a:lnTo>
                      <a:pt x="75" y="194"/>
                    </a:lnTo>
                    <a:lnTo>
                      <a:pt x="75" y="195"/>
                    </a:lnTo>
                    <a:lnTo>
                      <a:pt x="76" y="196"/>
                    </a:lnTo>
                    <a:lnTo>
                      <a:pt x="76" y="198"/>
                    </a:lnTo>
                    <a:lnTo>
                      <a:pt x="76" y="199"/>
                    </a:lnTo>
                    <a:lnTo>
                      <a:pt x="76" y="200"/>
                    </a:lnTo>
                    <a:lnTo>
                      <a:pt x="78" y="201"/>
                    </a:lnTo>
                    <a:lnTo>
                      <a:pt x="78" y="202"/>
                    </a:lnTo>
                    <a:lnTo>
                      <a:pt x="78" y="204"/>
                    </a:lnTo>
                    <a:lnTo>
                      <a:pt x="78" y="205"/>
                    </a:lnTo>
                    <a:lnTo>
                      <a:pt x="78" y="206"/>
                    </a:lnTo>
                    <a:lnTo>
                      <a:pt x="78" y="207"/>
                    </a:lnTo>
                    <a:lnTo>
                      <a:pt x="78" y="208"/>
                    </a:lnTo>
                    <a:lnTo>
                      <a:pt x="78" y="210"/>
                    </a:lnTo>
                    <a:lnTo>
                      <a:pt x="79" y="211"/>
                    </a:lnTo>
                    <a:lnTo>
                      <a:pt x="79" y="212"/>
                    </a:lnTo>
                    <a:lnTo>
                      <a:pt x="79" y="213"/>
                    </a:lnTo>
                    <a:lnTo>
                      <a:pt x="79" y="214"/>
                    </a:lnTo>
                    <a:lnTo>
                      <a:pt x="79" y="216"/>
                    </a:lnTo>
                    <a:lnTo>
                      <a:pt x="79" y="218"/>
                    </a:lnTo>
                    <a:lnTo>
                      <a:pt x="79" y="219"/>
                    </a:lnTo>
                    <a:lnTo>
                      <a:pt x="79" y="220"/>
                    </a:lnTo>
                    <a:lnTo>
                      <a:pt x="79" y="223"/>
                    </a:lnTo>
                    <a:lnTo>
                      <a:pt x="80" y="224"/>
                    </a:lnTo>
                    <a:lnTo>
                      <a:pt x="80" y="225"/>
                    </a:lnTo>
                    <a:lnTo>
                      <a:pt x="80" y="226"/>
                    </a:lnTo>
                    <a:lnTo>
                      <a:pt x="80" y="228"/>
                    </a:lnTo>
                    <a:lnTo>
                      <a:pt x="80" y="229"/>
                    </a:lnTo>
                    <a:lnTo>
                      <a:pt x="80" y="230"/>
                    </a:lnTo>
                    <a:lnTo>
                      <a:pt x="80" y="231"/>
                    </a:lnTo>
                    <a:lnTo>
                      <a:pt x="80" y="232"/>
                    </a:lnTo>
                    <a:lnTo>
                      <a:pt x="80" y="234"/>
                    </a:lnTo>
                    <a:lnTo>
                      <a:pt x="80" y="235"/>
                    </a:lnTo>
                    <a:lnTo>
                      <a:pt x="80" y="236"/>
                    </a:lnTo>
                    <a:lnTo>
                      <a:pt x="81" y="237"/>
                    </a:lnTo>
                    <a:lnTo>
                      <a:pt x="81" y="238"/>
                    </a:lnTo>
                    <a:lnTo>
                      <a:pt x="81" y="240"/>
                    </a:lnTo>
                    <a:lnTo>
                      <a:pt x="81" y="241"/>
                    </a:lnTo>
                    <a:lnTo>
                      <a:pt x="81" y="242"/>
                    </a:lnTo>
                    <a:lnTo>
                      <a:pt x="81" y="243"/>
                    </a:lnTo>
                    <a:lnTo>
                      <a:pt x="81" y="244"/>
                    </a:lnTo>
                    <a:lnTo>
                      <a:pt x="82" y="244"/>
                    </a:lnTo>
                    <a:lnTo>
                      <a:pt x="82" y="246"/>
                    </a:lnTo>
                    <a:lnTo>
                      <a:pt x="82" y="247"/>
                    </a:lnTo>
                    <a:lnTo>
                      <a:pt x="82" y="248"/>
                    </a:lnTo>
                    <a:lnTo>
                      <a:pt x="82" y="249"/>
                    </a:lnTo>
                    <a:lnTo>
                      <a:pt x="82" y="250"/>
                    </a:lnTo>
                    <a:lnTo>
                      <a:pt x="84" y="252"/>
                    </a:lnTo>
                    <a:lnTo>
                      <a:pt x="84" y="253"/>
                    </a:lnTo>
                    <a:lnTo>
                      <a:pt x="84" y="254"/>
                    </a:lnTo>
                    <a:lnTo>
                      <a:pt x="84" y="255"/>
                    </a:lnTo>
                    <a:lnTo>
                      <a:pt x="84" y="256"/>
                    </a:lnTo>
                    <a:lnTo>
                      <a:pt x="85" y="256"/>
                    </a:lnTo>
                    <a:lnTo>
                      <a:pt x="85" y="258"/>
                    </a:lnTo>
                    <a:lnTo>
                      <a:pt x="85" y="259"/>
                    </a:lnTo>
                    <a:lnTo>
                      <a:pt x="85" y="260"/>
                    </a:lnTo>
                    <a:lnTo>
                      <a:pt x="85" y="261"/>
                    </a:lnTo>
                    <a:lnTo>
                      <a:pt x="85" y="262"/>
                    </a:lnTo>
                    <a:lnTo>
                      <a:pt x="85" y="264"/>
                    </a:lnTo>
                    <a:lnTo>
                      <a:pt x="85" y="265"/>
                    </a:lnTo>
                    <a:lnTo>
                      <a:pt x="85" y="266"/>
                    </a:lnTo>
                    <a:lnTo>
                      <a:pt x="85" y="267"/>
                    </a:lnTo>
                    <a:lnTo>
                      <a:pt x="85" y="268"/>
                    </a:lnTo>
                    <a:lnTo>
                      <a:pt x="85" y="270"/>
                    </a:lnTo>
                    <a:lnTo>
                      <a:pt x="85" y="271"/>
                    </a:lnTo>
                    <a:lnTo>
                      <a:pt x="85" y="272"/>
                    </a:lnTo>
                    <a:lnTo>
                      <a:pt x="85" y="274"/>
                    </a:lnTo>
                    <a:lnTo>
                      <a:pt x="84" y="276"/>
                    </a:lnTo>
                    <a:lnTo>
                      <a:pt x="84" y="278"/>
                    </a:lnTo>
                    <a:lnTo>
                      <a:pt x="84" y="279"/>
                    </a:lnTo>
                    <a:lnTo>
                      <a:pt x="84" y="282"/>
                    </a:lnTo>
                    <a:lnTo>
                      <a:pt x="84" y="284"/>
                    </a:lnTo>
                    <a:lnTo>
                      <a:pt x="84" y="286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3" name="Freeform 212">
                <a:extLst>
                  <a:ext uri="{FF2B5EF4-FFF2-40B4-BE49-F238E27FC236}">
                    <a16:creationId xmlns:a16="http://schemas.microsoft.com/office/drawing/2014/main" id="{A6794C8E-A52B-4C94-894D-A27D9050CE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781425"/>
                <a:ext cx="66675" cy="227013"/>
              </a:xfrm>
              <a:custGeom>
                <a:avLst/>
                <a:gdLst>
                  <a:gd name="T0" fmla="*/ 2147483646 w 85"/>
                  <a:gd name="T1" fmla="*/ 2147483646 h 287"/>
                  <a:gd name="T2" fmla="*/ 2147483646 w 85"/>
                  <a:gd name="T3" fmla="*/ 2147483646 h 287"/>
                  <a:gd name="T4" fmla="*/ 2147483646 w 85"/>
                  <a:gd name="T5" fmla="*/ 2147483646 h 287"/>
                  <a:gd name="T6" fmla="*/ 2147483646 w 85"/>
                  <a:gd name="T7" fmla="*/ 2147483646 h 287"/>
                  <a:gd name="T8" fmla="*/ 2147483646 w 85"/>
                  <a:gd name="T9" fmla="*/ 2147483646 h 287"/>
                  <a:gd name="T10" fmla="*/ 2147483646 w 85"/>
                  <a:gd name="T11" fmla="*/ 2147483646 h 287"/>
                  <a:gd name="T12" fmla="*/ 2147483646 w 85"/>
                  <a:gd name="T13" fmla="*/ 2147483646 h 287"/>
                  <a:gd name="T14" fmla="*/ 2147483646 w 85"/>
                  <a:gd name="T15" fmla="*/ 2147483646 h 287"/>
                  <a:gd name="T16" fmla="*/ 2147483646 w 85"/>
                  <a:gd name="T17" fmla="*/ 2147483646 h 287"/>
                  <a:gd name="T18" fmla="*/ 2147483646 w 85"/>
                  <a:gd name="T19" fmla="*/ 2147483646 h 287"/>
                  <a:gd name="T20" fmla="*/ 2147483646 w 85"/>
                  <a:gd name="T21" fmla="*/ 2147483646 h 287"/>
                  <a:gd name="T22" fmla="*/ 2147483646 w 85"/>
                  <a:gd name="T23" fmla="*/ 2147483646 h 287"/>
                  <a:gd name="T24" fmla="*/ 2147483646 w 85"/>
                  <a:gd name="T25" fmla="*/ 2147483646 h 287"/>
                  <a:gd name="T26" fmla="*/ 2147483646 w 85"/>
                  <a:gd name="T27" fmla="*/ 2147483646 h 287"/>
                  <a:gd name="T28" fmla="*/ 2147483646 w 85"/>
                  <a:gd name="T29" fmla="*/ 2147483646 h 287"/>
                  <a:gd name="T30" fmla="*/ 2147483646 w 85"/>
                  <a:gd name="T31" fmla="*/ 2147483646 h 287"/>
                  <a:gd name="T32" fmla="*/ 2147483646 w 85"/>
                  <a:gd name="T33" fmla="*/ 2147483646 h 287"/>
                  <a:gd name="T34" fmla="*/ 2147483646 w 85"/>
                  <a:gd name="T35" fmla="*/ 2147483646 h 287"/>
                  <a:gd name="T36" fmla="*/ 2147483646 w 85"/>
                  <a:gd name="T37" fmla="*/ 2147483646 h 287"/>
                  <a:gd name="T38" fmla="*/ 2147483646 w 85"/>
                  <a:gd name="T39" fmla="*/ 2147483646 h 287"/>
                  <a:gd name="T40" fmla="*/ 2147483646 w 85"/>
                  <a:gd name="T41" fmla="*/ 2147483646 h 287"/>
                  <a:gd name="T42" fmla="*/ 2147483646 w 85"/>
                  <a:gd name="T43" fmla="*/ 2147483646 h 287"/>
                  <a:gd name="T44" fmla="*/ 2147483646 w 85"/>
                  <a:gd name="T45" fmla="*/ 2147483646 h 287"/>
                  <a:gd name="T46" fmla="*/ 2147483646 w 85"/>
                  <a:gd name="T47" fmla="*/ 2147483646 h 287"/>
                  <a:gd name="T48" fmla="*/ 2147483646 w 85"/>
                  <a:gd name="T49" fmla="*/ 2147483646 h 287"/>
                  <a:gd name="T50" fmla="*/ 2147483646 w 85"/>
                  <a:gd name="T51" fmla="*/ 2147483646 h 287"/>
                  <a:gd name="T52" fmla="*/ 2147483646 w 85"/>
                  <a:gd name="T53" fmla="*/ 2147483646 h 287"/>
                  <a:gd name="T54" fmla="*/ 2147483646 w 85"/>
                  <a:gd name="T55" fmla="*/ 2147483646 h 287"/>
                  <a:gd name="T56" fmla="*/ 2147483646 w 85"/>
                  <a:gd name="T57" fmla="*/ 2147483646 h 287"/>
                  <a:gd name="T58" fmla="*/ 2147483646 w 85"/>
                  <a:gd name="T59" fmla="*/ 2147483646 h 287"/>
                  <a:gd name="T60" fmla="*/ 2147483646 w 85"/>
                  <a:gd name="T61" fmla="*/ 2147483646 h 287"/>
                  <a:gd name="T62" fmla="*/ 2147483646 w 85"/>
                  <a:gd name="T63" fmla="*/ 2147483646 h 287"/>
                  <a:gd name="T64" fmla="*/ 2147483646 w 85"/>
                  <a:gd name="T65" fmla="*/ 2147483646 h 287"/>
                  <a:gd name="T66" fmla="*/ 2147483646 w 85"/>
                  <a:gd name="T67" fmla="*/ 2147483646 h 287"/>
                  <a:gd name="T68" fmla="*/ 2147483646 w 85"/>
                  <a:gd name="T69" fmla="*/ 2147483646 h 287"/>
                  <a:gd name="T70" fmla="*/ 2147483646 w 85"/>
                  <a:gd name="T71" fmla="*/ 2147483646 h 287"/>
                  <a:gd name="T72" fmla="*/ 2147483646 w 85"/>
                  <a:gd name="T73" fmla="*/ 2147483646 h 287"/>
                  <a:gd name="T74" fmla="*/ 2147483646 w 85"/>
                  <a:gd name="T75" fmla="*/ 2147483646 h 287"/>
                  <a:gd name="T76" fmla="*/ 2147483646 w 85"/>
                  <a:gd name="T77" fmla="*/ 2147483646 h 287"/>
                  <a:gd name="T78" fmla="*/ 2147483646 w 85"/>
                  <a:gd name="T79" fmla="*/ 2147483646 h 287"/>
                  <a:gd name="T80" fmla="*/ 2147483646 w 85"/>
                  <a:gd name="T81" fmla="*/ 2147483646 h 287"/>
                  <a:gd name="T82" fmla="*/ 2147483646 w 85"/>
                  <a:gd name="T83" fmla="*/ 2147483646 h 287"/>
                  <a:gd name="T84" fmla="*/ 2147483646 w 85"/>
                  <a:gd name="T85" fmla="*/ 2147483646 h 287"/>
                  <a:gd name="T86" fmla="*/ 2147483646 w 85"/>
                  <a:gd name="T87" fmla="*/ 2147483646 h 287"/>
                  <a:gd name="T88" fmla="*/ 2147483646 w 85"/>
                  <a:gd name="T89" fmla="*/ 2147483646 h 287"/>
                  <a:gd name="T90" fmla="*/ 2147483646 w 85"/>
                  <a:gd name="T91" fmla="*/ 2147483646 h 287"/>
                  <a:gd name="T92" fmla="*/ 2147483646 w 85"/>
                  <a:gd name="T93" fmla="*/ 2147483646 h 287"/>
                  <a:gd name="T94" fmla="*/ 2147483646 w 85"/>
                  <a:gd name="T95" fmla="*/ 2147483646 h 287"/>
                  <a:gd name="T96" fmla="*/ 2147483646 w 85"/>
                  <a:gd name="T97" fmla="*/ 2147483646 h 287"/>
                  <a:gd name="T98" fmla="*/ 2147483646 w 85"/>
                  <a:gd name="T99" fmla="*/ 2147483646 h 287"/>
                  <a:gd name="T100" fmla="*/ 2147483646 w 85"/>
                  <a:gd name="T101" fmla="*/ 2147483646 h 287"/>
                  <a:gd name="T102" fmla="*/ 2147483646 w 85"/>
                  <a:gd name="T103" fmla="*/ 2147483646 h 287"/>
                  <a:gd name="T104" fmla="*/ 2147483646 w 85"/>
                  <a:gd name="T105" fmla="*/ 2147483646 h 287"/>
                  <a:gd name="T106" fmla="*/ 2147483646 w 85"/>
                  <a:gd name="T107" fmla="*/ 2147483646 h 287"/>
                  <a:gd name="T108" fmla="*/ 2147483646 w 85"/>
                  <a:gd name="T109" fmla="*/ 2147483646 h 287"/>
                  <a:gd name="T110" fmla="*/ 2147483646 w 85"/>
                  <a:gd name="T111" fmla="*/ 2147483646 h 287"/>
                  <a:gd name="T112" fmla="*/ 2147483646 w 85"/>
                  <a:gd name="T113" fmla="*/ 2147483646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287"/>
                    </a:moveTo>
                    <a:lnTo>
                      <a:pt x="1" y="283"/>
                    </a:lnTo>
                    <a:lnTo>
                      <a:pt x="3" y="281"/>
                    </a:lnTo>
                    <a:lnTo>
                      <a:pt x="4" y="278"/>
                    </a:lnTo>
                    <a:lnTo>
                      <a:pt x="6" y="275"/>
                    </a:lnTo>
                    <a:lnTo>
                      <a:pt x="7" y="272"/>
                    </a:lnTo>
                    <a:lnTo>
                      <a:pt x="9" y="271"/>
                    </a:lnTo>
                    <a:lnTo>
                      <a:pt x="10" y="269"/>
                    </a:lnTo>
                    <a:lnTo>
                      <a:pt x="10" y="266"/>
                    </a:lnTo>
                    <a:lnTo>
                      <a:pt x="12" y="265"/>
                    </a:lnTo>
                    <a:lnTo>
                      <a:pt x="13" y="263"/>
                    </a:lnTo>
                    <a:lnTo>
                      <a:pt x="14" y="262"/>
                    </a:lnTo>
                    <a:lnTo>
                      <a:pt x="15" y="259"/>
                    </a:lnTo>
                    <a:lnTo>
                      <a:pt x="15" y="258"/>
                    </a:lnTo>
                    <a:lnTo>
                      <a:pt x="16" y="257"/>
                    </a:lnTo>
                    <a:lnTo>
                      <a:pt x="16" y="256"/>
                    </a:lnTo>
                    <a:lnTo>
                      <a:pt x="18" y="254"/>
                    </a:lnTo>
                    <a:lnTo>
                      <a:pt x="19" y="253"/>
                    </a:lnTo>
                    <a:lnTo>
                      <a:pt x="19" y="252"/>
                    </a:lnTo>
                    <a:lnTo>
                      <a:pt x="19" y="251"/>
                    </a:lnTo>
                    <a:lnTo>
                      <a:pt x="20" y="250"/>
                    </a:lnTo>
                    <a:lnTo>
                      <a:pt x="20" y="248"/>
                    </a:lnTo>
                    <a:lnTo>
                      <a:pt x="21" y="247"/>
                    </a:lnTo>
                    <a:lnTo>
                      <a:pt x="21" y="246"/>
                    </a:lnTo>
                    <a:lnTo>
                      <a:pt x="22" y="245"/>
                    </a:lnTo>
                    <a:lnTo>
                      <a:pt x="22" y="244"/>
                    </a:lnTo>
                    <a:lnTo>
                      <a:pt x="24" y="242"/>
                    </a:lnTo>
                    <a:lnTo>
                      <a:pt x="24" y="241"/>
                    </a:lnTo>
                    <a:lnTo>
                      <a:pt x="24" y="240"/>
                    </a:lnTo>
                    <a:lnTo>
                      <a:pt x="25" y="239"/>
                    </a:lnTo>
                    <a:lnTo>
                      <a:pt x="25" y="238"/>
                    </a:lnTo>
                    <a:lnTo>
                      <a:pt x="26" y="236"/>
                    </a:lnTo>
                    <a:lnTo>
                      <a:pt x="26" y="234"/>
                    </a:lnTo>
                    <a:lnTo>
                      <a:pt x="27" y="233"/>
                    </a:lnTo>
                    <a:lnTo>
                      <a:pt x="28" y="232"/>
                    </a:lnTo>
                    <a:lnTo>
                      <a:pt x="28" y="229"/>
                    </a:lnTo>
                    <a:lnTo>
                      <a:pt x="30" y="228"/>
                    </a:lnTo>
                    <a:lnTo>
                      <a:pt x="30" y="227"/>
                    </a:lnTo>
                    <a:lnTo>
                      <a:pt x="30" y="226"/>
                    </a:lnTo>
                    <a:lnTo>
                      <a:pt x="31" y="224"/>
                    </a:lnTo>
                    <a:lnTo>
                      <a:pt x="31" y="223"/>
                    </a:lnTo>
                    <a:lnTo>
                      <a:pt x="32" y="222"/>
                    </a:lnTo>
                    <a:lnTo>
                      <a:pt x="32" y="221"/>
                    </a:lnTo>
                    <a:lnTo>
                      <a:pt x="33" y="220"/>
                    </a:lnTo>
                    <a:lnTo>
                      <a:pt x="33" y="218"/>
                    </a:lnTo>
                    <a:lnTo>
                      <a:pt x="33" y="217"/>
                    </a:lnTo>
                    <a:lnTo>
                      <a:pt x="34" y="216"/>
                    </a:lnTo>
                    <a:lnTo>
                      <a:pt x="34" y="215"/>
                    </a:lnTo>
                    <a:lnTo>
                      <a:pt x="34" y="214"/>
                    </a:lnTo>
                    <a:lnTo>
                      <a:pt x="36" y="212"/>
                    </a:lnTo>
                    <a:lnTo>
                      <a:pt x="36" y="211"/>
                    </a:lnTo>
                    <a:lnTo>
                      <a:pt x="37" y="210"/>
                    </a:lnTo>
                    <a:lnTo>
                      <a:pt x="37" y="209"/>
                    </a:lnTo>
                    <a:lnTo>
                      <a:pt x="37" y="208"/>
                    </a:lnTo>
                    <a:lnTo>
                      <a:pt x="38" y="206"/>
                    </a:lnTo>
                    <a:lnTo>
                      <a:pt x="38" y="205"/>
                    </a:lnTo>
                    <a:lnTo>
                      <a:pt x="39" y="203"/>
                    </a:lnTo>
                    <a:lnTo>
                      <a:pt x="39" y="202"/>
                    </a:lnTo>
                    <a:lnTo>
                      <a:pt x="40" y="200"/>
                    </a:lnTo>
                    <a:lnTo>
                      <a:pt x="40" y="198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3" y="193"/>
                    </a:lnTo>
                    <a:lnTo>
                      <a:pt x="44" y="191"/>
                    </a:lnTo>
                    <a:lnTo>
                      <a:pt x="44" y="190"/>
                    </a:lnTo>
                    <a:lnTo>
                      <a:pt x="45" y="187"/>
                    </a:lnTo>
                    <a:lnTo>
                      <a:pt x="45" y="186"/>
                    </a:lnTo>
                    <a:lnTo>
                      <a:pt x="46" y="185"/>
                    </a:lnTo>
                    <a:lnTo>
                      <a:pt x="46" y="184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8" y="179"/>
                    </a:lnTo>
                    <a:lnTo>
                      <a:pt x="49" y="178"/>
                    </a:lnTo>
                    <a:lnTo>
                      <a:pt x="49" y="176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0" y="173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1" y="169"/>
                    </a:lnTo>
                    <a:lnTo>
                      <a:pt x="52" y="168"/>
                    </a:lnTo>
                    <a:lnTo>
                      <a:pt x="52" y="167"/>
                    </a:lnTo>
                    <a:lnTo>
                      <a:pt x="52" y="166"/>
                    </a:lnTo>
                    <a:lnTo>
                      <a:pt x="54" y="164"/>
                    </a:lnTo>
                    <a:lnTo>
                      <a:pt x="54" y="163"/>
                    </a:lnTo>
                    <a:lnTo>
                      <a:pt x="54" y="161"/>
                    </a:lnTo>
                    <a:lnTo>
                      <a:pt x="55" y="160"/>
                    </a:lnTo>
                    <a:lnTo>
                      <a:pt x="55" y="158"/>
                    </a:lnTo>
                    <a:lnTo>
                      <a:pt x="56" y="157"/>
                    </a:lnTo>
                    <a:lnTo>
                      <a:pt x="56" y="155"/>
                    </a:lnTo>
                    <a:lnTo>
                      <a:pt x="57" y="154"/>
                    </a:lnTo>
                    <a:lnTo>
                      <a:pt x="57" y="151"/>
                    </a:lnTo>
                    <a:lnTo>
                      <a:pt x="58" y="149"/>
                    </a:lnTo>
                    <a:lnTo>
                      <a:pt x="58" y="148"/>
                    </a:lnTo>
                    <a:lnTo>
                      <a:pt x="60" y="145"/>
                    </a:lnTo>
                    <a:lnTo>
                      <a:pt x="60" y="144"/>
                    </a:lnTo>
                    <a:lnTo>
                      <a:pt x="60" y="143"/>
                    </a:lnTo>
                    <a:lnTo>
                      <a:pt x="61" y="140"/>
                    </a:lnTo>
                    <a:lnTo>
                      <a:pt x="61" y="139"/>
                    </a:lnTo>
                    <a:lnTo>
                      <a:pt x="61" y="138"/>
                    </a:lnTo>
                    <a:lnTo>
                      <a:pt x="62" y="137"/>
                    </a:lnTo>
                    <a:lnTo>
                      <a:pt x="62" y="136"/>
                    </a:lnTo>
                    <a:lnTo>
                      <a:pt x="62" y="134"/>
                    </a:lnTo>
                    <a:lnTo>
                      <a:pt x="63" y="133"/>
                    </a:lnTo>
                    <a:lnTo>
                      <a:pt x="63" y="132"/>
                    </a:lnTo>
                    <a:lnTo>
                      <a:pt x="63" y="131"/>
                    </a:lnTo>
                    <a:lnTo>
                      <a:pt x="64" y="130"/>
                    </a:lnTo>
                    <a:lnTo>
                      <a:pt x="64" y="128"/>
                    </a:lnTo>
                    <a:lnTo>
                      <a:pt x="64" y="127"/>
                    </a:lnTo>
                    <a:lnTo>
                      <a:pt x="64" y="126"/>
                    </a:lnTo>
                    <a:lnTo>
                      <a:pt x="66" y="125"/>
                    </a:lnTo>
                    <a:lnTo>
                      <a:pt x="66" y="124"/>
                    </a:lnTo>
                    <a:lnTo>
                      <a:pt x="66" y="122"/>
                    </a:lnTo>
                    <a:lnTo>
                      <a:pt x="67" y="121"/>
                    </a:lnTo>
                    <a:lnTo>
                      <a:pt x="67" y="120"/>
                    </a:lnTo>
                    <a:lnTo>
                      <a:pt x="67" y="119"/>
                    </a:lnTo>
                    <a:lnTo>
                      <a:pt x="68" y="118"/>
                    </a:lnTo>
                    <a:lnTo>
                      <a:pt x="68" y="116"/>
                    </a:lnTo>
                    <a:lnTo>
                      <a:pt x="68" y="115"/>
                    </a:lnTo>
                    <a:lnTo>
                      <a:pt x="69" y="113"/>
                    </a:lnTo>
                    <a:lnTo>
                      <a:pt x="69" y="112"/>
                    </a:lnTo>
                    <a:lnTo>
                      <a:pt x="70" y="109"/>
                    </a:lnTo>
                    <a:lnTo>
                      <a:pt x="70" y="108"/>
                    </a:lnTo>
                    <a:lnTo>
                      <a:pt x="72" y="106"/>
                    </a:lnTo>
                    <a:lnTo>
                      <a:pt x="72" y="103"/>
                    </a:lnTo>
                    <a:lnTo>
                      <a:pt x="73" y="102"/>
                    </a:lnTo>
                    <a:lnTo>
                      <a:pt x="73" y="101"/>
                    </a:lnTo>
                    <a:lnTo>
                      <a:pt x="74" y="98"/>
                    </a:lnTo>
                    <a:lnTo>
                      <a:pt x="74" y="97"/>
                    </a:lnTo>
                    <a:lnTo>
                      <a:pt x="74" y="96"/>
                    </a:lnTo>
                    <a:lnTo>
                      <a:pt x="75" y="95"/>
                    </a:lnTo>
                    <a:lnTo>
                      <a:pt x="75" y="94"/>
                    </a:lnTo>
                    <a:lnTo>
                      <a:pt x="75" y="92"/>
                    </a:lnTo>
                    <a:lnTo>
                      <a:pt x="75" y="91"/>
                    </a:lnTo>
                    <a:lnTo>
                      <a:pt x="76" y="90"/>
                    </a:lnTo>
                    <a:lnTo>
                      <a:pt x="76" y="89"/>
                    </a:lnTo>
                    <a:lnTo>
                      <a:pt x="76" y="88"/>
                    </a:lnTo>
                    <a:lnTo>
                      <a:pt x="76" y="86"/>
                    </a:lnTo>
                    <a:lnTo>
                      <a:pt x="78" y="85"/>
                    </a:lnTo>
                    <a:lnTo>
                      <a:pt x="78" y="84"/>
                    </a:lnTo>
                    <a:lnTo>
                      <a:pt x="78" y="83"/>
                    </a:lnTo>
                    <a:lnTo>
                      <a:pt x="78" y="82"/>
                    </a:lnTo>
                    <a:lnTo>
                      <a:pt x="78" y="80"/>
                    </a:lnTo>
                    <a:lnTo>
                      <a:pt x="78" y="79"/>
                    </a:lnTo>
                    <a:lnTo>
                      <a:pt x="78" y="78"/>
                    </a:lnTo>
                    <a:lnTo>
                      <a:pt x="78" y="77"/>
                    </a:lnTo>
                    <a:lnTo>
                      <a:pt x="79" y="76"/>
                    </a:lnTo>
                    <a:lnTo>
                      <a:pt x="79" y="74"/>
                    </a:lnTo>
                    <a:lnTo>
                      <a:pt x="79" y="73"/>
                    </a:lnTo>
                    <a:lnTo>
                      <a:pt x="79" y="72"/>
                    </a:lnTo>
                    <a:lnTo>
                      <a:pt x="79" y="71"/>
                    </a:lnTo>
                    <a:lnTo>
                      <a:pt x="79" y="68"/>
                    </a:lnTo>
                    <a:lnTo>
                      <a:pt x="79" y="67"/>
                    </a:lnTo>
                    <a:lnTo>
                      <a:pt x="79" y="66"/>
                    </a:lnTo>
                    <a:lnTo>
                      <a:pt x="79" y="64"/>
                    </a:lnTo>
                    <a:lnTo>
                      <a:pt x="80" y="62"/>
                    </a:lnTo>
                    <a:lnTo>
                      <a:pt x="80" y="61"/>
                    </a:lnTo>
                    <a:lnTo>
                      <a:pt x="80" y="60"/>
                    </a:lnTo>
                    <a:lnTo>
                      <a:pt x="80" y="59"/>
                    </a:lnTo>
                    <a:lnTo>
                      <a:pt x="80" y="58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0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2" y="42"/>
                    </a:lnTo>
                    <a:lnTo>
                      <a:pt x="82" y="41"/>
                    </a:lnTo>
                    <a:lnTo>
                      <a:pt x="82" y="40"/>
                    </a:lnTo>
                    <a:lnTo>
                      <a:pt x="82" y="38"/>
                    </a:lnTo>
                    <a:lnTo>
                      <a:pt x="82" y="37"/>
                    </a:lnTo>
                    <a:lnTo>
                      <a:pt x="82" y="36"/>
                    </a:lnTo>
                    <a:lnTo>
                      <a:pt x="84" y="35"/>
                    </a:lnTo>
                    <a:lnTo>
                      <a:pt x="84" y="34"/>
                    </a:lnTo>
                    <a:lnTo>
                      <a:pt x="84" y="32"/>
                    </a:lnTo>
                    <a:lnTo>
                      <a:pt x="84" y="31"/>
                    </a:lnTo>
                    <a:lnTo>
                      <a:pt x="84" y="30"/>
                    </a:lnTo>
                    <a:lnTo>
                      <a:pt x="85" y="30"/>
                    </a:lnTo>
                    <a:lnTo>
                      <a:pt x="85" y="29"/>
                    </a:lnTo>
                    <a:lnTo>
                      <a:pt x="85" y="28"/>
                    </a:lnTo>
                    <a:lnTo>
                      <a:pt x="85" y="26"/>
                    </a:lnTo>
                    <a:lnTo>
                      <a:pt x="85" y="25"/>
                    </a:lnTo>
                    <a:lnTo>
                      <a:pt x="85" y="24"/>
                    </a:lnTo>
                    <a:lnTo>
                      <a:pt x="85" y="23"/>
                    </a:lnTo>
                    <a:lnTo>
                      <a:pt x="85" y="22"/>
                    </a:lnTo>
                    <a:lnTo>
                      <a:pt x="85" y="20"/>
                    </a:lnTo>
                    <a:lnTo>
                      <a:pt x="85" y="19"/>
                    </a:lnTo>
                    <a:lnTo>
                      <a:pt x="85" y="18"/>
                    </a:lnTo>
                    <a:lnTo>
                      <a:pt x="85" y="17"/>
                    </a:lnTo>
                    <a:lnTo>
                      <a:pt x="85" y="16"/>
                    </a:lnTo>
                    <a:lnTo>
                      <a:pt x="85" y="14"/>
                    </a:lnTo>
                    <a:lnTo>
                      <a:pt x="85" y="12"/>
                    </a:lnTo>
                    <a:lnTo>
                      <a:pt x="84" y="11"/>
                    </a:lnTo>
                    <a:lnTo>
                      <a:pt x="84" y="8"/>
                    </a:lnTo>
                    <a:lnTo>
                      <a:pt x="84" y="7"/>
                    </a:lnTo>
                    <a:lnTo>
                      <a:pt x="84" y="5"/>
                    </a:lnTo>
                    <a:lnTo>
                      <a:pt x="84" y="2"/>
                    </a:lnTo>
                    <a:lnTo>
                      <a:pt x="84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635" name="Group 73">
              <a:extLst>
                <a:ext uri="{FF2B5EF4-FFF2-40B4-BE49-F238E27FC236}">
                  <a16:creationId xmlns:a16="http://schemas.microsoft.com/office/drawing/2014/main" id="{E66A44E3-E58D-4D7B-B38B-080D7D1BE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38353" y="4458843"/>
              <a:ext cx="574675" cy="454025"/>
              <a:chOff x="5100638" y="3554413"/>
              <a:chExt cx="574675" cy="454025"/>
            </a:xfrm>
          </p:grpSpPr>
          <p:sp>
            <p:nvSpPr>
              <p:cNvPr id="154666" name="Freeform 209">
                <a:extLst>
                  <a:ext uri="{FF2B5EF4-FFF2-40B4-BE49-F238E27FC236}">
                    <a16:creationId xmlns:a16="http://schemas.microsoft.com/office/drawing/2014/main" id="{413B365D-8834-44A7-8E0C-F12B63CAD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554413"/>
                <a:ext cx="569913" cy="227012"/>
              </a:xfrm>
              <a:custGeom>
                <a:avLst/>
                <a:gdLst>
                  <a:gd name="T0" fmla="*/ 2147483646 w 717"/>
                  <a:gd name="T1" fmla="*/ 0 h 284"/>
                  <a:gd name="T2" fmla="*/ 2147483646 w 717"/>
                  <a:gd name="T3" fmla="*/ 0 h 284"/>
                  <a:gd name="T4" fmla="*/ 2147483646 w 717"/>
                  <a:gd name="T5" fmla="*/ 0 h 284"/>
                  <a:gd name="T6" fmla="*/ 2147483646 w 717"/>
                  <a:gd name="T7" fmla="*/ 2147483646 h 284"/>
                  <a:gd name="T8" fmla="*/ 2147483646 w 717"/>
                  <a:gd name="T9" fmla="*/ 2147483646 h 284"/>
                  <a:gd name="T10" fmla="*/ 2147483646 w 717"/>
                  <a:gd name="T11" fmla="*/ 2147483646 h 284"/>
                  <a:gd name="T12" fmla="*/ 2147483646 w 717"/>
                  <a:gd name="T13" fmla="*/ 2147483646 h 284"/>
                  <a:gd name="T14" fmla="*/ 2147483646 w 717"/>
                  <a:gd name="T15" fmla="*/ 2147483646 h 284"/>
                  <a:gd name="T16" fmla="*/ 2147483646 w 717"/>
                  <a:gd name="T17" fmla="*/ 2147483646 h 284"/>
                  <a:gd name="T18" fmla="*/ 2147483646 w 717"/>
                  <a:gd name="T19" fmla="*/ 2147483646 h 284"/>
                  <a:gd name="T20" fmla="*/ 2147483646 w 717"/>
                  <a:gd name="T21" fmla="*/ 2147483646 h 284"/>
                  <a:gd name="T22" fmla="*/ 2147483646 w 717"/>
                  <a:gd name="T23" fmla="*/ 2147483646 h 284"/>
                  <a:gd name="T24" fmla="*/ 2147483646 w 717"/>
                  <a:gd name="T25" fmla="*/ 2147483646 h 284"/>
                  <a:gd name="T26" fmla="*/ 2147483646 w 717"/>
                  <a:gd name="T27" fmla="*/ 2147483646 h 284"/>
                  <a:gd name="T28" fmla="*/ 2147483646 w 717"/>
                  <a:gd name="T29" fmla="*/ 2147483646 h 284"/>
                  <a:gd name="T30" fmla="*/ 2147483646 w 717"/>
                  <a:gd name="T31" fmla="*/ 2147483646 h 284"/>
                  <a:gd name="T32" fmla="*/ 2147483646 w 717"/>
                  <a:gd name="T33" fmla="*/ 2147483646 h 284"/>
                  <a:gd name="T34" fmla="*/ 2147483646 w 717"/>
                  <a:gd name="T35" fmla="*/ 2147483646 h 284"/>
                  <a:gd name="T36" fmla="*/ 2147483646 w 717"/>
                  <a:gd name="T37" fmla="*/ 2147483646 h 284"/>
                  <a:gd name="T38" fmla="*/ 2147483646 w 717"/>
                  <a:gd name="T39" fmla="*/ 2147483646 h 284"/>
                  <a:gd name="T40" fmla="*/ 2147483646 w 717"/>
                  <a:gd name="T41" fmla="*/ 2147483646 h 284"/>
                  <a:gd name="T42" fmla="*/ 2147483646 w 717"/>
                  <a:gd name="T43" fmla="*/ 2147483646 h 284"/>
                  <a:gd name="T44" fmla="*/ 2147483646 w 717"/>
                  <a:gd name="T45" fmla="*/ 2147483646 h 284"/>
                  <a:gd name="T46" fmla="*/ 2147483646 w 717"/>
                  <a:gd name="T47" fmla="*/ 2147483646 h 284"/>
                  <a:gd name="T48" fmla="*/ 2147483646 w 717"/>
                  <a:gd name="T49" fmla="*/ 2147483646 h 284"/>
                  <a:gd name="T50" fmla="*/ 2147483646 w 717"/>
                  <a:gd name="T51" fmla="*/ 2147483646 h 284"/>
                  <a:gd name="T52" fmla="*/ 2147483646 w 717"/>
                  <a:gd name="T53" fmla="*/ 2147483646 h 284"/>
                  <a:gd name="T54" fmla="*/ 2147483646 w 717"/>
                  <a:gd name="T55" fmla="*/ 2147483646 h 284"/>
                  <a:gd name="T56" fmla="*/ 2147483646 w 717"/>
                  <a:gd name="T57" fmla="*/ 2147483646 h 284"/>
                  <a:gd name="T58" fmla="*/ 2147483646 w 717"/>
                  <a:gd name="T59" fmla="*/ 2147483646 h 284"/>
                  <a:gd name="T60" fmla="*/ 2147483646 w 717"/>
                  <a:gd name="T61" fmla="*/ 2147483646 h 284"/>
                  <a:gd name="T62" fmla="*/ 2147483646 w 717"/>
                  <a:gd name="T63" fmla="*/ 2147483646 h 284"/>
                  <a:gd name="T64" fmla="*/ 2147483646 w 717"/>
                  <a:gd name="T65" fmla="*/ 2147483646 h 284"/>
                  <a:gd name="T66" fmla="*/ 2147483646 w 717"/>
                  <a:gd name="T67" fmla="*/ 2147483646 h 284"/>
                  <a:gd name="T68" fmla="*/ 2147483646 w 717"/>
                  <a:gd name="T69" fmla="*/ 2147483646 h 284"/>
                  <a:gd name="T70" fmla="*/ 2147483646 w 717"/>
                  <a:gd name="T71" fmla="*/ 2147483646 h 284"/>
                  <a:gd name="T72" fmla="*/ 2147483646 w 717"/>
                  <a:gd name="T73" fmla="*/ 2147483646 h 284"/>
                  <a:gd name="T74" fmla="*/ 2147483646 w 717"/>
                  <a:gd name="T75" fmla="*/ 2147483646 h 284"/>
                  <a:gd name="T76" fmla="*/ 2147483646 w 717"/>
                  <a:gd name="T77" fmla="*/ 2147483646 h 284"/>
                  <a:gd name="T78" fmla="*/ 2147483646 w 717"/>
                  <a:gd name="T79" fmla="*/ 2147483646 h 284"/>
                  <a:gd name="T80" fmla="*/ 2147483646 w 717"/>
                  <a:gd name="T81" fmla="*/ 2147483646 h 284"/>
                  <a:gd name="T82" fmla="*/ 2147483646 w 717"/>
                  <a:gd name="T83" fmla="*/ 2147483646 h 284"/>
                  <a:gd name="T84" fmla="*/ 2147483646 w 717"/>
                  <a:gd name="T85" fmla="*/ 2147483646 h 284"/>
                  <a:gd name="T86" fmla="*/ 2147483646 w 717"/>
                  <a:gd name="T87" fmla="*/ 2147483646 h 284"/>
                  <a:gd name="T88" fmla="*/ 2147483646 w 717"/>
                  <a:gd name="T89" fmla="*/ 2147483646 h 284"/>
                  <a:gd name="T90" fmla="*/ 2147483646 w 717"/>
                  <a:gd name="T91" fmla="*/ 2147483646 h 284"/>
                  <a:gd name="T92" fmla="*/ 2147483646 w 717"/>
                  <a:gd name="T93" fmla="*/ 2147483646 h 284"/>
                  <a:gd name="T94" fmla="*/ 2147483646 w 717"/>
                  <a:gd name="T95" fmla="*/ 2147483646 h 284"/>
                  <a:gd name="T96" fmla="*/ 2147483646 w 717"/>
                  <a:gd name="T97" fmla="*/ 2147483646 h 284"/>
                  <a:gd name="T98" fmla="*/ 2147483646 w 717"/>
                  <a:gd name="T99" fmla="*/ 2147483646 h 284"/>
                  <a:gd name="T100" fmla="*/ 2147483646 w 717"/>
                  <a:gd name="T101" fmla="*/ 2147483646 h 284"/>
                  <a:gd name="T102" fmla="*/ 2147483646 w 717"/>
                  <a:gd name="T103" fmla="*/ 2147483646 h 284"/>
                  <a:gd name="T104" fmla="*/ 2147483646 w 717"/>
                  <a:gd name="T105" fmla="*/ 2147483646 h 284"/>
                  <a:gd name="T106" fmla="*/ 2147483646 w 717"/>
                  <a:gd name="T107" fmla="*/ 2147483646 h 284"/>
                  <a:gd name="T108" fmla="*/ 2147483646 w 717"/>
                  <a:gd name="T109" fmla="*/ 2147483646 h 284"/>
                  <a:gd name="T110" fmla="*/ 2147483646 w 717"/>
                  <a:gd name="T111" fmla="*/ 2147483646 h 284"/>
                  <a:gd name="T112" fmla="*/ 2147483646 w 717"/>
                  <a:gd name="T113" fmla="*/ 2147483646 h 284"/>
                  <a:gd name="T114" fmla="*/ 2147483646 w 717"/>
                  <a:gd name="T115" fmla="*/ 2147483646 h 284"/>
                  <a:gd name="T116" fmla="*/ 2147483646 w 717"/>
                  <a:gd name="T117" fmla="*/ 2147483646 h 284"/>
                  <a:gd name="T118" fmla="*/ 2147483646 w 717"/>
                  <a:gd name="T119" fmla="*/ 2147483646 h 284"/>
                  <a:gd name="T120" fmla="*/ 2147483646 w 717"/>
                  <a:gd name="T121" fmla="*/ 2147483646 h 28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4">
                    <a:moveTo>
                      <a:pt x="0" y="0"/>
                    </a:moveTo>
                    <a:lnTo>
                      <a:pt x="27" y="0"/>
                    </a:lnTo>
                    <a:lnTo>
                      <a:pt x="54" y="0"/>
                    </a:lnTo>
                    <a:lnTo>
                      <a:pt x="78" y="0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40" y="0"/>
                    </a:lnTo>
                    <a:lnTo>
                      <a:pt x="158" y="0"/>
                    </a:lnTo>
                    <a:lnTo>
                      <a:pt x="175" y="0"/>
                    </a:lnTo>
                    <a:lnTo>
                      <a:pt x="191" y="0"/>
                    </a:lnTo>
                    <a:lnTo>
                      <a:pt x="204" y="0"/>
                    </a:lnTo>
                    <a:lnTo>
                      <a:pt x="217" y="0"/>
                    </a:lnTo>
                    <a:lnTo>
                      <a:pt x="229" y="0"/>
                    </a:lnTo>
                    <a:lnTo>
                      <a:pt x="240" y="0"/>
                    </a:lnTo>
                    <a:lnTo>
                      <a:pt x="249" y="0"/>
                    </a:lnTo>
                    <a:lnTo>
                      <a:pt x="259" y="0"/>
                    </a:lnTo>
                    <a:lnTo>
                      <a:pt x="266" y="0"/>
                    </a:lnTo>
                    <a:lnTo>
                      <a:pt x="273" y="0"/>
                    </a:lnTo>
                    <a:lnTo>
                      <a:pt x="281" y="0"/>
                    </a:lnTo>
                    <a:lnTo>
                      <a:pt x="285" y="0"/>
                    </a:lnTo>
                    <a:lnTo>
                      <a:pt x="291" y="0"/>
                    </a:lnTo>
                    <a:lnTo>
                      <a:pt x="295" y="0"/>
                    </a:lnTo>
                    <a:lnTo>
                      <a:pt x="300" y="0"/>
                    </a:lnTo>
                    <a:lnTo>
                      <a:pt x="303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11" y="0"/>
                    </a:lnTo>
                    <a:lnTo>
                      <a:pt x="313" y="1"/>
                    </a:lnTo>
                    <a:lnTo>
                      <a:pt x="315" y="1"/>
                    </a:lnTo>
                    <a:lnTo>
                      <a:pt x="318" y="1"/>
                    </a:lnTo>
                    <a:lnTo>
                      <a:pt x="319" y="1"/>
                    </a:lnTo>
                    <a:lnTo>
                      <a:pt x="321" y="1"/>
                    </a:lnTo>
                    <a:lnTo>
                      <a:pt x="323" y="1"/>
                    </a:lnTo>
                    <a:lnTo>
                      <a:pt x="325" y="1"/>
                    </a:lnTo>
                    <a:lnTo>
                      <a:pt x="327" y="1"/>
                    </a:lnTo>
                    <a:lnTo>
                      <a:pt x="329" y="1"/>
                    </a:lnTo>
                    <a:lnTo>
                      <a:pt x="331" y="1"/>
                    </a:lnTo>
                    <a:lnTo>
                      <a:pt x="332" y="2"/>
                    </a:lnTo>
                    <a:lnTo>
                      <a:pt x="333" y="2"/>
                    </a:lnTo>
                    <a:lnTo>
                      <a:pt x="335" y="2"/>
                    </a:lnTo>
                    <a:lnTo>
                      <a:pt x="336" y="2"/>
                    </a:lnTo>
                    <a:lnTo>
                      <a:pt x="337" y="2"/>
                    </a:lnTo>
                    <a:lnTo>
                      <a:pt x="338" y="2"/>
                    </a:lnTo>
                    <a:lnTo>
                      <a:pt x="339" y="2"/>
                    </a:lnTo>
                    <a:lnTo>
                      <a:pt x="341" y="2"/>
                    </a:lnTo>
                    <a:lnTo>
                      <a:pt x="342" y="2"/>
                    </a:lnTo>
                    <a:lnTo>
                      <a:pt x="343" y="2"/>
                    </a:lnTo>
                    <a:lnTo>
                      <a:pt x="344" y="2"/>
                    </a:lnTo>
                    <a:lnTo>
                      <a:pt x="345" y="2"/>
                    </a:lnTo>
                    <a:lnTo>
                      <a:pt x="347" y="3"/>
                    </a:lnTo>
                    <a:lnTo>
                      <a:pt x="348" y="3"/>
                    </a:lnTo>
                    <a:lnTo>
                      <a:pt x="349" y="3"/>
                    </a:lnTo>
                    <a:lnTo>
                      <a:pt x="350" y="3"/>
                    </a:lnTo>
                    <a:lnTo>
                      <a:pt x="351" y="3"/>
                    </a:lnTo>
                    <a:lnTo>
                      <a:pt x="353" y="3"/>
                    </a:lnTo>
                    <a:lnTo>
                      <a:pt x="354" y="3"/>
                    </a:lnTo>
                    <a:lnTo>
                      <a:pt x="355" y="3"/>
                    </a:lnTo>
                    <a:lnTo>
                      <a:pt x="356" y="4"/>
                    </a:lnTo>
                    <a:lnTo>
                      <a:pt x="357" y="4"/>
                    </a:lnTo>
                    <a:lnTo>
                      <a:pt x="359" y="4"/>
                    </a:lnTo>
                    <a:lnTo>
                      <a:pt x="361" y="4"/>
                    </a:lnTo>
                    <a:lnTo>
                      <a:pt x="362" y="4"/>
                    </a:lnTo>
                    <a:lnTo>
                      <a:pt x="365" y="6"/>
                    </a:lnTo>
                    <a:lnTo>
                      <a:pt x="366" y="6"/>
                    </a:lnTo>
                    <a:lnTo>
                      <a:pt x="368" y="6"/>
                    </a:lnTo>
                    <a:lnTo>
                      <a:pt x="369" y="6"/>
                    </a:lnTo>
                    <a:lnTo>
                      <a:pt x="372" y="6"/>
                    </a:lnTo>
                    <a:lnTo>
                      <a:pt x="373" y="7"/>
                    </a:lnTo>
                    <a:lnTo>
                      <a:pt x="374" y="7"/>
                    </a:lnTo>
                    <a:lnTo>
                      <a:pt x="375" y="7"/>
                    </a:lnTo>
                    <a:lnTo>
                      <a:pt x="378" y="7"/>
                    </a:lnTo>
                    <a:lnTo>
                      <a:pt x="379" y="7"/>
                    </a:lnTo>
                    <a:lnTo>
                      <a:pt x="380" y="7"/>
                    </a:lnTo>
                    <a:lnTo>
                      <a:pt x="381" y="8"/>
                    </a:lnTo>
                    <a:lnTo>
                      <a:pt x="383" y="8"/>
                    </a:lnTo>
                    <a:lnTo>
                      <a:pt x="384" y="8"/>
                    </a:lnTo>
                    <a:lnTo>
                      <a:pt x="385" y="8"/>
                    </a:lnTo>
                    <a:lnTo>
                      <a:pt x="386" y="9"/>
                    </a:lnTo>
                    <a:lnTo>
                      <a:pt x="387" y="9"/>
                    </a:lnTo>
                    <a:lnTo>
                      <a:pt x="389" y="9"/>
                    </a:lnTo>
                    <a:lnTo>
                      <a:pt x="390" y="9"/>
                    </a:lnTo>
                    <a:lnTo>
                      <a:pt x="391" y="9"/>
                    </a:lnTo>
                    <a:lnTo>
                      <a:pt x="392" y="10"/>
                    </a:lnTo>
                    <a:lnTo>
                      <a:pt x="393" y="10"/>
                    </a:lnTo>
                    <a:lnTo>
                      <a:pt x="395" y="10"/>
                    </a:lnTo>
                    <a:lnTo>
                      <a:pt x="396" y="12"/>
                    </a:lnTo>
                    <a:lnTo>
                      <a:pt x="397" y="12"/>
                    </a:lnTo>
                    <a:lnTo>
                      <a:pt x="398" y="12"/>
                    </a:lnTo>
                    <a:lnTo>
                      <a:pt x="399" y="13"/>
                    </a:lnTo>
                    <a:lnTo>
                      <a:pt x="402" y="13"/>
                    </a:lnTo>
                    <a:lnTo>
                      <a:pt x="403" y="14"/>
                    </a:lnTo>
                    <a:lnTo>
                      <a:pt x="405" y="14"/>
                    </a:lnTo>
                    <a:lnTo>
                      <a:pt x="407" y="15"/>
                    </a:lnTo>
                    <a:lnTo>
                      <a:pt x="409" y="15"/>
                    </a:lnTo>
                    <a:lnTo>
                      <a:pt x="411" y="16"/>
                    </a:lnTo>
                    <a:lnTo>
                      <a:pt x="414" y="16"/>
                    </a:lnTo>
                    <a:lnTo>
                      <a:pt x="415" y="18"/>
                    </a:lnTo>
                    <a:lnTo>
                      <a:pt x="417" y="18"/>
                    </a:lnTo>
                    <a:lnTo>
                      <a:pt x="419" y="19"/>
                    </a:lnTo>
                    <a:lnTo>
                      <a:pt x="421" y="19"/>
                    </a:lnTo>
                    <a:lnTo>
                      <a:pt x="422" y="20"/>
                    </a:lnTo>
                    <a:lnTo>
                      <a:pt x="423" y="20"/>
                    </a:lnTo>
                    <a:lnTo>
                      <a:pt x="426" y="20"/>
                    </a:lnTo>
                    <a:lnTo>
                      <a:pt x="427" y="21"/>
                    </a:lnTo>
                    <a:lnTo>
                      <a:pt x="428" y="21"/>
                    </a:lnTo>
                    <a:lnTo>
                      <a:pt x="429" y="21"/>
                    </a:lnTo>
                    <a:lnTo>
                      <a:pt x="431" y="22"/>
                    </a:lnTo>
                    <a:lnTo>
                      <a:pt x="432" y="22"/>
                    </a:lnTo>
                    <a:lnTo>
                      <a:pt x="433" y="22"/>
                    </a:lnTo>
                    <a:lnTo>
                      <a:pt x="434" y="24"/>
                    </a:lnTo>
                    <a:lnTo>
                      <a:pt x="435" y="25"/>
                    </a:lnTo>
                    <a:lnTo>
                      <a:pt x="437" y="25"/>
                    </a:lnTo>
                    <a:lnTo>
                      <a:pt x="438" y="25"/>
                    </a:lnTo>
                    <a:lnTo>
                      <a:pt x="439" y="26"/>
                    </a:lnTo>
                    <a:lnTo>
                      <a:pt x="440" y="26"/>
                    </a:lnTo>
                    <a:lnTo>
                      <a:pt x="441" y="27"/>
                    </a:lnTo>
                    <a:lnTo>
                      <a:pt x="443" y="27"/>
                    </a:lnTo>
                    <a:lnTo>
                      <a:pt x="444" y="27"/>
                    </a:lnTo>
                    <a:lnTo>
                      <a:pt x="445" y="28"/>
                    </a:lnTo>
                    <a:lnTo>
                      <a:pt x="446" y="30"/>
                    </a:lnTo>
                    <a:lnTo>
                      <a:pt x="447" y="30"/>
                    </a:lnTo>
                    <a:lnTo>
                      <a:pt x="449" y="31"/>
                    </a:lnTo>
                    <a:lnTo>
                      <a:pt x="451" y="31"/>
                    </a:lnTo>
                    <a:lnTo>
                      <a:pt x="452" y="32"/>
                    </a:lnTo>
                    <a:lnTo>
                      <a:pt x="455" y="33"/>
                    </a:lnTo>
                    <a:lnTo>
                      <a:pt x="456" y="34"/>
                    </a:lnTo>
                    <a:lnTo>
                      <a:pt x="458" y="34"/>
                    </a:lnTo>
                    <a:lnTo>
                      <a:pt x="459" y="36"/>
                    </a:lnTo>
                    <a:lnTo>
                      <a:pt x="462" y="37"/>
                    </a:lnTo>
                    <a:lnTo>
                      <a:pt x="463" y="37"/>
                    </a:lnTo>
                    <a:lnTo>
                      <a:pt x="464" y="38"/>
                    </a:lnTo>
                    <a:lnTo>
                      <a:pt x="465" y="39"/>
                    </a:lnTo>
                    <a:lnTo>
                      <a:pt x="468" y="39"/>
                    </a:lnTo>
                    <a:lnTo>
                      <a:pt x="469" y="40"/>
                    </a:lnTo>
                    <a:lnTo>
                      <a:pt x="470" y="40"/>
                    </a:lnTo>
                    <a:lnTo>
                      <a:pt x="471" y="42"/>
                    </a:lnTo>
                    <a:lnTo>
                      <a:pt x="473" y="43"/>
                    </a:lnTo>
                    <a:lnTo>
                      <a:pt x="474" y="43"/>
                    </a:lnTo>
                    <a:lnTo>
                      <a:pt x="475" y="43"/>
                    </a:lnTo>
                    <a:lnTo>
                      <a:pt x="476" y="44"/>
                    </a:lnTo>
                    <a:lnTo>
                      <a:pt x="477" y="45"/>
                    </a:lnTo>
                    <a:lnTo>
                      <a:pt x="479" y="45"/>
                    </a:lnTo>
                    <a:lnTo>
                      <a:pt x="480" y="45"/>
                    </a:lnTo>
                    <a:lnTo>
                      <a:pt x="481" y="46"/>
                    </a:lnTo>
                    <a:lnTo>
                      <a:pt x="482" y="48"/>
                    </a:lnTo>
                    <a:lnTo>
                      <a:pt x="483" y="48"/>
                    </a:lnTo>
                    <a:lnTo>
                      <a:pt x="485" y="49"/>
                    </a:lnTo>
                    <a:lnTo>
                      <a:pt x="486" y="49"/>
                    </a:lnTo>
                    <a:lnTo>
                      <a:pt x="487" y="50"/>
                    </a:lnTo>
                    <a:lnTo>
                      <a:pt x="488" y="50"/>
                    </a:lnTo>
                    <a:lnTo>
                      <a:pt x="489" y="51"/>
                    </a:lnTo>
                    <a:lnTo>
                      <a:pt x="491" y="52"/>
                    </a:lnTo>
                    <a:lnTo>
                      <a:pt x="493" y="52"/>
                    </a:lnTo>
                    <a:lnTo>
                      <a:pt x="494" y="54"/>
                    </a:lnTo>
                    <a:lnTo>
                      <a:pt x="495" y="55"/>
                    </a:lnTo>
                    <a:lnTo>
                      <a:pt x="498" y="56"/>
                    </a:lnTo>
                    <a:lnTo>
                      <a:pt x="499" y="57"/>
                    </a:lnTo>
                    <a:lnTo>
                      <a:pt x="500" y="57"/>
                    </a:lnTo>
                    <a:lnTo>
                      <a:pt x="501" y="58"/>
                    </a:lnTo>
                    <a:lnTo>
                      <a:pt x="504" y="60"/>
                    </a:lnTo>
                    <a:lnTo>
                      <a:pt x="505" y="60"/>
                    </a:lnTo>
                    <a:lnTo>
                      <a:pt x="506" y="61"/>
                    </a:lnTo>
                    <a:lnTo>
                      <a:pt x="507" y="61"/>
                    </a:lnTo>
                    <a:lnTo>
                      <a:pt x="507" y="62"/>
                    </a:lnTo>
                    <a:lnTo>
                      <a:pt x="509" y="62"/>
                    </a:lnTo>
                    <a:lnTo>
                      <a:pt x="510" y="63"/>
                    </a:lnTo>
                    <a:lnTo>
                      <a:pt x="511" y="63"/>
                    </a:lnTo>
                    <a:lnTo>
                      <a:pt x="511" y="64"/>
                    </a:lnTo>
                    <a:lnTo>
                      <a:pt x="512" y="64"/>
                    </a:lnTo>
                    <a:lnTo>
                      <a:pt x="513" y="64"/>
                    </a:lnTo>
                    <a:lnTo>
                      <a:pt x="515" y="66"/>
                    </a:lnTo>
                    <a:lnTo>
                      <a:pt x="516" y="67"/>
                    </a:lnTo>
                    <a:lnTo>
                      <a:pt x="517" y="67"/>
                    </a:lnTo>
                    <a:lnTo>
                      <a:pt x="518" y="68"/>
                    </a:lnTo>
                    <a:lnTo>
                      <a:pt x="519" y="68"/>
                    </a:lnTo>
                    <a:lnTo>
                      <a:pt x="519" y="69"/>
                    </a:lnTo>
                    <a:lnTo>
                      <a:pt x="521" y="69"/>
                    </a:lnTo>
                    <a:lnTo>
                      <a:pt x="522" y="70"/>
                    </a:lnTo>
                    <a:lnTo>
                      <a:pt x="523" y="70"/>
                    </a:lnTo>
                    <a:lnTo>
                      <a:pt x="523" y="72"/>
                    </a:lnTo>
                    <a:lnTo>
                      <a:pt x="524" y="72"/>
                    </a:lnTo>
                    <a:lnTo>
                      <a:pt x="525" y="73"/>
                    </a:lnTo>
                    <a:lnTo>
                      <a:pt x="527" y="74"/>
                    </a:lnTo>
                    <a:lnTo>
                      <a:pt x="528" y="74"/>
                    </a:lnTo>
                    <a:lnTo>
                      <a:pt x="529" y="75"/>
                    </a:lnTo>
                    <a:lnTo>
                      <a:pt x="531" y="76"/>
                    </a:lnTo>
                    <a:lnTo>
                      <a:pt x="533" y="76"/>
                    </a:lnTo>
                    <a:lnTo>
                      <a:pt x="534" y="78"/>
                    </a:lnTo>
                    <a:lnTo>
                      <a:pt x="535" y="79"/>
                    </a:lnTo>
                    <a:lnTo>
                      <a:pt x="536" y="80"/>
                    </a:lnTo>
                    <a:lnTo>
                      <a:pt x="537" y="80"/>
                    </a:lnTo>
                    <a:lnTo>
                      <a:pt x="539" y="81"/>
                    </a:lnTo>
                    <a:lnTo>
                      <a:pt x="540" y="82"/>
                    </a:lnTo>
                    <a:lnTo>
                      <a:pt x="541" y="82"/>
                    </a:lnTo>
                    <a:lnTo>
                      <a:pt x="542" y="84"/>
                    </a:lnTo>
                    <a:lnTo>
                      <a:pt x="543" y="85"/>
                    </a:lnTo>
                    <a:lnTo>
                      <a:pt x="545" y="85"/>
                    </a:lnTo>
                    <a:lnTo>
                      <a:pt x="545" y="86"/>
                    </a:lnTo>
                    <a:lnTo>
                      <a:pt x="546" y="86"/>
                    </a:lnTo>
                    <a:lnTo>
                      <a:pt x="547" y="87"/>
                    </a:lnTo>
                    <a:lnTo>
                      <a:pt x="548" y="87"/>
                    </a:lnTo>
                    <a:lnTo>
                      <a:pt x="548" y="88"/>
                    </a:lnTo>
                    <a:lnTo>
                      <a:pt x="549" y="88"/>
                    </a:lnTo>
                    <a:lnTo>
                      <a:pt x="551" y="90"/>
                    </a:lnTo>
                    <a:lnTo>
                      <a:pt x="552" y="91"/>
                    </a:lnTo>
                    <a:lnTo>
                      <a:pt x="553" y="92"/>
                    </a:lnTo>
                    <a:lnTo>
                      <a:pt x="554" y="92"/>
                    </a:lnTo>
                    <a:lnTo>
                      <a:pt x="555" y="93"/>
                    </a:lnTo>
                    <a:lnTo>
                      <a:pt x="555" y="94"/>
                    </a:lnTo>
                    <a:lnTo>
                      <a:pt x="557" y="94"/>
                    </a:lnTo>
                    <a:lnTo>
                      <a:pt x="558" y="96"/>
                    </a:lnTo>
                    <a:lnTo>
                      <a:pt x="559" y="96"/>
                    </a:lnTo>
                    <a:lnTo>
                      <a:pt x="559" y="97"/>
                    </a:lnTo>
                    <a:lnTo>
                      <a:pt x="560" y="97"/>
                    </a:lnTo>
                    <a:lnTo>
                      <a:pt x="560" y="98"/>
                    </a:lnTo>
                    <a:lnTo>
                      <a:pt x="561" y="98"/>
                    </a:lnTo>
                    <a:lnTo>
                      <a:pt x="563" y="99"/>
                    </a:lnTo>
                    <a:lnTo>
                      <a:pt x="564" y="100"/>
                    </a:lnTo>
                    <a:lnTo>
                      <a:pt x="565" y="100"/>
                    </a:lnTo>
                    <a:lnTo>
                      <a:pt x="565" y="102"/>
                    </a:lnTo>
                    <a:lnTo>
                      <a:pt x="566" y="102"/>
                    </a:lnTo>
                    <a:lnTo>
                      <a:pt x="567" y="102"/>
                    </a:lnTo>
                    <a:lnTo>
                      <a:pt x="567" y="103"/>
                    </a:lnTo>
                    <a:lnTo>
                      <a:pt x="569" y="103"/>
                    </a:lnTo>
                    <a:lnTo>
                      <a:pt x="569" y="104"/>
                    </a:lnTo>
                    <a:lnTo>
                      <a:pt x="570" y="104"/>
                    </a:lnTo>
                    <a:lnTo>
                      <a:pt x="571" y="105"/>
                    </a:lnTo>
                    <a:lnTo>
                      <a:pt x="572" y="105"/>
                    </a:lnTo>
                    <a:lnTo>
                      <a:pt x="572" y="106"/>
                    </a:lnTo>
                    <a:lnTo>
                      <a:pt x="573" y="106"/>
                    </a:lnTo>
                    <a:lnTo>
                      <a:pt x="575" y="108"/>
                    </a:lnTo>
                    <a:lnTo>
                      <a:pt x="576" y="108"/>
                    </a:lnTo>
                    <a:lnTo>
                      <a:pt x="577" y="109"/>
                    </a:lnTo>
                    <a:lnTo>
                      <a:pt x="577" y="110"/>
                    </a:lnTo>
                    <a:lnTo>
                      <a:pt x="578" y="110"/>
                    </a:lnTo>
                    <a:lnTo>
                      <a:pt x="579" y="111"/>
                    </a:lnTo>
                    <a:lnTo>
                      <a:pt x="581" y="111"/>
                    </a:lnTo>
                    <a:lnTo>
                      <a:pt x="582" y="112"/>
                    </a:lnTo>
                    <a:lnTo>
                      <a:pt x="583" y="112"/>
                    </a:lnTo>
                    <a:lnTo>
                      <a:pt x="583" y="114"/>
                    </a:lnTo>
                    <a:lnTo>
                      <a:pt x="584" y="114"/>
                    </a:lnTo>
                    <a:lnTo>
                      <a:pt x="584" y="115"/>
                    </a:lnTo>
                    <a:lnTo>
                      <a:pt x="585" y="115"/>
                    </a:lnTo>
                    <a:lnTo>
                      <a:pt x="587" y="116"/>
                    </a:lnTo>
                    <a:lnTo>
                      <a:pt x="588" y="117"/>
                    </a:lnTo>
                    <a:lnTo>
                      <a:pt x="589" y="117"/>
                    </a:lnTo>
                    <a:lnTo>
                      <a:pt x="589" y="118"/>
                    </a:lnTo>
                    <a:lnTo>
                      <a:pt x="590" y="118"/>
                    </a:lnTo>
                    <a:lnTo>
                      <a:pt x="590" y="120"/>
                    </a:lnTo>
                    <a:lnTo>
                      <a:pt x="591" y="120"/>
                    </a:lnTo>
                    <a:lnTo>
                      <a:pt x="591" y="121"/>
                    </a:lnTo>
                    <a:lnTo>
                      <a:pt x="593" y="121"/>
                    </a:lnTo>
                    <a:lnTo>
                      <a:pt x="593" y="122"/>
                    </a:lnTo>
                    <a:lnTo>
                      <a:pt x="594" y="122"/>
                    </a:lnTo>
                    <a:lnTo>
                      <a:pt x="594" y="123"/>
                    </a:lnTo>
                    <a:lnTo>
                      <a:pt x="595" y="123"/>
                    </a:lnTo>
                    <a:lnTo>
                      <a:pt x="595" y="124"/>
                    </a:lnTo>
                    <a:lnTo>
                      <a:pt x="596" y="126"/>
                    </a:lnTo>
                    <a:lnTo>
                      <a:pt x="597" y="126"/>
                    </a:lnTo>
                    <a:lnTo>
                      <a:pt x="599" y="127"/>
                    </a:lnTo>
                    <a:lnTo>
                      <a:pt x="599" y="128"/>
                    </a:lnTo>
                    <a:lnTo>
                      <a:pt x="600" y="129"/>
                    </a:lnTo>
                    <a:lnTo>
                      <a:pt x="601" y="130"/>
                    </a:lnTo>
                    <a:lnTo>
                      <a:pt x="602" y="132"/>
                    </a:lnTo>
                    <a:lnTo>
                      <a:pt x="603" y="133"/>
                    </a:lnTo>
                    <a:lnTo>
                      <a:pt x="605" y="134"/>
                    </a:lnTo>
                    <a:lnTo>
                      <a:pt x="606" y="135"/>
                    </a:lnTo>
                    <a:lnTo>
                      <a:pt x="607" y="136"/>
                    </a:lnTo>
                    <a:lnTo>
                      <a:pt x="608" y="138"/>
                    </a:lnTo>
                    <a:lnTo>
                      <a:pt x="609" y="139"/>
                    </a:lnTo>
                    <a:lnTo>
                      <a:pt x="609" y="140"/>
                    </a:lnTo>
                    <a:lnTo>
                      <a:pt x="611" y="140"/>
                    </a:lnTo>
                    <a:lnTo>
                      <a:pt x="612" y="141"/>
                    </a:lnTo>
                    <a:lnTo>
                      <a:pt x="613" y="142"/>
                    </a:lnTo>
                    <a:lnTo>
                      <a:pt x="613" y="144"/>
                    </a:lnTo>
                    <a:lnTo>
                      <a:pt x="614" y="144"/>
                    </a:lnTo>
                    <a:lnTo>
                      <a:pt x="614" y="145"/>
                    </a:lnTo>
                    <a:lnTo>
                      <a:pt x="615" y="146"/>
                    </a:lnTo>
                    <a:lnTo>
                      <a:pt x="617" y="147"/>
                    </a:lnTo>
                    <a:lnTo>
                      <a:pt x="618" y="147"/>
                    </a:lnTo>
                    <a:lnTo>
                      <a:pt x="618" y="148"/>
                    </a:lnTo>
                    <a:lnTo>
                      <a:pt x="619" y="150"/>
                    </a:lnTo>
                    <a:lnTo>
                      <a:pt x="619" y="151"/>
                    </a:lnTo>
                    <a:lnTo>
                      <a:pt x="620" y="151"/>
                    </a:lnTo>
                    <a:lnTo>
                      <a:pt x="621" y="152"/>
                    </a:lnTo>
                    <a:lnTo>
                      <a:pt x="623" y="153"/>
                    </a:lnTo>
                    <a:lnTo>
                      <a:pt x="623" y="154"/>
                    </a:lnTo>
                    <a:lnTo>
                      <a:pt x="624" y="156"/>
                    </a:lnTo>
                    <a:lnTo>
                      <a:pt x="625" y="157"/>
                    </a:lnTo>
                    <a:lnTo>
                      <a:pt x="626" y="158"/>
                    </a:lnTo>
                    <a:lnTo>
                      <a:pt x="627" y="159"/>
                    </a:lnTo>
                    <a:lnTo>
                      <a:pt x="629" y="162"/>
                    </a:lnTo>
                    <a:lnTo>
                      <a:pt x="630" y="163"/>
                    </a:lnTo>
                    <a:lnTo>
                      <a:pt x="631" y="164"/>
                    </a:lnTo>
                    <a:lnTo>
                      <a:pt x="632" y="166"/>
                    </a:lnTo>
                    <a:lnTo>
                      <a:pt x="633" y="168"/>
                    </a:lnTo>
                    <a:lnTo>
                      <a:pt x="635" y="169"/>
                    </a:lnTo>
                    <a:lnTo>
                      <a:pt x="636" y="170"/>
                    </a:lnTo>
                    <a:lnTo>
                      <a:pt x="637" y="171"/>
                    </a:lnTo>
                    <a:lnTo>
                      <a:pt x="638" y="172"/>
                    </a:lnTo>
                    <a:lnTo>
                      <a:pt x="639" y="174"/>
                    </a:lnTo>
                    <a:lnTo>
                      <a:pt x="639" y="175"/>
                    </a:lnTo>
                    <a:lnTo>
                      <a:pt x="641" y="176"/>
                    </a:lnTo>
                    <a:lnTo>
                      <a:pt x="642" y="177"/>
                    </a:lnTo>
                    <a:lnTo>
                      <a:pt x="643" y="178"/>
                    </a:lnTo>
                    <a:lnTo>
                      <a:pt x="644" y="180"/>
                    </a:lnTo>
                    <a:lnTo>
                      <a:pt x="644" y="181"/>
                    </a:lnTo>
                    <a:lnTo>
                      <a:pt x="645" y="181"/>
                    </a:lnTo>
                    <a:lnTo>
                      <a:pt x="645" y="182"/>
                    </a:lnTo>
                    <a:lnTo>
                      <a:pt x="647" y="183"/>
                    </a:lnTo>
                    <a:lnTo>
                      <a:pt x="647" y="184"/>
                    </a:lnTo>
                    <a:lnTo>
                      <a:pt x="648" y="186"/>
                    </a:lnTo>
                    <a:lnTo>
                      <a:pt x="649" y="186"/>
                    </a:lnTo>
                    <a:lnTo>
                      <a:pt x="649" y="187"/>
                    </a:lnTo>
                    <a:lnTo>
                      <a:pt x="650" y="188"/>
                    </a:lnTo>
                    <a:lnTo>
                      <a:pt x="651" y="189"/>
                    </a:lnTo>
                    <a:lnTo>
                      <a:pt x="653" y="190"/>
                    </a:lnTo>
                    <a:lnTo>
                      <a:pt x="653" y="192"/>
                    </a:lnTo>
                    <a:lnTo>
                      <a:pt x="654" y="194"/>
                    </a:lnTo>
                    <a:lnTo>
                      <a:pt x="655" y="195"/>
                    </a:lnTo>
                    <a:lnTo>
                      <a:pt x="656" y="196"/>
                    </a:lnTo>
                    <a:lnTo>
                      <a:pt x="657" y="199"/>
                    </a:lnTo>
                    <a:lnTo>
                      <a:pt x="659" y="200"/>
                    </a:lnTo>
                    <a:lnTo>
                      <a:pt x="660" y="202"/>
                    </a:lnTo>
                    <a:lnTo>
                      <a:pt x="661" y="204"/>
                    </a:lnTo>
                    <a:lnTo>
                      <a:pt x="662" y="206"/>
                    </a:lnTo>
                    <a:lnTo>
                      <a:pt x="663" y="207"/>
                    </a:lnTo>
                    <a:lnTo>
                      <a:pt x="665" y="208"/>
                    </a:lnTo>
                    <a:lnTo>
                      <a:pt x="666" y="211"/>
                    </a:lnTo>
                    <a:lnTo>
                      <a:pt x="667" y="212"/>
                    </a:lnTo>
                    <a:lnTo>
                      <a:pt x="668" y="213"/>
                    </a:lnTo>
                    <a:lnTo>
                      <a:pt x="669" y="214"/>
                    </a:lnTo>
                    <a:lnTo>
                      <a:pt x="669" y="216"/>
                    </a:lnTo>
                    <a:lnTo>
                      <a:pt x="671" y="217"/>
                    </a:lnTo>
                    <a:lnTo>
                      <a:pt x="672" y="218"/>
                    </a:lnTo>
                    <a:lnTo>
                      <a:pt x="672" y="219"/>
                    </a:lnTo>
                    <a:lnTo>
                      <a:pt x="673" y="220"/>
                    </a:lnTo>
                    <a:lnTo>
                      <a:pt x="674" y="220"/>
                    </a:lnTo>
                    <a:lnTo>
                      <a:pt x="674" y="222"/>
                    </a:lnTo>
                    <a:lnTo>
                      <a:pt x="675" y="223"/>
                    </a:lnTo>
                    <a:lnTo>
                      <a:pt x="675" y="224"/>
                    </a:lnTo>
                    <a:lnTo>
                      <a:pt x="677" y="225"/>
                    </a:lnTo>
                    <a:lnTo>
                      <a:pt x="678" y="226"/>
                    </a:lnTo>
                    <a:lnTo>
                      <a:pt x="678" y="228"/>
                    </a:lnTo>
                    <a:lnTo>
                      <a:pt x="679" y="228"/>
                    </a:lnTo>
                    <a:lnTo>
                      <a:pt x="680" y="229"/>
                    </a:lnTo>
                    <a:lnTo>
                      <a:pt x="680" y="230"/>
                    </a:lnTo>
                    <a:lnTo>
                      <a:pt x="681" y="231"/>
                    </a:lnTo>
                    <a:lnTo>
                      <a:pt x="683" y="234"/>
                    </a:lnTo>
                    <a:lnTo>
                      <a:pt x="684" y="235"/>
                    </a:lnTo>
                    <a:lnTo>
                      <a:pt x="685" y="236"/>
                    </a:lnTo>
                    <a:lnTo>
                      <a:pt x="686" y="237"/>
                    </a:lnTo>
                    <a:lnTo>
                      <a:pt x="687" y="240"/>
                    </a:lnTo>
                    <a:lnTo>
                      <a:pt x="689" y="241"/>
                    </a:lnTo>
                    <a:lnTo>
                      <a:pt x="690" y="243"/>
                    </a:lnTo>
                    <a:lnTo>
                      <a:pt x="691" y="244"/>
                    </a:lnTo>
                    <a:lnTo>
                      <a:pt x="692" y="247"/>
                    </a:lnTo>
                    <a:lnTo>
                      <a:pt x="693" y="248"/>
                    </a:lnTo>
                    <a:lnTo>
                      <a:pt x="695" y="250"/>
                    </a:lnTo>
                    <a:lnTo>
                      <a:pt x="696" y="252"/>
                    </a:lnTo>
                    <a:lnTo>
                      <a:pt x="697" y="253"/>
                    </a:lnTo>
                    <a:lnTo>
                      <a:pt x="698" y="255"/>
                    </a:lnTo>
                    <a:lnTo>
                      <a:pt x="699" y="256"/>
                    </a:lnTo>
                    <a:lnTo>
                      <a:pt x="701" y="258"/>
                    </a:lnTo>
                    <a:lnTo>
                      <a:pt x="701" y="259"/>
                    </a:lnTo>
                    <a:lnTo>
                      <a:pt x="702" y="260"/>
                    </a:lnTo>
                    <a:lnTo>
                      <a:pt x="703" y="261"/>
                    </a:lnTo>
                    <a:lnTo>
                      <a:pt x="703" y="262"/>
                    </a:lnTo>
                    <a:lnTo>
                      <a:pt x="704" y="262"/>
                    </a:lnTo>
                    <a:lnTo>
                      <a:pt x="704" y="264"/>
                    </a:lnTo>
                    <a:lnTo>
                      <a:pt x="705" y="265"/>
                    </a:lnTo>
                    <a:lnTo>
                      <a:pt x="705" y="266"/>
                    </a:lnTo>
                    <a:lnTo>
                      <a:pt x="707" y="267"/>
                    </a:lnTo>
                    <a:lnTo>
                      <a:pt x="708" y="268"/>
                    </a:lnTo>
                    <a:lnTo>
                      <a:pt x="708" y="270"/>
                    </a:lnTo>
                    <a:lnTo>
                      <a:pt x="709" y="271"/>
                    </a:lnTo>
                    <a:lnTo>
                      <a:pt x="709" y="272"/>
                    </a:lnTo>
                    <a:lnTo>
                      <a:pt x="710" y="272"/>
                    </a:lnTo>
                    <a:lnTo>
                      <a:pt x="710" y="273"/>
                    </a:lnTo>
                    <a:lnTo>
                      <a:pt x="711" y="274"/>
                    </a:lnTo>
                    <a:lnTo>
                      <a:pt x="713" y="276"/>
                    </a:lnTo>
                    <a:lnTo>
                      <a:pt x="713" y="277"/>
                    </a:lnTo>
                    <a:lnTo>
                      <a:pt x="714" y="278"/>
                    </a:lnTo>
                    <a:lnTo>
                      <a:pt x="714" y="279"/>
                    </a:lnTo>
                    <a:lnTo>
                      <a:pt x="715" y="282"/>
                    </a:lnTo>
                    <a:lnTo>
                      <a:pt x="716" y="283"/>
                    </a:lnTo>
                    <a:lnTo>
                      <a:pt x="717" y="284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7" name="Freeform 210">
                <a:extLst>
                  <a:ext uri="{FF2B5EF4-FFF2-40B4-BE49-F238E27FC236}">
                    <a16:creationId xmlns:a16="http://schemas.microsoft.com/office/drawing/2014/main" id="{6AE4E332-01C8-4F9B-90BB-BAB53A676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5400" y="3781425"/>
                <a:ext cx="569913" cy="227013"/>
              </a:xfrm>
              <a:custGeom>
                <a:avLst/>
                <a:gdLst>
                  <a:gd name="T0" fmla="*/ 2147483646 w 717"/>
                  <a:gd name="T1" fmla="*/ 2147483646 h 285"/>
                  <a:gd name="T2" fmla="*/ 2147483646 w 717"/>
                  <a:gd name="T3" fmla="*/ 2147483646 h 285"/>
                  <a:gd name="T4" fmla="*/ 2147483646 w 717"/>
                  <a:gd name="T5" fmla="*/ 2147483646 h 285"/>
                  <a:gd name="T6" fmla="*/ 2147483646 w 717"/>
                  <a:gd name="T7" fmla="*/ 2147483646 h 285"/>
                  <a:gd name="T8" fmla="*/ 2147483646 w 717"/>
                  <a:gd name="T9" fmla="*/ 2147483646 h 285"/>
                  <a:gd name="T10" fmla="*/ 2147483646 w 717"/>
                  <a:gd name="T11" fmla="*/ 2147483646 h 285"/>
                  <a:gd name="T12" fmla="*/ 2147483646 w 717"/>
                  <a:gd name="T13" fmla="*/ 2147483646 h 285"/>
                  <a:gd name="T14" fmla="*/ 2147483646 w 717"/>
                  <a:gd name="T15" fmla="*/ 2147483646 h 285"/>
                  <a:gd name="T16" fmla="*/ 2147483646 w 717"/>
                  <a:gd name="T17" fmla="*/ 2147483646 h 285"/>
                  <a:gd name="T18" fmla="*/ 2147483646 w 717"/>
                  <a:gd name="T19" fmla="*/ 2147483646 h 285"/>
                  <a:gd name="T20" fmla="*/ 2147483646 w 717"/>
                  <a:gd name="T21" fmla="*/ 2147483646 h 285"/>
                  <a:gd name="T22" fmla="*/ 2147483646 w 717"/>
                  <a:gd name="T23" fmla="*/ 2147483646 h 285"/>
                  <a:gd name="T24" fmla="*/ 2147483646 w 717"/>
                  <a:gd name="T25" fmla="*/ 2147483646 h 285"/>
                  <a:gd name="T26" fmla="*/ 2147483646 w 717"/>
                  <a:gd name="T27" fmla="*/ 2147483646 h 285"/>
                  <a:gd name="T28" fmla="*/ 2147483646 w 717"/>
                  <a:gd name="T29" fmla="*/ 2147483646 h 285"/>
                  <a:gd name="T30" fmla="*/ 2147483646 w 717"/>
                  <a:gd name="T31" fmla="*/ 2147483646 h 285"/>
                  <a:gd name="T32" fmla="*/ 2147483646 w 717"/>
                  <a:gd name="T33" fmla="*/ 2147483646 h 285"/>
                  <a:gd name="T34" fmla="*/ 2147483646 w 717"/>
                  <a:gd name="T35" fmla="*/ 2147483646 h 285"/>
                  <a:gd name="T36" fmla="*/ 2147483646 w 717"/>
                  <a:gd name="T37" fmla="*/ 2147483646 h 285"/>
                  <a:gd name="T38" fmla="*/ 2147483646 w 717"/>
                  <a:gd name="T39" fmla="*/ 2147483646 h 285"/>
                  <a:gd name="T40" fmla="*/ 2147483646 w 717"/>
                  <a:gd name="T41" fmla="*/ 2147483646 h 285"/>
                  <a:gd name="T42" fmla="*/ 2147483646 w 717"/>
                  <a:gd name="T43" fmla="*/ 2147483646 h 285"/>
                  <a:gd name="T44" fmla="*/ 2147483646 w 717"/>
                  <a:gd name="T45" fmla="*/ 2147483646 h 285"/>
                  <a:gd name="T46" fmla="*/ 2147483646 w 717"/>
                  <a:gd name="T47" fmla="*/ 2147483646 h 285"/>
                  <a:gd name="T48" fmla="*/ 2147483646 w 717"/>
                  <a:gd name="T49" fmla="*/ 2147483646 h 285"/>
                  <a:gd name="T50" fmla="*/ 2147483646 w 717"/>
                  <a:gd name="T51" fmla="*/ 2147483646 h 285"/>
                  <a:gd name="T52" fmla="*/ 2147483646 w 717"/>
                  <a:gd name="T53" fmla="*/ 2147483646 h 285"/>
                  <a:gd name="T54" fmla="*/ 2147483646 w 717"/>
                  <a:gd name="T55" fmla="*/ 2147483646 h 285"/>
                  <a:gd name="T56" fmla="*/ 2147483646 w 717"/>
                  <a:gd name="T57" fmla="*/ 2147483646 h 285"/>
                  <a:gd name="T58" fmla="*/ 2147483646 w 717"/>
                  <a:gd name="T59" fmla="*/ 2147483646 h 285"/>
                  <a:gd name="T60" fmla="*/ 2147483646 w 717"/>
                  <a:gd name="T61" fmla="*/ 2147483646 h 285"/>
                  <a:gd name="T62" fmla="*/ 2147483646 w 717"/>
                  <a:gd name="T63" fmla="*/ 2147483646 h 285"/>
                  <a:gd name="T64" fmla="*/ 2147483646 w 717"/>
                  <a:gd name="T65" fmla="*/ 2147483646 h 285"/>
                  <a:gd name="T66" fmla="*/ 2147483646 w 717"/>
                  <a:gd name="T67" fmla="*/ 2147483646 h 285"/>
                  <a:gd name="T68" fmla="*/ 2147483646 w 717"/>
                  <a:gd name="T69" fmla="*/ 2147483646 h 285"/>
                  <a:gd name="T70" fmla="*/ 2147483646 w 717"/>
                  <a:gd name="T71" fmla="*/ 2147483646 h 285"/>
                  <a:gd name="T72" fmla="*/ 2147483646 w 717"/>
                  <a:gd name="T73" fmla="*/ 2147483646 h 285"/>
                  <a:gd name="T74" fmla="*/ 2147483646 w 717"/>
                  <a:gd name="T75" fmla="*/ 2147483646 h 285"/>
                  <a:gd name="T76" fmla="*/ 2147483646 w 717"/>
                  <a:gd name="T77" fmla="*/ 2147483646 h 285"/>
                  <a:gd name="T78" fmla="*/ 2147483646 w 717"/>
                  <a:gd name="T79" fmla="*/ 2147483646 h 285"/>
                  <a:gd name="T80" fmla="*/ 2147483646 w 717"/>
                  <a:gd name="T81" fmla="*/ 2147483646 h 285"/>
                  <a:gd name="T82" fmla="*/ 2147483646 w 717"/>
                  <a:gd name="T83" fmla="*/ 2147483646 h 285"/>
                  <a:gd name="T84" fmla="*/ 2147483646 w 717"/>
                  <a:gd name="T85" fmla="*/ 2147483646 h 285"/>
                  <a:gd name="T86" fmla="*/ 2147483646 w 717"/>
                  <a:gd name="T87" fmla="*/ 2147483646 h 285"/>
                  <a:gd name="T88" fmla="*/ 2147483646 w 717"/>
                  <a:gd name="T89" fmla="*/ 2147483646 h 285"/>
                  <a:gd name="T90" fmla="*/ 2147483646 w 717"/>
                  <a:gd name="T91" fmla="*/ 2147483646 h 285"/>
                  <a:gd name="T92" fmla="*/ 2147483646 w 717"/>
                  <a:gd name="T93" fmla="*/ 2147483646 h 285"/>
                  <a:gd name="T94" fmla="*/ 2147483646 w 717"/>
                  <a:gd name="T95" fmla="*/ 2147483646 h 285"/>
                  <a:gd name="T96" fmla="*/ 2147483646 w 717"/>
                  <a:gd name="T97" fmla="*/ 2147483646 h 285"/>
                  <a:gd name="T98" fmla="*/ 2147483646 w 717"/>
                  <a:gd name="T99" fmla="*/ 2147483646 h 285"/>
                  <a:gd name="T100" fmla="*/ 2147483646 w 717"/>
                  <a:gd name="T101" fmla="*/ 2147483646 h 285"/>
                  <a:gd name="T102" fmla="*/ 2147483646 w 717"/>
                  <a:gd name="T103" fmla="*/ 2147483646 h 285"/>
                  <a:gd name="T104" fmla="*/ 2147483646 w 717"/>
                  <a:gd name="T105" fmla="*/ 2147483646 h 285"/>
                  <a:gd name="T106" fmla="*/ 2147483646 w 717"/>
                  <a:gd name="T107" fmla="*/ 2147483646 h 285"/>
                  <a:gd name="T108" fmla="*/ 2147483646 w 717"/>
                  <a:gd name="T109" fmla="*/ 2147483646 h 285"/>
                  <a:gd name="T110" fmla="*/ 2147483646 w 717"/>
                  <a:gd name="T111" fmla="*/ 2147483646 h 285"/>
                  <a:gd name="T112" fmla="*/ 2147483646 w 717"/>
                  <a:gd name="T113" fmla="*/ 2147483646 h 285"/>
                  <a:gd name="T114" fmla="*/ 2147483646 w 717"/>
                  <a:gd name="T115" fmla="*/ 2147483646 h 285"/>
                  <a:gd name="T116" fmla="*/ 2147483646 w 717"/>
                  <a:gd name="T117" fmla="*/ 2147483646 h 285"/>
                  <a:gd name="T118" fmla="*/ 2147483646 w 717"/>
                  <a:gd name="T119" fmla="*/ 2147483646 h 285"/>
                  <a:gd name="T120" fmla="*/ 2147483646 w 717"/>
                  <a:gd name="T121" fmla="*/ 2147483646 h 2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5">
                    <a:moveTo>
                      <a:pt x="0" y="285"/>
                    </a:moveTo>
                    <a:lnTo>
                      <a:pt x="27" y="285"/>
                    </a:lnTo>
                    <a:lnTo>
                      <a:pt x="54" y="285"/>
                    </a:lnTo>
                    <a:lnTo>
                      <a:pt x="78" y="285"/>
                    </a:lnTo>
                    <a:lnTo>
                      <a:pt x="99" y="285"/>
                    </a:lnTo>
                    <a:lnTo>
                      <a:pt x="121" y="285"/>
                    </a:lnTo>
                    <a:lnTo>
                      <a:pt x="140" y="285"/>
                    </a:lnTo>
                    <a:lnTo>
                      <a:pt x="158" y="285"/>
                    </a:lnTo>
                    <a:lnTo>
                      <a:pt x="175" y="285"/>
                    </a:lnTo>
                    <a:lnTo>
                      <a:pt x="191" y="285"/>
                    </a:lnTo>
                    <a:lnTo>
                      <a:pt x="204" y="285"/>
                    </a:lnTo>
                    <a:lnTo>
                      <a:pt x="217" y="285"/>
                    </a:lnTo>
                    <a:lnTo>
                      <a:pt x="229" y="285"/>
                    </a:lnTo>
                    <a:lnTo>
                      <a:pt x="240" y="285"/>
                    </a:lnTo>
                    <a:lnTo>
                      <a:pt x="249" y="285"/>
                    </a:lnTo>
                    <a:lnTo>
                      <a:pt x="259" y="285"/>
                    </a:lnTo>
                    <a:lnTo>
                      <a:pt x="266" y="285"/>
                    </a:lnTo>
                    <a:lnTo>
                      <a:pt x="273" y="285"/>
                    </a:lnTo>
                    <a:lnTo>
                      <a:pt x="281" y="285"/>
                    </a:lnTo>
                    <a:lnTo>
                      <a:pt x="285" y="285"/>
                    </a:lnTo>
                    <a:lnTo>
                      <a:pt x="291" y="285"/>
                    </a:lnTo>
                    <a:lnTo>
                      <a:pt x="295" y="285"/>
                    </a:lnTo>
                    <a:lnTo>
                      <a:pt x="300" y="285"/>
                    </a:lnTo>
                    <a:lnTo>
                      <a:pt x="303" y="285"/>
                    </a:lnTo>
                    <a:lnTo>
                      <a:pt x="306" y="285"/>
                    </a:lnTo>
                    <a:lnTo>
                      <a:pt x="308" y="284"/>
                    </a:lnTo>
                    <a:lnTo>
                      <a:pt x="311" y="284"/>
                    </a:lnTo>
                    <a:lnTo>
                      <a:pt x="313" y="284"/>
                    </a:lnTo>
                    <a:lnTo>
                      <a:pt x="315" y="284"/>
                    </a:lnTo>
                    <a:lnTo>
                      <a:pt x="318" y="284"/>
                    </a:lnTo>
                    <a:lnTo>
                      <a:pt x="319" y="284"/>
                    </a:lnTo>
                    <a:lnTo>
                      <a:pt x="321" y="284"/>
                    </a:lnTo>
                    <a:lnTo>
                      <a:pt x="323" y="284"/>
                    </a:lnTo>
                    <a:lnTo>
                      <a:pt x="325" y="284"/>
                    </a:lnTo>
                    <a:lnTo>
                      <a:pt x="327" y="284"/>
                    </a:lnTo>
                    <a:lnTo>
                      <a:pt x="329" y="284"/>
                    </a:lnTo>
                    <a:lnTo>
                      <a:pt x="331" y="282"/>
                    </a:lnTo>
                    <a:lnTo>
                      <a:pt x="332" y="282"/>
                    </a:lnTo>
                    <a:lnTo>
                      <a:pt x="333" y="282"/>
                    </a:lnTo>
                    <a:lnTo>
                      <a:pt x="335" y="282"/>
                    </a:lnTo>
                    <a:lnTo>
                      <a:pt x="336" y="282"/>
                    </a:lnTo>
                    <a:lnTo>
                      <a:pt x="337" y="282"/>
                    </a:lnTo>
                    <a:lnTo>
                      <a:pt x="338" y="282"/>
                    </a:lnTo>
                    <a:lnTo>
                      <a:pt x="339" y="282"/>
                    </a:lnTo>
                    <a:lnTo>
                      <a:pt x="341" y="282"/>
                    </a:lnTo>
                    <a:lnTo>
                      <a:pt x="342" y="282"/>
                    </a:lnTo>
                    <a:lnTo>
                      <a:pt x="343" y="282"/>
                    </a:lnTo>
                    <a:lnTo>
                      <a:pt x="344" y="282"/>
                    </a:lnTo>
                    <a:lnTo>
                      <a:pt x="345" y="281"/>
                    </a:lnTo>
                    <a:lnTo>
                      <a:pt x="347" y="281"/>
                    </a:lnTo>
                    <a:lnTo>
                      <a:pt x="348" y="281"/>
                    </a:lnTo>
                    <a:lnTo>
                      <a:pt x="349" y="281"/>
                    </a:lnTo>
                    <a:lnTo>
                      <a:pt x="350" y="281"/>
                    </a:lnTo>
                    <a:lnTo>
                      <a:pt x="351" y="281"/>
                    </a:lnTo>
                    <a:lnTo>
                      <a:pt x="353" y="281"/>
                    </a:lnTo>
                    <a:lnTo>
                      <a:pt x="354" y="281"/>
                    </a:lnTo>
                    <a:lnTo>
                      <a:pt x="355" y="280"/>
                    </a:lnTo>
                    <a:lnTo>
                      <a:pt x="356" y="280"/>
                    </a:lnTo>
                    <a:lnTo>
                      <a:pt x="357" y="280"/>
                    </a:lnTo>
                    <a:lnTo>
                      <a:pt x="359" y="280"/>
                    </a:lnTo>
                    <a:lnTo>
                      <a:pt x="361" y="280"/>
                    </a:lnTo>
                    <a:lnTo>
                      <a:pt x="362" y="279"/>
                    </a:lnTo>
                    <a:lnTo>
                      <a:pt x="365" y="279"/>
                    </a:lnTo>
                    <a:lnTo>
                      <a:pt x="366" y="279"/>
                    </a:lnTo>
                    <a:lnTo>
                      <a:pt x="368" y="279"/>
                    </a:lnTo>
                    <a:lnTo>
                      <a:pt x="369" y="279"/>
                    </a:lnTo>
                    <a:lnTo>
                      <a:pt x="372" y="278"/>
                    </a:lnTo>
                    <a:lnTo>
                      <a:pt x="373" y="278"/>
                    </a:lnTo>
                    <a:lnTo>
                      <a:pt x="374" y="278"/>
                    </a:lnTo>
                    <a:lnTo>
                      <a:pt x="375" y="278"/>
                    </a:lnTo>
                    <a:lnTo>
                      <a:pt x="378" y="278"/>
                    </a:lnTo>
                    <a:lnTo>
                      <a:pt x="379" y="278"/>
                    </a:lnTo>
                    <a:lnTo>
                      <a:pt x="380" y="276"/>
                    </a:lnTo>
                    <a:lnTo>
                      <a:pt x="381" y="276"/>
                    </a:lnTo>
                    <a:lnTo>
                      <a:pt x="383" y="276"/>
                    </a:lnTo>
                    <a:lnTo>
                      <a:pt x="384" y="276"/>
                    </a:lnTo>
                    <a:lnTo>
                      <a:pt x="385" y="276"/>
                    </a:lnTo>
                    <a:lnTo>
                      <a:pt x="386" y="275"/>
                    </a:lnTo>
                    <a:lnTo>
                      <a:pt x="387" y="275"/>
                    </a:lnTo>
                    <a:lnTo>
                      <a:pt x="389" y="275"/>
                    </a:lnTo>
                    <a:lnTo>
                      <a:pt x="390" y="275"/>
                    </a:lnTo>
                    <a:lnTo>
                      <a:pt x="391" y="274"/>
                    </a:lnTo>
                    <a:lnTo>
                      <a:pt x="392" y="274"/>
                    </a:lnTo>
                    <a:lnTo>
                      <a:pt x="393" y="274"/>
                    </a:lnTo>
                    <a:lnTo>
                      <a:pt x="395" y="274"/>
                    </a:lnTo>
                    <a:lnTo>
                      <a:pt x="396" y="273"/>
                    </a:lnTo>
                    <a:lnTo>
                      <a:pt x="397" y="273"/>
                    </a:lnTo>
                    <a:lnTo>
                      <a:pt x="398" y="273"/>
                    </a:lnTo>
                    <a:lnTo>
                      <a:pt x="399" y="272"/>
                    </a:lnTo>
                    <a:lnTo>
                      <a:pt x="402" y="272"/>
                    </a:lnTo>
                    <a:lnTo>
                      <a:pt x="403" y="270"/>
                    </a:lnTo>
                    <a:lnTo>
                      <a:pt x="405" y="270"/>
                    </a:lnTo>
                    <a:lnTo>
                      <a:pt x="407" y="269"/>
                    </a:lnTo>
                    <a:lnTo>
                      <a:pt x="409" y="269"/>
                    </a:lnTo>
                    <a:lnTo>
                      <a:pt x="411" y="268"/>
                    </a:lnTo>
                    <a:lnTo>
                      <a:pt x="414" y="268"/>
                    </a:lnTo>
                    <a:lnTo>
                      <a:pt x="415" y="267"/>
                    </a:lnTo>
                    <a:lnTo>
                      <a:pt x="417" y="267"/>
                    </a:lnTo>
                    <a:lnTo>
                      <a:pt x="419" y="266"/>
                    </a:lnTo>
                    <a:lnTo>
                      <a:pt x="421" y="266"/>
                    </a:lnTo>
                    <a:lnTo>
                      <a:pt x="422" y="264"/>
                    </a:lnTo>
                    <a:lnTo>
                      <a:pt x="423" y="264"/>
                    </a:lnTo>
                    <a:lnTo>
                      <a:pt x="426" y="264"/>
                    </a:lnTo>
                    <a:lnTo>
                      <a:pt x="427" y="263"/>
                    </a:lnTo>
                    <a:lnTo>
                      <a:pt x="428" y="263"/>
                    </a:lnTo>
                    <a:lnTo>
                      <a:pt x="429" y="262"/>
                    </a:lnTo>
                    <a:lnTo>
                      <a:pt x="431" y="262"/>
                    </a:lnTo>
                    <a:lnTo>
                      <a:pt x="432" y="262"/>
                    </a:lnTo>
                    <a:lnTo>
                      <a:pt x="433" y="261"/>
                    </a:lnTo>
                    <a:lnTo>
                      <a:pt x="434" y="261"/>
                    </a:lnTo>
                    <a:lnTo>
                      <a:pt x="435" y="260"/>
                    </a:lnTo>
                    <a:lnTo>
                      <a:pt x="437" y="260"/>
                    </a:lnTo>
                    <a:lnTo>
                      <a:pt x="438" y="260"/>
                    </a:lnTo>
                    <a:lnTo>
                      <a:pt x="439" y="258"/>
                    </a:lnTo>
                    <a:lnTo>
                      <a:pt x="440" y="258"/>
                    </a:lnTo>
                    <a:lnTo>
                      <a:pt x="441" y="257"/>
                    </a:lnTo>
                    <a:lnTo>
                      <a:pt x="443" y="257"/>
                    </a:lnTo>
                    <a:lnTo>
                      <a:pt x="444" y="256"/>
                    </a:lnTo>
                    <a:lnTo>
                      <a:pt x="445" y="256"/>
                    </a:lnTo>
                    <a:lnTo>
                      <a:pt x="446" y="255"/>
                    </a:lnTo>
                    <a:lnTo>
                      <a:pt x="447" y="255"/>
                    </a:lnTo>
                    <a:lnTo>
                      <a:pt x="449" y="254"/>
                    </a:lnTo>
                    <a:lnTo>
                      <a:pt x="451" y="252"/>
                    </a:lnTo>
                    <a:lnTo>
                      <a:pt x="452" y="252"/>
                    </a:lnTo>
                    <a:lnTo>
                      <a:pt x="455" y="251"/>
                    </a:lnTo>
                    <a:lnTo>
                      <a:pt x="456" y="250"/>
                    </a:lnTo>
                    <a:lnTo>
                      <a:pt x="458" y="249"/>
                    </a:lnTo>
                    <a:lnTo>
                      <a:pt x="459" y="249"/>
                    </a:lnTo>
                    <a:lnTo>
                      <a:pt x="462" y="248"/>
                    </a:lnTo>
                    <a:lnTo>
                      <a:pt x="463" y="246"/>
                    </a:lnTo>
                    <a:lnTo>
                      <a:pt x="464" y="246"/>
                    </a:lnTo>
                    <a:lnTo>
                      <a:pt x="465" y="245"/>
                    </a:lnTo>
                    <a:lnTo>
                      <a:pt x="468" y="245"/>
                    </a:lnTo>
                    <a:lnTo>
                      <a:pt x="469" y="244"/>
                    </a:lnTo>
                    <a:lnTo>
                      <a:pt x="470" y="244"/>
                    </a:lnTo>
                    <a:lnTo>
                      <a:pt x="471" y="243"/>
                    </a:lnTo>
                    <a:lnTo>
                      <a:pt x="473" y="242"/>
                    </a:lnTo>
                    <a:lnTo>
                      <a:pt x="474" y="242"/>
                    </a:lnTo>
                    <a:lnTo>
                      <a:pt x="475" y="240"/>
                    </a:lnTo>
                    <a:lnTo>
                      <a:pt x="476" y="240"/>
                    </a:lnTo>
                    <a:lnTo>
                      <a:pt x="477" y="239"/>
                    </a:lnTo>
                    <a:lnTo>
                      <a:pt x="479" y="239"/>
                    </a:lnTo>
                    <a:lnTo>
                      <a:pt x="480" y="238"/>
                    </a:lnTo>
                    <a:lnTo>
                      <a:pt x="481" y="238"/>
                    </a:lnTo>
                    <a:lnTo>
                      <a:pt x="481" y="237"/>
                    </a:lnTo>
                    <a:lnTo>
                      <a:pt x="482" y="237"/>
                    </a:lnTo>
                    <a:lnTo>
                      <a:pt x="483" y="237"/>
                    </a:lnTo>
                    <a:lnTo>
                      <a:pt x="485" y="236"/>
                    </a:lnTo>
                    <a:lnTo>
                      <a:pt x="486" y="236"/>
                    </a:lnTo>
                    <a:lnTo>
                      <a:pt x="487" y="234"/>
                    </a:lnTo>
                    <a:lnTo>
                      <a:pt x="488" y="233"/>
                    </a:lnTo>
                    <a:lnTo>
                      <a:pt x="489" y="233"/>
                    </a:lnTo>
                    <a:lnTo>
                      <a:pt x="491" y="232"/>
                    </a:lnTo>
                    <a:lnTo>
                      <a:pt x="493" y="231"/>
                    </a:lnTo>
                    <a:lnTo>
                      <a:pt x="494" y="231"/>
                    </a:lnTo>
                    <a:lnTo>
                      <a:pt x="495" y="230"/>
                    </a:lnTo>
                    <a:lnTo>
                      <a:pt x="498" y="228"/>
                    </a:lnTo>
                    <a:lnTo>
                      <a:pt x="499" y="227"/>
                    </a:lnTo>
                    <a:lnTo>
                      <a:pt x="500" y="227"/>
                    </a:lnTo>
                    <a:lnTo>
                      <a:pt x="501" y="226"/>
                    </a:lnTo>
                    <a:lnTo>
                      <a:pt x="504" y="225"/>
                    </a:lnTo>
                    <a:lnTo>
                      <a:pt x="505" y="225"/>
                    </a:lnTo>
                    <a:lnTo>
                      <a:pt x="506" y="224"/>
                    </a:lnTo>
                    <a:lnTo>
                      <a:pt x="507" y="224"/>
                    </a:lnTo>
                    <a:lnTo>
                      <a:pt x="507" y="222"/>
                    </a:lnTo>
                    <a:lnTo>
                      <a:pt x="509" y="222"/>
                    </a:lnTo>
                    <a:lnTo>
                      <a:pt x="510" y="221"/>
                    </a:lnTo>
                    <a:lnTo>
                      <a:pt x="511" y="221"/>
                    </a:lnTo>
                    <a:lnTo>
                      <a:pt x="511" y="220"/>
                    </a:lnTo>
                    <a:lnTo>
                      <a:pt x="512" y="220"/>
                    </a:lnTo>
                    <a:lnTo>
                      <a:pt x="513" y="220"/>
                    </a:lnTo>
                    <a:lnTo>
                      <a:pt x="515" y="219"/>
                    </a:lnTo>
                    <a:lnTo>
                      <a:pt x="516" y="218"/>
                    </a:lnTo>
                    <a:lnTo>
                      <a:pt x="517" y="218"/>
                    </a:lnTo>
                    <a:lnTo>
                      <a:pt x="518" y="216"/>
                    </a:lnTo>
                    <a:lnTo>
                      <a:pt x="519" y="216"/>
                    </a:lnTo>
                    <a:lnTo>
                      <a:pt x="519" y="215"/>
                    </a:lnTo>
                    <a:lnTo>
                      <a:pt x="521" y="215"/>
                    </a:lnTo>
                    <a:lnTo>
                      <a:pt x="522" y="214"/>
                    </a:lnTo>
                    <a:lnTo>
                      <a:pt x="523" y="214"/>
                    </a:lnTo>
                    <a:lnTo>
                      <a:pt x="523" y="213"/>
                    </a:lnTo>
                    <a:lnTo>
                      <a:pt x="524" y="213"/>
                    </a:lnTo>
                    <a:lnTo>
                      <a:pt x="525" y="212"/>
                    </a:lnTo>
                    <a:lnTo>
                      <a:pt x="527" y="210"/>
                    </a:lnTo>
                    <a:lnTo>
                      <a:pt x="528" y="210"/>
                    </a:lnTo>
                    <a:lnTo>
                      <a:pt x="529" y="209"/>
                    </a:lnTo>
                    <a:lnTo>
                      <a:pt x="531" y="208"/>
                    </a:lnTo>
                    <a:lnTo>
                      <a:pt x="533" y="208"/>
                    </a:lnTo>
                    <a:lnTo>
                      <a:pt x="534" y="207"/>
                    </a:lnTo>
                    <a:lnTo>
                      <a:pt x="535" y="206"/>
                    </a:lnTo>
                    <a:lnTo>
                      <a:pt x="536" y="204"/>
                    </a:lnTo>
                    <a:lnTo>
                      <a:pt x="537" y="204"/>
                    </a:lnTo>
                    <a:lnTo>
                      <a:pt x="539" y="203"/>
                    </a:lnTo>
                    <a:lnTo>
                      <a:pt x="540" y="202"/>
                    </a:lnTo>
                    <a:lnTo>
                      <a:pt x="541" y="202"/>
                    </a:lnTo>
                    <a:lnTo>
                      <a:pt x="541" y="201"/>
                    </a:lnTo>
                    <a:lnTo>
                      <a:pt x="542" y="201"/>
                    </a:lnTo>
                    <a:lnTo>
                      <a:pt x="543" y="200"/>
                    </a:lnTo>
                    <a:lnTo>
                      <a:pt x="545" y="200"/>
                    </a:lnTo>
                    <a:lnTo>
                      <a:pt x="545" y="198"/>
                    </a:lnTo>
                    <a:lnTo>
                      <a:pt x="546" y="198"/>
                    </a:lnTo>
                    <a:lnTo>
                      <a:pt x="547" y="197"/>
                    </a:lnTo>
                    <a:lnTo>
                      <a:pt x="548" y="196"/>
                    </a:lnTo>
                    <a:lnTo>
                      <a:pt x="549" y="196"/>
                    </a:lnTo>
                    <a:lnTo>
                      <a:pt x="551" y="195"/>
                    </a:lnTo>
                    <a:lnTo>
                      <a:pt x="552" y="194"/>
                    </a:lnTo>
                    <a:lnTo>
                      <a:pt x="553" y="192"/>
                    </a:lnTo>
                    <a:lnTo>
                      <a:pt x="554" y="192"/>
                    </a:lnTo>
                    <a:lnTo>
                      <a:pt x="555" y="191"/>
                    </a:lnTo>
                    <a:lnTo>
                      <a:pt x="555" y="190"/>
                    </a:lnTo>
                    <a:lnTo>
                      <a:pt x="557" y="190"/>
                    </a:lnTo>
                    <a:lnTo>
                      <a:pt x="558" y="189"/>
                    </a:lnTo>
                    <a:lnTo>
                      <a:pt x="559" y="189"/>
                    </a:lnTo>
                    <a:lnTo>
                      <a:pt x="559" y="188"/>
                    </a:lnTo>
                    <a:lnTo>
                      <a:pt x="560" y="188"/>
                    </a:lnTo>
                    <a:lnTo>
                      <a:pt x="560" y="186"/>
                    </a:lnTo>
                    <a:lnTo>
                      <a:pt x="561" y="186"/>
                    </a:lnTo>
                    <a:lnTo>
                      <a:pt x="561" y="185"/>
                    </a:lnTo>
                    <a:lnTo>
                      <a:pt x="563" y="185"/>
                    </a:lnTo>
                    <a:lnTo>
                      <a:pt x="564" y="184"/>
                    </a:lnTo>
                    <a:lnTo>
                      <a:pt x="565" y="184"/>
                    </a:lnTo>
                    <a:lnTo>
                      <a:pt x="565" y="183"/>
                    </a:lnTo>
                    <a:lnTo>
                      <a:pt x="566" y="183"/>
                    </a:lnTo>
                    <a:lnTo>
                      <a:pt x="567" y="182"/>
                    </a:lnTo>
                    <a:lnTo>
                      <a:pt x="569" y="180"/>
                    </a:lnTo>
                    <a:lnTo>
                      <a:pt x="570" y="180"/>
                    </a:lnTo>
                    <a:lnTo>
                      <a:pt x="571" y="179"/>
                    </a:lnTo>
                    <a:lnTo>
                      <a:pt x="572" y="178"/>
                    </a:lnTo>
                    <a:lnTo>
                      <a:pt x="573" y="177"/>
                    </a:lnTo>
                    <a:lnTo>
                      <a:pt x="575" y="177"/>
                    </a:lnTo>
                    <a:lnTo>
                      <a:pt x="576" y="176"/>
                    </a:lnTo>
                    <a:lnTo>
                      <a:pt x="577" y="176"/>
                    </a:lnTo>
                    <a:lnTo>
                      <a:pt x="577" y="174"/>
                    </a:lnTo>
                    <a:lnTo>
                      <a:pt x="578" y="174"/>
                    </a:lnTo>
                    <a:lnTo>
                      <a:pt x="579" y="173"/>
                    </a:lnTo>
                    <a:lnTo>
                      <a:pt x="581" y="172"/>
                    </a:lnTo>
                    <a:lnTo>
                      <a:pt x="582" y="172"/>
                    </a:lnTo>
                    <a:lnTo>
                      <a:pt x="583" y="171"/>
                    </a:lnTo>
                    <a:lnTo>
                      <a:pt x="584" y="170"/>
                    </a:lnTo>
                    <a:lnTo>
                      <a:pt x="585" y="170"/>
                    </a:lnTo>
                    <a:lnTo>
                      <a:pt x="587" y="168"/>
                    </a:lnTo>
                    <a:lnTo>
                      <a:pt x="588" y="167"/>
                    </a:lnTo>
                    <a:lnTo>
                      <a:pt x="589" y="167"/>
                    </a:lnTo>
                    <a:lnTo>
                      <a:pt x="589" y="166"/>
                    </a:lnTo>
                    <a:lnTo>
                      <a:pt x="590" y="166"/>
                    </a:lnTo>
                    <a:lnTo>
                      <a:pt x="590" y="165"/>
                    </a:lnTo>
                    <a:lnTo>
                      <a:pt x="591" y="165"/>
                    </a:lnTo>
                    <a:lnTo>
                      <a:pt x="591" y="164"/>
                    </a:lnTo>
                    <a:lnTo>
                      <a:pt x="593" y="164"/>
                    </a:lnTo>
                    <a:lnTo>
                      <a:pt x="593" y="162"/>
                    </a:lnTo>
                    <a:lnTo>
                      <a:pt x="594" y="162"/>
                    </a:lnTo>
                    <a:lnTo>
                      <a:pt x="594" y="161"/>
                    </a:lnTo>
                    <a:lnTo>
                      <a:pt x="595" y="161"/>
                    </a:lnTo>
                    <a:lnTo>
                      <a:pt x="595" y="160"/>
                    </a:lnTo>
                    <a:lnTo>
                      <a:pt x="596" y="159"/>
                    </a:lnTo>
                    <a:lnTo>
                      <a:pt x="597" y="159"/>
                    </a:lnTo>
                    <a:lnTo>
                      <a:pt x="599" y="158"/>
                    </a:lnTo>
                    <a:lnTo>
                      <a:pt x="599" y="156"/>
                    </a:lnTo>
                    <a:lnTo>
                      <a:pt x="600" y="155"/>
                    </a:lnTo>
                    <a:lnTo>
                      <a:pt x="601" y="154"/>
                    </a:lnTo>
                    <a:lnTo>
                      <a:pt x="602" y="153"/>
                    </a:lnTo>
                    <a:lnTo>
                      <a:pt x="603" y="152"/>
                    </a:lnTo>
                    <a:lnTo>
                      <a:pt x="605" y="150"/>
                    </a:lnTo>
                    <a:lnTo>
                      <a:pt x="606" y="149"/>
                    </a:lnTo>
                    <a:lnTo>
                      <a:pt x="607" y="148"/>
                    </a:lnTo>
                    <a:lnTo>
                      <a:pt x="607" y="147"/>
                    </a:lnTo>
                    <a:lnTo>
                      <a:pt x="608" y="147"/>
                    </a:lnTo>
                    <a:lnTo>
                      <a:pt x="609" y="146"/>
                    </a:lnTo>
                    <a:lnTo>
                      <a:pt x="609" y="144"/>
                    </a:lnTo>
                    <a:lnTo>
                      <a:pt x="611" y="144"/>
                    </a:lnTo>
                    <a:lnTo>
                      <a:pt x="612" y="143"/>
                    </a:lnTo>
                    <a:lnTo>
                      <a:pt x="612" y="142"/>
                    </a:lnTo>
                    <a:lnTo>
                      <a:pt x="613" y="142"/>
                    </a:lnTo>
                    <a:lnTo>
                      <a:pt x="613" y="141"/>
                    </a:lnTo>
                    <a:lnTo>
                      <a:pt x="614" y="141"/>
                    </a:lnTo>
                    <a:lnTo>
                      <a:pt x="614" y="140"/>
                    </a:lnTo>
                    <a:lnTo>
                      <a:pt x="615" y="138"/>
                    </a:lnTo>
                    <a:lnTo>
                      <a:pt x="617" y="137"/>
                    </a:lnTo>
                    <a:lnTo>
                      <a:pt x="618" y="136"/>
                    </a:lnTo>
                    <a:lnTo>
                      <a:pt x="619" y="135"/>
                    </a:lnTo>
                    <a:lnTo>
                      <a:pt x="619" y="134"/>
                    </a:lnTo>
                    <a:lnTo>
                      <a:pt x="620" y="134"/>
                    </a:lnTo>
                    <a:lnTo>
                      <a:pt x="621" y="132"/>
                    </a:lnTo>
                    <a:lnTo>
                      <a:pt x="623" y="131"/>
                    </a:lnTo>
                    <a:lnTo>
                      <a:pt x="623" y="130"/>
                    </a:lnTo>
                    <a:lnTo>
                      <a:pt x="624" y="129"/>
                    </a:lnTo>
                    <a:lnTo>
                      <a:pt x="625" y="128"/>
                    </a:lnTo>
                    <a:lnTo>
                      <a:pt x="626" y="126"/>
                    </a:lnTo>
                    <a:lnTo>
                      <a:pt x="627" y="124"/>
                    </a:lnTo>
                    <a:lnTo>
                      <a:pt x="629" y="123"/>
                    </a:lnTo>
                    <a:lnTo>
                      <a:pt x="630" y="122"/>
                    </a:lnTo>
                    <a:lnTo>
                      <a:pt x="631" y="119"/>
                    </a:lnTo>
                    <a:lnTo>
                      <a:pt x="632" y="118"/>
                    </a:lnTo>
                    <a:lnTo>
                      <a:pt x="633" y="117"/>
                    </a:lnTo>
                    <a:lnTo>
                      <a:pt x="635" y="116"/>
                    </a:lnTo>
                    <a:lnTo>
                      <a:pt x="636" y="114"/>
                    </a:lnTo>
                    <a:lnTo>
                      <a:pt x="637" y="113"/>
                    </a:lnTo>
                    <a:lnTo>
                      <a:pt x="638" y="112"/>
                    </a:lnTo>
                    <a:lnTo>
                      <a:pt x="639" y="111"/>
                    </a:lnTo>
                    <a:lnTo>
                      <a:pt x="639" y="110"/>
                    </a:lnTo>
                    <a:lnTo>
                      <a:pt x="641" y="108"/>
                    </a:lnTo>
                    <a:lnTo>
                      <a:pt x="642" y="107"/>
                    </a:lnTo>
                    <a:lnTo>
                      <a:pt x="643" y="106"/>
                    </a:lnTo>
                    <a:lnTo>
                      <a:pt x="644" y="105"/>
                    </a:lnTo>
                    <a:lnTo>
                      <a:pt x="644" y="104"/>
                    </a:lnTo>
                    <a:lnTo>
                      <a:pt x="645" y="104"/>
                    </a:lnTo>
                    <a:lnTo>
                      <a:pt x="645" y="102"/>
                    </a:lnTo>
                    <a:lnTo>
                      <a:pt x="647" y="101"/>
                    </a:lnTo>
                    <a:lnTo>
                      <a:pt x="647" y="100"/>
                    </a:lnTo>
                    <a:lnTo>
                      <a:pt x="648" y="99"/>
                    </a:lnTo>
                    <a:lnTo>
                      <a:pt x="649" y="98"/>
                    </a:lnTo>
                    <a:lnTo>
                      <a:pt x="650" y="96"/>
                    </a:lnTo>
                    <a:lnTo>
                      <a:pt x="651" y="95"/>
                    </a:lnTo>
                    <a:lnTo>
                      <a:pt x="653" y="94"/>
                    </a:lnTo>
                    <a:lnTo>
                      <a:pt x="653" y="92"/>
                    </a:lnTo>
                    <a:lnTo>
                      <a:pt x="654" y="90"/>
                    </a:lnTo>
                    <a:lnTo>
                      <a:pt x="655" y="89"/>
                    </a:lnTo>
                    <a:lnTo>
                      <a:pt x="656" y="88"/>
                    </a:lnTo>
                    <a:lnTo>
                      <a:pt x="657" y="86"/>
                    </a:lnTo>
                    <a:lnTo>
                      <a:pt x="659" y="84"/>
                    </a:lnTo>
                    <a:lnTo>
                      <a:pt x="660" y="82"/>
                    </a:lnTo>
                    <a:lnTo>
                      <a:pt x="661" y="81"/>
                    </a:lnTo>
                    <a:lnTo>
                      <a:pt x="662" y="78"/>
                    </a:lnTo>
                    <a:lnTo>
                      <a:pt x="663" y="77"/>
                    </a:lnTo>
                    <a:lnTo>
                      <a:pt x="665" y="75"/>
                    </a:lnTo>
                    <a:lnTo>
                      <a:pt x="666" y="74"/>
                    </a:lnTo>
                    <a:lnTo>
                      <a:pt x="667" y="72"/>
                    </a:lnTo>
                    <a:lnTo>
                      <a:pt x="668" y="71"/>
                    </a:lnTo>
                    <a:lnTo>
                      <a:pt x="669" y="70"/>
                    </a:lnTo>
                    <a:lnTo>
                      <a:pt x="669" y="69"/>
                    </a:lnTo>
                    <a:lnTo>
                      <a:pt x="671" y="68"/>
                    </a:lnTo>
                    <a:lnTo>
                      <a:pt x="672" y="66"/>
                    </a:lnTo>
                    <a:lnTo>
                      <a:pt x="672" y="65"/>
                    </a:lnTo>
                    <a:lnTo>
                      <a:pt x="673" y="64"/>
                    </a:lnTo>
                    <a:lnTo>
                      <a:pt x="674" y="63"/>
                    </a:lnTo>
                    <a:lnTo>
                      <a:pt x="675" y="62"/>
                    </a:lnTo>
                    <a:lnTo>
                      <a:pt x="675" y="60"/>
                    </a:lnTo>
                    <a:lnTo>
                      <a:pt x="677" y="59"/>
                    </a:lnTo>
                    <a:lnTo>
                      <a:pt x="678" y="58"/>
                    </a:lnTo>
                    <a:lnTo>
                      <a:pt x="678" y="57"/>
                    </a:lnTo>
                    <a:lnTo>
                      <a:pt x="679" y="56"/>
                    </a:lnTo>
                    <a:lnTo>
                      <a:pt x="680" y="54"/>
                    </a:lnTo>
                    <a:lnTo>
                      <a:pt x="680" y="53"/>
                    </a:lnTo>
                    <a:lnTo>
                      <a:pt x="681" y="52"/>
                    </a:lnTo>
                    <a:lnTo>
                      <a:pt x="683" y="51"/>
                    </a:lnTo>
                    <a:lnTo>
                      <a:pt x="684" y="50"/>
                    </a:lnTo>
                    <a:lnTo>
                      <a:pt x="685" y="48"/>
                    </a:lnTo>
                    <a:lnTo>
                      <a:pt x="686" y="47"/>
                    </a:lnTo>
                    <a:lnTo>
                      <a:pt x="687" y="45"/>
                    </a:lnTo>
                    <a:lnTo>
                      <a:pt x="689" y="44"/>
                    </a:lnTo>
                    <a:lnTo>
                      <a:pt x="690" y="41"/>
                    </a:lnTo>
                    <a:lnTo>
                      <a:pt x="691" y="40"/>
                    </a:lnTo>
                    <a:lnTo>
                      <a:pt x="692" y="38"/>
                    </a:lnTo>
                    <a:lnTo>
                      <a:pt x="693" y="35"/>
                    </a:lnTo>
                    <a:lnTo>
                      <a:pt x="695" y="34"/>
                    </a:lnTo>
                    <a:lnTo>
                      <a:pt x="696" y="33"/>
                    </a:lnTo>
                    <a:lnTo>
                      <a:pt x="697" y="30"/>
                    </a:lnTo>
                    <a:lnTo>
                      <a:pt x="698" y="29"/>
                    </a:lnTo>
                    <a:lnTo>
                      <a:pt x="699" y="28"/>
                    </a:lnTo>
                    <a:lnTo>
                      <a:pt x="701" y="27"/>
                    </a:lnTo>
                    <a:lnTo>
                      <a:pt x="701" y="26"/>
                    </a:lnTo>
                    <a:lnTo>
                      <a:pt x="702" y="24"/>
                    </a:lnTo>
                    <a:lnTo>
                      <a:pt x="703" y="23"/>
                    </a:lnTo>
                    <a:lnTo>
                      <a:pt x="703" y="22"/>
                    </a:lnTo>
                    <a:lnTo>
                      <a:pt x="704" y="21"/>
                    </a:lnTo>
                    <a:lnTo>
                      <a:pt x="705" y="20"/>
                    </a:lnTo>
                    <a:lnTo>
                      <a:pt x="705" y="18"/>
                    </a:lnTo>
                    <a:lnTo>
                      <a:pt x="707" y="17"/>
                    </a:lnTo>
                    <a:lnTo>
                      <a:pt x="707" y="16"/>
                    </a:lnTo>
                    <a:lnTo>
                      <a:pt x="708" y="16"/>
                    </a:lnTo>
                    <a:lnTo>
                      <a:pt x="708" y="15"/>
                    </a:lnTo>
                    <a:lnTo>
                      <a:pt x="709" y="14"/>
                    </a:lnTo>
                    <a:lnTo>
                      <a:pt x="709" y="12"/>
                    </a:lnTo>
                    <a:lnTo>
                      <a:pt x="710" y="11"/>
                    </a:lnTo>
                    <a:lnTo>
                      <a:pt x="711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6"/>
                    </a:lnTo>
                    <a:lnTo>
                      <a:pt x="714" y="4"/>
                    </a:lnTo>
                    <a:lnTo>
                      <a:pt x="715" y="3"/>
                    </a:lnTo>
                    <a:lnTo>
                      <a:pt x="716" y="2"/>
                    </a:lnTo>
                    <a:lnTo>
                      <a:pt x="71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8" name="Freeform 211">
                <a:extLst>
                  <a:ext uri="{FF2B5EF4-FFF2-40B4-BE49-F238E27FC236}">
                    <a16:creationId xmlns:a16="http://schemas.microsoft.com/office/drawing/2014/main" id="{6E777270-6893-4D6B-B16B-C2AF617C9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554413"/>
                <a:ext cx="66675" cy="227012"/>
              </a:xfrm>
              <a:custGeom>
                <a:avLst/>
                <a:gdLst>
                  <a:gd name="T0" fmla="*/ 2147483646 w 85"/>
                  <a:gd name="T1" fmla="*/ 2147483646 h 286"/>
                  <a:gd name="T2" fmla="*/ 2147483646 w 85"/>
                  <a:gd name="T3" fmla="*/ 2147483646 h 286"/>
                  <a:gd name="T4" fmla="*/ 2147483646 w 85"/>
                  <a:gd name="T5" fmla="*/ 2147483646 h 286"/>
                  <a:gd name="T6" fmla="*/ 2147483646 w 85"/>
                  <a:gd name="T7" fmla="*/ 2147483646 h 286"/>
                  <a:gd name="T8" fmla="*/ 2147483646 w 85"/>
                  <a:gd name="T9" fmla="*/ 2147483646 h 286"/>
                  <a:gd name="T10" fmla="*/ 2147483646 w 85"/>
                  <a:gd name="T11" fmla="*/ 2147483646 h 286"/>
                  <a:gd name="T12" fmla="*/ 2147483646 w 85"/>
                  <a:gd name="T13" fmla="*/ 2147483646 h 286"/>
                  <a:gd name="T14" fmla="*/ 2147483646 w 85"/>
                  <a:gd name="T15" fmla="*/ 2147483646 h 286"/>
                  <a:gd name="T16" fmla="*/ 2147483646 w 85"/>
                  <a:gd name="T17" fmla="*/ 2147483646 h 286"/>
                  <a:gd name="T18" fmla="*/ 2147483646 w 85"/>
                  <a:gd name="T19" fmla="*/ 2147483646 h 286"/>
                  <a:gd name="T20" fmla="*/ 2147483646 w 85"/>
                  <a:gd name="T21" fmla="*/ 2147483646 h 286"/>
                  <a:gd name="T22" fmla="*/ 2147483646 w 85"/>
                  <a:gd name="T23" fmla="*/ 2147483646 h 286"/>
                  <a:gd name="T24" fmla="*/ 2147483646 w 85"/>
                  <a:gd name="T25" fmla="*/ 2147483646 h 286"/>
                  <a:gd name="T26" fmla="*/ 2147483646 w 85"/>
                  <a:gd name="T27" fmla="*/ 2147483646 h 286"/>
                  <a:gd name="T28" fmla="*/ 2147483646 w 85"/>
                  <a:gd name="T29" fmla="*/ 2147483646 h 286"/>
                  <a:gd name="T30" fmla="*/ 2147483646 w 85"/>
                  <a:gd name="T31" fmla="*/ 2147483646 h 286"/>
                  <a:gd name="T32" fmla="*/ 2147483646 w 85"/>
                  <a:gd name="T33" fmla="*/ 2147483646 h 286"/>
                  <a:gd name="T34" fmla="*/ 2147483646 w 85"/>
                  <a:gd name="T35" fmla="*/ 2147483646 h 286"/>
                  <a:gd name="T36" fmla="*/ 2147483646 w 85"/>
                  <a:gd name="T37" fmla="*/ 2147483646 h 286"/>
                  <a:gd name="T38" fmla="*/ 2147483646 w 85"/>
                  <a:gd name="T39" fmla="*/ 2147483646 h 286"/>
                  <a:gd name="T40" fmla="*/ 2147483646 w 85"/>
                  <a:gd name="T41" fmla="*/ 2147483646 h 286"/>
                  <a:gd name="T42" fmla="*/ 2147483646 w 85"/>
                  <a:gd name="T43" fmla="*/ 2147483646 h 286"/>
                  <a:gd name="T44" fmla="*/ 2147483646 w 85"/>
                  <a:gd name="T45" fmla="*/ 2147483646 h 286"/>
                  <a:gd name="T46" fmla="*/ 2147483646 w 85"/>
                  <a:gd name="T47" fmla="*/ 2147483646 h 286"/>
                  <a:gd name="T48" fmla="*/ 2147483646 w 85"/>
                  <a:gd name="T49" fmla="*/ 2147483646 h 286"/>
                  <a:gd name="T50" fmla="*/ 2147483646 w 85"/>
                  <a:gd name="T51" fmla="*/ 2147483646 h 286"/>
                  <a:gd name="T52" fmla="*/ 2147483646 w 85"/>
                  <a:gd name="T53" fmla="*/ 2147483646 h 286"/>
                  <a:gd name="T54" fmla="*/ 2147483646 w 85"/>
                  <a:gd name="T55" fmla="*/ 2147483646 h 286"/>
                  <a:gd name="T56" fmla="*/ 2147483646 w 85"/>
                  <a:gd name="T57" fmla="*/ 2147483646 h 286"/>
                  <a:gd name="T58" fmla="*/ 2147483646 w 85"/>
                  <a:gd name="T59" fmla="*/ 2147483646 h 286"/>
                  <a:gd name="T60" fmla="*/ 2147483646 w 85"/>
                  <a:gd name="T61" fmla="*/ 2147483646 h 286"/>
                  <a:gd name="T62" fmla="*/ 2147483646 w 85"/>
                  <a:gd name="T63" fmla="*/ 2147483646 h 286"/>
                  <a:gd name="T64" fmla="*/ 2147483646 w 85"/>
                  <a:gd name="T65" fmla="*/ 2147483646 h 286"/>
                  <a:gd name="T66" fmla="*/ 2147483646 w 85"/>
                  <a:gd name="T67" fmla="*/ 2147483646 h 286"/>
                  <a:gd name="T68" fmla="*/ 2147483646 w 85"/>
                  <a:gd name="T69" fmla="*/ 2147483646 h 286"/>
                  <a:gd name="T70" fmla="*/ 2147483646 w 85"/>
                  <a:gd name="T71" fmla="*/ 2147483646 h 286"/>
                  <a:gd name="T72" fmla="*/ 2147483646 w 85"/>
                  <a:gd name="T73" fmla="*/ 2147483646 h 286"/>
                  <a:gd name="T74" fmla="*/ 2147483646 w 85"/>
                  <a:gd name="T75" fmla="*/ 2147483646 h 286"/>
                  <a:gd name="T76" fmla="*/ 2147483646 w 85"/>
                  <a:gd name="T77" fmla="*/ 2147483646 h 286"/>
                  <a:gd name="T78" fmla="*/ 2147483646 w 85"/>
                  <a:gd name="T79" fmla="*/ 2147483646 h 286"/>
                  <a:gd name="T80" fmla="*/ 2147483646 w 85"/>
                  <a:gd name="T81" fmla="*/ 2147483646 h 286"/>
                  <a:gd name="T82" fmla="*/ 2147483646 w 85"/>
                  <a:gd name="T83" fmla="*/ 2147483646 h 286"/>
                  <a:gd name="T84" fmla="*/ 2147483646 w 85"/>
                  <a:gd name="T85" fmla="*/ 2147483646 h 286"/>
                  <a:gd name="T86" fmla="*/ 2147483646 w 85"/>
                  <a:gd name="T87" fmla="*/ 2147483646 h 286"/>
                  <a:gd name="T88" fmla="*/ 2147483646 w 85"/>
                  <a:gd name="T89" fmla="*/ 2147483646 h 286"/>
                  <a:gd name="T90" fmla="*/ 2147483646 w 85"/>
                  <a:gd name="T91" fmla="*/ 2147483646 h 286"/>
                  <a:gd name="T92" fmla="*/ 2147483646 w 85"/>
                  <a:gd name="T93" fmla="*/ 2147483646 h 286"/>
                  <a:gd name="T94" fmla="*/ 2147483646 w 85"/>
                  <a:gd name="T95" fmla="*/ 2147483646 h 286"/>
                  <a:gd name="T96" fmla="*/ 2147483646 w 85"/>
                  <a:gd name="T97" fmla="*/ 2147483646 h 286"/>
                  <a:gd name="T98" fmla="*/ 2147483646 w 85"/>
                  <a:gd name="T99" fmla="*/ 2147483646 h 286"/>
                  <a:gd name="T100" fmla="*/ 2147483646 w 85"/>
                  <a:gd name="T101" fmla="*/ 2147483646 h 286"/>
                  <a:gd name="T102" fmla="*/ 2147483646 w 85"/>
                  <a:gd name="T103" fmla="*/ 2147483646 h 286"/>
                  <a:gd name="T104" fmla="*/ 2147483646 w 85"/>
                  <a:gd name="T105" fmla="*/ 2147483646 h 286"/>
                  <a:gd name="T106" fmla="*/ 2147483646 w 85"/>
                  <a:gd name="T107" fmla="*/ 2147483646 h 286"/>
                  <a:gd name="T108" fmla="*/ 2147483646 w 85"/>
                  <a:gd name="T109" fmla="*/ 2147483646 h 286"/>
                  <a:gd name="T110" fmla="*/ 2147483646 w 85"/>
                  <a:gd name="T111" fmla="*/ 2147483646 h 286"/>
                  <a:gd name="T112" fmla="*/ 2147483646 w 85"/>
                  <a:gd name="T113" fmla="*/ 2147483646 h 2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6">
                    <a:moveTo>
                      <a:pt x="0" y="0"/>
                    </a:moveTo>
                    <a:lnTo>
                      <a:pt x="1" y="2"/>
                    </a:lnTo>
                    <a:lnTo>
                      <a:pt x="3" y="6"/>
                    </a:lnTo>
                    <a:lnTo>
                      <a:pt x="4" y="8"/>
                    </a:lnTo>
                    <a:lnTo>
                      <a:pt x="6" y="10"/>
                    </a:lnTo>
                    <a:lnTo>
                      <a:pt x="7" y="13"/>
                    </a:lnTo>
                    <a:lnTo>
                      <a:pt x="9" y="15"/>
                    </a:lnTo>
                    <a:lnTo>
                      <a:pt x="10" y="18"/>
                    </a:lnTo>
                    <a:lnTo>
                      <a:pt x="10" y="20"/>
                    </a:lnTo>
                    <a:lnTo>
                      <a:pt x="12" y="21"/>
                    </a:lnTo>
                    <a:lnTo>
                      <a:pt x="13" y="24"/>
                    </a:lnTo>
                    <a:lnTo>
                      <a:pt x="14" y="25"/>
                    </a:lnTo>
                    <a:lnTo>
                      <a:pt x="15" y="26"/>
                    </a:lnTo>
                    <a:lnTo>
                      <a:pt x="15" y="28"/>
                    </a:lnTo>
                    <a:lnTo>
                      <a:pt x="16" y="30"/>
                    </a:lnTo>
                    <a:lnTo>
                      <a:pt x="16" y="31"/>
                    </a:lnTo>
                    <a:lnTo>
                      <a:pt x="18" y="32"/>
                    </a:lnTo>
                    <a:lnTo>
                      <a:pt x="19" y="33"/>
                    </a:lnTo>
                    <a:lnTo>
                      <a:pt x="19" y="34"/>
                    </a:lnTo>
                    <a:lnTo>
                      <a:pt x="19" y="36"/>
                    </a:lnTo>
                    <a:lnTo>
                      <a:pt x="20" y="37"/>
                    </a:lnTo>
                    <a:lnTo>
                      <a:pt x="20" y="38"/>
                    </a:lnTo>
                    <a:lnTo>
                      <a:pt x="21" y="39"/>
                    </a:lnTo>
                    <a:lnTo>
                      <a:pt x="21" y="40"/>
                    </a:lnTo>
                    <a:lnTo>
                      <a:pt x="22" y="42"/>
                    </a:lnTo>
                    <a:lnTo>
                      <a:pt x="24" y="43"/>
                    </a:lnTo>
                    <a:lnTo>
                      <a:pt x="24" y="45"/>
                    </a:lnTo>
                    <a:lnTo>
                      <a:pt x="24" y="46"/>
                    </a:lnTo>
                    <a:lnTo>
                      <a:pt x="25" y="48"/>
                    </a:lnTo>
                    <a:lnTo>
                      <a:pt x="25" y="49"/>
                    </a:lnTo>
                    <a:lnTo>
                      <a:pt x="26" y="50"/>
                    </a:lnTo>
                    <a:lnTo>
                      <a:pt x="26" y="52"/>
                    </a:lnTo>
                    <a:lnTo>
                      <a:pt x="27" y="54"/>
                    </a:lnTo>
                    <a:lnTo>
                      <a:pt x="28" y="55"/>
                    </a:lnTo>
                    <a:lnTo>
                      <a:pt x="28" y="56"/>
                    </a:lnTo>
                    <a:lnTo>
                      <a:pt x="30" y="58"/>
                    </a:lnTo>
                    <a:lnTo>
                      <a:pt x="30" y="60"/>
                    </a:lnTo>
                    <a:lnTo>
                      <a:pt x="30" y="61"/>
                    </a:lnTo>
                    <a:lnTo>
                      <a:pt x="31" y="62"/>
                    </a:lnTo>
                    <a:lnTo>
                      <a:pt x="31" y="63"/>
                    </a:lnTo>
                    <a:lnTo>
                      <a:pt x="32" y="63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3" y="67"/>
                    </a:lnTo>
                    <a:lnTo>
                      <a:pt x="33" y="68"/>
                    </a:lnTo>
                    <a:lnTo>
                      <a:pt x="33" y="69"/>
                    </a:lnTo>
                    <a:lnTo>
                      <a:pt x="34" y="70"/>
                    </a:lnTo>
                    <a:lnTo>
                      <a:pt x="34" y="72"/>
                    </a:lnTo>
                    <a:lnTo>
                      <a:pt x="34" y="73"/>
                    </a:lnTo>
                    <a:lnTo>
                      <a:pt x="36" y="73"/>
                    </a:lnTo>
                    <a:lnTo>
                      <a:pt x="36" y="74"/>
                    </a:lnTo>
                    <a:lnTo>
                      <a:pt x="36" y="75"/>
                    </a:lnTo>
                    <a:lnTo>
                      <a:pt x="37" y="76"/>
                    </a:lnTo>
                    <a:lnTo>
                      <a:pt x="37" y="78"/>
                    </a:lnTo>
                    <a:lnTo>
                      <a:pt x="37" y="79"/>
                    </a:lnTo>
                    <a:lnTo>
                      <a:pt x="38" y="80"/>
                    </a:lnTo>
                    <a:lnTo>
                      <a:pt x="38" y="81"/>
                    </a:lnTo>
                    <a:lnTo>
                      <a:pt x="39" y="82"/>
                    </a:lnTo>
                    <a:lnTo>
                      <a:pt x="39" y="85"/>
                    </a:lnTo>
                    <a:lnTo>
                      <a:pt x="40" y="86"/>
                    </a:lnTo>
                    <a:lnTo>
                      <a:pt x="40" y="87"/>
                    </a:lnTo>
                    <a:lnTo>
                      <a:pt x="42" y="90"/>
                    </a:lnTo>
                    <a:lnTo>
                      <a:pt x="42" y="92"/>
                    </a:lnTo>
                    <a:lnTo>
                      <a:pt x="43" y="93"/>
                    </a:lnTo>
                    <a:lnTo>
                      <a:pt x="44" y="96"/>
                    </a:lnTo>
                    <a:lnTo>
                      <a:pt x="44" y="97"/>
                    </a:lnTo>
                    <a:lnTo>
                      <a:pt x="45" y="99"/>
                    </a:lnTo>
                    <a:lnTo>
                      <a:pt x="45" y="100"/>
                    </a:lnTo>
                    <a:lnTo>
                      <a:pt x="46" y="102"/>
                    </a:lnTo>
                    <a:lnTo>
                      <a:pt x="46" y="103"/>
                    </a:lnTo>
                    <a:lnTo>
                      <a:pt x="48" y="104"/>
                    </a:lnTo>
                    <a:lnTo>
                      <a:pt x="48" y="105"/>
                    </a:lnTo>
                    <a:lnTo>
                      <a:pt x="48" y="106"/>
                    </a:lnTo>
                    <a:lnTo>
                      <a:pt x="49" y="108"/>
                    </a:lnTo>
                    <a:lnTo>
                      <a:pt x="49" y="109"/>
                    </a:lnTo>
                    <a:lnTo>
                      <a:pt x="49" y="110"/>
                    </a:lnTo>
                    <a:lnTo>
                      <a:pt x="50" y="111"/>
                    </a:lnTo>
                    <a:lnTo>
                      <a:pt x="50" y="112"/>
                    </a:lnTo>
                    <a:lnTo>
                      <a:pt x="50" y="114"/>
                    </a:lnTo>
                    <a:lnTo>
                      <a:pt x="51" y="115"/>
                    </a:lnTo>
                    <a:lnTo>
                      <a:pt x="51" y="116"/>
                    </a:lnTo>
                    <a:lnTo>
                      <a:pt x="51" y="117"/>
                    </a:lnTo>
                    <a:lnTo>
                      <a:pt x="52" y="118"/>
                    </a:lnTo>
                    <a:lnTo>
                      <a:pt x="52" y="120"/>
                    </a:lnTo>
                    <a:lnTo>
                      <a:pt x="52" y="121"/>
                    </a:lnTo>
                    <a:lnTo>
                      <a:pt x="54" y="122"/>
                    </a:lnTo>
                    <a:lnTo>
                      <a:pt x="54" y="123"/>
                    </a:lnTo>
                    <a:lnTo>
                      <a:pt x="54" y="124"/>
                    </a:lnTo>
                    <a:lnTo>
                      <a:pt x="55" y="127"/>
                    </a:lnTo>
                    <a:lnTo>
                      <a:pt x="55" y="128"/>
                    </a:lnTo>
                    <a:lnTo>
                      <a:pt x="56" y="129"/>
                    </a:lnTo>
                    <a:lnTo>
                      <a:pt x="56" y="132"/>
                    </a:lnTo>
                    <a:lnTo>
                      <a:pt x="57" y="133"/>
                    </a:lnTo>
                    <a:lnTo>
                      <a:pt x="57" y="135"/>
                    </a:lnTo>
                    <a:lnTo>
                      <a:pt x="58" y="138"/>
                    </a:lnTo>
                    <a:lnTo>
                      <a:pt x="58" y="139"/>
                    </a:lnTo>
                    <a:lnTo>
                      <a:pt x="60" y="141"/>
                    </a:lnTo>
                    <a:lnTo>
                      <a:pt x="60" y="142"/>
                    </a:lnTo>
                    <a:lnTo>
                      <a:pt x="60" y="144"/>
                    </a:lnTo>
                    <a:lnTo>
                      <a:pt x="61" y="145"/>
                    </a:lnTo>
                    <a:lnTo>
                      <a:pt x="61" y="147"/>
                    </a:lnTo>
                    <a:lnTo>
                      <a:pt x="61" y="148"/>
                    </a:lnTo>
                    <a:lnTo>
                      <a:pt x="62" y="150"/>
                    </a:lnTo>
                    <a:lnTo>
                      <a:pt x="62" y="151"/>
                    </a:lnTo>
                    <a:lnTo>
                      <a:pt x="62" y="152"/>
                    </a:lnTo>
                    <a:lnTo>
                      <a:pt x="63" y="153"/>
                    </a:lnTo>
                    <a:lnTo>
                      <a:pt x="63" y="154"/>
                    </a:lnTo>
                    <a:lnTo>
                      <a:pt x="63" y="156"/>
                    </a:lnTo>
                    <a:lnTo>
                      <a:pt x="64" y="157"/>
                    </a:lnTo>
                    <a:lnTo>
                      <a:pt x="64" y="158"/>
                    </a:lnTo>
                    <a:lnTo>
                      <a:pt x="64" y="159"/>
                    </a:lnTo>
                    <a:lnTo>
                      <a:pt x="64" y="160"/>
                    </a:lnTo>
                    <a:lnTo>
                      <a:pt x="66" y="162"/>
                    </a:lnTo>
                    <a:lnTo>
                      <a:pt x="66" y="163"/>
                    </a:lnTo>
                    <a:lnTo>
                      <a:pt x="67" y="164"/>
                    </a:lnTo>
                    <a:lnTo>
                      <a:pt x="67" y="165"/>
                    </a:lnTo>
                    <a:lnTo>
                      <a:pt x="67" y="168"/>
                    </a:lnTo>
                    <a:lnTo>
                      <a:pt x="68" y="169"/>
                    </a:lnTo>
                    <a:lnTo>
                      <a:pt x="68" y="170"/>
                    </a:lnTo>
                    <a:lnTo>
                      <a:pt x="68" y="171"/>
                    </a:lnTo>
                    <a:lnTo>
                      <a:pt x="69" y="174"/>
                    </a:lnTo>
                    <a:lnTo>
                      <a:pt x="69" y="175"/>
                    </a:lnTo>
                    <a:lnTo>
                      <a:pt x="70" y="177"/>
                    </a:lnTo>
                    <a:lnTo>
                      <a:pt x="70" y="178"/>
                    </a:lnTo>
                    <a:lnTo>
                      <a:pt x="72" y="181"/>
                    </a:lnTo>
                    <a:lnTo>
                      <a:pt x="72" y="182"/>
                    </a:lnTo>
                    <a:lnTo>
                      <a:pt x="73" y="184"/>
                    </a:lnTo>
                    <a:lnTo>
                      <a:pt x="73" y="186"/>
                    </a:lnTo>
                    <a:lnTo>
                      <a:pt x="74" y="187"/>
                    </a:lnTo>
                    <a:lnTo>
                      <a:pt x="74" y="189"/>
                    </a:lnTo>
                    <a:lnTo>
                      <a:pt x="74" y="190"/>
                    </a:lnTo>
                    <a:lnTo>
                      <a:pt x="75" y="192"/>
                    </a:lnTo>
                    <a:lnTo>
                      <a:pt x="75" y="193"/>
                    </a:lnTo>
                    <a:lnTo>
                      <a:pt x="75" y="194"/>
                    </a:lnTo>
                    <a:lnTo>
                      <a:pt x="75" y="195"/>
                    </a:lnTo>
                    <a:lnTo>
                      <a:pt x="76" y="196"/>
                    </a:lnTo>
                    <a:lnTo>
                      <a:pt x="76" y="198"/>
                    </a:lnTo>
                    <a:lnTo>
                      <a:pt x="76" y="199"/>
                    </a:lnTo>
                    <a:lnTo>
                      <a:pt x="76" y="200"/>
                    </a:lnTo>
                    <a:lnTo>
                      <a:pt x="78" y="201"/>
                    </a:lnTo>
                    <a:lnTo>
                      <a:pt x="78" y="202"/>
                    </a:lnTo>
                    <a:lnTo>
                      <a:pt x="78" y="204"/>
                    </a:lnTo>
                    <a:lnTo>
                      <a:pt x="78" y="205"/>
                    </a:lnTo>
                    <a:lnTo>
                      <a:pt x="78" y="206"/>
                    </a:lnTo>
                    <a:lnTo>
                      <a:pt x="78" y="207"/>
                    </a:lnTo>
                    <a:lnTo>
                      <a:pt x="78" y="208"/>
                    </a:lnTo>
                    <a:lnTo>
                      <a:pt x="78" y="210"/>
                    </a:lnTo>
                    <a:lnTo>
                      <a:pt x="79" y="211"/>
                    </a:lnTo>
                    <a:lnTo>
                      <a:pt x="79" y="212"/>
                    </a:lnTo>
                    <a:lnTo>
                      <a:pt x="79" y="213"/>
                    </a:lnTo>
                    <a:lnTo>
                      <a:pt x="79" y="214"/>
                    </a:lnTo>
                    <a:lnTo>
                      <a:pt x="79" y="216"/>
                    </a:lnTo>
                    <a:lnTo>
                      <a:pt x="79" y="218"/>
                    </a:lnTo>
                    <a:lnTo>
                      <a:pt x="79" y="219"/>
                    </a:lnTo>
                    <a:lnTo>
                      <a:pt x="79" y="220"/>
                    </a:lnTo>
                    <a:lnTo>
                      <a:pt x="79" y="223"/>
                    </a:lnTo>
                    <a:lnTo>
                      <a:pt x="80" y="224"/>
                    </a:lnTo>
                    <a:lnTo>
                      <a:pt x="80" y="225"/>
                    </a:lnTo>
                    <a:lnTo>
                      <a:pt x="80" y="226"/>
                    </a:lnTo>
                    <a:lnTo>
                      <a:pt x="80" y="228"/>
                    </a:lnTo>
                    <a:lnTo>
                      <a:pt x="80" y="229"/>
                    </a:lnTo>
                    <a:lnTo>
                      <a:pt x="80" y="230"/>
                    </a:lnTo>
                    <a:lnTo>
                      <a:pt x="80" y="231"/>
                    </a:lnTo>
                    <a:lnTo>
                      <a:pt x="80" y="232"/>
                    </a:lnTo>
                    <a:lnTo>
                      <a:pt x="80" y="234"/>
                    </a:lnTo>
                    <a:lnTo>
                      <a:pt x="80" y="235"/>
                    </a:lnTo>
                    <a:lnTo>
                      <a:pt x="80" y="236"/>
                    </a:lnTo>
                    <a:lnTo>
                      <a:pt x="81" y="237"/>
                    </a:lnTo>
                    <a:lnTo>
                      <a:pt x="81" y="238"/>
                    </a:lnTo>
                    <a:lnTo>
                      <a:pt x="81" y="240"/>
                    </a:lnTo>
                    <a:lnTo>
                      <a:pt x="81" y="241"/>
                    </a:lnTo>
                    <a:lnTo>
                      <a:pt x="81" y="242"/>
                    </a:lnTo>
                    <a:lnTo>
                      <a:pt x="81" y="243"/>
                    </a:lnTo>
                    <a:lnTo>
                      <a:pt x="81" y="244"/>
                    </a:lnTo>
                    <a:lnTo>
                      <a:pt x="82" y="244"/>
                    </a:lnTo>
                    <a:lnTo>
                      <a:pt x="82" y="246"/>
                    </a:lnTo>
                    <a:lnTo>
                      <a:pt x="82" y="247"/>
                    </a:lnTo>
                    <a:lnTo>
                      <a:pt x="82" y="248"/>
                    </a:lnTo>
                    <a:lnTo>
                      <a:pt x="82" y="249"/>
                    </a:lnTo>
                    <a:lnTo>
                      <a:pt x="82" y="250"/>
                    </a:lnTo>
                    <a:lnTo>
                      <a:pt x="84" y="252"/>
                    </a:lnTo>
                    <a:lnTo>
                      <a:pt x="84" y="253"/>
                    </a:lnTo>
                    <a:lnTo>
                      <a:pt x="84" y="254"/>
                    </a:lnTo>
                    <a:lnTo>
                      <a:pt x="84" y="255"/>
                    </a:lnTo>
                    <a:lnTo>
                      <a:pt x="84" y="256"/>
                    </a:lnTo>
                    <a:lnTo>
                      <a:pt x="85" y="256"/>
                    </a:lnTo>
                    <a:lnTo>
                      <a:pt x="85" y="258"/>
                    </a:lnTo>
                    <a:lnTo>
                      <a:pt x="85" y="259"/>
                    </a:lnTo>
                    <a:lnTo>
                      <a:pt x="85" y="260"/>
                    </a:lnTo>
                    <a:lnTo>
                      <a:pt x="85" y="261"/>
                    </a:lnTo>
                    <a:lnTo>
                      <a:pt x="85" y="262"/>
                    </a:lnTo>
                    <a:lnTo>
                      <a:pt x="85" y="264"/>
                    </a:lnTo>
                    <a:lnTo>
                      <a:pt x="85" y="265"/>
                    </a:lnTo>
                    <a:lnTo>
                      <a:pt x="85" y="266"/>
                    </a:lnTo>
                    <a:lnTo>
                      <a:pt x="85" y="267"/>
                    </a:lnTo>
                    <a:lnTo>
                      <a:pt x="85" y="268"/>
                    </a:lnTo>
                    <a:lnTo>
                      <a:pt x="85" y="270"/>
                    </a:lnTo>
                    <a:lnTo>
                      <a:pt x="85" y="271"/>
                    </a:lnTo>
                    <a:lnTo>
                      <a:pt x="85" y="272"/>
                    </a:lnTo>
                    <a:lnTo>
                      <a:pt x="85" y="274"/>
                    </a:lnTo>
                    <a:lnTo>
                      <a:pt x="84" y="276"/>
                    </a:lnTo>
                    <a:lnTo>
                      <a:pt x="84" y="278"/>
                    </a:lnTo>
                    <a:lnTo>
                      <a:pt x="84" y="279"/>
                    </a:lnTo>
                    <a:lnTo>
                      <a:pt x="84" y="282"/>
                    </a:lnTo>
                    <a:lnTo>
                      <a:pt x="84" y="284"/>
                    </a:lnTo>
                    <a:lnTo>
                      <a:pt x="84" y="286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9" name="Freeform 212">
                <a:extLst>
                  <a:ext uri="{FF2B5EF4-FFF2-40B4-BE49-F238E27FC236}">
                    <a16:creationId xmlns:a16="http://schemas.microsoft.com/office/drawing/2014/main" id="{081F54D1-7139-4BB6-B039-8F6295B34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0638" y="3781425"/>
                <a:ext cx="66675" cy="227013"/>
              </a:xfrm>
              <a:custGeom>
                <a:avLst/>
                <a:gdLst>
                  <a:gd name="T0" fmla="*/ 2147483646 w 85"/>
                  <a:gd name="T1" fmla="*/ 2147483646 h 287"/>
                  <a:gd name="T2" fmla="*/ 2147483646 w 85"/>
                  <a:gd name="T3" fmla="*/ 2147483646 h 287"/>
                  <a:gd name="T4" fmla="*/ 2147483646 w 85"/>
                  <a:gd name="T5" fmla="*/ 2147483646 h 287"/>
                  <a:gd name="T6" fmla="*/ 2147483646 w 85"/>
                  <a:gd name="T7" fmla="*/ 2147483646 h 287"/>
                  <a:gd name="T8" fmla="*/ 2147483646 w 85"/>
                  <a:gd name="T9" fmla="*/ 2147483646 h 287"/>
                  <a:gd name="T10" fmla="*/ 2147483646 w 85"/>
                  <a:gd name="T11" fmla="*/ 2147483646 h 287"/>
                  <a:gd name="T12" fmla="*/ 2147483646 w 85"/>
                  <a:gd name="T13" fmla="*/ 2147483646 h 287"/>
                  <a:gd name="T14" fmla="*/ 2147483646 w 85"/>
                  <a:gd name="T15" fmla="*/ 2147483646 h 287"/>
                  <a:gd name="T16" fmla="*/ 2147483646 w 85"/>
                  <a:gd name="T17" fmla="*/ 2147483646 h 287"/>
                  <a:gd name="T18" fmla="*/ 2147483646 w 85"/>
                  <a:gd name="T19" fmla="*/ 2147483646 h 287"/>
                  <a:gd name="T20" fmla="*/ 2147483646 w 85"/>
                  <a:gd name="T21" fmla="*/ 2147483646 h 287"/>
                  <a:gd name="T22" fmla="*/ 2147483646 w 85"/>
                  <a:gd name="T23" fmla="*/ 2147483646 h 287"/>
                  <a:gd name="T24" fmla="*/ 2147483646 w 85"/>
                  <a:gd name="T25" fmla="*/ 2147483646 h 287"/>
                  <a:gd name="T26" fmla="*/ 2147483646 w 85"/>
                  <a:gd name="T27" fmla="*/ 2147483646 h 287"/>
                  <a:gd name="T28" fmla="*/ 2147483646 w 85"/>
                  <a:gd name="T29" fmla="*/ 2147483646 h 287"/>
                  <a:gd name="T30" fmla="*/ 2147483646 w 85"/>
                  <a:gd name="T31" fmla="*/ 2147483646 h 287"/>
                  <a:gd name="T32" fmla="*/ 2147483646 w 85"/>
                  <a:gd name="T33" fmla="*/ 2147483646 h 287"/>
                  <a:gd name="T34" fmla="*/ 2147483646 w 85"/>
                  <a:gd name="T35" fmla="*/ 2147483646 h 287"/>
                  <a:gd name="T36" fmla="*/ 2147483646 w 85"/>
                  <a:gd name="T37" fmla="*/ 2147483646 h 287"/>
                  <a:gd name="T38" fmla="*/ 2147483646 w 85"/>
                  <a:gd name="T39" fmla="*/ 2147483646 h 287"/>
                  <a:gd name="T40" fmla="*/ 2147483646 w 85"/>
                  <a:gd name="T41" fmla="*/ 2147483646 h 287"/>
                  <a:gd name="T42" fmla="*/ 2147483646 w 85"/>
                  <a:gd name="T43" fmla="*/ 2147483646 h 287"/>
                  <a:gd name="T44" fmla="*/ 2147483646 w 85"/>
                  <a:gd name="T45" fmla="*/ 2147483646 h 287"/>
                  <a:gd name="T46" fmla="*/ 2147483646 w 85"/>
                  <a:gd name="T47" fmla="*/ 2147483646 h 287"/>
                  <a:gd name="T48" fmla="*/ 2147483646 w 85"/>
                  <a:gd name="T49" fmla="*/ 2147483646 h 287"/>
                  <a:gd name="T50" fmla="*/ 2147483646 w 85"/>
                  <a:gd name="T51" fmla="*/ 2147483646 h 287"/>
                  <a:gd name="T52" fmla="*/ 2147483646 w 85"/>
                  <a:gd name="T53" fmla="*/ 2147483646 h 287"/>
                  <a:gd name="T54" fmla="*/ 2147483646 w 85"/>
                  <a:gd name="T55" fmla="*/ 2147483646 h 287"/>
                  <a:gd name="T56" fmla="*/ 2147483646 w 85"/>
                  <a:gd name="T57" fmla="*/ 2147483646 h 287"/>
                  <a:gd name="T58" fmla="*/ 2147483646 w 85"/>
                  <a:gd name="T59" fmla="*/ 2147483646 h 287"/>
                  <a:gd name="T60" fmla="*/ 2147483646 w 85"/>
                  <a:gd name="T61" fmla="*/ 2147483646 h 287"/>
                  <a:gd name="T62" fmla="*/ 2147483646 w 85"/>
                  <a:gd name="T63" fmla="*/ 2147483646 h 287"/>
                  <a:gd name="T64" fmla="*/ 2147483646 w 85"/>
                  <a:gd name="T65" fmla="*/ 2147483646 h 287"/>
                  <a:gd name="T66" fmla="*/ 2147483646 w 85"/>
                  <a:gd name="T67" fmla="*/ 2147483646 h 287"/>
                  <a:gd name="T68" fmla="*/ 2147483646 w 85"/>
                  <a:gd name="T69" fmla="*/ 2147483646 h 287"/>
                  <a:gd name="T70" fmla="*/ 2147483646 w 85"/>
                  <a:gd name="T71" fmla="*/ 2147483646 h 287"/>
                  <a:gd name="T72" fmla="*/ 2147483646 w 85"/>
                  <a:gd name="T73" fmla="*/ 2147483646 h 287"/>
                  <a:gd name="T74" fmla="*/ 2147483646 w 85"/>
                  <a:gd name="T75" fmla="*/ 2147483646 h 287"/>
                  <a:gd name="T76" fmla="*/ 2147483646 w 85"/>
                  <a:gd name="T77" fmla="*/ 2147483646 h 287"/>
                  <a:gd name="T78" fmla="*/ 2147483646 w 85"/>
                  <a:gd name="T79" fmla="*/ 2147483646 h 287"/>
                  <a:gd name="T80" fmla="*/ 2147483646 w 85"/>
                  <a:gd name="T81" fmla="*/ 2147483646 h 287"/>
                  <a:gd name="T82" fmla="*/ 2147483646 w 85"/>
                  <a:gd name="T83" fmla="*/ 2147483646 h 287"/>
                  <a:gd name="T84" fmla="*/ 2147483646 w 85"/>
                  <a:gd name="T85" fmla="*/ 2147483646 h 287"/>
                  <a:gd name="T86" fmla="*/ 2147483646 w 85"/>
                  <a:gd name="T87" fmla="*/ 2147483646 h 287"/>
                  <a:gd name="T88" fmla="*/ 2147483646 w 85"/>
                  <a:gd name="T89" fmla="*/ 2147483646 h 287"/>
                  <a:gd name="T90" fmla="*/ 2147483646 w 85"/>
                  <a:gd name="T91" fmla="*/ 2147483646 h 287"/>
                  <a:gd name="T92" fmla="*/ 2147483646 w 85"/>
                  <a:gd name="T93" fmla="*/ 2147483646 h 287"/>
                  <a:gd name="T94" fmla="*/ 2147483646 w 85"/>
                  <a:gd name="T95" fmla="*/ 2147483646 h 287"/>
                  <a:gd name="T96" fmla="*/ 2147483646 w 85"/>
                  <a:gd name="T97" fmla="*/ 2147483646 h 287"/>
                  <a:gd name="T98" fmla="*/ 2147483646 w 85"/>
                  <a:gd name="T99" fmla="*/ 2147483646 h 287"/>
                  <a:gd name="T100" fmla="*/ 2147483646 w 85"/>
                  <a:gd name="T101" fmla="*/ 2147483646 h 287"/>
                  <a:gd name="T102" fmla="*/ 2147483646 w 85"/>
                  <a:gd name="T103" fmla="*/ 2147483646 h 287"/>
                  <a:gd name="T104" fmla="*/ 2147483646 w 85"/>
                  <a:gd name="T105" fmla="*/ 2147483646 h 287"/>
                  <a:gd name="T106" fmla="*/ 2147483646 w 85"/>
                  <a:gd name="T107" fmla="*/ 2147483646 h 287"/>
                  <a:gd name="T108" fmla="*/ 2147483646 w 85"/>
                  <a:gd name="T109" fmla="*/ 2147483646 h 287"/>
                  <a:gd name="T110" fmla="*/ 2147483646 w 85"/>
                  <a:gd name="T111" fmla="*/ 2147483646 h 287"/>
                  <a:gd name="T112" fmla="*/ 2147483646 w 85"/>
                  <a:gd name="T113" fmla="*/ 2147483646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287"/>
                    </a:moveTo>
                    <a:lnTo>
                      <a:pt x="1" y="283"/>
                    </a:lnTo>
                    <a:lnTo>
                      <a:pt x="3" y="281"/>
                    </a:lnTo>
                    <a:lnTo>
                      <a:pt x="4" y="278"/>
                    </a:lnTo>
                    <a:lnTo>
                      <a:pt x="6" y="275"/>
                    </a:lnTo>
                    <a:lnTo>
                      <a:pt x="7" y="272"/>
                    </a:lnTo>
                    <a:lnTo>
                      <a:pt x="9" y="271"/>
                    </a:lnTo>
                    <a:lnTo>
                      <a:pt x="10" y="269"/>
                    </a:lnTo>
                    <a:lnTo>
                      <a:pt x="10" y="266"/>
                    </a:lnTo>
                    <a:lnTo>
                      <a:pt x="12" y="265"/>
                    </a:lnTo>
                    <a:lnTo>
                      <a:pt x="13" y="263"/>
                    </a:lnTo>
                    <a:lnTo>
                      <a:pt x="14" y="262"/>
                    </a:lnTo>
                    <a:lnTo>
                      <a:pt x="15" y="259"/>
                    </a:lnTo>
                    <a:lnTo>
                      <a:pt x="15" y="258"/>
                    </a:lnTo>
                    <a:lnTo>
                      <a:pt x="16" y="257"/>
                    </a:lnTo>
                    <a:lnTo>
                      <a:pt x="16" y="256"/>
                    </a:lnTo>
                    <a:lnTo>
                      <a:pt x="18" y="254"/>
                    </a:lnTo>
                    <a:lnTo>
                      <a:pt x="19" y="253"/>
                    </a:lnTo>
                    <a:lnTo>
                      <a:pt x="19" y="252"/>
                    </a:lnTo>
                    <a:lnTo>
                      <a:pt x="19" y="251"/>
                    </a:lnTo>
                    <a:lnTo>
                      <a:pt x="20" y="250"/>
                    </a:lnTo>
                    <a:lnTo>
                      <a:pt x="20" y="248"/>
                    </a:lnTo>
                    <a:lnTo>
                      <a:pt x="21" y="247"/>
                    </a:lnTo>
                    <a:lnTo>
                      <a:pt x="21" y="246"/>
                    </a:lnTo>
                    <a:lnTo>
                      <a:pt x="22" y="245"/>
                    </a:lnTo>
                    <a:lnTo>
                      <a:pt x="22" y="244"/>
                    </a:lnTo>
                    <a:lnTo>
                      <a:pt x="24" y="242"/>
                    </a:lnTo>
                    <a:lnTo>
                      <a:pt x="24" y="241"/>
                    </a:lnTo>
                    <a:lnTo>
                      <a:pt x="24" y="240"/>
                    </a:lnTo>
                    <a:lnTo>
                      <a:pt x="25" y="239"/>
                    </a:lnTo>
                    <a:lnTo>
                      <a:pt x="25" y="238"/>
                    </a:lnTo>
                    <a:lnTo>
                      <a:pt x="26" y="236"/>
                    </a:lnTo>
                    <a:lnTo>
                      <a:pt x="26" y="234"/>
                    </a:lnTo>
                    <a:lnTo>
                      <a:pt x="27" y="233"/>
                    </a:lnTo>
                    <a:lnTo>
                      <a:pt x="28" y="232"/>
                    </a:lnTo>
                    <a:lnTo>
                      <a:pt x="28" y="229"/>
                    </a:lnTo>
                    <a:lnTo>
                      <a:pt x="30" y="228"/>
                    </a:lnTo>
                    <a:lnTo>
                      <a:pt x="30" y="227"/>
                    </a:lnTo>
                    <a:lnTo>
                      <a:pt x="30" y="226"/>
                    </a:lnTo>
                    <a:lnTo>
                      <a:pt x="31" y="224"/>
                    </a:lnTo>
                    <a:lnTo>
                      <a:pt x="31" y="223"/>
                    </a:lnTo>
                    <a:lnTo>
                      <a:pt x="32" y="222"/>
                    </a:lnTo>
                    <a:lnTo>
                      <a:pt x="32" y="221"/>
                    </a:lnTo>
                    <a:lnTo>
                      <a:pt x="33" y="220"/>
                    </a:lnTo>
                    <a:lnTo>
                      <a:pt x="33" y="218"/>
                    </a:lnTo>
                    <a:lnTo>
                      <a:pt x="33" y="217"/>
                    </a:lnTo>
                    <a:lnTo>
                      <a:pt x="34" y="216"/>
                    </a:lnTo>
                    <a:lnTo>
                      <a:pt x="34" y="215"/>
                    </a:lnTo>
                    <a:lnTo>
                      <a:pt x="34" y="214"/>
                    </a:lnTo>
                    <a:lnTo>
                      <a:pt x="36" y="212"/>
                    </a:lnTo>
                    <a:lnTo>
                      <a:pt x="36" y="211"/>
                    </a:lnTo>
                    <a:lnTo>
                      <a:pt x="37" y="210"/>
                    </a:lnTo>
                    <a:lnTo>
                      <a:pt x="37" y="209"/>
                    </a:lnTo>
                    <a:lnTo>
                      <a:pt x="37" y="208"/>
                    </a:lnTo>
                    <a:lnTo>
                      <a:pt x="38" y="206"/>
                    </a:lnTo>
                    <a:lnTo>
                      <a:pt x="38" y="205"/>
                    </a:lnTo>
                    <a:lnTo>
                      <a:pt x="39" y="203"/>
                    </a:lnTo>
                    <a:lnTo>
                      <a:pt x="39" y="202"/>
                    </a:lnTo>
                    <a:lnTo>
                      <a:pt x="40" y="200"/>
                    </a:lnTo>
                    <a:lnTo>
                      <a:pt x="40" y="198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3" y="193"/>
                    </a:lnTo>
                    <a:lnTo>
                      <a:pt x="44" y="191"/>
                    </a:lnTo>
                    <a:lnTo>
                      <a:pt x="44" y="190"/>
                    </a:lnTo>
                    <a:lnTo>
                      <a:pt x="45" y="187"/>
                    </a:lnTo>
                    <a:lnTo>
                      <a:pt x="45" y="186"/>
                    </a:lnTo>
                    <a:lnTo>
                      <a:pt x="46" y="185"/>
                    </a:lnTo>
                    <a:lnTo>
                      <a:pt x="46" y="184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8" y="179"/>
                    </a:lnTo>
                    <a:lnTo>
                      <a:pt x="49" y="178"/>
                    </a:lnTo>
                    <a:lnTo>
                      <a:pt x="49" y="176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0" y="173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1" y="169"/>
                    </a:lnTo>
                    <a:lnTo>
                      <a:pt x="52" y="168"/>
                    </a:lnTo>
                    <a:lnTo>
                      <a:pt x="52" y="167"/>
                    </a:lnTo>
                    <a:lnTo>
                      <a:pt x="52" y="166"/>
                    </a:lnTo>
                    <a:lnTo>
                      <a:pt x="54" y="164"/>
                    </a:lnTo>
                    <a:lnTo>
                      <a:pt x="54" y="163"/>
                    </a:lnTo>
                    <a:lnTo>
                      <a:pt x="54" y="161"/>
                    </a:lnTo>
                    <a:lnTo>
                      <a:pt x="55" y="160"/>
                    </a:lnTo>
                    <a:lnTo>
                      <a:pt x="55" y="158"/>
                    </a:lnTo>
                    <a:lnTo>
                      <a:pt x="56" y="157"/>
                    </a:lnTo>
                    <a:lnTo>
                      <a:pt x="56" y="155"/>
                    </a:lnTo>
                    <a:lnTo>
                      <a:pt x="57" y="154"/>
                    </a:lnTo>
                    <a:lnTo>
                      <a:pt x="57" y="151"/>
                    </a:lnTo>
                    <a:lnTo>
                      <a:pt x="58" y="149"/>
                    </a:lnTo>
                    <a:lnTo>
                      <a:pt x="58" y="148"/>
                    </a:lnTo>
                    <a:lnTo>
                      <a:pt x="60" y="145"/>
                    </a:lnTo>
                    <a:lnTo>
                      <a:pt x="60" y="144"/>
                    </a:lnTo>
                    <a:lnTo>
                      <a:pt x="60" y="143"/>
                    </a:lnTo>
                    <a:lnTo>
                      <a:pt x="61" y="140"/>
                    </a:lnTo>
                    <a:lnTo>
                      <a:pt x="61" y="139"/>
                    </a:lnTo>
                    <a:lnTo>
                      <a:pt x="61" y="138"/>
                    </a:lnTo>
                    <a:lnTo>
                      <a:pt x="62" y="137"/>
                    </a:lnTo>
                    <a:lnTo>
                      <a:pt x="62" y="136"/>
                    </a:lnTo>
                    <a:lnTo>
                      <a:pt x="62" y="134"/>
                    </a:lnTo>
                    <a:lnTo>
                      <a:pt x="63" y="133"/>
                    </a:lnTo>
                    <a:lnTo>
                      <a:pt x="63" y="132"/>
                    </a:lnTo>
                    <a:lnTo>
                      <a:pt x="63" y="131"/>
                    </a:lnTo>
                    <a:lnTo>
                      <a:pt x="64" y="130"/>
                    </a:lnTo>
                    <a:lnTo>
                      <a:pt x="64" y="128"/>
                    </a:lnTo>
                    <a:lnTo>
                      <a:pt x="64" y="127"/>
                    </a:lnTo>
                    <a:lnTo>
                      <a:pt x="64" y="126"/>
                    </a:lnTo>
                    <a:lnTo>
                      <a:pt x="66" y="125"/>
                    </a:lnTo>
                    <a:lnTo>
                      <a:pt x="66" y="124"/>
                    </a:lnTo>
                    <a:lnTo>
                      <a:pt x="66" y="122"/>
                    </a:lnTo>
                    <a:lnTo>
                      <a:pt x="67" y="121"/>
                    </a:lnTo>
                    <a:lnTo>
                      <a:pt x="67" y="120"/>
                    </a:lnTo>
                    <a:lnTo>
                      <a:pt x="67" y="119"/>
                    </a:lnTo>
                    <a:lnTo>
                      <a:pt x="68" y="118"/>
                    </a:lnTo>
                    <a:lnTo>
                      <a:pt x="68" y="116"/>
                    </a:lnTo>
                    <a:lnTo>
                      <a:pt x="68" y="115"/>
                    </a:lnTo>
                    <a:lnTo>
                      <a:pt x="69" y="113"/>
                    </a:lnTo>
                    <a:lnTo>
                      <a:pt x="69" y="112"/>
                    </a:lnTo>
                    <a:lnTo>
                      <a:pt x="70" y="109"/>
                    </a:lnTo>
                    <a:lnTo>
                      <a:pt x="70" y="108"/>
                    </a:lnTo>
                    <a:lnTo>
                      <a:pt x="72" y="106"/>
                    </a:lnTo>
                    <a:lnTo>
                      <a:pt x="72" y="103"/>
                    </a:lnTo>
                    <a:lnTo>
                      <a:pt x="73" y="102"/>
                    </a:lnTo>
                    <a:lnTo>
                      <a:pt x="73" y="101"/>
                    </a:lnTo>
                    <a:lnTo>
                      <a:pt x="74" y="98"/>
                    </a:lnTo>
                    <a:lnTo>
                      <a:pt x="74" y="97"/>
                    </a:lnTo>
                    <a:lnTo>
                      <a:pt x="74" y="96"/>
                    </a:lnTo>
                    <a:lnTo>
                      <a:pt x="75" y="95"/>
                    </a:lnTo>
                    <a:lnTo>
                      <a:pt x="75" y="94"/>
                    </a:lnTo>
                    <a:lnTo>
                      <a:pt x="75" y="92"/>
                    </a:lnTo>
                    <a:lnTo>
                      <a:pt x="75" y="91"/>
                    </a:lnTo>
                    <a:lnTo>
                      <a:pt x="76" y="90"/>
                    </a:lnTo>
                    <a:lnTo>
                      <a:pt x="76" y="89"/>
                    </a:lnTo>
                    <a:lnTo>
                      <a:pt x="76" y="88"/>
                    </a:lnTo>
                    <a:lnTo>
                      <a:pt x="76" y="86"/>
                    </a:lnTo>
                    <a:lnTo>
                      <a:pt x="78" y="85"/>
                    </a:lnTo>
                    <a:lnTo>
                      <a:pt x="78" y="84"/>
                    </a:lnTo>
                    <a:lnTo>
                      <a:pt x="78" y="83"/>
                    </a:lnTo>
                    <a:lnTo>
                      <a:pt x="78" y="82"/>
                    </a:lnTo>
                    <a:lnTo>
                      <a:pt x="78" y="80"/>
                    </a:lnTo>
                    <a:lnTo>
                      <a:pt x="78" y="79"/>
                    </a:lnTo>
                    <a:lnTo>
                      <a:pt x="78" y="78"/>
                    </a:lnTo>
                    <a:lnTo>
                      <a:pt x="78" y="77"/>
                    </a:lnTo>
                    <a:lnTo>
                      <a:pt x="79" y="76"/>
                    </a:lnTo>
                    <a:lnTo>
                      <a:pt x="79" y="74"/>
                    </a:lnTo>
                    <a:lnTo>
                      <a:pt x="79" y="73"/>
                    </a:lnTo>
                    <a:lnTo>
                      <a:pt x="79" y="72"/>
                    </a:lnTo>
                    <a:lnTo>
                      <a:pt x="79" y="71"/>
                    </a:lnTo>
                    <a:lnTo>
                      <a:pt x="79" y="68"/>
                    </a:lnTo>
                    <a:lnTo>
                      <a:pt x="79" y="67"/>
                    </a:lnTo>
                    <a:lnTo>
                      <a:pt x="79" y="66"/>
                    </a:lnTo>
                    <a:lnTo>
                      <a:pt x="79" y="64"/>
                    </a:lnTo>
                    <a:lnTo>
                      <a:pt x="80" y="62"/>
                    </a:lnTo>
                    <a:lnTo>
                      <a:pt x="80" y="61"/>
                    </a:lnTo>
                    <a:lnTo>
                      <a:pt x="80" y="60"/>
                    </a:lnTo>
                    <a:lnTo>
                      <a:pt x="80" y="59"/>
                    </a:lnTo>
                    <a:lnTo>
                      <a:pt x="80" y="58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0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2" y="42"/>
                    </a:lnTo>
                    <a:lnTo>
                      <a:pt x="82" y="41"/>
                    </a:lnTo>
                    <a:lnTo>
                      <a:pt x="82" y="40"/>
                    </a:lnTo>
                    <a:lnTo>
                      <a:pt x="82" y="38"/>
                    </a:lnTo>
                    <a:lnTo>
                      <a:pt x="82" y="37"/>
                    </a:lnTo>
                    <a:lnTo>
                      <a:pt x="82" y="36"/>
                    </a:lnTo>
                    <a:lnTo>
                      <a:pt x="84" y="35"/>
                    </a:lnTo>
                    <a:lnTo>
                      <a:pt x="84" y="34"/>
                    </a:lnTo>
                    <a:lnTo>
                      <a:pt x="84" y="32"/>
                    </a:lnTo>
                    <a:lnTo>
                      <a:pt x="84" y="31"/>
                    </a:lnTo>
                    <a:lnTo>
                      <a:pt x="84" y="30"/>
                    </a:lnTo>
                    <a:lnTo>
                      <a:pt x="85" y="30"/>
                    </a:lnTo>
                    <a:lnTo>
                      <a:pt x="85" y="29"/>
                    </a:lnTo>
                    <a:lnTo>
                      <a:pt x="85" y="28"/>
                    </a:lnTo>
                    <a:lnTo>
                      <a:pt x="85" y="26"/>
                    </a:lnTo>
                    <a:lnTo>
                      <a:pt x="85" y="25"/>
                    </a:lnTo>
                    <a:lnTo>
                      <a:pt x="85" y="24"/>
                    </a:lnTo>
                    <a:lnTo>
                      <a:pt x="85" y="23"/>
                    </a:lnTo>
                    <a:lnTo>
                      <a:pt x="85" y="22"/>
                    </a:lnTo>
                    <a:lnTo>
                      <a:pt x="85" y="20"/>
                    </a:lnTo>
                    <a:lnTo>
                      <a:pt x="85" y="19"/>
                    </a:lnTo>
                    <a:lnTo>
                      <a:pt x="85" y="18"/>
                    </a:lnTo>
                    <a:lnTo>
                      <a:pt x="85" y="17"/>
                    </a:lnTo>
                    <a:lnTo>
                      <a:pt x="85" y="16"/>
                    </a:lnTo>
                    <a:lnTo>
                      <a:pt x="85" y="14"/>
                    </a:lnTo>
                    <a:lnTo>
                      <a:pt x="85" y="12"/>
                    </a:lnTo>
                    <a:lnTo>
                      <a:pt x="84" y="11"/>
                    </a:lnTo>
                    <a:lnTo>
                      <a:pt x="84" y="8"/>
                    </a:lnTo>
                    <a:lnTo>
                      <a:pt x="84" y="7"/>
                    </a:lnTo>
                    <a:lnTo>
                      <a:pt x="84" y="5"/>
                    </a:lnTo>
                    <a:lnTo>
                      <a:pt x="84" y="2"/>
                    </a:lnTo>
                    <a:lnTo>
                      <a:pt x="84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636" name="Group 78">
              <a:extLst>
                <a:ext uri="{FF2B5EF4-FFF2-40B4-BE49-F238E27FC236}">
                  <a16:creationId xmlns:a16="http://schemas.microsoft.com/office/drawing/2014/main" id="{4AED002F-58C6-42C4-8217-B84C59B21A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3454" y="2456098"/>
              <a:ext cx="644585" cy="348493"/>
              <a:chOff x="1150937" y="2740025"/>
              <a:chExt cx="884236" cy="441325"/>
            </a:xfrm>
          </p:grpSpPr>
          <p:sp>
            <p:nvSpPr>
              <p:cNvPr id="154663" name="Line 16">
                <a:extLst>
                  <a:ext uri="{FF2B5EF4-FFF2-40B4-BE49-F238E27FC236}">
                    <a16:creationId xmlns:a16="http://schemas.microsoft.com/office/drawing/2014/main" id="{B1147237-A144-43BC-897C-8D293480D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39898" y="2949574"/>
                <a:ext cx="295275" cy="158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4" name="Freeform 18">
                <a:extLst>
                  <a:ext uri="{FF2B5EF4-FFF2-40B4-BE49-F238E27FC236}">
                    <a16:creationId xmlns:a16="http://schemas.microsoft.com/office/drawing/2014/main" id="{4FC84480-3D7D-4324-8BB5-1D26D02EC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0937" y="2740025"/>
                <a:ext cx="442913" cy="441325"/>
              </a:xfrm>
              <a:custGeom>
                <a:avLst/>
                <a:gdLst>
                  <a:gd name="T0" fmla="*/ 2147483646 w 556"/>
                  <a:gd name="T1" fmla="*/ 2147483646 h 556"/>
                  <a:gd name="T2" fmla="*/ 0 w 556"/>
                  <a:gd name="T3" fmla="*/ 2147483646 h 556"/>
                  <a:gd name="T4" fmla="*/ 0 w 556"/>
                  <a:gd name="T5" fmla="*/ 0 h 556"/>
                  <a:gd name="T6" fmla="*/ 2147483646 w 556"/>
                  <a:gd name="T7" fmla="*/ 2147483646 h 5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6" h="556">
                    <a:moveTo>
                      <a:pt x="556" y="265"/>
                    </a:moveTo>
                    <a:lnTo>
                      <a:pt x="0" y="556"/>
                    </a:lnTo>
                    <a:lnTo>
                      <a:pt x="0" y="0"/>
                    </a:lnTo>
                    <a:lnTo>
                      <a:pt x="556" y="26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5" name="Freeform 19">
                <a:extLst>
                  <a:ext uri="{FF2B5EF4-FFF2-40B4-BE49-F238E27FC236}">
                    <a16:creationId xmlns:a16="http://schemas.microsoft.com/office/drawing/2014/main" id="{94D8407A-308B-4237-94F4-D8C9C5D32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900" y="2890837"/>
                <a:ext cx="117475" cy="119063"/>
              </a:xfrm>
              <a:custGeom>
                <a:avLst/>
                <a:gdLst>
                  <a:gd name="T0" fmla="*/ 2147483646 w 149"/>
                  <a:gd name="T1" fmla="*/ 0 h 150"/>
                  <a:gd name="T2" fmla="*/ 2147483646 w 149"/>
                  <a:gd name="T3" fmla="*/ 2147483646 h 150"/>
                  <a:gd name="T4" fmla="*/ 2147483646 w 149"/>
                  <a:gd name="T5" fmla="*/ 2147483646 h 150"/>
                  <a:gd name="T6" fmla="*/ 2147483646 w 149"/>
                  <a:gd name="T7" fmla="*/ 2147483646 h 150"/>
                  <a:gd name="T8" fmla="*/ 2147483646 w 149"/>
                  <a:gd name="T9" fmla="*/ 2147483646 h 150"/>
                  <a:gd name="T10" fmla="*/ 2147483646 w 149"/>
                  <a:gd name="T11" fmla="*/ 2147483646 h 150"/>
                  <a:gd name="T12" fmla="*/ 2147483646 w 149"/>
                  <a:gd name="T13" fmla="*/ 2147483646 h 150"/>
                  <a:gd name="T14" fmla="*/ 2147483646 w 149"/>
                  <a:gd name="T15" fmla="*/ 2147483646 h 150"/>
                  <a:gd name="T16" fmla="*/ 2147483646 w 149"/>
                  <a:gd name="T17" fmla="*/ 2147483646 h 150"/>
                  <a:gd name="T18" fmla="*/ 2147483646 w 149"/>
                  <a:gd name="T19" fmla="*/ 2147483646 h 150"/>
                  <a:gd name="T20" fmla="*/ 0 w 149"/>
                  <a:gd name="T21" fmla="*/ 2147483646 h 150"/>
                  <a:gd name="T22" fmla="*/ 0 w 149"/>
                  <a:gd name="T23" fmla="*/ 2147483646 h 150"/>
                  <a:gd name="T24" fmla="*/ 2147483646 w 149"/>
                  <a:gd name="T25" fmla="*/ 2147483646 h 150"/>
                  <a:gd name="T26" fmla="*/ 2147483646 w 149"/>
                  <a:gd name="T27" fmla="*/ 2147483646 h 150"/>
                  <a:gd name="T28" fmla="*/ 2147483646 w 149"/>
                  <a:gd name="T29" fmla="*/ 2147483646 h 150"/>
                  <a:gd name="T30" fmla="*/ 2147483646 w 149"/>
                  <a:gd name="T31" fmla="*/ 2147483646 h 150"/>
                  <a:gd name="T32" fmla="*/ 2147483646 w 149"/>
                  <a:gd name="T33" fmla="*/ 2147483646 h 150"/>
                  <a:gd name="T34" fmla="*/ 2147483646 w 149"/>
                  <a:gd name="T35" fmla="*/ 2147483646 h 150"/>
                  <a:gd name="T36" fmla="*/ 2147483646 w 149"/>
                  <a:gd name="T37" fmla="*/ 2147483646 h 150"/>
                  <a:gd name="T38" fmla="*/ 2147483646 w 149"/>
                  <a:gd name="T39" fmla="*/ 2147483646 h 150"/>
                  <a:gd name="T40" fmla="*/ 2147483646 w 149"/>
                  <a:gd name="T41" fmla="*/ 2147483646 h 150"/>
                  <a:gd name="T42" fmla="*/ 2147483646 w 149"/>
                  <a:gd name="T43" fmla="*/ 2147483646 h 150"/>
                  <a:gd name="T44" fmla="*/ 2147483646 w 149"/>
                  <a:gd name="T45" fmla="*/ 2147483646 h 150"/>
                  <a:gd name="T46" fmla="*/ 2147483646 w 149"/>
                  <a:gd name="T47" fmla="*/ 2147483646 h 150"/>
                  <a:gd name="T48" fmla="*/ 2147483646 w 149"/>
                  <a:gd name="T49" fmla="*/ 2147483646 h 150"/>
                  <a:gd name="T50" fmla="*/ 2147483646 w 149"/>
                  <a:gd name="T51" fmla="*/ 2147483646 h 150"/>
                  <a:gd name="T52" fmla="*/ 2147483646 w 149"/>
                  <a:gd name="T53" fmla="*/ 2147483646 h 150"/>
                  <a:gd name="T54" fmla="*/ 2147483646 w 149"/>
                  <a:gd name="T55" fmla="*/ 2147483646 h 150"/>
                  <a:gd name="T56" fmla="*/ 2147483646 w 149"/>
                  <a:gd name="T57" fmla="*/ 2147483646 h 150"/>
                  <a:gd name="T58" fmla="*/ 2147483646 w 149"/>
                  <a:gd name="T59" fmla="*/ 2147483646 h 150"/>
                  <a:gd name="T60" fmla="*/ 2147483646 w 149"/>
                  <a:gd name="T61" fmla="*/ 2147483646 h 150"/>
                  <a:gd name="T62" fmla="*/ 2147483646 w 149"/>
                  <a:gd name="T63" fmla="*/ 2147483646 h 150"/>
                  <a:gd name="T64" fmla="*/ 2147483646 w 149"/>
                  <a:gd name="T65" fmla="*/ 2147483646 h 150"/>
                  <a:gd name="T66" fmla="*/ 2147483646 w 149"/>
                  <a:gd name="T67" fmla="*/ 2147483646 h 150"/>
                  <a:gd name="T68" fmla="*/ 2147483646 w 149"/>
                  <a:gd name="T69" fmla="*/ 2147483646 h 150"/>
                  <a:gd name="T70" fmla="*/ 2147483646 w 149"/>
                  <a:gd name="T71" fmla="*/ 2147483646 h 150"/>
                  <a:gd name="T72" fmla="*/ 2147483646 w 149"/>
                  <a:gd name="T73" fmla="*/ 2147483646 h 150"/>
                  <a:gd name="T74" fmla="*/ 2147483646 w 149"/>
                  <a:gd name="T75" fmla="*/ 2147483646 h 150"/>
                  <a:gd name="T76" fmla="*/ 2147483646 w 149"/>
                  <a:gd name="T77" fmla="*/ 2147483646 h 150"/>
                  <a:gd name="T78" fmla="*/ 2147483646 w 149"/>
                  <a:gd name="T79" fmla="*/ 2147483646 h 150"/>
                  <a:gd name="T80" fmla="*/ 2147483646 w 149"/>
                  <a:gd name="T81" fmla="*/ 2147483646 h 150"/>
                  <a:gd name="T82" fmla="*/ 2147483646 w 149"/>
                  <a:gd name="T83" fmla="*/ 2147483646 h 150"/>
                  <a:gd name="T84" fmla="*/ 2147483646 w 149"/>
                  <a:gd name="T85" fmla="*/ 0 h 150"/>
                  <a:gd name="T86" fmla="*/ 2147483646 w 149"/>
                  <a:gd name="T87" fmla="*/ 0 h 15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49" h="150">
                    <a:moveTo>
                      <a:pt x="75" y="0"/>
                    </a:moveTo>
                    <a:lnTo>
                      <a:pt x="71" y="0"/>
                    </a:lnTo>
                    <a:lnTo>
                      <a:pt x="67" y="0"/>
                    </a:lnTo>
                    <a:lnTo>
                      <a:pt x="63" y="0"/>
                    </a:lnTo>
                    <a:lnTo>
                      <a:pt x="59" y="2"/>
                    </a:lnTo>
                    <a:lnTo>
                      <a:pt x="57" y="2"/>
                    </a:lnTo>
                    <a:lnTo>
                      <a:pt x="53" y="3"/>
                    </a:lnTo>
                    <a:lnTo>
                      <a:pt x="49" y="4"/>
                    </a:lnTo>
                    <a:lnTo>
                      <a:pt x="46" y="6"/>
                    </a:lnTo>
                    <a:lnTo>
                      <a:pt x="42" y="7"/>
                    </a:lnTo>
                    <a:lnTo>
                      <a:pt x="39" y="8"/>
                    </a:lnTo>
                    <a:lnTo>
                      <a:pt x="35" y="11"/>
                    </a:lnTo>
                    <a:lnTo>
                      <a:pt x="33" y="12"/>
                    </a:lnTo>
                    <a:lnTo>
                      <a:pt x="30" y="15"/>
                    </a:lnTo>
                    <a:lnTo>
                      <a:pt x="27" y="16"/>
                    </a:lnTo>
                    <a:lnTo>
                      <a:pt x="25" y="19"/>
                    </a:lnTo>
                    <a:lnTo>
                      <a:pt x="22" y="22"/>
                    </a:lnTo>
                    <a:lnTo>
                      <a:pt x="19" y="24"/>
                    </a:lnTo>
                    <a:lnTo>
                      <a:pt x="17" y="27"/>
                    </a:lnTo>
                    <a:lnTo>
                      <a:pt x="14" y="29"/>
                    </a:lnTo>
                    <a:lnTo>
                      <a:pt x="13" y="32"/>
                    </a:lnTo>
                    <a:lnTo>
                      <a:pt x="10" y="36"/>
                    </a:lnTo>
                    <a:lnTo>
                      <a:pt x="9" y="39"/>
                    </a:lnTo>
                    <a:lnTo>
                      <a:pt x="8" y="43"/>
                    </a:lnTo>
                    <a:lnTo>
                      <a:pt x="6" y="45"/>
                    </a:lnTo>
                    <a:lnTo>
                      <a:pt x="5" y="49"/>
                    </a:lnTo>
                    <a:lnTo>
                      <a:pt x="4" y="52"/>
                    </a:lnTo>
                    <a:lnTo>
                      <a:pt x="2" y="56"/>
                    </a:lnTo>
                    <a:lnTo>
                      <a:pt x="1" y="60"/>
                    </a:lnTo>
                    <a:lnTo>
                      <a:pt x="1" y="64"/>
                    </a:lnTo>
                    <a:lnTo>
                      <a:pt x="0" y="67"/>
                    </a:lnTo>
                    <a:lnTo>
                      <a:pt x="0" y="71"/>
                    </a:lnTo>
                    <a:lnTo>
                      <a:pt x="0" y="75"/>
                    </a:lnTo>
                    <a:lnTo>
                      <a:pt x="0" y="78"/>
                    </a:lnTo>
                    <a:lnTo>
                      <a:pt x="0" y="82"/>
                    </a:lnTo>
                    <a:lnTo>
                      <a:pt x="1" y="86"/>
                    </a:lnTo>
                    <a:lnTo>
                      <a:pt x="1" y="90"/>
                    </a:lnTo>
                    <a:lnTo>
                      <a:pt x="2" y="93"/>
                    </a:lnTo>
                    <a:lnTo>
                      <a:pt x="4" y="97"/>
                    </a:lnTo>
                    <a:lnTo>
                      <a:pt x="5" y="101"/>
                    </a:lnTo>
                    <a:lnTo>
                      <a:pt x="6" y="104"/>
                    </a:lnTo>
                    <a:lnTo>
                      <a:pt x="8" y="108"/>
                    </a:lnTo>
                    <a:lnTo>
                      <a:pt x="9" y="110"/>
                    </a:lnTo>
                    <a:lnTo>
                      <a:pt x="10" y="113"/>
                    </a:lnTo>
                    <a:lnTo>
                      <a:pt x="13" y="117"/>
                    </a:lnTo>
                    <a:lnTo>
                      <a:pt x="14" y="120"/>
                    </a:lnTo>
                    <a:lnTo>
                      <a:pt x="17" y="122"/>
                    </a:lnTo>
                    <a:lnTo>
                      <a:pt x="19" y="125"/>
                    </a:lnTo>
                    <a:lnTo>
                      <a:pt x="22" y="127"/>
                    </a:lnTo>
                    <a:lnTo>
                      <a:pt x="25" y="130"/>
                    </a:lnTo>
                    <a:lnTo>
                      <a:pt x="27" y="133"/>
                    </a:lnTo>
                    <a:lnTo>
                      <a:pt x="30" y="134"/>
                    </a:lnTo>
                    <a:lnTo>
                      <a:pt x="33" y="137"/>
                    </a:lnTo>
                    <a:lnTo>
                      <a:pt x="35" y="139"/>
                    </a:lnTo>
                    <a:lnTo>
                      <a:pt x="39" y="141"/>
                    </a:lnTo>
                    <a:lnTo>
                      <a:pt x="42" y="142"/>
                    </a:lnTo>
                    <a:lnTo>
                      <a:pt x="46" y="143"/>
                    </a:lnTo>
                    <a:lnTo>
                      <a:pt x="49" y="145"/>
                    </a:lnTo>
                    <a:lnTo>
                      <a:pt x="53" y="146"/>
                    </a:lnTo>
                    <a:lnTo>
                      <a:pt x="57" y="147"/>
                    </a:lnTo>
                    <a:lnTo>
                      <a:pt x="59" y="149"/>
                    </a:lnTo>
                    <a:lnTo>
                      <a:pt x="63" y="149"/>
                    </a:lnTo>
                    <a:lnTo>
                      <a:pt x="67" y="149"/>
                    </a:lnTo>
                    <a:lnTo>
                      <a:pt x="71" y="150"/>
                    </a:lnTo>
                    <a:lnTo>
                      <a:pt x="75" y="150"/>
                    </a:lnTo>
                    <a:lnTo>
                      <a:pt x="79" y="150"/>
                    </a:lnTo>
                    <a:lnTo>
                      <a:pt x="83" y="149"/>
                    </a:lnTo>
                    <a:lnTo>
                      <a:pt x="86" y="149"/>
                    </a:lnTo>
                    <a:lnTo>
                      <a:pt x="90" y="149"/>
                    </a:lnTo>
                    <a:lnTo>
                      <a:pt x="94" y="147"/>
                    </a:lnTo>
                    <a:lnTo>
                      <a:pt x="98" y="146"/>
                    </a:lnTo>
                    <a:lnTo>
                      <a:pt x="100" y="145"/>
                    </a:lnTo>
                    <a:lnTo>
                      <a:pt x="104" y="143"/>
                    </a:lnTo>
                    <a:lnTo>
                      <a:pt x="107" y="142"/>
                    </a:lnTo>
                    <a:lnTo>
                      <a:pt x="111" y="141"/>
                    </a:lnTo>
                    <a:lnTo>
                      <a:pt x="114" y="139"/>
                    </a:lnTo>
                    <a:lnTo>
                      <a:pt x="116" y="137"/>
                    </a:lnTo>
                    <a:lnTo>
                      <a:pt x="120" y="134"/>
                    </a:lnTo>
                    <a:lnTo>
                      <a:pt x="123" y="133"/>
                    </a:lnTo>
                    <a:lnTo>
                      <a:pt x="125" y="130"/>
                    </a:lnTo>
                    <a:lnTo>
                      <a:pt x="128" y="127"/>
                    </a:lnTo>
                    <a:lnTo>
                      <a:pt x="131" y="125"/>
                    </a:lnTo>
                    <a:lnTo>
                      <a:pt x="132" y="122"/>
                    </a:lnTo>
                    <a:lnTo>
                      <a:pt x="135" y="120"/>
                    </a:lnTo>
                    <a:lnTo>
                      <a:pt x="137" y="117"/>
                    </a:lnTo>
                    <a:lnTo>
                      <a:pt x="139" y="113"/>
                    </a:lnTo>
                    <a:lnTo>
                      <a:pt x="141" y="110"/>
                    </a:lnTo>
                    <a:lnTo>
                      <a:pt x="143" y="108"/>
                    </a:lnTo>
                    <a:lnTo>
                      <a:pt x="144" y="104"/>
                    </a:lnTo>
                    <a:lnTo>
                      <a:pt x="145" y="101"/>
                    </a:lnTo>
                    <a:lnTo>
                      <a:pt x="147" y="97"/>
                    </a:lnTo>
                    <a:lnTo>
                      <a:pt x="148" y="93"/>
                    </a:lnTo>
                    <a:lnTo>
                      <a:pt x="148" y="90"/>
                    </a:lnTo>
                    <a:lnTo>
                      <a:pt x="149" y="86"/>
                    </a:lnTo>
                    <a:lnTo>
                      <a:pt x="149" y="82"/>
                    </a:lnTo>
                    <a:lnTo>
                      <a:pt x="149" y="78"/>
                    </a:lnTo>
                    <a:lnTo>
                      <a:pt x="149" y="75"/>
                    </a:lnTo>
                    <a:lnTo>
                      <a:pt x="149" y="71"/>
                    </a:lnTo>
                    <a:lnTo>
                      <a:pt x="149" y="67"/>
                    </a:lnTo>
                    <a:lnTo>
                      <a:pt x="149" y="64"/>
                    </a:lnTo>
                    <a:lnTo>
                      <a:pt x="148" y="60"/>
                    </a:lnTo>
                    <a:lnTo>
                      <a:pt x="148" y="56"/>
                    </a:lnTo>
                    <a:lnTo>
                      <a:pt x="147" y="52"/>
                    </a:lnTo>
                    <a:lnTo>
                      <a:pt x="145" y="49"/>
                    </a:lnTo>
                    <a:lnTo>
                      <a:pt x="144" y="45"/>
                    </a:lnTo>
                    <a:lnTo>
                      <a:pt x="143" y="43"/>
                    </a:lnTo>
                    <a:lnTo>
                      <a:pt x="141" y="39"/>
                    </a:lnTo>
                    <a:lnTo>
                      <a:pt x="139" y="36"/>
                    </a:lnTo>
                    <a:lnTo>
                      <a:pt x="137" y="32"/>
                    </a:lnTo>
                    <a:lnTo>
                      <a:pt x="135" y="29"/>
                    </a:lnTo>
                    <a:lnTo>
                      <a:pt x="132" y="27"/>
                    </a:lnTo>
                    <a:lnTo>
                      <a:pt x="131" y="24"/>
                    </a:lnTo>
                    <a:lnTo>
                      <a:pt x="128" y="22"/>
                    </a:lnTo>
                    <a:lnTo>
                      <a:pt x="125" y="19"/>
                    </a:lnTo>
                    <a:lnTo>
                      <a:pt x="123" y="16"/>
                    </a:lnTo>
                    <a:lnTo>
                      <a:pt x="120" y="15"/>
                    </a:lnTo>
                    <a:lnTo>
                      <a:pt x="116" y="12"/>
                    </a:lnTo>
                    <a:lnTo>
                      <a:pt x="114" y="11"/>
                    </a:lnTo>
                    <a:lnTo>
                      <a:pt x="111" y="8"/>
                    </a:lnTo>
                    <a:lnTo>
                      <a:pt x="107" y="7"/>
                    </a:lnTo>
                    <a:lnTo>
                      <a:pt x="104" y="6"/>
                    </a:lnTo>
                    <a:lnTo>
                      <a:pt x="100" y="4"/>
                    </a:lnTo>
                    <a:lnTo>
                      <a:pt x="98" y="3"/>
                    </a:lnTo>
                    <a:lnTo>
                      <a:pt x="94" y="2"/>
                    </a:lnTo>
                    <a:lnTo>
                      <a:pt x="90" y="2"/>
                    </a:lnTo>
                    <a:lnTo>
                      <a:pt x="86" y="0"/>
                    </a:lnTo>
                    <a:lnTo>
                      <a:pt x="83" y="0"/>
                    </a:lnTo>
                    <a:lnTo>
                      <a:pt x="79" y="0"/>
                    </a:lnTo>
                    <a:lnTo>
                      <a:pt x="75" y="0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637" name="Line 266">
              <a:extLst>
                <a:ext uri="{FF2B5EF4-FFF2-40B4-BE49-F238E27FC236}">
                  <a16:creationId xmlns:a16="http://schemas.microsoft.com/office/drawing/2014/main" id="{1050AE89-4508-4D92-A80E-B60820E362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478088" y="1582458"/>
              <a:ext cx="2675" cy="2094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8" name="Line 266">
              <a:extLst>
                <a:ext uri="{FF2B5EF4-FFF2-40B4-BE49-F238E27FC236}">
                  <a16:creationId xmlns:a16="http://schemas.microsoft.com/office/drawing/2014/main" id="{8ED53DCE-88C8-4CA2-A8DD-3A55D78A43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067537" y="1261135"/>
              <a:ext cx="0" cy="22107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39" name="Line 266">
              <a:extLst>
                <a:ext uri="{FF2B5EF4-FFF2-40B4-BE49-F238E27FC236}">
                  <a16:creationId xmlns:a16="http://schemas.microsoft.com/office/drawing/2014/main" id="{59D06D1B-1B12-4B35-8D8C-50FDEC4DD9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09781" y="1950005"/>
              <a:ext cx="1506" cy="39564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0" name="Line 266">
              <a:extLst>
                <a:ext uri="{FF2B5EF4-FFF2-40B4-BE49-F238E27FC236}">
                  <a16:creationId xmlns:a16="http://schemas.microsoft.com/office/drawing/2014/main" id="{E49F92E4-5A65-48D0-8B48-F37E9324A0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16677" y="1385512"/>
              <a:ext cx="0" cy="45281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1" name="Line 266">
              <a:extLst>
                <a:ext uri="{FF2B5EF4-FFF2-40B4-BE49-F238E27FC236}">
                  <a16:creationId xmlns:a16="http://schemas.microsoft.com/office/drawing/2014/main" id="{C278093D-92D2-4C24-BDFF-4789D4BF22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21814" y="2662332"/>
              <a:ext cx="1506" cy="39564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2" name="Line 266">
              <a:extLst>
                <a:ext uri="{FF2B5EF4-FFF2-40B4-BE49-F238E27FC236}">
                  <a16:creationId xmlns:a16="http://schemas.microsoft.com/office/drawing/2014/main" id="{B08099EC-4D87-4DC9-9E59-D686F3E74D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4110263" y="2275566"/>
              <a:ext cx="3620" cy="4494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3" name="Line 266">
              <a:extLst>
                <a:ext uri="{FF2B5EF4-FFF2-40B4-BE49-F238E27FC236}">
                  <a16:creationId xmlns:a16="http://schemas.microsoft.com/office/drawing/2014/main" id="{9AF627E8-B597-4E2D-B96F-7B1D203CBA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689658" y="3030139"/>
              <a:ext cx="0" cy="34543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4" name="Line 266">
              <a:extLst>
                <a:ext uri="{FF2B5EF4-FFF2-40B4-BE49-F238E27FC236}">
                  <a16:creationId xmlns:a16="http://schemas.microsoft.com/office/drawing/2014/main" id="{B1AB413F-0488-4086-8EF0-32BD4666FD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25976" y="3415746"/>
              <a:ext cx="0" cy="28906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5" name="Line 266">
              <a:extLst>
                <a:ext uri="{FF2B5EF4-FFF2-40B4-BE49-F238E27FC236}">
                  <a16:creationId xmlns:a16="http://schemas.microsoft.com/office/drawing/2014/main" id="{843E68B6-C59A-4099-B7BA-3A39FC3E33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28708" y="679476"/>
              <a:ext cx="0" cy="45281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6" name="Freeform 220">
              <a:extLst>
                <a:ext uri="{FF2B5EF4-FFF2-40B4-BE49-F238E27FC236}">
                  <a16:creationId xmlns:a16="http://schemas.microsoft.com/office/drawing/2014/main" id="{3A6E546A-F649-485E-B894-E66FD2CB2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2042" y="2486946"/>
              <a:ext cx="401638" cy="266700"/>
            </a:xfrm>
            <a:custGeom>
              <a:avLst/>
              <a:gdLst>
                <a:gd name="T0" fmla="*/ 2147483646 w 504"/>
                <a:gd name="T1" fmla="*/ 2147483646 h 336"/>
                <a:gd name="T2" fmla="*/ 2147483646 w 504"/>
                <a:gd name="T3" fmla="*/ 0 h 336"/>
                <a:gd name="T4" fmla="*/ 0 w 504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4" h="336">
                  <a:moveTo>
                    <a:pt x="504" y="336"/>
                  </a:moveTo>
                  <a:lnTo>
                    <a:pt x="504" y="0"/>
                  </a:lnTo>
                  <a:lnTo>
                    <a:pt x="0" y="0"/>
                  </a:lnTo>
                </a:path>
              </a:pathLst>
            </a:custGeom>
            <a:noFill/>
            <a:ln w="254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7" name="Line 16">
              <a:extLst>
                <a:ext uri="{FF2B5EF4-FFF2-40B4-BE49-F238E27FC236}">
                  <a16:creationId xmlns:a16="http://schemas.microsoft.com/office/drawing/2014/main" id="{F076D0A4-3B67-4AA9-94C3-684BEDFEE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84483" y="2743201"/>
              <a:ext cx="310417" cy="252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8" name="Line 266">
              <a:extLst>
                <a:ext uri="{FF2B5EF4-FFF2-40B4-BE49-F238E27FC236}">
                  <a16:creationId xmlns:a16="http://schemas.microsoft.com/office/drawing/2014/main" id="{EE41FC8A-6E13-4122-97EE-C9866208AA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63318" y="2396678"/>
              <a:ext cx="614" cy="906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49" name="Line 266">
              <a:extLst>
                <a:ext uri="{FF2B5EF4-FFF2-40B4-BE49-F238E27FC236}">
                  <a16:creationId xmlns:a16="http://schemas.microsoft.com/office/drawing/2014/main" id="{4C5894A5-6577-48FA-BDA0-59D5B9C5CB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62335" y="3333692"/>
              <a:ext cx="614" cy="906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50" name="Line 266">
              <a:extLst>
                <a:ext uri="{FF2B5EF4-FFF2-40B4-BE49-F238E27FC236}">
                  <a16:creationId xmlns:a16="http://schemas.microsoft.com/office/drawing/2014/main" id="{547F0412-AC26-4BA3-94F4-995767F5EF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56435" y="4236294"/>
              <a:ext cx="614" cy="9060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651" name="TextBox 104">
              <a:extLst>
                <a:ext uri="{FF2B5EF4-FFF2-40B4-BE49-F238E27FC236}">
                  <a16:creationId xmlns:a16="http://schemas.microsoft.com/office/drawing/2014/main" id="{AE574F47-0002-4E82-B783-FB5C2AEBC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9480" y="4415163"/>
              <a:ext cx="3394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z</a:t>
              </a:r>
              <a:endParaRPr lang="en-US" altLang="en-US" baseline="-25000">
                <a:latin typeface="Times" panose="02020603050405020304" pitchFamily="18" charset="0"/>
              </a:endParaRPr>
            </a:p>
          </p:txBody>
        </p:sp>
        <p:sp>
          <p:nvSpPr>
            <p:cNvPr id="154652" name="TextBox 105">
              <a:extLst>
                <a:ext uri="{FF2B5EF4-FFF2-40B4-BE49-F238E27FC236}">
                  <a16:creationId xmlns:a16="http://schemas.microsoft.com/office/drawing/2014/main" id="{20032D29-CAC6-4885-BBF1-3A9E7B062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1656" y="3502940"/>
              <a:ext cx="5789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y</a:t>
              </a:r>
              <a:r>
                <a:rPr lang="en-US" altLang="en-US" b="0" baseline="-25000">
                  <a:latin typeface="Times" panose="02020603050405020304" pitchFamily="18" charset="0"/>
                </a:rPr>
                <a:t>1</a:t>
              </a:r>
              <a:endParaRPr lang="en-US" altLang="en-US" baseline="-25000">
                <a:latin typeface="Times" panose="02020603050405020304" pitchFamily="18" charset="0"/>
              </a:endParaRPr>
            </a:p>
          </p:txBody>
        </p:sp>
        <p:sp>
          <p:nvSpPr>
            <p:cNvPr id="154653" name="TextBox 106">
              <a:extLst>
                <a:ext uri="{FF2B5EF4-FFF2-40B4-BE49-F238E27FC236}">
                  <a16:creationId xmlns:a16="http://schemas.microsoft.com/office/drawing/2014/main" id="{11B25177-9035-4280-A270-A0E41611B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8073" y="2554370"/>
              <a:ext cx="5789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y</a:t>
              </a:r>
              <a:r>
                <a:rPr lang="en-US" altLang="en-US" b="0" baseline="-25000">
                  <a:latin typeface="Times" panose="02020603050405020304" pitchFamily="18" charset="0"/>
                </a:rPr>
                <a:t>0</a:t>
              </a:r>
              <a:endParaRPr lang="en-US" altLang="en-US" baseline="-25000">
                <a:latin typeface="Times" panose="02020603050405020304" pitchFamily="18" charset="0"/>
              </a:endParaRPr>
            </a:p>
          </p:txBody>
        </p:sp>
        <p:sp>
          <p:nvSpPr>
            <p:cNvPr id="154654" name="Freeform 225">
              <a:extLst>
                <a:ext uri="{FF2B5EF4-FFF2-40B4-BE49-F238E27FC236}">
                  <a16:creationId xmlns:a16="http://schemas.microsoft.com/office/drawing/2014/main" id="{5F6EBAD1-9123-423F-AD93-404A75C92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63" y="4841875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5" name="Freeform 225">
              <a:extLst>
                <a:ext uri="{FF2B5EF4-FFF2-40B4-BE49-F238E27FC236}">
                  <a16:creationId xmlns:a16="http://schemas.microsoft.com/office/drawing/2014/main" id="{2F7C9633-14BB-40E1-A918-C24C329DF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945" y="4743263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6" name="Freeform 225">
              <a:extLst>
                <a:ext uri="{FF2B5EF4-FFF2-40B4-BE49-F238E27FC236}">
                  <a16:creationId xmlns:a16="http://schemas.microsoft.com/office/drawing/2014/main" id="{7FE76061-71E7-48FE-8C60-B5A8B6DEE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028" y="4614769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7" name="Freeform 225">
              <a:extLst>
                <a:ext uri="{FF2B5EF4-FFF2-40B4-BE49-F238E27FC236}">
                  <a16:creationId xmlns:a16="http://schemas.microsoft.com/office/drawing/2014/main" id="{A2AFA5F0-7778-4A71-96E1-C9CC0DD63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298" y="4498228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8" name="Freeform 225">
              <a:extLst>
                <a:ext uri="{FF2B5EF4-FFF2-40B4-BE49-F238E27FC236}">
                  <a16:creationId xmlns:a16="http://schemas.microsoft.com/office/drawing/2014/main" id="{71F46D73-B25F-4939-8A76-1388BA837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321" y="3631640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59" name="Freeform 225">
              <a:extLst>
                <a:ext uri="{FF2B5EF4-FFF2-40B4-BE49-F238E27FC236}">
                  <a16:creationId xmlns:a16="http://schemas.microsoft.com/office/drawing/2014/main" id="{5D748D7B-0F27-4795-9A67-4A4717FE7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028" y="3903569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60" name="Freeform 225">
              <a:extLst>
                <a:ext uri="{FF2B5EF4-FFF2-40B4-BE49-F238E27FC236}">
                  <a16:creationId xmlns:a16="http://schemas.microsoft.com/office/drawing/2014/main" id="{E86B41FB-413D-4DA2-A31A-3B14FA43D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321" y="2920439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61" name="Freeform 225">
              <a:extLst>
                <a:ext uri="{FF2B5EF4-FFF2-40B4-BE49-F238E27FC236}">
                  <a16:creationId xmlns:a16="http://schemas.microsoft.com/office/drawing/2014/main" id="{2054F033-4540-414D-99C2-B046C721B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039" y="2603687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662" name="Freeform 225">
              <a:extLst>
                <a:ext uri="{FF2B5EF4-FFF2-40B4-BE49-F238E27FC236}">
                  <a16:creationId xmlns:a16="http://schemas.microsoft.com/office/drawing/2014/main" id="{A10592A5-7793-4EBF-BE7F-8101E6037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945" y="2334746"/>
              <a:ext cx="38100" cy="38100"/>
            </a:xfrm>
            <a:custGeom>
              <a:avLst/>
              <a:gdLst>
                <a:gd name="T0" fmla="*/ 0 w 48"/>
                <a:gd name="T1" fmla="*/ 2147483646 h 48"/>
                <a:gd name="T2" fmla="*/ 2147483646 w 48"/>
                <a:gd name="T3" fmla="*/ 2147483646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0 h 48"/>
                <a:gd name="T20" fmla="*/ 2147483646 w 48"/>
                <a:gd name="T21" fmla="*/ 0 h 48"/>
                <a:gd name="T22" fmla="*/ 2147483646 w 48"/>
                <a:gd name="T23" fmla="*/ 0 h 48"/>
                <a:gd name="T24" fmla="*/ 2147483646 w 48"/>
                <a:gd name="T25" fmla="*/ 0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2147483646 h 48"/>
                <a:gd name="T86" fmla="*/ 2147483646 w 48"/>
                <a:gd name="T87" fmla="*/ 2147483646 h 48"/>
                <a:gd name="T88" fmla="*/ 2147483646 w 48"/>
                <a:gd name="T89" fmla="*/ 2147483646 h 48"/>
                <a:gd name="T90" fmla="*/ 2147483646 w 48"/>
                <a:gd name="T91" fmla="*/ 2147483646 h 48"/>
                <a:gd name="T92" fmla="*/ 2147483646 w 48"/>
                <a:gd name="T93" fmla="*/ 2147483646 h 48"/>
                <a:gd name="T94" fmla="*/ 2147483646 w 48"/>
                <a:gd name="T95" fmla="*/ 2147483646 h 48"/>
                <a:gd name="T96" fmla="*/ 2147483646 w 48"/>
                <a:gd name="T97" fmla="*/ 2147483646 h 48"/>
                <a:gd name="T98" fmla="*/ 2147483646 w 48"/>
                <a:gd name="T99" fmla="*/ 2147483646 h 48"/>
                <a:gd name="T100" fmla="*/ 2147483646 w 48"/>
                <a:gd name="T101" fmla="*/ 2147483646 h 48"/>
                <a:gd name="T102" fmla="*/ 2147483646 w 48"/>
                <a:gd name="T103" fmla="*/ 2147483646 h 48"/>
                <a:gd name="T104" fmla="*/ 2147483646 w 48"/>
                <a:gd name="T105" fmla="*/ 2147483646 h 48"/>
                <a:gd name="T106" fmla="*/ 2147483646 w 48"/>
                <a:gd name="T107" fmla="*/ 2147483646 h 48"/>
                <a:gd name="T108" fmla="*/ 2147483646 w 48"/>
                <a:gd name="T109" fmla="*/ 2147483646 h 48"/>
                <a:gd name="T110" fmla="*/ 0 w 48"/>
                <a:gd name="T111" fmla="*/ 2147483646 h 4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8" h="48">
                  <a:moveTo>
                    <a:pt x="0" y="22"/>
                  </a:move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0"/>
                  </a:lnTo>
                  <a:lnTo>
                    <a:pt x="4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4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8" y="4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2" y="9"/>
                  </a:lnTo>
                  <a:lnTo>
                    <a:pt x="43" y="9"/>
                  </a:lnTo>
                  <a:lnTo>
                    <a:pt x="43" y="10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5" y="14"/>
                  </a:lnTo>
                  <a:lnTo>
                    <a:pt x="45" y="15"/>
                  </a:lnTo>
                  <a:lnTo>
                    <a:pt x="46" y="16"/>
                  </a:lnTo>
                  <a:lnTo>
                    <a:pt x="46" y="18"/>
                  </a:lnTo>
                  <a:lnTo>
                    <a:pt x="46" y="19"/>
                  </a:lnTo>
                  <a:lnTo>
                    <a:pt x="48" y="20"/>
                  </a:lnTo>
                  <a:lnTo>
                    <a:pt x="48" y="21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8" y="26"/>
                  </a:lnTo>
                  <a:lnTo>
                    <a:pt x="48" y="27"/>
                  </a:lnTo>
                  <a:lnTo>
                    <a:pt x="46" y="28"/>
                  </a:lnTo>
                  <a:lnTo>
                    <a:pt x="46" y="30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5" y="33"/>
                  </a:lnTo>
                  <a:lnTo>
                    <a:pt x="45" y="34"/>
                  </a:lnTo>
                  <a:lnTo>
                    <a:pt x="44" y="36"/>
                  </a:lnTo>
                  <a:lnTo>
                    <a:pt x="43" y="36"/>
                  </a:lnTo>
                  <a:lnTo>
                    <a:pt x="43" y="37"/>
                  </a:lnTo>
                  <a:lnTo>
                    <a:pt x="42" y="38"/>
                  </a:lnTo>
                  <a:lnTo>
                    <a:pt x="42" y="39"/>
                  </a:lnTo>
                  <a:lnTo>
                    <a:pt x="40" y="40"/>
                  </a:lnTo>
                  <a:lnTo>
                    <a:pt x="39" y="40"/>
                  </a:lnTo>
                  <a:lnTo>
                    <a:pt x="38" y="42"/>
                  </a:lnTo>
                  <a:lnTo>
                    <a:pt x="38" y="43"/>
                  </a:lnTo>
                  <a:lnTo>
                    <a:pt x="37" y="43"/>
                  </a:lnTo>
                  <a:lnTo>
                    <a:pt x="36" y="44"/>
                  </a:lnTo>
                  <a:lnTo>
                    <a:pt x="34" y="44"/>
                  </a:lnTo>
                  <a:lnTo>
                    <a:pt x="33" y="45"/>
                  </a:lnTo>
                  <a:lnTo>
                    <a:pt x="32" y="45"/>
                  </a:lnTo>
                  <a:lnTo>
                    <a:pt x="31" y="46"/>
                  </a:lnTo>
                  <a:lnTo>
                    <a:pt x="30" y="46"/>
                  </a:lnTo>
                  <a:lnTo>
                    <a:pt x="28" y="46"/>
                  </a:lnTo>
                  <a:lnTo>
                    <a:pt x="27" y="46"/>
                  </a:lnTo>
                  <a:lnTo>
                    <a:pt x="26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8"/>
                  </a:lnTo>
                  <a:lnTo>
                    <a:pt x="20" y="46"/>
                  </a:lnTo>
                  <a:lnTo>
                    <a:pt x="19" y="46"/>
                  </a:lnTo>
                  <a:lnTo>
                    <a:pt x="18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0" y="43"/>
                  </a:lnTo>
                  <a:lnTo>
                    <a:pt x="9" y="42"/>
                  </a:lnTo>
                  <a:lnTo>
                    <a:pt x="8" y="40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6" y="38"/>
                  </a:lnTo>
                  <a:lnTo>
                    <a:pt x="4" y="37"/>
                  </a:lnTo>
                  <a:lnTo>
                    <a:pt x="4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2" y="33"/>
                  </a:lnTo>
                  <a:lnTo>
                    <a:pt x="2" y="32"/>
                  </a:lnTo>
                  <a:lnTo>
                    <a:pt x="1" y="31"/>
                  </a:lnTo>
                  <a:lnTo>
                    <a:pt x="1" y="30"/>
                  </a:lnTo>
                  <a:lnTo>
                    <a:pt x="1" y="28"/>
                  </a:lnTo>
                  <a:lnTo>
                    <a:pt x="1" y="27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635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49" name="Group 1">
            <a:extLst>
              <a:ext uri="{FF2B5EF4-FFF2-40B4-BE49-F238E27FC236}">
                <a16:creationId xmlns:a16="http://schemas.microsoft.com/office/drawing/2014/main" id="{F4446E74-16F4-4A9E-9558-03178AC34C2F}"/>
              </a:ext>
            </a:extLst>
          </p:cNvPr>
          <p:cNvGrpSpPr>
            <a:grpSpLocks/>
          </p:cNvGrpSpPr>
          <p:nvPr/>
        </p:nvGrpSpPr>
        <p:grpSpPr bwMode="auto">
          <a:xfrm>
            <a:off x="1017588" y="1371600"/>
            <a:ext cx="3173412" cy="2073275"/>
            <a:chOff x="2841625" y="1730375"/>
            <a:chExt cx="3173413" cy="2073275"/>
          </a:xfrm>
        </p:grpSpPr>
        <p:sp>
          <p:nvSpPr>
            <p:cNvPr id="155654" name="Line 5">
              <a:extLst>
                <a:ext uri="{FF2B5EF4-FFF2-40B4-BE49-F238E27FC236}">
                  <a16:creationId xmlns:a16="http://schemas.microsoft.com/office/drawing/2014/main" id="{49F3A434-5E1A-4242-8147-B42790894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5" name="Line 6">
              <a:extLst>
                <a:ext uri="{FF2B5EF4-FFF2-40B4-BE49-F238E27FC236}">
                  <a16:creationId xmlns:a16="http://schemas.microsoft.com/office/drawing/2014/main" id="{8BB1FAEB-FC9C-4346-B6C3-025C9E6F3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6" name="Rectangle 7">
              <a:extLst>
                <a:ext uri="{FF2B5EF4-FFF2-40B4-BE49-F238E27FC236}">
                  <a16:creationId xmlns:a16="http://schemas.microsoft.com/office/drawing/2014/main" id="{26BE0D87-B3EB-4887-AAAC-3FAD9F77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7" name="Rectangle 8">
              <a:extLst>
                <a:ext uri="{FF2B5EF4-FFF2-40B4-BE49-F238E27FC236}">
                  <a16:creationId xmlns:a16="http://schemas.microsoft.com/office/drawing/2014/main" id="{5A947400-1080-4E55-B669-F4F58C306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8" name="Rectangle 9">
              <a:extLst>
                <a:ext uri="{FF2B5EF4-FFF2-40B4-BE49-F238E27FC236}">
                  <a16:creationId xmlns:a16="http://schemas.microsoft.com/office/drawing/2014/main" id="{AE8146F3-C941-4E14-A651-9685D3B14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9" name="Rectangle 10">
              <a:extLst>
                <a:ext uri="{FF2B5EF4-FFF2-40B4-BE49-F238E27FC236}">
                  <a16:creationId xmlns:a16="http://schemas.microsoft.com/office/drawing/2014/main" id="{FE723AB6-564C-4C66-94C1-57FB8E5D2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0" name="Rectangle 11">
              <a:extLst>
                <a:ext uri="{FF2B5EF4-FFF2-40B4-BE49-F238E27FC236}">
                  <a16:creationId xmlns:a16="http://schemas.microsoft.com/office/drawing/2014/main" id="{F4015B5C-4593-49D9-B392-CE551CB35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dirty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155661" name="Rectangle 12">
              <a:extLst>
                <a:ext uri="{FF2B5EF4-FFF2-40B4-BE49-F238E27FC236}">
                  <a16:creationId xmlns:a16="http://schemas.microsoft.com/office/drawing/2014/main" id="{D90EF8E2-B6BB-42BF-B790-93FE176FE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2" name="Rectangle 13">
              <a:extLst>
                <a:ext uri="{FF2B5EF4-FFF2-40B4-BE49-F238E27FC236}">
                  <a16:creationId xmlns:a16="http://schemas.microsoft.com/office/drawing/2014/main" id="{ADF100E7-4FC8-406A-9832-23372E4A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3" name="Rectangle 14">
              <a:extLst>
                <a:ext uri="{FF2B5EF4-FFF2-40B4-BE49-F238E27FC236}">
                  <a16:creationId xmlns:a16="http://schemas.microsoft.com/office/drawing/2014/main" id="{A33236EC-99EC-4A15-9C7D-256B37958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4" name="Rectangle 15">
              <a:extLst>
                <a:ext uri="{FF2B5EF4-FFF2-40B4-BE49-F238E27FC236}">
                  <a16:creationId xmlns:a16="http://schemas.microsoft.com/office/drawing/2014/main" id="{EA842BD1-11B1-4E8B-AEFB-0446E28D2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5" name="Rectangle 16">
              <a:extLst>
                <a:ext uri="{FF2B5EF4-FFF2-40B4-BE49-F238E27FC236}">
                  <a16:creationId xmlns:a16="http://schemas.microsoft.com/office/drawing/2014/main" id="{1F7ED168-1672-4E16-967A-4B9FBF43F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6" name="Rectangle 17">
              <a:extLst>
                <a:ext uri="{FF2B5EF4-FFF2-40B4-BE49-F238E27FC236}">
                  <a16:creationId xmlns:a16="http://schemas.microsoft.com/office/drawing/2014/main" id="{BF66A2B3-F904-4D44-BAFB-960380BEC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7" name="Rectangle 18">
              <a:extLst>
                <a:ext uri="{FF2B5EF4-FFF2-40B4-BE49-F238E27FC236}">
                  <a16:creationId xmlns:a16="http://schemas.microsoft.com/office/drawing/2014/main" id="{89E07628-09BB-48CB-AD8E-8E291C54D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8" name="Rectangle 19">
              <a:extLst>
                <a:ext uri="{FF2B5EF4-FFF2-40B4-BE49-F238E27FC236}">
                  <a16:creationId xmlns:a16="http://schemas.microsoft.com/office/drawing/2014/main" id="{3D5F5CFC-F49D-4404-BE4B-F44F352B5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9" name="Rectangle 20">
              <a:extLst>
                <a:ext uri="{FF2B5EF4-FFF2-40B4-BE49-F238E27FC236}">
                  <a16:creationId xmlns:a16="http://schemas.microsoft.com/office/drawing/2014/main" id="{A7A5918F-F537-4894-B165-9FEF436D7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0" name="Rectangle 21">
              <a:extLst>
                <a:ext uri="{FF2B5EF4-FFF2-40B4-BE49-F238E27FC236}">
                  <a16:creationId xmlns:a16="http://schemas.microsoft.com/office/drawing/2014/main" id="{795E1EB1-FB3C-42E2-847E-C7B3B9D40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1" name="Rectangle 22">
              <a:extLst>
                <a:ext uri="{FF2B5EF4-FFF2-40B4-BE49-F238E27FC236}">
                  <a16:creationId xmlns:a16="http://schemas.microsoft.com/office/drawing/2014/main" id="{30A179C8-71D3-4E86-8429-48F218EE2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2" name="Rectangle 23">
              <a:extLst>
                <a:ext uri="{FF2B5EF4-FFF2-40B4-BE49-F238E27FC236}">
                  <a16:creationId xmlns:a16="http://schemas.microsoft.com/office/drawing/2014/main" id="{AB415713-97B8-441F-8D5F-C12B9075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3" name="Rectangle 24">
              <a:extLst>
                <a:ext uri="{FF2B5EF4-FFF2-40B4-BE49-F238E27FC236}">
                  <a16:creationId xmlns:a16="http://schemas.microsoft.com/office/drawing/2014/main" id="{5473DD9E-4E95-4638-B8A4-889F6FAF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4" name="Rectangle 25">
              <a:extLst>
                <a:ext uri="{FF2B5EF4-FFF2-40B4-BE49-F238E27FC236}">
                  <a16:creationId xmlns:a16="http://schemas.microsoft.com/office/drawing/2014/main" id="{50F2B7F2-F1A5-453F-8AB0-799F4E484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5" name="Rectangle 26">
              <a:extLst>
                <a:ext uri="{FF2B5EF4-FFF2-40B4-BE49-F238E27FC236}">
                  <a16:creationId xmlns:a16="http://schemas.microsoft.com/office/drawing/2014/main" id="{AC31E196-AA82-42C2-B0F4-6129E86FE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6" name="Rectangle 27">
              <a:extLst>
                <a:ext uri="{FF2B5EF4-FFF2-40B4-BE49-F238E27FC236}">
                  <a16:creationId xmlns:a16="http://schemas.microsoft.com/office/drawing/2014/main" id="{CE3BBEF3-70BD-4C78-97EB-6DA953EE8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7" name="Rectangle 28">
              <a:extLst>
                <a:ext uri="{FF2B5EF4-FFF2-40B4-BE49-F238E27FC236}">
                  <a16:creationId xmlns:a16="http://schemas.microsoft.com/office/drawing/2014/main" id="{987A7638-677B-4D6F-90F4-4F78BA91A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8" name="Rectangle 29">
              <a:extLst>
                <a:ext uri="{FF2B5EF4-FFF2-40B4-BE49-F238E27FC236}">
                  <a16:creationId xmlns:a16="http://schemas.microsoft.com/office/drawing/2014/main" id="{BDC89204-57F0-4276-B962-3A54E73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9" name="Rectangle 30">
              <a:extLst>
                <a:ext uri="{FF2B5EF4-FFF2-40B4-BE49-F238E27FC236}">
                  <a16:creationId xmlns:a16="http://schemas.microsoft.com/office/drawing/2014/main" id="{55CDDAE2-28F0-46E8-8D5C-79F33401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0" name="Rectangle 31">
              <a:extLst>
                <a:ext uri="{FF2B5EF4-FFF2-40B4-BE49-F238E27FC236}">
                  <a16:creationId xmlns:a16="http://schemas.microsoft.com/office/drawing/2014/main" id="{2F6666E8-C75B-4E8E-B57E-0BC5758D8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1" name="Rectangle 32">
              <a:extLst>
                <a:ext uri="{FF2B5EF4-FFF2-40B4-BE49-F238E27FC236}">
                  <a16:creationId xmlns:a16="http://schemas.microsoft.com/office/drawing/2014/main" id="{96C24623-3E9E-4036-B47F-91E8D1F50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2" name="Rectangle 33">
              <a:extLst>
                <a:ext uri="{FF2B5EF4-FFF2-40B4-BE49-F238E27FC236}">
                  <a16:creationId xmlns:a16="http://schemas.microsoft.com/office/drawing/2014/main" id="{5E41B6B8-FA7B-4F91-AB10-3A76B6AFF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3" name="Rectangle 34">
              <a:extLst>
                <a:ext uri="{FF2B5EF4-FFF2-40B4-BE49-F238E27FC236}">
                  <a16:creationId xmlns:a16="http://schemas.microsoft.com/office/drawing/2014/main" id="{AEEC5345-80C2-42D5-87C9-F875F9E6C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4" name="Rectangle 35">
              <a:extLst>
                <a:ext uri="{FF2B5EF4-FFF2-40B4-BE49-F238E27FC236}">
                  <a16:creationId xmlns:a16="http://schemas.microsoft.com/office/drawing/2014/main" id="{AAC5902B-2C19-4928-8605-C3A77389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5" name="Rectangle 36">
              <a:extLst>
                <a:ext uri="{FF2B5EF4-FFF2-40B4-BE49-F238E27FC236}">
                  <a16:creationId xmlns:a16="http://schemas.microsoft.com/office/drawing/2014/main" id="{8656D4F8-E537-4065-B825-414816447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6" name="Rectangle 37">
              <a:extLst>
                <a:ext uri="{FF2B5EF4-FFF2-40B4-BE49-F238E27FC236}">
                  <a16:creationId xmlns:a16="http://schemas.microsoft.com/office/drawing/2014/main" id="{2FDF4E8B-2254-4C60-93F5-ADC89FBA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7" name="Rectangle 38">
              <a:extLst>
                <a:ext uri="{FF2B5EF4-FFF2-40B4-BE49-F238E27FC236}">
                  <a16:creationId xmlns:a16="http://schemas.microsoft.com/office/drawing/2014/main" id="{FEC85E80-22F9-4C77-93D6-8B87353CF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8" name="Rectangle 39">
              <a:extLst>
                <a:ext uri="{FF2B5EF4-FFF2-40B4-BE49-F238E27FC236}">
                  <a16:creationId xmlns:a16="http://schemas.microsoft.com/office/drawing/2014/main" id="{C0D30172-AE01-4C63-B08E-C4E046DC3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9" name="Rectangle 40">
              <a:extLst>
                <a:ext uri="{FF2B5EF4-FFF2-40B4-BE49-F238E27FC236}">
                  <a16:creationId xmlns:a16="http://schemas.microsoft.com/office/drawing/2014/main" id="{B7AB29A9-5FD2-4B70-9C4B-0232F689B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0" name="Rectangle 41">
              <a:extLst>
                <a:ext uri="{FF2B5EF4-FFF2-40B4-BE49-F238E27FC236}">
                  <a16:creationId xmlns:a16="http://schemas.microsoft.com/office/drawing/2014/main" id="{7AFD583B-EA31-4419-95A2-83C7ECA2C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1" name="Rectangle 42">
              <a:extLst>
                <a:ext uri="{FF2B5EF4-FFF2-40B4-BE49-F238E27FC236}">
                  <a16:creationId xmlns:a16="http://schemas.microsoft.com/office/drawing/2014/main" id="{7A4C12A8-23BF-4A48-AFD6-5439BA3D5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2" name="Rectangle 43">
              <a:extLst>
                <a:ext uri="{FF2B5EF4-FFF2-40B4-BE49-F238E27FC236}">
                  <a16:creationId xmlns:a16="http://schemas.microsoft.com/office/drawing/2014/main" id="{D00AA7AF-78B7-4EED-B545-1F60148AC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3" name="Rectangle 44">
              <a:extLst>
                <a:ext uri="{FF2B5EF4-FFF2-40B4-BE49-F238E27FC236}">
                  <a16:creationId xmlns:a16="http://schemas.microsoft.com/office/drawing/2014/main" id="{15565B64-534B-4FC2-B565-0EBE5535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4" name="Rectangle 45">
              <a:extLst>
                <a:ext uri="{FF2B5EF4-FFF2-40B4-BE49-F238E27FC236}">
                  <a16:creationId xmlns:a16="http://schemas.microsoft.com/office/drawing/2014/main" id="{96778B3F-53F2-4BCC-AFEC-F545CE90F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5" name="Rectangle 46">
              <a:extLst>
                <a:ext uri="{FF2B5EF4-FFF2-40B4-BE49-F238E27FC236}">
                  <a16:creationId xmlns:a16="http://schemas.microsoft.com/office/drawing/2014/main" id="{4FBDE99D-305E-4804-A685-28453D25E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6" name="Rectangle 47">
              <a:extLst>
                <a:ext uri="{FF2B5EF4-FFF2-40B4-BE49-F238E27FC236}">
                  <a16:creationId xmlns:a16="http://schemas.microsoft.com/office/drawing/2014/main" id="{828C2F27-C322-4FCC-8DD2-257F3399A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7" name="Rectangle 48">
              <a:extLst>
                <a:ext uri="{FF2B5EF4-FFF2-40B4-BE49-F238E27FC236}">
                  <a16:creationId xmlns:a16="http://schemas.microsoft.com/office/drawing/2014/main" id="{2B40B3F5-6D2A-4D8C-987E-74C5BD7D2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8" name="Rectangle 49">
              <a:extLst>
                <a:ext uri="{FF2B5EF4-FFF2-40B4-BE49-F238E27FC236}">
                  <a16:creationId xmlns:a16="http://schemas.microsoft.com/office/drawing/2014/main" id="{AC023C43-047B-4A75-AA20-29DE079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9" name="Rectangle 50">
              <a:extLst>
                <a:ext uri="{FF2B5EF4-FFF2-40B4-BE49-F238E27FC236}">
                  <a16:creationId xmlns:a16="http://schemas.microsoft.com/office/drawing/2014/main" id="{C0A3E27D-09DA-40BF-B083-F568F286F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0" name="Rectangle 51">
              <a:extLst>
                <a:ext uri="{FF2B5EF4-FFF2-40B4-BE49-F238E27FC236}">
                  <a16:creationId xmlns:a16="http://schemas.microsoft.com/office/drawing/2014/main" id="{E72AFCD4-4C9A-4B98-B9A3-B454073B0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1" name="Rectangle 52">
              <a:extLst>
                <a:ext uri="{FF2B5EF4-FFF2-40B4-BE49-F238E27FC236}">
                  <a16:creationId xmlns:a16="http://schemas.microsoft.com/office/drawing/2014/main" id="{42A71276-CCC6-48F5-9B4E-FFE867079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2" name="Rectangle 53">
              <a:extLst>
                <a:ext uri="{FF2B5EF4-FFF2-40B4-BE49-F238E27FC236}">
                  <a16:creationId xmlns:a16="http://schemas.microsoft.com/office/drawing/2014/main" id="{961839F5-0604-438F-888F-924853955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3" name="Rectangle 54">
              <a:extLst>
                <a:ext uri="{FF2B5EF4-FFF2-40B4-BE49-F238E27FC236}">
                  <a16:creationId xmlns:a16="http://schemas.microsoft.com/office/drawing/2014/main" id="{2432DCEE-356F-4BFA-9E50-366CDDBEE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55650" name="Title 1">
            <a:extLst>
              <a:ext uri="{FF2B5EF4-FFF2-40B4-BE49-F238E27FC236}">
                <a16:creationId xmlns:a16="http://schemas.microsoft.com/office/drawing/2014/main" id="{86F34ECD-C986-41A0-9F30-8F760A7BA7F6}"/>
              </a:ext>
            </a:extLst>
          </p:cNvPr>
          <p:cNvSpPr txBox="1">
            <a:spLocks/>
          </p:cNvSpPr>
          <p:nvPr/>
        </p:nvSpPr>
        <p:spPr bwMode="auto">
          <a:xfrm>
            <a:off x="0" y="93663"/>
            <a:ext cx="91440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The textbook derives a different circuit for the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4-to-2 </a:t>
            </a:r>
            <a:r>
              <a:rPr lang="en-US" altLang="en-US" sz="2800" u="sng"/>
              <a:t>priority</a:t>
            </a:r>
            <a:r>
              <a:rPr lang="en-US" altLang="en-US" sz="2800"/>
              <a:t> encoder using a 4-to-2 </a:t>
            </a:r>
            <a:r>
              <a:rPr lang="en-US" altLang="en-US" sz="2800" u="sng"/>
              <a:t>binary</a:t>
            </a:r>
            <a:r>
              <a:rPr lang="en-US" altLang="en-US" sz="2800"/>
              <a:t> encoder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DF1736-63F2-4A33-82A3-67BB7F0EAFA8}"/>
                  </a:ext>
                </a:extLst>
              </p14:cNvPr>
              <p14:cNvContentPartPr/>
              <p14:nvPr/>
            </p14:nvContentPartPr>
            <p14:xfrm>
              <a:off x="3022560" y="1931760"/>
              <a:ext cx="5374440" cy="380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DF1736-63F2-4A33-82A3-67BB7F0EAF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0" y="1922400"/>
                <a:ext cx="5393160" cy="38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389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49" name="Group 1">
            <a:extLst>
              <a:ext uri="{FF2B5EF4-FFF2-40B4-BE49-F238E27FC236}">
                <a16:creationId xmlns:a16="http://schemas.microsoft.com/office/drawing/2014/main" id="{F4446E74-16F4-4A9E-9558-03178AC34C2F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1371600"/>
            <a:ext cx="3173412" cy="2073275"/>
            <a:chOff x="2841625" y="1730375"/>
            <a:chExt cx="3173413" cy="2073275"/>
          </a:xfrm>
        </p:grpSpPr>
        <p:sp>
          <p:nvSpPr>
            <p:cNvPr id="155654" name="Line 5">
              <a:extLst>
                <a:ext uri="{FF2B5EF4-FFF2-40B4-BE49-F238E27FC236}">
                  <a16:creationId xmlns:a16="http://schemas.microsoft.com/office/drawing/2014/main" id="{49F3A434-5E1A-4242-8147-B42790894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5" name="Line 6">
              <a:extLst>
                <a:ext uri="{FF2B5EF4-FFF2-40B4-BE49-F238E27FC236}">
                  <a16:creationId xmlns:a16="http://schemas.microsoft.com/office/drawing/2014/main" id="{8BB1FAEB-FC9C-4346-B6C3-025C9E6F3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6" name="Rectangle 7">
              <a:extLst>
                <a:ext uri="{FF2B5EF4-FFF2-40B4-BE49-F238E27FC236}">
                  <a16:creationId xmlns:a16="http://schemas.microsoft.com/office/drawing/2014/main" id="{26BE0D87-B3EB-4887-AAAC-3FAD9F77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7" name="Rectangle 8">
              <a:extLst>
                <a:ext uri="{FF2B5EF4-FFF2-40B4-BE49-F238E27FC236}">
                  <a16:creationId xmlns:a16="http://schemas.microsoft.com/office/drawing/2014/main" id="{5A947400-1080-4E55-B669-F4F58C306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8" name="Rectangle 9">
              <a:extLst>
                <a:ext uri="{FF2B5EF4-FFF2-40B4-BE49-F238E27FC236}">
                  <a16:creationId xmlns:a16="http://schemas.microsoft.com/office/drawing/2014/main" id="{AE8146F3-C941-4E14-A651-9685D3B14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59" name="Rectangle 10">
              <a:extLst>
                <a:ext uri="{FF2B5EF4-FFF2-40B4-BE49-F238E27FC236}">
                  <a16:creationId xmlns:a16="http://schemas.microsoft.com/office/drawing/2014/main" id="{FE723AB6-564C-4C66-94C1-57FB8E5D2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0" name="Rectangle 11">
              <a:extLst>
                <a:ext uri="{FF2B5EF4-FFF2-40B4-BE49-F238E27FC236}">
                  <a16:creationId xmlns:a16="http://schemas.microsoft.com/office/drawing/2014/main" id="{F4015B5C-4593-49D9-B392-CE551CB35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1" name="Rectangle 12">
              <a:extLst>
                <a:ext uri="{FF2B5EF4-FFF2-40B4-BE49-F238E27FC236}">
                  <a16:creationId xmlns:a16="http://schemas.microsoft.com/office/drawing/2014/main" id="{D90EF8E2-B6BB-42BF-B790-93FE176FE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2" name="Rectangle 13">
              <a:extLst>
                <a:ext uri="{FF2B5EF4-FFF2-40B4-BE49-F238E27FC236}">
                  <a16:creationId xmlns:a16="http://schemas.microsoft.com/office/drawing/2014/main" id="{ADF100E7-4FC8-406A-9832-23372E4A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3" name="Rectangle 14">
              <a:extLst>
                <a:ext uri="{FF2B5EF4-FFF2-40B4-BE49-F238E27FC236}">
                  <a16:creationId xmlns:a16="http://schemas.microsoft.com/office/drawing/2014/main" id="{A33236EC-99EC-4A15-9C7D-256B37958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4" name="Rectangle 15">
              <a:extLst>
                <a:ext uri="{FF2B5EF4-FFF2-40B4-BE49-F238E27FC236}">
                  <a16:creationId xmlns:a16="http://schemas.microsoft.com/office/drawing/2014/main" id="{EA842BD1-11B1-4E8B-AEFB-0446E28D2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5" name="Rectangle 16">
              <a:extLst>
                <a:ext uri="{FF2B5EF4-FFF2-40B4-BE49-F238E27FC236}">
                  <a16:creationId xmlns:a16="http://schemas.microsoft.com/office/drawing/2014/main" id="{1F7ED168-1672-4E16-967A-4B9FBF43F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6" name="Rectangle 17">
              <a:extLst>
                <a:ext uri="{FF2B5EF4-FFF2-40B4-BE49-F238E27FC236}">
                  <a16:creationId xmlns:a16="http://schemas.microsoft.com/office/drawing/2014/main" id="{BF66A2B3-F904-4D44-BAFB-960380BEC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7" name="Rectangle 18">
              <a:extLst>
                <a:ext uri="{FF2B5EF4-FFF2-40B4-BE49-F238E27FC236}">
                  <a16:creationId xmlns:a16="http://schemas.microsoft.com/office/drawing/2014/main" id="{89E07628-09BB-48CB-AD8E-8E291C54D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8" name="Rectangle 19">
              <a:extLst>
                <a:ext uri="{FF2B5EF4-FFF2-40B4-BE49-F238E27FC236}">
                  <a16:creationId xmlns:a16="http://schemas.microsoft.com/office/drawing/2014/main" id="{3D5F5CFC-F49D-4404-BE4B-F44F352B5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69" name="Rectangle 20">
              <a:extLst>
                <a:ext uri="{FF2B5EF4-FFF2-40B4-BE49-F238E27FC236}">
                  <a16:creationId xmlns:a16="http://schemas.microsoft.com/office/drawing/2014/main" id="{A7A5918F-F537-4894-B165-9FEF436D7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0" name="Rectangle 21">
              <a:extLst>
                <a:ext uri="{FF2B5EF4-FFF2-40B4-BE49-F238E27FC236}">
                  <a16:creationId xmlns:a16="http://schemas.microsoft.com/office/drawing/2014/main" id="{795E1EB1-FB3C-42E2-847E-C7B3B9D40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1" name="Rectangle 22">
              <a:extLst>
                <a:ext uri="{FF2B5EF4-FFF2-40B4-BE49-F238E27FC236}">
                  <a16:creationId xmlns:a16="http://schemas.microsoft.com/office/drawing/2014/main" id="{30A179C8-71D3-4E86-8429-48F218EE2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2" name="Rectangle 23">
              <a:extLst>
                <a:ext uri="{FF2B5EF4-FFF2-40B4-BE49-F238E27FC236}">
                  <a16:creationId xmlns:a16="http://schemas.microsoft.com/office/drawing/2014/main" id="{AB415713-97B8-441F-8D5F-C12B9075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3" name="Rectangle 24">
              <a:extLst>
                <a:ext uri="{FF2B5EF4-FFF2-40B4-BE49-F238E27FC236}">
                  <a16:creationId xmlns:a16="http://schemas.microsoft.com/office/drawing/2014/main" id="{5473DD9E-4E95-4638-B8A4-889F6FAF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4" name="Rectangle 25">
              <a:extLst>
                <a:ext uri="{FF2B5EF4-FFF2-40B4-BE49-F238E27FC236}">
                  <a16:creationId xmlns:a16="http://schemas.microsoft.com/office/drawing/2014/main" id="{50F2B7F2-F1A5-453F-8AB0-799F4E484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5" name="Rectangle 26">
              <a:extLst>
                <a:ext uri="{FF2B5EF4-FFF2-40B4-BE49-F238E27FC236}">
                  <a16:creationId xmlns:a16="http://schemas.microsoft.com/office/drawing/2014/main" id="{AC31E196-AA82-42C2-B0F4-6129E86FE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6" name="Rectangle 27">
              <a:extLst>
                <a:ext uri="{FF2B5EF4-FFF2-40B4-BE49-F238E27FC236}">
                  <a16:creationId xmlns:a16="http://schemas.microsoft.com/office/drawing/2014/main" id="{CE3BBEF3-70BD-4C78-97EB-6DA953EE8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7" name="Rectangle 28">
              <a:extLst>
                <a:ext uri="{FF2B5EF4-FFF2-40B4-BE49-F238E27FC236}">
                  <a16:creationId xmlns:a16="http://schemas.microsoft.com/office/drawing/2014/main" id="{987A7638-677B-4D6F-90F4-4F78BA91A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8" name="Rectangle 29">
              <a:extLst>
                <a:ext uri="{FF2B5EF4-FFF2-40B4-BE49-F238E27FC236}">
                  <a16:creationId xmlns:a16="http://schemas.microsoft.com/office/drawing/2014/main" id="{BDC89204-57F0-4276-B962-3A54E7302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79" name="Rectangle 30">
              <a:extLst>
                <a:ext uri="{FF2B5EF4-FFF2-40B4-BE49-F238E27FC236}">
                  <a16:creationId xmlns:a16="http://schemas.microsoft.com/office/drawing/2014/main" id="{55CDDAE2-28F0-46E8-8D5C-79F33401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0" name="Rectangle 31">
              <a:extLst>
                <a:ext uri="{FF2B5EF4-FFF2-40B4-BE49-F238E27FC236}">
                  <a16:creationId xmlns:a16="http://schemas.microsoft.com/office/drawing/2014/main" id="{2F6666E8-C75B-4E8E-B57E-0BC5758D8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1" name="Rectangle 32">
              <a:extLst>
                <a:ext uri="{FF2B5EF4-FFF2-40B4-BE49-F238E27FC236}">
                  <a16:creationId xmlns:a16="http://schemas.microsoft.com/office/drawing/2014/main" id="{96C24623-3E9E-4036-B47F-91E8D1F50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2" name="Rectangle 33">
              <a:extLst>
                <a:ext uri="{FF2B5EF4-FFF2-40B4-BE49-F238E27FC236}">
                  <a16:creationId xmlns:a16="http://schemas.microsoft.com/office/drawing/2014/main" id="{5E41B6B8-FA7B-4F91-AB10-3A76B6AFF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3" name="Rectangle 34">
              <a:extLst>
                <a:ext uri="{FF2B5EF4-FFF2-40B4-BE49-F238E27FC236}">
                  <a16:creationId xmlns:a16="http://schemas.microsoft.com/office/drawing/2014/main" id="{AEEC5345-80C2-42D5-87C9-F875F9E6C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4" name="Rectangle 35">
              <a:extLst>
                <a:ext uri="{FF2B5EF4-FFF2-40B4-BE49-F238E27FC236}">
                  <a16:creationId xmlns:a16="http://schemas.microsoft.com/office/drawing/2014/main" id="{AAC5902B-2C19-4928-8605-C3A77389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5" name="Rectangle 36">
              <a:extLst>
                <a:ext uri="{FF2B5EF4-FFF2-40B4-BE49-F238E27FC236}">
                  <a16:creationId xmlns:a16="http://schemas.microsoft.com/office/drawing/2014/main" id="{8656D4F8-E537-4065-B825-414816447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6" name="Rectangle 37">
              <a:extLst>
                <a:ext uri="{FF2B5EF4-FFF2-40B4-BE49-F238E27FC236}">
                  <a16:creationId xmlns:a16="http://schemas.microsoft.com/office/drawing/2014/main" id="{2FDF4E8B-2254-4C60-93F5-ADC89FBAE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7" name="Rectangle 38">
              <a:extLst>
                <a:ext uri="{FF2B5EF4-FFF2-40B4-BE49-F238E27FC236}">
                  <a16:creationId xmlns:a16="http://schemas.microsoft.com/office/drawing/2014/main" id="{FEC85E80-22F9-4C77-93D6-8B87353CF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8" name="Rectangle 39">
              <a:extLst>
                <a:ext uri="{FF2B5EF4-FFF2-40B4-BE49-F238E27FC236}">
                  <a16:creationId xmlns:a16="http://schemas.microsoft.com/office/drawing/2014/main" id="{C0D30172-AE01-4C63-B08E-C4E046DC3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89" name="Rectangle 40">
              <a:extLst>
                <a:ext uri="{FF2B5EF4-FFF2-40B4-BE49-F238E27FC236}">
                  <a16:creationId xmlns:a16="http://schemas.microsoft.com/office/drawing/2014/main" id="{B7AB29A9-5FD2-4B70-9C4B-0232F689B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0" name="Rectangle 41">
              <a:extLst>
                <a:ext uri="{FF2B5EF4-FFF2-40B4-BE49-F238E27FC236}">
                  <a16:creationId xmlns:a16="http://schemas.microsoft.com/office/drawing/2014/main" id="{7AFD583B-EA31-4419-95A2-83C7ECA2C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1" name="Rectangle 42">
              <a:extLst>
                <a:ext uri="{FF2B5EF4-FFF2-40B4-BE49-F238E27FC236}">
                  <a16:creationId xmlns:a16="http://schemas.microsoft.com/office/drawing/2014/main" id="{7A4C12A8-23BF-4A48-AFD6-5439BA3D5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2" name="Rectangle 43">
              <a:extLst>
                <a:ext uri="{FF2B5EF4-FFF2-40B4-BE49-F238E27FC236}">
                  <a16:creationId xmlns:a16="http://schemas.microsoft.com/office/drawing/2014/main" id="{D00AA7AF-78B7-4EED-B545-1F60148AC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3" name="Rectangle 44">
              <a:extLst>
                <a:ext uri="{FF2B5EF4-FFF2-40B4-BE49-F238E27FC236}">
                  <a16:creationId xmlns:a16="http://schemas.microsoft.com/office/drawing/2014/main" id="{15565B64-534B-4FC2-B565-0EBE5535B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4" name="Rectangle 45">
              <a:extLst>
                <a:ext uri="{FF2B5EF4-FFF2-40B4-BE49-F238E27FC236}">
                  <a16:creationId xmlns:a16="http://schemas.microsoft.com/office/drawing/2014/main" id="{96778B3F-53F2-4BCC-AFEC-F545CE90F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5" name="Rectangle 46">
              <a:extLst>
                <a:ext uri="{FF2B5EF4-FFF2-40B4-BE49-F238E27FC236}">
                  <a16:creationId xmlns:a16="http://schemas.microsoft.com/office/drawing/2014/main" id="{4FBDE99D-305E-4804-A685-28453D25E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6" name="Rectangle 47">
              <a:extLst>
                <a:ext uri="{FF2B5EF4-FFF2-40B4-BE49-F238E27FC236}">
                  <a16:creationId xmlns:a16="http://schemas.microsoft.com/office/drawing/2014/main" id="{828C2F27-C322-4FCC-8DD2-257F3399A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7" name="Rectangle 48">
              <a:extLst>
                <a:ext uri="{FF2B5EF4-FFF2-40B4-BE49-F238E27FC236}">
                  <a16:creationId xmlns:a16="http://schemas.microsoft.com/office/drawing/2014/main" id="{2B40B3F5-6D2A-4D8C-987E-74C5BD7D2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8" name="Rectangle 49">
              <a:extLst>
                <a:ext uri="{FF2B5EF4-FFF2-40B4-BE49-F238E27FC236}">
                  <a16:creationId xmlns:a16="http://schemas.microsoft.com/office/drawing/2014/main" id="{AC023C43-047B-4A75-AA20-29DE079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699" name="Rectangle 50">
              <a:extLst>
                <a:ext uri="{FF2B5EF4-FFF2-40B4-BE49-F238E27FC236}">
                  <a16:creationId xmlns:a16="http://schemas.microsoft.com/office/drawing/2014/main" id="{C0A3E27D-09DA-40BF-B083-F568F286F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0" name="Rectangle 51">
              <a:extLst>
                <a:ext uri="{FF2B5EF4-FFF2-40B4-BE49-F238E27FC236}">
                  <a16:creationId xmlns:a16="http://schemas.microsoft.com/office/drawing/2014/main" id="{E72AFCD4-4C9A-4B98-B9A3-B454073B0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1" name="Rectangle 52">
              <a:extLst>
                <a:ext uri="{FF2B5EF4-FFF2-40B4-BE49-F238E27FC236}">
                  <a16:creationId xmlns:a16="http://schemas.microsoft.com/office/drawing/2014/main" id="{42A71276-CCC6-48F5-9B4E-FFE867079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2" name="Rectangle 53">
              <a:extLst>
                <a:ext uri="{FF2B5EF4-FFF2-40B4-BE49-F238E27FC236}">
                  <a16:creationId xmlns:a16="http://schemas.microsoft.com/office/drawing/2014/main" id="{961839F5-0604-438F-888F-924853955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5703" name="Rectangle 54">
              <a:extLst>
                <a:ext uri="{FF2B5EF4-FFF2-40B4-BE49-F238E27FC236}">
                  <a16:creationId xmlns:a16="http://schemas.microsoft.com/office/drawing/2014/main" id="{2432DCEE-356F-4BFA-9E50-366CDDBEE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55650" name="Title 1">
            <a:extLst>
              <a:ext uri="{FF2B5EF4-FFF2-40B4-BE49-F238E27FC236}">
                <a16:creationId xmlns:a16="http://schemas.microsoft.com/office/drawing/2014/main" id="{86F34ECD-C986-41A0-9F30-8F760A7BA7F6}"/>
              </a:ext>
            </a:extLst>
          </p:cNvPr>
          <p:cNvSpPr txBox="1">
            <a:spLocks/>
          </p:cNvSpPr>
          <p:nvPr/>
        </p:nvSpPr>
        <p:spPr bwMode="auto">
          <a:xfrm>
            <a:off x="0" y="93663"/>
            <a:ext cx="91440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The textbook derives a different circuit for the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4-to-2 </a:t>
            </a:r>
            <a:r>
              <a:rPr lang="en-US" altLang="en-US" sz="2800" u="sng"/>
              <a:t>priority</a:t>
            </a:r>
            <a:r>
              <a:rPr lang="en-US" altLang="en-US" sz="2800"/>
              <a:t> encoder using a 4-to-2 </a:t>
            </a:r>
            <a:r>
              <a:rPr lang="en-US" altLang="en-US" sz="2800" u="sng"/>
              <a:t>binary</a:t>
            </a:r>
            <a:r>
              <a:rPr lang="en-US" altLang="en-US" sz="2800"/>
              <a:t> encoder</a:t>
            </a:r>
          </a:p>
        </p:txBody>
      </p:sp>
      <p:pic>
        <p:nvPicPr>
          <p:cNvPr id="155651" name="Picture 1" descr="Screen shot 2016-10-12 at 4.02.09 PM.png">
            <a:extLst>
              <a:ext uri="{FF2B5EF4-FFF2-40B4-BE49-F238E27FC236}">
                <a16:creationId xmlns:a16="http://schemas.microsoft.com/office/drawing/2014/main" id="{7D690451-6212-47A0-907F-50A4F7597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225" y="1719263"/>
            <a:ext cx="18383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2" name="Picture 2" descr="Screen shot 2016-10-12 at 4.02.16 PM.png">
            <a:extLst>
              <a:ext uri="{FF2B5EF4-FFF2-40B4-BE49-F238E27FC236}">
                <a16:creationId xmlns:a16="http://schemas.microsoft.com/office/drawing/2014/main" id="{6D9C9C26-5E3F-4AAC-8F1F-A3AA195BE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63" y="1709738"/>
            <a:ext cx="1833562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3" name="Picture 3" descr="Screen shot 2016-10-12 at 4.02.22 PM.png">
            <a:extLst>
              <a:ext uri="{FF2B5EF4-FFF2-40B4-BE49-F238E27FC236}">
                <a16:creationId xmlns:a16="http://schemas.microsoft.com/office/drawing/2014/main" id="{3A9BC152-9D22-4614-AB1D-7939BEE6E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8" y="2933700"/>
            <a:ext cx="26384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3" name="Group 1">
            <a:extLst>
              <a:ext uri="{FF2B5EF4-FFF2-40B4-BE49-F238E27FC236}">
                <a16:creationId xmlns:a16="http://schemas.microsoft.com/office/drawing/2014/main" id="{82B19342-999F-46E8-BF46-25957C892049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1371600"/>
            <a:ext cx="3173412" cy="2073275"/>
            <a:chOff x="2841625" y="1730375"/>
            <a:chExt cx="3173413" cy="2073275"/>
          </a:xfrm>
        </p:grpSpPr>
        <p:sp>
          <p:nvSpPr>
            <p:cNvPr id="156710" name="Line 5">
              <a:extLst>
                <a:ext uri="{FF2B5EF4-FFF2-40B4-BE49-F238E27FC236}">
                  <a16:creationId xmlns:a16="http://schemas.microsoft.com/office/drawing/2014/main" id="{270380D5-42F8-4B4D-983C-EE6808EBC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11" name="Line 6">
              <a:extLst>
                <a:ext uri="{FF2B5EF4-FFF2-40B4-BE49-F238E27FC236}">
                  <a16:creationId xmlns:a16="http://schemas.microsoft.com/office/drawing/2014/main" id="{C47067C5-E4BC-4AAA-9C4A-C05C2E62D4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12" name="Rectangle 7">
              <a:extLst>
                <a:ext uri="{FF2B5EF4-FFF2-40B4-BE49-F238E27FC236}">
                  <a16:creationId xmlns:a16="http://schemas.microsoft.com/office/drawing/2014/main" id="{225788F3-6277-489D-A710-FF03BD2C4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3" name="Rectangle 8">
              <a:extLst>
                <a:ext uri="{FF2B5EF4-FFF2-40B4-BE49-F238E27FC236}">
                  <a16:creationId xmlns:a16="http://schemas.microsoft.com/office/drawing/2014/main" id="{07F05684-667B-4ACE-B120-B75BC2943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4" name="Rectangle 9">
              <a:extLst>
                <a:ext uri="{FF2B5EF4-FFF2-40B4-BE49-F238E27FC236}">
                  <a16:creationId xmlns:a16="http://schemas.microsoft.com/office/drawing/2014/main" id="{964E751B-92A3-4B38-A771-AAFA6A2FC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5" name="Rectangle 10">
              <a:extLst>
                <a:ext uri="{FF2B5EF4-FFF2-40B4-BE49-F238E27FC236}">
                  <a16:creationId xmlns:a16="http://schemas.microsoft.com/office/drawing/2014/main" id="{FDE05B4E-2B5A-4D54-A674-72E662363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6" name="Rectangle 11">
              <a:extLst>
                <a:ext uri="{FF2B5EF4-FFF2-40B4-BE49-F238E27FC236}">
                  <a16:creationId xmlns:a16="http://schemas.microsoft.com/office/drawing/2014/main" id="{D209D2D5-39F2-4181-BE7D-6A001342D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7" name="Rectangle 12">
              <a:extLst>
                <a:ext uri="{FF2B5EF4-FFF2-40B4-BE49-F238E27FC236}">
                  <a16:creationId xmlns:a16="http://schemas.microsoft.com/office/drawing/2014/main" id="{F7400B40-1C09-4C5A-8E50-F5884EBA7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8" name="Rectangle 13">
              <a:extLst>
                <a:ext uri="{FF2B5EF4-FFF2-40B4-BE49-F238E27FC236}">
                  <a16:creationId xmlns:a16="http://schemas.microsoft.com/office/drawing/2014/main" id="{104535A9-4FC2-4DC7-BD0A-1FD50BBB3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19" name="Rectangle 14">
              <a:extLst>
                <a:ext uri="{FF2B5EF4-FFF2-40B4-BE49-F238E27FC236}">
                  <a16:creationId xmlns:a16="http://schemas.microsoft.com/office/drawing/2014/main" id="{583C9F89-7AE4-4BDA-81AE-F37FECC15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0" name="Rectangle 15">
              <a:extLst>
                <a:ext uri="{FF2B5EF4-FFF2-40B4-BE49-F238E27FC236}">
                  <a16:creationId xmlns:a16="http://schemas.microsoft.com/office/drawing/2014/main" id="{4DAC0863-684F-4D75-90C3-7A00407E0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1" name="Rectangle 16">
              <a:extLst>
                <a:ext uri="{FF2B5EF4-FFF2-40B4-BE49-F238E27FC236}">
                  <a16:creationId xmlns:a16="http://schemas.microsoft.com/office/drawing/2014/main" id="{24C9A586-1009-4A54-8AA5-400D1A7A8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2" name="Rectangle 17">
              <a:extLst>
                <a:ext uri="{FF2B5EF4-FFF2-40B4-BE49-F238E27FC236}">
                  <a16:creationId xmlns:a16="http://schemas.microsoft.com/office/drawing/2014/main" id="{449BE769-51BF-4AEE-AC99-476EBE270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3" name="Rectangle 18">
              <a:extLst>
                <a:ext uri="{FF2B5EF4-FFF2-40B4-BE49-F238E27FC236}">
                  <a16:creationId xmlns:a16="http://schemas.microsoft.com/office/drawing/2014/main" id="{BBA59F76-C3AF-410D-94FD-D421F6FA6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4" name="Rectangle 19">
              <a:extLst>
                <a:ext uri="{FF2B5EF4-FFF2-40B4-BE49-F238E27FC236}">
                  <a16:creationId xmlns:a16="http://schemas.microsoft.com/office/drawing/2014/main" id="{DC46CADB-2352-4497-A273-D372B4FCA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5" name="Rectangle 20">
              <a:extLst>
                <a:ext uri="{FF2B5EF4-FFF2-40B4-BE49-F238E27FC236}">
                  <a16:creationId xmlns:a16="http://schemas.microsoft.com/office/drawing/2014/main" id="{975D5C3D-82CC-414C-AD12-B5FA176A6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6" name="Rectangle 21">
              <a:extLst>
                <a:ext uri="{FF2B5EF4-FFF2-40B4-BE49-F238E27FC236}">
                  <a16:creationId xmlns:a16="http://schemas.microsoft.com/office/drawing/2014/main" id="{5A292149-CA4A-4E99-9FF0-79E9C6315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7" name="Rectangle 22">
              <a:extLst>
                <a:ext uri="{FF2B5EF4-FFF2-40B4-BE49-F238E27FC236}">
                  <a16:creationId xmlns:a16="http://schemas.microsoft.com/office/drawing/2014/main" id="{E48E3D5D-F650-4E64-B596-03FFF8DDD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8" name="Rectangle 23">
              <a:extLst>
                <a:ext uri="{FF2B5EF4-FFF2-40B4-BE49-F238E27FC236}">
                  <a16:creationId xmlns:a16="http://schemas.microsoft.com/office/drawing/2014/main" id="{1B898CCC-5F6B-4EEC-B8C0-C211772E0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29" name="Rectangle 24">
              <a:extLst>
                <a:ext uri="{FF2B5EF4-FFF2-40B4-BE49-F238E27FC236}">
                  <a16:creationId xmlns:a16="http://schemas.microsoft.com/office/drawing/2014/main" id="{866981E5-3916-42F7-9B87-F9F13134F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0" name="Rectangle 25">
              <a:extLst>
                <a:ext uri="{FF2B5EF4-FFF2-40B4-BE49-F238E27FC236}">
                  <a16:creationId xmlns:a16="http://schemas.microsoft.com/office/drawing/2014/main" id="{7C1045B4-2213-4756-B066-9C8F261D3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1" name="Rectangle 26">
              <a:extLst>
                <a:ext uri="{FF2B5EF4-FFF2-40B4-BE49-F238E27FC236}">
                  <a16:creationId xmlns:a16="http://schemas.microsoft.com/office/drawing/2014/main" id="{D517F923-90CA-4FA3-AAE8-9E6BAFD9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2" name="Rectangle 27">
              <a:extLst>
                <a:ext uri="{FF2B5EF4-FFF2-40B4-BE49-F238E27FC236}">
                  <a16:creationId xmlns:a16="http://schemas.microsoft.com/office/drawing/2014/main" id="{62841EC2-48B1-4248-AC3B-69ABA38CF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3" name="Rectangle 28">
              <a:extLst>
                <a:ext uri="{FF2B5EF4-FFF2-40B4-BE49-F238E27FC236}">
                  <a16:creationId xmlns:a16="http://schemas.microsoft.com/office/drawing/2014/main" id="{25A8B2FF-FE44-47B8-97C9-5F2963198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4" name="Rectangle 29">
              <a:extLst>
                <a:ext uri="{FF2B5EF4-FFF2-40B4-BE49-F238E27FC236}">
                  <a16:creationId xmlns:a16="http://schemas.microsoft.com/office/drawing/2014/main" id="{0A1BF28B-7BA3-4EB5-8D2B-32133343F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5" name="Rectangle 30">
              <a:extLst>
                <a:ext uri="{FF2B5EF4-FFF2-40B4-BE49-F238E27FC236}">
                  <a16:creationId xmlns:a16="http://schemas.microsoft.com/office/drawing/2014/main" id="{16C7182E-FBF7-4728-B4A0-D16653D75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6" name="Rectangle 31">
              <a:extLst>
                <a:ext uri="{FF2B5EF4-FFF2-40B4-BE49-F238E27FC236}">
                  <a16:creationId xmlns:a16="http://schemas.microsoft.com/office/drawing/2014/main" id="{BE8FA4E9-54C7-40F5-B324-01C20FEF7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7" name="Rectangle 32">
              <a:extLst>
                <a:ext uri="{FF2B5EF4-FFF2-40B4-BE49-F238E27FC236}">
                  <a16:creationId xmlns:a16="http://schemas.microsoft.com/office/drawing/2014/main" id="{A1DF116A-2C4F-4E84-BBB3-50CF8F011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8" name="Rectangle 33">
              <a:extLst>
                <a:ext uri="{FF2B5EF4-FFF2-40B4-BE49-F238E27FC236}">
                  <a16:creationId xmlns:a16="http://schemas.microsoft.com/office/drawing/2014/main" id="{FDC9BE73-0DA5-43DA-84DE-21E94788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39" name="Rectangle 34">
              <a:extLst>
                <a:ext uri="{FF2B5EF4-FFF2-40B4-BE49-F238E27FC236}">
                  <a16:creationId xmlns:a16="http://schemas.microsoft.com/office/drawing/2014/main" id="{5F5F71ED-BEAD-4D86-94F1-779DCCF5F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0" name="Rectangle 35">
              <a:extLst>
                <a:ext uri="{FF2B5EF4-FFF2-40B4-BE49-F238E27FC236}">
                  <a16:creationId xmlns:a16="http://schemas.microsoft.com/office/drawing/2014/main" id="{003E5889-4DD5-4A46-98AF-7EE43B6E6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1" name="Rectangle 36">
              <a:extLst>
                <a:ext uri="{FF2B5EF4-FFF2-40B4-BE49-F238E27FC236}">
                  <a16:creationId xmlns:a16="http://schemas.microsoft.com/office/drawing/2014/main" id="{26939639-96A7-446A-89D3-034EBAE18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2" name="Rectangle 37">
              <a:extLst>
                <a:ext uri="{FF2B5EF4-FFF2-40B4-BE49-F238E27FC236}">
                  <a16:creationId xmlns:a16="http://schemas.microsoft.com/office/drawing/2014/main" id="{0FBA5334-D259-4741-8689-AB01F89ED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3" name="Rectangle 38">
              <a:extLst>
                <a:ext uri="{FF2B5EF4-FFF2-40B4-BE49-F238E27FC236}">
                  <a16:creationId xmlns:a16="http://schemas.microsoft.com/office/drawing/2014/main" id="{1C393AB2-8B3A-4B11-B7D9-7406F5C36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4" name="Rectangle 39">
              <a:extLst>
                <a:ext uri="{FF2B5EF4-FFF2-40B4-BE49-F238E27FC236}">
                  <a16:creationId xmlns:a16="http://schemas.microsoft.com/office/drawing/2014/main" id="{74DDDF89-79CB-4F22-B5FD-FC3AF041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5" name="Rectangle 40">
              <a:extLst>
                <a:ext uri="{FF2B5EF4-FFF2-40B4-BE49-F238E27FC236}">
                  <a16:creationId xmlns:a16="http://schemas.microsoft.com/office/drawing/2014/main" id="{DFE947B2-56BD-4FFB-BF56-E57137CD9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6" name="Rectangle 41">
              <a:extLst>
                <a:ext uri="{FF2B5EF4-FFF2-40B4-BE49-F238E27FC236}">
                  <a16:creationId xmlns:a16="http://schemas.microsoft.com/office/drawing/2014/main" id="{EA403FEE-4110-40DF-9F28-0D9569A31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7" name="Rectangle 42">
              <a:extLst>
                <a:ext uri="{FF2B5EF4-FFF2-40B4-BE49-F238E27FC236}">
                  <a16:creationId xmlns:a16="http://schemas.microsoft.com/office/drawing/2014/main" id="{974F9352-EFA7-44D1-B692-CB159F5CA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8" name="Rectangle 43">
              <a:extLst>
                <a:ext uri="{FF2B5EF4-FFF2-40B4-BE49-F238E27FC236}">
                  <a16:creationId xmlns:a16="http://schemas.microsoft.com/office/drawing/2014/main" id="{3ECF49C2-ED7E-4460-BE01-A3B9F7F0D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49" name="Rectangle 44">
              <a:extLst>
                <a:ext uri="{FF2B5EF4-FFF2-40B4-BE49-F238E27FC236}">
                  <a16:creationId xmlns:a16="http://schemas.microsoft.com/office/drawing/2014/main" id="{0168E4D5-A6B8-4FB7-8606-F31E3BEFE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0" name="Rectangle 45">
              <a:extLst>
                <a:ext uri="{FF2B5EF4-FFF2-40B4-BE49-F238E27FC236}">
                  <a16:creationId xmlns:a16="http://schemas.microsoft.com/office/drawing/2014/main" id="{F0ECC6EC-CA01-4C38-B0C6-C8AF540DD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1" name="Rectangle 46">
              <a:extLst>
                <a:ext uri="{FF2B5EF4-FFF2-40B4-BE49-F238E27FC236}">
                  <a16:creationId xmlns:a16="http://schemas.microsoft.com/office/drawing/2014/main" id="{ABDF6F5E-A91D-484C-876A-695AC0E15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2" name="Rectangle 47">
              <a:extLst>
                <a:ext uri="{FF2B5EF4-FFF2-40B4-BE49-F238E27FC236}">
                  <a16:creationId xmlns:a16="http://schemas.microsoft.com/office/drawing/2014/main" id="{E55EC3D2-A100-4506-B111-3CC148569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3" name="Rectangle 48">
              <a:extLst>
                <a:ext uri="{FF2B5EF4-FFF2-40B4-BE49-F238E27FC236}">
                  <a16:creationId xmlns:a16="http://schemas.microsoft.com/office/drawing/2014/main" id="{8260E964-C2B1-433C-9DEB-7C650CC9B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4" name="Rectangle 49">
              <a:extLst>
                <a:ext uri="{FF2B5EF4-FFF2-40B4-BE49-F238E27FC236}">
                  <a16:creationId xmlns:a16="http://schemas.microsoft.com/office/drawing/2014/main" id="{1677A7EF-A5B1-44E9-BD7E-8BC5DBD09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5" name="Rectangle 50">
              <a:extLst>
                <a:ext uri="{FF2B5EF4-FFF2-40B4-BE49-F238E27FC236}">
                  <a16:creationId xmlns:a16="http://schemas.microsoft.com/office/drawing/2014/main" id="{12F27BD8-E831-4B54-903A-681017918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6" name="Rectangle 51">
              <a:extLst>
                <a:ext uri="{FF2B5EF4-FFF2-40B4-BE49-F238E27FC236}">
                  <a16:creationId xmlns:a16="http://schemas.microsoft.com/office/drawing/2014/main" id="{FE1B16C2-7006-4D6D-B8EA-BB0014A0C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7" name="Rectangle 52">
              <a:extLst>
                <a:ext uri="{FF2B5EF4-FFF2-40B4-BE49-F238E27FC236}">
                  <a16:creationId xmlns:a16="http://schemas.microsoft.com/office/drawing/2014/main" id="{C551CB7C-FBEB-4C3E-895A-1999AFB07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8" name="Rectangle 53">
              <a:extLst>
                <a:ext uri="{FF2B5EF4-FFF2-40B4-BE49-F238E27FC236}">
                  <a16:creationId xmlns:a16="http://schemas.microsoft.com/office/drawing/2014/main" id="{1360DAAD-8168-4597-803D-F9EA1C203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759" name="Rectangle 54">
              <a:extLst>
                <a:ext uri="{FF2B5EF4-FFF2-40B4-BE49-F238E27FC236}">
                  <a16:creationId xmlns:a16="http://schemas.microsoft.com/office/drawing/2014/main" id="{A32B811B-D261-4EB5-9459-2B8BADFBA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56674" name="Title 1">
            <a:extLst>
              <a:ext uri="{FF2B5EF4-FFF2-40B4-BE49-F238E27FC236}">
                <a16:creationId xmlns:a16="http://schemas.microsoft.com/office/drawing/2014/main" id="{9DBBBAC6-49FB-4CBB-A407-0CA4B6079477}"/>
              </a:ext>
            </a:extLst>
          </p:cNvPr>
          <p:cNvSpPr txBox="1">
            <a:spLocks/>
          </p:cNvSpPr>
          <p:nvPr/>
        </p:nvSpPr>
        <p:spPr bwMode="auto">
          <a:xfrm>
            <a:off x="0" y="93663"/>
            <a:ext cx="91440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The textbook derives a different circuit for the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4-to-2 </a:t>
            </a:r>
            <a:r>
              <a:rPr lang="en-US" altLang="en-US" sz="2800" u="sng"/>
              <a:t>priority</a:t>
            </a:r>
            <a:r>
              <a:rPr lang="en-US" altLang="en-US" sz="2800"/>
              <a:t> encoder using a 4-to-2 </a:t>
            </a:r>
            <a:r>
              <a:rPr lang="en-US" altLang="en-US" sz="2800" u="sng"/>
              <a:t>binary</a:t>
            </a:r>
            <a:r>
              <a:rPr lang="en-US" altLang="en-US" sz="2800"/>
              <a:t> encoder</a:t>
            </a:r>
          </a:p>
        </p:txBody>
      </p:sp>
      <p:pic>
        <p:nvPicPr>
          <p:cNvPr id="156675" name="Picture 1" descr="Screen shot 2016-10-12 at 4.02.09 PM.png">
            <a:extLst>
              <a:ext uri="{FF2B5EF4-FFF2-40B4-BE49-F238E27FC236}">
                <a16:creationId xmlns:a16="http://schemas.microsoft.com/office/drawing/2014/main" id="{09E9D4F3-453A-4385-A0DE-FDF87BA3B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225" y="1719263"/>
            <a:ext cx="18383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6" name="Picture 2" descr="Screen shot 2016-10-12 at 4.02.16 PM.png">
            <a:extLst>
              <a:ext uri="{FF2B5EF4-FFF2-40B4-BE49-F238E27FC236}">
                <a16:creationId xmlns:a16="http://schemas.microsoft.com/office/drawing/2014/main" id="{B8A93EDA-A384-4E9B-814F-3883DC3A2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63" y="1709738"/>
            <a:ext cx="1833562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7" name="Picture 3" descr="Screen shot 2016-10-12 at 4.02.22 PM.png">
            <a:extLst>
              <a:ext uri="{FF2B5EF4-FFF2-40B4-BE49-F238E27FC236}">
                <a16:creationId xmlns:a16="http://schemas.microsoft.com/office/drawing/2014/main" id="{6A1D7D22-6A47-4183-A513-7AF805FB4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8" y="2933700"/>
            <a:ext cx="26384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6678" name="Group 57">
            <a:extLst>
              <a:ext uri="{FF2B5EF4-FFF2-40B4-BE49-F238E27FC236}">
                <a16:creationId xmlns:a16="http://schemas.microsoft.com/office/drawing/2014/main" id="{AF3544A9-CD34-4024-946A-DC1790DC1ACA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792538"/>
            <a:ext cx="3922713" cy="1957387"/>
            <a:chOff x="2495550" y="3189288"/>
            <a:chExt cx="3922713" cy="1957387"/>
          </a:xfrm>
        </p:grpSpPr>
        <p:sp>
          <p:nvSpPr>
            <p:cNvPr id="156679" name="Rectangle 95">
              <a:extLst>
                <a:ext uri="{FF2B5EF4-FFF2-40B4-BE49-F238E27FC236}">
                  <a16:creationId xmlns:a16="http://schemas.microsoft.com/office/drawing/2014/main" id="{0A021926-0727-4F7B-AB29-C777BA01B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654425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80" name="Rectangle 96">
              <a:extLst>
                <a:ext uri="{FF2B5EF4-FFF2-40B4-BE49-F238E27FC236}">
                  <a16:creationId xmlns:a16="http://schemas.microsoft.com/office/drawing/2014/main" id="{E054A755-00AC-4D8B-A61A-229FEC06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3759200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81" name="Rectangle 97">
              <a:extLst>
                <a:ext uri="{FF2B5EF4-FFF2-40B4-BE49-F238E27FC236}">
                  <a16:creationId xmlns:a16="http://schemas.microsoft.com/office/drawing/2014/main" id="{42516DD8-2712-45C4-A2B1-8BB9ADD2C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189288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82" name="Line 98">
              <a:extLst>
                <a:ext uri="{FF2B5EF4-FFF2-40B4-BE49-F238E27FC236}">
                  <a16:creationId xmlns:a16="http://schemas.microsoft.com/office/drawing/2014/main" id="{E2544386-5AB8-41D1-B439-D8E0F691C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3332163"/>
              <a:ext cx="8477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83" name="Freeform 99">
              <a:extLst>
                <a:ext uri="{FF2B5EF4-FFF2-40B4-BE49-F238E27FC236}">
                  <a16:creationId xmlns:a16="http://schemas.microsoft.com/office/drawing/2014/main" id="{570945C8-3C6C-4DEE-98EF-E1D213AAD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313" y="4957763"/>
              <a:ext cx="46037" cy="46037"/>
            </a:xfrm>
            <a:custGeom>
              <a:avLst/>
              <a:gdLst>
                <a:gd name="T0" fmla="*/ 2147483646 w 58"/>
                <a:gd name="T1" fmla="*/ 0 h 57"/>
                <a:gd name="T2" fmla="*/ 2147483646 w 58"/>
                <a:gd name="T3" fmla="*/ 2147483646 h 57"/>
                <a:gd name="T4" fmla="*/ 2147483646 w 58"/>
                <a:gd name="T5" fmla="*/ 2147483646 h 57"/>
                <a:gd name="T6" fmla="*/ 2147483646 w 58"/>
                <a:gd name="T7" fmla="*/ 2147483646 h 57"/>
                <a:gd name="T8" fmla="*/ 2147483646 w 58"/>
                <a:gd name="T9" fmla="*/ 2147483646 h 57"/>
                <a:gd name="T10" fmla="*/ 2147483646 w 58"/>
                <a:gd name="T11" fmla="*/ 2147483646 h 57"/>
                <a:gd name="T12" fmla="*/ 2147483646 w 58"/>
                <a:gd name="T13" fmla="*/ 2147483646 h 57"/>
                <a:gd name="T14" fmla="*/ 2147483646 w 58"/>
                <a:gd name="T15" fmla="*/ 2147483646 h 57"/>
                <a:gd name="T16" fmla="*/ 2147483646 w 58"/>
                <a:gd name="T17" fmla="*/ 2147483646 h 57"/>
                <a:gd name="T18" fmla="*/ 0 w 58"/>
                <a:gd name="T19" fmla="*/ 2147483646 h 57"/>
                <a:gd name="T20" fmla="*/ 0 w 58"/>
                <a:gd name="T21" fmla="*/ 2147483646 h 57"/>
                <a:gd name="T22" fmla="*/ 0 w 58"/>
                <a:gd name="T23" fmla="*/ 2147483646 h 57"/>
                <a:gd name="T24" fmla="*/ 0 w 58"/>
                <a:gd name="T25" fmla="*/ 2147483646 h 57"/>
                <a:gd name="T26" fmla="*/ 2147483646 w 58"/>
                <a:gd name="T27" fmla="*/ 2147483646 h 57"/>
                <a:gd name="T28" fmla="*/ 2147483646 w 58"/>
                <a:gd name="T29" fmla="*/ 2147483646 h 57"/>
                <a:gd name="T30" fmla="*/ 2147483646 w 58"/>
                <a:gd name="T31" fmla="*/ 2147483646 h 57"/>
                <a:gd name="T32" fmla="*/ 2147483646 w 58"/>
                <a:gd name="T33" fmla="*/ 2147483646 h 57"/>
                <a:gd name="T34" fmla="*/ 2147483646 w 58"/>
                <a:gd name="T35" fmla="*/ 2147483646 h 57"/>
                <a:gd name="T36" fmla="*/ 2147483646 w 58"/>
                <a:gd name="T37" fmla="*/ 2147483646 h 57"/>
                <a:gd name="T38" fmla="*/ 2147483646 w 58"/>
                <a:gd name="T39" fmla="*/ 2147483646 h 57"/>
                <a:gd name="T40" fmla="*/ 2147483646 w 58"/>
                <a:gd name="T41" fmla="*/ 2147483646 h 57"/>
                <a:gd name="T42" fmla="*/ 2147483646 w 58"/>
                <a:gd name="T43" fmla="*/ 2147483646 h 57"/>
                <a:gd name="T44" fmla="*/ 2147483646 w 58"/>
                <a:gd name="T45" fmla="*/ 2147483646 h 57"/>
                <a:gd name="T46" fmla="*/ 2147483646 w 58"/>
                <a:gd name="T47" fmla="*/ 2147483646 h 57"/>
                <a:gd name="T48" fmla="*/ 2147483646 w 58"/>
                <a:gd name="T49" fmla="*/ 2147483646 h 57"/>
                <a:gd name="T50" fmla="*/ 2147483646 w 58"/>
                <a:gd name="T51" fmla="*/ 2147483646 h 57"/>
                <a:gd name="T52" fmla="*/ 2147483646 w 58"/>
                <a:gd name="T53" fmla="*/ 2147483646 h 57"/>
                <a:gd name="T54" fmla="*/ 2147483646 w 58"/>
                <a:gd name="T55" fmla="*/ 2147483646 h 57"/>
                <a:gd name="T56" fmla="*/ 2147483646 w 58"/>
                <a:gd name="T57" fmla="*/ 2147483646 h 57"/>
                <a:gd name="T58" fmla="*/ 2147483646 w 58"/>
                <a:gd name="T59" fmla="*/ 2147483646 h 57"/>
                <a:gd name="T60" fmla="*/ 2147483646 w 58"/>
                <a:gd name="T61" fmla="*/ 2147483646 h 57"/>
                <a:gd name="T62" fmla="*/ 2147483646 w 58"/>
                <a:gd name="T63" fmla="*/ 2147483646 h 57"/>
                <a:gd name="T64" fmla="*/ 2147483646 w 58"/>
                <a:gd name="T65" fmla="*/ 2147483646 h 57"/>
                <a:gd name="T66" fmla="*/ 2147483646 w 58"/>
                <a:gd name="T67" fmla="*/ 2147483646 h 57"/>
                <a:gd name="T68" fmla="*/ 2147483646 w 58"/>
                <a:gd name="T69" fmla="*/ 2147483646 h 57"/>
                <a:gd name="T70" fmla="*/ 2147483646 w 58"/>
                <a:gd name="T71" fmla="*/ 2147483646 h 57"/>
                <a:gd name="T72" fmla="*/ 2147483646 w 58"/>
                <a:gd name="T73" fmla="*/ 2147483646 h 57"/>
                <a:gd name="T74" fmla="*/ 2147483646 w 58"/>
                <a:gd name="T75" fmla="*/ 2147483646 h 57"/>
                <a:gd name="T76" fmla="*/ 2147483646 w 58"/>
                <a:gd name="T77" fmla="*/ 2147483646 h 57"/>
                <a:gd name="T78" fmla="*/ 2147483646 w 58"/>
                <a:gd name="T79" fmla="*/ 2147483646 h 57"/>
                <a:gd name="T80" fmla="*/ 2147483646 w 58"/>
                <a:gd name="T81" fmla="*/ 2147483646 h 57"/>
                <a:gd name="T82" fmla="*/ 2147483646 w 58"/>
                <a:gd name="T83" fmla="*/ 2147483646 h 57"/>
                <a:gd name="T84" fmla="*/ 2147483646 w 58"/>
                <a:gd name="T85" fmla="*/ 2147483646 h 57"/>
                <a:gd name="T86" fmla="*/ 2147483646 w 58"/>
                <a:gd name="T87" fmla="*/ 0 h 57"/>
                <a:gd name="T88" fmla="*/ 2147483646 w 58"/>
                <a:gd name="T89" fmla="*/ 2147483646 h 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8"/>
                <a:gd name="T136" fmla="*/ 0 h 57"/>
                <a:gd name="T137" fmla="*/ 58 w 58"/>
                <a:gd name="T138" fmla="*/ 57 h 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8" h="57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10" y="50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3"/>
                  </a:lnTo>
                  <a:lnTo>
                    <a:pt x="14" y="53"/>
                  </a:lnTo>
                  <a:lnTo>
                    <a:pt x="16" y="54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7"/>
                  </a:lnTo>
                  <a:lnTo>
                    <a:pt x="23" y="57"/>
                  </a:lnTo>
                  <a:lnTo>
                    <a:pt x="24" y="57"/>
                  </a:lnTo>
                  <a:lnTo>
                    <a:pt x="26" y="57"/>
                  </a:lnTo>
                  <a:lnTo>
                    <a:pt x="27" y="57"/>
                  </a:lnTo>
                  <a:lnTo>
                    <a:pt x="29" y="57"/>
                  </a:lnTo>
                  <a:lnTo>
                    <a:pt x="30" y="57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5" y="57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6"/>
                  </a:lnTo>
                  <a:lnTo>
                    <a:pt x="42" y="54"/>
                  </a:lnTo>
                  <a:lnTo>
                    <a:pt x="43" y="54"/>
                  </a:lnTo>
                  <a:lnTo>
                    <a:pt x="43" y="53"/>
                  </a:lnTo>
                  <a:lnTo>
                    <a:pt x="45" y="53"/>
                  </a:lnTo>
                  <a:lnTo>
                    <a:pt x="46" y="51"/>
                  </a:lnTo>
                  <a:lnTo>
                    <a:pt x="48" y="51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50" y="49"/>
                  </a:lnTo>
                  <a:lnTo>
                    <a:pt x="52" y="47"/>
                  </a:lnTo>
                  <a:lnTo>
                    <a:pt x="52" y="46"/>
                  </a:lnTo>
                  <a:lnTo>
                    <a:pt x="53" y="44"/>
                  </a:lnTo>
                  <a:lnTo>
                    <a:pt x="55" y="43"/>
                  </a:lnTo>
                  <a:lnTo>
                    <a:pt x="55" y="41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7"/>
                  </a:lnTo>
                  <a:lnTo>
                    <a:pt x="56" y="36"/>
                  </a:lnTo>
                  <a:lnTo>
                    <a:pt x="58" y="34"/>
                  </a:lnTo>
                  <a:lnTo>
                    <a:pt x="58" y="33"/>
                  </a:lnTo>
                  <a:lnTo>
                    <a:pt x="58" y="31"/>
                  </a:lnTo>
                  <a:lnTo>
                    <a:pt x="58" y="30"/>
                  </a:lnTo>
                  <a:lnTo>
                    <a:pt x="58" y="28"/>
                  </a:lnTo>
                  <a:lnTo>
                    <a:pt x="58" y="27"/>
                  </a:lnTo>
                  <a:lnTo>
                    <a:pt x="58" y="26"/>
                  </a:lnTo>
                  <a:lnTo>
                    <a:pt x="58" y="24"/>
                  </a:lnTo>
                  <a:lnTo>
                    <a:pt x="58" y="23"/>
                  </a:lnTo>
                  <a:lnTo>
                    <a:pt x="56" y="21"/>
                  </a:lnTo>
                  <a:lnTo>
                    <a:pt x="56" y="20"/>
                  </a:lnTo>
                  <a:lnTo>
                    <a:pt x="56" y="18"/>
                  </a:lnTo>
                  <a:lnTo>
                    <a:pt x="56" y="17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3" y="14"/>
                  </a:lnTo>
                  <a:lnTo>
                    <a:pt x="53" y="13"/>
                  </a:lnTo>
                  <a:lnTo>
                    <a:pt x="52" y="11"/>
                  </a:lnTo>
                  <a:lnTo>
                    <a:pt x="50" y="10"/>
                  </a:lnTo>
                  <a:lnTo>
                    <a:pt x="49" y="8"/>
                  </a:lnTo>
                  <a:lnTo>
                    <a:pt x="49" y="7"/>
                  </a:lnTo>
                  <a:lnTo>
                    <a:pt x="48" y="7"/>
                  </a:lnTo>
                  <a:lnTo>
                    <a:pt x="46" y="5"/>
                  </a:lnTo>
                  <a:lnTo>
                    <a:pt x="45" y="5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84" name="Freeform 100">
              <a:extLst>
                <a:ext uri="{FF2B5EF4-FFF2-40B4-BE49-F238E27FC236}">
                  <a16:creationId xmlns:a16="http://schemas.microsoft.com/office/drawing/2014/main" id="{F813A20F-395D-4A1F-83F2-8E6CCE109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838" y="4945063"/>
              <a:ext cx="55562" cy="55562"/>
            </a:xfrm>
            <a:custGeom>
              <a:avLst/>
              <a:gdLst>
                <a:gd name="T0" fmla="*/ 2147483646 w 71"/>
                <a:gd name="T1" fmla="*/ 0 h 71"/>
                <a:gd name="T2" fmla="*/ 2147483646 w 71"/>
                <a:gd name="T3" fmla="*/ 2147483646 h 71"/>
                <a:gd name="T4" fmla="*/ 2147483646 w 71"/>
                <a:gd name="T5" fmla="*/ 2147483646 h 71"/>
                <a:gd name="T6" fmla="*/ 2147483646 w 71"/>
                <a:gd name="T7" fmla="*/ 2147483646 h 71"/>
                <a:gd name="T8" fmla="*/ 2147483646 w 71"/>
                <a:gd name="T9" fmla="*/ 2147483646 h 71"/>
                <a:gd name="T10" fmla="*/ 2147483646 w 71"/>
                <a:gd name="T11" fmla="*/ 2147483646 h 71"/>
                <a:gd name="T12" fmla="*/ 2147483646 w 71"/>
                <a:gd name="T13" fmla="*/ 2147483646 h 71"/>
                <a:gd name="T14" fmla="*/ 2147483646 w 71"/>
                <a:gd name="T15" fmla="*/ 2147483646 h 71"/>
                <a:gd name="T16" fmla="*/ 2147483646 w 71"/>
                <a:gd name="T17" fmla="*/ 2147483646 h 71"/>
                <a:gd name="T18" fmla="*/ 0 w 71"/>
                <a:gd name="T19" fmla="*/ 2147483646 h 71"/>
                <a:gd name="T20" fmla="*/ 0 w 71"/>
                <a:gd name="T21" fmla="*/ 2147483646 h 71"/>
                <a:gd name="T22" fmla="*/ 0 w 71"/>
                <a:gd name="T23" fmla="*/ 2147483646 h 71"/>
                <a:gd name="T24" fmla="*/ 2147483646 w 71"/>
                <a:gd name="T25" fmla="*/ 2147483646 h 71"/>
                <a:gd name="T26" fmla="*/ 2147483646 w 71"/>
                <a:gd name="T27" fmla="*/ 2147483646 h 71"/>
                <a:gd name="T28" fmla="*/ 2147483646 w 71"/>
                <a:gd name="T29" fmla="*/ 2147483646 h 71"/>
                <a:gd name="T30" fmla="*/ 2147483646 w 71"/>
                <a:gd name="T31" fmla="*/ 2147483646 h 71"/>
                <a:gd name="T32" fmla="*/ 2147483646 w 71"/>
                <a:gd name="T33" fmla="*/ 2147483646 h 71"/>
                <a:gd name="T34" fmla="*/ 2147483646 w 71"/>
                <a:gd name="T35" fmla="*/ 2147483646 h 71"/>
                <a:gd name="T36" fmla="*/ 2147483646 w 71"/>
                <a:gd name="T37" fmla="*/ 2147483646 h 71"/>
                <a:gd name="T38" fmla="*/ 2147483646 w 71"/>
                <a:gd name="T39" fmla="*/ 2147483646 h 71"/>
                <a:gd name="T40" fmla="*/ 2147483646 w 71"/>
                <a:gd name="T41" fmla="*/ 2147483646 h 71"/>
                <a:gd name="T42" fmla="*/ 2147483646 w 71"/>
                <a:gd name="T43" fmla="*/ 2147483646 h 71"/>
                <a:gd name="T44" fmla="*/ 2147483646 w 71"/>
                <a:gd name="T45" fmla="*/ 2147483646 h 71"/>
                <a:gd name="T46" fmla="*/ 2147483646 w 71"/>
                <a:gd name="T47" fmla="*/ 2147483646 h 71"/>
                <a:gd name="T48" fmla="*/ 2147483646 w 71"/>
                <a:gd name="T49" fmla="*/ 2147483646 h 71"/>
                <a:gd name="T50" fmla="*/ 2147483646 w 71"/>
                <a:gd name="T51" fmla="*/ 2147483646 h 71"/>
                <a:gd name="T52" fmla="*/ 2147483646 w 71"/>
                <a:gd name="T53" fmla="*/ 2147483646 h 71"/>
                <a:gd name="T54" fmla="*/ 2147483646 w 71"/>
                <a:gd name="T55" fmla="*/ 2147483646 h 71"/>
                <a:gd name="T56" fmla="*/ 2147483646 w 71"/>
                <a:gd name="T57" fmla="*/ 2147483646 h 71"/>
                <a:gd name="T58" fmla="*/ 2147483646 w 71"/>
                <a:gd name="T59" fmla="*/ 2147483646 h 71"/>
                <a:gd name="T60" fmla="*/ 2147483646 w 71"/>
                <a:gd name="T61" fmla="*/ 2147483646 h 71"/>
                <a:gd name="T62" fmla="*/ 2147483646 w 71"/>
                <a:gd name="T63" fmla="*/ 2147483646 h 71"/>
                <a:gd name="T64" fmla="*/ 2147483646 w 71"/>
                <a:gd name="T65" fmla="*/ 2147483646 h 71"/>
                <a:gd name="T66" fmla="*/ 2147483646 w 71"/>
                <a:gd name="T67" fmla="*/ 2147483646 h 71"/>
                <a:gd name="T68" fmla="*/ 2147483646 w 71"/>
                <a:gd name="T69" fmla="*/ 2147483646 h 71"/>
                <a:gd name="T70" fmla="*/ 2147483646 w 71"/>
                <a:gd name="T71" fmla="*/ 2147483646 h 71"/>
                <a:gd name="T72" fmla="*/ 2147483646 w 71"/>
                <a:gd name="T73" fmla="*/ 2147483646 h 71"/>
                <a:gd name="T74" fmla="*/ 2147483646 w 71"/>
                <a:gd name="T75" fmla="*/ 2147483646 h 71"/>
                <a:gd name="T76" fmla="*/ 2147483646 w 71"/>
                <a:gd name="T77" fmla="*/ 2147483646 h 71"/>
                <a:gd name="T78" fmla="*/ 2147483646 w 71"/>
                <a:gd name="T79" fmla="*/ 2147483646 h 71"/>
                <a:gd name="T80" fmla="*/ 2147483646 w 71"/>
                <a:gd name="T81" fmla="*/ 2147483646 h 71"/>
                <a:gd name="T82" fmla="*/ 2147483646 w 71"/>
                <a:gd name="T83" fmla="*/ 2147483646 h 71"/>
                <a:gd name="T84" fmla="*/ 2147483646 w 71"/>
                <a:gd name="T85" fmla="*/ 0 h 71"/>
                <a:gd name="T86" fmla="*/ 2147483646 w 71"/>
                <a:gd name="T87" fmla="*/ 0 h 7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1"/>
                <a:gd name="T134" fmla="*/ 71 w 71"/>
                <a:gd name="T135" fmla="*/ 71 h 7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1">
                  <a:moveTo>
                    <a:pt x="35" y="0"/>
                  </a:moveTo>
                  <a:lnTo>
                    <a:pt x="34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1" y="10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6" y="16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2" y="45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55"/>
                  </a:lnTo>
                  <a:lnTo>
                    <a:pt x="8" y="57"/>
                  </a:lnTo>
                  <a:lnTo>
                    <a:pt x="8" y="58"/>
                  </a:lnTo>
                  <a:lnTo>
                    <a:pt x="9" y="59"/>
                  </a:lnTo>
                  <a:lnTo>
                    <a:pt x="11" y="61"/>
                  </a:lnTo>
                  <a:lnTo>
                    <a:pt x="12" y="61"/>
                  </a:lnTo>
                  <a:lnTo>
                    <a:pt x="13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7"/>
                  </a:lnTo>
                  <a:lnTo>
                    <a:pt x="21" y="67"/>
                  </a:lnTo>
                  <a:lnTo>
                    <a:pt x="22" y="68"/>
                  </a:lnTo>
                  <a:lnTo>
                    <a:pt x="24" y="68"/>
                  </a:lnTo>
                  <a:lnTo>
                    <a:pt x="25" y="69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4" y="71"/>
                  </a:lnTo>
                  <a:lnTo>
                    <a:pt x="35" y="71"/>
                  </a:lnTo>
                  <a:lnTo>
                    <a:pt x="38" y="71"/>
                  </a:lnTo>
                  <a:lnTo>
                    <a:pt x="39" y="71"/>
                  </a:lnTo>
                  <a:lnTo>
                    <a:pt x="41" y="71"/>
                  </a:lnTo>
                  <a:lnTo>
                    <a:pt x="42" y="69"/>
                  </a:lnTo>
                  <a:lnTo>
                    <a:pt x="44" y="69"/>
                  </a:lnTo>
                  <a:lnTo>
                    <a:pt x="47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7"/>
                  </a:lnTo>
                  <a:lnTo>
                    <a:pt x="52" y="67"/>
                  </a:lnTo>
                  <a:lnTo>
                    <a:pt x="54" y="65"/>
                  </a:lnTo>
                  <a:lnTo>
                    <a:pt x="55" y="65"/>
                  </a:lnTo>
                  <a:lnTo>
                    <a:pt x="57" y="64"/>
                  </a:lnTo>
                  <a:lnTo>
                    <a:pt x="58" y="62"/>
                  </a:lnTo>
                  <a:lnTo>
                    <a:pt x="60" y="61"/>
                  </a:lnTo>
                  <a:lnTo>
                    <a:pt x="61" y="61"/>
                  </a:lnTo>
                  <a:lnTo>
                    <a:pt x="61" y="59"/>
                  </a:lnTo>
                  <a:lnTo>
                    <a:pt x="62" y="58"/>
                  </a:lnTo>
                  <a:lnTo>
                    <a:pt x="64" y="57"/>
                  </a:lnTo>
                  <a:lnTo>
                    <a:pt x="65" y="55"/>
                  </a:lnTo>
                  <a:lnTo>
                    <a:pt x="65" y="54"/>
                  </a:lnTo>
                  <a:lnTo>
                    <a:pt x="67" y="52"/>
                  </a:lnTo>
                  <a:lnTo>
                    <a:pt x="67" y="51"/>
                  </a:lnTo>
                  <a:lnTo>
                    <a:pt x="68" y="49"/>
                  </a:lnTo>
                  <a:lnTo>
                    <a:pt x="68" y="48"/>
                  </a:lnTo>
                  <a:lnTo>
                    <a:pt x="70" y="46"/>
                  </a:lnTo>
                  <a:lnTo>
                    <a:pt x="70" y="45"/>
                  </a:lnTo>
                  <a:lnTo>
                    <a:pt x="70" y="42"/>
                  </a:lnTo>
                  <a:lnTo>
                    <a:pt x="70" y="41"/>
                  </a:lnTo>
                  <a:lnTo>
                    <a:pt x="71" y="39"/>
                  </a:lnTo>
                  <a:lnTo>
                    <a:pt x="71" y="38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0" y="31"/>
                  </a:lnTo>
                  <a:lnTo>
                    <a:pt x="70" y="29"/>
                  </a:lnTo>
                  <a:lnTo>
                    <a:pt x="70" y="26"/>
                  </a:lnTo>
                  <a:lnTo>
                    <a:pt x="70" y="25"/>
                  </a:lnTo>
                  <a:lnTo>
                    <a:pt x="68" y="23"/>
                  </a:lnTo>
                  <a:lnTo>
                    <a:pt x="68" y="22"/>
                  </a:lnTo>
                  <a:lnTo>
                    <a:pt x="67" y="20"/>
                  </a:lnTo>
                  <a:lnTo>
                    <a:pt x="67" y="19"/>
                  </a:lnTo>
                  <a:lnTo>
                    <a:pt x="65" y="18"/>
                  </a:lnTo>
                  <a:lnTo>
                    <a:pt x="65" y="16"/>
                  </a:lnTo>
                  <a:lnTo>
                    <a:pt x="64" y="15"/>
                  </a:lnTo>
                  <a:lnTo>
                    <a:pt x="62" y="13"/>
                  </a:lnTo>
                  <a:lnTo>
                    <a:pt x="61" y="12"/>
                  </a:lnTo>
                  <a:lnTo>
                    <a:pt x="61" y="10"/>
                  </a:lnTo>
                  <a:lnTo>
                    <a:pt x="60" y="9"/>
                  </a:lnTo>
                  <a:lnTo>
                    <a:pt x="58" y="9"/>
                  </a:lnTo>
                  <a:lnTo>
                    <a:pt x="57" y="7"/>
                  </a:lnTo>
                  <a:lnTo>
                    <a:pt x="55" y="6"/>
                  </a:lnTo>
                  <a:lnTo>
                    <a:pt x="54" y="6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1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85" name="Rectangle 101">
              <a:extLst>
                <a:ext uri="{FF2B5EF4-FFF2-40B4-BE49-F238E27FC236}">
                  <a16:creationId xmlns:a16="http://schemas.microsoft.com/office/drawing/2014/main" id="{AEDDDA8D-FD40-4640-9EF1-466EA8D09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3294063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86" name="Rectangle 124">
              <a:extLst>
                <a:ext uri="{FF2B5EF4-FFF2-40B4-BE49-F238E27FC236}">
                  <a16:creationId xmlns:a16="http://schemas.microsoft.com/office/drawing/2014/main" id="{1C6D23AF-08EB-4A06-87B8-310CD1E8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38" y="3778250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87" name="Line 125">
              <a:extLst>
                <a:ext uri="{FF2B5EF4-FFF2-40B4-BE49-F238E27FC236}">
                  <a16:creationId xmlns:a16="http://schemas.microsoft.com/office/drawing/2014/main" id="{C194EE3F-4736-4C91-9A9E-8DEEE0D33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5100" y="3903663"/>
              <a:ext cx="7318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88" name="Freeform 126">
              <a:extLst>
                <a:ext uri="{FF2B5EF4-FFF2-40B4-BE49-F238E27FC236}">
                  <a16:creationId xmlns:a16="http://schemas.microsoft.com/office/drawing/2014/main" id="{B86E7039-A415-47DC-986C-514F3B8A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3641725"/>
              <a:ext cx="684213" cy="273050"/>
            </a:xfrm>
            <a:custGeom>
              <a:avLst/>
              <a:gdLst>
                <a:gd name="T0" fmla="*/ 2147483646 w 861"/>
                <a:gd name="T1" fmla="*/ 0 h 343"/>
                <a:gd name="T2" fmla="*/ 2147483646 w 861"/>
                <a:gd name="T3" fmla="*/ 0 h 343"/>
                <a:gd name="T4" fmla="*/ 2147483646 w 861"/>
                <a:gd name="T5" fmla="*/ 0 h 343"/>
                <a:gd name="T6" fmla="*/ 2147483646 w 861"/>
                <a:gd name="T7" fmla="*/ 2147483646 h 343"/>
                <a:gd name="T8" fmla="*/ 2147483646 w 861"/>
                <a:gd name="T9" fmla="*/ 2147483646 h 343"/>
                <a:gd name="T10" fmla="*/ 2147483646 w 861"/>
                <a:gd name="T11" fmla="*/ 2147483646 h 343"/>
                <a:gd name="T12" fmla="*/ 2147483646 w 861"/>
                <a:gd name="T13" fmla="*/ 2147483646 h 343"/>
                <a:gd name="T14" fmla="*/ 2147483646 w 861"/>
                <a:gd name="T15" fmla="*/ 2147483646 h 343"/>
                <a:gd name="T16" fmla="*/ 2147483646 w 861"/>
                <a:gd name="T17" fmla="*/ 2147483646 h 343"/>
                <a:gd name="T18" fmla="*/ 2147483646 w 861"/>
                <a:gd name="T19" fmla="*/ 2147483646 h 343"/>
                <a:gd name="T20" fmla="*/ 2147483646 w 861"/>
                <a:gd name="T21" fmla="*/ 2147483646 h 343"/>
                <a:gd name="T22" fmla="*/ 2147483646 w 861"/>
                <a:gd name="T23" fmla="*/ 2147483646 h 343"/>
                <a:gd name="T24" fmla="*/ 2147483646 w 861"/>
                <a:gd name="T25" fmla="*/ 2147483646 h 343"/>
                <a:gd name="T26" fmla="*/ 2147483646 w 861"/>
                <a:gd name="T27" fmla="*/ 2147483646 h 343"/>
                <a:gd name="T28" fmla="*/ 2147483646 w 861"/>
                <a:gd name="T29" fmla="*/ 2147483646 h 343"/>
                <a:gd name="T30" fmla="*/ 2147483646 w 861"/>
                <a:gd name="T31" fmla="*/ 2147483646 h 343"/>
                <a:gd name="T32" fmla="*/ 2147483646 w 861"/>
                <a:gd name="T33" fmla="*/ 2147483646 h 343"/>
                <a:gd name="T34" fmla="*/ 2147483646 w 861"/>
                <a:gd name="T35" fmla="*/ 2147483646 h 343"/>
                <a:gd name="T36" fmla="*/ 2147483646 w 861"/>
                <a:gd name="T37" fmla="*/ 2147483646 h 343"/>
                <a:gd name="T38" fmla="*/ 2147483646 w 861"/>
                <a:gd name="T39" fmla="*/ 2147483646 h 343"/>
                <a:gd name="T40" fmla="*/ 2147483646 w 861"/>
                <a:gd name="T41" fmla="*/ 2147483646 h 343"/>
                <a:gd name="T42" fmla="*/ 2147483646 w 861"/>
                <a:gd name="T43" fmla="*/ 2147483646 h 343"/>
                <a:gd name="T44" fmla="*/ 2147483646 w 861"/>
                <a:gd name="T45" fmla="*/ 2147483646 h 343"/>
                <a:gd name="T46" fmla="*/ 2147483646 w 861"/>
                <a:gd name="T47" fmla="*/ 2147483646 h 343"/>
                <a:gd name="T48" fmla="*/ 2147483646 w 861"/>
                <a:gd name="T49" fmla="*/ 2147483646 h 343"/>
                <a:gd name="T50" fmla="*/ 2147483646 w 861"/>
                <a:gd name="T51" fmla="*/ 2147483646 h 343"/>
                <a:gd name="T52" fmla="*/ 2147483646 w 861"/>
                <a:gd name="T53" fmla="*/ 2147483646 h 343"/>
                <a:gd name="T54" fmla="*/ 2147483646 w 861"/>
                <a:gd name="T55" fmla="*/ 2147483646 h 343"/>
                <a:gd name="T56" fmla="*/ 2147483646 w 861"/>
                <a:gd name="T57" fmla="*/ 2147483646 h 343"/>
                <a:gd name="T58" fmla="*/ 2147483646 w 861"/>
                <a:gd name="T59" fmla="*/ 2147483646 h 343"/>
                <a:gd name="T60" fmla="*/ 2147483646 w 861"/>
                <a:gd name="T61" fmla="*/ 2147483646 h 343"/>
                <a:gd name="T62" fmla="*/ 2147483646 w 861"/>
                <a:gd name="T63" fmla="*/ 2147483646 h 343"/>
                <a:gd name="T64" fmla="*/ 2147483646 w 861"/>
                <a:gd name="T65" fmla="*/ 2147483646 h 343"/>
                <a:gd name="T66" fmla="*/ 2147483646 w 861"/>
                <a:gd name="T67" fmla="*/ 2147483646 h 343"/>
                <a:gd name="T68" fmla="*/ 2147483646 w 861"/>
                <a:gd name="T69" fmla="*/ 2147483646 h 343"/>
                <a:gd name="T70" fmla="*/ 2147483646 w 861"/>
                <a:gd name="T71" fmla="*/ 2147483646 h 343"/>
                <a:gd name="T72" fmla="*/ 2147483646 w 861"/>
                <a:gd name="T73" fmla="*/ 2147483646 h 343"/>
                <a:gd name="T74" fmla="*/ 2147483646 w 861"/>
                <a:gd name="T75" fmla="*/ 2147483646 h 343"/>
                <a:gd name="T76" fmla="*/ 2147483646 w 861"/>
                <a:gd name="T77" fmla="*/ 2147483646 h 343"/>
                <a:gd name="T78" fmla="*/ 2147483646 w 861"/>
                <a:gd name="T79" fmla="*/ 2147483646 h 343"/>
                <a:gd name="T80" fmla="*/ 2147483646 w 861"/>
                <a:gd name="T81" fmla="*/ 2147483646 h 343"/>
                <a:gd name="T82" fmla="*/ 2147483646 w 861"/>
                <a:gd name="T83" fmla="*/ 2147483646 h 343"/>
                <a:gd name="T84" fmla="*/ 2147483646 w 861"/>
                <a:gd name="T85" fmla="*/ 2147483646 h 343"/>
                <a:gd name="T86" fmla="*/ 2147483646 w 861"/>
                <a:gd name="T87" fmla="*/ 2147483646 h 343"/>
                <a:gd name="T88" fmla="*/ 2147483646 w 861"/>
                <a:gd name="T89" fmla="*/ 2147483646 h 343"/>
                <a:gd name="T90" fmla="*/ 2147483646 w 861"/>
                <a:gd name="T91" fmla="*/ 2147483646 h 343"/>
                <a:gd name="T92" fmla="*/ 2147483646 w 861"/>
                <a:gd name="T93" fmla="*/ 2147483646 h 343"/>
                <a:gd name="T94" fmla="*/ 2147483646 w 861"/>
                <a:gd name="T95" fmla="*/ 2147483646 h 343"/>
                <a:gd name="T96" fmla="*/ 2147483646 w 861"/>
                <a:gd name="T97" fmla="*/ 2147483646 h 343"/>
                <a:gd name="T98" fmla="*/ 2147483646 w 861"/>
                <a:gd name="T99" fmla="*/ 2147483646 h 343"/>
                <a:gd name="T100" fmla="*/ 2147483646 w 861"/>
                <a:gd name="T101" fmla="*/ 2147483646 h 343"/>
                <a:gd name="T102" fmla="*/ 2147483646 w 861"/>
                <a:gd name="T103" fmla="*/ 2147483646 h 343"/>
                <a:gd name="T104" fmla="*/ 2147483646 w 861"/>
                <a:gd name="T105" fmla="*/ 2147483646 h 343"/>
                <a:gd name="T106" fmla="*/ 2147483646 w 861"/>
                <a:gd name="T107" fmla="*/ 2147483646 h 343"/>
                <a:gd name="T108" fmla="*/ 2147483646 w 861"/>
                <a:gd name="T109" fmla="*/ 2147483646 h 343"/>
                <a:gd name="T110" fmla="*/ 2147483646 w 861"/>
                <a:gd name="T111" fmla="*/ 2147483646 h 343"/>
                <a:gd name="T112" fmla="*/ 2147483646 w 861"/>
                <a:gd name="T113" fmla="*/ 2147483646 h 343"/>
                <a:gd name="T114" fmla="*/ 2147483646 w 861"/>
                <a:gd name="T115" fmla="*/ 2147483646 h 343"/>
                <a:gd name="T116" fmla="*/ 2147483646 w 861"/>
                <a:gd name="T117" fmla="*/ 2147483646 h 343"/>
                <a:gd name="T118" fmla="*/ 2147483646 w 861"/>
                <a:gd name="T119" fmla="*/ 2147483646 h 343"/>
                <a:gd name="T120" fmla="*/ 2147483646 w 861"/>
                <a:gd name="T121" fmla="*/ 2147483646 h 34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3"/>
                <a:gd name="T185" fmla="*/ 861 w 861"/>
                <a:gd name="T186" fmla="*/ 343 h 34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3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4" y="0"/>
                  </a:lnTo>
                  <a:lnTo>
                    <a:pt x="167" y="0"/>
                  </a:lnTo>
                  <a:lnTo>
                    <a:pt x="189" y="0"/>
                  </a:lnTo>
                  <a:lnTo>
                    <a:pt x="209" y="0"/>
                  </a:lnTo>
                  <a:lnTo>
                    <a:pt x="228" y="0"/>
                  </a:lnTo>
                  <a:lnTo>
                    <a:pt x="245" y="0"/>
                  </a:lnTo>
                  <a:lnTo>
                    <a:pt x="261" y="0"/>
                  </a:lnTo>
                  <a:lnTo>
                    <a:pt x="275" y="0"/>
                  </a:lnTo>
                  <a:lnTo>
                    <a:pt x="288" y="0"/>
                  </a:lnTo>
                  <a:lnTo>
                    <a:pt x="300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29" y="0"/>
                  </a:lnTo>
                  <a:lnTo>
                    <a:pt x="336" y="0"/>
                  </a:lnTo>
                  <a:lnTo>
                    <a:pt x="343" y="0"/>
                  </a:lnTo>
                  <a:lnTo>
                    <a:pt x="349" y="0"/>
                  </a:lnTo>
                  <a:lnTo>
                    <a:pt x="355" y="0"/>
                  </a:lnTo>
                  <a:lnTo>
                    <a:pt x="359" y="0"/>
                  </a:lnTo>
                  <a:lnTo>
                    <a:pt x="363" y="0"/>
                  </a:lnTo>
                  <a:lnTo>
                    <a:pt x="368" y="1"/>
                  </a:lnTo>
                  <a:lnTo>
                    <a:pt x="370" y="1"/>
                  </a:lnTo>
                  <a:lnTo>
                    <a:pt x="373" y="1"/>
                  </a:lnTo>
                  <a:lnTo>
                    <a:pt x="376" y="1"/>
                  </a:lnTo>
                  <a:lnTo>
                    <a:pt x="379" y="1"/>
                  </a:lnTo>
                  <a:lnTo>
                    <a:pt x="381" y="1"/>
                  </a:lnTo>
                  <a:lnTo>
                    <a:pt x="383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1" y="1"/>
                  </a:lnTo>
                  <a:lnTo>
                    <a:pt x="392" y="1"/>
                  </a:ln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401" y="2"/>
                  </a:lnTo>
                  <a:lnTo>
                    <a:pt x="402" y="2"/>
                  </a:lnTo>
                  <a:lnTo>
                    <a:pt x="404" y="2"/>
                  </a:lnTo>
                  <a:lnTo>
                    <a:pt x="405" y="2"/>
                  </a:lnTo>
                  <a:lnTo>
                    <a:pt x="407" y="2"/>
                  </a:lnTo>
                  <a:lnTo>
                    <a:pt x="408" y="2"/>
                  </a:lnTo>
                  <a:lnTo>
                    <a:pt x="409" y="2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4" y="4"/>
                  </a:lnTo>
                  <a:lnTo>
                    <a:pt x="415" y="4"/>
                  </a:lnTo>
                  <a:lnTo>
                    <a:pt x="417" y="4"/>
                  </a:lnTo>
                  <a:lnTo>
                    <a:pt x="418" y="4"/>
                  </a:lnTo>
                  <a:lnTo>
                    <a:pt x="419" y="4"/>
                  </a:lnTo>
                  <a:lnTo>
                    <a:pt x="421" y="4"/>
                  </a:lnTo>
                  <a:lnTo>
                    <a:pt x="422" y="4"/>
                  </a:lnTo>
                  <a:lnTo>
                    <a:pt x="424" y="5"/>
                  </a:lnTo>
                  <a:lnTo>
                    <a:pt x="425" y="5"/>
                  </a:lnTo>
                  <a:lnTo>
                    <a:pt x="428" y="5"/>
                  </a:lnTo>
                  <a:lnTo>
                    <a:pt x="430" y="5"/>
                  </a:lnTo>
                  <a:lnTo>
                    <a:pt x="431" y="5"/>
                  </a:lnTo>
                  <a:lnTo>
                    <a:pt x="432" y="5"/>
                  </a:lnTo>
                  <a:lnTo>
                    <a:pt x="435" y="7"/>
                  </a:lnTo>
                  <a:lnTo>
                    <a:pt x="437" y="7"/>
                  </a:lnTo>
                  <a:lnTo>
                    <a:pt x="440" y="7"/>
                  </a:lnTo>
                  <a:lnTo>
                    <a:pt x="441" y="7"/>
                  </a:lnTo>
                  <a:lnTo>
                    <a:pt x="444" y="7"/>
                  </a:lnTo>
                  <a:lnTo>
                    <a:pt x="445" y="8"/>
                  </a:lnTo>
                  <a:lnTo>
                    <a:pt x="448" y="8"/>
                  </a:lnTo>
                  <a:lnTo>
                    <a:pt x="450" y="8"/>
                  </a:lnTo>
                  <a:lnTo>
                    <a:pt x="451" y="8"/>
                  </a:lnTo>
                  <a:lnTo>
                    <a:pt x="453" y="8"/>
                  </a:lnTo>
                  <a:lnTo>
                    <a:pt x="454" y="10"/>
                  </a:lnTo>
                  <a:lnTo>
                    <a:pt x="456" y="10"/>
                  </a:lnTo>
                  <a:lnTo>
                    <a:pt x="457" y="10"/>
                  </a:lnTo>
                  <a:lnTo>
                    <a:pt x="458" y="10"/>
                  </a:lnTo>
                  <a:lnTo>
                    <a:pt x="460" y="10"/>
                  </a:lnTo>
                  <a:lnTo>
                    <a:pt x="461" y="11"/>
                  </a:lnTo>
                  <a:lnTo>
                    <a:pt x="463" y="11"/>
                  </a:lnTo>
                  <a:lnTo>
                    <a:pt x="464" y="11"/>
                  </a:lnTo>
                  <a:lnTo>
                    <a:pt x="466" y="11"/>
                  </a:lnTo>
                  <a:lnTo>
                    <a:pt x="467" y="13"/>
                  </a:lnTo>
                  <a:lnTo>
                    <a:pt x="469" y="13"/>
                  </a:lnTo>
                  <a:lnTo>
                    <a:pt x="470" y="13"/>
                  </a:lnTo>
                  <a:lnTo>
                    <a:pt x="471" y="13"/>
                  </a:lnTo>
                  <a:lnTo>
                    <a:pt x="473" y="14"/>
                  </a:lnTo>
                  <a:lnTo>
                    <a:pt x="474" y="14"/>
                  </a:lnTo>
                  <a:lnTo>
                    <a:pt x="476" y="14"/>
                  </a:lnTo>
                  <a:lnTo>
                    <a:pt x="479" y="15"/>
                  </a:lnTo>
                  <a:lnTo>
                    <a:pt x="480" y="15"/>
                  </a:lnTo>
                  <a:lnTo>
                    <a:pt x="482" y="15"/>
                  </a:lnTo>
                  <a:lnTo>
                    <a:pt x="484" y="17"/>
                  </a:lnTo>
                  <a:lnTo>
                    <a:pt x="486" y="17"/>
                  </a:lnTo>
                  <a:lnTo>
                    <a:pt x="489" y="18"/>
                  </a:lnTo>
                  <a:lnTo>
                    <a:pt x="490" y="18"/>
                  </a:lnTo>
                  <a:lnTo>
                    <a:pt x="493" y="20"/>
                  </a:lnTo>
                  <a:lnTo>
                    <a:pt x="496" y="20"/>
                  </a:lnTo>
                  <a:lnTo>
                    <a:pt x="499" y="21"/>
                  </a:lnTo>
                  <a:lnTo>
                    <a:pt x="500" y="21"/>
                  </a:lnTo>
                  <a:lnTo>
                    <a:pt x="503" y="23"/>
                  </a:lnTo>
                  <a:lnTo>
                    <a:pt x="505" y="23"/>
                  </a:lnTo>
                  <a:lnTo>
                    <a:pt x="508" y="24"/>
                  </a:lnTo>
                  <a:lnTo>
                    <a:pt x="509" y="24"/>
                  </a:lnTo>
                  <a:lnTo>
                    <a:pt x="510" y="26"/>
                  </a:lnTo>
                  <a:lnTo>
                    <a:pt x="512" y="26"/>
                  </a:lnTo>
                  <a:lnTo>
                    <a:pt x="513" y="26"/>
                  </a:lnTo>
                  <a:lnTo>
                    <a:pt x="515" y="27"/>
                  </a:lnTo>
                  <a:lnTo>
                    <a:pt x="516" y="27"/>
                  </a:lnTo>
                  <a:lnTo>
                    <a:pt x="518" y="27"/>
                  </a:lnTo>
                  <a:lnTo>
                    <a:pt x="519" y="28"/>
                  </a:lnTo>
                  <a:lnTo>
                    <a:pt x="520" y="28"/>
                  </a:lnTo>
                  <a:lnTo>
                    <a:pt x="522" y="28"/>
                  </a:lnTo>
                  <a:lnTo>
                    <a:pt x="523" y="30"/>
                  </a:lnTo>
                  <a:lnTo>
                    <a:pt x="525" y="30"/>
                  </a:lnTo>
                  <a:lnTo>
                    <a:pt x="526" y="30"/>
                  </a:lnTo>
                  <a:lnTo>
                    <a:pt x="526" y="31"/>
                  </a:lnTo>
                  <a:lnTo>
                    <a:pt x="528" y="31"/>
                  </a:lnTo>
                  <a:lnTo>
                    <a:pt x="529" y="33"/>
                  </a:lnTo>
                  <a:lnTo>
                    <a:pt x="531" y="33"/>
                  </a:lnTo>
                  <a:lnTo>
                    <a:pt x="532" y="34"/>
                  </a:lnTo>
                  <a:lnTo>
                    <a:pt x="533" y="34"/>
                  </a:lnTo>
                  <a:lnTo>
                    <a:pt x="535" y="36"/>
                  </a:lnTo>
                  <a:lnTo>
                    <a:pt x="538" y="36"/>
                  </a:lnTo>
                  <a:lnTo>
                    <a:pt x="539" y="37"/>
                  </a:lnTo>
                  <a:lnTo>
                    <a:pt x="541" y="39"/>
                  </a:lnTo>
                  <a:lnTo>
                    <a:pt x="544" y="39"/>
                  </a:lnTo>
                  <a:lnTo>
                    <a:pt x="545" y="40"/>
                  </a:lnTo>
                  <a:lnTo>
                    <a:pt x="548" y="41"/>
                  </a:lnTo>
                  <a:lnTo>
                    <a:pt x="549" y="43"/>
                  </a:lnTo>
                  <a:lnTo>
                    <a:pt x="552" y="43"/>
                  </a:lnTo>
                  <a:lnTo>
                    <a:pt x="554" y="44"/>
                  </a:lnTo>
                  <a:lnTo>
                    <a:pt x="557" y="46"/>
                  </a:lnTo>
                  <a:lnTo>
                    <a:pt x="558" y="46"/>
                  </a:lnTo>
                  <a:lnTo>
                    <a:pt x="559" y="47"/>
                  </a:lnTo>
                  <a:lnTo>
                    <a:pt x="561" y="49"/>
                  </a:lnTo>
                  <a:lnTo>
                    <a:pt x="562" y="49"/>
                  </a:lnTo>
                  <a:lnTo>
                    <a:pt x="564" y="50"/>
                  </a:lnTo>
                  <a:lnTo>
                    <a:pt x="565" y="50"/>
                  </a:lnTo>
                  <a:lnTo>
                    <a:pt x="567" y="50"/>
                  </a:lnTo>
                  <a:lnTo>
                    <a:pt x="568" y="51"/>
                  </a:lnTo>
                  <a:lnTo>
                    <a:pt x="570" y="51"/>
                  </a:lnTo>
                  <a:lnTo>
                    <a:pt x="570" y="53"/>
                  </a:lnTo>
                  <a:lnTo>
                    <a:pt x="571" y="53"/>
                  </a:lnTo>
                  <a:lnTo>
                    <a:pt x="572" y="54"/>
                  </a:lnTo>
                  <a:lnTo>
                    <a:pt x="574" y="54"/>
                  </a:lnTo>
                  <a:lnTo>
                    <a:pt x="575" y="54"/>
                  </a:lnTo>
                  <a:lnTo>
                    <a:pt x="575" y="56"/>
                  </a:lnTo>
                  <a:lnTo>
                    <a:pt x="577" y="56"/>
                  </a:lnTo>
                  <a:lnTo>
                    <a:pt x="578" y="57"/>
                  </a:lnTo>
                  <a:lnTo>
                    <a:pt x="580" y="57"/>
                  </a:lnTo>
                  <a:lnTo>
                    <a:pt x="581" y="59"/>
                  </a:lnTo>
                  <a:lnTo>
                    <a:pt x="583" y="59"/>
                  </a:lnTo>
                  <a:lnTo>
                    <a:pt x="584" y="60"/>
                  </a:lnTo>
                  <a:lnTo>
                    <a:pt x="585" y="60"/>
                  </a:lnTo>
                  <a:lnTo>
                    <a:pt x="587" y="62"/>
                  </a:lnTo>
                  <a:lnTo>
                    <a:pt x="588" y="62"/>
                  </a:lnTo>
                  <a:lnTo>
                    <a:pt x="590" y="63"/>
                  </a:lnTo>
                  <a:lnTo>
                    <a:pt x="591" y="64"/>
                  </a:lnTo>
                  <a:lnTo>
                    <a:pt x="593" y="64"/>
                  </a:lnTo>
                  <a:lnTo>
                    <a:pt x="596" y="66"/>
                  </a:lnTo>
                  <a:lnTo>
                    <a:pt x="597" y="67"/>
                  </a:lnTo>
                  <a:lnTo>
                    <a:pt x="600" y="69"/>
                  </a:lnTo>
                  <a:lnTo>
                    <a:pt x="601" y="69"/>
                  </a:lnTo>
                  <a:lnTo>
                    <a:pt x="603" y="70"/>
                  </a:lnTo>
                  <a:lnTo>
                    <a:pt x="604" y="72"/>
                  </a:lnTo>
                  <a:lnTo>
                    <a:pt x="606" y="72"/>
                  </a:lnTo>
                  <a:lnTo>
                    <a:pt x="607" y="73"/>
                  </a:lnTo>
                  <a:lnTo>
                    <a:pt x="608" y="73"/>
                  </a:lnTo>
                  <a:lnTo>
                    <a:pt x="610" y="75"/>
                  </a:lnTo>
                  <a:lnTo>
                    <a:pt x="611" y="75"/>
                  </a:lnTo>
                  <a:lnTo>
                    <a:pt x="613" y="76"/>
                  </a:lnTo>
                  <a:lnTo>
                    <a:pt x="614" y="77"/>
                  </a:lnTo>
                  <a:lnTo>
                    <a:pt x="616" y="77"/>
                  </a:lnTo>
                  <a:lnTo>
                    <a:pt x="616" y="79"/>
                  </a:lnTo>
                  <a:lnTo>
                    <a:pt x="617" y="79"/>
                  </a:lnTo>
                  <a:lnTo>
                    <a:pt x="619" y="79"/>
                  </a:lnTo>
                  <a:lnTo>
                    <a:pt x="619" y="80"/>
                  </a:lnTo>
                  <a:lnTo>
                    <a:pt x="620" y="80"/>
                  </a:lnTo>
                  <a:lnTo>
                    <a:pt x="621" y="82"/>
                  </a:lnTo>
                  <a:lnTo>
                    <a:pt x="623" y="82"/>
                  </a:lnTo>
                  <a:lnTo>
                    <a:pt x="624" y="83"/>
                  </a:lnTo>
                  <a:lnTo>
                    <a:pt x="626" y="83"/>
                  </a:lnTo>
                  <a:lnTo>
                    <a:pt x="626" y="85"/>
                  </a:lnTo>
                  <a:lnTo>
                    <a:pt x="627" y="85"/>
                  </a:lnTo>
                  <a:lnTo>
                    <a:pt x="629" y="86"/>
                  </a:lnTo>
                  <a:lnTo>
                    <a:pt x="630" y="88"/>
                  </a:lnTo>
                  <a:lnTo>
                    <a:pt x="632" y="88"/>
                  </a:lnTo>
                  <a:lnTo>
                    <a:pt x="633" y="89"/>
                  </a:lnTo>
                  <a:lnTo>
                    <a:pt x="634" y="89"/>
                  </a:lnTo>
                  <a:lnTo>
                    <a:pt x="636" y="90"/>
                  </a:lnTo>
                  <a:lnTo>
                    <a:pt x="637" y="92"/>
                  </a:lnTo>
                  <a:lnTo>
                    <a:pt x="639" y="93"/>
                  </a:lnTo>
                  <a:lnTo>
                    <a:pt x="640" y="93"/>
                  </a:lnTo>
                  <a:lnTo>
                    <a:pt x="642" y="95"/>
                  </a:lnTo>
                  <a:lnTo>
                    <a:pt x="643" y="95"/>
                  </a:lnTo>
                  <a:lnTo>
                    <a:pt x="645" y="96"/>
                  </a:lnTo>
                  <a:lnTo>
                    <a:pt x="646" y="96"/>
                  </a:lnTo>
                  <a:lnTo>
                    <a:pt x="646" y="98"/>
                  </a:lnTo>
                  <a:lnTo>
                    <a:pt x="647" y="98"/>
                  </a:lnTo>
                  <a:lnTo>
                    <a:pt x="649" y="99"/>
                  </a:lnTo>
                  <a:lnTo>
                    <a:pt x="650" y="101"/>
                  </a:lnTo>
                  <a:lnTo>
                    <a:pt x="652" y="101"/>
                  </a:lnTo>
                  <a:lnTo>
                    <a:pt x="653" y="102"/>
                  </a:lnTo>
                  <a:lnTo>
                    <a:pt x="655" y="102"/>
                  </a:lnTo>
                  <a:lnTo>
                    <a:pt x="655" y="103"/>
                  </a:lnTo>
                  <a:lnTo>
                    <a:pt x="656" y="105"/>
                  </a:lnTo>
                  <a:lnTo>
                    <a:pt x="658" y="105"/>
                  </a:lnTo>
                  <a:lnTo>
                    <a:pt x="658" y="106"/>
                  </a:lnTo>
                  <a:lnTo>
                    <a:pt x="659" y="106"/>
                  </a:lnTo>
                  <a:lnTo>
                    <a:pt x="660" y="106"/>
                  </a:lnTo>
                  <a:lnTo>
                    <a:pt x="660" y="108"/>
                  </a:lnTo>
                  <a:lnTo>
                    <a:pt x="662" y="108"/>
                  </a:lnTo>
                  <a:lnTo>
                    <a:pt x="662" y="109"/>
                  </a:lnTo>
                  <a:lnTo>
                    <a:pt x="663" y="109"/>
                  </a:lnTo>
                  <a:lnTo>
                    <a:pt x="665" y="111"/>
                  </a:lnTo>
                  <a:lnTo>
                    <a:pt x="665" y="112"/>
                  </a:lnTo>
                  <a:lnTo>
                    <a:pt x="666" y="112"/>
                  </a:lnTo>
                  <a:lnTo>
                    <a:pt x="668" y="114"/>
                  </a:lnTo>
                  <a:lnTo>
                    <a:pt x="669" y="114"/>
                  </a:lnTo>
                  <a:lnTo>
                    <a:pt x="671" y="115"/>
                  </a:lnTo>
                  <a:lnTo>
                    <a:pt x="672" y="116"/>
                  </a:lnTo>
                  <a:lnTo>
                    <a:pt x="673" y="118"/>
                  </a:lnTo>
                  <a:lnTo>
                    <a:pt x="675" y="118"/>
                  </a:lnTo>
                  <a:lnTo>
                    <a:pt x="675" y="119"/>
                  </a:lnTo>
                  <a:lnTo>
                    <a:pt x="676" y="119"/>
                  </a:lnTo>
                  <a:lnTo>
                    <a:pt x="676" y="121"/>
                  </a:lnTo>
                  <a:lnTo>
                    <a:pt x="678" y="121"/>
                  </a:lnTo>
                  <a:lnTo>
                    <a:pt x="679" y="122"/>
                  </a:lnTo>
                  <a:lnTo>
                    <a:pt x="681" y="122"/>
                  </a:lnTo>
                  <a:lnTo>
                    <a:pt x="681" y="124"/>
                  </a:lnTo>
                  <a:lnTo>
                    <a:pt x="682" y="124"/>
                  </a:lnTo>
                  <a:lnTo>
                    <a:pt x="684" y="125"/>
                  </a:lnTo>
                  <a:lnTo>
                    <a:pt x="685" y="125"/>
                  </a:lnTo>
                  <a:lnTo>
                    <a:pt x="685" y="127"/>
                  </a:lnTo>
                  <a:lnTo>
                    <a:pt x="686" y="127"/>
                  </a:lnTo>
                  <a:lnTo>
                    <a:pt x="686" y="128"/>
                  </a:lnTo>
                  <a:lnTo>
                    <a:pt x="688" y="128"/>
                  </a:lnTo>
                  <a:lnTo>
                    <a:pt x="689" y="129"/>
                  </a:lnTo>
                  <a:lnTo>
                    <a:pt x="691" y="129"/>
                  </a:lnTo>
                  <a:lnTo>
                    <a:pt x="691" y="131"/>
                  </a:lnTo>
                  <a:lnTo>
                    <a:pt x="692" y="131"/>
                  </a:lnTo>
                  <a:lnTo>
                    <a:pt x="694" y="132"/>
                  </a:lnTo>
                  <a:lnTo>
                    <a:pt x="695" y="134"/>
                  </a:lnTo>
                  <a:lnTo>
                    <a:pt x="697" y="134"/>
                  </a:lnTo>
                  <a:lnTo>
                    <a:pt x="698" y="135"/>
                  </a:lnTo>
                  <a:lnTo>
                    <a:pt x="699" y="137"/>
                  </a:lnTo>
                  <a:lnTo>
                    <a:pt x="701" y="137"/>
                  </a:lnTo>
                  <a:lnTo>
                    <a:pt x="701" y="138"/>
                  </a:lnTo>
                  <a:lnTo>
                    <a:pt x="702" y="138"/>
                  </a:lnTo>
                  <a:lnTo>
                    <a:pt x="704" y="140"/>
                  </a:lnTo>
                  <a:lnTo>
                    <a:pt x="705" y="140"/>
                  </a:lnTo>
                  <a:lnTo>
                    <a:pt x="705" y="141"/>
                  </a:lnTo>
                  <a:lnTo>
                    <a:pt x="707" y="141"/>
                  </a:lnTo>
                  <a:lnTo>
                    <a:pt x="707" y="142"/>
                  </a:lnTo>
                  <a:lnTo>
                    <a:pt x="708" y="142"/>
                  </a:lnTo>
                  <a:lnTo>
                    <a:pt x="709" y="144"/>
                  </a:lnTo>
                  <a:lnTo>
                    <a:pt x="711" y="145"/>
                  </a:lnTo>
                  <a:lnTo>
                    <a:pt x="712" y="147"/>
                  </a:lnTo>
                  <a:lnTo>
                    <a:pt x="714" y="148"/>
                  </a:lnTo>
                  <a:lnTo>
                    <a:pt x="715" y="150"/>
                  </a:lnTo>
                  <a:lnTo>
                    <a:pt x="717" y="151"/>
                  </a:lnTo>
                  <a:lnTo>
                    <a:pt x="717" y="153"/>
                  </a:lnTo>
                  <a:lnTo>
                    <a:pt x="718" y="153"/>
                  </a:lnTo>
                  <a:lnTo>
                    <a:pt x="720" y="154"/>
                  </a:lnTo>
                  <a:lnTo>
                    <a:pt x="721" y="155"/>
                  </a:lnTo>
                  <a:lnTo>
                    <a:pt x="722" y="157"/>
                  </a:lnTo>
                  <a:lnTo>
                    <a:pt x="724" y="158"/>
                  </a:lnTo>
                  <a:lnTo>
                    <a:pt x="725" y="160"/>
                  </a:lnTo>
                  <a:lnTo>
                    <a:pt x="727" y="161"/>
                  </a:lnTo>
                  <a:lnTo>
                    <a:pt x="727" y="163"/>
                  </a:lnTo>
                  <a:lnTo>
                    <a:pt x="728" y="164"/>
                  </a:lnTo>
                  <a:lnTo>
                    <a:pt x="730" y="165"/>
                  </a:lnTo>
                  <a:lnTo>
                    <a:pt x="731" y="165"/>
                  </a:lnTo>
                  <a:lnTo>
                    <a:pt x="731" y="167"/>
                  </a:lnTo>
                  <a:lnTo>
                    <a:pt x="733" y="168"/>
                  </a:lnTo>
                  <a:lnTo>
                    <a:pt x="734" y="168"/>
                  </a:lnTo>
                  <a:lnTo>
                    <a:pt x="734" y="170"/>
                  </a:lnTo>
                  <a:lnTo>
                    <a:pt x="735" y="171"/>
                  </a:lnTo>
                  <a:lnTo>
                    <a:pt x="737" y="173"/>
                  </a:lnTo>
                  <a:lnTo>
                    <a:pt x="738" y="174"/>
                  </a:lnTo>
                  <a:lnTo>
                    <a:pt x="740" y="176"/>
                  </a:lnTo>
                  <a:lnTo>
                    <a:pt x="741" y="177"/>
                  </a:lnTo>
                  <a:lnTo>
                    <a:pt x="741" y="178"/>
                  </a:lnTo>
                  <a:lnTo>
                    <a:pt x="743" y="178"/>
                  </a:lnTo>
                  <a:lnTo>
                    <a:pt x="743" y="180"/>
                  </a:lnTo>
                  <a:lnTo>
                    <a:pt x="744" y="181"/>
                  </a:lnTo>
                  <a:lnTo>
                    <a:pt x="746" y="183"/>
                  </a:lnTo>
                  <a:lnTo>
                    <a:pt x="747" y="184"/>
                  </a:lnTo>
                  <a:lnTo>
                    <a:pt x="748" y="186"/>
                  </a:lnTo>
                  <a:lnTo>
                    <a:pt x="750" y="187"/>
                  </a:lnTo>
                  <a:lnTo>
                    <a:pt x="751" y="189"/>
                  </a:lnTo>
                  <a:lnTo>
                    <a:pt x="753" y="190"/>
                  </a:lnTo>
                  <a:lnTo>
                    <a:pt x="754" y="193"/>
                  </a:lnTo>
                  <a:lnTo>
                    <a:pt x="756" y="194"/>
                  </a:lnTo>
                  <a:lnTo>
                    <a:pt x="757" y="196"/>
                  </a:lnTo>
                  <a:lnTo>
                    <a:pt x="759" y="199"/>
                  </a:lnTo>
                  <a:lnTo>
                    <a:pt x="760" y="200"/>
                  </a:lnTo>
                  <a:lnTo>
                    <a:pt x="761" y="202"/>
                  </a:lnTo>
                  <a:lnTo>
                    <a:pt x="763" y="203"/>
                  </a:lnTo>
                  <a:lnTo>
                    <a:pt x="764" y="204"/>
                  </a:lnTo>
                  <a:lnTo>
                    <a:pt x="766" y="206"/>
                  </a:lnTo>
                  <a:lnTo>
                    <a:pt x="766" y="207"/>
                  </a:lnTo>
                  <a:lnTo>
                    <a:pt x="767" y="209"/>
                  </a:lnTo>
                  <a:lnTo>
                    <a:pt x="769" y="210"/>
                  </a:lnTo>
                  <a:lnTo>
                    <a:pt x="770" y="212"/>
                  </a:lnTo>
                  <a:lnTo>
                    <a:pt x="770" y="213"/>
                  </a:lnTo>
                  <a:lnTo>
                    <a:pt x="772" y="215"/>
                  </a:lnTo>
                  <a:lnTo>
                    <a:pt x="773" y="216"/>
                  </a:lnTo>
                  <a:lnTo>
                    <a:pt x="774" y="217"/>
                  </a:lnTo>
                  <a:lnTo>
                    <a:pt x="774" y="219"/>
                  </a:lnTo>
                  <a:lnTo>
                    <a:pt x="776" y="219"/>
                  </a:lnTo>
                  <a:lnTo>
                    <a:pt x="776" y="220"/>
                  </a:lnTo>
                  <a:lnTo>
                    <a:pt x="777" y="222"/>
                  </a:lnTo>
                  <a:lnTo>
                    <a:pt x="779" y="223"/>
                  </a:lnTo>
                  <a:lnTo>
                    <a:pt x="779" y="225"/>
                  </a:lnTo>
                  <a:lnTo>
                    <a:pt x="780" y="225"/>
                  </a:lnTo>
                  <a:lnTo>
                    <a:pt x="782" y="226"/>
                  </a:lnTo>
                  <a:lnTo>
                    <a:pt x="782" y="228"/>
                  </a:lnTo>
                  <a:lnTo>
                    <a:pt x="783" y="229"/>
                  </a:lnTo>
                  <a:lnTo>
                    <a:pt x="785" y="232"/>
                  </a:lnTo>
                  <a:lnTo>
                    <a:pt x="786" y="233"/>
                  </a:lnTo>
                  <a:lnTo>
                    <a:pt x="787" y="235"/>
                  </a:lnTo>
                  <a:lnTo>
                    <a:pt x="789" y="236"/>
                  </a:lnTo>
                  <a:lnTo>
                    <a:pt x="790" y="239"/>
                  </a:lnTo>
                  <a:lnTo>
                    <a:pt x="792" y="241"/>
                  </a:lnTo>
                  <a:lnTo>
                    <a:pt x="793" y="243"/>
                  </a:lnTo>
                  <a:lnTo>
                    <a:pt x="795" y="245"/>
                  </a:lnTo>
                  <a:lnTo>
                    <a:pt x="796" y="248"/>
                  </a:lnTo>
                  <a:lnTo>
                    <a:pt x="798" y="249"/>
                  </a:lnTo>
                  <a:lnTo>
                    <a:pt x="799" y="252"/>
                  </a:lnTo>
                  <a:lnTo>
                    <a:pt x="800" y="254"/>
                  </a:lnTo>
                  <a:lnTo>
                    <a:pt x="802" y="255"/>
                  </a:lnTo>
                  <a:lnTo>
                    <a:pt x="802" y="256"/>
                  </a:lnTo>
                  <a:lnTo>
                    <a:pt x="803" y="258"/>
                  </a:lnTo>
                  <a:lnTo>
                    <a:pt x="805" y="259"/>
                  </a:lnTo>
                  <a:lnTo>
                    <a:pt x="806" y="261"/>
                  </a:lnTo>
                  <a:lnTo>
                    <a:pt x="806" y="262"/>
                  </a:lnTo>
                  <a:lnTo>
                    <a:pt x="808" y="264"/>
                  </a:lnTo>
                  <a:lnTo>
                    <a:pt x="809" y="265"/>
                  </a:lnTo>
                  <a:lnTo>
                    <a:pt x="809" y="266"/>
                  </a:lnTo>
                  <a:lnTo>
                    <a:pt x="810" y="268"/>
                  </a:lnTo>
                  <a:lnTo>
                    <a:pt x="812" y="269"/>
                  </a:lnTo>
                  <a:lnTo>
                    <a:pt x="813" y="271"/>
                  </a:lnTo>
                  <a:lnTo>
                    <a:pt x="813" y="272"/>
                  </a:lnTo>
                  <a:lnTo>
                    <a:pt x="815" y="274"/>
                  </a:lnTo>
                  <a:lnTo>
                    <a:pt x="815" y="275"/>
                  </a:lnTo>
                  <a:lnTo>
                    <a:pt x="816" y="277"/>
                  </a:lnTo>
                  <a:lnTo>
                    <a:pt x="818" y="278"/>
                  </a:lnTo>
                  <a:lnTo>
                    <a:pt x="819" y="279"/>
                  </a:lnTo>
                  <a:lnTo>
                    <a:pt x="819" y="281"/>
                  </a:lnTo>
                  <a:lnTo>
                    <a:pt x="821" y="282"/>
                  </a:lnTo>
                  <a:lnTo>
                    <a:pt x="822" y="284"/>
                  </a:lnTo>
                  <a:lnTo>
                    <a:pt x="823" y="285"/>
                  </a:lnTo>
                  <a:lnTo>
                    <a:pt x="825" y="288"/>
                  </a:lnTo>
                  <a:lnTo>
                    <a:pt x="826" y="290"/>
                  </a:lnTo>
                  <a:lnTo>
                    <a:pt x="828" y="292"/>
                  </a:lnTo>
                  <a:lnTo>
                    <a:pt x="829" y="294"/>
                  </a:lnTo>
                  <a:lnTo>
                    <a:pt x="831" y="297"/>
                  </a:lnTo>
                  <a:lnTo>
                    <a:pt x="834" y="300"/>
                  </a:lnTo>
                  <a:lnTo>
                    <a:pt x="835" y="301"/>
                  </a:lnTo>
                  <a:lnTo>
                    <a:pt x="836" y="303"/>
                  </a:lnTo>
                  <a:lnTo>
                    <a:pt x="838" y="305"/>
                  </a:lnTo>
                  <a:lnTo>
                    <a:pt x="838" y="307"/>
                  </a:lnTo>
                  <a:lnTo>
                    <a:pt x="839" y="308"/>
                  </a:lnTo>
                  <a:lnTo>
                    <a:pt x="841" y="310"/>
                  </a:lnTo>
                  <a:lnTo>
                    <a:pt x="842" y="311"/>
                  </a:lnTo>
                  <a:lnTo>
                    <a:pt x="842" y="313"/>
                  </a:lnTo>
                  <a:lnTo>
                    <a:pt x="844" y="314"/>
                  </a:lnTo>
                  <a:lnTo>
                    <a:pt x="845" y="316"/>
                  </a:lnTo>
                  <a:lnTo>
                    <a:pt x="845" y="317"/>
                  </a:lnTo>
                  <a:lnTo>
                    <a:pt x="847" y="318"/>
                  </a:lnTo>
                  <a:lnTo>
                    <a:pt x="848" y="320"/>
                  </a:lnTo>
                  <a:lnTo>
                    <a:pt x="848" y="321"/>
                  </a:lnTo>
                  <a:lnTo>
                    <a:pt x="849" y="323"/>
                  </a:lnTo>
                  <a:lnTo>
                    <a:pt x="849" y="324"/>
                  </a:lnTo>
                  <a:lnTo>
                    <a:pt x="851" y="324"/>
                  </a:lnTo>
                  <a:lnTo>
                    <a:pt x="851" y="326"/>
                  </a:lnTo>
                  <a:lnTo>
                    <a:pt x="852" y="327"/>
                  </a:lnTo>
                  <a:lnTo>
                    <a:pt x="852" y="329"/>
                  </a:lnTo>
                  <a:lnTo>
                    <a:pt x="854" y="330"/>
                  </a:lnTo>
                  <a:lnTo>
                    <a:pt x="855" y="331"/>
                  </a:lnTo>
                  <a:lnTo>
                    <a:pt x="855" y="333"/>
                  </a:lnTo>
                  <a:lnTo>
                    <a:pt x="857" y="334"/>
                  </a:lnTo>
                  <a:lnTo>
                    <a:pt x="857" y="336"/>
                  </a:lnTo>
                  <a:lnTo>
                    <a:pt x="858" y="337"/>
                  </a:lnTo>
                  <a:lnTo>
                    <a:pt x="860" y="339"/>
                  </a:lnTo>
                  <a:lnTo>
                    <a:pt x="860" y="340"/>
                  </a:lnTo>
                  <a:lnTo>
                    <a:pt x="861" y="3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89" name="Freeform 127">
              <a:extLst>
                <a:ext uri="{FF2B5EF4-FFF2-40B4-BE49-F238E27FC236}">
                  <a16:creationId xmlns:a16="http://schemas.microsoft.com/office/drawing/2014/main" id="{7EAB0D47-2463-4031-AAFD-072F0F9B5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3916363"/>
              <a:ext cx="684213" cy="271462"/>
            </a:xfrm>
            <a:custGeom>
              <a:avLst/>
              <a:gdLst>
                <a:gd name="T0" fmla="*/ 2147483646 w 861"/>
                <a:gd name="T1" fmla="*/ 2147483646 h 342"/>
                <a:gd name="T2" fmla="*/ 2147483646 w 861"/>
                <a:gd name="T3" fmla="*/ 2147483646 h 342"/>
                <a:gd name="T4" fmla="*/ 2147483646 w 861"/>
                <a:gd name="T5" fmla="*/ 2147483646 h 342"/>
                <a:gd name="T6" fmla="*/ 2147483646 w 861"/>
                <a:gd name="T7" fmla="*/ 2147483646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342"/>
                  </a:moveTo>
                  <a:lnTo>
                    <a:pt x="33" y="342"/>
                  </a:lnTo>
                  <a:lnTo>
                    <a:pt x="63" y="342"/>
                  </a:lnTo>
                  <a:lnTo>
                    <a:pt x="92" y="342"/>
                  </a:lnTo>
                  <a:lnTo>
                    <a:pt x="119" y="342"/>
                  </a:lnTo>
                  <a:lnTo>
                    <a:pt x="144" y="342"/>
                  </a:lnTo>
                  <a:lnTo>
                    <a:pt x="167" y="342"/>
                  </a:lnTo>
                  <a:lnTo>
                    <a:pt x="189" y="342"/>
                  </a:lnTo>
                  <a:lnTo>
                    <a:pt x="209" y="342"/>
                  </a:lnTo>
                  <a:lnTo>
                    <a:pt x="228" y="342"/>
                  </a:lnTo>
                  <a:lnTo>
                    <a:pt x="245" y="342"/>
                  </a:lnTo>
                  <a:lnTo>
                    <a:pt x="261" y="342"/>
                  </a:lnTo>
                  <a:lnTo>
                    <a:pt x="275" y="342"/>
                  </a:lnTo>
                  <a:lnTo>
                    <a:pt x="288" y="342"/>
                  </a:lnTo>
                  <a:lnTo>
                    <a:pt x="300" y="342"/>
                  </a:lnTo>
                  <a:lnTo>
                    <a:pt x="310" y="342"/>
                  </a:lnTo>
                  <a:lnTo>
                    <a:pt x="320" y="342"/>
                  </a:lnTo>
                  <a:lnTo>
                    <a:pt x="329" y="342"/>
                  </a:lnTo>
                  <a:lnTo>
                    <a:pt x="336" y="342"/>
                  </a:lnTo>
                  <a:lnTo>
                    <a:pt x="343" y="342"/>
                  </a:lnTo>
                  <a:lnTo>
                    <a:pt x="349" y="342"/>
                  </a:lnTo>
                  <a:lnTo>
                    <a:pt x="355" y="342"/>
                  </a:lnTo>
                  <a:lnTo>
                    <a:pt x="359" y="342"/>
                  </a:lnTo>
                  <a:lnTo>
                    <a:pt x="363" y="342"/>
                  </a:lnTo>
                  <a:lnTo>
                    <a:pt x="368" y="342"/>
                  </a:lnTo>
                  <a:lnTo>
                    <a:pt x="370" y="342"/>
                  </a:lnTo>
                  <a:lnTo>
                    <a:pt x="373" y="342"/>
                  </a:lnTo>
                  <a:lnTo>
                    <a:pt x="376" y="342"/>
                  </a:lnTo>
                  <a:lnTo>
                    <a:pt x="379" y="341"/>
                  </a:lnTo>
                  <a:lnTo>
                    <a:pt x="381" y="341"/>
                  </a:lnTo>
                  <a:lnTo>
                    <a:pt x="383" y="341"/>
                  </a:lnTo>
                  <a:lnTo>
                    <a:pt x="385" y="341"/>
                  </a:lnTo>
                  <a:lnTo>
                    <a:pt x="388" y="341"/>
                  </a:lnTo>
                  <a:lnTo>
                    <a:pt x="391" y="341"/>
                  </a:lnTo>
                  <a:lnTo>
                    <a:pt x="392" y="341"/>
                  </a:lnTo>
                  <a:lnTo>
                    <a:pt x="395" y="341"/>
                  </a:lnTo>
                  <a:lnTo>
                    <a:pt x="396" y="341"/>
                  </a:lnTo>
                  <a:lnTo>
                    <a:pt x="398" y="341"/>
                  </a:lnTo>
                  <a:lnTo>
                    <a:pt x="401" y="340"/>
                  </a:lnTo>
                  <a:lnTo>
                    <a:pt x="402" y="340"/>
                  </a:lnTo>
                  <a:lnTo>
                    <a:pt x="404" y="340"/>
                  </a:lnTo>
                  <a:lnTo>
                    <a:pt x="405" y="340"/>
                  </a:lnTo>
                  <a:lnTo>
                    <a:pt x="407" y="340"/>
                  </a:lnTo>
                  <a:lnTo>
                    <a:pt x="408" y="340"/>
                  </a:lnTo>
                  <a:lnTo>
                    <a:pt x="409" y="340"/>
                  </a:lnTo>
                  <a:lnTo>
                    <a:pt x="411" y="340"/>
                  </a:lnTo>
                  <a:lnTo>
                    <a:pt x="412" y="340"/>
                  </a:lnTo>
                  <a:lnTo>
                    <a:pt x="414" y="340"/>
                  </a:lnTo>
                  <a:lnTo>
                    <a:pt x="415" y="340"/>
                  </a:lnTo>
                  <a:lnTo>
                    <a:pt x="417" y="340"/>
                  </a:lnTo>
                  <a:lnTo>
                    <a:pt x="418" y="338"/>
                  </a:lnTo>
                  <a:lnTo>
                    <a:pt x="419" y="338"/>
                  </a:lnTo>
                  <a:lnTo>
                    <a:pt x="421" y="338"/>
                  </a:lnTo>
                  <a:lnTo>
                    <a:pt x="422" y="338"/>
                  </a:lnTo>
                  <a:lnTo>
                    <a:pt x="424" y="338"/>
                  </a:lnTo>
                  <a:lnTo>
                    <a:pt x="425" y="338"/>
                  </a:lnTo>
                  <a:lnTo>
                    <a:pt x="428" y="338"/>
                  </a:lnTo>
                  <a:lnTo>
                    <a:pt x="430" y="337"/>
                  </a:lnTo>
                  <a:lnTo>
                    <a:pt x="431" y="337"/>
                  </a:lnTo>
                  <a:lnTo>
                    <a:pt x="432" y="337"/>
                  </a:lnTo>
                  <a:lnTo>
                    <a:pt x="435" y="337"/>
                  </a:lnTo>
                  <a:lnTo>
                    <a:pt x="437" y="337"/>
                  </a:lnTo>
                  <a:lnTo>
                    <a:pt x="440" y="335"/>
                  </a:lnTo>
                  <a:lnTo>
                    <a:pt x="441" y="335"/>
                  </a:lnTo>
                  <a:lnTo>
                    <a:pt x="444" y="335"/>
                  </a:lnTo>
                  <a:lnTo>
                    <a:pt x="445" y="335"/>
                  </a:lnTo>
                  <a:lnTo>
                    <a:pt x="448" y="335"/>
                  </a:lnTo>
                  <a:lnTo>
                    <a:pt x="450" y="334"/>
                  </a:lnTo>
                  <a:lnTo>
                    <a:pt x="451" y="334"/>
                  </a:lnTo>
                  <a:lnTo>
                    <a:pt x="453" y="334"/>
                  </a:lnTo>
                  <a:lnTo>
                    <a:pt x="454" y="334"/>
                  </a:lnTo>
                  <a:lnTo>
                    <a:pt x="456" y="334"/>
                  </a:lnTo>
                  <a:lnTo>
                    <a:pt x="457" y="332"/>
                  </a:lnTo>
                  <a:lnTo>
                    <a:pt x="458" y="332"/>
                  </a:lnTo>
                  <a:lnTo>
                    <a:pt x="460" y="332"/>
                  </a:lnTo>
                  <a:lnTo>
                    <a:pt x="461" y="332"/>
                  </a:lnTo>
                  <a:lnTo>
                    <a:pt x="463" y="332"/>
                  </a:lnTo>
                  <a:lnTo>
                    <a:pt x="464" y="332"/>
                  </a:lnTo>
                  <a:lnTo>
                    <a:pt x="466" y="331"/>
                  </a:lnTo>
                  <a:lnTo>
                    <a:pt x="467" y="331"/>
                  </a:lnTo>
                  <a:lnTo>
                    <a:pt x="469" y="331"/>
                  </a:lnTo>
                  <a:lnTo>
                    <a:pt x="470" y="329"/>
                  </a:lnTo>
                  <a:lnTo>
                    <a:pt x="471" y="329"/>
                  </a:lnTo>
                  <a:lnTo>
                    <a:pt x="473" y="329"/>
                  </a:lnTo>
                  <a:lnTo>
                    <a:pt x="474" y="329"/>
                  </a:lnTo>
                  <a:lnTo>
                    <a:pt x="476" y="328"/>
                  </a:lnTo>
                  <a:lnTo>
                    <a:pt x="479" y="328"/>
                  </a:lnTo>
                  <a:lnTo>
                    <a:pt x="480" y="328"/>
                  </a:lnTo>
                  <a:lnTo>
                    <a:pt x="482" y="327"/>
                  </a:lnTo>
                  <a:lnTo>
                    <a:pt x="484" y="327"/>
                  </a:lnTo>
                  <a:lnTo>
                    <a:pt x="486" y="325"/>
                  </a:lnTo>
                  <a:lnTo>
                    <a:pt x="489" y="325"/>
                  </a:lnTo>
                  <a:lnTo>
                    <a:pt x="490" y="324"/>
                  </a:lnTo>
                  <a:lnTo>
                    <a:pt x="493" y="324"/>
                  </a:lnTo>
                  <a:lnTo>
                    <a:pt x="496" y="322"/>
                  </a:lnTo>
                  <a:lnTo>
                    <a:pt x="499" y="322"/>
                  </a:lnTo>
                  <a:lnTo>
                    <a:pt x="500" y="321"/>
                  </a:lnTo>
                  <a:lnTo>
                    <a:pt x="503" y="321"/>
                  </a:lnTo>
                  <a:lnTo>
                    <a:pt x="505" y="319"/>
                  </a:lnTo>
                  <a:lnTo>
                    <a:pt x="508" y="319"/>
                  </a:lnTo>
                  <a:lnTo>
                    <a:pt x="509" y="318"/>
                  </a:lnTo>
                  <a:lnTo>
                    <a:pt x="510" y="318"/>
                  </a:lnTo>
                  <a:lnTo>
                    <a:pt x="512" y="316"/>
                  </a:lnTo>
                  <a:lnTo>
                    <a:pt x="513" y="316"/>
                  </a:lnTo>
                  <a:lnTo>
                    <a:pt x="515" y="316"/>
                  </a:lnTo>
                  <a:lnTo>
                    <a:pt x="516" y="315"/>
                  </a:lnTo>
                  <a:lnTo>
                    <a:pt x="518" y="315"/>
                  </a:lnTo>
                  <a:lnTo>
                    <a:pt x="519" y="315"/>
                  </a:lnTo>
                  <a:lnTo>
                    <a:pt x="520" y="314"/>
                  </a:lnTo>
                  <a:lnTo>
                    <a:pt x="522" y="314"/>
                  </a:lnTo>
                  <a:lnTo>
                    <a:pt x="523" y="314"/>
                  </a:lnTo>
                  <a:lnTo>
                    <a:pt x="525" y="312"/>
                  </a:lnTo>
                  <a:lnTo>
                    <a:pt x="526" y="312"/>
                  </a:lnTo>
                  <a:lnTo>
                    <a:pt x="526" y="311"/>
                  </a:lnTo>
                  <a:lnTo>
                    <a:pt x="528" y="311"/>
                  </a:lnTo>
                  <a:lnTo>
                    <a:pt x="529" y="311"/>
                  </a:lnTo>
                  <a:lnTo>
                    <a:pt x="531" y="309"/>
                  </a:lnTo>
                  <a:lnTo>
                    <a:pt x="532" y="309"/>
                  </a:lnTo>
                  <a:lnTo>
                    <a:pt x="533" y="308"/>
                  </a:lnTo>
                  <a:lnTo>
                    <a:pt x="535" y="308"/>
                  </a:lnTo>
                  <a:lnTo>
                    <a:pt x="538" y="306"/>
                  </a:lnTo>
                  <a:lnTo>
                    <a:pt x="539" y="305"/>
                  </a:lnTo>
                  <a:lnTo>
                    <a:pt x="541" y="305"/>
                  </a:lnTo>
                  <a:lnTo>
                    <a:pt x="544" y="303"/>
                  </a:lnTo>
                  <a:lnTo>
                    <a:pt x="545" y="302"/>
                  </a:lnTo>
                  <a:lnTo>
                    <a:pt x="548" y="302"/>
                  </a:lnTo>
                  <a:lnTo>
                    <a:pt x="549" y="301"/>
                  </a:lnTo>
                  <a:lnTo>
                    <a:pt x="552" y="299"/>
                  </a:lnTo>
                  <a:lnTo>
                    <a:pt x="554" y="298"/>
                  </a:lnTo>
                  <a:lnTo>
                    <a:pt x="557" y="298"/>
                  </a:lnTo>
                  <a:lnTo>
                    <a:pt x="558" y="296"/>
                  </a:lnTo>
                  <a:lnTo>
                    <a:pt x="559" y="295"/>
                  </a:lnTo>
                  <a:lnTo>
                    <a:pt x="561" y="295"/>
                  </a:lnTo>
                  <a:lnTo>
                    <a:pt x="562" y="293"/>
                  </a:lnTo>
                  <a:lnTo>
                    <a:pt x="564" y="293"/>
                  </a:lnTo>
                  <a:lnTo>
                    <a:pt x="565" y="292"/>
                  </a:lnTo>
                  <a:lnTo>
                    <a:pt x="567" y="292"/>
                  </a:lnTo>
                  <a:lnTo>
                    <a:pt x="568" y="292"/>
                  </a:lnTo>
                  <a:lnTo>
                    <a:pt x="570" y="290"/>
                  </a:lnTo>
                  <a:lnTo>
                    <a:pt x="571" y="289"/>
                  </a:lnTo>
                  <a:lnTo>
                    <a:pt x="572" y="289"/>
                  </a:lnTo>
                  <a:lnTo>
                    <a:pt x="574" y="288"/>
                  </a:lnTo>
                  <a:lnTo>
                    <a:pt x="575" y="288"/>
                  </a:lnTo>
                  <a:lnTo>
                    <a:pt x="577" y="286"/>
                  </a:lnTo>
                  <a:lnTo>
                    <a:pt x="578" y="286"/>
                  </a:lnTo>
                  <a:lnTo>
                    <a:pt x="580" y="285"/>
                  </a:lnTo>
                  <a:lnTo>
                    <a:pt x="581" y="285"/>
                  </a:lnTo>
                  <a:lnTo>
                    <a:pt x="583" y="283"/>
                  </a:lnTo>
                  <a:lnTo>
                    <a:pt x="584" y="283"/>
                  </a:lnTo>
                  <a:lnTo>
                    <a:pt x="585" y="282"/>
                  </a:lnTo>
                  <a:lnTo>
                    <a:pt x="587" y="282"/>
                  </a:lnTo>
                  <a:lnTo>
                    <a:pt x="588" y="280"/>
                  </a:lnTo>
                  <a:lnTo>
                    <a:pt x="590" y="279"/>
                  </a:lnTo>
                  <a:lnTo>
                    <a:pt x="591" y="279"/>
                  </a:lnTo>
                  <a:lnTo>
                    <a:pt x="593" y="277"/>
                  </a:lnTo>
                  <a:lnTo>
                    <a:pt x="596" y="276"/>
                  </a:lnTo>
                  <a:lnTo>
                    <a:pt x="597" y="275"/>
                  </a:lnTo>
                  <a:lnTo>
                    <a:pt x="600" y="273"/>
                  </a:lnTo>
                  <a:lnTo>
                    <a:pt x="601" y="273"/>
                  </a:lnTo>
                  <a:lnTo>
                    <a:pt x="603" y="272"/>
                  </a:lnTo>
                  <a:lnTo>
                    <a:pt x="604" y="270"/>
                  </a:lnTo>
                  <a:lnTo>
                    <a:pt x="606" y="270"/>
                  </a:lnTo>
                  <a:lnTo>
                    <a:pt x="607" y="269"/>
                  </a:lnTo>
                  <a:lnTo>
                    <a:pt x="608" y="269"/>
                  </a:lnTo>
                  <a:lnTo>
                    <a:pt x="610" y="267"/>
                  </a:lnTo>
                  <a:lnTo>
                    <a:pt x="611" y="267"/>
                  </a:lnTo>
                  <a:lnTo>
                    <a:pt x="613" y="266"/>
                  </a:lnTo>
                  <a:lnTo>
                    <a:pt x="614" y="266"/>
                  </a:lnTo>
                  <a:lnTo>
                    <a:pt x="616" y="264"/>
                  </a:lnTo>
                  <a:lnTo>
                    <a:pt x="617" y="263"/>
                  </a:lnTo>
                  <a:lnTo>
                    <a:pt x="619" y="263"/>
                  </a:lnTo>
                  <a:lnTo>
                    <a:pt x="620" y="262"/>
                  </a:lnTo>
                  <a:lnTo>
                    <a:pt x="621" y="262"/>
                  </a:lnTo>
                  <a:lnTo>
                    <a:pt x="621" y="260"/>
                  </a:lnTo>
                  <a:lnTo>
                    <a:pt x="623" y="260"/>
                  </a:lnTo>
                  <a:lnTo>
                    <a:pt x="624" y="259"/>
                  </a:lnTo>
                  <a:lnTo>
                    <a:pt x="626" y="259"/>
                  </a:lnTo>
                  <a:lnTo>
                    <a:pt x="627" y="257"/>
                  </a:lnTo>
                  <a:lnTo>
                    <a:pt x="629" y="256"/>
                  </a:lnTo>
                  <a:lnTo>
                    <a:pt x="630" y="256"/>
                  </a:lnTo>
                  <a:lnTo>
                    <a:pt x="632" y="254"/>
                  </a:lnTo>
                  <a:lnTo>
                    <a:pt x="633" y="254"/>
                  </a:lnTo>
                  <a:lnTo>
                    <a:pt x="634" y="253"/>
                  </a:lnTo>
                  <a:lnTo>
                    <a:pt x="636" y="251"/>
                  </a:lnTo>
                  <a:lnTo>
                    <a:pt x="637" y="250"/>
                  </a:lnTo>
                  <a:lnTo>
                    <a:pt x="639" y="250"/>
                  </a:lnTo>
                  <a:lnTo>
                    <a:pt x="640" y="249"/>
                  </a:lnTo>
                  <a:lnTo>
                    <a:pt x="642" y="249"/>
                  </a:lnTo>
                  <a:lnTo>
                    <a:pt x="643" y="247"/>
                  </a:lnTo>
                  <a:lnTo>
                    <a:pt x="645" y="246"/>
                  </a:lnTo>
                  <a:lnTo>
                    <a:pt x="646" y="246"/>
                  </a:lnTo>
                  <a:lnTo>
                    <a:pt x="646" y="244"/>
                  </a:lnTo>
                  <a:lnTo>
                    <a:pt x="647" y="244"/>
                  </a:lnTo>
                  <a:lnTo>
                    <a:pt x="649" y="243"/>
                  </a:lnTo>
                  <a:lnTo>
                    <a:pt x="650" y="243"/>
                  </a:lnTo>
                  <a:lnTo>
                    <a:pt x="650" y="241"/>
                  </a:lnTo>
                  <a:lnTo>
                    <a:pt x="652" y="241"/>
                  </a:lnTo>
                  <a:lnTo>
                    <a:pt x="653" y="241"/>
                  </a:lnTo>
                  <a:lnTo>
                    <a:pt x="653" y="240"/>
                  </a:lnTo>
                  <a:lnTo>
                    <a:pt x="655" y="240"/>
                  </a:lnTo>
                  <a:lnTo>
                    <a:pt x="655" y="239"/>
                  </a:lnTo>
                  <a:lnTo>
                    <a:pt x="656" y="239"/>
                  </a:lnTo>
                  <a:lnTo>
                    <a:pt x="656" y="237"/>
                  </a:lnTo>
                  <a:lnTo>
                    <a:pt x="658" y="237"/>
                  </a:lnTo>
                  <a:lnTo>
                    <a:pt x="659" y="236"/>
                  </a:lnTo>
                  <a:lnTo>
                    <a:pt x="660" y="236"/>
                  </a:lnTo>
                  <a:lnTo>
                    <a:pt x="660" y="234"/>
                  </a:lnTo>
                  <a:lnTo>
                    <a:pt x="662" y="234"/>
                  </a:lnTo>
                  <a:lnTo>
                    <a:pt x="662" y="233"/>
                  </a:lnTo>
                  <a:lnTo>
                    <a:pt x="663" y="233"/>
                  </a:lnTo>
                  <a:lnTo>
                    <a:pt x="665" y="231"/>
                  </a:lnTo>
                  <a:lnTo>
                    <a:pt x="666" y="230"/>
                  </a:lnTo>
                  <a:lnTo>
                    <a:pt x="668" y="230"/>
                  </a:lnTo>
                  <a:lnTo>
                    <a:pt x="669" y="228"/>
                  </a:lnTo>
                  <a:lnTo>
                    <a:pt x="671" y="227"/>
                  </a:lnTo>
                  <a:lnTo>
                    <a:pt x="672" y="226"/>
                  </a:lnTo>
                  <a:lnTo>
                    <a:pt x="673" y="226"/>
                  </a:lnTo>
                  <a:lnTo>
                    <a:pt x="675" y="224"/>
                  </a:lnTo>
                  <a:lnTo>
                    <a:pt x="676" y="223"/>
                  </a:lnTo>
                  <a:lnTo>
                    <a:pt x="678" y="221"/>
                  </a:lnTo>
                  <a:lnTo>
                    <a:pt x="679" y="221"/>
                  </a:lnTo>
                  <a:lnTo>
                    <a:pt x="679" y="220"/>
                  </a:lnTo>
                  <a:lnTo>
                    <a:pt x="681" y="220"/>
                  </a:lnTo>
                  <a:lnTo>
                    <a:pt x="682" y="218"/>
                  </a:lnTo>
                  <a:lnTo>
                    <a:pt x="684" y="218"/>
                  </a:lnTo>
                  <a:lnTo>
                    <a:pt x="684" y="217"/>
                  </a:lnTo>
                  <a:lnTo>
                    <a:pt x="685" y="217"/>
                  </a:lnTo>
                  <a:lnTo>
                    <a:pt x="685" y="215"/>
                  </a:lnTo>
                  <a:lnTo>
                    <a:pt x="686" y="215"/>
                  </a:lnTo>
                  <a:lnTo>
                    <a:pt x="688" y="214"/>
                  </a:lnTo>
                  <a:lnTo>
                    <a:pt x="689" y="214"/>
                  </a:lnTo>
                  <a:lnTo>
                    <a:pt x="691" y="213"/>
                  </a:lnTo>
                  <a:lnTo>
                    <a:pt x="692" y="211"/>
                  </a:lnTo>
                  <a:lnTo>
                    <a:pt x="694" y="210"/>
                  </a:lnTo>
                  <a:lnTo>
                    <a:pt x="695" y="210"/>
                  </a:lnTo>
                  <a:lnTo>
                    <a:pt x="697" y="208"/>
                  </a:lnTo>
                  <a:lnTo>
                    <a:pt x="698" y="208"/>
                  </a:lnTo>
                  <a:lnTo>
                    <a:pt x="698" y="207"/>
                  </a:lnTo>
                  <a:lnTo>
                    <a:pt x="699" y="207"/>
                  </a:lnTo>
                  <a:lnTo>
                    <a:pt x="701" y="205"/>
                  </a:lnTo>
                  <a:lnTo>
                    <a:pt x="702" y="204"/>
                  </a:lnTo>
                  <a:lnTo>
                    <a:pt x="704" y="204"/>
                  </a:lnTo>
                  <a:lnTo>
                    <a:pt x="704" y="202"/>
                  </a:lnTo>
                  <a:lnTo>
                    <a:pt x="705" y="202"/>
                  </a:lnTo>
                  <a:lnTo>
                    <a:pt x="707" y="201"/>
                  </a:lnTo>
                  <a:lnTo>
                    <a:pt x="708" y="200"/>
                  </a:lnTo>
                  <a:lnTo>
                    <a:pt x="709" y="200"/>
                  </a:lnTo>
                  <a:lnTo>
                    <a:pt x="709" y="198"/>
                  </a:lnTo>
                  <a:lnTo>
                    <a:pt x="711" y="198"/>
                  </a:lnTo>
                  <a:lnTo>
                    <a:pt x="711" y="197"/>
                  </a:lnTo>
                  <a:lnTo>
                    <a:pt x="712" y="197"/>
                  </a:lnTo>
                  <a:lnTo>
                    <a:pt x="712" y="195"/>
                  </a:lnTo>
                  <a:lnTo>
                    <a:pt x="714" y="195"/>
                  </a:lnTo>
                  <a:lnTo>
                    <a:pt x="714" y="194"/>
                  </a:lnTo>
                  <a:lnTo>
                    <a:pt x="715" y="192"/>
                  </a:lnTo>
                  <a:lnTo>
                    <a:pt x="717" y="192"/>
                  </a:lnTo>
                  <a:lnTo>
                    <a:pt x="717" y="191"/>
                  </a:lnTo>
                  <a:lnTo>
                    <a:pt x="718" y="189"/>
                  </a:lnTo>
                  <a:lnTo>
                    <a:pt x="720" y="188"/>
                  </a:lnTo>
                  <a:lnTo>
                    <a:pt x="721" y="187"/>
                  </a:lnTo>
                  <a:lnTo>
                    <a:pt x="722" y="185"/>
                  </a:lnTo>
                  <a:lnTo>
                    <a:pt x="724" y="184"/>
                  </a:lnTo>
                  <a:lnTo>
                    <a:pt x="725" y="182"/>
                  </a:lnTo>
                  <a:lnTo>
                    <a:pt x="727" y="181"/>
                  </a:lnTo>
                  <a:lnTo>
                    <a:pt x="727" y="179"/>
                  </a:lnTo>
                  <a:lnTo>
                    <a:pt x="728" y="179"/>
                  </a:lnTo>
                  <a:lnTo>
                    <a:pt x="730" y="178"/>
                  </a:lnTo>
                  <a:lnTo>
                    <a:pt x="731" y="176"/>
                  </a:lnTo>
                  <a:lnTo>
                    <a:pt x="731" y="175"/>
                  </a:lnTo>
                  <a:lnTo>
                    <a:pt x="733" y="175"/>
                  </a:lnTo>
                  <a:lnTo>
                    <a:pt x="734" y="174"/>
                  </a:lnTo>
                  <a:lnTo>
                    <a:pt x="734" y="172"/>
                  </a:lnTo>
                  <a:lnTo>
                    <a:pt x="735" y="172"/>
                  </a:lnTo>
                  <a:lnTo>
                    <a:pt x="735" y="171"/>
                  </a:lnTo>
                  <a:lnTo>
                    <a:pt x="737" y="169"/>
                  </a:lnTo>
                  <a:lnTo>
                    <a:pt x="738" y="168"/>
                  </a:lnTo>
                  <a:lnTo>
                    <a:pt x="740" y="168"/>
                  </a:lnTo>
                  <a:lnTo>
                    <a:pt x="740" y="166"/>
                  </a:lnTo>
                  <a:lnTo>
                    <a:pt x="741" y="165"/>
                  </a:lnTo>
                  <a:lnTo>
                    <a:pt x="743" y="163"/>
                  </a:lnTo>
                  <a:lnTo>
                    <a:pt x="743" y="162"/>
                  </a:lnTo>
                  <a:lnTo>
                    <a:pt x="744" y="162"/>
                  </a:lnTo>
                  <a:lnTo>
                    <a:pt x="746" y="161"/>
                  </a:lnTo>
                  <a:lnTo>
                    <a:pt x="746" y="159"/>
                  </a:lnTo>
                  <a:lnTo>
                    <a:pt x="747" y="158"/>
                  </a:lnTo>
                  <a:lnTo>
                    <a:pt x="748" y="156"/>
                  </a:lnTo>
                  <a:lnTo>
                    <a:pt x="750" y="155"/>
                  </a:lnTo>
                  <a:lnTo>
                    <a:pt x="751" y="153"/>
                  </a:lnTo>
                  <a:lnTo>
                    <a:pt x="753" y="152"/>
                  </a:lnTo>
                  <a:lnTo>
                    <a:pt x="754" y="150"/>
                  </a:lnTo>
                  <a:lnTo>
                    <a:pt x="756" y="148"/>
                  </a:lnTo>
                  <a:lnTo>
                    <a:pt x="757" y="146"/>
                  </a:lnTo>
                  <a:lnTo>
                    <a:pt x="759" y="145"/>
                  </a:lnTo>
                  <a:lnTo>
                    <a:pt x="760" y="142"/>
                  </a:lnTo>
                  <a:lnTo>
                    <a:pt x="761" y="140"/>
                  </a:lnTo>
                  <a:lnTo>
                    <a:pt x="763" y="139"/>
                  </a:lnTo>
                  <a:lnTo>
                    <a:pt x="764" y="138"/>
                  </a:lnTo>
                  <a:lnTo>
                    <a:pt x="766" y="136"/>
                  </a:lnTo>
                  <a:lnTo>
                    <a:pt x="766" y="135"/>
                  </a:lnTo>
                  <a:lnTo>
                    <a:pt x="767" y="133"/>
                  </a:lnTo>
                  <a:lnTo>
                    <a:pt x="769" y="132"/>
                  </a:lnTo>
                  <a:lnTo>
                    <a:pt x="770" y="130"/>
                  </a:lnTo>
                  <a:lnTo>
                    <a:pt x="772" y="129"/>
                  </a:lnTo>
                  <a:lnTo>
                    <a:pt x="772" y="127"/>
                  </a:lnTo>
                  <a:lnTo>
                    <a:pt x="773" y="126"/>
                  </a:lnTo>
                  <a:lnTo>
                    <a:pt x="774" y="125"/>
                  </a:lnTo>
                  <a:lnTo>
                    <a:pt x="776" y="123"/>
                  </a:lnTo>
                  <a:lnTo>
                    <a:pt x="776" y="122"/>
                  </a:lnTo>
                  <a:lnTo>
                    <a:pt x="777" y="120"/>
                  </a:lnTo>
                  <a:lnTo>
                    <a:pt x="779" y="120"/>
                  </a:lnTo>
                  <a:lnTo>
                    <a:pt x="779" y="119"/>
                  </a:lnTo>
                  <a:lnTo>
                    <a:pt x="780" y="117"/>
                  </a:lnTo>
                  <a:lnTo>
                    <a:pt x="782" y="116"/>
                  </a:lnTo>
                  <a:lnTo>
                    <a:pt x="782" y="114"/>
                  </a:lnTo>
                  <a:lnTo>
                    <a:pt x="783" y="113"/>
                  </a:lnTo>
                  <a:lnTo>
                    <a:pt x="785" y="112"/>
                  </a:lnTo>
                  <a:lnTo>
                    <a:pt x="786" y="110"/>
                  </a:lnTo>
                  <a:lnTo>
                    <a:pt x="787" y="107"/>
                  </a:lnTo>
                  <a:lnTo>
                    <a:pt x="789" y="106"/>
                  </a:lnTo>
                  <a:lnTo>
                    <a:pt x="790" y="104"/>
                  </a:lnTo>
                  <a:lnTo>
                    <a:pt x="792" y="101"/>
                  </a:lnTo>
                  <a:lnTo>
                    <a:pt x="793" y="100"/>
                  </a:lnTo>
                  <a:lnTo>
                    <a:pt x="795" y="97"/>
                  </a:lnTo>
                  <a:lnTo>
                    <a:pt x="796" y="96"/>
                  </a:lnTo>
                  <a:lnTo>
                    <a:pt x="798" y="93"/>
                  </a:lnTo>
                  <a:lnTo>
                    <a:pt x="799" y="91"/>
                  </a:lnTo>
                  <a:lnTo>
                    <a:pt x="800" y="90"/>
                  </a:lnTo>
                  <a:lnTo>
                    <a:pt x="802" y="87"/>
                  </a:lnTo>
                  <a:lnTo>
                    <a:pt x="802" y="86"/>
                  </a:lnTo>
                  <a:lnTo>
                    <a:pt x="803" y="84"/>
                  </a:lnTo>
                  <a:lnTo>
                    <a:pt x="805" y="83"/>
                  </a:lnTo>
                  <a:lnTo>
                    <a:pt x="806" y="81"/>
                  </a:lnTo>
                  <a:lnTo>
                    <a:pt x="806" y="80"/>
                  </a:lnTo>
                  <a:lnTo>
                    <a:pt x="808" y="78"/>
                  </a:lnTo>
                  <a:lnTo>
                    <a:pt x="809" y="78"/>
                  </a:lnTo>
                  <a:lnTo>
                    <a:pt x="809" y="77"/>
                  </a:lnTo>
                  <a:lnTo>
                    <a:pt x="810" y="75"/>
                  </a:lnTo>
                  <a:lnTo>
                    <a:pt x="810" y="74"/>
                  </a:lnTo>
                  <a:lnTo>
                    <a:pt x="812" y="73"/>
                  </a:lnTo>
                  <a:lnTo>
                    <a:pt x="813" y="71"/>
                  </a:lnTo>
                  <a:lnTo>
                    <a:pt x="813" y="70"/>
                  </a:lnTo>
                  <a:lnTo>
                    <a:pt x="815" y="70"/>
                  </a:lnTo>
                  <a:lnTo>
                    <a:pt x="815" y="68"/>
                  </a:lnTo>
                  <a:lnTo>
                    <a:pt x="816" y="67"/>
                  </a:lnTo>
                  <a:lnTo>
                    <a:pt x="818" y="65"/>
                  </a:lnTo>
                  <a:lnTo>
                    <a:pt x="819" y="64"/>
                  </a:lnTo>
                  <a:lnTo>
                    <a:pt x="819" y="62"/>
                  </a:lnTo>
                  <a:lnTo>
                    <a:pt x="821" y="60"/>
                  </a:lnTo>
                  <a:lnTo>
                    <a:pt x="822" y="58"/>
                  </a:lnTo>
                  <a:lnTo>
                    <a:pt x="823" y="57"/>
                  </a:lnTo>
                  <a:lnTo>
                    <a:pt x="825" y="55"/>
                  </a:lnTo>
                  <a:lnTo>
                    <a:pt x="826" y="52"/>
                  </a:lnTo>
                  <a:lnTo>
                    <a:pt x="828" y="51"/>
                  </a:lnTo>
                  <a:lnTo>
                    <a:pt x="829" y="48"/>
                  </a:lnTo>
                  <a:lnTo>
                    <a:pt x="831" y="45"/>
                  </a:lnTo>
                  <a:lnTo>
                    <a:pt x="834" y="44"/>
                  </a:lnTo>
                  <a:lnTo>
                    <a:pt x="835" y="41"/>
                  </a:lnTo>
                  <a:lnTo>
                    <a:pt x="836" y="39"/>
                  </a:lnTo>
                  <a:lnTo>
                    <a:pt x="838" y="38"/>
                  </a:lnTo>
                  <a:lnTo>
                    <a:pt x="838" y="35"/>
                  </a:lnTo>
                  <a:lnTo>
                    <a:pt x="839" y="34"/>
                  </a:lnTo>
                  <a:lnTo>
                    <a:pt x="841" y="32"/>
                  </a:lnTo>
                  <a:lnTo>
                    <a:pt x="842" y="31"/>
                  </a:lnTo>
                  <a:lnTo>
                    <a:pt x="842" y="29"/>
                  </a:lnTo>
                  <a:lnTo>
                    <a:pt x="844" y="28"/>
                  </a:lnTo>
                  <a:lnTo>
                    <a:pt x="845" y="26"/>
                  </a:lnTo>
                  <a:lnTo>
                    <a:pt x="847" y="25"/>
                  </a:lnTo>
                  <a:lnTo>
                    <a:pt x="847" y="24"/>
                  </a:lnTo>
                  <a:lnTo>
                    <a:pt x="848" y="22"/>
                  </a:lnTo>
                  <a:lnTo>
                    <a:pt x="848" y="21"/>
                  </a:lnTo>
                  <a:lnTo>
                    <a:pt x="849" y="21"/>
                  </a:lnTo>
                  <a:lnTo>
                    <a:pt x="849" y="19"/>
                  </a:lnTo>
                  <a:lnTo>
                    <a:pt x="851" y="18"/>
                  </a:lnTo>
                  <a:lnTo>
                    <a:pt x="851" y="16"/>
                  </a:lnTo>
                  <a:lnTo>
                    <a:pt x="852" y="16"/>
                  </a:lnTo>
                  <a:lnTo>
                    <a:pt x="852" y="15"/>
                  </a:lnTo>
                  <a:lnTo>
                    <a:pt x="854" y="13"/>
                  </a:lnTo>
                  <a:lnTo>
                    <a:pt x="855" y="12"/>
                  </a:lnTo>
                  <a:lnTo>
                    <a:pt x="855" y="11"/>
                  </a:lnTo>
                  <a:lnTo>
                    <a:pt x="857" y="9"/>
                  </a:lnTo>
                  <a:lnTo>
                    <a:pt x="857" y="8"/>
                  </a:lnTo>
                  <a:lnTo>
                    <a:pt x="858" y="6"/>
                  </a:lnTo>
                  <a:lnTo>
                    <a:pt x="860" y="3"/>
                  </a:lnTo>
                  <a:lnTo>
                    <a:pt x="860" y="2"/>
                  </a:lnTo>
                  <a:lnTo>
                    <a:pt x="86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0" name="Freeform 128">
              <a:extLst>
                <a:ext uri="{FF2B5EF4-FFF2-40B4-BE49-F238E27FC236}">
                  <a16:creationId xmlns:a16="http://schemas.microsoft.com/office/drawing/2014/main" id="{05A650A8-895C-44EC-BCBF-008D4A03F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3641725"/>
              <a:ext cx="80962" cy="274638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2" y="4"/>
                  </a:lnTo>
                  <a:lnTo>
                    <a:pt x="4" y="7"/>
                  </a:lnTo>
                  <a:lnTo>
                    <a:pt x="7" y="10"/>
                  </a:lnTo>
                  <a:lnTo>
                    <a:pt x="8" y="14"/>
                  </a:lnTo>
                  <a:lnTo>
                    <a:pt x="10" y="17"/>
                  </a:lnTo>
                  <a:lnTo>
                    <a:pt x="11" y="18"/>
                  </a:lnTo>
                  <a:lnTo>
                    <a:pt x="13" y="21"/>
                  </a:lnTo>
                  <a:lnTo>
                    <a:pt x="14" y="24"/>
                  </a:lnTo>
                  <a:lnTo>
                    <a:pt x="15" y="26"/>
                  </a:lnTo>
                  <a:lnTo>
                    <a:pt x="17" y="28"/>
                  </a:lnTo>
                  <a:lnTo>
                    <a:pt x="17" y="30"/>
                  </a:lnTo>
                  <a:lnTo>
                    <a:pt x="18" y="33"/>
                  </a:lnTo>
                  <a:lnTo>
                    <a:pt x="20" y="34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6" y="46"/>
                  </a:lnTo>
                  <a:lnTo>
                    <a:pt x="26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1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1" y="59"/>
                  </a:lnTo>
                  <a:lnTo>
                    <a:pt x="33" y="60"/>
                  </a:lnTo>
                  <a:lnTo>
                    <a:pt x="33" y="63"/>
                  </a:lnTo>
                  <a:lnTo>
                    <a:pt x="34" y="64"/>
                  </a:lnTo>
                  <a:lnTo>
                    <a:pt x="34" y="66"/>
                  </a:lnTo>
                  <a:lnTo>
                    <a:pt x="36" y="69"/>
                  </a:lnTo>
                  <a:lnTo>
                    <a:pt x="36" y="70"/>
                  </a:lnTo>
                  <a:lnTo>
                    <a:pt x="37" y="72"/>
                  </a:lnTo>
                  <a:lnTo>
                    <a:pt x="37" y="73"/>
                  </a:lnTo>
                  <a:lnTo>
                    <a:pt x="37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40" y="79"/>
                  </a:lnTo>
                  <a:lnTo>
                    <a:pt x="40" y="80"/>
                  </a:lnTo>
                  <a:lnTo>
                    <a:pt x="40" y="82"/>
                  </a:lnTo>
                  <a:lnTo>
                    <a:pt x="41" y="83"/>
                  </a:lnTo>
                  <a:lnTo>
                    <a:pt x="41" y="85"/>
                  </a:lnTo>
                  <a:lnTo>
                    <a:pt x="43" y="86"/>
                  </a:lnTo>
                  <a:lnTo>
                    <a:pt x="43" y="88"/>
                  </a:lnTo>
                  <a:lnTo>
                    <a:pt x="43" y="89"/>
                  </a:lnTo>
                  <a:lnTo>
                    <a:pt x="44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101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6"/>
                  </a:lnTo>
                  <a:lnTo>
                    <a:pt x="50" y="108"/>
                  </a:lnTo>
                  <a:lnTo>
                    <a:pt x="51" y="111"/>
                  </a:lnTo>
                  <a:lnTo>
                    <a:pt x="53" y="114"/>
                  </a:lnTo>
                  <a:lnTo>
                    <a:pt x="53" y="115"/>
                  </a:lnTo>
                  <a:lnTo>
                    <a:pt x="54" y="118"/>
                  </a:lnTo>
                  <a:lnTo>
                    <a:pt x="54" y="119"/>
                  </a:lnTo>
                  <a:lnTo>
                    <a:pt x="56" y="121"/>
                  </a:lnTo>
                  <a:lnTo>
                    <a:pt x="56" y="124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9" y="128"/>
                  </a:lnTo>
                  <a:lnTo>
                    <a:pt x="59" y="129"/>
                  </a:lnTo>
                  <a:lnTo>
                    <a:pt x="59" y="131"/>
                  </a:lnTo>
                  <a:lnTo>
                    <a:pt x="60" y="132"/>
                  </a:lnTo>
                  <a:lnTo>
                    <a:pt x="60" y="134"/>
                  </a:lnTo>
                  <a:lnTo>
                    <a:pt x="62" y="135"/>
                  </a:lnTo>
                  <a:lnTo>
                    <a:pt x="62" y="137"/>
                  </a:lnTo>
                  <a:lnTo>
                    <a:pt x="62" y="138"/>
                  </a:lnTo>
                  <a:lnTo>
                    <a:pt x="62" y="140"/>
                  </a:lnTo>
                  <a:lnTo>
                    <a:pt x="63" y="141"/>
                  </a:lnTo>
                  <a:lnTo>
                    <a:pt x="63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4" y="147"/>
                  </a:lnTo>
                  <a:lnTo>
                    <a:pt x="66" y="150"/>
                  </a:lnTo>
                  <a:lnTo>
                    <a:pt x="66" y="151"/>
                  </a:lnTo>
                  <a:lnTo>
                    <a:pt x="66" y="153"/>
                  </a:lnTo>
                  <a:lnTo>
                    <a:pt x="67" y="154"/>
                  </a:lnTo>
                  <a:lnTo>
                    <a:pt x="67" y="157"/>
                  </a:lnTo>
                  <a:lnTo>
                    <a:pt x="69" y="158"/>
                  </a:lnTo>
                  <a:lnTo>
                    <a:pt x="69" y="161"/>
                  </a:lnTo>
                  <a:lnTo>
                    <a:pt x="70" y="163"/>
                  </a:lnTo>
                  <a:lnTo>
                    <a:pt x="70" y="165"/>
                  </a:lnTo>
                  <a:lnTo>
                    <a:pt x="72" y="167"/>
                  </a:lnTo>
                  <a:lnTo>
                    <a:pt x="72" y="170"/>
                  </a:lnTo>
                  <a:lnTo>
                    <a:pt x="73" y="171"/>
                  </a:lnTo>
                  <a:lnTo>
                    <a:pt x="73" y="173"/>
                  </a:lnTo>
                  <a:lnTo>
                    <a:pt x="73" y="176"/>
                  </a:lnTo>
                  <a:lnTo>
                    <a:pt x="75" y="177"/>
                  </a:lnTo>
                  <a:lnTo>
                    <a:pt x="75" y="178"/>
                  </a:lnTo>
                  <a:lnTo>
                    <a:pt x="75" y="180"/>
                  </a:lnTo>
                  <a:lnTo>
                    <a:pt x="76" y="181"/>
                  </a:lnTo>
                  <a:lnTo>
                    <a:pt x="76" y="183"/>
                  </a:lnTo>
                  <a:lnTo>
                    <a:pt x="76" y="184"/>
                  </a:lnTo>
                  <a:lnTo>
                    <a:pt x="76" y="186"/>
                  </a:lnTo>
                  <a:lnTo>
                    <a:pt x="77" y="187"/>
                  </a:lnTo>
                  <a:lnTo>
                    <a:pt x="77" y="189"/>
                  </a:lnTo>
                  <a:lnTo>
                    <a:pt x="79" y="190"/>
                  </a:lnTo>
                  <a:lnTo>
                    <a:pt x="79" y="191"/>
                  </a:lnTo>
                  <a:lnTo>
                    <a:pt x="79" y="193"/>
                  </a:lnTo>
                  <a:lnTo>
                    <a:pt x="79" y="194"/>
                  </a:lnTo>
                  <a:lnTo>
                    <a:pt x="80" y="196"/>
                  </a:lnTo>
                  <a:lnTo>
                    <a:pt x="80" y="197"/>
                  </a:lnTo>
                  <a:lnTo>
                    <a:pt x="80" y="199"/>
                  </a:lnTo>
                  <a:lnTo>
                    <a:pt x="82" y="200"/>
                  </a:lnTo>
                  <a:lnTo>
                    <a:pt x="82" y="202"/>
                  </a:lnTo>
                  <a:lnTo>
                    <a:pt x="82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9"/>
                  </a:lnTo>
                  <a:lnTo>
                    <a:pt x="85" y="210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7"/>
                  </a:lnTo>
                  <a:lnTo>
                    <a:pt x="88" y="220"/>
                  </a:lnTo>
                  <a:lnTo>
                    <a:pt x="88" y="222"/>
                  </a:lnTo>
                  <a:lnTo>
                    <a:pt x="89" y="223"/>
                  </a:lnTo>
                  <a:lnTo>
                    <a:pt x="89" y="226"/>
                  </a:lnTo>
                  <a:lnTo>
                    <a:pt x="89" y="228"/>
                  </a:lnTo>
                  <a:lnTo>
                    <a:pt x="90" y="229"/>
                  </a:lnTo>
                  <a:lnTo>
                    <a:pt x="90" y="230"/>
                  </a:lnTo>
                  <a:lnTo>
                    <a:pt x="90" y="232"/>
                  </a:lnTo>
                  <a:lnTo>
                    <a:pt x="92" y="233"/>
                  </a:lnTo>
                  <a:lnTo>
                    <a:pt x="92" y="235"/>
                  </a:lnTo>
                  <a:lnTo>
                    <a:pt x="92" y="236"/>
                  </a:lnTo>
                  <a:lnTo>
                    <a:pt x="92" y="238"/>
                  </a:lnTo>
                  <a:lnTo>
                    <a:pt x="93" y="239"/>
                  </a:lnTo>
                  <a:lnTo>
                    <a:pt x="93" y="241"/>
                  </a:lnTo>
                  <a:lnTo>
                    <a:pt x="93" y="242"/>
                  </a:lnTo>
                  <a:lnTo>
                    <a:pt x="93" y="243"/>
                  </a:lnTo>
                  <a:lnTo>
                    <a:pt x="93" y="245"/>
                  </a:lnTo>
                  <a:lnTo>
                    <a:pt x="95" y="246"/>
                  </a:lnTo>
                  <a:lnTo>
                    <a:pt x="95" y="248"/>
                  </a:lnTo>
                  <a:lnTo>
                    <a:pt x="95" y="249"/>
                  </a:lnTo>
                  <a:lnTo>
                    <a:pt x="95" y="251"/>
                  </a:lnTo>
                  <a:lnTo>
                    <a:pt x="95" y="252"/>
                  </a:lnTo>
                  <a:lnTo>
                    <a:pt x="95" y="254"/>
                  </a:lnTo>
                  <a:lnTo>
                    <a:pt x="95" y="255"/>
                  </a:lnTo>
                  <a:lnTo>
                    <a:pt x="95" y="256"/>
                  </a:lnTo>
                  <a:lnTo>
                    <a:pt x="95" y="258"/>
                  </a:lnTo>
                  <a:lnTo>
                    <a:pt x="95" y="259"/>
                  </a:lnTo>
                  <a:lnTo>
                    <a:pt x="96" y="262"/>
                  </a:lnTo>
                  <a:lnTo>
                    <a:pt x="96" y="264"/>
                  </a:lnTo>
                  <a:lnTo>
                    <a:pt x="96" y="266"/>
                  </a:lnTo>
                  <a:lnTo>
                    <a:pt x="96" y="268"/>
                  </a:lnTo>
                  <a:lnTo>
                    <a:pt x="96" y="269"/>
                  </a:lnTo>
                  <a:lnTo>
                    <a:pt x="96" y="271"/>
                  </a:lnTo>
                  <a:lnTo>
                    <a:pt x="96" y="274"/>
                  </a:lnTo>
                  <a:lnTo>
                    <a:pt x="96" y="275"/>
                  </a:lnTo>
                  <a:lnTo>
                    <a:pt x="98" y="277"/>
                  </a:lnTo>
                  <a:lnTo>
                    <a:pt x="98" y="278"/>
                  </a:lnTo>
                  <a:lnTo>
                    <a:pt x="98" y="279"/>
                  </a:lnTo>
                  <a:lnTo>
                    <a:pt x="98" y="281"/>
                  </a:lnTo>
                  <a:lnTo>
                    <a:pt x="98" y="282"/>
                  </a:lnTo>
                  <a:lnTo>
                    <a:pt x="98" y="284"/>
                  </a:lnTo>
                  <a:lnTo>
                    <a:pt x="98" y="285"/>
                  </a:lnTo>
                  <a:lnTo>
                    <a:pt x="98" y="287"/>
                  </a:lnTo>
                  <a:lnTo>
                    <a:pt x="98" y="288"/>
                  </a:lnTo>
                  <a:lnTo>
                    <a:pt x="99" y="290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4"/>
                  </a:lnTo>
                  <a:lnTo>
                    <a:pt x="99" y="295"/>
                  </a:lnTo>
                  <a:lnTo>
                    <a:pt x="99" y="297"/>
                  </a:lnTo>
                  <a:lnTo>
                    <a:pt x="101" y="298"/>
                  </a:lnTo>
                  <a:lnTo>
                    <a:pt x="101" y="300"/>
                  </a:lnTo>
                  <a:lnTo>
                    <a:pt x="101" y="301"/>
                  </a:lnTo>
                  <a:lnTo>
                    <a:pt x="101" y="303"/>
                  </a:lnTo>
                  <a:lnTo>
                    <a:pt x="101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2" y="310"/>
                  </a:lnTo>
                  <a:lnTo>
                    <a:pt x="102" y="311"/>
                  </a:lnTo>
                  <a:lnTo>
                    <a:pt x="102" y="313"/>
                  </a:lnTo>
                  <a:lnTo>
                    <a:pt x="102" y="314"/>
                  </a:lnTo>
                  <a:lnTo>
                    <a:pt x="102" y="316"/>
                  </a:lnTo>
                  <a:lnTo>
                    <a:pt x="102" y="317"/>
                  </a:lnTo>
                  <a:lnTo>
                    <a:pt x="102" y="318"/>
                  </a:lnTo>
                  <a:lnTo>
                    <a:pt x="102" y="320"/>
                  </a:lnTo>
                  <a:lnTo>
                    <a:pt x="102" y="321"/>
                  </a:lnTo>
                  <a:lnTo>
                    <a:pt x="102" y="323"/>
                  </a:lnTo>
                  <a:lnTo>
                    <a:pt x="102" y="324"/>
                  </a:lnTo>
                  <a:lnTo>
                    <a:pt x="102" y="326"/>
                  </a:lnTo>
                  <a:lnTo>
                    <a:pt x="102" y="329"/>
                  </a:lnTo>
                  <a:lnTo>
                    <a:pt x="102" y="330"/>
                  </a:lnTo>
                  <a:lnTo>
                    <a:pt x="102" y="331"/>
                  </a:lnTo>
                  <a:lnTo>
                    <a:pt x="102" y="334"/>
                  </a:lnTo>
                  <a:lnTo>
                    <a:pt x="102" y="336"/>
                  </a:lnTo>
                  <a:lnTo>
                    <a:pt x="102" y="339"/>
                  </a:lnTo>
                  <a:lnTo>
                    <a:pt x="102" y="342"/>
                  </a:lnTo>
                  <a:lnTo>
                    <a:pt x="101" y="34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1" name="Freeform 129">
              <a:extLst>
                <a:ext uri="{FF2B5EF4-FFF2-40B4-BE49-F238E27FC236}">
                  <a16:creationId xmlns:a16="http://schemas.microsoft.com/office/drawing/2014/main" id="{6AEC7D35-785D-490B-B138-AD07E5FAE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3914775"/>
              <a:ext cx="80962" cy="273050"/>
            </a:xfrm>
            <a:custGeom>
              <a:avLst/>
              <a:gdLst>
                <a:gd name="T0" fmla="*/ 2147483646 w 102"/>
                <a:gd name="T1" fmla="*/ 2147483646 h 343"/>
                <a:gd name="T2" fmla="*/ 2147483646 w 102"/>
                <a:gd name="T3" fmla="*/ 2147483646 h 343"/>
                <a:gd name="T4" fmla="*/ 2147483646 w 102"/>
                <a:gd name="T5" fmla="*/ 2147483646 h 343"/>
                <a:gd name="T6" fmla="*/ 2147483646 w 102"/>
                <a:gd name="T7" fmla="*/ 2147483646 h 343"/>
                <a:gd name="T8" fmla="*/ 2147483646 w 102"/>
                <a:gd name="T9" fmla="*/ 2147483646 h 343"/>
                <a:gd name="T10" fmla="*/ 2147483646 w 102"/>
                <a:gd name="T11" fmla="*/ 2147483646 h 343"/>
                <a:gd name="T12" fmla="*/ 2147483646 w 102"/>
                <a:gd name="T13" fmla="*/ 2147483646 h 343"/>
                <a:gd name="T14" fmla="*/ 2147483646 w 102"/>
                <a:gd name="T15" fmla="*/ 2147483646 h 343"/>
                <a:gd name="T16" fmla="*/ 2147483646 w 102"/>
                <a:gd name="T17" fmla="*/ 2147483646 h 343"/>
                <a:gd name="T18" fmla="*/ 2147483646 w 102"/>
                <a:gd name="T19" fmla="*/ 2147483646 h 343"/>
                <a:gd name="T20" fmla="*/ 2147483646 w 102"/>
                <a:gd name="T21" fmla="*/ 2147483646 h 343"/>
                <a:gd name="T22" fmla="*/ 2147483646 w 102"/>
                <a:gd name="T23" fmla="*/ 2147483646 h 343"/>
                <a:gd name="T24" fmla="*/ 2147483646 w 102"/>
                <a:gd name="T25" fmla="*/ 2147483646 h 343"/>
                <a:gd name="T26" fmla="*/ 2147483646 w 102"/>
                <a:gd name="T27" fmla="*/ 2147483646 h 343"/>
                <a:gd name="T28" fmla="*/ 2147483646 w 102"/>
                <a:gd name="T29" fmla="*/ 2147483646 h 343"/>
                <a:gd name="T30" fmla="*/ 2147483646 w 102"/>
                <a:gd name="T31" fmla="*/ 2147483646 h 343"/>
                <a:gd name="T32" fmla="*/ 2147483646 w 102"/>
                <a:gd name="T33" fmla="*/ 2147483646 h 343"/>
                <a:gd name="T34" fmla="*/ 2147483646 w 102"/>
                <a:gd name="T35" fmla="*/ 2147483646 h 343"/>
                <a:gd name="T36" fmla="*/ 2147483646 w 102"/>
                <a:gd name="T37" fmla="*/ 2147483646 h 343"/>
                <a:gd name="T38" fmla="*/ 2147483646 w 102"/>
                <a:gd name="T39" fmla="*/ 2147483646 h 343"/>
                <a:gd name="T40" fmla="*/ 2147483646 w 102"/>
                <a:gd name="T41" fmla="*/ 2147483646 h 343"/>
                <a:gd name="T42" fmla="*/ 2147483646 w 102"/>
                <a:gd name="T43" fmla="*/ 2147483646 h 343"/>
                <a:gd name="T44" fmla="*/ 2147483646 w 102"/>
                <a:gd name="T45" fmla="*/ 2147483646 h 343"/>
                <a:gd name="T46" fmla="*/ 2147483646 w 102"/>
                <a:gd name="T47" fmla="*/ 2147483646 h 343"/>
                <a:gd name="T48" fmla="*/ 2147483646 w 102"/>
                <a:gd name="T49" fmla="*/ 2147483646 h 343"/>
                <a:gd name="T50" fmla="*/ 2147483646 w 102"/>
                <a:gd name="T51" fmla="*/ 2147483646 h 343"/>
                <a:gd name="T52" fmla="*/ 2147483646 w 102"/>
                <a:gd name="T53" fmla="*/ 2147483646 h 343"/>
                <a:gd name="T54" fmla="*/ 2147483646 w 102"/>
                <a:gd name="T55" fmla="*/ 2147483646 h 343"/>
                <a:gd name="T56" fmla="*/ 2147483646 w 102"/>
                <a:gd name="T57" fmla="*/ 2147483646 h 343"/>
                <a:gd name="T58" fmla="*/ 2147483646 w 102"/>
                <a:gd name="T59" fmla="*/ 2147483646 h 343"/>
                <a:gd name="T60" fmla="*/ 2147483646 w 102"/>
                <a:gd name="T61" fmla="*/ 2147483646 h 343"/>
                <a:gd name="T62" fmla="*/ 2147483646 w 102"/>
                <a:gd name="T63" fmla="*/ 2147483646 h 343"/>
                <a:gd name="T64" fmla="*/ 2147483646 w 102"/>
                <a:gd name="T65" fmla="*/ 2147483646 h 343"/>
                <a:gd name="T66" fmla="*/ 2147483646 w 102"/>
                <a:gd name="T67" fmla="*/ 2147483646 h 343"/>
                <a:gd name="T68" fmla="*/ 2147483646 w 102"/>
                <a:gd name="T69" fmla="*/ 2147483646 h 343"/>
                <a:gd name="T70" fmla="*/ 2147483646 w 102"/>
                <a:gd name="T71" fmla="*/ 2147483646 h 343"/>
                <a:gd name="T72" fmla="*/ 2147483646 w 102"/>
                <a:gd name="T73" fmla="*/ 2147483646 h 343"/>
                <a:gd name="T74" fmla="*/ 2147483646 w 102"/>
                <a:gd name="T75" fmla="*/ 2147483646 h 343"/>
                <a:gd name="T76" fmla="*/ 2147483646 w 102"/>
                <a:gd name="T77" fmla="*/ 2147483646 h 343"/>
                <a:gd name="T78" fmla="*/ 2147483646 w 102"/>
                <a:gd name="T79" fmla="*/ 2147483646 h 343"/>
                <a:gd name="T80" fmla="*/ 2147483646 w 102"/>
                <a:gd name="T81" fmla="*/ 2147483646 h 343"/>
                <a:gd name="T82" fmla="*/ 2147483646 w 102"/>
                <a:gd name="T83" fmla="*/ 2147483646 h 343"/>
                <a:gd name="T84" fmla="*/ 2147483646 w 102"/>
                <a:gd name="T85" fmla="*/ 2147483646 h 343"/>
                <a:gd name="T86" fmla="*/ 2147483646 w 102"/>
                <a:gd name="T87" fmla="*/ 2147483646 h 343"/>
                <a:gd name="T88" fmla="*/ 2147483646 w 102"/>
                <a:gd name="T89" fmla="*/ 2147483646 h 343"/>
                <a:gd name="T90" fmla="*/ 2147483646 w 102"/>
                <a:gd name="T91" fmla="*/ 2147483646 h 343"/>
                <a:gd name="T92" fmla="*/ 2147483646 w 102"/>
                <a:gd name="T93" fmla="*/ 2147483646 h 343"/>
                <a:gd name="T94" fmla="*/ 2147483646 w 102"/>
                <a:gd name="T95" fmla="*/ 2147483646 h 343"/>
                <a:gd name="T96" fmla="*/ 2147483646 w 102"/>
                <a:gd name="T97" fmla="*/ 2147483646 h 343"/>
                <a:gd name="T98" fmla="*/ 2147483646 w 102"/>
                <a:gd name="T99" fmla="*/ 2147483646 h 343"/>
                <a:gd name="T100" fmla="*/ 2147483646 w 102"/>
                <a:gd name="T101" fmla="*/ 2147483646 h 343"/>
                <a:gd name="T102" fmla="*/ 2147483646 w 102"/>
                <a:gd name="T103" fmla="*/ 2147483646 h 343"/>
                <a:gd name="T104" fmla="*/ 2147483646 w 102"/>
                <a:gd name="T105" fmla="*/ 2147483646 h 343"/>
                <a:gd name="T106" fmla="*/ 2147483646 w 102"/>
                <a:gd name="T107" fmla="*/ 2147483646 h 343"/>
                <a:gd name="T108" fmla="*/ 2147483646 w 102"/>
                <a:gd name="T109" fmla="*/ 2147483646 h 343"/>
                <a:gd name="T110" fmla="*/ 2147483646 w 102"/>
                <a:gd name="T111" fmla="*/ 2147483646 h 343"/>
                <a:gd name="T112" fmla="*/ 2147483646 w 102"/>
                <a:gd name="T113" fmla="*/ 2147483646 h 34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3"/>
                <a:gd name="T173" fmla="*/ 102 w 102"/>
                <a:gd name="T174" fmla="*/ 343 h 34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3">
                  <a:moveTo>
                    <a:pt x="0" y="343"/>
                  </a:moveTo>
                  <a:lnTo>
                    <a:pt x="2" y="341"/>
                  </a:lnTo>
                  <a:lnTo>
                    <a:pt x="4" y="336"/>
                  </a:lnTo>
                  <a:lnTo>
                    <a:pt x="7" y="333"/>
                  </a:lnTo>
                  <a:lnTo>
                    <a:pt x="8" y="330"/>
                  </a:lnTo>
                  <a:lnTo>
                    <a:pt x="10" y="328"/>
                  </a:lnTo>
                  <a:lnTo>
                    <a:pt x="11" y="325"/>
                  </a:lnTo>
                  <a:lnTo>
                    <a:pt x="13" y="322"/>
                  </a:lnTo>
                  <a:lnTo>
                    <a:pt x="14" y="320"/>
                  </a:lnTo>
                  <a:lnTo>
                    <a:pt x="15" y="317"/>
                  </a:lnTo>
                  <a:lnTo>
                    <a:pt x="17" y="316"/>
                  </a:lnTo>
                  <a:lnTo>
                    <a:pt x="17" y="313"/>
                  </a:lnTo>
                  <a:lnTo>
                    <a:pt x="18" y="312"/>
                  </a:lnTo>
                  <a:lnTo>
                    <a:pt x="20" y="310"/>
                  </a:lnTo>
                  <a:lnTo>
                    <a:pt x="20" y="309"/>
                  </a:lnTo>
                  <a:lnTo>
                    <a:pt x="21" y="306"/>
                  </a:lnTo>
                  <a:lnTo>
                    <a:pt x="21" y="304"/>
                  </a:lnTo>
                  <a:lnTo>
                    <a:pt x="23" y="303"/>
                  </a:lnTo>
                  <a:lnTo>
                    <a:pt x="23" y="302"/>
                  </a:lnTo>
                  <a:lnTo>
                    <a:pt x="24" y="300"/>
                  </a:lnTo>
                  <a:lnTo>
                    <a:pt x="24" y="299"/>
                  </a:lnTo>
                  <a:lnTo>
                    <a:pt x="26" y="299"/>
                  </a:lnTo>
                  <a:lnTo>
                    <a:pt x="26" y="297"/>
                  </a:lnTo>
                  <a:lnTo>
                    <a:pt x="27" y="296"/>
                  </a:lnTo>
                  <a:lnTo>
                    <a:pt x="27" y="294"/>
                  </a:lnTo>
                  <a:lnTo>
                    <a:pt x="28" y="293"/>
                  </a:lnTo>
                  <a:lnTo>
                    <a:pt x="28" y="291"/>
                  </a:lnTo>
                  <a:lnTo>
                    <a:pt x="28" y="290"/>
                  </a:lnTo>
                  <a:lnTo>
                    <a:pt x="30" y="289"/>
                  </a:lnTo>
                  <a:lnTo>
                    <a:pt x="30" y="286"/>
                  </a:lnTo>
                  <a:lnTo>
                    <a:pt x="31" y="284"/>
                  </a:lnTo>
                  <a:lnTo>
                    <a:pt x="33" y="283"/>
                  </a:lnTo>
                  <a:lnTo>
                    <a:pt x="33" y="281"/>
                  </a:lnTo>
                  <a:lnTo>
                    <a:pt x="34" y="278"/>
                  </a:lnTo>
                  <a:lnTo>
                    <a:pt x="34" y="277"/>
                  </a:lnTo>
                  <a:lnTo>
                    <a:pt x="36" y="276"/>
                  </a:lnTo>
                  <a:lnTo>
                    <a:pt x="36" y="274"/>
                  </a:lnTo>
                  <a:lnTo>
                    <a:pt x="37" y="273"/>
                  </a:lnTo>
                  <a:lnTo>
                    <a:pt x="37" y="271"/>
                  </a:lnTo>
                  <a:lnTo>
                    <a:pt x="37" y="270"/>
                  </a:lnTo>
                  <a:lnTo>
                    <a:pt x="38" y="268"/>
                  </a:lnTo>
                  <a:lnTo>
                    <a:pt x="38" y="267"/>
                  </a:lnTo>
                  <a:lnTo>
                    <a:pt x="38" y="265"/>
                  </a:lnTo>
                  <a:lnTo>
                    <a:pt x="40" y="264"/>
                  </a:lnTo>
                  <a:lnTo>
                    <a:pt x="40" y="263"/>
                  </a:lnTo>
                  <a:lnTo>
                    <a:pt x="41" y="261"/>
                  </a:lnTo>
                  <a:lnTo>
                    <a:pt x="41" y="260"/>
                  </a:lnTo>
                  <a:lnTo>
                    <a:pt x="41" y="258"/>
                  </a:lnTo>
                  <a:lnTo>
                    <a:pt x="43" y="257"/>
                  </a:lnTo>
                  <a:lnTo>
                    <a:pt x="43" y="255"/>
                  </a:lnTo>
                  <a:lnTo>
                    <a:pt x="44" y="254"/>
                  </a:lnTo>
                  <a:lnTo>
                    <a:pt x="44" y="252"/>
                  </a:lnTo>
                  <a:lnTo>
                    <a:pt x="44" y="251"/>
                  </a:lnTo>
                  <a:lnTo>
                    <a:pt x="46" y="250"/>
                  </a:lnTo>
                  <a:lnTo>
                    <a:pt x="46" y="248"/>
                  </a:lnTo>
                  <a:lnTo>
                    <a:pt x="46" y="247"/>
                  </a:lnTo>
                  <a:lnTo>
                    <a:pt x="47" y="245"/>
                  </a:lnTo>
                  <a:lnTo>
                    <a:pt x="47" y="244"/>
                  </a:lnTo>
                  <a:lnTo>
                    <a:pt x="49" y="241"/>
                  </a:lnTo>
                  <a:lnTo>
                    <a:pt x="49" y="240"/>
                  </a:lnTo>
                  <a:lnTo>
                    <a:pt x="50" y="238"/>
                  </a:lnTo>
                  <a:lnTo>
                    <a:pt x="50" y="235"/>
                  </a:lnTo>
                  <a:lnTo>
                    <a:pt x="51" y="232"/>
                  </a:lnTo>
                  <a:lnTo>
                    <a:pt x="53" y="231"/>
                  </a:lnTo>
                  <a:lnTo>
                    <a:pt x="53" y="228"/>
                  </a:lnTo>
                  <a:lnTo>
                    <a:pt x="54" y="227"/>
                  </a:lnTo>
                  <a:lnTo>
                    <a:pt x="54" y="224"/>
                  </a:lnTo>
                  <a:lnTo>
                    <a:pt x="56" y="222"/>
                  </a:lnTo>
                  <a:lnTo>
                    <a:pt x="56" y="221"/>
                  </a:lnTo>
                  <a:lnTo>
                    <a:pt x="57" y="219"/>
                  </a:lnTo>
                  <a:lnTo>
                    <a:pt x="57" y="218"/>
                  </a:lnTo>
                  <a:lnTo>
                    <a:pt x="59" y="216"/>
                  </a:lnTo>
                  <a:lnTo>
                    <a:pt x="59" y="215"/>
                  </a:lnTo>
                  <a:lnTo>
                    <a:pt x="59" y="214"/>
                  </a:lnTo>
                  <a:lnTo>
                    <a:pt x="60" y="212"/>
                  </a:lnTo>
                  <a:lnTo>
                    <a:pt x="60" y="211"/>
                  </a:lnTo>
                  <a:lnTo>
                    <a:pt x="60" y="209"/>
                  </a:lnTo>
                  <a:lnTo>
                    <a:pt x="62" y="208"/>
                  </a:lnTo>
                  <a:lnTo>
                    <a:pt x="62" y="206"/>
                  </a:lnTo>
                  <a:lnTo>
                    <a:pt x="62" y="205"/>
                  </a:lnTo>
                  <a:lnTo>
                    <a:pt x="63" y="203"/>
                  </a:lnTo>
                  <a:lnTo>
                    <a:pt x="63" y="202"/>
                  </a:lnTo>
                  <a:lnTo>
                    <a:pt x="63" y="201"/>
                  </a:lnTo>
                  <a:lnTo>
                    <a:pt x="64" y="199"/>
                  </a:lnTo>
                  <a:lnTo>
                    <a:pt x="64" y="198"/>
                  </a:lnTo>
                  <a:lnTo>
                    <a:pt x="64" y="196"/>
                  </a:lnTo>
                  <a:lnTo>
                    <a:pt x="66" y="195"/>
                  </a:lnTo>
                  <a:lnTo>
                    <a:pt x="66" y="193"/>
                  </a:lnTo>
                  <a:lnTo>
                    <a:pt x="66" y="190"/>
                  </a:lnTo>
                  <a:lnTo>
                    <a:pt x="67" y="189"/>
                  </a:lnTo>
                  <a:lnTo>
                    <a:pt x="67" y="188"/>
                  </a:lnTo>
                  <a:lnTo>
                    <a:pt x="69" y="185"/>
                  </a:lnTo>
                  <a:lnTo>
                    <a:pt x="69" y="183"/>
                  </a:lnTo>
                  <a:lnTo>
                    <a:pt x="70" y="180"/>
                  </a:lnTo>
                  <a:lnTo>
                    <a:pt x="70" y="179"/>
                  </a:lnTo>
                  <a:lnTo>
                    <a:pt x="72" y="176"/>
                  </a:lnTo>
                  <a:lnTo>
                    <a:pt x="72" y="175"/>
                  </a:lnTo>
                  <a:lnTo>
                    <a:pt x="73" y="172"/>
                  </a:lnTo>
                  <a:lnTo>
                    <a:pt x="73" y="170"/>
                  </a:lnTo>
                  <a:lnTo>
                    <a:pt x="73" y="169"/>
                  </a:lnTo>
                  <a:lnTo>
                    <a:pt x="75" y="167"/>
                  </a:lnTo>
                  <a:lnTo>
                    <a:pt x="75" y="164"/>
                  </a:lnTo>
                  <a:lnTo>
                    <a:pt x="75" y="163"/>
                  </a:lnTo>
                  <a:lnTo>
                    <a:pt x="76" y="162"/>
                  </a:lnTo>
                  <a:lnTo>
                    <a:pt x="76" y="160"/>
                  </a:lnTo>
                  <a:lnTo>
                    <a:pt x="76" y="159"/>
                  </a:lnTo>
                  <a:lnTo>
                    <a:pt x="77" y="157"/>
                  </a:lnTo>
                  <a:lnTo>
                    <a:pt x="77" y="156"/>
                  </a:lnTo>
                  <a:lnTo>
                    <a:pt x="77" y="154"/>
                  </a:lnTo>
                  <a:lnTo>
                    <a:pt x="79" y="153"/>
                  </a:lnTo>
                  <a:lnTo>
                    <a:pt x="79" y="151"/>
                  </a:lnTo>
                  <a:lnTo>
                    <a:pt x="79" y="150"/>
                  </a:lnTo>
                  <a:lnTo>
                    <a:pt x="80" y="149"/>
                  </a:lnTo>
                  <a:lnTo>
                    <a:pt x="80" y="147"/>
                  </a:lnTo>
                  <a:lnTo>
                    <a:pt x="80" y="146"/>
                  </a:lnTo>
                  <a:lnTo>
                    <a:pt x="82" y="144"/>
                  </a:lnTo>
                  <a:lnTo>
                    <a:pt x="82" y="143"/>
                  </a:lnTo>
                  <a:lnTo>
                    <a:pt x="82" y="141"/>
                  </a:lnTo>
                  <a:lnTo>
                    <a:pt x="83" y="139"/>
                  </a:lnTo>
                  <a:lnTo>
                    <a:pt x="83" y="137"/>
                  </a:lnTo>
                  <a:lnTo>
                    <a:pt x="83" y="136"/>
                  </a:lnTo>
                  <a:lnTo>
                    <a:pt x="85" y="133"/>
                  </a:lnTo>
                  <a:lnTo>
                    <a:pt x="85" y="131"/>
                  </a:lnTo>
                  <a:lnTo>
                    <a:pt x="86" y="128"/>
                  </a:lnTo>
                  <a:lnTo>
                    <a:pt x="86" y="126"/>
                  </a:lnTo>
                  <a:lnTo>
                    <a:pt x="88" y="124"/>
                  </a:lnTo>
                  <a:lnTo>
                    <a:pt x="88" y="121"/>
                  </a:lnTo>
                  <a:lnTo>
                    <a:pt x="89" y="120"/>
                  </a:lnTo>
                  <a:lnTo>
                    <a:pt x="89" y="118"/>
                  </a:lnTo>
                  <a:lnTo>
                    <a:pt x="89" y="115"/>
                  </a:lnTo>
                  <a:lnTo>
                    <a:pt x="90" y="114"/>
                  </a:lnTo>
                  <a:lnTo>
                    <a:pt x="90" y="113"/>
                  </a:lnTo>
                  <a:lnTo>
                    <a:pt x="90" y="111"/>
                  </a:lnTo>
                  <a:lnTo>
                    <a:pt x="92" y="110"/>
                  </a:lnTo>
                  <a:lnTo>
                    <a:pt x="92" y="108"/>
                  </a:lnTo>
                  <a:lnTo>
                    <a:pt x="92" y="107"/>
                  </a:lnTo>
                  <a:lnTo>
                    <a:pt x="93" y="105"/>
                  </a:lnTo>
                  <a:lnTo>
                    <a:pt x="93" y="104"/>
                  </a:lnTo>
                  <a:lnTo>
                    <a:pt x="93" y="102"/>
                  </a:lnTo>
                  <a:lnTo>
                    <a:pt x="93" y="101"/>
                  </a:lnTo>
                  <a:lnTo>
                    <a:pt x="93" y="100"/>
                  </a:lnTo>
                  <a:lnTo>
                    <a:pt x="93" y="98"/>
                  </a:lnTo>
                  <a:lnTo>
                    <a:pt x="95" y="97"/>
                  </a:lnTo>
                  <a:lnTo>
                    <a:pt x="95" y="95"/>
                  </a:lnTo>
                  <a:lnTo>
                    <a:pt x="95" y="94"/>
                  </a:lnTo>
                  <a:lnTo>
                    <a:pt x="95" y="92"/>
                  </a:lnTo>
                  <a:lnTo>
                    <a:pt x="95" y="91"/>
                  </a:lnTo>
                  <a:lnTo>
                    <a:pt x="95" y="89"/>
                  </a:lnTo>
                  <a:lnTo>
                    <a:pt x="95" y="87"/>
                  </a:lnTo>
                  <a:lnTo>
                    <a:pt x="95" y="85"/>
                  </a:lnTo>
                  <a:lnTo>
                    <a:pt x="95" y="84"/>
                  </a:lnTo>
                  <a:lnTo>
                    <a:pt x="96" y="82"/>
                  </a:lnTo>
                  <a:lnTo>
                    <a:pt x="96" y="79"/>
                  </a:lnTo>
                  <a:lnTo>
                    <a:pt x="96" y="78"/>
                  </a:lnTo>
                  <a:lnTo>
                    <a:pt x="96" y="75"/>
                  </a:lnTo>
                  <a:lnTo>
                    <a:pt x="96" y="74"/>
                  </a:lnTo>
                  <a:lnTo>
                    <a:pt x="96" y="72"/>
                  </a:lnTo>
                  <a:lnTo>
                    <a:pt x="96" y="71"/>
                  </a:lnTo>
                  <a:lnTo>
                    <a:pt x="96" y="69"/>
                  </a:lnTo>
                  <a:lnTo>
                    <a:pt x="96" y="68"/>
                  </a:lnTo>
                  <a:lnTo>
                    <a:pt x="98" y="66"/>
                  </a:lnTo>
                  <a:lnTo>
                    <a:pt x="98" y="65"/>
                  </a:lnTo>
                  <a:lnTo>
                    <a:pt x="98" y="63"/>
                  </a:lnTo>
                  <a:lnTo>
                    <a:pt x="98" y="62"/>
                  </a:lnTo>
                  <a:lnTo>
                    <a:pt x="98" y="61"/>
                  </a:lnTo>
                  <a:lnTo>
                    <a:pt x="98" y="59"/>
                  </a:lnTo>
                  <a:lnTo>
                    <a:pt x="98" y="58"/>
                  </a:lnTo>
                  <a:lnTo>
                    <a:pt x="98" y="56"/>
                  </a:lnTo>
                  <a:lnTo>
                    <a:pt x="98" y="55"/>
                  </a:lnTo>
                  <a:lnTo>
                    <a:pt x="99" y="55"/>
                  </a:lnTo>
                  <a:lnTo>
                    <a:pt x="99" y="53"/>
                  </a:lnTo>
                  <a:lnTo>
                    <a:pt x="99" y="52"/>
                  </a:lnTo>
                  <a:lnTo>
                    <a:pt x="99" y="50"/>
                  </a:lnTo>
                  <a:lnTo>
                    <a:pt x="99" y="49"/>
                  </a:lnTo>
                  <a:lnTo>
                    <a:pt x="99" y="48"/>
                  </a:lnTo>
                  <a:lnTo>
                    <a:pt x="101" y="46"/>
                  </a:lnTo>
                  <a:lnTo>
                    <a:pt x="101" y="45"/>
                  </a:lnTo>
                  <a:lnTo>
                    <a:pt x="101" y="43"/>
                  </a:lnTo>
                  <a:lnTo>
                    <a:pt x="101" y="42"/>
                  </a:lnTo>
                  <a:lnTo>
                    <a:pt x="101" y="40"/>
                  </a:lnTo>
                  <a:lnTo>
                    <a:pt x="101" y="39"/>
                  </a:lnTo>
                  <a:lnTo>
                    <a:pt x="102" y="37"/>
                  </a:lnTo>
                  <a:lnTo>
                    <a:pt x="102" y="36"/>
                  </a:lnTo>
                  <a:lnTo>
                    <a:pt x="102" y="35"/>
                  </a:lnTo>
                  <a:lnTo>
                    <a:pt x="102" y="33"/>
                  </a:lnTo>
                  <a:lnTo>
                    <a:pt x="102" y="32"/>
                  </a:lnTo>
                  <a:lnTo>
                    <a:pt x="102" y="30"/>
                  </a:lnTo>
                  <a:lnTo>
                    <a:pt x="102" y="29"/>
                  </a:lnTo>
                  <a:lnTo>
                    <a:pt x="102" y="27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3"/>
                  </a:lnTo>
                  <a:lnTo>
                    <a:pt x="102" y="22"/>
                  </a:lnTo>
                  <a:lnTo>
                    <a:pt x="102" y="20"/>
                  </a:lnTo>
                  <a:lnTo>
                    <a:pt x="102" y="19"/>
                  </a:lnTo>
                  <a:lnTo>
                    <a:pt x="102" y="17"/>
                  </a:lnTo>
                  <a:lnTo>
                    <a:pt x="102" y="16"/>
                  </a:lnTo>
                  <a:lnTo>
                    <a:pt x="102" y="14"/>
                  </a:lnTo>
                  <a:lnTo>
                    <a:pt x="102" y="12"/>
                  </a:lnTo>
                  <a:lnTo>
                    <a:pt x="102" y="10"/>
                  </a:lnTo>
                  <a:lnTo>
                    <a:pt x="102" y="7"/>
                  </a:lnTo>
                  <a:lnTo>
                    <a:pt x="102" y="4"/>
                  </a:lnTo>
                  <a:lnTo>
                    <a:pt x="102" y="3"/>
                  </a:lnTo>
                  <a:lnTo>
                    <a:pt x="10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2" name="Line 130">
              <a:extLst>
                <a:ext uri="{FF2B5EF4-FFF2-40B4-BE49-F238E27FC236}">
                  <a16:creationId xmlns:a16="http://schemas.microsoft.com/office/drawing/2014/main" id="{990B3257-22BB-4DA5-80D6-364C9DC49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3789363"/>
              <a:ext cx="18097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693" name="Rectangle 131">
              <a:extLst>
                <a:ext uri="{FF2B5EF4-FFF2-40B4-BE49-F238E27FC236}">
                  <a16:creationId xmlns:a16="http://schemas.microsoft.com/office/drawing/2014/main" id="{525FB26C-73EF-4344-817E-BE593EF6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388143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4" name="Rectangle 132">
              <a:extLst>
                <a:ext uri="{FF2B5EF4-FFF2-40B4-BE49-F238E27FC236}">
                  <a16:creationId xmlns:a16="http://schemas.microsoft.com/office/drawing/2014/main" id="{9A371D45-5CBF-4CF0-A0DC-180E0F186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233863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5" name="Rectangle 133">
              <a:extLst>
                <a:ext uri="{FF2B5EF4-FFF2-40B4-BE49-F238E27FC236}">
                  <a16:creationId xmlns:a16="http://schemas.microsoft.com/office/drawing/2014/main" id="{E405EA8C-7E6A-44DC-A0E8-9A56A691C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433863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6" name="Rectangle 134">
              <a:extLst>
                <a:ext uri="{FF2B5EF4-FFF2-40B4-BE49-F238E27FC236}">
                  <a16:creationId xmlns:a16="http://schemas.microsoft.com/office/drawing/2014/main" id="{0FE03310-EE3B-4BB4-A792-2877FCC50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813300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7" name="Rectangle 135">
              <a:extLst>
                <a:ext uri="{FF2B5EF4-FFF2-40B4-BE49-F238E27FC236}">
                  <a16:creationId xmlns:a16="http://schemas.microsoft.com/office/drawing/2014/main" id="{289CF1CC-6F13-4725-B156-A2F138851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4918075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8" name="Rectangle 136">
              <a:extLst>
                <a:ext uri="{FF2B5EF4-FFF2-40B4-BE49-F238E27FC236}">
                  <a16:creationId xmlns:a16="http://schemas.microsoft.com/office/drawing/2014/main" id="{2091A2F2-BA1F-4AC3-A802-BE21C3551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38" y="4703763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6699" name="Line 137">
              <a:extLst>
                <a:ext uri="{FF2B5EF4-FFF2-40B4-BE49-F238E27FC236}">
                  <a16:creationId xmlns:a16="http://schemas.microsoft.com/office/drawing/2014/main" id="{17863A03-CD7E-4A4F-9022-5B22D988C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5100" y="4843463"/>
              <a:ext cx="7318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0" name="Freeform 138">
              <a:extLst>
                <a:ext uri="{FF2B5EF4-FFF2-40B4-BE49-F238E27FC236}">
                  <a16:creationId xmlns:a16="http://schemas.microsoft.com/office/drawing/2014/main" id="{863A919E-51E7-48D2-95A3-CE4525421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4567238"/>
              <a:ext cx="684213" cy="271462"/>
            </a:xfrm>
            <a:custGeom>
              <a:avLst/>
              <a:gdLst>
                <a:gd name="T0" fmla="*/ 2147483646 w 861"/>
                <a:gd name="T1" fmla="*/ 0 h 342"/>
                <a:gd name="T2" fmla="*/ 2147483646 w 861"/>
                <a:gd name="T3" fmla="*/ 0 h 342"/>
                <a:gd name="T4" fmla="*/ 2147483646 w 861"/>
                <a:gd name="T5" fmla="*/ 0 h 342"/>
                <a:gd name="T6" fmla="*/ 2147483646 w 861"/>
                <a:gd name="T7" fmla="*/ 0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4" y="0"/>
                  </a:lnTo>
                  <a:lnTo>
                    <a:pt x="167" y="0"/>
                  </a:lnTo>
                  <a:lnTo>
                    <a:pt x="189" y="0"/>
                  </a:lnTo>
                  <a:lnTo>
                    <a:pt x="209" y="0"/>
                  </a:lnTo>
                  <a:lnTo>
                    <a:pt x="228" y="0"/>
                  </a:lnTo>
                  <a:lnTo>
                    <a:pt x="245" y="0"/>
                  </a:lnTo>
                  <a:lnTo>
                    <a:pt x="261" y="0"/>
                  </a:lnTo>
                  <a:lnTo>
                    <a:pt x="275" y="0"/>
                  </a:lnTo>
                  <a:lnTo>
                    <a:pt x="288" y="0"/>
                  </a:lnTo>
                  <a:lnTo>
                    <a:pt x="300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29" y="0"/>
                  </a:lnTo>
                  <a:lnTo>
                    <a:pt x="336" y="0"/>
                  </a:lnTo>
                  <a:lnTo>
                    <a:pt x="343" y="0"/>
                  </a:lnTo>
                  <a:lnTo>
                    <a:pt x="349" y="0"/>
                  </a:lnTo>
                  <a:lnTo>
                    <a:pt x="355" y="0"/>
                  </a:lnTo>
                  <a:lnTo>
                    <a:pt x="359" y="0"/>
                  </a:lnTo>
                  <a:lnTo>
                    <a:pt x="363" y="0"/>
                  </a:lnTo>
                  <a:lnTo>
                    <a:pt x="368" y="0"/>
                  </a:lnTo>
                  <a:lnTo>
                    <a:pt x="370" y="0"/>
                  </a:lnTo>
                  <a:lnTo>
                    <a:pt x="373" y="0"/>
                  </a:lnTo>
                  <a:lnTo>
                    <a:pt x="376" y="0"/>
                  </a:lnTo>
                  <a:lnTo>
                    <a:pt x="379" y="0"/>
                  </a:lnTo>
                  <a:lnTo>
                    <a:pt x="381" y="2"/>
                  </a:lnTo>
                  <a:lnTo>
                    <a:pt x="383" y="2"/>
                  </a:lnTo>
                  <a:lnTo>
                    <a:pt x="385" y="2"/>
                  </a:lnTo>
                  <a:lnTo>
                    <a:pt x="388" y="2"/>
                  </a:lnTo>
                  <a:lnTo>
                    <a:pt x="391" y="2"/>
                  </a:lnTo>
                  <a:lnTo>
                    <a:pt x="392" y="2"/>
                  </a:ln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401" y="2"/>
                  </a:lnTo>
                  <a:lnTo>
                    <a:pt x="402" y="2"/>
                  </a:lnTo>
                  <a:lnTo>
                    <a:pt x="404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8" y="3"/>
                  </a:lnTo>
                  <a:lnTo>
                    <a:pt x="409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3"/>
                  </a:lnTo>
                  <a:lnTo>
                    <a:pt x="415" y="3"/>
                  </a:lnTo>
                  <a:lnTo>
                    <a:pt x="417" y="3"/>
                  </a:lnTo>
                  <a:lnTo>
                    <a:pt x="418" y="3"/>
                  </a:lnTo>
                  <a:lnTo>
                    <a:pt x="419" y="5"/>
                  </a:lnTo>
                  <a:lnTo>
                    <a:pt x="421" y="5"/>
                  </a:lnTo>
                  <a:lnTo>
                    <a:pt x="422" y="5"/>
                  </a:lnTo>
                  <a:lnTo>
                    <a:pt x="424" y="5"/>
                  </a:lnTo>
                  <a:lnTo>
                    <a:pt x="425" y="5"/>
                  </a:lnTo>
                  <a:lnTo>
                    <a:pt x="428" y="5"/>
                  </a:lnTo>
                  <a:lnTo>
                    <a:pt x="430" y="6"/>
                  </a:lnTo>
                  <a:lnTo>
                    <a:pt x="431" y="6"/>
                  </a:lnTo>
                  <a:lnTo>
                    <a:pt x="432" y="6"/>
                  </a:lnTo>
                  <a:lnTo>
                    <a:pt x="435" y="6"/>
                  </a:lnTo>
                  <a:lnTo>
                    <a:pt x="437" y="6"/>
                  </a:lnTo>
                  <a:lnTo>
                    <a:pt x="440" y="8"/>
                  </a:lnTo>
                  <a:lnTo>
                    <a:pt x="441" y="8"/>
                  </a:lnTo>
                  <a:lnTo>
                    <a:pt x="444" y="8"/>
                  </a:lnTo>
                  <a:lnTo>
                    <a:pt x="445" y="8"/>
                  </a:lnTo>
                  <a:lnTo>
                    <a:pt x="448" y="8"/>
                  </a:lnTo>
                  <a:lnTo>
                    <a:pt x="450" y="9"/>
                  </a:lnTo>
                  <a:lnTo>
                    <a:pt x="451" y="9"/>
                  </a:lnTo>
                  <a:lnTo>
                    <a:pt x="453" y="9"/>
                  </a:lnTo>
                  <a:lnTo>
                    <a:pt x="454" y="9"/>
                  </a:lnTo>
                  <a:lnTo>
                    <a:pt x="456" y="9"/>
                  </a:lnTo>
                  <a:lnTo>
                    <a:pt x="457" y="9"/>
                  </a:lnTo>
                  <a:lnTo>
                    <a:pt x="458" y="11"/>
                  </a:lnTo>
                  <a:lnTo>
                    <a:pt x="460" y="11"/>
                  </a:lnTo>
                  <a:lnTo>
                    <a:pt x="461" y="11"/>
                  </a:lnTo>
                  <a:lnTo>
                    <a:pt x="463" y="11"/>
                  </a:lnTo>
                  <a:lnTo>
                    <a:pt x="464" y="11"/>
                  </a:lnTo>
                  <a:lnTo>
                    <a:pt x="466" y="12"/>
                  </a:lnTo>
                  <a:lnTo>
                    <a:pt x="467" y="12"/>
                  </a:lnTo>
                  <a:lnTo>
                    <a:pt x="469" y="12"/>
                  </a:lnTo>
                  <a:lnTo>
                    <a:pt x="470" y="12"/>
                  </a:lnTo>
                  <a:lnTo>
                    <a:pt x="471" y="13"/>
                  </a:lnTo>
                  <a:lnTo>
                    <a:pt x="473" y="13"/>
                  </a:lnTo>
                  <a:lnTo>
                    <a:pt x="474" y="13"/>
                  </a:lnTo>
                  <a:lnTo>
                    <a:pt x="476" y="15"/>
                  </a:lnTo>
                  <a:lnTo>
                    <a:pt x="479" y="15"/>
                  </a:lnTo>
                  <a:lnTo>
                    <a:pt x="480" y="15"/>
                  </a:lnTo>
                  <a:lnTo>
                    <a:pt x="482" y="16"/>
                  </a:lnTo>
                  <a:lnTo>
                    <a:pt x="484" y="16"/>
                  </a:lnTo>
                  <a:lnTo>
                    <a:pt x="486" y="18"/>
                  </a:lnTo>
                  <a:lnTo>
                    <a:pt x="489" y="18"/>
                  </a:lnTo>
                  <a:lnTo>
                    <a:pt x="490" y="19"/>
                  </a:lnTo>
                  <a:lnTo>
                    <a:pt x="493" y="19"/>
                  </a:lnTo>
                  <a:lnTo>
                    <a:pt x="496" y="21"/>
                  </a:lnTo>
                  <a:lnTo>
                    <a:pt x="499" y="22"/>
                  </a:lnTo>
                  <a:lnTo>
                    <a:pt x="500" y="22"/>
                  </a:lnTo>
                  <a:lnTo>
                    <a:pt x="503" y="22"/>
                  </a:lnTo>
                  <a:lnTo>
                    <a:pt x="505" y="24"/>
                  </a:lnTo>
                  <a:lnTo>
                    <a:pt x="508" y="24"/>
                  </a:lnTo>
                  <a:lnTo>
                    <a:pt x="509" y="25"/>
                  </a:lnTo>
                  <a:lnTo>
                    <a:pt x="510" y="25"/>
                  </a:lnTo>
                  <a:lnTo>
                    <a:pt x="512" y="26"/>
                  </a:lnTo>
                  <a:lnTo>
                    <a:pt x="513" y="26"/>
                  </a:lnTo>
                  <a:lnTo>
                    <a:pt x="515" y="26"/>
                  </a:lnTo>
                  <a:lnTo>
                    <a:pt x="516" y="28"/>
                  </a:lnTo>
                  <a:lnTo>
                    <a:pt x="518" y="28"/>
                  </a:lnTo>
                  <a:lnTo>
                    <a:pt x="519" y="28"/>
                  </a:lnTo>
                  <a:lnTo>
                    <a:pt x="520" y="29"/>
                  </a:lnTo>
                  <a:lnTo>
                    <a:pt x="522" y="29"/>
                  </a:lnTo>
                  <a:lnTo>
                    <a:pt x="523" y="29"/>
                  </a:lnTo>
                  <a:lnTo>
                    <a:pt x="525" y="31"/>
                  </a:lnTo>
                  <a:lnTo>
                    <a:pt x="526" y="31"/>
                  </a:lnTo>
                  <a:lnTo>
                    <a:pt x="528" y="32"/>
                  </a:lnTo>
                  <a:lnTo>
                    <a:pt x="529" y="32"/>
                  </a:lnTo>
                  <a:lnTo>
                    <a:pt x="531" y="34"/>
                  </a:lnTo>
                  <a:lnTo>
                    <a:pt x="532" y="34"/>
                  </a:lnTo>
                  <a:lnTo>
                    <a:pt x="533" y="35"/>
                  </a:lnTo>
                  <a:lnTo>
                    <a:pt x="535" y="35"/>
                  </a:lnTo>
                  <a:lnTo>
                    <a:pt x="538" y="37"/>
                  </a:lnTo>
                  <a:lnTo>
                    <a:pt x="539" y="38"/>
                  </a:lnTo>
                  <a:lnTo>
                    <a:pt x="541" y="38"/>
                  </a:lnTo>
                  <a:lnTo>
                    <a:pt x="544" y="39"/>
                  </a:lnTo>
                  <a:lnTo>
                    <a:pt x="545" y="41"/>
                  </a:lnTo>
                  <a:lnTo>
                    <a:pt x="548" y="41"/>
                  </a:lnTo>
                  <a:lnTo>
                    <a:pt x="549" y="42"/>
                  </a:lnTo>
                  <a:lnTo>
                    <a:pt x="552" y="44"/>
                  </a:lnTo>
                  <a:lnTo>
                    <a:pt x="554" y="45"/>
                  </a:lnTo>
                  <a:lnTo>
                    <a:pt x="557" y="45"/>
                  </a:lnTo>
                  <a:lnTo>
                    <a:pt x="558" y="47"/>
                  </a:lnTo>
                  <a:lnTo>
                    <a:pt x="559" y="47"/>
                  </a:lnTo>
                  <a:lnTo>
                    <a:pt x="561" y="48"/>
                  </a:lnTo>
                  <a:lnTo>
                    <a:pt x="562" y="50"/>
                  </a:lnTo>
                  <a:lnTo>
                    <a:pt x="564" y="50"/>
                  </a:lnTo>
                  <a:lnTo>
                    <a:pt x="565" y="51"/>
                  </a:lnTo>
                  <a:lnTo>
                    <a:pt x="567" y="51"/>
                  </a:lnTo>
                  <a:lnTo>
                    <a:pt x="568" y="51"/>
                  </a:lnTo>
                  <a:lnTo>
                    <a:pt x="570" y="52"/>
                  </a:lnTo>
                  <a:lnTo>
                    <a:pt x="571" y="54"/>
                  </a:lnTo>
                  <a:lnTo>
                    <a:pt x="572" y="54"/>
                  </a:lnTo>
                  <a:lnTo>
                    <a:pt x="574" y="54"/>
                  </a:lnTo>
                  <a:lnTo>
                    <a:pt x="575" y="55"/>
                  </a:lnTo>
                  <a:lnTo>
                    <a:pt x="577" y="57"/>
                  </a:lnTo>
                  <a:lnTo>
                    <a:pt x="578" y="57"/>
                  </a:lnTo>
                  <a:lnTo>
                    <a:pt x="580" y="58"/>
                  </a:lnTo>
                  <a:lnTo>
                    <a:pt x="581" y="58"/>
                  </a:lnTo>
                  <a:lnTo>
                    <a:pt x="583" y="60"/>
                  </a:lnTo>
                  <a:lnTo>
                    <a:pt x="584" y="60"/>
                  </a:lnTo>
                  <a:lnTo>
                    <a:pt x="585" y="61"/>
                  </a:lnTo>
                  <a:lnTo>
                    <a:pt x="587" y="61"/>
                  </a:lnTo>
                  <a:lnTo>
                    <a:pt x="588" y="63"/>
                  </a:lnTo>
                  <a:lnTo>
                    <a:pt x="590" y="64"/>
                  </a:lnTo>
                  <a:lnTo>
                    <a:pt x="591" y="64"/>
                  </a:lnTo>
                  <a:lnTo>
                    <a:pt x="593" y="65"/>
                  </a:lnTo>
                  <a:lnTo>
                    <a:pt x="596" y="67"/>
                  </a:lnTo>
                  <a:lnTo>
                    <a:pt x="597" y="68"/>
                  </a:lnTo>
                  <a:lnTo>
                    <a:pt x="600" y="68"/>
                  </a:lnTo>
                  <a:lnTo>
                    <a:pt x="601" y="70"/>
                  </a:lnTo>
                  <a:lnTo>
                    <a:pt x="603" y="71"/>
                  </a:lnTo>
                  <a:lnTo>
                    <a:pt x="604" y="71"/>
                  </a:lnTo>
                  <a:lnTo>
                    <a:pt x="606" y="73"/>
                  </a:lnTo>
                  <a:lnTo>
                    <a:pt x="607" y="74"/>
                  </a:lnTo>
                  <a:lnTo>
                    <a:pt x="608" y="74"/>
                  </a:lnTo>
                  <a:lnTo>
                    <a:pt x="610" y="76"/>
                  </a:lnTo>
                  <a:lnTo>
                    <a:pt x="611" y="76"/>
                  </a:lnTo>
                  <a:lnTo>
                    <a:pt x="613" y="76"/>
                  </a:lnTo>
                  <a:lnTo>
                    <a:pt x="613" y="77"/>
                  </a:lnTo>
                  <a:lnTo>
                    <a:pt x="614" y="77"/>
                  </a:lnTo>
                  <a:lnTo>
                    <a:pt x="616" y="78"/>
                  </a:lnTo>
                  <a:lnTo>
                    <a:pt x="617" y="80"/>
                  </a:lnTo>
                  <a:lnTo>
                    <a:pt x="619" y="80"/>
                  </a:lnTo>
                  <a:lnTo>
                    <a:pt x="620" y="81"/>
                  </a:lnTo>
                  <a:lnTo>
                    <a:pt x="621" y="81"/>
                  </a:lnTo>
                  <a:lnTo>
                    <a:pt x="621" y="83"/>
                  </a:lnTo>
                  <a:lnTo>
                    <a:pt x="623" y="83"/>
                  </a:lnTo>
                  <a:lnTo>
                    <a:pt x="624" y="83"/>
                  </a:lnTo>
                  <a:lnTo>
                    <a:pt x="626" y="84"/>
                  </a:lnTo>
                  <a:lnTo>
                    <a:pt x="627" y="86"/>
                  </a:lnTo>
                  <a:lnTo>
                    <a:pt x="629" y="86"/>
                  </a:lnTo>
                  <a:lnTo>
                    <a:pt x="630" y="87"/>
                  </a:lnTo>
                  <a:lnTo>
                    <a:pt x="632" y="89"/>
                  </a:lnTo>
                  <a:lnTo>
                    <a:pt x="633" y="89"/>
                  </a:lnTo>
                  <a:lnTo>
                    <a:pt x="634" y="90"/>
                  </a:lnTo>
                  <a:lnTo>
                    <a:pt x="636" y="91"/>
                  </a:lnTo>
                  <a:lnTo>
                    <a:pt x="637" y="91"/>
                  </a:lnTo>
                  <a:lnTo>
                    <a:pt x="639" y="93"/>
                  </a:lnTo>
                  <a:lnTo>
                    <a:pt x="640" y="94"/>
                  </a:lnTo>
                  <a:lnTo>
                    <a:pt x="642" y="94"/>
                  </a:lnTo>
                  <a:lnTo>
                    <a:pt x="643" y="96"/>
                  </a:lnTo>
                  <a:lnTo>
                    <a:pt x="645" y="96"/>
                  </a:lnTo>
                  <a:lnTo>
                    <a:pt x="646" y="97"/>
                  </a:lnTo>
                  <a:lnTo>
                    <a:pt x="647" y="99"/>
                  </a:lnTo>
                  <a:lnTo>
                    <a:pt x="649" y="99"/>
                  </a:lnTo>
                  <a:lnTo>
                    <a:pt x="649" y="100"/>
                  </a:lnTo>
                  <a:lnTo>
                    <a:pt x="650" y="100"/>
                  </a:lnTo>
                  <a:lnTo>
                    <a:pt x="650" y="101"/>
                  </a:lnTo>
                  <a:lnTo>
                    <a:pt x="652" y="101"/>
                  </a:lnTo>
                  <a:lnTo>
                    <a:pt x="653" y="101"/>
                  </a:lnTo>
                  <a:lnTo>
                    <a:pt x="653" y="103"/>
                  </a:lnTo>
                  <a:lnTo>
                    <a:pt x="655" y="103"/>
                  </a:lnTo>
                  <a:lnTo>
                    <a:pt x="655" y="104"/>
                  </a:lnTo>
                  <a:lnTo>
                    <a:pt x="656" y="104"/>
                  </a:lnTo>
                  <a:lnTo>
                    <a:pt x="658" y="106"/>
                  </a:lnTo>
                  <a:lnTo>
                    <a:pt x="659" y="107"/>
                  </a:lnTo>
                  <a:lnTo>
                    <a:pt x="660" y="107"/>
                  </a:lnTo>
                  <a:lnTo>
                    <a:pt x="662" y="109"/>
                  </a:lnTo>
                  <a:lnTo>
                    <a:pt x="663" y="110"/>
                  </a:lnTo>
                  <a:lnTo>
                    <a:pt x="665" y="110"/>
                  </a:lnTo>
                  <a:lnTo>
                    <a:pt x="665" y="112"/>
                  </a:lnTo>
                  <a:lnTo>
                    <a:pt x="666" y="113"/>
                  </a:lnTo>
                  <a:lnTo>
                    <a:pt x="668" y="113"/>
                  </a:lnTo>
                  <a:lnTo>
                    <a:pt x="669" y="114"/>
                  </a:lnTo>
                  <a:lnTo>
                    <a:pt x="671" y="114"/>
                  </a:lnTo>
                  <a:lnTo>
                    <a:pt x="671" y="116"/>
                  </a:lnTo>
                  <a:lnTo>
                    <a:pt x="672" y="116"/>
                  </a:lnTo>
                  <a:lnTo>
                    <a:pt x="672" y="117"/>
                  </a:lnTo>
                  <a:lnTo>
                    <a:pt x="673" y="117"/>
                  </a:lnTo>
                  <a:lnTo>
                    <a:pt x="675" y="119"/>
                  </a:lnTo>
                  <a:lnTo>
                    <a:pt x="676" y="120"/>
                  </a:lnTo>
                  <a:lnTo>
                    <a:pt x="678" y="122"/>
                  </a:lnTo>
                  <a:lnTo>
                    <a:pt x="679" y="122"/>
                  </a:lnTo>
                  <a:lnTo>
                    <a:pt x="679" y="123"/>
                  </a:lnTo>
                  <a:lnTo>
                    <a:pt x="681" y="123"/>
                  </a:lnTo>
                  <a:lnTo>
                    <a:pt x="682" y="125"/>
                  </a:lnTo>
                  <a:lnTo>
                    <a:pt x="684" y="125"/>
                  </a:lnTo>
                  <a:lnTo>
                    <a:pt x="684" y="126"/>
                  </a:lnTo>
                  <a:lnTo>
                    <a:pt x="685" y="126"/>
                  </a:lnTo>
                  <a:lnTo>
                    <a:pt x="686" y="127"/>
                  </a:lnTo>
                  <a:lnTo>
                    <a:pt x="688" y="129"/>
                  </a:lnTo>
                  <a:lnTo>
                    <a:pt x="689" y="129"/>
                  </a:lnTo>
                  <a:lnTo>
                    <a:pt x="691" y="130"/>
                  </a:lnTo>
                  <a:lnTo>
                    <a:pt x="692" y="132"/>
                  </a:lnTo>
                  <a:lnTo>
                    <a:pt x="694" y="132"/>
                  </a:lnTo>
                  <a:lnTo>
                    <a:pt x="695" y="133"/>
                  </a:lnTo>
                  <a:lnTo>
                    <a:pt x="697" y="135"/>
                  </a:lnTo>
                  <a:lnTo>
                    <a:pt x="698" y="135"/>
                  </a:lnTo>
                  <a:lnTo>
                    <a:pt x="698" y="136"/>
                  </a:lnTo>
                  <a:lnTo>
                    <a:pt x="699" y="136"/>
                  </a:lnTo>
                  <a:lnTo>
                    <a:pt x="701" y="138"/>
                  </a:lnTo>
                  <a:lnTo>
                    <a:pt x="702" y="139"/>
                  </a:lnTo>
                  <a:lnTo>
                    <a:pt x="704" y="139"/>
                  </a:lnTo>
                  <a:lnTo>
                    <a:pt x="704" y="140"/>
                  </a:lnTo>
                  <a:lnTo>
                    <a:pt x="705" y="140"/>
                  </a:lnTo>
                  <a:lnTo>
                    <a:pt x="707" y="142"/>
                  </a:lnTo>
                  <a:lnTo>
                    <a:pt x="708" y="143"/>
                  </a:lnTo>
                  <a:lnTo>
                    <a:pt x="709" y="143"/>
                  </a:lnTo>
                  <a:lnTo>
                    <a:pt x="709" y="145"/>
                  </a:lnTo>
                  <a:lnTo>
                    <a:pt x="711" y="145"/>
                  </a:lnTo>
                  <a:lnTo>
                    <a:pt x="711" y="146"/>
                  </a:lnTo>
                  <a:lnTo>
                    <a:pt x="712" y="146"/>
                  </a:lnTo>
                  <a:lnTo>
                    <a:pt x="712" y="148"/>
                  </a:lnTo>
                  <a:lnTo>
                    <a:pt x="714" y="148"/>
                  </a:lnTo>
                  <a:lnTo>
                    <a:pt x="714" y="149"/>
                  </a:lnTo>
                  <a:lnTo>
                    <a:pt x="715" y="151"/>
                  </a:lnTo>
                  <a:lnTo>
                    <a:pt x="717" y="151"/>
                  </a:lnTo>
                  <a:lnTo>
                    <a:pt x="717" y="152"/>
                  </a:lnTo>
                  <a:lnTo>
                    <a:pt x="718" y="153"/>
                  </a:lnTo>
                  <a:lnTo>
                    <a:pt x="720" y="155"/>
                  </a:lnTo>
                  <a:lnTo>
                    <a:pt x="721" y="156"/>
                  </a:lnTo>
                  <a:lnTo>
                    <a:pt x="722" y="158"/>
                  </a:lnTo>
                  <a:lnTo>
                    <a:pt x="724" y="159"/>
                  </a:lnTo>
                  <a:lnTo>
                    <a:pt x="725" y="161"/>
                  </a:lnTo>
                  <a:lnTo>
                    <a:pt x="727" y="162"/>
                  </a:lnTo>
                  <a:lnTo>
                    <a:pt x="727" y="164"/>
                  </a:lnTo>
                  <a:lnTo>
                    <a:pt x="728" y="164"/>
                  </a:lnTo>
                  <a:lnTo>
                    <a:pt x="730" y="165"/>
                  </a:lnTo>
                  <a:lnTo>
                    <a:pt x="731" y="166"/>
                  </a:lnTo>
                  <a:lnTo>
                    <a:pt x="731" y="168"/>
                  </a:lnTo>
                  <a:lnTo>
                    <a:pt x="733" y="168"/>
                  </a:lnTo>
                  <a:lnTo>
                    <a:pt x="734" y="169"/>
                  </a:lnTo>
                  <a:lnTo>
                    <a:pt x="734" y="171"/>
                  </a:lnTo>
                  <a:lnTo>
                    <a:pt x="735" y="171"/>
                  </a:lnTo>
                  <a:lnTo>
                    <a:pt x="735" y="172"/>
                  </a:lnTo>
                  <a:lnTo>
                    <a:pt x="737" y="172"/>
                  </a:lnTo>
                  <a:lnTo>
                    <a:pt x="737" y="174"/>
                  </a:lnTo>
                  <a:lnTo>
                    <a:pt x="738" y="175"/>
                  </a:lnTo>
                  <a:lnTo>
                    <a:pt x="740" y="175"/>
                  </a:lnTo>
                  <a:lnTo>
                    <a:pt x="740" y="177"/>
                  </a:lnTo>
                  <a:lnTo>
                    <a:pt x="741" y="178"/>
                  </a:lnTo>
                  <a:lnTo>
                    <a:pt x="743" y="179"/>
                  </a:lnTo>
                  <a:lnTo>
                    <a:pt x="743" y="181"/>
                  </a:lnTo>
                  <a:lnTo>
                    <a:pt x="744" y="181"/>
                  </a:lnTo>
                  <a:lnTo>
                    <a:pt x="746" y="182"/>
                  </a:lnTo>
                  <a:lnTo>
                    <a:pt x="746" y="184"/>
                  </a:lnTo>
                  <a:lnTo>
                    <a:pt x="747" y="185"/>
                  </a:lnTo>
                  <a:lnTo>
                    <a:pt x="748" y="187"/>
                  </a:lnTo>
                  <a:lnTo>
                    <a:pt x="750" y="188"/>
                  </a:lnTo>
                  <a:lnTo>
                    <a:pt x="751" y="190"/>
                  </a:lnTo>
                  <a:lnTo>
                    <a:pt x="753" y="191"/>
                  </a:lnTo>
                  <a:lnTo>
                    <a:pt x="754" y="192"/>
                  </a:lnTo>
                  <a:lnTo>
                    <a:pt x="756" y="194"/>
                  </a:lnTo>
                  <a:lnTo>
                    <a:pt x="757" y="197"/>
                  </a:lnTo>
                  <a:lnTo>
                    <a:pt x="759" y="198"/>
                  </a:lnTo>
                  <a:lnTo>
                    <a:pt x="760" y="200"/>
                  </a:lnTo>
                  <a:lnTo>
                    <a:pt x="761" y="202"/>
                  </a:lnTo>
                  <a:lnTo>
                    <a:pt x="763" y="204"/>
                  </a:lnTo>
                  <a:lnTo>
                    <a:pt x="764" y="205"/>
                  </a:lnTo>
                  <a:lnTo>
                    <a:pt x="766" y="207"/>
                  </a:lnTo>
                  <a:lnTo>
                    <a:pt x="766" y="208"/>
                  </a:lnTo>
                  <a:lnTo>
                    <a:pt x="767" y="210"/>
                  </a:lnTo>
                  <a:lnTo>
                    <a:pt x="769" y="211"/>
                  </a:lnTo>
                  <a:lnTo>
                    <a:pt x="770" y="211"/>
                  </a:lnTo>
                  <a:lnTo>
                    <a:pt x="770" y="213"/>
                  </a:lnTo>
                  <a:lnTo>
                    <a:pt x="772" y="214"/>
                  </a:lnTo>
                  <a:lnTo>
                    <a:pt x="772" y="215"/>
                  </a:lnTo>
                  <a:lnTo>
                    <a:pt x="773" y="217"/>
                  </a:lnTo>
                  <a:lnTo>
                    <a:pt x="774" y="217"/>
                  </a:lnTo>
                  <a:lnTo>
                    <a:pt x="774" y="218"/>
                  </a:lnTo>
                  <a:lnTo>
                    <a:pt x="776" y="220"/>
                  </a:lnTo>
                  <a:lnTo>
                    <a:pt x="776" y="221"/>
                  </a:lnTo>
                  <a:lnTo>
                    <a:pt x="777" y="223"/>
                  </a:lnTo>
                  <a:lnTo>
                    <a:pt x="779" y="223"/>
                  </a:lnTo>
                  <a:lnTo>
                    <a:pt x="779" y="224"/>
                  </a:lnTo>
                  <a:lnTo>
                    <a:pt x="780" y="226"/>
                  </a:lnTo>
                  <a:lnTo>
                    <a:pt x="782" y="227"/>
                  </a:lnTo>
                  <a:lnTo>
                    <a:pt x="782" y="228"/>
                  </a:lnTo>
                  <a:lnTo>
                    <a:pt x="783" y="230"/>
                  </a:lnTo>
                  <a:lnTo>
                    <a:pt x="785" y="231"/>
                  </a:lnTo>
                  <a:lnTo>
                    <a:pt x="786" y="233"/>
                  </a:lnTo>
                  <a:lnTo>
                    <a:pt x="787" y="236"/>
                  </a:lnTo>
                  <a:lnTo>
                    <a:pt x="789" y="237"/>
                  </a:lnTo>
                  <a:lnTo>
                    <a:pt x="790" y="239"/>
                  </a:lnTo>
                  <a:lnTo>
                    <a:pt x="792" y="241"/>
                  </a:lnTo>
                  <a:lnTo>
                    <a:pt x="793" y="243"/>
                  </a:lnTo>
                  <a:lnTo>
                    <a:pt x="795" y="246"/>
                  </a:lnTo>
                  <a:lnTo>
                    <a:pt x="796" y="249"/>
                  </a:lnTo>
                  <a:lnTo>
                    <a:pt x="798" y="250"/>
                  </a:lnTo>
                  <a:lnTo>
                    <a:pt x="799" y="252"/>
                  </a:lnTo>
                  <a:lnTo>
                    <a:pt x="800" y="253"/>
                  </a:lnTo>
                  <a:lnTo>
                    <a:pt x="802" y="256"/>
                  </a:lnTo>
                  <a:lnTo>
                    <a:pt x="802" y="257"/>
                  </a:lnTo>
                  <a:lnTo>
                    <a:pt x="803" y="259"/>
                  </a:lnTo>
                  <a:lnTo>
                    <a:pt x="805" y="260"/>
                  </a:lnTo>
                  <a:lnTo>
                    <a:pt x="806" y="262"/>
                  </a:lnTo>
                  <a:lnTo>
                    <a:pt x="806" y="263"/>
                  </a:lnTo>
                  <a:lnTo>
                    <a:pt x="808" y="265"/>
                  </a:lnTo>
                  <a:lnTo>
                    <a:pt x="809" y="265"/>
                  </a:lnTo>
                  <a:lnTo>
                    <a:pt x="809" y="266"/>
                  </a:lnTo>
                  <a:lnTo>
                    <a:pt x="810" y="267"/>
                  </a:lnTo>
                  <a:lnTo>
                    <a:pt x="810" y="269"/>
                  </a:lnTo>
                  <a:lnTo>
                    <a:pt x="812" y="270"/>
                  </a:lnTo>
                  <a:lnTo>
                    <a:pt x="813" y="272"/>
                  </a:lnTo>
                  <a:lnTo>
                    <a:pt x="815" y="273"/>
                  </a:lnTo>
                  <a:lnTo>
                    <a:pt x="815" y="275"/>
                  </a:lnTo>
                  <a:lnTo>
                    <a:pt x="816" y="276"/>
                  </a:lnTo>
                  <a:lnTo>
                    <a:pt x="818" y="278"/>
                  </a:lnTo>
                  <a:lnTo>
                    <a:pt x="819" y="279"/>
                  </a:lnTo>
                  <a:lnTo>
                    <a:pt x="819" y="280"/>
                  </a:lnTo>
                  <a:lnTo>
                    <a:pt x="821" y="282"/>
                  </a:lnTo>
                  <a:lnTo>
                    <a:pt x="822" y="285"/>
                  </a:lnTo>
                  <a:lnTo>
                    <a:pt x="823" y="286"/>
                  </a:lnTo>
                  <a:lnTo>
                    <a:pt x="825" y="288"/>
                  </a:lnTo>
                  <a:lnTo>
                    <a:pt x="826" y="291"/>
                  </a:lnTo>
                  <a:lnTo>
                    <a:pt x="828" y="292"/>
                  </a:lnTo>
                  <a:lnTo>
                    <a:pt x="829" y="295"/>
                  </a:lnTo>
                  <a:lnTo>
                    <a:pt x="831" y="298"/>
                  </a:lnTo>
                  <a:lnTo>
                    <a:pt x="834" y="299"/>
                  </a:lnTo>
                  <a:lnTo>
                    <a:pt x="835" y="302"/>
                  </a:lnTo>
                  <a:lnTo>
                    <a:pt x="836" y="304"/>
                  </a:lnTo>
                  <a:lnTo>
                    <a:pt x="838" y="305"/>
                  </a:lnTo>
                  <a:lnTo>
                    <a:pt x="838" y="306"/>
                  </a:lnTo>
                  <a:lnTo>
                    <a:pt x="839" y="309"/>
                  </a:lnTo>
                  <a:lnTo>
                    <a:pt x="841" y="311"/>
                  </a:lnTo>
                  <a:lnTo>
                    <a:pt x="842" y="312"/>
                  </a:lnTo>
                  <a:lnTo>
                    <a:pt x="842" y="314"/>
                  </a:lnTo>
                  <a:lnTo>
                    <a:pt x="844" y="315"/>
                  </a:lnTo>
                  <a:lnTo>
                    <a:pt x="845" y="315"/>
                  </a:lnTo>
                  <a:lnTo>
                    <a:pt x="845" y="316"/>
                  </a:lnTo>
                  <a:lnTo>
                    <a:pt x="847" y="318"/>
                  </a:lnTo>
                  <a:lnTo>
                    <a:pt x="847" y="319"/>
                  </a:lnTo>
                  <a:lnTo>
                    <a:pt x="848" y="321"/>
                  </a:lnTo>
                  <a:lnTo>
                    <a:pt x="849" y="322"/>
                  </a:lnTo>
                  <a:lnTo>
                    <a:pt x="849" y="324"/>
                  </a:lnTo>
                  <a:lnTo>
                    <a:pt x="851" y="325"/>
                  </a:lnTo>
                  <a:lnTo>
                    <a:pt x="851" y="327"/>
                  </a:lnTo>
                  <a:lnTo>
                    <a:pt x="852" y="327"/>
                  </a:lnTo>
                  <a:lnTo>
                    <a:pt x="852" y="328"/>
                  </a:lnTo>
                  <a:lnTo>
                    <a:pt x="854" y="329"/>
                  </a:lnTo>
                  <a:lnTo>
                    <a:pt x="855" y="331"/>
                  </a:lnTo>
                  <a:lnTo>
                    <a:pt x="855" y="332"/>
                  </a:lnTo>
                  <a:lnTo>
                    <a:pt x="857" y="334"/>
                  </a:lnTo>
                  <a:lnTo>
                    <a:pt x="857" y="335"/>
                  </a:lnTo>
                  <a:lnTo>
                    <a:pt x="858" y="337"/>
                  </a:lnTo>
                  <a:lnTo>
                    <a:pt x="860" y="338"/>
                  </a:lnTo>
                  <a:lnTo>
                    <a:pt x="860" y="341"/>
                  </a:lnTo>
                  <a:lnTo>
                    <a:pt x="861" y="34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1" name="Freeform 139">
              <a:extLst>
                <a:ext uri="{FF2B5EF4-FFF2-40B4-BE49-F238E27FC236}">
                  <a16:creationId xmlns:a16="http://schemas.microsoft.com/office/drawing/2014/main" id="{DD6890E7-8264-46EE-9668-BE5119055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4840288"/>
              <a:ext cx="684213" cy="273050"/>
            </a:xfrm>
            <a:custGeom>
              <a:avLst/>
              <a:gdLst>
                <a:gd name="T0" fmla="*/ 2147483646 w 861"/>
                <a:gd name="T1" fmla="*/ 2147483646 h 343"/>
                <a:gd name="T2" fmla="*/ 2147483646 w 861"/>
                <a:gd name="T3" fmla="*/ 2147483646 h 343"/>
                <a:gd name="T4" fmla="*/ 2147483646 w 861"/>
                <a:gd name="T5" fmla="*/ 2147483646 h 343"/>
                <a:gd name="T6" fmla="*/ 2147483646 w 861"/>
                <a:gd name="T7" fmla="*/ 2147483646 h 343"/>
                <a:gd name="T8" fmla="*/ 2147483646 w 861"/>
                <a:gd name="T9" fmla="*/ 2147483646 h 343"/>
                <a:gd name="T10" fmla="*/ 2147483646 w 861"/>
                <a:gd name="T11" fmla="*/ 2147483646 h 343"/>
                <a:gd name="T12" fmla="*/ 2147483646 w 861"/>
                <a:gd name="T13" fmla="*/ 2147483646 h 343"/>
                <a:gd name="T14" fmla="*/ 2147483646 w 861"/>
                <a:gd name="T15" fmla="*/ 2147483646 h 343"/>
                <a:gd name="T16" fmla="*/ 2147483646 w 861"/>
                <a:gd name="T17" fmla="*/ 2147483646 h 343"/>
                <a:gd name="T18" fmla="*/ 2147483646 w 861"/>
                <a:gd name="T19" fmla="*/ 2147483646 h 343"/>
                <a:gd name="T20" fmla="*/ 2147483646 w 861"/>
                <a:gd name="T21" fmla="*/ 2147483646 h 343"/>
                <a:gd name="T22" fmla="*/ 2147483646 w 861"/>
                <a:gd name="T23" fmla="*/ 2147483646 h 343"/>
                <a:gd name="T24" fmla="*/ 2147483646 w 861"/>
                <a:gd name="T25" fmla="*/ 2147483646 h 343"/>
                <a:gd name="T26" fmla="*/ 2147483646 w 861"/>
                <a:gd name="T27" fmla="*/ 2147483646 h 343"/>
                <a:gd name="T28" fmla="*/ 2147483646 w 861"/>
                <a:gd name="T29" fmla="*/ 2147483646 h 343"/>
                <a:gd name="T30" fmla="*/ 2147483646 w 861"/>
                <a:gd name="T31" fmla="*/ 2147483646 h 343"/>
                <a:gd name="T32" fmla="*/ 2147483646 w 861"/>
                <a:gd name="T33" fmla="*/ 2147483646 h 343"/>
                <a:gd name="T34" fmla="*/ 2147483646 w 861"/>
                <a:gd name="T35" fmla="*/ 2147483646 h 343"/>
                <a:gd name="T36" fmla="*/ 2147483646 w 861"/>
                <a:gd name="T37" fmla="*/ 2147483646 h 343"/>
                <a:gd name="T38" fmla="*/ 2147483646 w 861"/>
                <a:gd name="T39" fmla="*/ 2147483646 h 343"/>
                <a:gd name="T40" fmla="*/ 2147483646 w 861"/>
                <a:gd name="T41" fmla="*/ 2147483646 h 343"/>
                <a:gd name="T42" fmla="*/ 2147483646 w 861"/>
                <a:gd name="T43" fmla="*/ 2147483646 h 343"/>
                <a:gd name="T44" fmla="*/ 2147483646 w 861"/>
                <a:gd name="T45" fmla="*/ 2147483646 h 343"/>
                <a:gd name="T46" fmla="*/ 2147483646 w 861"/>
                <a:gd name="T47" fmla="*/ 2147483646 h 343"/>
                <a:gd name="T48" fmla="*/ 2147483646 w 861"/>
                <a:gd name="T49" fmla="*/ 2147483646 h 343"/>
                <a:gd name="T50" fmla="*/ 2147483646 w 861"/>
                <a:gd name="T51" fmla="*/ 2147483646 h 343"/>
                <a:gd name="T52" fmla="*/ 2147483646 w 861"/>
                <a:gd name="T53" fmla="*/ 2147483646 h 343"/>
                <a:gd name="T54" fmla="*/ 2147483646 w 861"/>
                <a:gd name="T55" fmla="*/ 2147483646 h 343"/>
                <a:gd name="T56" fmla="*/ 2147483646 w 861"/>
                <a:gd name="T57" fmla="*/ 2147483646 h 343"/>
                <a:gd name="T58" fmla="*/ 2147483646 w 861"/>
                <a:gd name="T59" fmla="*/ 2147483646 h 343"/>
                <a:gd name="T60" fmla="*/ 2147483646 w 861"/>
                <a:gd name="T61" fmla="*/ 2147483646 h 343"/>
                <a:gd name="T62" fmla="*/ 2147483646 w 861"/>
                <a:gd name="T63" fmla="*/ 2147483646 h 343"/>
                <a:gd name="T64" fmla="*/ 2147483646 w 861"/>
                <a:gd name="T65" fmla="*/ 2147483646 h 343"/>
                <a:gd name="T66" fmla="*/ 2147483646 w 861"/>
                <a:gd name="T67" fmla="*/ 2147483646 h 343"/>
                <a:gd name="T68" fmla="*/ 2147483646 w 861"/>
                <a:gd name="T69" fmla="*/ 2147483646 h 343"/>
                <a:gd name="T70" fmla="*/ 2147483646 w 861"/>
                <a:gd name="T71" fmla="*/ 2147483646 h 343"/>
                <a:gd name="T72" fmla="*/ 2147483646 w 861"/>
                <a:gd name="T73" fmla="*/ 2147483646 h 343"/>
                <a:gd name="T74" fmla="*/ 2147483646 w 861"/>
                <a:gd name="T75" fmla="*/ 2147483646 h 343"/>
                <a:gd name="T76" fmla="*/ 2147483646 w 861"/>
                <a:gd name="T77" fmla="*/ 2147483646 h 343"/>
                <a:gd name="T78" fmla="*/ 2147483646 w 861"/>
                <a:gd name="T79" fmla="*/ 2147483646 h 343"/>
                <a:gd name="T80" fmla="*/ 2147483646 w 861"/>
                <a:gd name="T81" fmla="*/ 2147483646 h 343"/>
                <a:gd name="T82" fmla="*/ 2147483646 w 861"/>
                <a:gd name="T83" fmla="*/ 2147483646 h 343"/>
                <a:gd name="T84" fmla="*/ 2147483646 w 861"/>
                <a:gd name="T85" fmla="*/ 2147483646 h 343"/>
                <a:gd name="T86" fmla="*/ 2147483646 w 861"/>
                <a:gd name="T87" fmla="*/ 2147483646 h 343"/>
                <a:gd name="T88" fmla="*/ 2147483646 w 861"/>
                <a:gd name="T89" fmla="*/ 2147483646 h 343"/>
                <a:gd name="T90" fmla="*/ 2147483646 w 861"/>
                <a:gd name="T91" fmla="*/ 2147483646 h 343"/>
                <a:gd name="T92" fmla="*/ 2147483646 w 861"/>
                <a:gd name="T93" fmla="*/ 2147483646 h 343"/>
                <a:gd name="T94" fmla="*/ 2147483646 w 861"/>
                <a:gd name="T95" fmla="*/ 2147483646 h 343"/>
                <a:gd name="T96" fmla="*/ 2147483646 w 861"/>
                <a:gd name="T97" fmla="*/ 2147483646 h 343"/>
                <a:gd name="T98" fmla="*/ 2147483646 w 861"/>
                <a:gd name="T99" fmla="*/ 2147483646 h 343"/>
                <a:gd name="T100" fmla="*/ 2147483646 w 861"/>
                <a:gd name="T101" fmla="*/ 2147483646 h 343"/>
                <a:gd name="T102" fmla="*/ 2147483646 w 861"/>
                <a:gd name="T103" fmla="*/ 2147483646 h 343"/>
                <a:gd name="T104" fmla="*/ 2147483646 w 861"/>
                <a:gd name="T105" fmla="*/ 2147483646 h 343"/>
                <a:gd name="T106" fmla="*/ 2147483646 w 861"/>
                <a:gd name="T107" fmla="*/ 2147483646 h 343"/>
                <a:gd name="T108" fmla="*/ 2147483646 w 861"/>
                <a:gd name="T109" fmla="*/ 2147483646 h 343"/>
                <a:gd name="T110" fmla="*/ 2147483646 w 861"/>
                <a:gd name="T111" fmla="*/ 2147483646 h 343"/>
                <a:gd name="T112" fmla="*/ 2147483646 w 861"/>
                <a:gd name="T113" fmla="*/ 2147483646 h 343"/>
                <a:gd name="T114" fmla="*/ 2147483646 w 861"/>
                <a:gd name="T115" fmla="*/ 2147483646 h 343"/>
                <a:gd name="T116" fmla="*/ 2147483646 w 861"/>
                <a:gd name="T117" fmla="*/ 2147483646 h 343"/>
                <a:gd name="T118" fmla="*/ 2147483646 w 861"/>
                <a:gd name="T119" fmla="*/ 2147483646 h 343"/>
                <a:gd name="T120" fmla="*/ 2147483646 w 861"/>
                <a:gd name="T121" fmla="*/ 2147483646 h 34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3"/>
                <a:gd name="T185" fmla="*/ 861 w 861"/>
                <a:gd name="T186" fmla="*/ 343 h 34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3">
                  <a:moveTo>
                    <a:pt x="0" y="343"/>
                  </a:moveTo>
                  <a:lnTo>
                    <a:pt x="33" y="343"/>
                  </a:lnTo>
                  <a:lnTo>
                    <a:pt x="63" y="343"/>
                  </a:lnTo>
                  <a:lnTo>
                    <a:pt x="92" y="343"/>
                  </a:lnTo>
                  <a:lnTo>
                    <a:pt x="119" y="343"/>
                  </a:lnTo>
                  <a:lnTo>
                    <a:pt x="144" y="343"/>
                  </a:lnTo>
                  <a:lnTo>
                    <a:pt x="167" y="343"/>
                  </a:lnTo>
                  <a:lnTo>
                    <a:pt x="189" y="343"/>
                  </a:lnTo>
                  <a:lnTo>
                    <a:pt x="209" y="343"/>
                  </a:lnTo>
                  <a:lnTo>
                    <a:pt x="228" y="343"/>
                  </a:lnTo>
                  <a:lnTo>
                    <a:pt x="245" y="343"/>
                  </a:lnTo>
                  <a:lnTo>
                    <a:pt x="261" y="343"/>
                  </a:lnTo>
                  <a:lnTo>
                    <a:pt x="275" y="343"/>
                  </a:lnTo>
                  <a:lnTo>
                    <a:pt x="288" y="343"/>
                  </a:lnTo>
                  <a:lnTo>
                    <a:pt x="300" y="343"/>
                  </a:lnTo>
                  <a:lnTo>
                    <a:pt x="310" y="343"/>
                  </a:lnTo>
                  <a:lnTo>
                    <a:pt x="320" y="343"/>
                  </a:lnTo>
                  <a:lnTo>
                    <a:pt x="329" y="343"/>
                  </a:lnTo>
                  <a:lnTo>
                    <a:pt x="336" y="343"/>
                  </a:lnTo>
                  <a:lnTo>
                    <a:pt x="343" y="343"/>
                  </a:lnTo>
                  <a:lnTo>
                    <a:pt x="349" y="343"/>
                  </a:lnTo>
                  <a:lnTo>
                    <a:pt x="355" y="342"/>
                  </a:lnTo>
                  <a:lnTo>
                    <a:pt x="359" y="342"/>
                  </a:lnTo>
                  <a:lnTo>
                    <a:pt x="363" y="342"/>
                  </a:lnTo>
                  <a:lnTo>
                    <a:pt x="368" y="342"/>
                  </a:lnTo>
                  <a:lnTo>
                    <a:pt x="370" y="342"/>
                  </a:lnTo>
                  <a:lnTo>
                    <a:pt x="373" y="342"/>
                  </a:lnTo>
                  <a:lnTo>
                    <a:pt x="376" y="342"/>
                  </a:lnTo>
                  <a:lnTo>
                    <a:pt x="379" y="342"/>
                  </a:lnTo>
                  <a:lnTo>
                    <a:pt x="381" y="342"/>
                  </a:lnTo>
                  <a:lnTo>
                    <a:pt x="383" y="342"/>
                  </a:lnTo>
                  <a:lnTo>
                    <a:pt x="385" y="342"/>
                  </a:lnTo>
                  <a:lnTo>
                    <a:pt x="388" y="342"/>
                  </a:lnTo>
                  <a:lnTo>
                    <a:pt x="391" y="342"/>
                  </a:lnTo>
                  <a:lnTo>
                    <a:pt x="392" y="340"/>
                  </a:lnTo>
                  <a:lnTo>
                    <a:pt x="395" y="340"/>
                  </a:lnTo>
                  <a:lnTo>
                    <a:pt x="396" y="340"/>
                  </a:lnTo>
                  <a:lnTo>
                    <a:pt x="398" y="340"/>
                  </a:lnTo>
                  <a:lnTo>
                    <a:pt x="401" y="340"/>
                  </a:lnTo>
                  <a:lnTo>
                    <a:pt x="402" y="340"/>
                  </a:lnTo>
                  <a:lnTo>
                    <a:pt x="404" y="340"/>
                  </a:lnTo>
                  <a:lnTo>
                    <a:pt x="405" y="340"/>
                  </a:lnTo>
                  <a:lnTo>
                    <a:pt x="407" y="340"/>
                  </a:lnTo>
                  <a:lnTo>
                    <a:pt x="408" y="340"/>
                  </a:lnTo>
                  <a:lnTo>
                    <a:pt x="409" y="340"/>
                  </a:lnTo>
                  <a:lnTo>
                    <a:pt x="411" y="340"/>
                  </a:lnTo>
                  <a:lnTo>
                    <a:pt x="412" y="339"/>
                  </a:lnTo>
                  <a:lnTo>
                    <a:pt x="414" y="339"/>
                  </a:lnTo>
                  <a:lnTo>
                    <a:pt x="415" y="339"/>
                  </a:lnTo>
                  <a:lnTo>
                    <a:pt x="417" y="339"/>
                  </a:lnTo>
                  <a:lnTo>
                    <a:pt x="418" y="339"/>
                  </a:lnTo>
                  <a:lnTo>
                    <a:pt x="419" y="339"/>
                  </a:lnTo>
                  <a:lnTo>
                    <a:pt x="421" y="339"/>
                  </a:lnTo>
                  <a:lnTo>
                    <a:pt x="422" y="338"/>
                  </a:lnTo>
                  <a:lnTo>
                    <a:pt x="424" y="338"/>
                  </a:lnTo>
                  <a:lnTo>
                    <a:pt x="425" y="338"/>
                  </a:lnTo>
                  <a:lnTo>
                    <a:pt x="428" y="338"/>
                  </a:lnTo>
                  <a:lnTo>
                    <a:pt x="430" y="338"/>
                  </a:lnTo>
                  <a:lnTo>
                    <a:pt x="431" y="338"/>
                  </a:lnTo>
                  <a:lnTo>
                    <a:pt x="432" y="338"/>
                  </a:lnTo>
                  <a:lnTo>
                    <a:pt x="435" y="336"/>
                  </a:lnTo>
                  <a:lnTo>
                    <a:pt x="437" y="336"/>
                  </a:lnTo>
                  <a:lnTo>
                    <a:pt x="440" y="336"/>
                  </a:lnTo>
                  <a:lnTo>
                    <a:pt x="441" y="336"/>
                  </a:lnTo>
                  <a:lnTo>
                    <a:pt x="444" y="335"/>
                  </a:lnTo>
                  <a:lnTo>
                    <a:pt x="445" y="335"/>
                  </a:lnTo>
                  <a:lnTo>
                    <a:pt x="448" y="335"/>
                  </a:lnTo>
                  <a:lnTo>
                    <a:pt x="450" y="335"/>
                  </a:lnTo>
                  <a:lnTo>
                    <a:pt x="451" y="335"/>
                  </a:lnTo>
                  <a:lnTo>
                    <a:pt x="453" y="335"/>
                  </a:lnTo>
                  <a:lnTo>
                    <a:pt x="454" y="333"/>
                  </a:lnTo>
                  <a:lnTo>
                    <a:pt x="456" y="333"/>
                  </a:lnTo>
                  <a:lnTo>
                    <a:pt x="457" y="333"/>
                  </a:lnTo>
                  <a:lnTo>
                    <a:pt x="458" y="333"/>
                  </a:lnTo>
                  <a:lnTo>
                    <a:pt x="460" y="333"/>
                  </a:lnTo>
                  <a:lnTo>
                    <a:pt x="461" y="333"/>
                  </a:lnTo>
                  <a:lnTo>
                    <a:pt x="463" y="332"/>
                  </a:lnTo>
                  <a:lnTo>
                    <a:pt x="464" y="332"/>
                  </a:lnTo>
                  <a:lnTo>
                    <a:pt x="466" y="332"/>
                  </a:lnTo>
                  <a:lnTo>
                    <a:pt x="467" y="330"/>
                  </a:lnTo>
                  <a:lnTo>
                    <a:pt x="469" y="330"/>
                  </a:lnTo>
                  <a:lnTo>
                    <a:pt x="470" y="330"/>
                  </a:lnTo>
                  <a:lnTo>
                    <a:pt x="471" y="330"/>
                  </a:lnTo>
                  <a:lnTo>
                    <a:pt x="473" y="329"/>
                  </a:lnTo>
                  <a:lnTo>
                    <a:pt x="474" y="329"/>
                  </a:lnTo>
                  <a:lnTo>
                    <a:pt x="476" y="329"/>
                  </a:lnTo>
                  <a:lnTo>
                    <a:pt x="479" y="327"/>
                  </a:lnTo>
                  <a:lnTo>
                    <a:pt x="480" y="327"/>
                  </a:lnTo>
                  <a:lnTo>
                    <a:pt x="482" y="327"/>
                  </a:lnTo>
                  <a:lnTo>
                    <a:pt x="484" y="326"/>
                  </a:lnTo>
                  <a:lnTo>
                    <a:pt x="486" y="326"/>
                  </a:lnTo>
                  <a:lnTo>
                    <a:pt x="489" y="325"/>
                  </a:lnTo>
                  <a:lnTo>
                    <a:pt x="490" y="325"/>
                  </a:lnTo>
                  <a:lnTo>
                    <a:pt x="493" y="323"/>
                  </a:lnTo>
                  <a:lnTo>
                    <a:pt x="496" y="322"/>
                  </a:lnTo>
                  <a:lnTo>
                    <a:pt x="499" y="322"/>
                  </a:lnTo>
                  <a:lnTo>
                    <a:pt x="500" y="320"/>
                  </a:lnTo>
                  <a:lnTo>
                    <a:pt x="503" y="320"/>
                  </a:lnTo>
                  <a:lnTo>
                    <a:pt x="505" y="320"/>
                  </a:lnTo>
                  <a:lnTo>
                    <a:pt x="508" y="319"/>
                  </a:lnTo>
                  <a:lnTo>
                    <a:pt x="509" y="319"/>
                  </a:lnTo>
                  <a:lnTo>
                    <a:pt x="510" y="317"/>
                  </a:lnTo>
                  <a:lnTo>
                    <a:pt x="512" y="317"/>
                  </a:lnTo>
                  <a:lnTo>
                    <a:pt x="513" y="317"/>
                  </a:lnTo>
                  <a:lnTo>
                    <a:pt x="515" y="316"/>
                  </a:lnTo>
                  <a:lnTo>
                    <a:pt x="516" y="316"/>
                  </a:lnTo>
                  <a:lnTo>
                    <a:pt x="518" y="316"/>
                  </a:lnTo>
                  <a:lnTo>
                    <a:pt x="519" y="314"/>
                  </a:lnTo>
                  <a:lnTo>
                    <a:pt x="520" y="314"/>
                  </a:lnTo>
                  <a:lnTo>
                    <a:pt x="522" y="314"/>
                  </a:lnTo>
                  <a:lnTo>
                    <a:pt x="523" y="313"/>
                  </a:lnTo>
                  <a:lnTo>
                    <a:pt x="525" y="313"/>
                  </a:lnTo>
                  <a:lnTo>
                    <a:pt x="526" y="312"/>
                  </a:lnTo>
                  <a:lnTo>
                    <a:pt x="528" y="312"/>
                  </a:lnTo>
                  <a:lnTo>
                    <a:pt x="529" y="310"/>
                  </a:lnTo>
                  <a:lnTo>
                    <a:pt x="531" y="310"/>
                  </a:lnTo>
                  <a:lnTo>
                    <a:pt x="532" y="309"/>
                  </a:lnTo>
                  <a:lnTo>
                    <a:pt x="533" y="309"/>
                  </a:lnTo>
                  <a:lnTo>
                    <a:pt x="535" y="307"/>
                  </a:lnTo>
                  <a:lnTo>
                    <a:pt x="538" y="307"/>
                  </a:lnTo>
                  <a:lnTo>
                    <a:pt x="539" y="306"/>
                  </a:lnTo>
                  <a:lnTo>
                    <a:pt x="541" y="304"/>
                  </a:lnTo>
                  <a:lnTo>
                    <a:pt x="544" y="304"/>
                  </a:lnTo>
                  <a:lnTo>
                    <a:pt x="545" y="303"/>
                  </a:lnTo>
                  <a:lnTo>
                    <a:pt x="548" y="301"/>
                  </a:lnTo>
                  <a:lnTo>
                    <a:pt x="549" y="300"/>
                  </a:lnTo>
                  <a:lnTo>
                    <a:pt x="552" y="300"/>
                  </a:lnTo>
                  <a:lnTo>
                    <a:pt x="554" y="299"/>
                  </a:lnTo>
                  <a:lnTo>
                    <a:pt x="557" y="297"/>
                  </a:lnTo>
                  <a:lnTo>
                    <a:pt x="558" y="297"/>
                  </a:lnTo>
                  <a:lnTo>
                    <a:pt x="559" y="296"/>
                  </a:lnTo>
                  <a:lnTo>
                    <a:pt x="561" y="294"/>
                  </a:lnTo>
                  <a:lnTo>
                    <a:pt x="562" y="294"/>
                  </a:lnTo>
                  <a:lnTo>
                    <a:pt x="564" y="293"/>
                  </a:lnTo>
                  <a:lnTo>
                    <a:pt x="565" y="293"/>
                  </a:lnTo>
                  <a:lnTo>
                    <a:pt x="567" y="293"/>
                  </a:lnTo>
                  <a:lnTo>
                    <a:pt x="568" y="291"/>
                  </a:lnTo>
                  <a:lnTo>
                    <a:pt x="570" y="291"/>
                  </a:lnTo>
                  <a:lnTo>
                    <a:pt x="570" y="290"/>
                  </a:lnTo>
                  <a:lnTo>
                    <a:pt x="571" y="290"/>
                  </a:lnTo>
                  <a:lnTo>
                    <a:pt x="572" y="289"/>
                  </a:lnTo>
                  <a:lnTo>
                    <a:pt x="574" y="289"/>
                  </a:lnTo>
                  <a:lnTo>
                    <a:pt x="575" y="289"/>
                  </a:lnTo>
                  <a:lnTo>
                    <a:pt x="575" y="287"/>
                  </a:lnTo>
                  <a:lnTo>
                    <a:pt x="577" y="287"/>
                  </a:lnTo>
                  <a:lnTo>
                    <a:pt x="578" y="286"/>
                  </a:lnTo>
                  <a:lnTo>
                    <a:pt x="580" y="286"/>
                  </a:lnTo>
                  <a:lnTo>
                    <a:pt x="581" y="284"/>
                  </a:lnTo>
                  <a:lnTo>
                    <a:pt x="583" y="284"/>
                  </a:lnTo>
                  <a:lnTo>
                    <a:pt x="584" y="283"/>
                  </a:lnTo>
                  <a:lnTo>
                    <a:pt x="585" y="283"/>
                  </a:lnTo>
                  <a:lnTo>
                    <a:pt x="587" y="281"/>
                  </a:lnTo>
                  <a:lnTo>
                    <a:pt x="588" y="281"/>
                  </a:lnTo>
                  <a:lnTo>
                    <a:pt x="590" y="280"/>
                  </a:lnTo>
                  <a:lnTo>
                    <a:pt x="591" y="278"/>
                  </a:lnTo>
                  <a:lnTo>
                    <a:pt x="593" y="277"/>
                  </a:lnTo>
                  <a:lnTo>
                    <a:pt x="596" y="277"/>
                  </a:lnTo>
                  <a:lnTo>
                    <a:pt x="597" y="276"/>
                  </a:lnTo>
                  <a:lnTo>
                    <a:pt x="600" y="274"/>
                  </a:lnTo>
                  <a:lnTo>
                    <a:pt x="601" y="273"/>
                  </a:lnTo>
                  <a:lnTo>
                    <a:pt x="603" y="273"/>
                  </a:lnTo>
                  <a:lnTo>
                    <a:pt x="604" y="271"/>
                  </a:lnTo>
                  <a:lnTo>
                    <a:pt x="606" y="271"/>
                  </a:lnTo>
                  <a:lnTo>
                    <a:pt x="607" y="270"/>
                  </a:lnTo>
                  <a:lnTo>
                    <a:pt x="608" y="268"/>
                  </a:lnTo>
                  <a:lnTo>
                    <a:pt x="610" y="268"/>
                  </a:lnTo>
                  <a:lnTo>
                    <a:pt x="611" y="267"/>
                  </a:lnTo>
                  <a:lnTo>
                    <a:pt x="613" y="267"/>
                  </a:lnTo>
                  <a:lnTo>
                    <a:pt x="614" y="265"/>
                  </a:lnTo>
                  <a:lnTo>
                    <a:pt x="616" y="265"/>
                  </a:lnTo>
                  <a:lnTo>
                    <a:pt x="616" y="264"/>
                  </a:lnTo>
                  <a:lnTo>
                    <a:pt x="617" y="264"/>
                  </a:lnTo>
                  <a:lnTo>
                    <a:pt x="619" y="264"/>
                  </a:lnTo>
                  <a:lnTo>
                    <a:pt x="619" y="263"/>
                  </a:lnTo>
                  <a:lnTo>
                    <a:pt x="620" y="263"/>
                  </a:lnTo>
                  <a:lnTo>
                    <a:pt x="621" y="261"/>
                  </a:lnTo>
                  <a:lnTo>
                    <a:pt x="623" y="260"/>
                  </a:lnTo>
                  <a:lnTo>
                    <a:pt x="624" y="260"/>
                  </a:lnTo>
                  <a:lnTo>
                    <a:pt x="626" y="260"/>
                  </a:lnTo>
                  <a:lnTo>
                    <a:pt x="626" y="258"/>
                  </a:lnTo>
                  <a:lnTo>
                    <a:pt x="627" y="257"/>
                  </a:lnTo>
                  <a:lnTo>
                    <a:pt x="629" y="257"/>
                  </a:lnTo>
                  <a:lnTo>
                    <a:pt x="630" y="255"/>
                  </a:lnTo>
                  <a:lnTo>
                    <a:pt x="632" y="255"/>
                  </a:lnTo>
                  <a:lnTo>
                    <a:pt x="633" y="254"/>
                  </a:lnTo>
                  <a:lnTo>
                    <a:pt x="634" y="252"/>
                  </a:lnTo>
                  <a:lnTo>
                    <a:pt x="636" y="252"/>
                  </a:lnTo>
                  <a:lnTo>
                    <a:pt x="637" y="251"/>
                  </a:lnTo>
                  <a:lnTo>
                    <a:pt x="639" y="250"/>
                  </a:lnTo>
                  <a:lnTo>
                    <a:pt x="640" y="250"/>
                  </a:lnTo>
                  <a:lnTo>
                    <a:pt x="642" y="248"/>
                  </a:lnTo>
                  <a:lnTo>
                    <a:pt x="643" y="247"/>
                  </a:lnTo>
                  <a:lnTo>
                    <a:pt x="645" y="247"/>
                  </a:lnTo>
                  <a:lnTo>
                    <a:pt x="646" y="245"/>
                  </a:lnTo>
                  <a:lnTo>
                    <a:pt x="647" y="244"/>
                  </a:lnTo>
                  <a:lnTo>
                    <a:pt x="649" y="244"/>
                  </a:lnTo>
                  <a:lnTo>
                    <a:pt x="650" y="242"/>
                  </a:lnTo>
                  <a:lnTo>
                    <a:pt x="652" y="241"/>
                  </a:lnTo>
                  <a:lnTo>
                    <a:pt x="653" y="241"/>
                  </a:lnTo>
                  <a:lnTo>
                    <a:pt x="655" y="239"/>
                  </a:lnTo>
                  <a:lnTo>
                    <a:pt x="656" y="238"/>
                  </a:lnTo>
                  <a:lnTo>
                    <a:pt x="658" y="238"/>
                  </a:lnTo>
                  <a:lnTo>
                    <a:pt x="658" y="237"/>
                  </a:lnTo>
                  <a:lnTo>
                    <a:pt x="659" y="237"/>
                  </a:lnTo>
                  <a:lnTo>
                    <a:pt x="660" y="235"/>
                  </a:lnTo>
                  <a:lnTo>
                    <a:pt x="662" y="234"/>
                  </a:lnTo>
                  <a:lnTo>
                    <a:pt x="663" y="232"/>
                  </a:lnTo>
                  <a:lnTo>
                    <a:pt x="665" y="232"/>
                  </a:lnTo>
                  <a:lnTo>
                    <a:pt x="665" y="231"/>
                  </a:lnTo>
                  <a:lnTo>
                    <a:pt x="666" y="231"/>
                  </a:lnTo>
                  <a:lnTo>
                    <a:pt x="668" y="229"/>
                  </a:lnTo>
                  <a:lnTo>
                    <a:pt x="669" y="228"/>
                  </a:lnTo>
                  <a:lnTo>
                    <a:pt x="671" y="228"/>
                  </a:lnTo>
                  <a:lnTo>
                    <a:pt x="671" y="226"/>
                  </a:lnTo>
                  <a:lnTo>
                    <a:pt x="672" y="226"/>
                  </a:lnTo>
                  <a:lnTo>
                    <a:pt x="672" y="225"/>
                  </a:lnTo>
                  <a:lnTo>
                    <a:pt x="673" y="225"/>
                  </a:lnTo>
                  <a:lnTo>
                    <a:pt x="675" y="225"/>
                  </a:lnTo>
                  <a:lnTo>
                    <a:pt x="675" y="224"/>
                  </a:lnTo>
                  <a:lnTo>
                    <a:pt x="676" y="224"/>
                  </a:lnTo>
                  <a:lnTo>
                    <a:pt x="676" y="222"/>
                  </a:lnTo>
                  <a:lnTo>
                    <a:pt x="678" y="222"/>
                  </a:lnTo>
                  <a:lnTo>
                    <a:pt x="678" y="221"/>
                  </a:lnTo>
                  <a:lnTo>
                    <a:pt x="679" y="221"/>
                  </a:lnTo>
                  <a:lnTo>
                    <a:pt x="681" y="221"/>
                  </a:lnTo>
                  <a:lnTo>
                    <a:pt x="681" y="219"/>
                  </a:lnTo>
                  <a:lnTo>
                    <a:pt x="682" y="219"/>
                  </a:lnTo>
                  <a:lnTo>
                    <a:pt x="684" y="218"/>
                  </a:lnTo>
                  <a:lnTo>
                    <a:pt x="685" y="216"/>
                  </a:lnTo>
                  <a:lnTo>
                    <a:pt x="686" y="216"/>
                  </a:lnTo>
                  <a:lnTo>
                    <a:pt x="686" y="215"/>
                  </a:lnTo>
                  <a:lnTo>
                    <a:pt x="688" y="215"/>
                  </a:lnTo>
                  <a:lnTo>
                    <a:pt x="689" y="213"/>
                  </a:lnTo>
                  <a:lnTo>
                    <a:pt x="691" y="213"/>
                  </a:lnTo>
                  <a:lnTo>
                    <a:pt x="691" y="212"/>
                  </a:lnTo>
                  <a:lnTo>
                    <a:pt x="692" y="212"/>
                  </a:lnTo>
                  <a:lnTo>
                    <a:pt x="694" y="211"/>
                  </a:lnTo>
                  <a:lnTo>
                    <a:pt x="695" y="209"/>
                  </a:lnTo>
                  <a:lnTo>
                    <a:pt x="697" y="209"/>
                  </a:lnTo>
                  <a:lnTo>
                    <a:pt x="698" y="208"/>
                  </a:lnTo>
                  <a:lnTo>
                    <a:pt x="699" y="206"/>
                  </a:lnTo>
                  <a:lnTo>
                    <a:pt x="701" y="206"/>
                  </a:lnTo>
                  <a:lnTo>
                    <a:pt x="701" y="205"/>
                  </a:lnTo>
                  <a:lnTo>
                    <a:pt x="702" y="205"/>
                  </a:lnTo>
                  <a:lnTo>
                    <a:pt x="704" y="203"/>
                  </a:lnTo>
                  <a:lnTo>
                    <a:pt x="705" y="203"/>
                  </a:lnTo>
                  <a:lnTo>
                    <a:pt x="705" y="202"/>
                  </a:lnTo>
                  <a:lnTo>
                    <a:pt x="707" y="202"/>
                  </a:lnTo>
                  <a:lnTo>
                    <a:pt x="707" y="200"/>
                  </a:lnTo>
                  <a:lnTo>
                    <a:pt x="708" y="200"/>
                  </a:lnTo>
                  <a:lnTo>
                    <a:pt x="709" y="199"/>
                  </a:lnTo>
                  <a:lnTo>
                    <a:pt x="711" y="198"/>
                  </a:lnTo>
                  <a:lnTo>
                    <a:pt x="712" y="196"/>
                  </a:lnTo>
                  <a:lnTo>
                    <a:pt x="714" y="195"/>
                  </a:lnTo>
                  <a:lnTo>
                    <a:pt x="714" y="193"/>
                  </a:lnTo>
                  <a:lnTo>
                    <a:pt x="715" y="193"/>
                  </a:lnTo>
                  <a:lnTo>
                    <a:pt x="717" y="192"/>
                  </a:lnTo>
                  <a:lnTo>
                    <a:pt x="717" y="190"/>
                  </a:lnTo>
                  <a:lnTo>
                    <a:pt x="718" y="190"/>
                  </a:lnTo>
                  <a:lnTo>
                    <a:pt x="720" y="189"/>
                  </a:lnTo>
                  <a:lnTo>
                    <a:pt x="721" y="188"/>
                  </a:lnTo>
                  <a:lnTo>
                    <a:pt x="722" y="186"/>
                  </a:lnTo>
                  <a:lnTo>
                    <a:pt x="724" y="185"/>
                  </a:lnTo>
                  <a:lnTo>
                    <a:pt x="725" y="183"/>
                  </a:lnTo>
                  <a:lnTo>
                    <a:pt x="727" y="182"/>
                  </a:lnTo>
                  <a:lnTo>
                    <a:pt x="727" y="180"/>
                  </a:lnTo>
                  <a:lnTo>
                    <a:pt x="728" y="179"/>
                  </a:lnTo>
                  <a:lnTo>
                    <a:pt x="730" y="177"/>
                  </a:lnTo>
                  <a:lnTo>
                    <a:pt x="731" y="177"/>
                  </a:lnTo>
                  <a:lnTo>
                    <a:pt x="731" y="176"/>
                  </a:lnTo>
                  <a:lnTo>
                    <a:pt x="733" y="175"/>
                  </a:lnTo>
                  <a:lnTo>
                    <a:pt x="734" y="173"/>
                  </a:lnTo>
                  <a:lnTo>
                    <a:pt x="735" y="172"/>
                  </a:lnTo>
                  <a:lnTo>
                    <a:pt x="737" y="170"/>
                  </a:lnTo>
                  <a:lnTo>
                    <a:pt x="737" y="169"/>
                  </a:lnTo>
                  <a:lnTo>
                    <a:pt x="738" y="169"/>
                  </a:lnTo>
                  <a:lnTo>
                    <a:pt x="740" y="167"/>
                  </a:lnTo>
                  <a:lnTo>
                    <a:pt x="741" y="166"/>
                  </a:lnTo>
                  <a:lnTo>
                    <a:pt x="741" y="164"/>
                  </a:lnTo>
                  <a:lnTo>
                    <a:pt x="743" y="164"/>
                  </a:lnTo>
                  <a:lnTo>
                    <a:pt x="743" y="163"/>
                  </a:lnTo>
                  <a:lnTo>
                    <a:pt x="744" y="162"/>
                  </a:lnTo>
                  <a:lnTo>
                    <a:pt x="746" y="160"/>
                  </a:lnTo>
                  <a:lnTo>
                    <a:pt x="746" y="159"/>
                  </a:lnTo>
                  <a:lnTo>
                    <a:pt x="747" y="159"/>
                  </a:lnTo>
                  <a:lnTo>
                    <a:pt x="748" y="157"/>
                  </a:lnTo>
                  <a:lnTo>
                    <a:pt x="750" y="156"/>
                  </a:lnTo>
                  <a:lnTo>
                    <a:pt x="751" y="154"/>
                  </a:lnTo>
                  <a:lnTo>
                    <a:pt x="753" y="151"/>
                  </a:lnTo>
                  <a:lnTo>
                    <a:pt x="754" y="150"/>
                  </a:lnTo>
                  <a:lnTo>
                    <a:pt x="756" y="149"/>
                  </a:lnTo>
                  <a:lnTo>
                    <a:pt x="757" y="147"/>
                  </a:lnTo>
                  <a:lnTo>
                    <a:pt x="759" y="144"/>
                  </a:lnTo>
                  <a:lnTo>
                    <a:pt x="760" y="143"/>
                  </a:lnTo>
                  <a:lnTo>
                    <a:pt x="761" y="141"/>
                  </a:lnTo>
                  <a:lnTo>
                    <a:pt x="763" y="140"/>
                  </a:lnTo>
                  <a:lnTo>
                    <a:pt x="764" y="138"/>
                  </a:lnTo>
                  <a:lnTo>
                    <a:pt x="766" y="137"/>
                  </a:lnTo>
                  <a:lnTo>
                    <a:pt x="766" y="136"/>
                  </a:lnTo>
                  <a:lnTo>
                    <a:pt x="767" y="134"/>
                  </a:lnTo>
                  <a:lnTo>
                    <a:pt x="769" y="133"/>
                  </a:lnTo>
                  <a:lnTo>
                    <a:pt x="770" y="131"/>
                  </a:lnTo>
                  <a:lnTo>
                    <a:pt x="770" y="130"/>
                  </a:lnTo>
                  <a:lnTo>
                    <a:pt x="772" y="128"/>
                  </a:lnTo>
                  <a:lnTo>
                    <a:pt x="773" y="127"/>
                  </a:lnTo>
                  <a:lnTo>
                    <a:pt x="774" y="125"/>
                  </a:lnTo>
                  <a:lnTo>
                    <a:pt x="774" y="124"/>
                  </a:lnTo>
                  <a:lnTo>
                    <a:pt x="776" y="124"/>
                  </a:lnTo>
                  <a:lnTo>
                    <a:pt x="776" y="123"/>
                  </a:lnTo>
                  <a:lnTo>
                    <a:pt x="777" y="121"/>
                  </a:lnTo>
                  <a:lnTo>
                    <a:pt x="779" y="120"/>
                  </a:lnTo>
                  <a:lnTo>
                    <a:pt x="779" y="118"/>
                  </a:lnTo>
                  <a:lnTo>
                    <a:pt x="780" y="117"/>
                  </a:lnTo>
                  <a:lnTo>
                    <a:pt x="782" y="115"/>
                  </a:lnTo>
                  <a:lnTo>
                    <a:pt x="782" y="114"/>
                  </a:lnTo>
                  <a:lnTo>
                    <a:pt x="783" y="112"/>
                  </a:lnTo>
                  <a:lnTo>
                    <a:pt x="785" y="111"/>
                  </a:lnTo>
                  <a:lnTo>
                    <a:pt x="786" y="110"/>
                  </a:lnTo>
                  <a:lnTo>
                    <a:pt x="787" y="108"/>
                  </a:lnTo>
                  <a:lnTo>
                    <a:pt x="789" y="107"/>
                  </a:lnTo>
                  <a:lnTo>
                    <a:pt x="790" y="104"/>
                  </a:lnTo>
                  <a:lnTo>
                    <a:pt x="792" y="102"/>
                  </a:lnTo>
                  <a:lnTo>
                    <a:pt x="793" y="99"/>
                  </a:lnTo>
                  <a:lnTo>
                    <a:pt x="795" y="97"/>
                  </a:lnTo>
                  <a:lnTo>
                    <a:pt x="796" y="95"/>
                  </a:lnTo>
                  <a:lnTo>
                    <a:pt x="798" y="94"/>
                  </a:lnTo>
                  <a:lnTo>
                    <a:pt x="799" y="91"/>
                  </a:lnTo>
                  <a:lnTo>
                    <a:pt x="800" y="89"/>
                  </a:lnTo>
                  <a:lnTo>
                    <a:pt x="802" y="88"/>
                  </a:lnTo>
                  <a:lnTo>
                    <a:pt x="802" y="86"/>
                  </a:lnTo>
                  <a:lnTo>
                    <a:pt x="803" y="85"/>
                  </a:lnTo>
                  <a:lnTo>
                    <a:pt x="805" y="84"/>
                  </a:lnTo>
                  <a:lnTo>
                    <a:pt x="806" y="82"/>
                  </a:lnTo>
                  <a:lnTo>
                    <a:pt x="806" y="81"/>
                  </a:lnTo>
                  <a:lnTo>
                    <a:pt x="808" y="79"/>
                  </a:lnTo>
                  <a:lnTo>
                    <a:pt x="809" y="78"/>
                  </a:lnTo>
                  <a:lnTo>
                    <a:pt x="809" y="76"/>
                  </a:lnTo>
                  <a:lnTo>
                    <a:pt x="810" y="75"/>
                  </a:lnTo>
                  <a:lnTo>
                    <a:pt x="812" y="74"/>
                  </a:lnTo>
                  <a:lnTo>
                    <a:pt x="813" y="72"/>
                  </a:lnTo>
                  <a:lnTo>
                    <a:pt x="813" y="71"/>
                  </a:lnTo>
                  <a:lnTo>
                    <a:pt x="815" y="69"/>
                  </a:lnTo>
                  <a:lnTo>
                    <a:pt x="815" y="68"/>
                  </a:lnTo>
                  <a:lnTo>
                    <a:pt x="816" y="66"/>
                  </a:lnTo>
                  <a:lnTo>
                    <a:pt x="818" y="65"/>
                  </a:lnTo>
                  <a:lnTo>
                    <a:pt x="819" y="63"/>
                  </a:lnTo>
                  <a:lnTo>
                    <a:pt x="819" y="62"/>
                  </a:lnTo>
                  <a:lnTo>
                    <a:pt x="821" y="61"/>
                  </a:lnTo>
                  <a:lnTo>
                    <a:pt x="822" y="59"/>
                  </a:lnTo>
                  <a:lnTo>
                    <a:pt x="823" y="56"/>
                  </a:lnTo>
                  <a:lnTo>
                    <a:pt x="825" y="55"/>
                  </a:lnTo>
                  <a:lnTo>
                    <a:pt x="826" y="53"/>
                  </a:lnTo>
                  <a:lnTo>
                    <a:pt x="828" y="50"/>
                  </a:lnTo>
                  <a:lnTo>
                    <a:pt x="829" y="48"/>
                  </a:lnTo>
                  <a:lnTo>
                    <a:pt x="831" y="46"/>
                  </a:lnTo>
                  <a:lnTo>
                    <a:pt x="834" y="43"/>
                  </a:lnTo>
                  <a:lnTo>
                    <a:pt x="835" y="42"/>
                  </a:lnTo>
                  <a:lnTo>
                    <a:pt x="836" y="39"/>
                  </a:lnTo>
                  <a:lnTo>
                    <a:pt x="838" y="37"/>
                  </a:lnTo>
                  <a:lnTo>
                    <a:pt x="838" y="36"/>
                  </a:lnTo>
                  <a:lnTo>
                    <a:pt x="839" y="35"/>
                  </a:lnTo>
                  <a:lnTo>
                    <a:pt x="841" y="33"/>
                  </a:lnTo>
                  <a:lnTo>
                    <a:pt x="842" y="32"/>
                  </a:lnTo>
                  <a:lnTo>
                    <a:pt x="842" y="30"/>
                  </a:lnTo>
                  <a:lnTo>
                    <a:pt x="844" y="29"/>
                  </a:lnTo>
                  <a:lnTo>
                    <a:pt x="845" y="27"/>
                  </a:lnTo>
                  <a:lnTo>
                    <a:pt x="845" y="26"/>
                  </a:lnTo>
                  <a:lnTo>
                    <a:pt x="847" y="24"/>
                  </a:lnTo>
                  <a:lnTo>
                    <a:pt x="848" y="23"/>
                  </a:lnTo>
                  <a:lnTo>
                    <a:pt x="848" y="22"/>
                  </a:lnTo>
                  <a:lnTo>
                    <a:pt x="849" y="20"/>
                  </a:lnTo>
                  <a:lnTo>
                    <a:pt x="851" y="19"/>
                  </a:lnTo>
                  <a:lnTo>
                    <a:pt x="851" y="17"/>
                  </a:lnTo>
                  <a:lnTo>
                    <a:pt x="852" y="16"/>
                  </a:lnTo>
                  <a:lnTo>
                    <a:pt x="852" y="14"/>
                  </a:lnTo>
                  <a:lnTo>
                    <a:pt x="854" y="13"/>
                  </a:lnTo>
                  <a:lnTo>
                    <a:pt x="855" y="11"/>
                  </a:lnTo>
                  <a:lnTo>
                    <a:pt x="857" y="9"/>
                  </a:lnTo>
                  <a:lnTo>
                    <a:pt x="857" y="7"/>
                  </a:lnTo>
                  <a:lnTo>
                    <a:pt x="858" y="6"/>
                  </a:lnTo>
                  <a:lnTo>
                    <a:pt x="860" y="4"/>
                  </a:lnTo>
                  <a:lnTo>
                    <a:pt x="860" y="3"/>
                  </a:lnTo>
                  <a:lnTo>
                    <a:pt x="86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2" name="Freeform 140">
              <a:extLst>
                <a:ext uri="{FF2B5EF4-FFF2-40B4-BE49-F238E27FC236}">
                  <a16:creationId xmlns:a16="http://schemas.microsoft.com/office/drawing/2014/main" id="{52D0E092-7D53-4381-8A98-3AC77AC93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4567238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2" y="3"/>
                  </a:lnTo>
                  <a:lnTo>
                    <a:pt x="4" y="8"/>
                  </a:lnTo>
                  <a:lnTo>
                    <a:pt x="7" y="11"/>
                  </a:lnTo>
                  <a:lnTo>
                    <a:pt x="8" y="13"/>
                  </a:lnTo>
                  <a:lnTo>
                    <a:pt x="10" y="16"/>
                  </a:lnTo>
                  <a:lnTo>
                    <a:pt x="11" y="19"/>
                  </a:lnTo>
                  <a:lnTo>
                    <a:pt x="13" y="22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31"/>
                  </a:lnTo>
                  <a:lnTo>
                    <a:pt x="18" y="32"/>
                  </a:lnTo>
                  <a:lnTo>
                    <a:pt x="20" y="34"/>
                  </a:lnTo>
                  <a:lnTo>
                    <a:pt x="20" y="37"/>
                  </a:lnTo>
                  <a:lnTo>
                    <a:pt x="21" y="38"/>
                  </a:lnTo>
                  <a:lnTo>
                    <a:pt x="21" y="39"/>
                  </a:lnTo>
                  <a:lnTo>
                    <a:pt x="23" y="41"/>
                  </a:lnTo>
                  <a:lnTo>
                    <a:pt x="23" y="42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7" y="50"/>
                  </a:lnTo>
                  <a:lnTo>
                    <a:pt x="28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30" y="55"/>
                  </a:lnTo>
                  <a:lnTo>
                    <a:pt x="30" y="58"/>
                  </a:lnTo>
                  <a:lnTo>
                    <a:pt x="31" y="60"/>
                  </a:lnTo>
                  <a:lnTo>
                    <a:pt x="33" y="61"/>
                  </a:lnTo>
                  <a:lnTo>
                    <a:pt x="33" y="63"/>
                  </a:lnTo>
                  <a:lnTo>
                    <a:pt x="34" y="65"/>
                  </a:lnTo>
                  <a:lnTo>
                    <a:pt x="34" y="67"/>
                  </a:lnTo>
                  <a:lnTo>
                    <a:pt x="36" y="68"/>
                  </a:lnTo>
                  <a:lnTo>
                    <a:pt x="36" y="70"/>
                  </a:lnTo>
                  <a:lnTo>
                    <a:pt x="37" y="71"/>
                  </a:lnTo>
                  <a:lnTo>
                    <a:pt x="37" y="74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1"/>
                  </a:lnTo>
                  <a:lnTo>
                    <a:pt x="44" y="93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6" y="97"/>
                  </a:lnTo>
                  <a:lnTo>
                    <a:pt x="47" y="99"/>
                  </a:lnTo>
                  <a:lnTo>
                    <a:pt x="47" y="100"/>
                  </a:lnTo>
                  <a:lnTo>
                    <a:pt x="49" y="101"/>
                  </a:lnTo>
                  <a:lnTo>
                    <a:pt x="49" y="104"/>
                  </a:lnTo>
                  <a:lnTo>
                    <a:pt x="50" y="106"/>
                  </a:lnTo>
                  <a:lnTo>
                    <a:pt x="50" y="109"/>
                  </a:lnTo>
                  <a:lnTo>
                    <a:pt x="51" y="110"/>
                  </a:lnTo>
                  <a:lnTo>
                    <a:pt x="53" y="113"/>
                  </a:lnTo>
                  <a:lnTo>
                    <a:pt x="53" y="116"/>
                  </a:lnTo>
                  <a:lnTo>
                    <a:pt x="54" y="117"/>
                  </a:lnTo>
                  <a:lnTo>
                    <a:pt x="54" y="119"/>
                  </a:lnTo>
                  <a:lnTo>
                    <a:pt x="56" y="122"/>
                  </a:lnTo>
                  <a:lnTo>
                    <a:pt x="56" y="123"/>
                  </a:lnTo>
                  <a:lnTo>
                    <a:pt x="57" y="125"/>
                  </a:lnTo>
                  <a:lnTo>
                    <a:pt x="57" y="126"/>
                  </a:lnTo>
                  <a:lnTo>
                    <a:pt x="59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60" y="132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3" y="140"/>
                  </a:lnTo>
                  <a:lnTo>
                    <a:pt x="63" y="142"/>
                  </a:lnTo>
                  <a:lnTo>
                    <a:pt x="63" y="143"/>
                  </a:lnTo>
                  <a:lnTo>
                    <a:pt x="64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6" y="149"/>
                  </a:lnTo>
                  <a:lnTo>
                    <a:pt x="66" y="151"/>
                  </a:lnTo>
                  <a:lnTo>
                    <a:pt x="66" y="152"/>
                  </a:lnTo>
                  <a:lnTo>
                    <a:pt x="67" y="155"/>
                  </a:lnTo>
                  <a:lnTo>
                    <a:pt x="67" y="156"/>
                  </a:lnTo>
                  <a:lnTo>
                    <a:pt x="69" y="158"/>
                  </a:lnTo>
                  <a:lnTo>
                    <a:pt x="69" y="161"/>
                  </a:lnTo>
                  <a:lnTo>
                    <a:pt x="70" y="164"/>
                  </a:lnTo>
                  <a:lnTo>
                    <a:pt x="70" y="165"/>
                  </a:lnTo>
                  <a:lnTo>
                    <a:pt x="72" y="168"/>
                  </a:lnTo>
                  <a:lnTo>
                    <a:pt x="72" y="169"/>
                  </a:lnTo>
                  <a:lnTo>
                    <a:pt x="73" y="172"/>
                  </a:lnTo>
                  <a:lnTo>
                    <a:pt x="73" y="174"/>
                  </a:lnTo>
                  <a:lnTo>
                    <a:pt x="73" y="175"/>
                  </a:lnTo>
                  <a:lnTo>
                    <a:pt x="75" y="177"/>
                  </a:lnTo>
                  <a:lnTo>
                    <a:pt x="75" y="178"/>
                  </a:lnTo>
                  <a:lnTo>
                    <a:pt x="75" y="179"/>
                  </a:lnTo>
                  <a:lnTo>
                    <a:pt x="76" y="181"/>
                  </a:lnTo>
                  <a:lnTo>
                    <a:pt x="76" y="182"/>
                  </a:lnTo>
                  <a:lnTo>
                    <a:pt x="76" y="184"/>
                  </a:lnTo>
                  <a:lnTo>
                    <a:pt x="76" y="185"/>
                  </a:lnTo>
                  <a:lnTo>
                    <a:pt x="77" y="187"/>
                  </a:lnTo>
                  <a:lnTo>
                    <a:pt x="77" y="188"/>
                  </a:lnTo>
                  <a:lnTo>
                    <a:pt x="77" y="190"/>
                  </a:lnTo>
                  <a:lnTo>
                    <a:pt x="79" y="191"/>
                  </a:lnTo>
                  <a:lnTo>
                    <a:pt x="79" y="192"/>
                  </a:lnTo>
                  <a:lnTo>
                    <a:pt x="79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2" y="200"/>
                  </a:lnTo>
                  <a:lnTo>
                    <a:pt x="82" y="201"/>
                  </a:lnTo>
                  <a:lnTo>
                    <a:pt x="82" y="202"/>
                  </a:lnTo>
                  <a:lnTo>
                    <a:pt x="83" y="205"/>
                  </a:lnTo>
                  <a:lnTo>
                    <a:pt x="83" y="207"/>
                  </a:lnTo>
                  <a:lnTo>
                    <a:pt x="83" y="208"/>
                  </a:lnTo>
                  <a:lnTo>
                    <a:pt x="85" y="211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8"/>
                  </a:lnTo>
                  <a:lnTo>
                    <a:pt x="88" y="220"/>
                  </a:lnTo>
                  <a:lnTo>
                    <a:pt x="88" y="223"/>
                  </a:lnTo>
                  <a:lnTo>
                    <a:pt x="89" y="224"/>
                  </a:lnTo>
                  <a:lnTo>
                    <a:pt x="89" y="226"/>
                  </a:lnTo>
                  <a:lnTo>
                    <a:pt x="89" y="227"/>
                  </a:lnTo>
                  <a:lnTo>
                    <a:pt x="90" y="230"/>
                  </a:lnTo>
                  <a:lnTo>
                    <a:pt x="90" y="231"/>
                  </a:lnTo>
                  <a:lnTo>
                    <a:pt x="90" y="233"/>
                  </a:lnTo>
                  <a:lnTo>
                    <a:pt x="92" y="234"/>
                  </a:lnTo>
                  <a:lnTo>
                    <a:pt x="92" y="236"/>
                  </a:lnTo>
                  <a:lnTo>
                    <a:pt x="92" y="237"/>
                  </a:lnTo>
                  <a:lnTo>
                    <a:pt x="93" y="239"/>
                  </a:lnTo>
                  <a:lnTo>
                    <a:pt x="93" y="240"/>
                  </a:lnTo>
                  <a:lnTo>
                    <a:pt x="93" y="241"/>
                  </a:lnTo>
                  <a:lnTo>
                    <a:pt x="93" y="243"/>
                  </a:lnTo>
                  <a:lnTo>
                    <a:pt x="93" y="244"/>
                  </a:lnTo>
                  <a:lnTo>
                    <a:pt x="93" y="246"/>
                  </a:lnTo>
                  <a:lnTo>
                    <a:pt x="95" y="247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5" y="252"/>
                  </a:lnTo>
                  <a:lnTo>
                    <a:pt x="95" y="253"/>
                  </a:lnTo>
                  <a:lnTo>
                    <a:pt x="95" y="254"/>
                  </a:lnTo>
                  <a:lnTo>
                    <a:pt x="95" y="256"/>
                  </a:lnTo>
                  <a:lnTo>
                    <a:pt x="95" y="259"/>
                  </a:lnTo>
                  <a:lnTo>
                    <a:pt x="95" y="260"/>
                  </a:lnTo>
                  <a:lnTo>
                    <a:pt x="96" y="262"/>
                  </a:lnTo>
                  <a:lnTo>
                    <a:pt x="96" y="265"/>
                  </a:lnTo>
                  <a:lnTo>
                    <a:pt x="96" y="266"/>
                  </a:lnTo>
                  <a:lnTo>
                    <a:pt x="96" y="267"/>
                  </a:lnTo>
                  <a:lnTo>
                    <a:pt x="96" y="270"/>
                  </a:lnTo>
                  <a:lnTo>
                    <a:pt x="96" y="272"/>
                  </a:lnTo>
                  <a:lnTo>
                    <a:pt x="96" y="273"/>
                  </a:lnTo>
                  <a:lnTo>
                    <a:pt x="96" y="275"/>
                  </a:lnTo>
                  <a:lnTo>
                    <a:pt x="96" y="276"/>
                  </a:lnTo>
                  <a:lnTo>
                    <a:pt x="98" y="278"/>
                  </a:lnTo>
                  <a:lnTo>
                    <a:pt x="98" y="279"/>
                  </a:lnTo>
                  <a:lnTo>
                    <a:pt x="98" y="280"/>
                  </a:lnTo>
                  <a:lnTo>
                    <a:pt x="98" y="282"/>
                  </a:lnTo>
                  <a:lnTo>
                    <a:pt x="98" y="283"/>
                  </a:lnTo>
                  <a:lnTo>
                    <a:pt x="98" y="285"/>
                  </a:lnTo>
                  <a:lnTo>
                    <a:pt x="98" y="286"/>
                  </a:lnTo>
                  <a:lnTo>
                    <a:pt x="98" y="288"/>
                  </a:lnTo>
                  <a:lnTo>
                    <a:pt x="98" y="289"/>
                  </a:lnTo>
                  <a:lnTo>
                    <a:pt x="99" y="289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3"/>
                  </a:lnTo>
                  <a:lnTo>
                    <a:pt x="99" y="295"/>
                  </a:lnTo>
                  <a:lnTo>
                    <a:pt x="99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1" y="305"/>
                  </a:lnTo>
                  <a:lnTo>
                    <a:pt x="102" y="305"/>
                  </a:lnTo>
                  <a:lnTo>
                    <a:pt x="102" y="306"/>
                  </a:lnTo>
                  <a:lnTo>
                    <a:pt x="102" y="308"/>
                  </a:lnTo>
                  <a:lnTo>
                    <a:pt x="102" y="309"/>
                  </a:lnTo>
                  <a:lnTo>
                    <a:pt x="102" y="311"/>
                  </a:lnTo>
                  <a:lnTo>
                    <a:pt x="102" y="312"/>
                  </a:lnTo>
                  <a:lnTo>
                    <a:pt x="102" y="314"/>
                  </a:lnTo>
                  <a:lnTo>
                    <a:pt x="102" y="315"/>
                  </a:lnTo>
                  <a:lnTo>
                    <a:pt x="102" y="316"/>
                  </a:lnTo>
                  <a:lnTo>
                    <a:pt x="102" y="318"/>
                  </a:lnTo>
                  <a:lnTo>
                    <a:pt x="102" y="319"/>
                  </a:lnTo>
                  <a:lnTo>
                    <a:pt x="102" y="321"/>
                  </a:lnTo>
                  <a:lnTo>
                    <a:pt x="102" y="322"/>
                  </a:lnTo>
                  <a:lnTo>
                    <a:pt x="102" y="324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102" y="328"/>
                  </a:lnTo>
                  <a:lnTo>
                    <a:pt x="102" y="329"/>
                  </a:lnTo>
                  <a:lnTo>
                    <a:pt x="102" y="332"/>
                  </a:lnTo>
                  <a:lnTo>
                    <a:pt x="102" y="334"/>
                  </a:lnTo>
                  <a:lnTo>
                    <a:pt x="102" y="337"/>
                  </a:lnTo>
                  <a:lnTo>
                    <a:pt x="102" y="340"/>
                  </a:lnTo>
                  <a:lnTo>
                    <a:pt x="102" y="341"/>
                  </a:lnTo>
                  <a:lnTo>
                    <a:pt x="101" y="34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3" name="Freeform 141">
              <a:extLst>
                <a:ext uri="{FF2B5EF4-FFF2-40B4-BE49-F238E27FC236}">
                  <a16:creationId xmlns:a16="http://schemas.microsoft.com/office/drawing/2014/main" id="{4088B221-29EB-4A22-ACC0-8FB2FEC36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4838700"/>
              <a:ext cx="80962" cy="274638"/>
            </a:xfrm>
            <a:custGeom>
              <a:avLst/>
              <a:gdLst>
                <a:gd name="T0" fmla="*/ 2147483646 w 102"/>
                <a:gd name="T1" fmla="*/ 2147483646 h 345"/>
                <a:gd name="T2" fmla="*/ 2147483646 w 102"/>
                <a:gd name="T3" fmla="*/ 2147483646 h 345"/>
                <a:gd name="T4" fmla="*/ 2147483646 w 102"/>
                <a:gd name="T5" fmla="*/ 2147483646 h 345"/>
                <a:gd name="T6" fmla="*/ 2147483646 w 102"/>
                <a:gd name="T7" fmla="*/ 2147483646 h 345"/>
                <a:gd name="T8" fmla="*/ 2147483646 w 102"/>
                <a:gd name="T9" fmla="*/ 2147483646 h 345"/>
                <a:gd name="T10" fmla="*/ 2147483646 w 102"/>
                <a:gd name="T11" fmla="*/ 2147483646 h 345"/>
                <a:gd name="T12" fmla="*/ 2147483646 w 102"/>
                <a:gd name="T13" fmla="*/ 2147483646 h 345"/>
                <a:gd name="T14" fmla="*/ 2147483646 w 102"/>
                <a:gd name="T15" fmla="*/ 2147483646 h 345"/>
                <a:gd name="T16" fmla="*/ 2147483646 w 102"/>
                <a:gd name="T17" fmla="*/ 2147483646 h 345"/>
                <a:gd name="T18" fmla="*/ 2147483646 w 102"/>
                <a:gd name="T19" fmla="*/ 2147483646 h 345"/>
                <a:gd name="T20" fmla="*/ 2147483646 w 102"/>
                <a:gd name="T21" fmla="*/ 2147483646 h 345"/>
                <a:gd name="T22" fmla="*/ 2147483646 w 102"/>
                <a:gd name="T23" fmla="*/ 2147483646 h 345"/>
                <a:gd name="T24" fmla="*/ 2147483646 w 102"/>
                <a:gd name="T25" fmla="*/ 2147483646 h 345"/>
                <a:gd name="T26" fmla="*/ 2147483646 w 102"/>
                <a:gd name="T27" fmla="*/ 2147483646 h 345"/>
                <a:gd name="T28" fmla="*/ 2147483646 w 102"/>
                <a:gd name="T29" fmla="*/ 2147483646 h 345"/>
                <a:gd name="T30" fmla="*/ 2147483646 w 102"/>
                <a:gd name="T31" fmla="*/ 2147483646 h 345"/>
                <a:gd name="T32" fmla="*/ 2147483646 w 102"/>
                <a:gd name="T33" fmla="*/ 2147483646 h 345"/>
                <a:gd name="T34" fmla="*/ 2147483646 w 102"/>
                <a:gd name="T35" fmla="*/ 2147483646 h 345"/>
                <a:gd name="T36" fmla="*/ 2147483646 w 102"/>
                <a:gd name="T37" fmla="*/ 2147483646 h 345"/>
                <a:gd name="T38" fmla="*/ 2147483646 w 102"/>
                <a:gd name="T39" fmla="*/ 2147483646 h 345"/>
                <a:gd name="T40" fmla="*/ 2147483646 w 102"/>
                <a:gd name="T41" fmla="*/ 2147483646 h 345"/>
                <a:gd name="T42" fmla="*/ 2147483646 w 102"/>
                <a:gd name="T43" fmla="*/ 2147483646 h 345"/>
                <a:gd name="T44" fmla="*/ 2147483646 w 102"/>
                <a:gd name="T45" fmla="*/ 2147483646 h 345"/>
                <a:gd name="T46" fmla="*/ 2147483646 w 102"/>
                <a:gd name="T47" fmla="*/ 2147483646 h 345"/>
                <a:gd name="T48" fmla="*/ 2147483646 w 102"/>
                <a:gd name="T49" fmla="*/ 2147483646 h 345"/>
                <a:gd name="T50" fmla="*/ 2147483646 w 102"/>
                <a:gd name="T51" fmla="*/ 2147483646 h 345"/>
                <a:gd name="T52" fmla="*/ 2147483646 w 102"/>
                <a:gd name="T53" fmla="*/ 2147483646 h 345"/>
                <a:gd name="T54" fmla="*/ 2147483646 w 102"/>
                <a:gd name="T55" fmla="*/ 2147483646 h 345"/>
                <a:gd name="T56" fmla="*/ 2147483646 w 102"/>
                <a:gd name="T57" fmla="*/ 2147483646 h 345"/>
                <a:gd name="T58" fmla="*/ 2147483646 w 102"/>
                <a:gd name="T59" fmla="*/ 2147483646 h 345"/>
                <a:gd name="T60" fmla="*/ 2147483646 w 102"/>
                <a:gd name="T61" fmla="*/ 2147483646 h 345"/>
                <a:gd name="T62" fmla="*/ 2147483646 w 102"/>
                <a:gd name="T63" fmla="*/ 2147483646 h 345"/>
                <a:gd name="T64" fmla="*/ 2147483646 w 102"/>
                <a:gd name="T65" fmla="*/ 2147483646 h 345"/>
                <a:gd name="T66" fmla="*/ 2147483646 w 102"/>
                <a:gd name="T67" fmla="*/ 2147483646 h 345"/>
                <a:gd name="T68" fmla="*/ 2147483646 w 102"/>
                <a:gd name="T69" fmla="*/ 2147483646 h 345"/>
                <a:gd name="T70" fmla="*/ 2147483646 w 102"/>
                <a:gd name="T71" fmla="*/ 2147483646 h 345"/>
                <a:gd name="T72" fmla="*/ 2147483646 w 102"/>
                <a:gd name="T73" fmla="*/ 2147483646 h 345"/>
                <a:gd name="T74" fmla="*/ 2147483646 w 102"/>
                <a:gd name="T75" fmla="*/ 2147483646 h 345"/>
                <a:gd name="T76" fmla="*/ 2147483646 w 102"/>
                <a:gd name="T77" fmla="*/ 2147483646 h 345"/>
                <a:gd name="T78" fmla="*/ 2147483646 w 102"/>
                <a:gd name="T79" fmla="*/ 2147483646 h 345"/>
                <a:gd name="T80" fmla="*/ 2147483646 w 102"/>
                <a:gd name="T81" fmla="*/ 2147483646 h 345"/>
                <a:gd name="T82" fmla="*/ 2147483646 w 102"/>
                <a:gd name="T83" fmla="*/ 2147483646 h 345"/>
                <a:gd name="T84" fmla="*/ 2147483646 w 102"/>
                <a:gd name="T85" fmla="*/ 2147483646 h 345"/>
                <a:gd name="T86" fmla="*/ 2147483646 w 102"/>
                <a:gd name="T87" fmla="*/ 2147483646 h 345"/>
                <a:gd name="T88" fmla="*/ 2147483646 w 102"/>
                <a:gd name="T89" fmla="*/ 2147483646 h 345"/>
                <a:gd name="T90" fmla="*/ 2147483646 w 102"/>
                <a:gd name="T91" fmla="*/ 2147483646 h 345"/>
                <a:gd name="T92" fmla="*/ 2147483646 w 102"/>
                <a:gd name="T93" fmla="*/ 2147483646 h 345"/>
                <a:gd name="T94" fmla="*/ 2147483646 w 102"/>
                <a:gd name="T95" fmla="*/ 2147483646 h 345"/>
                <a:gd name="T96" fmla="*/ 2147483646 w 102"/>
                <a:gd name="T97" fmla="*/ 2147483646 h 345"/>
                <a:gd name="T98" fmla="*/ 2147483646 w 102"/>
                <a:gd name="T99" fmla="*/ 2147483646 h 345"/>
                <a:gd name="T100" fmla="*/ 2147483646 w 102"/>
                <a:gd name="T101" fmla="*/ 2147483646 h 345"/>
                <a:gd name="T102" fmla="*/ 2147483646 w 102"/>
                <a:gd name="T103" fmla="*/ 2147483646 h 345"/>
                <a:gd name="T104" fmla="*/ 2147483646 w 102"/>
                <a:gd name="T105" fmla="*/ 2147483646 h 345"/>
                <a:gd name="T106" fmla="*/ 2147483646 w 102"/>
                <a:gd name="T107" fmla="*/ 2147483646 h 345"/>
                <a:gd name="T108" fmla="*/ 2147483646 w 102"/>
                <a:gd name="T109" fmla="*/ 2147483646 h 345"/>
                <a:gd name="T110" fmla="*/ 2147483646 w 102"/>
                <a:gd name="T111" fmla="*/ 2147483646 h 345"/>
                <a:gd name="T112" fmla="*/ 2147483646 w 102"/>
                <a:gd name="T113" fmla="*/ 2147483646 h 34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5"/>
                <a:gd name="T173" fmla="*/ 102 w 102"/>
                <a:gd name="T174" fmla="*/ 345 h 34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5">
                  <a:moveTo>
                    <a:pt x="0" y="345"/>
                  </a:moveTo>
                  <a:lnTo>
                    <a:pt x="2" y="341"/>
                  </a:lnTo>
                  <a:lnTo>
                    <a:pt x="4" y="338"/>
                  </a:lnTo>
                  <a:lnTo>
                    <a:pt x="7" y="334"/>
                  </a:lnTo>
                  <a:lnTo>
                    <a:pt x="8" y="331"/>
                  </a:lnTo>
                  <a:lnTo>
                    <a:pt x="10" y="328"/>
                  </a:lnTo>
                  <a:lnTo>
                    <a:pt x="11" y="325"/>
                  </a:lnTo>
                  <a:lnTo>
                    <a:pt x="13" y="324"/>
                  </a:lnTo>
                  <a:lnTo>
                    <a:pt x="14" y="321"/>
                  </a:lnTo>
                  <a:lnTo>
                    <a:pt x="15" y="318"/>
                  </a:lnTo>
                  <a:lnTo>
                    <a:pt x="17" y="316"/>
                  </a:lnTo>
                  <a:lnTo>
                    <a:pt x="17" y="315"/>
                  </a:lnTo>
                  <a:lnTo>
                    <a:pt x="18" y="312"/>
                  </a:lnTo>
                  <a:lnTo>
                    <a:pt x="20" y="311"/>
                  </a:lnTo>
                  <a:lnTo>
                    <a:pt x="20" y="309"/>
                  </a:lnTo>
                  <a:lnTo>
                    <a:pt x="21" y="308"/>
                  </a:lnTo>
                  <a:lnTo>
                    <a:pt x="21" y="306"/>
                  </a:lnTo>
                  <a:lnTo>
                    <a:pt x="23" y="305"/>
                  </a:lnTo>
                  <a:lnTo>
                    <a:pt x="23" y="303"/>
                  </a:lnTo>
                  <a:lnTo>
                    <a:pt x="24" y="302"/>
                  </a:lnTo>
                  <a:lnTo>
                    <a:pt x="24" y="301"/>
                  </a:lnTo>
                  <a:lnTo>
                    <a:pt x="26" y="299"/>
                  </a:lnTo>
                  <a:lnTo>
                    <a:pt x="26" y="298"/>
                  </a:lnTo>
                  <a:lnTo>
                    <a:pt x="27" y="296"/>
                  </a:lnTo>
                  <a:lnTo>
                    <a:pt x="27" y="295"/>
                  </a:lnTo>
                  <a:lnTo>
                    <a:pt x="28" y="293"/>
                  </a:lnTo>
                  <a:lnTo>
                    <a:pt x="28" y="292"/>
                  </a:lnTo>
                  <a:lnTo>
                    <a:pt x="28" y="291"/>
                  </a:lnTo>
                  <a:lnTo>
                    <a:pt x="30" y="289"/>
                  </a:lnTo>
                  <a:lnTo>
                    <a:pt x="30" y="288"/>
                  </a:lnTo>
                  <a:lnTo>
                    <a:pt x="31" y="286"/>
                  </a:lnTo>
                  <a:lnTo>
                    <a:pt x="33" y="283"/>
                  </a:lnTo>
                  <a:lnTo>
                    <a:pt x="33" y="282"/>
                  </a:lnTo>
                  <a:lnTo>
                    <a:pt x="34" y="280"/>
                  </a:lnTo>
                  <a:lnTo>
                    <a:pt x="34" y="278"/>
                  </a:lnTo>
                  <a:lnTo>
                    <a:pt x="36" y="276"/>
                  </a:lnTo>
                  <a:lnTo>
                    <a:pt x="36" y="275"/>
                  </a:lnTo>
                  <a:lnTo>
                    <a:pt x="37" y="273"/>
                  </a:lnTo>
                  <a:lnTo>
                    <a:pt x="37" y="272"/>
                  </a:lnTo>
                  <a:lnTo>
                    <a:pt x="37" y="270"/>
                  </a:lnTo>
                  <a:lnTo>
                    <a:pt x="38" y="269"/>
                  </a:lnTo>
                  <a:lnTo>
                    <a:pt x="38" y="267"/>
                  </a:lnTo>
                  <a:lnTo>
                    <a:pt x="38" y="266"/>
                  </a:lnTo>
                  <a:lnTo>
                    <a:pt x="40" y="266"/>
                  </a:lnTo>
                  <a:lnTo>
                    <a:pt x="40" y="265"/>
                  </a:lnTo>
                  <a:lnTo>
                    <a:pt x="40" y="263"/>
                  </a:lnTo>
                  <a:lnTo>
                    <a:pt x="41" y="262"/>
                  </a:lnTo>
                  <a:lnTo>
                    <a:pt x="41" y="260"/>
                  </a:lnTo>
                  <a:lnTo>
                    <a:pt x="43" y="259"/>
                  </a:lnTo>
                  <a:lnTo>
                    <a:pt x="43" y="257"/>
                  </a:lnTo>
                  <a:lnTo>
                    <a:pt x="43" y="256"/>
                  </a:lnTo>
                  <a:lnTo>
                    <a:pt x="44" y="254"/>
                  </a:lnTo>
                  <a:lnTo>
                    <a:pt x="44" y="253"/>
                  </a:lnTo>
                  <a:lnTo>
                    <a:pt x="46" y="252"/>
                  </a:lnTo>
                  <a:lnTo>
                    <a:pt x="46" y="250"/>
                  </a:lnTo>
                  <a:lnTo>
                    <a:pt x="46" y="249"/>
                  </a:lnTo>
                  <a:lnTo>
                    <a:pt x="47" y="246"/>
                  </a:lnTo>
                  <a:lnTo>
                    <a:pt x="47" y="244"/>
                  </a:lnTo>
                  <a:lnTo>
                    <a:pt x="49" y="243"/>
                  </a:lnTo>
                  <a:lnTo>
                    <a:pt x="49" y="241"/>
                  </a:lnTo>
                  <a:lnTo>
                    <a:pt x="50" y="239"/>
                  </a:lnTo>
                  <a:lnTo>
                    <a:pt x="50" y="237"/>
                  </a:lnTo>
                  <a:lnTo>
                    <a:pt x="51" y="234"/>
                  </a:lnTo>
                  <a:lnTo>
                    <a:pt x="53" y="231"/>
                  </a:lnTo>
                  <a:lnTo>
                    <a:pt x="53" y="230"/>
                  </a:lnTo>
                  <a:lnTo>
                    <a:pt x="54" y="227"/>
                  </a:lnTo>
                  <a:lnTo>
                    <a:pt x="54" y="226"/>
                  </a:lnTo>
                  <a:lnTo>
                    <a:pt x="56" y="224"/>
                  </a:lnTo>
                  <a:lnTo>
                    <a:pt x="56" y="221"/>
                  </a:lnTo>
                  <a:lnTo>
                    <a:pt x="57" y="220"/>
                  </a:lnTo>
                  <a:lnTo>
                    <a:pt x="57" y="218"/>
                  </a:lnTo>
                  <a:lnTo>
                    <a:pt x="59" y="217"/>
                  </a:lnTo>
                  <a:lnTo>
                    <a:pt x="59" y="215"/>
                  </a:lnTo>
                  <a:lnTo>
                    <a:pt x="59" y="214"/>
                  </a:lnTo>
                  <a:lnTo>
                    <a:pt x="60" y="213"/>
                  </a:lnTo>
                  <a:lnTo>
                    <a:pt x="60" y="211"/>
                  </a:lnTo>
                  <a:lnTo>
                    <a:pt x="62" y="210"/>
                  </a:lnTo>
                  <a:lnTo>
                    <a:pt x="62" y="208"/>
                  </a:lnTo>
                  <a:lnTo>
                    <a:pt x="62" y="207"/>
                  </a:lnTo>
                  <a:lnTo>
                    <a:pt x="62" y="205"/>
                  </a:lnTo>
                  <a:lnTo>
                    <a:pt x="63" y="204"/>
                  </a:lnTo>
                  <a:lnTo>
                    <a:pt x="63" y="202"/>
                  </a:lnTo>
                  <a:lnTo>
                    <a:pt x="63" y="201"/>
                  </a:lnTo>
                  <a:lnTo>
                    <a:pt x="64" y="200"/>
                  </a:lnTo>
                  <a:lnTo>
                    <a:pt x="64" y="198"/>
                  </a:lnTo>
                  <a:lnTo>
                    <a:pt x="64" y="197"/>
                  </a:lnTo>
                  <a:lnTo>
                    <a:pt x="66" y="195"/>
                  </a:lnTo>
                  <a:lnTo>
                    <a:pt x="66" y="194"/>
                  </a:lnTo>
                  <a:lnTo>
                    <a:pt x="66" y="192"/>
                  </a:lnTo>
                  <a:lnTo>
                    <a:pt x="67" y="191"/>
                  </a:lnTo>
                  <a:lnTo>
                    <a:pt x="67" y="188"/>
                  </a:lnTo>
                  <a:lnTo>
                    <a:pt x="69" y="187"/>
                  </a:lnTo>
                  <a:lnTo>
                    <a:pt x="69" y="184"/>
                  </a:lnTo>
                  <a:lnTo>
                    <a:pt x="70" y="182"/>
                  </a:lnTo>
                  <a:lnTo>
                    <a:pt x="70" y="179"/>
                  </a:lnTo>
                  <a:lnTo>
                    <a:pt x="72" y="177"/>
                  </a:lnTo>
                  <a:lnTo>
                    <a:pt x="72" y="175"/>
                  </a:lnTo>
                  <a:lnTo>
                    <a:pt x="73" y="174"/>
                  </a:lnTo>
                  <a:lnTo>
                    <a:pt x="73" y="171"/>
                  </a:lnTo>
                  <a:lnTo>
                    <a:pt x="73" y="169"/>
                  </a:lnTo>
                  <a:lnTo>
                    <a:pt x="75" y="168"/>
                  </a:lnTo>
                  <a:lnTo>
                    <a:pt x="75" y="166"/>
                  </a:lnTo>
                  <a:lnTo>
                    <a:pt x="75" y="165"/>
                  </a:lnTo>
                  <a:lnTo>
                    <a:pt x="76" y="164"/>
                  </a:lnTo>
                  <a:lnTo>
                    <a:pt x="76" y="162"/>
                  </a:lnTo>
                  <a:lnTo>
                    <a:pt x="76" y="161"/>
                  </a:lnTo>
                  <a:lnTo>
                    <a:pt x="76" y="159"/>
                  </a:lnTo>
                  <a:lnTo>
                    <a:pt x="77" y="158"/>
                  </a:lnTo>
                  <a:lnTo>
                    <a:pt x="77" y="156"/>
                  </a:lnTo>
                  <a:lnTo>
                    <a:pt x="79" y="155"/>
                  </a:lnTo>
                  <a:lnTo>
                    <a:pt x="79" y="153"/>
                  </a:lnTo>
                  <a:lnTo>
                    <a:pt x="79" y="152"/>
                  </a:lnTo>
                  <a:lnTo>
                    <a:pt x="79" y="151"/>
                  </a:lnTo>
                  <a:lnTo>
                    <a:pt x="80" y="149"/>
                  </a:lnTo>
                  <a:lnTo>
                    <a:pt x="80" y="148"/>
                  </a:lnTo>
                  <a:lnTo>
                    <a:pt x="80" y="146"/>
                  </a:lnTo>
                  <a:lnTo>
                    <a:pt x="82" y="145"/>
                  </a:lnTo>
                  <a:lnTo>
                    <a:pt x="82" y="143"/>
                  </a:lnTo>
                  <a:lnTo>
                    <a:pt x="82" y="142"/>
                  </a:lnTo>
                  <a:lnTo>
                    <a:pt x="83" y="140"/>
                  </a:lnTo>
                  <a:lnTo>
                    <a:pt x="83" y="138"/>
                  </a:lnTo>
                  <a:lnTo>
                    <a:pt x="83" y="136"/>
                  </a:lnTo>
                  <a:lnTo>
                    <a:pt x="85" y="135"/>
                  </a:lnTo>
                  <a:lnTo>
                    <a:pt x="85" y="132"/>
                  </a:lnTo>
                  <a:lnTo>
                    <a:pt x="86" y="129"/>
                  </a:lnTo>
                  <a:lnTo>
                    <a:pt x="86" y="127"/>
                  </a:lnTo>
                  <a:lnTo>
                    <a:pt x="88" y="125"/>
                  </a:lnTo>
                  <a:lnTo>
                    <a:pt x="88" y="123"/>
                  </a:lnTo>
                  <a:lnTo>
                    <a:pt x="89" y="120"/>
                  </a:lnTo>
                  <a:lnTo>
                    <a:pt x="89" y="119"/>
                  </a:lnTo>
                  <a:lnTo>
                    <a:pt x="89" y="117"/>
                  </a:lnTo>
                  <a:lnTo>
                    <a:pt x="90" y="116"/>
                  </a:lnTo>
                  <a:lnTo>
                    <a:pt x="90" y="114"/>
                  </a:lnTo>
                  <a:lnTo>
                    <a:pt x="90" y="113"/>
                  </a:lnTo>
                  <a:lnTo>
                    <a:pt x="92" y="112"/>
                  </a:lnTo>
                  <a:lnTo>
                    <a:pt x="92" y="110"/>
                  </a:lnTo>
                  <a:lnTo>
                    <a:pt x="92" y="109"/>
                  </a:lnTo>
                  <a:lnTo>
                    <a:pt x="92" y="107"/>
                  </a:lnTo>
                  <a:lnTo>
                    <a:pt x="93" y="106"/>
                  </a:lnTo>
                  <a:lnTo>
                    <a:pt x="93" y="104"/>
                  </a:lnTo>
                  <a:lnTo>
                    <a:pt x="93" y="103"/>
                  </a:lnTo>
                  <a:lnTo>
                    <a:pt x="93" y="101"/>
                  </a:lnTo>
                  <a:lnTo>
                    <a:pt x="93" y="100"/>
                  </a:lnTo>
                  <a:lnTo>
                    <a:pt x="95" y="99"/>
                  </a:lnTo>
                  <a:lnTo>
                    <a:pt x="95" y="97"/>
                  </a:lnTo>
                  <a:lnTo>
                    <a:pt x="95" y="96"/>
                  </a:lnTo>
                  <a:lnTo>
                    <a:pt x="95" y="94"/>
                  </a:lnTo>
                  <a:lnTo>
                    <a:pt x="95" y="93"/>
                  </a:lnTo>
                  <a:lnTo>
                    <a:pt x="95" y="91"/>
                  </a:lnTo>
                  <a:lnTo>
                    <a:pt x="95" y="90"/>
                  </a:lnTo>
                  <a:lnTo>
                    <a:pt x="95" y="88"/>
                  </a:lnTo>
                  <a:lnTo>
                    <a:pt x="95" y="87"/>
                  </a:lnTo>
                  <a:lnTo>
                    <a:pt x="95" y="84"/>
                  </a:lnTo>
                  <a:lnTo>
                    <a:pt x="96" y="83"/>
                  </a:lnTo>
                  <a:lnTo>
                    <a:pt x="96" y="81"/>
                  </a:lnTo>
                  <a:lnTo>
                    <a:pt x="96" y="78"/>
                  </a:lnTo>
                  <a:lnTo>
                    <a:pt x="96" y="77"/>
                  </a:lnTo>
                  <a:lnTo>
                    <a:pt x="96" y="76"/>
                  </a:lnTo>
                  <a:lnTo>
                    <a:pt x="96" y="73"/>
                  </a:lnTo>
                  <a:lnTo>
                    <a:pt x="96" y="71"/>
                  </a:lnTo>
                  <a:lnTo>
                    <a:pt x="96" y="70"/>
                  </a:lnTo>
                  <a:lnTo>
                    <a:pt x="96" y="68"/>
                  </a:lnTo>
                  <a:lnTo>
                    <a:pt x="98" y="67"/>
                  </a:lnTo>
                  <a:lnTo>
                    <a:pt x="98" y="65"/>
                  </a:lnTo>
                  <a:lnTo>
                    <a:pt x="98" y="64"/>
                  </a:lnTo>
                  <a:lnTo>
                    <a:pt x="98" y="63"/>
                  </a:lnTo>
                  <a:lnTo>
                    <a:pt x="98" y="61"/>
                  </a:lnTo>
                  <a:lnTo>
                    <a:pt x="98" y="60"/>
                  </a:lnTo>
                  <a:lnTo>
                    <a:pt x="98" y="58"/>
                  </a:lnTo>
                  <a:lnTo>
                    <a:pt x="98" y="57"/>
                  </a:lnTo>
                  <a:lnTo>
                    <a:pt x="99" y="55"/>
                  </a:lnTo>
                  <a:lnTo>
                    <a:pt x="99" y="54"/>
                  </a:lnTo>
                  <a:lnTo>
                    <a:pt x="99" y="52"/>
                  </a:lnTo>
                  <a:lnTo>
                    <a:pt x="99" y="51"/>
                  </a:lnTo>
                  <a:lnTo>
                    <a:pt x="99" y="50"/>
                  </a:lnTo>
                  <a:lnTo>
                    <a:pt x="99" y="48"/>
                  </a:lnTo>
                  <a:lnTo>
                    <a:pt x="101" y="47"/>
                  </a:lnTo>
                  <a:lnTo>
                    <a:pt x="101" y="45"/>
                  </a:lnTo>
                  <a:lnTo>
                    <a:pt x="101" y="44"/>
                  </a:lnTo>
                  <a:lnTo>
                    <a:pt x="101" y="42"/>
                  </a:lnTo>
                  <a:lnTo>
                    <a:pt x="101" y="41"/>
                  </a:lnTo>
                  <a:lnTo>
                    <a:pt x="102" y="39"/>
                  </a:lnTo>
                  <a:lnTo>
                    <a:pt x="102" y="38"/>
                  </a:lnTo>
                  <a:lnTo>
                    <a:pt x="102" y="37"/>
                  </a:lnTo>
                  <a:lnTo>
                    <a:pt x="102" y="35"/>
                  </a:lnTo>
                  <a:lnTo>
                    <a:pt x="102" y="34"/>
                  </a:lnTo>
                  <a:lnTo>
                    <a:pt x="102" y="32"/>
                  </a:lnTo>
                  <a:lnTo>
                    <a:pt x="102" y="31"/>
                  </a:lnTo>
                  <a:lnTo>
                    <a:pt x="102" y="29"/>
                  </a:lnTo>
                  <a:lnTo>
                    <a:pt x="102" y="28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4"/>
                  </a:lnTo>
                  <a:lnTo>
                    <a:pt x="102" y="22"/>
                  </a:lnTo>
                  <a:lnTo>
                    <a:pt x="102" y="21"/>
                  </a:lnTo>
                  <a:lnTo>
                    <a:pt x="102" y="19"/>
                  </a:lnTo>
                  <a:lnTo>
                    <a:pt x="102" y="16"/>
                  </a:lnTo>
                  <a:lnTo>
                    <a:pt x="102" y="15"/>
                  </a:lnTo>
                  <a:lnTo>
                    <a:pt x="102" y="13"/>
                  </a:lnTo>
                  <a:lnTo>
                    <a:pt x="102" y="11"/>
                  </a:lnTo>
                  <a:lnTo>
                    <a:pt x="102" y="9"/>
                  </a:lnTo>
                  <a:lnTo>
                    <a:pt x="102" y="6"/>
                  </a:lnTo>
                  <a:lnTo>
                    <a:pt x="102" y="3"/>
                  </a:lnTo>
                  <a:lnTo>
                    <a:pt x="10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4" name="Line 142">
              <a:extLst>
                <a:ext uri="{FF2B5EF4-FFF2-40B4-BE49-F238E27FC236}">
                  <a16:creationId xmlns:a16="http://schemas.microsoft.com/office/drawing/2014/main" id="{153CDB86-BFA5-47F0-9880-097DEF7E5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4981575"/>
              <a:ext cx="180975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5" name="Line 143">
              <a:extLst>
                <a:ext uri="{FF2B5EF4-FFF2-40B4-BE49-F238E27FC236}">
                  <a16:creationId xmlns:a16="http://schemas.microsoft.com/office/drawing/2014/main" id="{3689386F-16B6-474C-BCB4-1E6FE48E4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250" y="4706938"/>
              <a:ext cx="8477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6" name="Freeform 144">
              <a:extLst>
                <a:ext uri="{FF2B5EF4-FFF2-40B4-BE49-F238E27FC236}">
                  <a16:creationId xmlns:a16="http://schemas.microsoft.com/office/drawing/2014/main" id="{ED97711A-03A2-478B-9C3B-3D38B1389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4065588"/>
              <a:ext cx="1214437" cy="915987"/>
            </a:xfrm>
            <a:custGeom>
              <a:avLst/>
              <a:gdLst>
                <a:gd name="T0" fmla="*/ 0 w 1529"/>
                <a:gd name="T1" fmla="*/ 2147483646 h 1154"/>
                <a:gd name="T2" fmla="*/ 0 w 1529"/>
                <a:gd name="T3" fmla="*/ 0 h 1154"/>
                <a:gd name="T4" fmla="*/ 2147483646 w 1529"/>
                <a:gd name="T5" fmla="*/ 0 h 1154"/>
                <a:gd name="T6" fmla="*/ 0 60000 65536"/>
                <a:gd name="T7" fmla="*/ 0 60000 65536"/>
                <a:gd name="T8" fmla="*/ 0 60000 65536"/>
                <a:gd name="T9" fmla="*/ 0 w 1529"/>
                <a:gd name="T10" fmla="*/ 0 h 1154"/>
                <a:gd name="T11" fmla="*/ 1529 w 1529"/>
                <a:gd name="T12" fmla="*/ 1154 h 1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9" h="1154">
                  <a:moveTo>
                    <a:pt x="0" y="1154"/>
                  </a:moveTo>
                  <a:lnTo>
                    <a:pt x="0" y="0"/>
                  </a:lnTo>
                  <a:lnTo>
                    <a:pt x="1529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7" name="Line 145">
              <a:extLst>
                <a:ext uri="{FF2B5EF4-FFF2-40B4-BE49-F238E27FC236}">
                  <a16:creationId xmlns:a16="http://schemas.microsoft.com/office/drawing/2014/main" id="{9953AA15-7535-44AC-8732-57ACCB0B3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6225" y="4386263"/>
              <a:ext cx="9620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8" name="Line 146">
              <a:extLst>
                <a:ext uri="{FF2B5EF4-FFF2-40B4-BE49-F238E27FC236}">
                  <a16:creationId xmlns:a16="http://schemas.microsoft.com/office/drawing/2014/main" id="{F3A8AA7F-1321-44BC-A35B-EF92A647D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8250" y="4386263"/>
              <a:ext cx="1588" cy="3206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709" name="Rectangle 147">
              <a:extLst>
                <a:ext uri="{FF2B5EF4-FFF2-40B4-BE49-F238E27FC236}">
                  <a16:creationId xmlns:a16="http://schemas.microsoft.com/office/drawing/2014/main" id="{439A85E6-4CDC-4AD7-A978-ED04EBC87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4806950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21" name="Group 1">
            <a:extLst>
              <a:ext uri="{FF2B5EF4-FFF2-40B4-BE49-F238E27FC236}">
                <a16:creationId xmlns:a16="http://schemas.microsoft.com/office/drawing/2014/main" id="{AC4932E5-2D29-41AE-AF95-287CFC7A8CC3}"/>
              </a:ext>
            </a:extLst>
          </p:cNvPr>
          <p:cNvGrpSpPr>
            <a:grpSpLocks/>
          </p:cNvGrpSpPr>
          <p:nvPr/>
        </p:nvGrpSpPr>
        <p:grpSpPr bwMode="auto">
          <a:xfrm>
            <a:off x="490538" y="1371600"/>
            <a:ext cx="3173412" cy="2073275"/>
            <a:chOff x="2841625" y="1730375"/>
            <a:chExt cx="3173413" cy="2073275"/>
          </a:xfrm>
        </p:grpSpPr>
        <p:sp>
          <p:nvSpPr>
            <p:cNvPr id="158763" name="Line 5">
              <a:extLst>
                <a:ext uri="{FF2B5EF4-FFF2-40B4-BE49-F238E27FC236}">
                  <a16:creationId xmlns:a16="http://schemas.microsoft.com/office/drawing/2014/main" id="{43A0CE8E-0C5A-429A-8B31-07ECCDAF1A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1625" y="2114550"/>
              <a:ext cx="3173413" cy="1588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64" name="Line 6">
              <a:extLst>
                <a:ext uri="{FF2B5EF4-FFF2-40B4-BE49-F238E27FC236}">
                  <a16:creationId xmlns:a16="http://schemas.microsoft.com/office/drawing/2014/main" id="{621DC21A-9AF9-4ADA-855A-C0BEBFB675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3600" y="1730375"/>
              <a:ext cx="1588" cy="2051050"/>
            </a:xfrm>
            <a:prstGeom prst="line">
              <a:avLst/>
            </a:prstGeom>
            <a:noFill/>
            <a:ln w="23813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65" name="Rectangle 7">
              <a:extLst>
                <a:ext uri="{FF2B5EF4-FFF2-40B4-BE49-F238E27FC236}">
                  <a16:creationId xmlns:a16="http://schemas.microsoft.com/office/drawing/2014/main" id="{CD4D6DD9-4061-4776-B4F2-611B2E2C0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66" name="Rectangle 8">
              <a:extLst>
                <a:ext uri="{FF2B5EF4-FFF2-40B4-BE49-F238E27FC236}">
                  <a16:creationId xmlns:a16="http://schemas.microsoft.com/office/drawing/2014/main" id="{B3C0B213-21C1-420D-984E-D648AFC07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67" name="Rectangle 9">
              <a:extLst>
                <a:ext uri="{FF2B5EF4-FFF2-40B4-BE49-F238E27FC236}">
                  <a16:creationId xmlns:a16="http://schemas.microsoft.com/office/drawing/2014/main" id="{84D79261-719A-4879-B99C-2395FDBD0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68" name="Rectangle 10">
              <a:extLst>
                <a:ext uri="{FF2B5EF4-FFF2-40B4-BE49-F238E27FC236}">
                  <a16:creationId xmlns:a16="http://schemas.microsoft.com/office/drawing/2014/main" id="{5958A780-8C79-4142-B546-C3F825A3A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69" name="Rectangle 11">
              <a:extLst>
                <a:ext uri="{FF2B5EF4-FFF2-40B4-BE49-F238E27FC236}">
                  <a16:creationId xmlns:a16="http://schemas.microsoft.com/office/drawing/2014/main" id="{19E73B38-8848-4670-AFA8-C96A979D0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0" name="Rectangle 12">
              <a:extLst>
                <a:ext uri="{FF2B5EF4-FFF2-40B4-BE49-F238E27FC236}">
                  <a16:creationId xmlns:a16="http://schemas.microsoft.com/office/drawing/2014/main" id="{FA486048-E8BB-47BA-A050-FBBDDD4E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1" name="Rectangle 13">
              <a:extLst>
                <a:ext uri="{FF2B5EF4-FFF2-40B4-BE49-F238E27FC236}">
                  <a16:creationId xmlns:a16="http://schemas.microsoft.com/office/drawing/2014/main" id="{8E3FA41D-B63A-4BB2-B7E1-36E3875F2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2" name="Rectangle 14">
              <a:extLst>
                <a:ext uri="{FF2B5EF4-FFF2-40B4-BE49-F238E27FC236}">
                  <a16:creationId xmlns:a16="http://schemas.microsoft.com/office/drawing/2014/main" id="{8EF1D8D5-B0CA-49B6-BF21-96C89CCA0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25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3" name="Rectangle 15">
              <a:extLst>
                <a:ext uri="{FF2B5EF4-FFF2-40B4-BE49-F238E27FC236}">
                  <a16:creationId xmlns:a16="http://schemas.microsoft.com/office/drawing/2014/main" id="{553D7981-CF0D-4CD5-BC34-DA545465D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050" y="1849438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4" name="Rectangle 16">
              <a:extLst>
                <a:ext uri="{FF2B5EF4-FFF2-40B4-BE49-F238E27FC236}">
                  <a16:creationId xmlns:a16="http://schemas.microsoft.com/office/drawing/2014/main" id="{2FE75408-CC93-40C5-AC15-2A0878C39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863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5" name="Rectangle 17">
              <a:extLst>
                <a:ext uri="{FF2B5EF4-FFF2-40B4-BE49-F238E27FC236}">
                  <a16:creationId xmlns:a16="http://schemas.microsoft.com/office/drawing/2014/main" id="{039995D6-7475-4BD3-A0EE-D1AB11731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6" name="Rectangle 18">
              <a:extLst>
                <a:ext uri="{FF2B5EF4-FFF2-40B4-BE49-F238E27FC236}">
                  <a16:creationId xmlns:a16="http://schemas.microsoft.com/office/drawing/2014/main" id="{59BE116B-3DA1-44F1-A56B-994FD35D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d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7" name="Rectangle 19">
              <a:extLst>
                <a:ext uri="{FF2B5EF4-FFF2-40B4-BE49-F238E27FC236}">
                  <a16:creationId xmlns:a16="http://schemas.microsoft.com/office/drawing/2014/main" id="{E5CAC035-D7CB-4CD7-9388-ECEC1D7CE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850" y="1733550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y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8" name="Rectangle 20">
              <a:extLst>
                <a:ext uri="{FF2B5EF4-FFF2-40B4-BE49-F238E27FC236}">
                  <a16:creationId xmlns:a16="http://schemas.microsoft.com/office/drawing/2014/main" id="{2FC69402-1C50-4BD6-9A66-DC14D4486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6388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79" name="Rectangle 21">
              <a:extLst>
                <a:ext uri="{FF2B5EF4-FFF2-40B4-BE49-F238E27FC236}">
                  <a16:creationId xmlns:a16="http://schemas.microsoft.com/office/drawing/2014/main" id="{4F67FA40-ED66-40CE-8113-C5045DF5D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8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0" name="Rectangle 22">
              <a:extLst>
                <a:ext uri="{FF2B5EF4-FFF2-40B4-BE49-F238E27FC236}">
                  <a16:creationId xmlns:a16="http://schemas.microsoft.com/office/drawing/2014/main" id="{51B84939-8E5A-4C44-A3A6-8B63BAB35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1" name="Rectangle 23">
              <a:extLst>
                <a:ext uri="{FF2B5EF4-FFF2-40B4-BE49-F238E27FC236}">
                  <a16:creationId xmlns:a16="http://schemas.microsoft.com/office/drawing/2014/main" id="{A3778E54-02B7-49D1-AC6D-B4529D4B1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2" name="Rectangle 24">
              <a:extLst>
                <a:ext uri="{FF2B5EF4-FFF2-40B4-BE49-F238E27FC236}">
                  <a16:creationId xmlns:a16="http://schemas.microsoft.com/office/drawing/2014/main" id="{A1B9EF1C-666B-44A9-99CE-67124CE9E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3" name="Rectangle 25">
              <a:extLst>
                <a:ext uri="{FF2B5EF4-FFF2-40B4-BE49-F238E27FC236}">
                  <a16:creationId xmlns:a16="http://schemas.microsoft.com/office/drawing/2014/main" id="{520A49C9-3B7F-4479-9FBA-D72874B20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4" name="Rectangle 26">
              <a:extLst>
                <a:ext uri="{FF2B5EF4-FFF2-40B4-BE49-F238E27FC236}">
                  <a16:creationId xmlns:a16="http://schemas.microsoft.com/office/drawing/2014/main" id="{E6E9351D-CAB7-48EB-BD8D-B02696C50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5" name="Rectangle 27">
              <a:extLst>
                <a:ext uri="{FF2B5EF4-FFF2-40B4-BE49-F238E27FC236}">
                  <a16:creationId xmlns:a16="http://schemas.microsoft.com/office/drawing/2014/main" id="{302F767B-C3C9-44E9-9BC3-93A23290C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56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6" name="Rectangle 28">
              <a:extLst>
                <a:ext uri="{FF2B5EF4-FFF2-40B4-BE49-F238E27FC236}">
                  <a16:creationId xmlns:a16="http://schemas.microsoft.com/office/drawing/2014/main" id="{DCD58B69-994A-42DF-BDF1-22F46F1ED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338" y="1749425"/>
              <a:ext cx="22860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z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7" name="Rectangle 29">
              <a:extLst>
                <a:ext uri="{FF2B5EF4-FFF2-40B4-BE49-F238E27FC236}">
                  <a16:creationId xmlns:a16="http://schemas.microsoft.com/office/drawing/2014/main" id="{BE093B4C-7C9E-4432-A446-5CFE59E9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8" name="Rectangle 30">
              <a:extLst>
                <a:ext uri="{FF2B5EF4-FFF2-40B4-BE49-F238E27FC236}">
                  <a16:creationId xmlns:a16="http://schemas.microsoft.com/office/drawing/2014/main" id="{AE850331-4DCA-421A-BC7D-287584463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843213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89" name="Rectangle 31">
              <a:extLst>
                <a:ext uri="{FF2B5EF4-FFF2-40B4-BE49-F238E27FC236}">
                  <a16:creationId xmlns:a16="http://schemas.microsoft.com/office/drawing/2014/main" id="{9E379B1A-7949-4F3F-9B25-85D98BC5E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0" name="Rectangle 32">
              <a:extLst>
                <a:ext uri="{FF2B5EF4-FFF2-40B4-BE49-F238E27FC236}">
                  <a16:creationId xmlns:a16="http://schemas.microsoft.com/office/drawing/2014/main" id="{D9B5A500-0218-4D9E-BF8A-A2BB3B92A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1" name="Rectangle 33">
              <a:extLst>
                <a:ext uri="{FF2B5EF4-FFF2-40B4-BE49-F238E27FC236}">
                  <a16:creationId xmlns:a16="http://schemas.microsoft.com/office/drawing/2014/main" id="{C61FBD10-AC0E-45B0-B50F-935C1BFD4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2" name="Rectangle 34">
              <a:extLst>
                <a:ext uri="{FF2B5EF4-FFF2-40B4-BE49-F238E27FC236}">
                  <a16:creationId xmlns:a16="http://schemas.microsoft.com/office/drawing/2014/main" id="{F8B43381-7417-42DB-ABF9-848EBD6B3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3" name="Rectangle 35">
              <a:extLst>
                <a:ext uri="{FF2B5EF4-FFF2-40B4-BE49-F238E27FC236}">
                  <a16:creationId xmlns:a16="http://schemas.microsoft.com/office/drawing/2014/main" id="{255C656E-C78B-4FC9-A0FF-DE87E6A2D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4" name="Rectangle 36">
              <a:extLst>
                <a:ext uri="{FF2B5EF4-FFF2-40B4-BE49-F238E27FC236}">
                  <a16:creationId xmlns:a16="http://schemas.microsoft.com/office/drawing/2014/main" id="{77B03901-87A0-44C4-85AE-3D9195566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5" name="Rectangle 37">
              <a:extLst>
                <a:ext uri="{FF2B5EF4-FFF2-40B4-BE49-F238E27FC236}">
                  <a16:creationId xmlns:a16="http://schemas.microsoft.com/office/drawing/2014/main" id="{F76792F0-DD2B-401F-9F15-462F1C0AA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6" name="Rectangle 38">
              <a:extLst>
                <a:ext uri="{FF2B5EF4-FFF2-40B4-BE49-F238E27FC236}">
                  <a16:creationId xmlns:a16="http://schemas.microsoft.com/office/drawing/2014/main" id="{C774A367-415A-4F82-AFDB-1EFDCCB75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151188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7" name="Rectangle 39">
              <a:extLst>
                <a:ext uri="{FF2B5EF4-FFF2-40B4-BE49-F238E27FC236}">
                  <a16:creationId xmlns:a16="http://schemas.microsoft.com/office/drawing/2014/main" id="{F95FCA40-E122-4DFB-898B-74174116E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8" name="Rectangle 40">
              <a:extLst>
                <a:ext uri="{FF2B5EF4-FFF2-40B4-BE49-F238E27FC236}">
                  <a16:creationId xmlns:a16="http://schemas.microsoft.com/office/drawing/2014/main" id="{E554D56B-AF4B-4707-AE9F-6AC3DC695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99" name="Rectangle 41">
              <a:extLst>
                <a:ext uri="{FF2B5EF4-FFF2-40B4-BE49-F238E27FC236}">
                  <a16:creationId xmlns:a16="http://schemas.microsoft.com/office/drawing/2014/main" id="{611DCF1F-BDCC-4E35-BA9E-B0856C90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1733550"/>
              <a:ext cx="280988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0" name="Rectangle 42">
              <a:extLst>
                <a:ext uri="{FF2B5EF4-FFF2-40B4-BE49-F238E27FC236}">
                  <a16:creationId xmlns:a16="http://schemas.microsoft.com/office/drawing/2014/main" id="{DEAF0766-8D45-40E8-894E-96D9BD66F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663" y="1849438"/>
              <a:ext cx="188912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2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1" name="Rectangle 43">
              <a:extLst>
                <a:ext uri="{FF2B5EF4-FFF2-40B4-BE49-F238E27FC236}">
                  <a16:creationId xmlns:a16="http://schemas.microsoft.com/office/drawing/2014/main" id="{75CE4AC7-2665-4304-AE48-49215AD36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55428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2" name="Rectangle 44">
              <a:extLst>
                <a:ext uri="{FF2B5EF4-FFF2-40B4-BE49-F238E27FC236}">
                  <a16:creationId xmlns:a16="http://schemas.microsoft.com/office/drawing/2014/main" id="{EA9B65C1-DE34-476C-8F35-A709B80A9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862263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3" name="Rectangle 45">
              <a:extLst>
                <a:ext uri="{FF2B5EF4-FFF2-40B4-BE49-F238E27FC236}">
                  <a16:creationId xmlns:a16="http://schemas.microsoft.com/office/drawing/2014/main" id="{054AA36D-E566-4871-B778-E92E7EDAD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170238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4" name="Rectangle 46">
              <a:extLst>
                <a:ext uri="{FF2B5EF4-FFF2-40B4-BE49-F238E27FC236}">
                  <a16:creationId xmlns:a16="http://schemas.microsoft.com/office/drawing/2014/main" id="{F7054ADF-F60A-45F8-83AF-D03761708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2244725"/>
              <a:ext cx="242888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5" name="Rectangle 47">
              <a:extLst>
                <a:ext uri="{FF2B5EF4-FFF2-40B4-BE49-F238E27FC236}">
                  <a16:creationId xmlns:a16="http://schemas.microsoft.com/office/drawing/2014/main" id="{54376E93-6B66-474F-A2BA-E394A8A31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700" y="3470275"/>
              <a:ext cx="228600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x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6" name="Rectangle 48">
              <a:extLst>
                <a:ext uri="{FF2B5EF4-FFF2-40B4-BE49-F238E27FC236}">
                  <a16:creationId xmlns:a16="http://schemas.microsoft.com/office/drawing/2014/main" id="{4AF64F1C-BDC4-4259-BDF9-15B7A6D3A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575" y="1731963"/>
              <a:ext cx="280988" cy="319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 i="1">
                  <a:solidFill>
                    <a:srgbClr val="000000"/>
                  </a:solidFill>
                  <a:latin typeface="Times-Roman" charset="0"/>
                </a:rPr>
                <a:t>w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7" name="Rectangle 49">
              <a:extLst>
                <a:ext uri="{FF2B5EF4-FFF2-40B4-BE49-F238E27FC236}">
                  <a16:creationId xmlns:a16="http://schemas.microsoft.com/office/drawing/2014/main" id="{9549DBCF-9254-4EB4-9AC8-6C6830140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1847850"/>
              <a:ext cx="188913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8" name="Rectangle 50">
              <a:extLst>
                <a:ext uri="{FF2B5EF4-FFF2-40B4-BE49-F238E27FC236}">
                  <a16:creationId xmlns:a16="http://schemas.microsoft.com/office/drawing/2014/main" id="{A96CE407-BCBF-4D3D-99A2-C06B6F9C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55428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09" name="Rectangle 51">
              <a:extLst>
                <a:ext uri="{FF2B5EF4-FFF2-40B4-BE49-F238E27FC236}">
                  <a16:creationId xmlns:a16="http://schemas.microsoft.com/office/drawing/2014/main" id="{9E729742-48A4-41EA-90E5-96E4684A1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862263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10" name="Rectangle 52">
              <a:extLst>
                <a:ext uri="{FF2B5EF4-FFF2-40B4-BE49-F238E27FC236}">
                  <a16:creationId xmlns:a16="http://schemas.microsoft.com/office/drawing/2014/main" id="{9205E1E8-5013-4BC9-B883-B8E017EFB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170238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11" name="Rectangle 53">
              <a:extLst>
                <a:ext uri="{FF2B5EF4-FFF2-40B4-BE49-F238E27FC236}">
                  <a16:creationId xmlns:a16="http://schemas.microsoft.com/office/drawing/2014/main" id="{0BFEC60A-0DE0-4543-BD4C-950F368DF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224472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0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812" name="Rectangle 54">
              <a:extLst>
                <a:ext uri="{FF2B5EF4-FFF2-40B4-BE49-F238E27FC236}">
                  <a16:creationId xmlns:a16="http://schemas.microsoft.com/office/drawing/2014/main" id="{529CA780-9A9E-4EF4-A0A9-1C67A7A5F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538" y="3482975"/>
              <a:ext cx="24288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900" b="0">
                  <a:solidFill>
                    <a:srgbClr val="000000"/>
                  </a:solidFill>
                  <a:latin typeface="Times-Roman" charset="0"/>
                </a:rPr>
                <a:t>1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58722" name="Title 1">
            <a:extLst>
              <a:ext uri="{FF2B5EF4-FFF2-40B4-BE49-F238E27FC236}">
                <a16:creationId xmlns:a16="http://schemas.microsoft.com/office/drawing/2014/main" id="{4386E12D-BA9E-4E6C-9051-4DF4A4CD30C5}"/>
              </a:ext>
            </a:extLst>
          </p:cNvPr>
          <p:cNvSpPr txBox="1">
            <a:spLocks/>
          </p:cNvSpPr>
          <p:nvPr/>
        </p:nvSpPr>
        <p:spPr bwMode="auto">
          <a:xfrm>
            <a:off x="0" y="93663"/>
            <a:ext cx="91440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The textbook derives a different circuit for the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/>
              <a:t>4-to-2 </a:t>
            </a:r>
            <a:r>
              <a:rPr lang="en-US" altLang="en-US" sz="2800" u="sng"/>
              <a:t>priority</a:t>
            </a:r>
            <a:r>
              <a:rPr lang="en-US" altLang="en-US" sz="2800"/>
              <a:t> encoder using a 4-to-2 </a:t>
            </a:r>
            <a:r>
              <a:rPr lang="en-US" altLang="en-US" sz="2800" u="sng"/>
              <a:t>binary</a:t>
            </a:r>
            <a:r>
              <a:rPr lang="en-US" altLang="en-US" sz="2800"/>
              <a:t> encoder</a:t>
            </a:r>
          </a:p>
        </p:txBody>
      </p:sp>
      <p:pic>
        <p:nvPicPr>
          <p:cNvPr id="158723" name="Picture 1" descr="Screen shot 2016-10-12 at 4.02.09 PM.png">
            <a:extLst>
              <a:ext uri="{FF2B5EF4-FFF2-40B4-BE49-F238E27FC236}">
                <a16:creationId xmlns:a16="http://schemas.microsoft.com/office/drawing/2014/main" id="{9FDBD303-3624-43B6-B101-CC849754E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225" y="1719263"/>
            <a:ext cx="18383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724" name="Picture 2" descr="Screen shot 2016-10-12 at 4.02.16 PM.png">
            <a:extLst>
              <a:ext uri="{FF2B5EF4-FFF2-40B4-BE49-F238E27FC236}">
                <a16:creationId xmlns:a16="http://schemas.microsoft.com/office/drawing/2014/main" id="{7899BCCE-1D67-46F8-BE6C-2723E149E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563" y="1709738"/>
            <a:ext cx="1833562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725" name="Picture 3" descr="Screen shot 2016-10-12 at 4.02.22 PM.png">
            <a:extLst>
              <a:ext uri="{FF2B5EF4-FFF2-40B4-BE49-F238E27FC236}">
                <a16:creationId xmlns:a16="http://schemas.microsoft.com/office/drawing/2014/main" id="{A74FB54C-DAC9-4E20-A44B-5F4A6E727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8" y="2933700"/>
            <a:ext cx="26384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8726" name="Group 57">
            <a:extLst>
              <a:ext uri="{FF2B5EF4-FFF2-40B4-BE49-F238E27FC236}">
                <a16:creationId xmlns:a16="http://schemas.microsoft.com/office/drawing/2014/main" id="{07795B25-A0FF-4486-9E0F-C76A6EAD3B64}"/>
              </a:ext>
            </a:extLst>
          </p:cNvPr>
          <p:cNvGrpSpPr>
            <a:grpSpLocks/>
          </p:cNvGrpSpPr>
          <p:nvPr/>
        </p:nvGrpSpPr>
        <p:grpSpPr bwMode="auto">
          <a:xfrm>
            <a:off x="3295650" y="3792538"/>
            <a:ext cx="3922713" cy="1957387"/>
            <a:chOff x="2495550" y="3189288"/>
            <a:chExt cx="3922713" cy="1957387"/>
          </a:xfrm>
        </p:grpSpPr>
        <p:sp>
          <p:nvSpPr>
            <p:cNvPr id="158732" name="Rectangle 95">
              <a:extLst>
                <a:ext uri="{FF2B5EF4-FFF2-40B4-BE49-F238E27FC236}">
                  <a16:creationId xmlns:a16="http://schemas.microsoft.com/office/drawing/2014/main" id="{F7CBF831-955F-4A0B-9908-063D801A0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654425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33" name="Rectangle 96">
              <a:extLst>
                <a:ext uri="{FF2B5EF4-FFF2-40B4-BE49-F238E27FC236}">
                  <a16:creationId xmlns:a16="http://schemas.microsoft.com/office/drawing/2014/main" id="{47029638-E014-4E0D-8334-503684C24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3759200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34" name="Rectangle 97">
              <a:extLst>
                <a:ext uri="{FF2B5EF4-FFF2-40B4-BE49-F238E27FC236}">
                  <a16:creationId xmlns:a16="http://schemas.microsoft.com/office/drawing/2014/main" id="{76EEC3CD-8E43-4B80-83BC-6721C0D2D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3189288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35" name="Line 98">
              <a:extLst>
                <a:ext uri="{FF2B5EF4-FFF2-40B4-BE49-F238E27FC236}">
                  <a16:creationId xmlns:a16="http://schemas.microsoft.com/office/drawing/2014/main" id="{0CB5B5E5-D0BF-49C2-A610-0122C2D32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3332163"/>
              <a:ext cx="8477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6" name="Freeform 99">
              <a:extLst>
                <a:ext uri="{FF2B5EF4-FFF2-40B4-BE49-F238E27FC236}">
                  <a16:creationId xmlns:a16="http://schemas.microsoft.com/office/drawing/2014/main" id="{5C504594-598C-4004-AE3B-7BF1992AE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313" y="4957763"/>
              <a:ext cx="46037" cy="46037"/>
            </a:xfrm>
            <a:custGeom>
              <a:avLst/>
              <a:gdLst>
                <a:gd name="T0" fmla="*/ 2147483646 w 58"/>
                <a:gd name="T1" fmla="*/ 0 h 57"/>
                <a:gd name="T2" fmla="*/ 2147483646 w 58"/>
                <a:gd name="T3" fmla="*/ 2147483646 h 57"/>
                <a:gd name="T4" fmla="*/ 2147483646 w 58"/>
                <a:gd name="T5" fmla="*/ 2147483646 h 57"/>
                <a:gd name="T6" fmla="*/ 2147483646 w 58"/>
                <a:gd name="T7" fmla="*/ 2147483646 h 57"/>
                <a:gd name="T8" fmla="*/ 2147483646 w 58"/>
                <a:gd name="T9" fmla="*/ 2147483646 h 57"/>
                <a:gd name="T10" fmla="*/ 2147483646 w 58"/>
                <a:gd name="T11" fmla="*/ 2147483646 h 57"/>
                <a:gd name="T12" fmla="*/ 2147483646 w 58"/>
                <a:gd name="T13" fmla="*/ 2147483646 h 57"/>
                <a:gd name="T14" fmla="*/ 2147483646 w 58"/>
                <a:gd name="T15" fmla="*/ 2147483646 h 57"/>
                <a:gd name="T16" fmla="*/ 2147483646 w 58"/>
                <a:gd name="T17" fmla="*/ 2147483646 h 57"/>
                <a:gd name="T18" fmla="*/ 0 w 58"/>
                <a:gd name="T19" fmla="*/ 2147483646 h 57"/>
                <a:gd name="T20" fmla="*/ 0 w 58"/>
                <a:gd name="T21" fmla="*/ 2147483646 h 57"/>
                <a:gd name="T22" fmla="*/ 0 w 58"/>
                <a:gd name="T23" fmla="*/ 2147483646 h 57"/>
                <a:gd name="T24" fmla="*/ 0 w 58"/>
                <a:gd name="T25" fmla="*/ 2147483646 h 57"/>
                <a:gd name="T26" fmla="*/ 2147483646 w 58"/>
                <a:gd name="T27" fmla="*/ 2147483646 h 57"/>
                <a:gd name="T28" fmla="*/ 2147483646 w 58"/>
                <a:gd name="T29" fmla="*/ 2147483646 h 57"/>
                <a:gd name="T30" fmla="*/ 2147483646 w 58"/>
                <a:gd name="T31" fmla="*/ 2147483646 h 57"/>
                <a:gd name="T32" fmla="*/ 2147483646 w 58"/>
                <a:gd name="T33" fmla="*/ 2147483646 h 57"/>
                <a:gd name="T34" fmla="*/ 2147483646 w 58"/>
                <a:gd name="T35" fmla="*/ 2147483646 h 57"/>
                <a:gd name="T36" fmla="*/ 2147483646 w 58"/>
                <a:gd name="T37" fmla="*/ 2147483646 h 57"/>
                <a:gd name="T38" fmla="*/ 2147483646 w 58"/>
                <a:gd name="T39" fmla="*/ 2147483646 h 57"/>
                <a:gd name="T40" fmla="*/ 2147483646 w 58"/>
                <a:gd name="T41" fmla="*/ 2147483646 h 57"/>
                <a:gd name="T42" fmla="*/ 2147483646 w 58"/>
                <a:gd name="T43" fmla="*/ 2147483646 h 57"/>
                <a:gd name="T44" fmla="*/ 2147483646 w 58"/>
                <a:gd name="T45" fmla="*/ 2147483646 h 57"/>
                <a:gd name="T46" fmla="*/ 2147483646 w 58"/>
                <a:gd name="T47" fmla="*/ 2147483646 h 57"/>
                <a:gd name="T48" fmla="*/ 2147483646 w 58"/>
                <a:gd name="T49" fmla="*/ 2147483646 h 57"/>
                <a:gd name="T50" fmla="*/ 2147483646 w 58"/>
                <a:gd name="T51" fmla="*/ 2147483646 h 57"/>
                <a:gd name="T52" fmla="*/ 2147483646 w 58"/>
                <a:gd name="T53" fmla="*/ 2147483646 h 57"/>
                <a:gd name="T54" fmla="*/ 2147483646 w 58"/>
                <a:gd name="T55" fmla="*/ 2147483646 h 57"/>
                <a:gd name="T56" fmla="*/ 2147483646 w 58"/>
                <a:gd name="T57" fmla="*/ 2147483646 h 57"/>
                <a:gd name="T58" fmla="*/ 2147483646 w 58"/>
                <a:gd name="T59" fmla="*/ 2147483646 h 57"/>
                <a:gd name="T60" fmla="*/ 2147483646 w 58"/>
                <a:gd name="T61" fmla="*/ 2147483646 h 57"/>
                <a:gd name="T62" fmla="*/ 2147483646 w 58"/>
                <a:gd name="T63" fmla="*/ 2147483646 h 57"/>
                <a:gd name="T64" fmla="*/ 2147483646 w 58"/>
                <a:gd name="T65" fmla="*/ 2147483646 h 57"/>
                <a:gd name="T66" fmla="*/ 2147483646 w 58"/>
                <a:gd name="T67" fmla="*/ 2147483646 h 57"/>
                <a:gd name="T68" fmla="*/ 2147483646 w 58"/>
                <a:gd name="T69" fmla="*/ 2147483646 h 57"/>
                <a:gd name="T70" fmla="*/ 2147483646 w 58"/>
                <a:gd name="T71" fmla="*/ 2147483646 h 57"/>
                <a:gd name="T72" fmla="*/ 2147483646 w 58"/>
                <a:gd name="T73" fmla="*/ 2147483646 h 57"/>
                <a:gd name="T74" fmla="*/ 2147483646 w 58"/>
                <a:gd name="T75" fmla="*/ 2147483646 h 57"/>
                <a:gd name="T76" fmla="*/ 2147483646 w 58"/>
                <a:gd name="T77" fmla="*/ 2147483646 h 57"/>
                <a:gd name="T78" fmla="*/ 2147483646 w 58"/>
                <a:gd name="T79" fmla="*/ 2147483646 h 57"/>
                <a:gd name="T80" fmla="*/ 2147483646 w 58"/>
                <a:gd name="T81" fmla="*/ 2147483646 h 57"/>
                <a:gd name="T82" fmla="*/ 2147483646 w 58"/>
                <a:gd name="T83" fmla="*/ 2147483646 h 57"/>
                <a:gd name="T84" fmla="*/ 2147483646 w 58"/>
                <a:gd name="T85" fmla="*/ 2147483646 h 57"/>
                <a:gd name="T86" fmla="*/ 2147483646 w 58"/>
                <a:gd name="T87" fmla="*/ 0 h 57"/>
                <a:gd name="T88" fmla="*/ 2147483646 w 58"/>
                <a:gd name="T89" fmla="*/ 2147483646 h 5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8"/>
                <a:gd name="T136" fmla="*/ 0 h 57"/>
                <a:gd name="T137" fmla="*/ 58 w 58"/>
                <a:gd name="T138" fmla="*/ 57 h 5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8" h="57">
                  <a:moveTo>
                    <a:pt x="29" y="28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10" y="7"/>
                  </a:lnTo>
                  <a:lnTo>
                    <a:pt x="9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3" y="40"/>
                  </a:lnTo>
                  <a:lnTo>
                    <a:pt x="3" y="41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4"/>
                  </a:lnTo>
                  <a:lnTo>
                    <a:pt x="6" y="46"/>
                  </a:lnTo>
                  <a:lnTo>
                    <a:pt x="7" y="47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10" y="50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3"/>
                  </a:lnTo>
                  <a:lnTo>
                    <a:pt x="14" y="53"/>
                  </a:lnTo>
                  <a:lnTo>
                    <a:pt x="16" y="54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7"/>
                  </a:lnTo>
                  <a:lnTo>
                    <a:pt x="23" y="57"/>
                  </a:lnTo>
                  <a:lnTo>
                    <a:pt x="24" y="57"/>
                  </a:lnTo>
                  <a:lnTo>
                    <a:pt x="26" y="57"/>
                  </a:lnTo>
                  <a:lnTo>
                    <a:pt x="27" y="57"/>
                  </a:lnTo>
                  <a:lnTo>
                    <a:pt x="29" y="57"/>
                  </a:lnTo>
                  <a:lnTo>
                    <a:pt x="30" y="57"/>
                  </a:lnTo>
                  <a:lnTo>
                    <a:pt x="32" y="57"/>
                  </a:lnTo>
                  <a:lnTo>
                    <a:pt x="33" y="57"/>
                  </a:lnTo>
                  <a:lnTo>
                    <a:pt x="35" y="57"/>
                  </a:lnTo>
                  <a:lnTo>
                    <a:pt x="36" y="57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6"/>
                  </a:lnTo>
                  <a:lnTo>
                    <a:pt x="42" y="54"/>
                  </a:lnTo>
                  <a:lnTo>
                    <a:pt x="43" y="54"/>
                  </a:lnTo>
                  <a:lnTo>
                    <a:pt x="43" y="53"/>
                  </a:lnTo>
                  <a:lnTo>
                    <a:pt x="45" y="53"/>
                  </a:lnTo>
                  <a:lnTo>
                    <a:pt x="46" y="51"/>
                  </a:lnTo>
                  <a:lnTo>
                    <a:pt x="48" y="51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50" y="49"/>
                  </a:lnTo>
                  <a:lnTo>
                    <a:pt x="52" y="47"/>
                  </a:lnTo>
                  <a:lnTo>
                    <a:pt x="52" y="46"/>
                  </a:lnTo>
                  <a:lnTo>
                    <a:pt x="53" y="44"/>
                  </a:lnTo>
                  <a:lnTo>
                    <a:pt x="55" y="43"/>
                  </a:lnTo>
                  <a:lnTo>
                    <a:pt x="55" y="41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7"/>
                  </a:lnTo>
                  <a:lnTo>
                    <a:pt x="56" y="36"/>
                  </a:lnTo>
                  <a:lnTo>
                    <a:pt x="58" y="34"/>
                  </a:lnTo>
                  <a:lnTo>
                    <a:pt x="58" y="33"/>
                  </a:lnTo>
                  <a:lnTo>
                    <a:pt x="58" y="31"/>
                  </a:lnTo>
                  <a:lnTo>
                    <a:pt x="58" y="30"/>
                  </a:lnTo>
                  <a:lnTo>
                    <a:pt x="58" y="28"/>
                  </a:lnTo>
                  <a:lnTo>
                    <a:pt x="58" y="27"/>
                  </a:lnTo>
                  <a:lnTo>
                    <a:pt x="58" y="26"/>
                  </a:lnTo>
                  <a:lnTo>
                    <a:pt x="58" y="24"/>
                  </a:lnTo>
                  <a:lnTo>
                    <a:pt x="58" y="23"/>
                  </a:lnTo>
                  <a:lnTo>
                    <a:pt x="56" y="21"/>
                  </a:lnTo>
                  <a:lnTo>
                    <a:pt x="56" y="20"/>
                  </a:lnTo>
                  <a:lnTo>
                    <a:pt x="56" y="18"/>
                  </a:lnTo>
                  <a:lnTo>
                    <a:pt x="56" y="17"/>
                  </a:lnTo>
                  <a:lnTo>
                    <a:pt x="55" y="17"/>
                  </a:lnTo>
                  <a:lnTo>
                    <a:pt x="55" y="15"/>
                  </a:lnTo>
                  <a:lnTo>
                    <a:pt x="53" y="14"/>
                  </a:lnTo>
                  <a:lnTo>
                    <a:pt x="53" y="13"/>
                  </a:lnTo>
                  <a:lnTo>
                    <a:pt x="52" y="11"/>
                  </a:lnTo>
                  <a:lnTo>
                    <a:pt x="50" y="10"/>
                  </a:lnTo>
                  <a:lnTo>
                    <a:pt x="49" y="8"/>
                  </a:lnTo>
                  <a:lnTo>
                    <a:pt x="49" y="7"/>
                  </a:lnTo>
                  <a:lnTo>
                    <a:pt x="48" y="7"/>
                  </a:lnTo>
                  <a:lnTo>
                    <a:pt x="46" y="5"/>
                  </a:lnTo>
                  <a:lnTo>
                    <a:pt x="45" y="5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7" name="Freeform 100">
              <a:extLst>
                <a:ext uri="{FF2B5EF4-FFF2-40B4-BE49-F238E27FC236}">
                  <a16:creationId xmlns:a16="http://schemas.microsoft.com/office/drawing/2014/main" id="{5285FEA8-5A47-444B-98BD-51F68F3A3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838" y="4945063"/>
              <a:ext cx="55562" cy="55562"/>
            </a:xfrm>
            <a:custGeom>
              <a:avLst/>
              <a:gdLst>
                <a:gd name="T0" fmla="*/ 2147483646 w 71"/>
                <a:gd name="T1" fmla="*/ 0 h 71"/>
                <a:gd name="T2" fmla="*/ 2147483646 w 71"/>
                <a:gd name="T3" fmla="*/ 2147483646 h 71"/>
                <a:gd name="T4" fmla="*/ 2147483646 w 71"/>
                <a:gd name="T5" fmla="*/ 2147483646 h 71"/>
                <a:gd name="T6" fmla="*/ 2147483646 w 71"/>
                <a:gd name="T7" fmla="*/ 2147483646 h 71"/>
                <a:gd name="T8" fmla="*/ 2147483646 w 71"/>
                <a:gd name="T9" fmla="*/ 2147483646 h 71"/>
                <a:gd name="T10" fmla="*/ 2147483646 w 71"/>
                <a:gd name="T11" fmla="*/ 2147483646 h 71"/>
                <a:gd name="T12" fmla="*/ 2147483646 w 71"/>
                <a:gd name="T13" fmla="*/ 2147483646 h 71"/>
                <a:gd name="T14" fmla="*/ 2147483646 w 71"/>
                <a:gd name="T15" fmla="*/ 2147483646 h 71"/>
                <a:gd name="T16" fmla="*/ 2147483646 w 71"/>
                <a:gd name="T17" fmla="*/ 2147483646 h 71"/>
                <a:gd name="T18" fmla="*/ 0 w 71"/>
                <a:gd name="T19" fmla="*/ 2147483646 h 71"/>
                <a:gd name="T20" fmla="*/ 0 w 71"/>
                <a:gd name="T21" fmla="*/ 2147483646 h 71"/>
                <a:gd name="T22" fmla="*/ 0 w 71"/>
                <a:gd name="T23" fmla="*/ 2147483646 h 71"/>
                <a:gd name="T24" fmla="*/ 2147483646 w 71"/>
                <a:gd name="T25" fmla="*/ 2147483646 h 71"/>
                <a:gd name="T26" fmla="*/ 2147483646 w 71"/>
                <a:gd name="T27" fmla="*/ 2147483646 h 71"/>
                <a:gd name="T28" fmla="*/ 2147483646 w 71"/>
                <a:gd name="T29" fmla="*/ 2147483646 h 71"/>
                <a:gd name="T30" fmla="*/ 2147483646 w 71"/>
                <a:gd name="T31" fmla="*/ 2147483646 h 71"/>
                <a:gd name="T32" fmla="*/ 2147483646 w 71"/>
                <a:gd name="T33" fmla="*/ 2147483646 h 71"/>
                <a:gd name="T34" fmla="*/ 2147483646 w 71"/>
                <a:gd name="T35" fmla="*/ 2147483646 h 71"/>
                <a:gd name="T36" fmla="*/ 2147483646 w 71"/>
                <a:gd name="T37" fmla="*/ 2147483646 h 71"/>
                <a:gd name="T38" fmla="*/ 2147483646 w 71"/>
                <a:gd name="T39" fmla="*/ 2147483646 h 71"/>
                <a:gd name="T40" fmla="*/ 2147483646 w 71"/>
                <a:gd name="T41" fmla="*/ 2147483646 h 71"/>
                <a:gd name="T42" fmla="*/ 2147483646 w 71"/>
                <a:gd name="T43" fmla="*/ 2147483646 h 71"/>
                <a:gd name="T44" fmla="*/ 2147483646 w 71"/>
                <a:gd name="T45" fmla="*/ 2147483646 h 71"/>
                <a:gd name="T46" fmla="*/ 2147483646 w 71"/>
                <a:gd name="T47" fmla="*/ 2147483646 h 71"/>
                <a:gd name="T48" fmla="*/ 2147483646 w 71"/>
                <a:gd name="T49" fmla="*/ 2147483646 h 71"/>
                <a:gd name="T50" fmla="*/ 2147483646 w 71"/>
                <a:gd name="T51" fmla="*/ 2147483646 h 71"/>
                <a:gd name="T52" fmla="*/ 2147483646 w 71"/>
                <a:gd name="T53" fmla="*/ 2147483646 h 71"/>
                <a:gd name="T54" fmla="*/ 2147483646 w 71"/>
                <a:gd name="T55" fmla="*/ 2147483646 h 71"/>
                <a:gd name="T56" fmla="*/ 2147483646 w 71"/>
                <a:gd name="T57" fmla="*/ 2147483646 h 71"/>
                <a:gd name="T58" fmla="*/ 2147483646 w 71"/>
                <a:gd name="T59" fmla="*/ 2147483646 h 71"/>
                <a:gd name="T60" fmla="*/ 2147483646 w 71"/>
                <a:gd name="T61" fmla="*/ 2147483646 h 71"/>
                <a:gd name="T62" fmla="*/ 2147483646 w 71"/>
                <a:gd name="T63" fmla="*/ 2147483646 h 71"/>
                <a:gd name="T64" fmla="*/ 2147483646 w 71"/>
                <a:gd name="T65" fmla="*/ 2147483646 h 71"/>
                <a:gd name="T66" fmla="*/ 2147483646 w 71"/>
                <a:gd name="T67" fmla="*/ 2147483646 h 71"/>
                <a:gd name="T68" fmla="*/ 2147483646 w 71"/>
                <a:gd name="T69" fmla="*/ 2147483646 h 71"/>
                <a:gd name="T70" fmla="*/ 2147483646 w 71"/>
                <a:gd name="T71" fmla="*/ 2147483646 h 71"/>
                <a:gd name="T72" fmla="*/ 2147483646 w 71"/>
                <a:gd name="T73" fmla="*/ 2147483646 h 71"/>
                <a:gd name="T74" fmla="*/ 2147483646 w 71"/>
                <a:gd name="T75" fmla="*/ 2147483646 h 71"/>
                <a:gd name="T76" fmla="*/ 2147483646 w 71"/>
                <a:gd name="T77" fmla="*/ 2147483646 h 71"/>
                <a:gd name="T78" fmla="*/ 2147483646 w 71"/>
                <a:gd name="T79" fmla="*/ 2147483646 h 71"/>
                <a:gd name="T80" fmla="*/ 2147483646 w 71"/>
                <a:gd name="T81" fmla="*/ 2147483646 h 71"/>
                <a:gd name="T82" fmla="*/ 2147483646 w 71"/>
                <a:gd name="T83" fmla="*/ 2147483646 h 71"/>
                <a:gd name="T84" fmla="*/ 2147483646 w 71"/>
                <a:gd name="T85" fmla="*/ 0 h 71"/>
                <a:gd name="T86" fmla="*/ 2147483646 w 71"/>
                <a:gd name="T87" fmla="*/ 0 h 7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1"/>
                <a:gd name="T134" fmla="*/ 71 w 71"/>
                <a:gd name="T135" fmla="*/ 71 h 7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1">
                  <a:moveTo>
                    <a:pt x="35" y="0"/>
                  </a:moveTo>
                  <a:lnTo>
                    <a:pt x="34" y="0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1" y="3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1" y="10"/>
                  </a:lnTo>
                  <a:lnTo>
                    <a:pt x="9" y="12"/>
                  </a:lnTo>
                  <a:lnTo>
                    <a:pt x="8" y="13"/>
                  </a:lnTo>
                  <a:lnTo>
                    <a:pt x="8" y="15"/>
                  </a:lnTo>
                  <a:lnTo>
                    <a:pt x="6" y="16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2" y="26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0" y="38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2" y="45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3" y="49"/>
                  </a:lnTo>
                  <a:lnTo>
                    <a:pt x="3" y="51"/>
                  </a:lnTo>
                  <a:lnTo>
                    <a:pt x="5" y="52"/>
                  </a:lnTo>
                  <a:lnTo>
                    <a:pt x="5" y="54"/>
                  </a:lnTo>
                  <a:lnTo>
                    <a:pt x="6" y="55"/>
                  </a:lnTo>
                  <a:lnTo>
                    <a:pt x="8" y="57"/>
                  </a:lnTo>
                  <a:lnTo>
                    <a:pt x="8" y="58"/>
                  </a:lnTo>
                  <a:lnTo>
                    <a:pt x="9" y="59"/>
                  </a:lnTo>
                  <a:lnTo>
                    <a:pt x="11" y="61"/>
                  </a:lnTo>
                  <a:lnTo>
                    <a:pt x="12" y="61"/>
                  </a:lnTo>
                  <a:lnTo>
                    <a:pt x="13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7"/>
                  </a:lnTo>
                  <a:lnTo>
                    <a:pt x="21" y="67"/>
                  </a:lnTo>
                  <a:lnTo>
                    <a:pt x="22" y="68"/>
                  </a:lnTo>
                  <a:lnTo>
                    <a:pt x="24" y="68"/>
                  </a:lnTo>
                  <a:lnTo>
                    <a:pt x="25" y="69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31" y="71"/>
                  </a:lnTo>
                  <a:lnTo>
                    <a:pt x="32" y="71"/>
                  </a:lnTo>
                  <a:lnTo>
                    <a:pt x="34" y="71"/>
                  </a:lnTo>
                  <a:lnTo>
                    <a:pt x="35" y="71"/>
                  </a:lnTo>
                  <a:lnTo>
                    <a:pt x="38" y="71"/>
                  </a:lnTo>
                  <a:lnTo>
                    <a:pt x="39" y="71"/>
                  </a:lnTo>
                  <a:lnTo>
                    <a:pt x="41" y="71"/>
                  </a:lnTo>
                  <a:lnTo>
                    <a:pt x="42" y="69"/>
                  </a:lnTo>
                  <a:lnTo>
                    <a:pt x="44" y="69"/>
                  </a:lnTo>
                  <a:lnTo>
                    <a:pt x="47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7"/>
                  </a:lnTo>
                  <a:lnTo>
                    <a:pt x="52" y="67"/>
                  </a:lnTo>
                  <a:lnTo>
                    <a:pt x="54" y="65"/>
                  </a:lnTo>
                  <a:lnTo>
                    <a:pt x="55" y="65"/>
                  </a:lnTo>
                  <a:lnTo>
                    <a:pt x="57" y="64"/>
                  </a:lnTo>
                  <a:lnTo>
                    <a:pt x="58" y="62"/>
                  </a:lnTo>
                  <a:lnTo>
                    <a:pt x="60" y="61"/>
                  </a:lnTo>
                  <a:lnTo>
                    <a:pt x="61" y="61"/>
                  </a:lnTo>
                  <a:lnTo>
                    <a:pt x="61" y="59"/>
                  </a:lnTo>
                  <a:lnTo>
                    <a:pt x="62" y="58"/>
                  </a:lnTo>
                  <a:lnTo>
                    <a:pt x="64" y="57"/>
                  </a:lnTo>
                  <a:lnTo>
                    <a:pt x="65" y="55"/>
                  </a:lnTo>
                  <a:lnTo>
                    <a:pt x="65" y="54"/>
                  </a:lnTo>
                  <a:lnTo>
                    <a:pt x="67" y="52"/>
                  </a:lnTo>
                  <a:lnTo>
                    <a:pt x="67" y="51"/>
                  </a:lnTo>
                  <a:lnTo>
                    <a:pt x="68" y="49"/>
                  </a:lnTo>
                  <a:lnTo>
                    <a:pt x="68" y="48"/>
                  </a:lnTo>
                  <a:lnTo>
                    <a:pt x="70" y="46"/>
                  </a:lnTo>
                  <a:lnTo>
                    <a:pt x="70" y="45"/>
                  </a:lnTo>
                  <a:lnTo>
                    <a:pt x="70" y="42"/>
                  </a:lnTo>
                  <a:lnTo>
                    <a:pt x="70" y="41"/>
                  </a:lnTo>
                  <a:lnTo>
                    <a:pt x="71" y="39"/>
                  </a:lnTo>
                  <a:lnTo>
                    <a:pt x="71" y="38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0" y="31"/>
                  </a:lnTo>
                  <a:lnTo>
                    <a:pt x="70" y="29"/>
                  </a:lnTo>
                  <a:lnTo>
                    <a:pt x="70" y="26"/>
                  </a:lnTo>
                  <a:lnTo>
                    <a:pt x="70" y="25"/>
                  </a:lnTo>
                  <a:lnTo>
                    <a:pt x="68" y="23"/>
                  </a:lnTo>
                  <a:lnTo>
                    <a:pt x="68" y="22"/>
                  </a:lnTo>
                  <a:lnTo>
                    <a:pt x="67" y="20"/>
                  </a:lnTo>
                  <a:lnTo>
                    <a:pt x="67" y="19"/>
                  </a:lnTo>
                  <a:lnTo>
                    <a:pt x="65" y="18"/>
                  </a:lnTo>
                  <a:lnTo>
                    <a:pt x="65" y="16"/>
                  </a:lnTo>
                  <a:lnTo>
                    <a:pt x="64" y="15"/>
                  </a:lnTo>
                  <a:lnTo>
                    <a:pt x="62" y="13"/>
                  </a:lnTo>
                  <a:lnTo>
                    <a:pt x="61" y="12"/>
                  </a:lnTo>
                  <a:lnTo>
                    <a:pt x="61" y="10"/>
                  </a:lnTo>
                  <a:lnTo>
                    <a:pt x="60" y="9"/>
                  </a:lnTo>
                  <a:lnTo>
                    <a:pt x="58" y="9"/>
                  </a:lnTo>
                  <a:lnTo>
                    <a:pt x="57" y="7"/>
                  </a:lnTo>
                  <a:lnTo>
                    <a:pt x="55" y="6"/>
                  </a:lnTo>
                  <a:lnTo>
                    <a:pt x="54" y="6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1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8" name="Rectangle 101">
              <a:extLst>
                <a:ext uri="{FF2B5EF4-FFF2-40B4-BE49-F238E27FC236}">
                  <a16:creationId xmlns:a16="http://schemas.microsoft.com/office/drawing/2014/main" id="{E17456B9-07BE-41EA-A699-E21302FA4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3294063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39" name="Rectangle 124">
              <a:extLst>
                <a:ext uri="{FF2B5EF4-FFF2-40B4-BE49-F238E27FC236}">
                  <a16:creationId xmlns:a16="http://schemas.microsoft.com/office/drawing/2014/main" id="{7AC0196C-6BB5-49B7-9323-33E7C986F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38" y="3778250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40" name="Line 125">
              <a:extLst>
                <a:ext uri="{FF2B5EF4-FFF2-40B4-BE49-F238E27FC236}">
                  <a16:creationId xmlns:a16="http://schemas.microsoft.com/office/drawing/2014/main" id="{FDA557D0-A431-4025-B475-D5C9AE2D0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5100" y="3903663"/>
              <a:ext cx="7318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1" name="Freeform 126">
              <a:extLst>
                <a:ext uri="{FF2B5EF4-FFF2-40B4-BE49-F238E27FC236}">
                  <a16:creationId xmlns:a16="http://schemas.microsoft.com/office/drawing/2014/main" id="{5675A266-729F-42CF-9719-54C4C2589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3641725"/>
              <a:ext cx="684213" cy="273050"/>
            </a:xfrm>
            <a:custGeom>
              <a:avLst/>
              <a:gdLst>
                <a:gd name="T0" fmla="*/ 2147483646 w 861"/>
                <a:gd name="T1" fmla="*/ 0 h 343"/>
                <a:gd name="T2" fmla="*/ 2147483646 w 861"/>
                <a:gd name="T3" fmla="*/ 0 h 343"/>
                <a:gd name="T4" fmla="*/ 2147483646 w 861"/>
                <a:gd name="T5" fmla="*/ 0 h 343"/>
                <a:gd name="T6" fmla="*/ 2147483646 w 861"/>
                <a:gd name="T7" fmla="*/ 2147483646 h 343"/>
                <a:gd name="T8" fmla="*/ 2147483646 w 861"/>
                <a:gd name="T9" fmla="*/ 2147483646 h 343"/>
                <a:gd name="T10" fmla="*/ 2147483646 w 861"/>
                <a:gd name="T11" fmla="*/ 2147483646 h 343"/>
                <a:gd name="T12" fmla="*/ 2147483646 w 861"/>
                <a:gd name="T13" fmla="*/ 2147483646 h 343"/>
                <a:gd name="T14" fmla="*/ 2147483646 w 861"/>
                <a:gd name="T15" fmla="*/ 2147483646 h 343"/>
                <a:gd name="T16" fmla="*/ 2147483646 w 861"/>
                <a:gd name="T17" fmla="*/ 2147483646 h 343"/>
                <a:gd name="T18" fmla="*/ 2147483646 w 861"/>
                <a:gd name="T19" fmla="*/ 2147483646 h 343"/>
                <a:gd name="T20" fmla="*/ 2147483646 w 861"/>
                <a:gd name="T21" fmla="*/ 2147483646 h 343"/>
                <a:gd name="T22" fmla="*/ 2147483646 w 861"/>
                <a:gd name="T23" fmla="*/ 2147483646 h 343"/>
                <a:gd name="T24" fmla="*/ 2147483646 w 861"/>
                <a:gd name="T25" fmla="*/ 2147483646 h 343"/>
                <a:gd name="T26" fmla="*/ 2147483646 w 861"/>
                <a:gd name="T27" fmla="*/ 2147483646 h 343"/>
                <a:gd name="T28" fmla="*/ 2147483646 w 861"/>
                <a:gd name="T29" fmla="*/ 2147483646 h 343"/>
                <a:gd name="T30" fmla="*/ 2147483646 w 861"/>
                <a:gd name="T31" fmla="*/ 2147483646 h 343"/>
                <a:gd name="T32" fmla="*/ 2147483646 w 861"/>
                <a:gd name="T33" fmla="*/ 2147483646 h 343"/>
                <a:gd name="T34" fmla="*/ 2147483646 w 861"/>
                <a:gd name="T35" fmla="*/ 2147483646 h 343"/>
                <a:gd name="T36" fmla="*/ 2147483646 w 861"/>
                <a:gd name="T37" fmla="*/ 2147483646 h 343"/>
                <a:gd name="T38" fmla="*/ 2147483646 w 861"/>
                <a:gd name="T39" fmla="*/ 2147483646 h 343"/>
                <a:gd name="T40" fmla="*/ 2147483646 w 861"/>
                <a:gd name="T41" fmla="*/ 2147483646 h 343"/>
                <a:gd name="T42" fmla="*/ 2147483646 w 861"/>
                <a:gd name="T43" fmla="*/ 2147483646 h 343"/>
                <a:gd name="T44" fmla="*/ 2147483646 w 861"/>
                <a:gd name="T45" fmla="*/ 2147483646 h 343"/>
                <a:gd name="T46" fmla="*/ 2147483646 w 861"/>
                <a:gd name="T47" fmla="*/ 2147483646 h 343"/>
                <a:gd name="T48" fmla="*/ 2147483646 w 861"/>
                <a:gd name="T49" fmla="*/ 2147483646 h 343"/>
                <a:gd name="T50" fmla="*/ 2147483646 w 861"/>
                <a:gd name="T51" fmla="*/ 2147483646 h 343"/>
                <a:gd name="T52" fmla="*/ 2147483646 w 861"/>
                <a:gd name="T53" fmla="*/ 2147483646 h 343"/>
                <a:gd name="T54" fmla="*/ 2147483646 w 861"/>
                <a:gd name="T55" fmla="*/ 2147483646 h 343"/>
                <a:gd name="T56" fmla="*/ 2147483646 w 861"/>
                <a:gd name="T57" fmla="*/ 2147483646 h 343"/>
                <a:gd name="T58" fmla="*/ 2147483646 w 861"/>
                <a:gd name="T59" fmla="*/ 2147483646 h 343"/>
                <a:gd name="T60" fmla="*/ 2147483646 w 861"/>
                <a:gd name="T61" fmla="*/ 2147483646 h 343"/>
                <a:gd name="T62" fmla="*/ 2147483646 w 861"/>
                <a:gd name="T63" fmla="*/ 2147483646 h 343"/>
                <a:gd name="T64" fmla="*/ 2147483646 w 861"/>
                <a:gd name="T65" fmla="*/ 2147483646 h 343"/>
                <a:gd name="T66" fmla="*/ 2147483646 w 861"/>
                <a:gd name="T67" fmla="*/ 2147483646 h 343"/>
                <a:gd name="T68" fmla="*/ 2147483646 w 861"/>
                <a:gd name="T69" fmla="*/ 2147483646 h 343"/>
                <a:gd name="T70" fmla="*/ 2147483646 w 861"/>
                <a:gd name="T71" fmla="*/ 2147483646 h 343"/>
                <a:gd name="T72" fmla="*/ 2147483646 w 861"/>
                <a:gd name="T73" fmla="*/ 2147483646 h 343"/>
                <a:gd name="T74" fmla="*/ 2147483646 w 861"/>
                <a:gd name="T75" fmla="*/ 2147483646 h 343"/>
                <a:gd name="T76" fmla="*/ 2147483646 w 861"/>
                <a:gd name="T77" fmla="*/ 2147483646 h 343"/>
                <a:gd name="T78" fmla="*/ 2147483646 w 861"/>
                <a:gd name="T79" fmla="*/ 2147483646 h 343"/>
                <a:gd name="T80" fmla="*/ 2147483646 w 861"/>
                <a:gd name="T81" fmla="*/ 2147483646 h 343"/>
                <a:gd name="T82" fmla="*/ 2147483646 w 861"/>
                <a:gd name="T83" fmla="*/ 2147483646 h 343"/>
                <a:gd name="T84" fmla="*/ 2147483646 w 861"/>
                <a:gd name="T85" fmla="*/ 2147483646 h 343"/>
                <a:gd name="T86" fmla="*/ 2147483646 w 861"/>
                <a:gd name="T87" fmla="*/ 2147483646 h 343"/>
                <a:gd name="T88" fmla="*/ 2147483646 w 861"/>
                <a:gd name="T89" fmla="*/ 2147483646 h 343"/>
                <a:gd name="T90" fmla="*/ 2147483646 w 861"/>
                <a:gd name="T91" fmla="*/ 2147483646 h 343"/>
                <a:gd name="T92" fmla="*/ 2147483646 w 861"/>
                <a:gd name="T93" fmla="*/ 2147483646 h 343"/>
                <a:gd name="T94" fmla="*/ 2147483646 w 861"/>
                <a:gd name="T95" fmla="*/ 2147483646 h 343"/>
                <a:gd name="T96" fmla="*/ 2147483646 w 861"/>
                <a:gd name="T97" fmla="*/ 2147483646 h 343"/>
                <a:gd name="T98" fmla="*/ 2147483646 w 861"/>
                <a:gd name="T99" fmla="*/ 2147483646 h 343"/>
                <a:gd name="T100" fmla="*/ 2147483646 w 861"/>
                <a:gd name="T101" fmla="*/ 2147483646 h 343"/>
                <a:gd name="T102" fmla="*/ 2147483646 w 861"/>
                <a:gd name="T103" fmla="*/ 2147483646 h 343"/>
                <a:gd name="T104" fmla="*/ 2147483646 w 861"/>
                <a:gd name="T105" fmla="*/ 2147483646 h 343"/>
                <a:gd name="T106" fmla="*/ 2147483646 w 861"/>
                <a:gd name="T107" fmla="*/ 2147483646 h 343"/>
                <a:gd name="T108" fmla="*/ 2147483646 w 861"/>
                <a:gd name="T109" fmla="*/ 2147483646 h 343"/>
                <a:gd name="T110" fmla="*/ 2147483646 w 861"/>
                <a:gd name="T111" fmla="*/ 2147483646 h 343"/>
                <a:gd name="T112" fmla="*/ 2147483646 w 861"/>
                <a:gd name="T113" fmla="*/ 2147483646 h 343"/>
                <a:gd name="T114" fmla="*/ 2147483646 w 861"/>
                <a:gd name="T115" fmla="*/ 2147483646 h 343"/>
                <a:gd name="T116" fmla="*/ 2147483646 w 861"/>
                <a:gd name="T117" fmla="*/ 2147483646 h 343"/>
                <a:gd name="T118" fmla="*/ 2147483646 w 861"/>
                <a:gd name="T119" fmla="*/ 2147483646 h 343"/>
                <a:gd name="T120" fmla="*/ 2147483646 w 861"/>
                <a:gd name="T121" fmla="*/ 2147483646 h 34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3"/>
                <a:gd name="T185" fmla="*/ 861 w 861"/>
                <a:gd name="T186" fmla="*/ 343 h 34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3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4" y="0"/>
                  </a:lnTo>
                  <a:lnTo>
                    <a:pt x="167" y="0"/>
                  </a:lnTo>
                  <a:lnTo>
                    <a:pt x="189" y="0"/>
                  </a:lnTo>
                  <a:lnTo>
                    <a:pt x="209" y="0"/>
                  </a:lnTo>
                  <a:lnTo>
                    <a:pt x="228" y="0"/>
                  </a:lnTo>
                  <a:lnTo>
                    <a:pt x="245" y="0"/>
                  </a:lnTo>
                  <a:lnTo>
                    <a:pt x="261" y="0"/>
                  </a:lnTo>
                  <a:lnTo>
                    <a:pt x="275" y="0"/>
                  </a:lnTo>
                  <a:lnTo>
                    <a:pt x="288" y="0"/>
                  </a:lnTo>
                  <a:lnTo>
                    <a:pt x="300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29" y="0"/>
                  </a:lnTo>
                  <a:lnTo>
                    <a:pt x="336" y="0"/>
                  </a:lnTo>
                  <a:lnTo>
                    <a:pt x="343" y="0"/>
                  </a:lnTo>
                  <a:lnTo>
                    <a:pt x="349" y="0"/>
                  </a:lnTo>
                  <a:lnTo>
                    <a:pt x="355" y="0"/>
                  </a:lnTo>
                  <a:lnTo>
                    <a:pt x="359" y="0"/>
                  </a:lnTo>
                  <a:lnTo>
                    <a:pt x="363" y="0"/>
                  </a:lnTo>
                  <a:lnTo>
                    <a:pt x="368" y="1"/>
                  </a:lnTo>
                  <a:lnTo>
                    <a:pt x="370" y="1"/>
                  </a:lnTo>
                  <a:lnTo>
                    <a:pt x="373" y="1"/>
                  </a:lnTo>
                  <a:lnTo>
                    <a:pt x="376" y="1"/>
                  </a:lnTo>
                  <a:lnTo>
                    <a:pt x="379" y="1"/>
                  </a:lnTo>
                  <a:lnTo>
                    <a:pt x="381" y="1"/>
                  </a:lnTo>
                  <a:lnTo>
                    <a:pt x="383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1" y="1"/>
                  </a:lnTo>
                  <a:lnTo>
                    <a:pt x="392" y="1"/>
                  </a:ln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401" y="2"/>
                  </a:lnTo>
                  <a:lnTo>
                    <a:pt x="402" y="2"/>
                  </a:lnTo>
                  <a:lnTo>
                    <a:pt x="404" y="2"/>
                  </a:lnTo>
                  <a:lnTo>
                    <a:pt x="405" y="2"/>
                  </a:lnTo>
                  <a:lnTo>
                    <a:pt x="407" y="2"/>
                  </a:lnTo>
                  <a:lnTo>
                    <a:pt x="408" y="2"/>
                  </a:lnTo>
                  <a:lnTo>
                    <a:pt x="409" y="2"/>
                  </a:lnTo>
                  <a:lnTo>
                    <a:pt x="411" y="4"/>
                  </a:lnTo>
                  <a:lnTo>
                    <a:pt x="412" y="4"/>
                  </a:lnTo>
                  <a:lnTo>
                    <a:pt x="414" y="4"/>
                  </a:lnTo>
                  <a:lnTo>
                    <a:pt x="415" y="4"/>
                  </a:lnTo>
                  <a:lnTo>
                    <a:pt x="417" y="4"/>
                  </a:lnTo>
                  <a:lnTo>
                    <a:pt x="418" y="4"/>
                  </a:lnTo>
                  <a:lnTo>
                    <a:pt x="419" y="4"/>
                  </a:lnTo>
                  <a:lnTo>
                    <a:pt x="421" y="4"/>
                  </a:lnTo>
                  <a:lnTo>
                    <a:pt x="422" y="4"/>
                  </a:lnTo>
                  <a:lnTo>
                    <a:pt x="424" y="5"/>
                  </a:lnTo>
                  <a:lnTo>
                    <a:pt x="425" y="5"/>
                  </a:lnTo>
                  <a:lnTo>
                    <a:pt x="428" y="5"/>
                  </a:lnTo>
                  <a:lnTo>
                    <a:pt x="430" y="5"/>
                  </a:lnTo>
                  <a:lnTo>
                    <a:pt x="431" y="5"/>
                  </a:lnTo>
                  <a:lnTo>
                    <a:pt x="432" y="5"/>
                  </a:lnTo>
                  <a:lnTo>
                    <a:pt x="435" y="7"/>
                  </a:lnTo>
                  <a:lnTo>
                    <a:pt x="437" y="7"/>
                  </a:lnTo>
                  <a:lnTo>
                    <a:pt x="440" y="7"/>
                  </a:lnTo>
                  <a:lnTo>
                    <a:pt x="441" y="7"/>
                  </a:lnTo>
                  <a:lnTo>
                    <a:pt x="444" y="7"/>
                  </a:lnTo>
                  <a:lnTo>
                    <a:pt x="445" y="8"/>
                  </a:lnTo>
                  <a:lnTo>
                    <a:pt x="448" y="8"/>
                  </a:lnTo>
                  <a:lnTo>
                    <a:pt x="450" y="8"/>
                  </a:lnTo>
                  <a:lnTo>
                    <a:pt x="451" y="8"/>
                  </a:lnTo>
                  <a:lnTo>
                    <a:pt x="453" y="8"/>
                  </a:lnTo>
                  <a:lnTo>
                    <a:pt x="454" y="10"/>
                  </a:lnTo>
                  <a:lnTo>
                    <a:pt x="456" y="10"/>
                  </a:lnTo>
                  <a:lnTo>
                    <a:pt x="457" y="10"/>
                  </a:lnTo>
                  <a:lnTo>
                    <a:pt x="458" y="10"/>
                  </a:lnTo>
                  <a:lnTo>
                    <a:pt x="460" y="10"/>
                  </a:lnTo>
                  <a:lnTo>
                    <a:pt x="461" y="11"/>
                  </a:lnTo>
                  <a:lnTo>
                    <a:pt x="463" y="11"/>
                  </a:lnTo>
                  <a:lnTo>
                    <a:pt x="464" y="11"/>
                  </a:lnTo>
                  <a:lnTo>
                    <a:pt x="466" y="11"/>
                  </a:lnTo>
                  <a:lnTo>
                    <a:pt x="467" y="13"/>
                  </a:lnTo>
                  <a:lnTo>
                    <a:pt x="469" y="13"/>
                  </a:lnTo>
                  <a:lnTo>
                    <a:pt x="470" y="13"/>
                  </a:lnTo>
                  <a:lnTo>
                    <a:pt x="471" y="13"/>
                  </a:lnTo>
                  <a:lnTo>
                    <a:pt x="473" y="14"/>
                  </a:lnTo>
                  <a:lnTo>
                    <a:pt x="474" y="14"/>
                  </a:lnTo>
                  <a:lnTo>
                    <a:pt x="476" y="14"/>
                  </a:lnTo>
                  <a:lnTo>
                    <a:pt x="479" y="15"/>
                  </a:lnTo>
                  <a:lnTo>
                    <a:pt x="480" y="15"/>
                  </a:lnTo>
                  <a:lnTo>
                    <a:pt x="482" y="15"/>
                  </a:lnTo>
                  <a:lnTo>
                    <a:pt x="484" y="17"/>
                  </a:lnTo>
                  <a:lnTo>
                    <a:pt x="486" y="17"/>
                  </a:lnTo>
                  <a:lnTo>
                    <a:pt x="489" y="18"/>
                  </a:lnTo>
                  <a:lnTo>
                    <a:pt x="490" y="18"/>
                  </a:lnTo>
                  <a:lnTo>
                    <a:pt x="493" y="20"/>
                  </a:lnTo>
                  <a:lnTo>
                    <a:pt x="496" y="20"/>
                  </a:lnTo>
                  <a:lnTo>
                    <a:pt x="499" y="21"/>
                  </a:lnTo>
                  <a:lnTo>
                    <a:pt x="500" y="21"/>
                  </a:lnTo>
                  <a:lnTo>
                    <a:pt x="503" y="23"/>
                  </a:lnTo>
                  <a:lnTo>
                    <a:pt x="505" y="23"/>
                  </a:lnTo>
                  <a:lnTo>
                    <a:pt x="508" y="24"/>
                  </a:lnTo>
                  <a:lnTo>
                    <a:pt x="509" y="24"/>
                  </a:lnTo>
                  <a:lnTo>
                    <a:pt x="510" y="26"/>
                  </a:lnTo>
                  <a:lnTo>
                    <a:pt x="512" y="26"/>
                  </a:lnTo>
                  <a:lnTo>
                    <a:pt x="513" y="26"/>
                  </a:lnTo>
                  <a:lnTo>
                    <a:pt x="515" y="27"/>
                  </a:lnTo>
                  <a:lnTo>
                    <a:pt x="516" y="27"/>
                  </a:lnTo>
                  <a:lnTo>
                    <a:pt x="518" y="27"/>
                  </a:lnTo>
                  <a:lnTo>
                    <a:pt x="519" y="28"/>
                  </a:lnTo>
                  <a:lnTo>
                    <a:pt x="520" y="28"/>
                  </a:lnTo>
                  <a:lnTo>
                    <a:pt x="522" y="28"/>
                  </a:lnTo>
                  <a:lnTo>
                    <a:pt x="523" y="30"/>
                  </a:lnTo>
                  <a:lnTo>
                    <a:pt x="525" y="30"/>
                  </a:lnTo>
                  <a:lnTo>
                    <a:pt x="526" y="30"/>
                  </a:lnTo>
                  <a:lnTo>
                    <a:pt x="526" y="31"/>
                  </a:lnTo>
                  <a:lnTo>
                    <a:pt x="528" y="31"/>
                  </a:lnTo>
                  <a:lnTo>
                    <a:pt x="529" y="33"/>
                  </a:lnTo>
                  <a:lnTo>
                    <a:pt x="531" y="33"/>
                  </a:lnTo>
                  <a:lnTo>
                    <a:pt x="532" y="34"/>
                  </a:lnTo>
                  <a:lnTo>
                    <a:pt x="533" y="34"/>
                  </a:lnTo>
                  <a:lnTo>
                    <a:pt x="535" y="36"/>
                  </a:lnTo>
                  <a:lnTo>
                    <a:pt x="538" y="36"/>
                  </a:lnTo>
                  <a:lnTo>
                    <a:pt x="539" y="37"/>
                  </a:lnTo>
                  <a:lnTo>
                    <a:pt x="541" y="39"/>
                  </a:lnTo>
                  <a:lnTo>
                    <a:pt x="544" y="39"/>
                  </a:lnTo>
                  <a:lnTo>
                    <a:pt x="545" y="40"/>
                  </a:lnTo>
                  <a:lnTo>
                    <a:pt x="548" y="41"/>
                  </a:lnTo>
                  <a:lnTo>
                    <a:pt x="549" y="43"/>
                  </a:lnTo>
                  <a:lnTo>
                    <a:pt x="552" y="43"/>
                  </a:lnTo>
                  <a:lnTo>
                    <a:pt x="554" y="44"/>
                  </a:lnTo>
                  <a:lnTo>
                    <a:pt x="557" y="46"/>
                  </a:lnTo>
                  <a:lnTo>
                    <a:pt x="558" y="46"/>
                  </a:lnTo>
                  <a:lnTo>
                    <a:pt x="559" y="47"/>
                  </a:lnTo>
                  <a:lnTo>
                    <a:pt x="561" y="49"/>
                  </a:lnTo>
                  <a:lnTo>
                    <a:pt x="562" y="49"/>
                  </a:lnTo>
                  <a:lnTo>
                    <a:pt x="564" y="50"/>
                  </a:lnTo>
                  <a:lnTo>
                    <a:pt x="565" y="50"/>
                  </a:lnTo>
                  <a:lnTo>
                    <a:pt x="567" y="50"/>
                  </a:lnTo>
                  <a:lnTo>
                    <a:pt x="568" y="51"/>
                  </a:lnTo>
                  <a:lnTo>
                    <a:pt x="570" y="51"/>
                  </a:lnTo>
                  <a:lnTo>
                    <a:pt x="570" y="53"/>
                  </a:lnTo>
                  <a:lnTo>
                    <a:pt x="571" y="53"/>
                  </a:lnTo>
                  <a:lnTo>
                    <a:pt x="572" y="54"/>
                  </a:lnTo>
                  <a:lnTo>
                    <a:pt x="574" y="54"/>
                  </a:lnTo>
                  <a:lnTo>
                    <a:pt x="575" y="54"/>
                  </a:lnTo>
                  <a:lnTo>
                    <a:pt x="575" y="56"/>
                  </a:lnTo>
                  <a:lnTo>
                    <a:pt x="577" y="56"/>
                  </a:lnTo>
                  <a:lnTo>
                    <a:pt x="578" y="57"/>
                  </a:lnTo>
                  <a:lnTo>
                    <a:pt x="580" y="57"/>
                  </a:lnTo>
                  <a:lnTo>
                    <a:pt x="581" y="59"/>
                  </a:lnTo>
                  <a:lnTo>
                    <a:pt x="583" y="59"/>
                  </a:lnTo>
                  <a:lnTo>
                    <a:pt x="584" y="60"/>
                  </a:lnTo>
                  <a:lnTo>
                    <a:pt x="585" y="60"/>
                  </a:lnTo>
                  <a:lnTo>
                    <a:pt x="587" y="62"/>
                  </a:lnTo>
                  <a:lnTo>
                    <a:pt x="588" y="62"/>
                  </a:lnTo>
                  <a:lnTo>
                    <a:pt x="590" y="63"/>
                  </a:lnTo>
                  <a:lnTo>
                    <a:pt x="591" y="64"/>
                  </a:lnTo>
                  <a:lnTo>
                    <a:pt x="593" y="64"/>
                  </a:lnTo>
                  <a:lnTo>
                    <a:pt x="596" y="66"/>
                  </a:lnTo>
                  <a:lnTo>
                    <a:pt x="597" y="67"/>
                  </a:lnTo>
                  <a:lnTo>
                    <a:pt x="600" y="69"/>
                  </a:lnTo>
                  <a:lnTo>
                    <a:pt x="601" y="69"/>
                  </a:lnTo>
                  <a:lnTo>
                    <a:pt x="603" y="70"/>
                  </a:lnTo>
                  <a:lnTo>
                    <a:pt x="604" y="72"/>
                  </a:lnTo>
                  <a:lnTo>
                    <a:pt x="606" y="72"/>
                  </a:lnTo>
                  <a:lnTo>
                    <a:pt x="607" y="73"/>
                  </a:lnTo>
                  <a:lnTo>
                    <a:pt x="608" y="73"/>
                  </a:lnTo>
                  <a:lnTo>
                    <a:pt x="610" y="75"/>
                  </a:lnTo>
                  <a:lnTo>
                    <a:pt x="611" y="75"/>
                  </a:lnTo>
                  <a:lnTo>
                    <a:pt x="613" y="76"/>
                  </a:lnTo>
                  <a:lnTo>
                    <a:pt x="614" y="77"/>
                  </a:lnTo>
                  <a:lnTo>
                    <a:pt x="616" y="77"/>
                  </a:lnTo>
                  <a:lnTo>
                    <a:pt x="616" y="79"/>
                  </a:lnTo>
                  <a:lnTo>
                    <a:pt x="617" y="79"/>
                  </a:lnTo>
                  <a:lnTo>
                    <a:pt x="619" y="79"/>
                  </a:lnTo>
                  <a:lnTo>
                    <a:pt x="619" y="80"/>
                  </a:lnTo>
                  <a:lnTo>
                    <a:pt x="620" y="80"/>
                  </a:lnTo>
                  <a:lnTo>
                    <a:pt x="621" y="82"/>
                  </a:lnTo>
                  <a:lnTo>
                    <a:pt x="623" y="82"/>
                  </a:lnTo>
                  <a:lnTo>
                    <a:pt x="624" y="83"/>
                  </a:lnTo>
                  <a:lnTo>
                    <a:pt x="626" y="83"/>
                  </a:lnTo>
                  <a:lnTo>
                    <a:pt x="626" y="85"/>
                  </a:lnTo>
                  <a:lnTo>
                    <a:pt x="627" y="85"/>
                  </a:lnTo>
                  <a:lnTo>
                    <a:pt x="629" y="86"/>
                  </a:lnTo>
                  <a:lnTo>
                    <a:pt x="630" y="88"/>
                  </a:lnTo>
                  <a:lnTo>
                    <a:pt x="632" y="88"/>
                  </a:lnTo>
                  <a:lnTo>
                    <a:pt x="633" y="89"/>
                  </a:lnTo>
                  <a:lnTo>
                    <a:pt x="634" y="89"/>
                  </a:lnTo>
                  <a:lnTo>
                    <a:pt x="636" y="90"/>
                  </a:lnTo>
                  <a:lnTo>
                    <a:pt x="637" y="92"/>
                  </a:lnTo>
                  <a:lnTo>
                    <a:pt x="639" y="93"/>
                  </a:lnTo>
                  <a:lnTo>
                    <a:pt x="640" y="93"/>
                  </a:lnTo>
                  <a:lnTo>
                    <a:pt x="642" y="95"/>
                  </a:lnTo>
                  <a:lnTo>
                    <a:pt x="643" y="95"/>
                  </a:lnTo>
                  <a:lnTo>
                    <a:pt x="645" y="96"/>
                  </a:lnTo>
                  <a:lnTo>
                    <a:pt x="646" y="96"/>
                  </a:lnTo>
                  <a:lnTo>
                    <a:pt x="646" y="98"/>
                  </a:lnTo>
                  <a:lnTo>
                    <a:pt x="647" y="98"/>
                  </a:lnTo>
                  <a:lnTo>
                    <a:pt x="649" y="99"/>
                  </a:lnTo>
                  <a:lnTo>
                    <a:pt x="650" y="101"/>
                  </a:lnTo>
                  <a:lnTo>
                    <a:pt x="652" y="101"/>
                  </a:lnTo>
                  <a:lnTo>
                    <a:pt x="653" y="102"/>
                  </a:lnTo>
                  <a:lnTo>
                    <a:pt x="655" y="102"/>
                  </a:lnTo>
                  <a:lnTo>
                    <a:pt x="655" y="103"/>
                  </a:lnTo>
                  <a:lnTo>
                    <a:pt x="656" y="105"/>
                  </a:lnTo>
                  <a:lnTo>
                    <a:pt x="658" y="105"/>
                  </a:lnTo>
                  <a:lnTo>
                    <a:pt x="658" y="106"/>
                  </a:lnTo>
                  <a:lnTo>
                    <a:pt x="659" y="106"/>
                  </a:lnTo>
                  <a:lnTo>
                    <a:pt x="660" y="106"/>
                  </a:lnTo>
                  <a:lnTo>
                    <a:pt x="660" y="108"/>
                  </a:lnTo>
                  <a:lnTo>
                    <a:pt x="662" y="108"/>
                  </a:lnTo>
                  <a:lnTo>
                    <a:pt x="662" y="109"/>
                  </a:lnTo>
                  <a:lnTo>
                    <a:pt x="663" y="109"/>
                  </a:lnTo>
                  <a:lnTo>
                    <a:pt x="665" y="111"/>
                  </a:lnTo>
                  <a:lnTo>
                    <a:pt x="665" y="112"/>
                  </a:lnTo>
                  <a:lnTo>
                    <a:pt x="666" y="112"/>
                  </a:lnTo>
                  <a:lnTo>
                    <a:pt x="668" y="114"/>
                  </a:lnTo>
                  <a:lnTo>
                    <a:pt x="669" y="114"/>
                  </a:lnTo>
                  <a:lnTo>
                    <a:pt x="671" y="115"/>
                  </a:lnTo>
                  <a:lnTo>
                    <a:pt x="672" y="116"/>
                  </a:lnTo>
                  <a:lnTo>
                    <a:pt x="673" y="118"/>
                  </a:lnTo>
                  <a:lnTo>
                    <a:pt x="675" y="118"/>
                  </a:lnTo>
                  <a:lnTo>
                    <a:pt x="675" y="119"/>
                  </a:lnTo>
                  <a:lnTo>
                    <a:pt x="676" y="119"/>
                  </a:lnTo>
                  <a:lnTo>
                    <a:pt x="676" y="121"/>
                  </a:lnTo>
                  <a:lnTo>
                    <a:pt x="678" y="121"/>
                  </a:lnTo>
                  <a:lnTo>
                    <a:pt x="679" y="122"/>
                  </a:lnTo>
                  <a:lnTo>
                    <a:pt x="681" y="122"/>
                  </a:lnTo>
                  <a:lnTo>
                    <a:pt x="681" y="124"/>
                  </a:lnTo>
                  <a:lnTo>
                    <a:pt x="682" y="124"/>
                  </a:lnTo>
                  <a:lnTo>
                    <a:pt x="684" y="125"/>
                  </a:lnTo>
                  <a:lnTo>
                    <a:pt x="685" y="125"/>
                  </a:lnTo>
                  <a:lnTo>
                    <a:pt x="685" y="127"/>
                  </a:lnTo>
                  <a:lnTo>
                    <a:pt x="686" y="127"/>
                  </a:lnTo>
                  <a:lnTo>
                    <a:pt x="686" y="128"/>
                  </a:lnTo>
                  <a:lnTo>
                    <a:pt x="688" y="128"/>
                  </a:lnTo>
                  <a:lnTo>
                    <a:pt x="689" y="129"/>
                  </a:lnTo>
                  <a:lnTo>
                    <a:pt x="691" y="129"/>
                  </a:lnTo>
                  <a:lnTo>
                    <a:pt x="691" y="131"/>
                  </a:lnTo>
                  <a:lnTo>
                    <a:pt x="692" y="131"/>
                  </a:lnTo>
                  <a:lnTo>
                    <a:pt x="694" y="132"/>
                  </a:lnTo>
                  <a:lnTo>
                    <a:pt x="695" y="134"/>
                  </a:lnTo>
                  <a:lnTo>
                    <a:pt x="697" y="134"/>
                  </a:lnTo>
                  <a:lnTo>
                    <a:pt x="698" y="135"/>
                  </a:lnTo>
                  <a:lnTo>
                    <a:pt x="699" y="137"/>
                  </a:lnTo>
                  <a:lnTo>
                    <a:pt x="701" y="137"/>
                  </a:lnTo>
                  <a:lnTo>
                    <a:pt x="701" y="138"/>
                  </a:lnTo>
                  <a:lnTo>
                    <a:pt x="702" y="138"/>
                  </a:lnTo>
                  <a:lnTo>
                    <a:pt x="704" y="140"/>
                  </a:lnTo>
                  <a:lnTo>
                    <a:pt x="705" y="140"/>
                  </a:lnTo>
                  <a:lnTo>
                    <a:pt x="705" y="141"/>
                  </a:lnTo>
                  <a:lnTo>
                    <a:pt x="707" y="141"/>
                  </a:lnTo>
                  <a:lnTo>
                    <a:pt x="707" y="142"/>
                  </a:lnTo>
                  <a:lnTo>
                    <a:pt x="708" y="142"/>
                  </a:lnTo>
                  <a:lnTo>
                    <a:pt x="709" y="144"/>
                  </a:lnTo>
                  <a:lnTo>
                    <a:pt x="711" y="145"/>
                  </a:lnTo>
                  <a:lnTo>
                    <a:pt x="712" y="147"/>
                  </a:lnTo>
                  <a:lnTo>
                    <a:pt x="714" y="148"/>
                  </a:lnTo>
                  <a:lnTo>
                    <a:pt x="715" y="150"/>
                  </a:lnTo>
                  <a:lnTo>
                    <a:pt x="717" y="151"/>
                  </a:lnTo>
                  <a:lnTo>
                    <a:pt x="717" y="153"/>
                  </a:lnTo>
                  <a:lnTo>
                    <a:pt x="718" y="153"/>
                  </a:lnTo>
                  <a:lnTo>
                    <a:pt x="720" y="154"/>
                  </a:lnTo>
                  <a:lnTo>
                    <a:pt x="721" y="155"/>
                  </a:lnTo>
                  <a:lnTo>
                    <a:pt x="722" y="157"/>
                  </a:lnTo>
                  <a:lnTo>
                    <a:pt x="724" y="158"/>
                  </a:lnTo>
                  <a:lnTo>
                    <a:pt x="725" y="160"/>
                  </a:lnTo>
                  <a:lnTo>
                    <a:pt x="727" y="161"/>
                  </a:lnTo>
                  <a:lnTo>
                    <a:pt x="727" y="163"/>
                  </a:lnTo>
                  <a:lnTo>
                    <a:pt x="728" y="164"/>
                  </a:lnTo>
                  <a:lnTo>
                    <a:pt x="730" y="165"/>
                  </a:lnTo>
                  <a:lnTo>
                    <a:pt x="731" y="165"/>
                  </a:lnTo>
                  <a:lnTo>
                    <a:pt x="731" y="167"/>
                  </a:lnTo>
                  <a:lnTo>
                    <a:pt x="733" y="168"/>
                  </a:lnTo>
                  <a:lnTo>
                    <a:pt x="734" y="168"/>
                  </a:lnTo>
                  <a:lnTo>
                    <a:pt x="734" y="170"/>
                  </a:lnTo>
                  <a:lnTo>
                    <a:pt x="735" y="171"/>
                  </a:lnTo>
                  <a:lnTo>
                    <a:pt x="737" y="173"/>
                  </a:lnTo>
                  <a:lnTo>
                    <a:pt x="738" y="174"/>
                  </a:lnTo>
                  <a:lnTo>
                    <a:pt x="740" y="176"/>
                  </a:lnTo>
                  <a:lnTo>
                    <a:pt x="741" y="177"/>
                  </a:lnTo>
                  <a:lnTo>
                    <a:pt x="741" y="178"/>
                  </a:lnTo>
                  <a:lnTo>
                    <a:pt x="743" y="178"/>
                  </a:lnTo>
                  <a:lnTo>
                    <a:pt x="743" y="180"/>
                  </a:lnTo>
                  <a:lnTo>
                    <a:pt x="744" y="181"/>
                  </a:lnTo>
                  <a:lnTo>
                    <a:pt x="746" y="183"/>
                  </a:lnTo>
                  <a:lnTo>
                    <a:pt x="747" y="184"/>
                  </a:lnTo>
                  <a:lnTo>
                    <a:pt x="748" y="186"/>
                  </a:lnTo>
                  <a:lnTo>
                    <a:pt x="750" y="187"/>
                  </a:lnTo>
                  <a:lnTo>
                    <a:pt x="751" y="189"/>
                  </a:lnTo>
                  <a:lnTo>
                    <a:pt x="753" y="190"/>
                  </a:lnTo>
                  <a:lnTo>
                    <a:pt x="754" y="193"/>
                  </a:lnTo>
                  <a:lnTo>
                    <a:pt x="756" y="194"/>
                  </a:lnTo>
                  <a:lnTo>
                    <a:pt x="757" y="196"/>
                  </a:lnTo>
                  <a:lnTo>
                    <a:pt x="759" y="199"/>
                  </a:lnTo>
                  <a:lnTo>
                    <a:pt x="760" y="200"/>
                  </a:lnTo>
                  <a:lnTo>
                    <a:pt x="761" y="202"/>
                  </a:lnTo>
                  <a:lnTo>
                    <a:pt x="763" y="203"/>
                  </a:lnTo>
                  <a:lnTo>
                    <a:pt x="764" y="204"/>
                  </a:lnTo>
                  <a:lnTo>
                    <a:pt x="766" y="206"/>
                  </a:lnTo>
                  <a:lnTo>
                    <a:pt x="766" y="207"/>
                  </a:lnTo>
                  <a:lnTo>
                    <a:pt x="767" y="209"/>
                  </a:lnTo>
                  <a:lnTo>
                    <a:pt x="769" y="210"/>
                  </a:lnTo>
                  <a:lnTo>
                    <a:pt x="770" y="212"/>
                  </a:lnTo>
                  <a:lnTo>
                    <a:pt x="770" y="213"/>
                  </a:lnTo>
                  <a:lnTo>
                    <a:pt x="772" y="215"/>
                  </a:lnTo>
                  <a:lnTo>
                    <a:pt x="773" y="216"/>
                  </a:lnTo>
                  <a:lnTo>
                    <a:pt x="774" y="217"/>
                  </a:lnTo>
                  <a:lnTo>
                    <a:pt x="774" y="219"/>
                  </a:lnTo>
                  <a:lnTo>
                    <a:pt x="776" y="219"/>
                  </a:lnTo>
                  <a:lnTo>
                    <a:pt x="776" y="220"/>
                  </a:lnTo>
                  <a:lnTo>
                    <a:pt x="777" y="222"/>
                  </a:lnTo>
                  <a:lnTo>
                    <a:pt x="779" y="223"/>
                  </a:lnTo>
                  <a:lnTo>
                    <a:pt x="779" y="225"/>
                  </a:lnTo>
                  <a:lnTo>
                    <a:pt x="780" y="225"/>
                  </a:lnTo>
                  <a:lnTo>
                    <a:pt x="782" y="226"/>
                  </a:lnTo>
                  <a:lnTo>
                    <a:pt x="782" y="228"/>
                  </a:lnTo>
                  <a:lnTo>
                    <a:pt x="783" y="229"/>
                  </a:lnTo>
                  <a:lnTo>
                    <a:pt x="785" y="232"/>
                  </a:lnTo>
                  <a:lnTo>
                    <a:pt x="786" y="233"/>
                  </a:lnTo>
                  <a:lnTo>
                    <a:pt x="787" y="235"/>
                  </a:lnTo>
                  <a:lnTo>
                    <a:pt x="789" y="236"/>
                  </a:lnTo>
                  <a:lnTo>
                    <a:pt x="790" y="239"/>
                  </a:lnTo>
                  <a:lnTo>
                    <a:pt x="792" y="241"/>
                  </a:lnTo>
                  <a:lnTo>
                    <a:pt x="793" y="243"/>
                  </a:lnTo>
                  <a:lnTo>
                    <a:pt x="795" y="245"/>
                  </a:lnTo>
                  <a:lnTo>
                    <a:pt x="796" y="248"/>
                  </a:lnTo>
                  <a:lnTo>
                    <a:pt x="798" y="249"/>
                  </a:lnTo>
                  <a:lnTo>
                    <a:pt x="799" y="252"/>
                  </a:lnTo>
                  <a:lnTo>
                    <a:pt x="800" y="254"/>
                  </a:lnTo>
                  <a:lnTo>
                    <a:pt x="802" y="255"/>
                  </a:lnTo>
                  <a:lnTo>
                    <a:pt x="802" y="256"/>
                  </a:lnTo>
                  <a:lnTo>
                    <a:pt x="803" y="258"/>
                  </a:lnTo>
                  <a:lnTo>
                    <a:pt x="805" y="259"/>
                  </a:lnTo>
                  <a:lnTo>
                    <a:pt x="806" y="261"/>
                  </a:lnTo>
                  <a:lnTo>
                    <a:pt x="806" y="262"/>
                  </a:lnTo>
                  <a:lnTo>
                    <a:pt x="808" y="264"/>
                  </a:lnTo>
                  <a:lnTo>
                    <a:pt x="809" y="265"/>
                  </a:lnTo>
                  <a:lnTo>
                    <a:pt x="809" y="266"/>
                  </a:lnTo>
                  <a:lnTo>
                    <a:pt x="810" y="268"/>
                  </a:lnTo>
                  <a:lnTo>
                    <a:pt x="812" y="269"/>
                  </a:lnTo>
                  <a:lnTo>
                    <a:pt x="813" y="271"/>
                  </a:lnTo>
                  <a:lnTo>
                    <a:pt x="813" y="272"/>
                  </a:lnTo>
                  <a:lnTo>
                    <a:pt x="815" y="274"/>
                  </a:lnTo>
                  <a:lnTo>
                    <a:pt x="815" y="275"/>
                  </a:lnTo>
                  <a:lnTo>
                    <a:pt x="816" y="277"/>
                  </a:lnTo>
                  <a:lnTo>
                    <a:pt x="818" y="278"/>
                  </a:lnTo>
                  <a:lnTo>
                    <a:pt x="819" y="279"/>
                  </a:lnTo>
                  <a:lnTo>
                    <a:pt x="819" y="281"/>
                  </a:lnTo>
                  <a:lnTo>
                    <a:pt x="821" y="282"/>
                  </a:lnTo>
                  <a:lnTo>
                    <a:pt x="822" y="284"/>
                  </a:lnTo>
                  <a:lnTo>
                    <a:pt x="823" y="285"/>
                  </a:lnTo>
                  <a:lnTo>
                    <a:pt x="825" y="288"/>
                  </a:lnTo>
                  <a:lnTo>
                    <a:pt x="826" y="290"/>
                  </a:lnTo>
                  <a:lnTo>
                    <a:pt x="828" y="292"/>
                  </a:lnTo>
                  <a:lnTo>
                    <a:pt x="829" y="294"/>
                  </a:lnTo>
                  <a:lnTo>
                    <a:pt x="831" y="297"/>
                  </a:lnTo>
                  <a:lnTo>
                    <a:pt x="834" y="300"/>
                  </a:lnTo>
                  <a:lnTo>
                    <a:pt x="835" y="301"/>
                  </a:lnTo>
                  <a:lnTo>
                    <a:pt x="836" y="303"/>
                  </a:lnTo>
                  <a:lnTo>
                    <a:pt x="838" y="305"/>
                  </a:lnTo>
                  <a:lnTo>
                    <a:pt x="838" y="307"/>
                  </a:lnTo>
                  <a:lnTo>
                    <a:pt x="839" y="308"/>
                  </a:lnTo>
                  <a:lnTo>
                    <a:pt x="841" y="310"/>
                  </a:lnTo>
                  <a:lnTo>
                    <a:pt x="842" y="311"/>
                  </a:lnTo>
                  <a:lnTo>
                    <a:pt x="842" y="313"/>
                  </a:lnTo>
                  <a:lnTo>
                    <a:pt x="844" y="314"/>
                  </a:lnTo>
                  <a:lnTo>
                    <a:pt x="845" y="316"/>
                  </a:lnTo>
                  <a:lnTo>
                    <a:pt x="845" y="317"/>
                  </a:lnTo>
                  <a:lnTo>
                    <a:pt x="847" y="318"/>
                  </a:lnTo>
                  <a:lnTo>
                    <a:pt x="848" y="320"/>
                  </a:lnTo>
                  <a:lnTo>
                    <a:pt x="848" y="321"/>
                  </a:lnTo>
                  <a:lnTo>
                    <a:pt x="849" y="323"/>
                  </a:lnTo>
                  <a:lnTo>
                    <a:pt x="849" y="324"/>
                  </a:lnTo>
                  <a:lnTo>
                    <a:pt x="851" y="324"/>
                  </a:lnTo>
                  <a:lnTo>
                    <a:pt x="851" y="326"/>
                  </a:lnTo>
                  <a:lnTo>
                    <a:pt x="852" y="327"/>
                  </a:lnTo>
                  <a:lnTo>
                    <a:pt x="852" y="329"/>
                  </a:lnTo>
                  <a:lnTo>
                    <a:pt x="854" y="330"/>
                  </a:lnTo>
                  <a:lnTo>
                    <a:pt x="855" y="331"/>
                  </a:lnTo>
                  <a:lnTo>
                    <a:pt x="855" y="333"/>
                  </a:lnTo>
                  <a:lnTo>
                    <a:pt x="857" y="334"/>
                  </a:lnTo>
                  <a:lnTo>
                    <a:pt x="857" y="336"/>
                  </a:lnTo>
                  <a:lnTo>
                    <a:pt x="858" y="337"/>
                  </a:lnTo>
                  <a:lnTo>
                    <a:pt x="860" y="339"/>
                  </a:lnTo>
                  <a:lnTo>
                    <a:pt x="860" y="340"/>
                  </a:lnTo>
                  <a:lnTo>
                    <a:pt x="861" y="34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2" name="Freeform 127">
              <a:extLst>
                <a:ext uri="{FF2B5EF4-FFF2-40B4-BE49-F238E27FC236}">
                  <a16:creationId xmlns:a16="http://schemas.microsoft.com/office/drawing/2014/main" id="{A97A93E4-4D29-45F6-B583-8822C0C4E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3916363"/>
              <a:ext cx="684213" cy="271462"/>
            </a:xfrm>
            <a:custGeom>
              <a:avLst/>
              <a:gdLst>
                <a:gd name="T0" fmla="*/ 2147483646 w 861"/>
                <a:gd name="T1" fmla="*/ 2147483646 h 342"/>
                <a:gd name="T2" fmla="*/ 2147483646 w 861"/>
                <a:gd name="T3" fmla="*/ 2147483646 h 342"/>
                <a:gd name="T4" fmla="*/ 2147483646 w 861"/>
                <a:gd name="T5" fmla="*/ 2147483646 h 342"/>
                <a:gd name="T6" fmla="*/ 2147483646 w 861"/>
                <a:gd name="T7" fmla="*/ 2147483646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342"/>
                  </a:moveTo>
                  <a:lnTo>
                    <a:pt x="33" y="342"/>
                  </a:lnTo>
                  <a:lnTo>
                    <a:pt x="63" y="342"/>
                  </a:lnTo>
                  <a:lnTo>
                    <a:pt x="92" y="342"/>
                  </a:lnTo>
                  <a:lnTo>
                    <a:pt x="119" y="342"/>
                  </a:lnTo>
                  <a:lnTo>
                    <a:pt x="144" y="342"/>
                  </a:lnTo>
                  <a:lnTo>
                    <a:pt x="167" y="342"/>
                  </a:lnTo>
                  <a:lnTo>
                    <a:pt x="189" y="342"/>
                  </a:lnTo>
                  <a:lnTo>
                    <a:pt x="209" y="342"/>
                  </a:lnTo>
                  <a:lnTo>
                    <a:pt x="228" y="342"/>
                  </a:lnTo>
                  <a:lnTo>
                    <a:pt x="245" y="342"/>
                  </a:lnTo>
                  <a:lnTo>
                    <a:pt x="261" y="342"/>
                  </a:lnTo>
                  <a:lnTo>
                    <a:pt x="275" y="342"/>
                  </a:lnTo>
                  <a:lnTo>
                    <a:pt x="288" y="342"/>
                  </a:lnTo>
                  <a:lnTo>
                    <a:pt x="300" y="342"/>
                  </a:lnTo>
                  <a:lnTo>
                    <a:pt x="310" y="342"/>
                  </a:lnTo>
                  <a:lnTo>
                    <a:pt x="320" y="342"/>
                  </a:lnTo>
                  <a:lnTo>
                    <a:pt x="329" y="342"/>
                  </a:lnTo>
                  <a:lnTo>
                    <a:pt x="336" y="342"/>
                  </a:lnTo>
                  <a:lnTo>
                    <a:pt x="343" y="342"/>
                  </a:lnTo>
                  <a:lnTo>
                    <a:pt x="349" y="342"/>
                  </a:lnTo>
                  <a:lnTo>
                    <a:pt x="355" y="342"/>
                  </a:lnTo>
                  <a:lnTo>
                    <a:pt x="359" y="342"/>
                  </a:lnTo>
                  <a:lnTo>
                    <a:pt x="363" y="342"/>
                  </a:lnTo>
                  <a:lnTo>
                    <a:pt x="368" y="342"/>
                  </a:lnTo>
                  <a:lnTo>
                    <a:pt x="370" y="342"/>
                  </a:lnTo>
                  <a:lnTo>
                    <a:pt x="373" y="342"/>
                  </a:lnTo>
                  <a:lnTo>
                    <a:pt x="376" y="342"/>
                  </a:lnTo>
                  <a:lnTo>
                    <a:pt x="379" y="341"/>
                  </a:lnTo>
                  <a:lnTo>
                    <a:pt x="381" y="341"/>
                  </a:lnTo>
                  <a:lnTo>
                    <a:pt x="383" y="341"/>
                  </a:lnTo>
                  <a:lnTo>
                    <a:pt x="385" y="341"/>
                  </a:lnTo>
                  <a:lnTo>
                    <a:pt x="388" y="341"/>
                  </a:lnTo>
                  <a:lnTo>
                    <a:pt x="391" y="341"/>
                  </a:lnTo>
                  <a:lnTo>
                    <a:pt x="392" y="341"/>
                  </a:lnTo>
                  <a:lnTo>
                    <a:pt x="395" y="341"/>
                  </a:lnTo>
                  <a:lnTo>
                    <a:pt x="396" y="341"/>
                  </a:lnTo>
                  <a:lnTo>
                    <a:pt x="398" y="341"/>
                  </a:lnTo>
                  <a:lnTo>
                    <a:pt x="401" y="340"/>
                  </a:lnTo>
                  <a:lnTo>
                    <a:pt x="402" y="340"/>
                  </a:lnTo>
                  <a:lnTo>
                    <a:pt x="404" y="340"/>
                  </a:lnTo>
                  <a:lnTo>
                    <a:pt x="405" y="340"/>
                  </a:lnTo>
                  <a:lnTo>
                    <a:pt x="407" y="340"/>
                  </a:lnTo>
                  <a:lnTo>
                    <a:pt x="408" y="340"/>
                  </a:lnTo>
                  <a:lnTo>
                    <a:pt x="409" y="340"/>
                  </a:lnTo>
                  <a:lnTo>
                    <a:pt x="411" y="340"/>
                  </a:lnTo>
                  <a:lnTo>
                    <a:pt x="412" y="340"/>
                  </a:lnTo>
                  <a:lnTo>
                    <a:pt x="414" y="340"/>
                  </a:lnTo>
                  <a:lnTo>
                    <a:pt x="415" y="340"/>
                  </a:lnTo>
                  <a:lnTo>
                    <a:pt x="417" y="340"/>
                  </a:lnTo>
                  <a:lnTo>
                    <a:pt x="418" y="338"/>
                  </a:lnTo>
                  <a:lnTo>
                    <a:pt x="419" y="338"/>
                  </a:lnTo>
                  <a:lnTo>
                    <a:pt x="421" y="338"/>
                  </a:lnTo>
                  <a:lnTo>
                    <a:pt x="422" y="338"/>
                  </a:lnTo>
                  <a:lnTo>
                    <a:pt x="424" y="338"/>
                  </a:lnTo>
                  <a:lnTo>
                    <a:pt x="425" y="338"/>
                  </a:lnTo>
                  <a:lnTo>
                    <a:pt x="428" y="338"/>
                  </a:lnTo>
                  <a:lnTo>
                    <a:pt x="430" y="337"/>
                  </a:lnTo>
                  <a:lnTo>
                    <a:pt x="431" y="337"/>
                  </a:lnTo>
                  <a:lnTo>
                    <a:pt x="432" y="337"/>
                  </a:lnTo>
                  <a:lnTo>
                    <a:pt x="435" y="337"/>
                  </a:lnTo>
                  <a:lnTo>
                    <a:pt x="437" y="337"/>
                  </a:lnTo>
                  <a:lnTo>
                    <a:pt x="440" y="335"/>
                  </a:lnTo>
                  <a:lnTo>
                    <a:pt x="441" y="335"/>
                  </a:lnTo>
                  <a:lnTo>
                    <a:pt x="444" y="335"/>
                  </a:lnTo>
                  <a:lnTo>
                    <a:pt x="445" y="335"/>
                  </a:lnTo>
                  <a:lnTo>
                    <a:pt x="448" y="335"/>
                  </a:lnTo>
                  <a:lnTo>
                    <a:pt x="450" y="334"/>
                  </a:lnTo>
                  <a:lnTo>
                    <a:pt x="451" y="334"/>
                  </a:lnTo>
                  <a:lnTo>
                    <a:pt x="453" y="334"/>
                  </a:lnTo>
                  <a:lnTo>
                    <a:pt x="454" y="334"/>
                  </a:lnTo>
                  <a:lnTo>
                    <a:pt x="456" y="334"/>
                  </a:lnTo>
                  <a:lnTo>
                    <a:pt x="457" y="332"/>
                  </a:lnTo>
                  <a:lnTo>
                    <a:pt x="458" y="332"/>
                  </a:lnTo>
                  <a:lnTo>
                    <a:pt x="460" y="332"/>
                  </a:lnTo>
                  <a:lnTo>
                    <a:pt x="461" y="332"/>
                  </a:lnTo>
                  <a:lnTo>
                    <a:pt x="463" y="332"/>
                  </a:lnTo>
                  <a:lnTo>
                    <a:pt x="464" y="332"/>
                  </a:lnTo>
                  <a:lnTo>
                    <a:pt x="466" y="331"/>
                  </a:lnTo>
                  <a:lnTo>
                    <a:pt x="467" y="331"/>
                  </a:lnTo>
                  <a:lnTo>
                    <a:pt x="469" y="331"/>
                  </a:lnTo>
                  <a:lnTo>
                    <a:pt x="470" y="329"/>
                  </a:lnTo>
                  <a:lnTo>
                    <a:pt x="471" y="329"/>
                  </a:lnTo>
                  <a:lnTo>
                    <a:pt x="473" y="329"/>
                  </a:lnTo>
                  <a:lnTo>
                    <a:pt x="474" y="329"/>
                  </a:lnTo>
                  <a:lnTo>
                    <a:pt x="476" y="328"/>
                  </a:lnTo>
                  <a:lnTo>
                    <a:pt x="479" y="328"/>
                  </a:lnTo>
                  <a:lnTo>
                    <a:pt x="480" y="328"/>
                  </a:lnTo>
                  <a:lnTo>
                    <a:pt x="482" y="327"/>
                  </a:lnTo>
                  <a:lnTo>
                    <a:pt x="484" y="327"/>
                  </a:lnTo>
                  <a:lnTo>
                    <a:pt x="486" y="325"/>
                  </a:lnTo>
                  <a:lnTo>
                    <a:pt x="489" y="325"/>
                  </a:lnTo>
                  <a:lnTo>
                    <a:pt x="490" y="324"/>
                  </a:lnTo>
                  <a:lnTo>
                    <a:pt x="493" y="324"/>
                  </a:lnTo>
                  <a:lnTo>
                    <a:pt x="496" y="322"/>
                  </a:lnTo>
                  <a:lnTo>
                    <a:pt x="499" y="322"/>
                  </a:lnTo>
                  <a:lnTo>
                    <a:pt x="500" y="321"/>
                  </a:lnTo>
                  <a:lnTo>
                    <a:pt x="503" y="321"/>
                  </a:lnTo>
                  <a:lnTo>
                    <a:pt x="505" y="319"/>
                  </a:lnTo>
                  <a:lnTo>
                    <a:pt x="508" y="319"/>
                  </a:lnTo>
                  <a:lnTo>
                    <a:pt x="509" y="318"/>
                  </a:lnTo>
                  <a:lnTo>
                    <a:pt x="510" y="318"/>
                  </a:lnTo>
                  <a:lnTo>
                    <a:pt x="512" y="316"/>
                  </a:lnTo>
                  <a:lnTo>
                    <a:pt x="513" y="316"/>
                  </a:lnTo>
                  <a:lnTo>
                    <a:pt x="515" y="316"/>
                  </a:lnTo>
                  <a:lnTo>
                    <a:pt x="516" y="315"/>
                  </a:lnTo>
                  <a:lnTo>
                    <a:pt x="518" y="315"/>
                  </a:lnTo>
                  <a:lnTo>
                    <a:pt x="519" y="315"/>
                  </a:lnTo>
                  <a:lnTo>
                    <a:pt x="520" y="314"/>
                  </a:lnTo>
                  <a:lnTo>
                    <a:pt x="522" y="314"/>
                  </a:lnTo>
                  <a:lnTo>
                    <a:pt x="523" y="314"/>
                  </a:lnTo>
                  <a:lnTo>
                    <a:pt x="525" y="312"/>
                  </a:lnTo>
                  <a:lnTo>
                    <a:pt x="526" y="312"/>
                  </a:lnTo>
                  <a:lnTo>
                    <a:pt x="526" y="311"/>
                  </a:lnTo>
                  <a:lnTo>
                    <a:pt x="528" y="311"/>
                  </a:lnTo>
                  <a:lnTo>
                    <a:pt x="529" y="311"/>
                  </a:lnTo>
                  <a:lnTo>
                    <a:pt x="531" y="309"/>
                  </a:lnTo>
                  <a:lnTo>
                    <a:pt x="532" y="309"/>
                  </a:lnTo>
                  <a:lnTo>
                    <a:pt x="533" y="308"/>
                  </a:lnTo>
                  <a:lnTo>
                    <a:pt x="535" y="308"/>
                  </a:lnTo>
                  <a:lnTo>
                    <a:pt x="538" y="306"/>
                  </a:lnTo>
                  <a:lnTo>
                    <a:pt x="539" y="305"/>
                  </a:lnTo>
                  <a:lnTo>
                    <a:pt x="541" y="305"/>
                  </a:lnTo>
                  <a:lnTo>
                    <a:pt x="544" y="303"/>
                  </a:lnTo>
                  <a:lnTo>
                    <a:pt x="545" y="302"/>
                  </a:lnTo>
                  <a:lnTo>
                    <a:pt x="548" y="302"/>
                  </a:lnTo>
                  <a:lnTo>
                    <a:pt x="549" y="301"/>
                  </a:lnTo>
                  <a:lnTo>
                    <a:pt x="552" y="299"/>
                  </a:lnTo>
                  <a:lnTo>
                    <a:pt x="554" y="298"/>
                  </a:lnTo>
                  <a:lnTo>
                    <a:pt x="557" y="298"/>
                  </a:lnTo>
                  <a:lnTo>
                    <a:pt x="558" y="296"/>
                  </a:lnTo>
                  <a:lnTo>
                    <a:pt x="559" y="295"/>
                  </a:lnTo>
                  <a:lnTo>
                    <a:pt x="561" y="295"/>
                  </a:lnTo>
                  <a:lnTo>
                    <a:pt x="562" y="293"/>
                  </a:lnTo>
                  <a:lnTo>
                    <a:pt x="564" y="293"/>
                  </a:lnTo>
                  <a:lnTo>
                    <a:pt x="565" y="292"/>
                  </a:lnTo>
                  <a:lnTo>
                    <a:pt x="567" y="292"/>
                  </a:lnTo>
                  <a:lnTo>
                    <a:pt x="568" y="292"/>
                  </a:lnTo>
                  <a:lnTo>
                    <a:pt x="570" y="290"/>
                  </a:lnTo>
                  <a:lnTo>
                    <a:pt x="571" y="289"/>
                  </a:lnTo>
                  <a:lnTo>
                    <a:pt x="572" y="289"/>
                  </a:lnTo>
                  <a:lnTo>
                    <a:pt x="574" y="288"/>
                  </a:lnTo>
                  <a:lnTo>
                    <a:pt x="575" y="288"/>
                  </a:lnTo>
                  <a:lnTo>
                    <a:pt x="577" y="286"/>
                  </a:lnTo>
                  <a:lnTo>
                    <a:pt x="578" y="286"/>
                  </a:lnTo>
                  <a:lnTo>
                    <a:pt x="580" y="285"/>
                  </a:lnTo>
                  <a:lnTo>
                    <a:pt x="581" y="285"/>
                  </a:lnTo>
                  <a:lnTo>
                    <a:pt x="583" y="283"/>
                  </a:lnTo>
                  <a:lnTo>
                    <a:pt x="584" y="283"/>
                  </a:lnTo>
                  <a:lnTo>
                    <a:pt x="585" y="282"/>
                  </a:lnTo>
                  <a:lnTo>
                    <a:pt x="587" y="282"/>
                  </a:lnTo>
                  <a:lnTo>
                    <a:pt x="588" y="280"/>
                  </a:lnTo>
                  <a:lnTo>
                    <a:pt x="590" y="279"/>
                  </a:lnTo>
                  <a:lnTo>
                    <a:pt x="591" y="279"/>
                  </a:lnTo>
                  <a:lnTo>
                    <a:pt x="593" y="277"/>
                  </a:lnTo>
                  <a:lnTo>
                    <a:pt x="596" y="276"/>
                  </a:lnTo>
                  <a:lnTo>
                    <a:pt x="597" y="275"/>
                  </a:lnTo>
                  <a:lnTo>
                    <a:pt x="600" y="273"/>
                  </a:lnTo>
                  <a:lnTo>
                    <a:pt x="601" y="273"/>
                  </a:lnTo>
                  <a:lnTo>
                    <a:pt x="603" y="272"/>
                  </a:lnTo>
                  <a:lnTo>
                    <a:pt x="604" y="270"/>
                  </a:lnTo>
                  <a:lnTo>
                    <a:pt x="606" y="270"/>
                  </a:lnTo>
                  <a:lnTo>
                    <a:pt x="607" y="269"/>
                  </a:lnTo>
                  <a:lnTo>
                    <a:pt x="608" y="269"/>
                  </a:lnTo>
                  <a:lnTo>
                    <a:pt x="610" y="267"/>
                  </a:lnTo>
                  <a:lnTo>
                    <a:pt x="611" y="267"/>
                  </a:lnTo>
                  <a:lnTo>
                    <a:pt x="613" y="266"/>
                  </a:lnTo>
                  <a:lnTo>
                    <a:pt x="614" y="266"/>
                  </a:lnTo>
                  <a:lnTo>
                    <a:pt x="616" y="264"/>
                  </a:lnTo>
                  <a:lnTo>
                    <a:pt x="617" y="263"/>
                  </a:lnTo>
                  <a:lnTo>
                    <a:pt x="619" y="263"/>
                  </a:lnTo>
                  <a:lnTo>
                    <a:pt x="620" y="262"/>
                  </a:lnTo>
                  <a:lnTo>
                    <a:pt x="621" y="262"/>
                  </a:lnTo>
                  <a:lnTo>
                    <a:pt x="621" y="260"/>
                  </a:lnTo>
                  <a:lnTo>
                    <a:pt x="623" y="260"/>
                  </a:lnTo>
                  <a:lnTo>
                    <a:pt x="624" y="259"/>
                  </a:lnTo>
                  <a:lnTo>
                    <a:pt x="626" y="259"/>
                  </a:lnTo>
                  <a:lnTo>
                    <a:pt x="627" y="257"/>
                  </a:lnTo>
                  <a:lnTo>
                    <a:pt x="629" y="256"/>
                  </a:lnTo>
                  <a:lnTo>
                    <a:pt x="630" y="256"/>
                  </a:lnTo>
                  <a:lnTo>
                    <a:pt x="632" y="254"/>
                  </a:lnTo>
                  <a:lnTo>
                    <a:pt x="633" y="254"/>
                  </a:lnTo>
                  <a:lnTo>
                    <a:pt x="634" y="253"/>
                  </a:lnTo>
                  <a:lnTo>
                    <a:pt x="636" y="251"/>
                  </a:lnTo>
                  <a:lnTo>
                    <a:pt x="637" y="250"/>
                  </a:lnTo>
                  <a:lnTo>
                    <a:pt x="639" y="250"/>
                  </a:lnTo>
                  <a:lnTo>
                    <a:pt x="640" y="249"/>
                  </a:lnTo>
                  <a:lnTo>
                    <a:pt x="642" y="249"/>
                  </a:lnTo>
                  <a:lnTo>
                    <a:pt x="643" y="247"/>
                  </a:lnTo>
                  <a:lnTo>
                    <a:pt x="645" y="246"/>
                  </a:lnTo>
                  <a:lnTo>
                    <a:pt x="646" y="246"/>
                  </a:lnTo>
                  <a:lnTo>
                    <a:pt x="646" y="244"/>
                  </a:lnTo>
                  <a:lnTo>
                    <a:pt x="647" y="244"/>
                  </a:lnTo>
                  <a:lnTo>
                    <a:pt x="649" y="243"/>
                  </a:lnTo>
                  <a:lnTo>
                    <a:pt x="650" y="243"/>
                  </a:lnTo>
                  <a:lnTo>
                    <a:pt x="650" y="241"/>
                  </a:lnTo>
                  <a:lnTo>
                    <a:pt x="652" y="241"/>
                  </a:lnTo>
                  <a:lnTo>
                    <a:pt x="653" y="241"/>
                  </a:lnTo>
                  <a:lnTo>
                    <a:pt x="653" y="240"/>
                  </a:lnTo>
                  <a:lnTo>
                    <a:pt x="655" y="240"/>
                  </a:lnTo>
                  <a:lnTo>
                    <a:pt x="655" y="239"/>
                  </a:lnTo>
                  <a:lnTo>
                    <a:pt x="656" y="239"/>
                  </a:lnTo>
                  <a:lnTo>
                    <a:pt x="656" y="237"/>
                  </a:lnTo>
                  <a:lnTo>
                    <a:pt x="658" y="237"/>
                  </a:lnTo>
                  <a:lnTo>
                    <a:pt x="659" y="236"/>
                  </a:lnTo>
                  <a:lnTo>
                    <a:pt x="660" y="236"/>
                  </a:lnTo>
                  <a:lnTo>
                    <a:pt x="660" y="234"/>
                  </a:lnTo>
                  <a:lnTo>
                    <a:pt x="662" y="234"/>
                  </a:lnTo>
                  <a:lnTo>
                    <a:pt x="662" y="233"/>
                  </a:lnTo>
                  <a:lnTo>
                    <a:pt x="663" y="233"/>
                  </a:lnTo>
                  <a:lnTo>
                    <a:pt x="665" y="231"/>
                  </a:lnTo>
                  <a:lnTo>
                    <a:pt x="666" y="230"/>
                  </a:lnTo>
                  <a:lnTo>
                    <a:pt x="668" y="230"/>
                  </a:lnTo>
                  <a:lnTo>
                    <a:pt x="669" y="228"/>
                  </a:lnTo>
                  <a:lnTo>
                    <a:pt x="671" y="227"/>
                  </a:lnTo>
                  <a:lnTo>
                    <a:pt x="672" y="226"/>
                  </a:lnTo>
                  <a:lnTo>
                    <a:pt x="673" y="226"/>
                  </a:lnTo>
                  <a:lnTo>
                    <a:pt x="675" y="224"/>
                  </a:lnTo>
                  <a:lnTo>
                    <a:pt x="676" y="223"/>
                  </a:lnTo>
                  <a:lnTo>
                    <a:pt x="678" y="221"/>
                  </a:lnTo>
                  <a:lnTo>
                    <a:pt x="679" y="221"/>
                  </a:lnTo>
                  <a:lnTo>
                    <a:pt x="679" y="220"/>
                  </a:lnTo>
                  <a:lnTo>
                    <a:pt x="681" y="220"/>
                  </a:lnTo>
                  <a:lnTo>
                    <a:pt x="682" y="218"/>
                  </a:lnTo>
                  <a:lnTo>
                    <a:pt x="684" y="218"/>
                  </a:lnTo>
                  <a:lnTo>
                    <a:pt x="684" y="217"/>
                  </a:lnTo>
                  <a:lnTo>
                    <a:pt x="685" y="217"/>
                  </a:lnTo>
                  <a:lnTo>
                    <a:pt x="685" y="215"/>
                  </a:lnTo>
                  <a:lnTo>
                    <a:pt x="686" y="215"/>
                  </a:lnTo>
                  <a:lnTo>
                    <a:pt x="688" y="214"/>
                  </a:lnTo>
                  <a:lnTo>
                    <a:pt x="689" y="214"/>
                  </a:lnTo>
                  <a:lnTo>
                    <a:pt x="691" y="213"/>
                  </a:lnTo>
                  <a:lnTo>
                    <a:pt x="692" y="211"/>
                  </a:lnTo>
                  <a:lnTo>
                    <a:pt x="694" y="210"/>
                  </a:lnTo>
                  <a:lnTo>
                    <a:pt x="695" y="210"/>
                  </a:lnTo>
                  <a:lnTo>
                    <a:pt x="697" y="208"/>
                  </a:lnTo>
                  <a:lnTo>
                    <a:pt x="698" y="208"/>
                  </a:lnTo>
                  <a:lnTo>
                    <a:pt x="698" y="207"/>
                  </a:lnTo>
                  <a:lnTo>
                    <a:pt x="699" y="207"/>
                  </a:lnTo>
                  <a:lnTo>
                    <a:pt x="701" y="205"/>
                  </a:lnTo>
                  <a:lnTo>
                    <a:pt x="702" y="204"/>
                  </a:lnTo>
                  <a:lnTo>
                    <a:pt x="704" y="204"/>
                  </a:lnTo>
                  <a:lnTo>
                    <a:pt x="704" y="202"/>
                  </a:lnTo>
                  <a:lnTo>
                    <a:pt x="705" y="202"/>
                  </a:lnTo>
                  <a:lnTo>
                    <a:pt x="707" y="201"/>
                  </a:lnTo>
                  <a:lnTo>
                    <a:pt x="708" y="200"/>
                  </a:lnTo>
                  <a:lnTo>
                    <a:pt x="709" y="200"/>
                  </a:lnTo>
                  <a:lnTo>
                    <a:pt x="709" y="198"/>
                  </a:lnTo>
                  <a:lnTo>
                    <a:pt x="711" y="198"/>
                  </a:lnTo>
                  <a:lnTo>
                    <a:pt x="711" y="197"/>
                  </a:lnTo>
                  <a:lnTo>
                    <a:pt x="712" y="197"/>
                  </a:lnTo>
                  <a:lnTo>
                    <a:pt x="712" y="195"/>
                  </a:lnTo>
                  <a:lnTo>
                    <a:pt x="714" y="195"/>
                  </a:lnTo>
                  <a:lnTo>
                    <a:pt x="714" y="194"/>
                  </a:lnTo>
                  <a:lnTo>
                    <a:pt x="715" y="192"/>
                  </a:lnTo>
                  <a:lnTo>
                    <a:pt x="717" y="192"/>
                  </a:lnTo>
                  <a:lnTo>
                    <a:pt x="717" y="191"/>
                  </a:lnTo>
                  <a:lnTo>
                    <a:pt x="718" y="189"/>
                  </a:lnTo>
                  <a:lnTo>
                    <a:pt x="720" y="188"/>
                  </a:lnTo>
                  <a:lnTo>
                    <a:pt x="721" y="187"/>
                  </a:lnTo>
                  <a:lnTo>
                    <a:pt x="722" y="185"/>
                  </a:lnTo>
                  <a:lnTo>
                    <a:pt x="724" y="184"/>
                  </a:lnTo>
                  <a:lnTo>
                    <a:pt x="725" y="182"/>
                  </a:lnTo>
                  <a:lnTo>
                    <a:pt x="727" y="181"/>
                  </a:lnTo>
                  <a:lnTo>
                    <a:pt x="727" y="179"/>
                  </a:lnTo>
                  <a:lnTo>
                    <a:pt x="728" y="179"/>
                  </a:lnTo>
                  <a:lnTo>
                    <a:pt x="730" y="178"/>
                  </a:lnTo>
                  <a:lnTo>
                    <a:pt x="731" y="176"/>
                  </a:lnTo>
                  <a:lnTo>
                    <a:pt x="731" y="175"/>
                  </a:lnTo>
                  <a:lnTo>
                    <a:pt x="733" y="175"/>
                  </a:lnTo>
                  <a:lnTo>
                    <a:pt x="734" y="174"/>
                  </a:lnTo>
                  <a:lnTo>
                    <a:pt x="734" y="172"/>
                  </a:lnTo>
                  <a:lnTo>
                    <a:pt x="735" y="172"/>
                  </a:lnTo>
                  <a:lnTo>
                    <a:pt x="735" y="171"/>
                  </a:lnTo>
                  <a:lnTo>
                    <a:pt x="737" y="169"/>
                  </a:lnTo>
                  <a:lnTo>
                    <a:pt x="738" y="168"/>
                  </a:lnTo>
                  <a:lnTo>
                    <a:pt x="740" y="168"/>
                  </a:lnTo>
                  <a:lnTo>
                    <a:pt x="740" y="166"/>
                  </a:lnTo>
                  <a:lnTo>
                    <a:pt x="741" y="165"/>
                  </a:lnTo>
                  <a:lnTo>
                    <a:pt x="743" y="163"/>
                  </a:lnTo>
                  <a:lnTo>
                    <a:pt x="743" y="162"/>
                  </a:lnTo>
                  <a:lnTo>
                    <a:pt x="744" y="162"/>
                  </a:lnTo>
                  <a:lnTo>
                    <a:pt x="746" y="161"/>
                  </a:lnTo>
                  <a:lnTo>
                    <a:pt x="746" y="159"/>
                  </a:lnTo>
                  <a:lnTo>
                    <a:pt x="747" y="158"/>
                  </a:lnTo>
                  <a:lnTo>
                    <a:pt x="748" y="156"/>
                  </a:lnTo>
                  <a:lnTo>
                    <a:pt x="750" y="155"/>
                  </a:lnTo>
                  <a:lnTo>
                    <a:pt x="751" y="153"/>
                  </a:lnTo>
                  <a:lnTo>
                    <a:pt x="753" y="152"/>
                  </a:lnTo>
                  <a:lnTo>
                    <a:pt x="754" y="150"/>
                  </a:lnTo>
                  <a:lnTo>
                    <a:pt x="756" y="148"/>
                  </a:lnTo>
                  <a:lnTo>
                    <a:pt x="757" y="146"/>
                  </a:lnTo>
                  <a:lnTo>
                    <a:pt x="759" y="145"/>
                  </a:lnTo>
                  <a:lnTo>
                    <a:pt x="760" y="142"/>
                  </a:lnTo>
                  <a:lnTo>
                    <a:pt x="761" y="140"/>
                  </a:lnTo>
                  <a:lnTo>
                    <a:pt x="763" y="139"/>
                  </a:lnTo>
                  <a:lnTo>
                    <a:pt x="764" y="138"/>
                  </a:lnTo>
                  <a:lnTo>
                    <a:pt x="766" y="136"/>
                  </a:lnTo>
                  <a:lnTo>
                    <a:pt x="766" y="135"/>
                  </a:lnTo>
                  <a:lnTo>
                    <a:pt x="767" y="133"/>
                  </a:lnTo>
                  <a:lnTo>
                    <a:pt x="769" y="132"/>
                  </a:lnTo>
                  <a:lnTo>
                    <a:pt x="770" y="130"/>
                  </a:lnTo>
                  <a:lnTo>
                    <a:pt x="772" y="129"/>
                  </a:lnTo>
                  <a:lnTo>
                    <a:pt x="772" y="127"/>
                  </a:lnTo>
                  <a:lnTo>
                    <a:pt x="773" y="126"/>
                  </a:lnTo>
                  <a:lnTo>
                    <a:pt x="774" y="125"/>
                  </a:lnTo>
                  <a:lnTo>
                    <a:pt x="776" y="123"/>
                  </a:lnTo>
                  <a:lnTo>
                    <a:pt x="776" y="122"/>
                  </a:lnTo>
                  <a:lnTo>
                    <a:pt x="777" y="120"/>
                  </a:lnTo>
                  <a:lnTo>
                    <a:pt x="779" y="120"/>
                  </a:lnTo>
                  <a:lnTo>
                    <a:pt x="779" y="119"/>
                  </a:lnTo>
                  <a:lnTo>
                    <a:pt x="780" y="117"/>
                  </a:lnTo>
                  <a:lnTo>
                    <a:pt x="782" y="116"/>
                  </a:lnTo>
                  <a:lnTo>
                    <a:pt x="782" y="114"/>
                  </a:lnTo>
                  <a:lnTo>
                    <a:pt x="783" y="113"/>
                  </a:lnTo>
                  <a:lnTo>
                    <a:pt x="785" y="112"/>
                  </a:lnTo>
                  <a:lnTo>
                    <a:pt x="786" y="110"/>
                  </a:lnTo>
                  <a:lnTo>
                    <a:pt x="787" y="107"/>
                  </a:lnTo>
                  <a:lnTo>
                    <a:pt x="789" y="106"/>
                  </a:lnTo>
                  <a:lnTo>
                    <a:pt x="790" y="104"/>
                  </a:lnTo>
                  <a:lnTo>
                    <a:pt x="792" y="101"/>
                  </a:lnTo>
                  <a:lnTo>
                    <a:pt x="793" y="100"/>
                  </a:lnTo>
                  <a:lnTo>
                    <a:pt x="795" y="97"/>
                  </a:lnTo>
                  <a:lnTo>
                    <a:pt x="796" y="96"/>
                  </a:lnTo>
                  <a:lnTo>
                    <a:pt x="798" y="93"/>
                  </a:lnTo>
                  <a:lnTo>
                    <a:pt x="799" y="91"/>
                  </a:lnTo>
                  <a:lnTo>
                    <a:pt x="800" y="90"/>
                  </a:lnTo>
                  <a:lnTo>
                    <a:pt x="802" y="87"/>
                  </a:lnTo>
                  <a:lnTo>
                    <a:pt x="802" y="86"/>
                  </a:lnTo>
                  <a:lnTo>
                    <a:pt x="803" y="84"/>
                  </a:lnTo>
                  <a:lnTo>
                    <a:pt x="805" y="83"/>
                  </a:lnTo>
                  <a:lnTo>
                    <a:pt x="806" y="81"/>
                  </a:lnTo>
                  <a:lnTo>
                    <a:pt x="806" y="80"/>
                  </a:lnTo>
                  <a:lnTo>
                    <a:pt x="808" y="78"/>
                  </a:lnTo>
                  <a:lnTo>
                    <a:pt x="809" y="78"/>
                  </a:lnTo>
                  <a:lnTo>
                    <a:pt x="809" y="77"/>
                  </a:lnTo>
                  <a:lnTo>
                    <a:pt x="810" y="75"/>
                  </a:lnTo>
                  <a:lnTo>
                    <a:pt x="810" y="74"/>
                  </a:lnTo>
                  <a:lnTo>
                    <a:pt x="812" y="73"/>
                  </a:lnTo>
                  <a:lnTo>
                    <a:pt x="813" y="71"/>
                  </a:lnTo>
                  <a:lnTo>
                    <a:pt x="813" y="70"/>
                  </a:lnTo>
                  <a:lnTo>
                    <a:pt x="815" y="70"/>
                  </a:lnTo>
                  <a:lnTo>
                    <a:pt x="815" y="68"/>
                  </a:lnTo>
                  <a:lnTo>
                    <a:pt x="816" y="67"/>
                  </a:lnTo>
                  <a:lnTo>
                    <a:pt x="818" y="65"/>
                  </a:lnTo>
                  <a:lnTo>
                    <a:pt x="819" y="64"/>
                  </a:lnTo>
                  <a:lnTo>
                    <a:pt x="819" y="62"/>
                  </a:lnTo>
                  <a:lnTo>
                    <a:pt x="821" y="60"/>
                  </a:lnTo>
                  <a:lnTo>
                    <a:pt x="822" y="58"/>
                  </a:lnTo>
                  <a:lnTo>
                    <a:pt x="823" y="57"/>
                  </a:lnTo>
                  <a:lnTo>
                    <a:pt x="825" y="55"/>
                  </a:lnTo>
                  <a:lnTo>
                    <a:pt x="826" y="52"/>
                  </a:lnTo>
                  <a:lnTo>
                    <a:pt x="828" y="51"/>
                  </a:lnTo>
                  <a:lnTo>
                    <a:pt x="829" y="48"/>
                  </a:lnTo>
                  <a:lnTo>
                    <a:pt x="831" y="45"/>
                  </a:lnTo>
                  <a:lnTo>
                    <a:pt x="834" y="44"/>
                  </a:lnTo>
                  <a:lnTo>
                    <a:pt x="835" y="41"/>
                  </a:lnTo>
                  <a:lnTo>
                    <a:pt x="836" y="39"/>
                  </a:lnTo>
                  <a:lnTo>
                    <a:pt x="838" y="38"/>
                  </a:lnTo>
                  <a:lnTo>
                    <a:pt x="838" y="35"/>
                  </a:lnTo>
                  <a:lnTo>
                    <a:pt x="839" y="34"/>
                  </a:lnTo>
                  <a:lnTo>
                    <a:pt x="841" y="32"/>
                  </a:lnTo>
                  <a:lnTo>
                    <a:pt x="842" y="31"/>
                  </a:lnTo>
                  <a:lnTo>
                    <a:pt x="842" y="29"/>
                  </a:lnTo>
                  <a:lnTo>
                    <a:pt x="844" y="28"/>
                  </a:lnTo>
                  <a:lnTo>
                    <a:pt x="845" y="26"/>
                  </a:lnTo>
                  <a:lnTo>
                    <a:pt x="847" y="25"/>
                  </a:lnTo>
                  <a:lnTo>
                    <a:pt x="847" y="24"/>
                  </a:lnTo>
                  <a:lnTo>
                    <a:pt x="848" y="22"/>
                  </a:lnTo>
                  <a:lnTo>
                    <a:pt x="848" y="21"/>
                  </a:lnTo>
                  <a:lnTo>
                    <a:pt x="849" y="21"/>
                  </a:lnTo>
                  <a:lnTo>
                    <a:pt x="849" y="19"/>
                  </a:lnTo>
                  <a:lnTo>
                    <a:pt x="851" y="18"/>
                  </a:lnTo>
                  <a:lnTo>
                    <a:pt x="851" y="16"/>
                  </a:lnTo>
                  <a:lnTo>
                    <a:pt x="852" y="16"/>
                  </a:lnTo>
                  <a:lnTo>
                    <a:pt x="852" y="15"/>
                  </a:lnTo>
                  <a:lnTo>
                    <a:pt x="854" y="13"/>
                  </a:lnTo>
                  <a:lnTo>
                    <a:pt x="855" y="12"/>
                  </a:lnTo>
                  <a:lnTo>
                    <a:pt x="855" y="11"/>
                  </a:lnTo>
                  <a:lnTo>
                    <a:pt x="857" y="9"/>
                  </a:lnTo>
                  <a:lnTo>
                    <a:pt x="857" y="8"/>
                  </a:lnTo>
                  <a:lnTo>
                    <a:pt x="858" y="6"/>
                  </a:lnTo>
                  <a:lnTo>
                    <a:pt x="860" y="3"/>
                  </a:lnTo>
                  <a:lnTo>
                    <a:pt x="860" y="2"/>
                  </a:lnTo>
                  <a:lnTo>
                    <a:pt x="86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3" name="Freeform 128">
              <a:extLst>
                <a:ext uri="{FF2B5EF4-FFF2-40B4-BE49-F238E27FC236}">
                  <a16:creationId xmlns:a16="http://schemas.microsoft.com/office/drawing/2014/main" id="{33BAD395-BECD-4753-BED8-DCEE6EAF6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3641725"/>
              <a:ext cx="80962" cy="274638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2" y="4"/>
                  </a:lnTo>
                  <a:lnTo>
                    <a:pt x="4" y="7"/>
                  </a:lnTo>
                  <a:lnTo>
                    <a:pt x="7" y="10"/>
                  </a:lnTo>
                  <a:lnTo>
                    <a:pt x="8" y="14"/>
                  </a:lnTo>
                  <a:lnTo>
                    <a:pt x="10" y="17"/>
                  </a:lnTo>
                  <a:lnTo>
                    <a:pt x="11" y="18"/>
                  </a:lnTo>
                  <a:lnTo>
                    <a:pt x="13" y="21"/>
                  </a:lnTo>
                  <a:lnTo>
                    <a:pt x="14" y="24"/>
                  </a:lnTo>
                  <a:lnTo>
                    <a:pt x="15" y="26"/>
                  </a:lnTo>
                  <a:lnTo>
                    <a:pt x="17" y="28"/>
                  </a:lnTo>
                  <a:lnTo>
                    <a:pt x="17" y="30"/>
                  </a:lnTo>
                  <a:lnTo>
                    <a:pt x="18" y="33"/>
                  </a:lnTo>
                  <a:lnTo>
                    <a:pt x="20" y="34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6" y="46"/>
                  </a:lnTo>
                  <a:lnTo>
                    <a:pt x="26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1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1" y="59"/>
                  </a:lnTo>
                  <a:lnTo>
                    <a:pt x="33" y="60"/>
                  </a:lnTo>
                  <a:lnTo>
                    <a:pt x="33" y="63"/>
                  </a:lnTo>
                  <a:lnTo>
                    <a:pt x="34" y="64"/>
                  </a:lnTo>
                  <a:lnTo>
                    <a:pt x="34" y="66"/>
                  </a:lnTo>
                  <a:lnTo>
                    <a:pt x="36" y="69"/>
                  </a:lnTo>
                  <a:lnTo>
                    <a:pt x="36" y="70"/>
                  </a:lnTo>
                  <a:lnTo>
                    <a:pt x="37" y="72"/>
                  </a:lnTo>
                  <a:lnTo>
                    <a:pt x="37" y="73"/>
                  </a:lnTo>
                  <a:lnTo>
                    <a:pt x="37" y="75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40" y="79"/>
                  </a:lnTo>
                  <a:lnTo>
                    <a:pt x="40" y="80"/>
                  </a:lnTo>
                  <a:lnTo>
                    <a:pt x="40" y="82"/>
                  </a:lnTo>
                  <a:lnTo>
                    <a:pt x="41" y="83"/>
                  </a:lnTo>
                  <a:lnTo>
                    <a:pt x="41" y="85"/>
                  </a:lnTo>
                  <a:lnTo>
                    <a:pt x="43" y="86"/>
                  </a:lnTo>
                  <a:lnTo>
                    <a:pt x="43" y="88"/>
                  </a:lnTo>
                  <a:lnTo>
                    <a:pt x="43" y="89"/>
                  </a:lnTo>
                  <a:lnTo>
                    <a:pt x="44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101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6"/>
                  </a:lnTo>
                  <a:lnTo>
                    <a:pt x="50" y="108"/>
                  </a:lnTo>
                  <a:lnTo>
                    <a:pt x="51" y="111"/>
                  </a:lnTo>
                  <a:lnTo>
                    <a:pt x="53" y="114"/>
                  </a:lnTo>
                  <a:lnTo>
                    <a:pt x="53" y="115"/>
                  </a:lnTo>
                  <a:lnTo>
                    <a:pt x="54" y="118"/>
                  </a:lnTo>
                  <a:lnTo>
                    <a:pt x="54" y="119"/>
                  </a:lnTo>
                  <a:lnTo>
                    <a:pt x="56" y="121"/>
                  </a:lnTo>
                  <a:lnTo>
                    <a:pt x="56" y="124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9" y="128"/>
                  </a:lnTo>
                  <a:lnTo>
                    <a:pt x="59" y="129"/>
                  </a:lnTo>
                  <a:lnTo>
                    <a:pt x="59" y="131"/>
                  </a:lnTo>
                  <a:lnTo>
                    <a:pt x="60" y="132"/>
                  </a:lnTo>
                  <a:lnTo>
                    <a:pt x="60" y="134"/>
                  </a:lnTo>
                  <a:lnTo>
                    <a:pt x="62" y="135"/>
                  </a:lnTo>
                  <a:lnTo>
                    <a:pt x="62" y="137"/>
                  </a:lnTo>
                  <a:lnTo>
                    <a:pt x="62" y="138"/>
                  </a:lnTo>
                  <a:lnTo>
                    <a:pt x="62" y="140"/>
                  </a:lnTo>
                  <a:lnTo>
                    <a:pt x="63" y="141"/>
                  </a:lnTo>
                  <a:lnTo>
                    <a:pt x="63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4" y="147"/>
                  </a:lnTo>
                  <a:lnTo>
                    <a:pt x="66" y="150"/>
                  </a:lnTo>
                  <a:lnTo>
                    <a:pt x="66" y="151"/>
                  </a:lnTo>
                  <a:lnTo>
                    <a:pt x="66" y="153"/>
                  </a:lnTo>
                  <a:lnTo>
                    <a:pt x="67" y="154"/>
                  </a:lnTo>
                  <a:lnTo>
                    <a:pt x="67" y="157"/>
                  </a:lnTo>
                  <a:lnTo>
                    <a:pt x="69" y="158"/>
                  </a:lnTo>
                  <a:lnTo>
                    <a:pt x="69" y="161"/>
                  </a:lnTo>
                  <a:lnTo>
                    <a:pt x="70" y="163"/>
                  </a:lnTo>
                  <a:lnTo>
                    <a:pt x="70" y="165"/>
                  </a:lnTo>
                  <a:lnTo>
                    <a:pt x="72" y="167"/>
                  </a:lnTo>
                  <a:lnTo>
                    <a:pt x="72" y="170"/>
                  </a:lnTo>
                  <a:lnTo>
                    <a:pt x="73" y="171"/>
                  </a:lnTo>
                  <a:lnTo>
                    <a:pt x="73" y="173"/>
                  </a:lnTo>
                  <a:lnTo>
                    <a:pt x="73" y="176"/>
                  </a:lnTo>
                  <a:lnTo>
                    <a:pt x="75" y="177"/>
                  </a:lnTo>
                  <a:lnTo>
                    <a:pt x="75" y="178"/>
                  </a:lnTo>
                  <a:lnTo>
                    <a:pt x="75" y="180"/>
                  </a:lnTo>
                  <a:lnTo>
                    <a:pt x="76" y="181"/>
                  </a:lnTo>
                  <a:lnTo>
                    <a:pt x="76" y="183"/>
                  </a:lnTo>
                  <a:lnTo>
                    <a:pt x="76" y="184"/>
                  </a:lnTo>
                  <a:lnTo>
                    <a:pt x="76" y="186"/>
                  </a:lnTo>
                  <a:lnTo>
                    <a:pt x="77" y="187"/>
                  </a:lnTo>
                  <a:lnTo>
                    <a:pt x="77" y="189"/>
                  </a:lnTo>
                  <a:lnTo>
                    <a:pt x="79" y="190"/>
                  </a:lnTo>
                  <a:lnTo>
                    <a:pt x="79" y="191"/>
                  </a:lnTo>
                  <a:lnTo>
                    <a:pt x="79" y="193"/>
                  </a:lnTo>
                  <a:lnTo>
                    <a:pt x="79" y="194"/>
                  </a:lnTo>
                  <a:lnTo>
                    <a:pt x="80" y="196"/>
                  </a:lnTo>
                  <a:lnTo>
                    <a:pt x="80" y="197"/>
                  </a:lnTo>
                  <a:lnTo>
                    <a:pt x="80" y="199"/>
                  </a:lnTo>
                  <a:lnTo>
                    <a:pt x="82" y="200"/>
                  </a:lnTo>
                  <a:lnTo>
                    <a:pt x="82" y="202"/>
                  </a:lnTo>
                  <a:lnTo>
                    <a:pt x="82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9"/>
                  </a:lnTo>
                  <a:lnTo>
                    <a:pt x="85" y="210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7"/>
                  </a:lnTo>
                  <a:lnTo>
                    <a:pt x="88" y="220"/>
                  </a:lnTo>
                  <a:lnTo>
                    <a:pt x="88" y="222"/>
                  </a:lnTo>
                  <a:lnTo>
                    <a:pt x="89" y="223"/>
                  </a:lnTo>
                  <a:lnTo>
                    <a:pt x="89" y="226"/>
                  </a:lnTo>
                  <a:lnTo>
                    <a:pt x="89" y="228"/>
                  </a:lnTo>
                  <a:lnTo>
                    <a:pt x="90" y="229"/>
                  </a:lnTo>
                  <a:lnTo>
                    <a:pt x="90" y="230"/>
                  </a:lnTo>
                  <a:lnTo>
                    <a:pt x="90" y="232"/>
                  </a:lnTo>
                  <a:lnTo>
                    <a:pt x="92" y="233"/>
                  </a:lnTo>
                  <a:lnTo>
                    <a:pt x="92" y="235"/>
                  </a:lnTo>
                  <a:lnTo>
                    <a:pt x="92" y="236"/>
                  </a:lnTo>
                  <a:lnTo>
                    <a:pt x="92" y="238"/>
                  </a:lnTo>
                  <a:lnTo>
                    <a:pt x="93" y="239"/>
                  </a:lnTo>
                  <a:lnTo>
                    <a:pt x="93" y="241"/>
                  </a:lnTo>
                  <a:lnTo>
                    <a:pt x="93" y="242"/>
                  </a:lnTo>
                  <a:lnTo>
                    <a:pt x="93" y="243"/>
                  </a:lnTo>
                  <a:lnTo>
                    <a:pt x="93" y="245"/>
                  </a:lnTo>
                  <a:lnTo>
                    <a:pt x="95" y="246"/>
                  </a:lnTo>
                  <a:lnTo>
                    <a:pt x="95" y="248"/>
                  </a:lnTo>
                  <a:lnTo>
                    <a:pt x="95" y="249"/>
                  </a:lnTo>
                  <a:lnTo>
                    <a:pt x="95" y="251"/>
                  </a:lnTo>
                  <a:lnTo>
                    <a:pt x="95" y="252"/>
                  </a:lnTo>
                  <a:lnTo>
                    <a:pt x="95" y="254"/>
                  </a:lnTo>
                  <a:lnTo>
                    <a:pt x="95" y="255"/>
                  </a:lnTo>
                  <a:lnTo>
                    <a:pt x="95" y="256"/>
                  </a:lnTo>
                  <a:lnTo>
                    <a:pt x="95" y="258"/>
                  </a:lnTo>
                  <a:lnTo>
                    <a:pt x="95" y="259"/>
                  </a:lnTo>
                  <a:lnTo>
                    <a:pt x="96" y="262"/>
                  </a:lnTo>
                  <a:lnTo>
                    <a:pt x="96" y="264"/>
                  </a:lnTo>
                  <a:lnTo>
                    <a:pt x="96" y="266"/>
                  </a:lnTo>
                  <a:lnTo>
                    <a:pt x="96" y="268"/>
                  </a:lnTo>
                  <a:lnTo>
                    <a:pt x="96" y="269"/>
                  </a:lnTo>
                  <a:lnTo>
                    <a:pt x="96" y="271"/>
                  </a:lnTo>
                  <a:lnTo>
                    <a:pt x="96" y="274"/>
                  </a:lnTo>
                  <a:lnTo>
                    <a:pt x="96" y="275"/>
                  </a:lnTo>
                  <a:lnTo>
                    <a:pt x="98" y="277"/>
                  </a:lnTo>
                  <a:lnTo>
                    <a:pt x="98" y="278"/>
                  </a:lnTo>
                  <a:lnTo>
                    <a:pt x="98" y="279"/>
                  </a:lnTo>
                  <a:lnTo>
                    <a:pt x="98" y="281"/>
                  </a:lnTo>
                  <a:lnTo>
                    <a:pt x="98" y="282"/>
                  </a:lnTo>
                  <a:lnTo>
                    <a:pt x="98" y="284"/>
                  </a:lnTo>
                  <a:lnTo>
                    <a:pt x="98" y="285"/>
                  </a:lnTo>
                  <a:lnTo>
                    <a:pt x="98" y="287"/>
                  </a:lnTo>
                  <a:lnTo>
                    <a:pt x="98" y="288"/>
                  </a:lnTo>
                  <a:lnTo>
                    <a:pt x="99" y="290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4"/>
                  </a:lnTo>
                  <a:lnTo>
                    <a:pt x="99" y="295"/>
                  </a:lnTo>
                  <a:lnTo>
                    <a:pt x="99" y="297"/>
                  </a:lnTo>
                  <a:lnTo>
                    <a:pt x="101" y="298"/>
                  </a:lnTo>
                  <a:lnTo>
                    <a:pt x="101" y="300"/>
                  </a:lnTo>
                  <a:lnTo>
                    <a:pt x="101" y="301"/>
                  </a:lnTo>
                  <a:lnTo>
                    <a:pt x="101" y="303"/>
                  </a:lnTo>
                  <a:lnTo>
                    <a:pt x="101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2" y="310"/>
                  </a:lnTo>
                  <a:lnTo>
                    <a:pt x="102" y="311"/>
                  </a:lnTo>
                  <a:lnTo>
                    <a:pt x="102" y="313"/>
                  </a:lnTo>
                  <a:lnTo>
                    <a:pt x="102" y="314"/>
                  </a:lnTo>
                  <a:lnTo>
                    <a:pt x="102" y="316"/>
                  </a:lnTo>
                  <a:lnTo>
                    <a:pt x="102" y="317"/>
                  </a:lnTo>
                  <a:lnTo>
                    <a:pt x="102" y="318"/>
                  </a:lnTo>
                  <a:lnTo>
                    <a:pt x="102" y="320"/>
                  </a:lnTo>
                  <a:lnTo>
                    <a:pt x="102" y="321"/>
                  </a:lnTo>
                  <a:lnTo>
                    <a:pt x="102" y="323"/>
                  </a:lnTo>
                  <a:lnTo>
                    <a:pt x="102" y="324"/>
                  </a:lnTo>
                  <a:lnTo>
                    <a:pt x="102" y="326"/>
                  </a:lnTo>
                  <a:lnTo>
                    <a:pt x="102" y="329"/>
                  </a:lnTo>
                  <a:lnTo>
                    <a:pt x="102" y="330"/>
                  </a:lnTo>
                  <a:lnTo>
                    <a:pt x="102" y="331"/>
                  </a:lnTo>
                  <a:lnTo>
                    <a:pt x="102" y="334"/>
                  </a:lnTo>
                  <a:lnTo>
                    <a:pt x="102" y="336"/>
                  </a:lnTo>
                  <a:lnTo>
                    <a:pt x="102" y="339"/>
                  </a:lnTo>
                  <a:lnTo>
                    <a:pt x="102" y="342"/>
                  </a:lnTo>
                  <a:lnTo>
                    <a:pt x="101" y="34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4" name="Freeform 129">
              <a:extLst>
                <a:ext uri="{FF2B5EF4-FFF2-40B4-BE49-F238E27FC236}">
                  <a16:creationId xmlns:a16="http://schemas.microsoft.com/office/drawing/2014/main" id="{8BB06932-9E8F-4273-A442-D602A01E5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3914775"/>
              <a:ext cx="80962" cy="273050"/>
            </a:xfrm>
            <a:custGeom>
              <a:avLst/>
              <a:gdLst>
                <a:gd name="T0" fmla="*/ 2147483646 w 102"/>
                <a:gd name="T1" fmla="*/ 2147483646 h 343"/>
                <a:gd name="T2" fmla="*/ 2147483646 w 102"/>
                <a:gd name="T3" fmla="*/ 2147483646 h 343"/>
                <a:gd name="T4" fmla="*/ 2147483646 w 102"/>
                <a:gd name="T5" fmla="*/ 2147483646 h 343"/>
                <a:gd name="T6" fmla="*/ 2147483646 w 102"/>
                <a:gd name="T7" fmla="*/ 2147483646 h 343"/>
                <a:gd name="T8" fmla="*/ 2147483646 w 102"/>
                <a:gd name="T9" fmla="*/ 2147483646 h 343"/>
                <a:gd name="T10" fmla="*/ 2147483646 w 102"/>
                <a:gd name="T11" fmla="*/ 2147483646 h 343"/>
                <a:gd name="T12" fmla="*/ 2147483646 w 102"/>
                <a:gd name="T13" fmla="*/ 2147483646 h 343"/>
                <a:gd name="T14" fmla="*/ 2147483646 w 102"/>
                <a:gd name="T15" fmla="*/ 2147483646 h 343"/>
                <a:gd name="T16" fmla="*/ 2147483646 w 102"/>
                <a:gd name="T17" fmla="*/ 2147483646 h 343"/>
                <a:gd name="T18" fmla="*/ 2147483646 w 102"/>
                <a:gd name="T19" fmla="*/ 2147483646 h 343"/>
                <a:gd name="T20" fmla="*/ 2147483646 w 102"/>
                <a:gd name="T21" fmla="*/ 2147483646 h 343"/>
                <a:gd name="T22" fmla="*/ 2147483646 w 102"/>
                <a:gd name="T23" fmla="*/ 2147483646 h 343"/>
                <a:gd name="T24" fmla="*/ 2147483646 w 102"/>
                <a:gd name="T25" fmla="*/ 2147483646 h 343"/>
                <a:gd name="T26" fmla="*/ 2147483646 w 102"/>
                <a:gd name="T27" fmla="*/ 2147483646 h 343"/>
                <a:gd name="T28" fmla="*/ 2147483646 w 102"/>
                <a:gd name="T29" fmla="*/ 2147483646 h 343"/>
                <a:gd name="T30" fmla="*/ 2147483646 w 102"/>
                <a:gd name="T31" fmla="*/ 2147483646 h 343"/>
                <a:gd name="T32" fmla="*/ 2147483646 w 102"/>
                <a:gd name="T33" fmla="*/ 2147483646 h 343"/>
                <a:gd name="T34" fmla="*/ 2147483646 w 102"/>
                <a:gd name="T35" fmla="*/ 2147483646 h 343"/>
                <a:gd name="T36" fmla="*/ 2147483646 w 102"/>
                <a:gd name="T37" fmla="*/ 2147483646 h 343"/>
                <a:gd name="T38" fmla="*/ 2147483646 w 102"/>
                <a:gd name="T39" fmla="*/ 2147483646 h 343"/>
                <a:gd name="T40" fmla="*/ 2147483646 w 102"/>
                <a:gd name="T41" fmla="*/ 2147483646 h 343"/>
                <a:gd name="T42" fmla="*/ 2147483646 w 102"/>
                <a:gd name="T43" fmla="*/ 2147483646 h 343"/>
                <a:gd name="T44" fmla="*/ 2147483646 w 102"/>
                <a:gd name="T45" fmla="*/ 2147483646 h 343"/>
                <a:gd name="T46" fmla="*/ 2147483646 w 102"/>
                <a:gd name="T47" fmla="*/ 2147483646 h 343"/>
                <a:gd name="T48" fmla="*/ 2147483646 w 102"/>
                <a:gd name="T49" fmla="*/ 2147483646 h 343"/>
                <a:gd name="T50" fmla="*/ 2147483646 w 102"/>
                <a:gd name="T51" fmla="*/ 2147483646 h 343"/>
                <a:gd name="T52" fmla="*/ 2147483646 w 102"/>
                <a:gd name="T53" fmla="*/ 2147483646 h 343"/>
                <a:gd name="T54" fmla="*/ 2147483646 w 102"/>
                <a:gd name="T55" fmla="*/ 2147483646 h 343"/>
                <a:gd name="T56" fmla="*/ 2147483646 w 102"/>
                <a:gd name="T57" fmla="*/ 2147483646 h 343"/>
                <a:gd name="T58" fmla="*/ 2147483646 w 102"/>
                <a:gd name="T59" fmla="*/ 2147483646 h 343"/>
                <a:gd name="T60" fmla="*/ 2147483646 w 102"/>
                <a:gd name="T61" fmla="*/ 2147483646 h 343"/>
                <a:gd name="T62" fmla="*/ 2147483646 w 102"/>
                <a:gd name="T63" fmla="*/ 2147483646 h 343"/>
                <a:gd name="T64" fmla="*/ 2147483646 w 102"/>
                <a:gd name="T65" fmla="*/ 2147483646 h 343"/>
                <a:gd name="T66" fmla="*/ 2147483646 w 102"/>
                <a:gd name="T67" fmla="*/ 2147483646 h 343"/>
                <a:gd name="T68" fmla="*/ 2147483646 w 102"/>
                <a:gd name="T69" fmla="*/ 2147483646 h 343"/>
                <a:gd name="T70" fmla="*/ 2147483646 w 102"/>
                <a:gd name="T71" fmla="*/ 2147483646 h 343"/>
                <a:gd name="T72" fmla="*/ 2147483646 w 102"/>
                <a:gd name="T73" fmla="*/ 2147483646 h 343"/>
                <a:gd name="T74" fmla="*/ 2147483646 w 102"/>
                <a:gd name="T75" fmla="*/ 2147483646 h 343"/>
                <a:gd name="T76" fmla="*/ 2147483646 w 102"/>
                <a:gd name="T77" fmla="*/ 2147483646 h 343"/>
                <a:gd name="T78" fmla="*/ 2147483646 w 102"/>
                <a:gd name="T79" fmla="*/ 2147483646 h 343"/>
                <a:gd name="T80" fmla="*/ 2147483646 w 102"/>
                <a:gd name="T81" fmla="*/ 2147483646 h 343"/>
                <a:gd name="T82" fmla="*/ 2147483646 w 102"/>
                <a:gd name="T83" fmla="*/ 2147483646 h 343"/>
                <a:gd name="T84" fmla="*/ 2147483646 w 102"/>
                <a:gd name="T85" fmla="*/ 2147483646 h 343"/>
                <a:gd name="T86" fmla="*/ 2147483646 w 102"/>
                <a:gd name="T87" fmla="*/ 2147483646 h 343"/>
                <a:gd name="T88" fmla="*/ 2147483646 w 102"/>
                <a:gd name="T89" fmla="*/ 2147483646 h 343"/>
                <a:gd name="T90" fmla="*/ 2147483646 w 102"/>
                <a:gd name="T91" fmla="*/ 2147483646 h 343"/>
                <a:gd name="T92" fmla="*/ 2147483646 w 102"/>
                <a:gd name="T93" fmla="*/ 2147483646 h 343"/>
                <a:gd name="T94" fmla="*/ 2147483646 w 102"/>
                <a:gd name="T95" fmla="*/ 2147483646 h 343"/>
                <a:gd name="T96" fmla="*/ 2147483646 w 102"/>
                <a:gd name="T97" fmla="*/ 2147483646 h 343"/>
                <a:gd name="T98" fmla="*/ 2147483646 w 102"/>
                <a:gd name="T99" fmla="*/ 2147483646 h 343"/>
                <a:gd name="T100" fmla="*/ 2147483646 w 102"/>
                <a:gd name="T101" fmla="*/ 2147483646 h 343"/>
                <a:gd name="T102" fmla="*/ 2147483646 w 102"/>
                <a:gd name="T103" fmla="*/ 2147483646 h 343"/>
                <a:gd name="T104" fmla="*/ 2147483646 w 102"/>
                <a:gd name="T105" fmla="*/ 2147483646 h 343"/>
                <a:gd name="T106" fmla="*/ 2147483646 w 102"/>
                <a:gd name="T107" fmla="*/ 2147483646 h 343"/>
                <a:gd name="T108" fmla="*/ 2147483646 w 102"/>
                <a:gd name="T109" fmla="*/ 2147483646 h 343"/>
                <a:gd name="T110" fmla="*/ 2147483646 w 102"/>
                <a:gd name="T111" fmla="*/ 2147483646 h 343"/>
                <a:gd name="T112" fmla="*/ 2147483646 w 102"/>
                <a:gd name="T113" fmla="*/ 2147483646 h 34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3"/>
                <a:gd name="T173" fmla="*/ 102 w 102"/>
                <a:gd name="T174" fmla="*/ 343 h 34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3">
                  <a:moveTo>
                    <a:pt x="0" y="343"/>
                  </a:moveTo>
                  <a:lnTo>
                    <a:pt x="2" y="341"/>
                  </a:lnTo>
                  <a:lnTo>
                    <a:pt x="4" y="336"/>
                  </a:lnTo>
                  <a:lnTo>
                    <a:pt x="7" y="333"/>
                  </a:lnTo>
                  <a:lnTo>
                    <a:pt x="8" y="330"/>
                  </a:lnTo>
                  <a:lnTo>
                    <a:pt x="10" y="328"/>
                  </a:lnTo>
                  <a:lnTo>
                    <a:pt x="11" y="325"/>
                  </a:lnTo>
                  <a:lnTo>
                    <a:pt x="13" y="322"/>
                  </a:lnTo>
                  <a:lnTo>
                    <a:pt x="14" y="320"/>
                  </a:lnTo>
                  <a:lnTo>
                    <a:pt x="15" y="317"/>
                  </a:lnTo>
                  <a:lnTo>
                    <a:pt x="17" y="316"/>
                  </a:lnTo>
                  <a:lnTo>
                    <a:pt x="17" y="313"/>
                  </a:lnTo>
                  <a:lnTo>
                    <a:pt x="18" y="312"/>
                  </a:lnTo>
                  <a:lnTo>
                    <a:pt x="20" y="310"/>
                  </a:lnTo>
                  <a:lnTo>
                    <a:pt x="20" y="309"/>
                  </a:lnTo>
                  <a:lnTo>
                    <a:pt x="21" y="306"/>
                  </a:lnTo>
                  <a:lnTo>
                    <a:pt x="21" y="304"/>
                  </a:lnTo>
                  <a:lnTo>
                    <a:pt x="23" y="303"/>
                  </a:lnTo>
                  <a:lnTo>
                    <a:pt x="23" y="302"/>
                  </a:lnTo>
                  <a:lnTo>
                    <a:pt x="24" y="300"/>
                  </a:lnTo>
                  <a:lnTo>
                    <a:pt x="24" y="299"/>
                  </a:lnTo>
                  <a:lnTo>
                    <a:pt x="26" y="299"/>
                  </a:lnTo>
                  <a:lnTo>
                    <a:pt x="26" y="297"/>
                  </a:lnTo>
                  <a:lnTo>
                    <a:pt x="27" y="296"/>
                  </a:lnTo>
                  <a:lnTo>
                    <a:pt x="27" y="294"/>
                  </a:lnTo>
                  <a:lnTo>
                    <a:pt x="28" y="293"/>
                  </a:lnTo>
                  <a:lnTo>
                    <a:pt x="28" y="291"/>
                  </a:lnTo>
                  <a:lnTo>
                    <a:pt x="28" y="290"/>
                  </a:lnTo>
                  <a:lnTo>
                    <a:pt x="30" y="289"/>
                  </a:lnTo>
                  <a:lnTo>
                    <a:pt x="30" y="286"/>
                  </a:lnTo>
                  <a:lnTo>
                    <a:pt x="31" y="284"/>
                  </a:lnTo>
                  <a:lnTo>
                    <a:pt x="33" y="283"/>
                  </a:lnTo>
                  <a:lnTo>
                    <a:pt x="33" y="281"/>
                  </a:lnTo>
                  <a:lnTo>
                    <a:pt x="34" y="278"/>
                  </a:lnTo>
                  <a:lnTo>
                    <a:pt x="34" y="277"/>
                  </a:lnTo>
                  <a:lnTo>
                    <a:pt x="36" y="276"/>
                  </a:lnTo>
                  <a:lnTo>
                    <a:pt x="36" y="274"/>
                  </a:lnTo>
                  <a:lnTo>
                    <a:pt x="37" y="273"/>
                  </a:lnTo>
                  <a:lnTo>
                    <a:pt x="37" y="271"/>
                  </a:lnTo>
                  <a:lnTo>
                    <a:pt x="37" y="270"/>
                  </a:lnTo>
                  <a:lnTo>
                    <a:pt x="38" y="268"/>
                  </a:lnTo>
                  <a:lnTo>
                    <a:pt x="38" y="267"/>
                  </a:lnTo>
                  <a:lnTo>
                    <a:pt x="38" y="265"/>
                  </a:lnTo>
                  <a:lnTo>
                    <a:pt x="40" y="264"/>
                  </a:lnTo>
                  <a:lnTo>
                    <a:pt x="40" y="263"/>
                  </a:lnTo>
                  <a:lnTo>
                    <a:pt x="41" y="261"/>
                  </a:lnTo>
                  <a:lnTo>
                    <a:pt x="41" y="260"/>
                  </a:lnTo>
                  <a:lnTo>
                    <a:pt x="41" y="258"/>
                  </a:lnTo>
                  <a:lnTo>
                    <a:pt x="43" y="257"/>
                  </a:lnTo>
                  <a:lnTo>
                    <a:pt x="43" y="255"/>
                  </a:lnTo>
                  <a:lnTo>
                    <a:pt x="44" y="254"/>
                  </a:lnTo>
                  <a:lnTo>
                    <a:pt x="44" y="252"/>
                  </a:lnTo>
                  <a:lnTo>
                    <a:pt x="44" y="251"/>
                  </a:lnTo>
                  <a:lnTo>
                    <a:pt x="46" y="250"/>
                  </a:lnTo>
                  <a:lnTo>
                    <a:pt x="46" y="248"/>
                  </a:lnTo>
                  <a:lnTo>
                    <a:pt x="46" y="247"/>
                  </a:lnTo>
                  <a:lnTo>
                    <a:pt x="47" y="245"/>
                  </a:lnTo>
                  <a:lnTo>
                    <a:pt x="47" y="244"/>
                  </a:lnTo>
                  <a:lnTo>
                    <a:pt x="49" y="241"/>
                  </a:lnTo>
                  <a:lnTo>
                    <a:pt x="49" y="240"/>
                  </a:lnTo>
                  <a:lnTo>
                    <a:pt x="50" y="238"/>
                  </a:lnTo>
                  <a:lnTo>
                    <a:pt x="50" y="235"/>
                  </a:lnTo>
                  <a:lnTo>
                    <a:pt x="51" y="232"/>
                  </a:lnTo>
                  <a:lnTo>
                    <a:pt x="53" y="231"/>
                  </a:lnTo>
                  <a:lnTo>
                    <a:pt x="53" y="228"/>
                  </a:lnTo>
                  <a:lnTo>
                    <a:pt x="54" y="227"/>
                  </a:lnTo>
                  <a:lnTo>
                    <a:pt x="54" y="224"/>
                  </a:lnTo>
                  <a:lnTo>
                    <a:pt x="56" y="222"/>
                  </a:lnTo>
                  <a:lnTo>
                    <a:pt x="56" y="221"/>
                  </a:lnTo>
                  <a:lnTo>
                    <a:pt x="57" y="219"/>
                  </a:lnTo>
                  <a:lnTo>
                    <a:pt x="57" y="218"/>
                  </a:lnTo>
                  <a:lnTo>
                    <a:pt x="59" y="216"/>
                  </a:lnTo>
                  <a:lnTo>
                    <a:pt x="59" y="215"/>
                  </a:lnTo>
                  <a:lnTo>
                    <a:pt x="59" y="214"/>
                  </a:lnTo>
                  <a:lnTo>
                    <a:pt x="60" y="212"/>
                  </a:lnTo>
                  <a:lnTo>
                    <a:pt x="60" y="211"/>
                  </a:lnTo>
                  <a:lnTo>
                    <a:pt x="60" y="209"/>
                  </a:lnTo>
                  <a:lnTo>
                    <a:pt x="62" y="208"/>
                  </a:lnTo>
                  <a:lnTo>
                    <a:pt x="62" y="206"/>
                  </a:lnTo>
                  <a:lnTo>
                    <a:pt x="62" y="205"/>
                  </a:lnTo>
                  <a:lnTo>
                    <a:pt x="63" y="203"/>
                  </a:lnTo>
                  <a:lnTo>
                    <a:pt x="63" y="202"/>
                  </a:lnTo>
                  <a:lnTo>
                    <a:pt x="63" y="201"/>
                  </a:lnTo>
                  <a:lnTo>
                    <a:pt x="64" y="199"/>
                  </a:lnTo>
                  <a:lnTo>
                    <a:pt x="64" y="198"/>
                  </a:lnTo>
                  <a:lnTo>
                    <a:pt x="64" y="196"/>
                  </a:lnTo>
                  <a:lnTo>
                    <a:pt x="66" y="195"/>
                  </a:lnTo>
                  <a:lnTo>
                    <a:pt x="66" y="193"/>
                  </a:lnTo>
                  <a:lnTo>
                    <a:pt x="66" y="190"/>
                  </a:lnTo>
                  <a:lnTo>
                    <a:pt x="67" y="189"/>
                  </a:lnTo>
                  <a:lnTo>
                    <a:pt x="67" y="188"/>
                  </a:lnTo>
                  <a:lnTo>
                    <a:pt x="69" y="185"/>
                  </a:lnTo>
                  <a:lnTo>
                    <a:pt x="69" y="183"/>
                  </a:lnTo>
                  <a:lnTo>
                    <a:pt x="70" y="180"/>
                  </a:lnTo>
                  <a:lnTo>
                    <a:pt x="70" y="179"/>
                  </a:lnTo>
                  <a:lnTo>
                    <a:pt x="72" y="176"/>
                  </a:lnTo>
                  <a:lnTo>
                    <a:pt x="72" y="175"/>
                  </a:lnTo>
                  <a:lnTo>
                    <a:pt x="73" y="172"/>
                  </a:lnTo>
                  <a:lnTo>
                    <a:pt x="73" y="170"/>
                  </a:lnTo>
                  <a:lnTo>
                    <a:pt x="73" y="169"/>
                  </a:lnTo>
                  <a:lnTo>
                    <a:pt x="75" y="167"/>
                  </a:lnTo>
                  <a:lnTo>
                    <a:pt x="75" y="164"/>
                  </a:lnTo>
                  <a:lnTo>
                    <a:pt x="75" y="163"/>
                  </a:lnTo>
                  <a:lnTo>
                    <a:pt x="76" y="162"/>
                  </a:lnTo>
                  <a:lnTo>
                    <a:pt x="76" y="160"/>
                  </a:lnTo>
                  <a:lnTo>
                    <a:pt x="76" y="159"/>
                  </a:lnTo>
                  <a:lnTo>
                    <a:pt x="77" y="157"/>
                  </a:lnTo>
                  <a:lnTo>
                    <a:pt x="77" y="156"/>
                  </a:lnTo>
                  <a:lnTo>
                    <a:pt x="77" y="154"/>
                  </a:lnTo>
                  <a:lnTo>
                    <a:pt x="79" y="153"/>
                  </a:lnTo>
                  <a:lnTo>
                    <a:pt x="79" y="151"/>
                  </a:lnTo>
                  <a:lnTo>
                    <a:pt x="79" y="150"/>
                  </a:lnTo>
                  <a:lnTo>
                    <a:pt x="80" y="149"/>
                  </a:lnTo>
                  <a:lnTo>
                    <a:pt x="80" y="147"/>
                  </a:lnTo>
                  <a:lnTo>
                    <a:pt x="80" y="146"/>
                  </a:lnTo>
                  <a:lnTo>
                    <a:pt x="82" y="144"/>
                  </a:lnTo>
                  <a:lnTo>
                    <a:pt x="82" y="143"/>
                  </a:lnTo>
                  <a:lnTo>
                    <a:pt x="82" y="141"/>
                  </a:lnTo>
                  <a:lnTo>
                    <a:pt x="83" y="139"/>
                  </a:lnTo>
                  <a:lnTo>
                    <a:pt x="83" y="137"/>
                  </a:lnTo>
                  <a:lnTo>
                    <a:pt x="83" y="136"/>
                  </a:lnTo>
                  <a:lnTo>
                    <a:pt x="85" y="133"/>
                  </a:lnTo>
                  <a:lnTo>
                    <a:pt x="85" y="131"/>
                  </a:lnTo>
                  <a:lnTo>
                    <a:pt x="86" y="128"/>
                  </a:lnTo>
                  <a:lnTo>
                    <a:pt x="86" y="126"/>
                  </a:lnTo>
                  <a:lnTo>
                    <a:pt x="88" y="124"/>
                  </a:lnTo>
                  <a:lnTo>
                    <a:pt x="88" y="121"/>
                  </a:lnTo>
                  <a:lnTo>
                    <a:pt x="89" y="120"/>
                  </a:lnTo>
                  <a:lnTo>
                    <a:pt x="89" y="118"/>
                  </a:lnTo>
                  <a:lnTo>
                    <a:pt x="89" y="115"/>
                  </a:lnTo>
                  <a:lnTo>
                    <a:pt x="90" y="114"/>
                  </a:lnTo>
                  <a:lnTo>
                    <a:pt x="90" y="113"/>
                  </a:lnTo>
                  <a:lnTo>
                    <a:pt x="90" y="111"/>
                  </a:lnTo>
                  <a:lnTo>
                    <a:pt x="92" y="110"/>
                  </a:lnTo>
                  <a:lnTo>
                    <a:pt x="92" y="108"/>
                  </a:lnTo>
                  <a:lnTo>
                    <a:pt x="92" y="107"/>
                  </a:lnTo>
                  <a:lnTo>
                    <a:pt x="93" y="105"/>
                  </a:lnTo>
                  <a:lnTo>
                    <a:pt x="93" y="104"/>
                  </a:lnTo>
                  <a:lnTo>
                    <a:pt x="93" y="102"/>
                  </a:lnTo>
                  <a:lnTo>
                    <a:pt x="93" y="101"/>
                  </a:lnTo>
                  <a:lnTo>
                    <a:pt x="93" y="100"/>
                  </a:lnTo>
                  <a:lnTo>
                    <a:pt x="93" y="98"/>
                  </a:lnTo>
                  <a:lnTo>
                    <a:pt x="95" y="97"/>
                  </a:lnTo>
                  <a:lnTo>
                    <a:pt x="95" y="95"/>
                  </a:lnTo>
                  <a:lnTo>
                    <a:pt x="95" y="94"/>
                  </a:lnTo>
                  <a:lnTo>
                    <a:pt x="95" y="92"/>
                  </a:lnTo>
                  <a:lnTo>
                    <a:pt x="95" y="91"/>
                  </a:lnTo>
                  <a:lnTo>
                    <a:pt x="95" y="89"/>
                  </a:lnTo>
                  <a:lnTo>
                    <a:pt x="95" y="87"/>
                  </a:lnTo>
                  <a:lnTo>
                    <a:pt x="95" y="85"/>
                  </a:lnTo>
                  <a:lnTo>
                    <a:pt x="95" y="84"/>
                  </a:lnTo>
                  <a:lnTo>
                    <a:pt x="96" y="82"/>
                  </a:lnTo>
                  <a:lnTo>
                    <a:pt x="96" y="79"/>
                  </a:lnTo>
                  <a:lnTo>
                    <a:pt x="96" y="78"/>
                  </a:lnTo>
                  <a:lnTo>
                    <a:pt x="96" y="75"/>
                  </a:lnTo>
                  <a:lnTo>
                    <a:pt x="96" y="74"/>
                  </a:lnTo>
                  <a:lnTo>
                    <a:pt x="96" y="72"/>
                  </a:lnTo>
                  <a:lnTo>
                    <a:pt x="96" y="71"/>
                  </a:lnTo>
                  <a:lnTo>
                    <a:pt x="96" y="69"/>
                  </a:lnTo>
                  <a:lnTo>
                    <a:pt x="96" y="68"/>
                  </a:lnTo>
                  <a:lnTo>
                    <a:pt x="98" y="66"/>
                  </a:lnTo>
                  <a:lnTo>
                    <a:pt x="98" y="65"/>
                  </a:lnTo>
                  <a:lnTo>
                    <a:pt x="98" y="63"/>
                  </a:lnTo>
                  <a:lnTo>
                    <a:pt x="98" y="62"/>
                  </a:lnTo>
                  <a:lnTo>
                    <a:pt x="98" y="61"/>
                  </a:lnTo>
                  <a:lnTo>
                    <a:pt x="98" y="59"/>
                  </a:lnTo>
                  <a:lnTo>
                    <a:pt x="98" y="58"/>
                  </a:lnTo>
                  <a:lnTo>
                    <a:pt x="98" y="56"/>
                  </a:lnTo>
                  <a:lnTo>
                    <a:pt x="98" y="55"/>
                  </a:lnTo>
                  <a:lnTo>
                    <a:pt x="99" y="55"/>
                  </a:lnTo>
                  <a:lnTo>
                    <a:pt x="99" y="53"/>
                  </a:lnTo>
                  <a:lnTo>
                    <a:pt x="99" y="52"/>
                  </a:lnTo>
                  <a:lnTo>
                    <a:pt x="99" y="50"/>
                  </a:lnTo>
                  <a:lnTo>
                    <a:pt x="99" y="49"/>
                  </a:lnTo>
                  <a:lnTo>
                    <a:pt x="99" y="48"/>
                  </a:lnTo>
                  <a:lnTo>
                    <a:pt x="101" y="46"/>
                  </a:lnTo>
                  <a:lnTo>
                    <a:pt x="101" y="45"/>
                  </a:lnTo>
                  <a:lnTo>
                    <a:pt x="101" y="43"/>
                  </a:lnTo>
                  <a:lnTo>
                    <a:pt x="101" y="42"/>
                  </a:lnTo>
                  <a:lnTo>
                    <a:pt x="101" y="40"/>
                  </a:lnTo>
                  <a:lnTo>
                    <a:pt x="101" y="39"/>
                  </a:lnTo>
                  <a:lnTo>
                    <a:pt x="102" y="37"/>
                  </a:lnTo>
                  <a:lnTo>
                    <a:pt x="102" y="36"/>
                  </a:lnTo>
                  <a:lnTo>
                    <a:pt x="102" y="35"/>
                  </a:lnTo>
                  <a:lnTo>
                    <a:pt x="102" y="33"/>
                  </a:lnTo>
                  <a:lnTo>
                    <a:pt x="102" y="32"/>
                  </a:lnTo>
                  <a:lnTo>
                    <a:pt x="102" y="30"/>
                  </a:lnTo>
                  <a:lnTo>
                    <a:pt x="102" y="29"/>
                  </a:lnTo>
                  <a:lnTo>
                    <a:pt x="102" y="27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3"/>
                  </a:lnTo>
                  <a:lnTo>
                    <a:pt x="102" y="22"/>
                  </a:lnTo>
                  <a:lnTo>
                    <a:pt x="102" y="20"/>
                  </a:lnTo>
                  <a:lnTo>
                    <a:pt x="102" y="19"/>
                  </a:lnTo>
                  <a:lnTo>
                    <a:pt x="102" y="17"/>
                  </a:lnTo>
                  <a:lnTo>
                    <a:pt x="102" y="16"/>
                  </a:lnTo>
                  <a:lnTo>
                    <a:pt x="102" y="14"/>
                  </a:lnTo>
                  <a:lnTo>
                    <a:pt x="102" y="12"/>
                  </a:lnTo>
                  <a:lnTo>
                    <a:pt x="102" y="10"/>
                  </a:lnTo>
                  <a:lnTo>
                    <a:pt x="102" y="7"/>
                  </a:lnTo>
                  <a:lnTo>
                    <a:pt x="102" y="4"/>
                  </a:lnTo>
                  <a:lnTo>
                    <a:pt x="102" y="3"/>
                  </a:lnTo>
                  <a:lnTo>
                    <a:pt x="10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5" name="Line 130">
              <a:extLst>
                <a:ext uri="{FF2B5EF4-FFF2-40B4-BE49-F238E27FC236}">
                  <a16:creationId xmlns:a16="http://schemas.microsoft.com/office/drawing/2014/main" id="{7EF9D113-895C-4362-812D-20B72EB60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3789363"/>
              <a:ext cx="18097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46" name="Rectangle 131">
              <a:extLst>
                <a:ext uri="{FF2B5EF4-FFF2-40B4-BE49-F238E27FC236}">
                  <a16:creationId xmlns:a16="http://schemas.microsoft.com/office/drawing/2014/main" id="{CD10E26F-8BF6-44AD-9629-C629BDEFB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388143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47" name="Rectangle 132">
              <a:extLst>
                <a:ext uri="{FF2B5EF4-FFF2-40B4-BE49-F238E27FC236}">
                  <a16:creationId xmlns:a16="http://schemas.microsoft.com/office/drawing/2014/main" id="{C40CBB08-691B-491C-8011-E86E5D4C3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233863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48" name="Rectangle 133">
              <a:extLst>
                <a:ext uri="{FF2B5EF4-FFF2-40B4-BE49-F238E27FC236}">
                  <a16:creationId xmlns:a16="http://schemas.microsoft.com/office/drawing/2014/main" id="{1B8F2858-3950-4D99-A5B8-A428289CA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4338638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49" name="Rectangle 134">
              <a:extLst>
                <a:ext uri="{FF2B5EF4-FFF2-40B4-BE49-F238E27FC236}">
                  <a16:creationId xmlns:a16="http://schemas.microsoft.com/office/drawing/2014/main" id="{13ACC411-1722-4D51-BD3D-F0E02D802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550" y="4813300"/>
              <a:ext cx="28416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50" name="Rectangle 135">
              <a:extLst>
                <a:ext uri="{FF2B5EF4-FFF2-40B4-BE49-F238E27FC236}">
                  <a16:creationId xmlns:a16="http://schemas.microsoft.com/office/drawing/2014/main" id="{BB724315-564F-4C0A-BF36-2EA00075F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600" y="4918075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51" name="Rectangle 136">
              <a:extLst>
                <a:ext uri="{FF2B5EF4-FFF2-40B4-BE49-F238E27FC236}">
                  <a16:creationId xmlns:a16="http://schemas.microsoft.com/office/drawing/2014/main" id="{4FFA83F8-F17E-4B0F-AA01-439C7DCBF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9338" y="4703763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y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8752" name="Line 137">
              <a:extLst>
                <a:ext uri="{FF2B5EF4-FFF2-40B4-BE49-F238E27FC236}">
                  <a16:creationId xmlns:a16="http://schemas.microsoft.com/office/drawing/2014/main" id="{D756427A-3885-421B-B411-C1CDE6005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5100" y="4843463"/>
              <a:ext cx="731838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3" name="Freeform 138">
              <a:extLst>
                <a:ext uri="{FF2B5EF4-FFF2-40B4-BE49-F238E27FC236}">
                  <a16:creationId xmlns:a16="http://schemas.microsoft.com/office/drawing/2014/main" id="{6F1F5FE1-FDF7-4213-BF63-1D25B8FD8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4567238"/>
              <a:ext cx="684213" cy="271462"/>
            </a:xfrm>
            <a:custGeom>
              <a:avLst/>
              <a:gdLst>
                <a:gd name="T0" fmla="*/ 2147483646 w 861"/>
                <a:gd name="T1" fmla="*/ 0 h 342"/>
                <a:gd name="T2" fmla="*/ 2147483646 w 861"/>
                <a:gd name="T3" fmla="*/ 0 h 342"/>
                <a:gd name="T4" fmla="*/ 2147483646 w 861"/>
                <a:gd name="T5" fmla="*/ 0 h 342"/>
                <a:gd name="T6" fmla="*/ 2147483646 w 861"/>
                <a:gd name="T7" fmla="*/ 0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4" y="0"/>
                  </a:lnTo>
                  <a:lnTo>
                    <a:pt x="167" y="0"/>
                  </a:lnTo>
                  <a:lnTo>
                    <a:pt x="189" y="0"/>
                  </a:lnTo>
                  <a:lnTo>
                    <a:pt x="209" y="0"/>
                  </a:lnTo>
                  <a:lnTo>
                    <a:pt x="228" y="0"/>
                  </a:lnTo>
                  <a:lnTo>
                    <a:pt x="245" y="0"/>
                  </a:lnTo>
                  <a:lnTo>
                    <a:pt x="261" y="0"/>
                  </a:lnTo>
                  <a:lnTo>
                    <a:pt x="275" y="0"/>
                  </a:lnTo>
                  <a:lnTo>
                    <a:pt x="288" y="0"/>
                  </a:lnTo>
                  <a:lnTo>
                    <a:pt x="300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29" y="0"/>
                  </a:lnTo>
                  <a:lnTo>
                    <a:pt x="336" y="0"/>
                  </a:lnTo>
                  <a:lnTo>
                    <a:pt x="343" y="0"/>
                  </a:lnTo>
                  <a:lnTo>
                    <a:pt x="349" y="0"/>
                  </a:lnTo>
                  <a:lnTo>
                    <a:pt x="355" y="0"/>
                  </a:lnTo>
                  <a:lnTo>
                    <a:pt x="359" y="0"/>
                  </a:lnTo>
                  <a:lnTo>
                    <a:pt x="363" y="0"/>
                  </a:lnTo>
                  <a:lnTo>
                    <a:pt x="368" y="0"/>
                  </a:lnTo>
                  <a:lnTo>
                    <a:pt x="370" y="0"/>
                  </a:lnTo>
                  <a:lnTo>
                    <a:pt x="373" y="0"/>
                  </a:lnTo>
                  <a:lnTo>
                    <a:pt x="376" y="0"/>
                  </a:lnTo>
                  <a:lnTo>
                    <a:pt x="379" y="0"/>
                  </a:lnTo>
                  <a:lnTo>
                    <a:pt x="381" y="2"/>
                  </a:lnTo>
                  <a:lnTo>
                    <a:pt x="383" y="2"/>
                  </a:lnTo>
                  <a:lnTo>
                    <a:pt x="385" y="2"/>
                  </a:lnTo>
                  <a:lnTo>
                    <a:pt x="388" y="2"/>
                  </a:lnTo>
                  <a:lnTo>
                    <a:pt x="391" y="2"/>
                  </a:lnTo>
                  <a:lnTo>
                    <a:pt x="392" y="2"/>
                  </a:lnTo>
                  <a:lnTo>
                    <a:pt x="395" y="2"/>
                  </a:lnTo>
                  <a:lnTo>
                    <a:pt x="396" y="2"/>
                  </a:lnTo>
                  <a:lnTo>
                    <a:pt x="398" y="2"/>
                  </a:lnTo>
                  <a:lnTo>
                    <a:pt x="401" y="2"/>
                  </a:lnTo>
                  <a:lnTo>
                    <a:pt x="402" y="2"/>
                  </a:lnTo>
                  <a:lnTo>
                    <a:pt x="404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8" y="3"/>
                  </a:lnTo>
                  <a:lnTo>
                    <a:pt x="409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3"/>
                  </a:lnTo>
                  <a:lnTo>
                    <a:pt x="415" y="3"/>
                  </a:lnTo>
                  <a:lnTo>
                    <a:pt x="417" y="3"/>
                  </a:lnTo>
                  <a:lnTo>
                    <a:pt x="418" y="3"/>
                  </a:lnTo>
                  <a:lnTo>
                    <a:pt x="419" y="5"/>
                  </a:lnTo>
                  <a:lnTo>
                    <a:pt x="421" y="5"/>
                  </a:lnTo>
                  <a:lnTo>
                    <a:pt x="422" y="5"/>
                  </a:lnTo>
                  <a:lnTo>
                    <a:pt x="424" y="5"/>
                  </a:lnTo>
                  <a:lnTo>
                    <a:pt x="425" y="5"/>
                  </a:lnTo>
                  <a:lnTo>
                    <a:pt x="428" y="5"/>
                  </a:lnTo>
                  <a:lnTo>
                    <a:pt x="430" y="6"/>
                  </a:lnTo>
                  <a:lnTo>
                    <a:pt x="431" y="6"/>
                  </a:lnTo>
                  <a:lnTo>
                    <a:pt x="432" y="6"/>
                  </a:lnTo>
                  <a:lnTo>
                    <a:pt x="435" y="6"/>
                  </a:lnTo>
                  <a:lnTo>
                    <a:pt x="437" y="6"/>
                  </a:lnTo>
                  <a:lnTo>
                    <a:pt x="440" y="8"/>
                  </a:lnTo>
                  <a:lnTo>
                    <a:pt x="441" y="8"/>
                  </a:lnTo>
                  <a:lnTo>
                    <a:pt x="444" y="8"/>
                  </a:lnTo>
                  <a:lnTo>
                    <a:pt x="445" y="8"/>
                  </a:lnTo>
                  <a:lnTo>
                    <a:pt x="448" y="8"/>
                  </a:lnTo>
                  <a:lnTo>
                    <a:pt x="450" y="9"/>
                  </a:lnTo>
                  <a:lnTo>
                    <a:pt x="451" y="9"/>
                  </a:lnTo>
                  <a:lnTo>
                    <a:pt x="453" y="9"/>
                  </a:lnTo>
                  <a:lnTo>
                    <a:pt x="454" y="9"/>
                  </a:lnTo>
                  <a:lnTo>
                    <a:pt x="456" y="9"/>
                  </a:lnTo>
                  <a:lnTo>
                    <a:pt x="457" y="9"/>
                  </a:lnTo>
                  <a:lnTo>
                    <a:pt x="458" y="11"/>
                  </a:lnTo>
                  <a:lnTo>
                    <a:pt x="460" y="11"/>
                  </a:lnTo>
                  <a:lnTo>
                    <a:pt x="461" y="11"/>
                  </a:lnTo>
                  <a:lnTo>
                    <a:pt x="463" y="11"/>
                  </a:lnTo>
                  <a:lnTo>
                    <a:pt x="464" y="11"/>
                  </a:lnTo>
                  <a:lnTo>
                    <a:pt x="466" y="12"/>
                  </a:lnTo>
                  <a:lnTo>
                    <a:pt x="467" y="12"/>
                  </a:lnTo>
                  <a:lnTo>
                    <a:pt x="469" y="12"/>
                  </a:lnTo>
                  <a:lnTo>
                    <a:pt x="470" y="12"/>
                  </a:lnTo>
                  <a:lnTo>
                    <a:pt x="471" y="13"/>
                  </a:lnTo>
                  <a:lnTo>
                    <a:pt x="473" y="13"/>
                  </a:lnTo>
                  <a:lnTo>
                    <a:pt x="474" y="13"/>
                  </a:lnTo>
                  <a:lnTo>
                    <a:pt x="476" y="15"/>
                  </a:lnTo>
                  <a:lnTo>
                    <a:pt x="479" y="15"/>
                  </a:lnTo>
                  <a:lnTo>
                    <a:pt x="480" y="15"/>
                  </a:lnTo>
                  <a:lnTo>
                    <a:pt x="482" y="16"/>
                  </a:lnTo>
                  <a:lnTo>
                    <a:pt x="484" y="16"/>
                  </a:lnTo>
                  <a:lnTo>
                    <a:pt x="486" y="18"/>
                  </a:lnTo>
                  <a:lnTo>
                    <a:pt x="489" y="18"/>
                  </a:lnTo>
                  <a:lnTo>
                    <a:pt x="490" y="19"/>
                  </a:lnTo>
                  <a:lnTo>
                    <a:pt x="493" y="19"/>
                  </a:lnTo>
                  <a:lnTo>
                    <a:pt x="496" y="21"/>
                  </a:lnTo>
                  <a:lnTo>
                    <a:pt x="499" y="22"/>
                  </a:lnTo>
                  <a:lnTo>
                    <a:pt x="500" y="22"/>
                  </a:lnTo>
                  <a:lnTo>
                    <a:pt x="503" y="22"/>
                  </a:lnTo>
                  <a:lnTo>
                    <a:pt x="505" y="24"/>
                  </a:lnTo>
                  <a:lnTo>
                    <a:pt x="508" y="24"/>
                  </a:lnTo>
                  <a:lnTo>
                    <a:pt x="509" y="25"/>
                  </a:lnTo>
                  <a:lnTo>
                    <a:pt x="510" y="25"/>
                  </a:lnTo>
                  <a:lnTo>
                    <a:pt x="512" y="26"/>
                  </a:lnTo>
                  <a:lnTo>
                    <a:pt x="513" y="26"/>
                  </a:lnTo>
                  <a:lnTo>
                    <a:pt x="515" y="26"/>
                  </a:lnTo>
                  <a:lnTo>
                    <a:pt x="516" y="28"/>
                  </a:lnTo>
                  <a:lnTo>
                    <a:pt x="518" y="28"/>
                  </a:lnTo>
                  <a:lnTo>
                    <a:pt x="519" y="28"/>
                  </a:lnTo>
                  <a:lnTo>
                    <a:pt x="520" y="29"/>
                  </a:lnTo>
                  <a:lnTo>
                    <a:pt x="522" y="29"/>
                  </a:lnTo>
                  <a:lnTo>
                    <a:pt x="523" y="29"/>
                  </a:lnTo>
                  <a:lnTo>
                    <a:pt x="525" y="31"/>
                  </a:lnTo>
                  <a:lnTo>
                    <a:pt x="526" y="31"/>
                  </a:lnTo>
                  <a:lnTo>
                    <a:pt x="528" y="32"/>
                  </a:lnTo>
                  <a:lnTo>
                    <a:pt x="529" y="32"/>
                  </a:lnTo>
                  <a:lnTo>
                    <a:pt x="531" y="34"/>
                  </a:lnTo>
                  <a:lnTo>
                    <a:pt x="532" y="34"/>
                  </a:lnTo>
                  <a:lnTo>
                    <a:pt x="533" y="35"/>
                  </a:lnTo>
                  <a:lnTo>
                    <a:pt x="535" y="35"/>
                  </a:lnTo>
                  <a:lnTo>
                    <a:pt x="538" y="37"/>
                  </a:lnTo>
                  <a:lnTo>
                    <a:pt x="539" y="38"/>
                  </a:lnTo>
                  <a:lnTo>
                    <a:pt x="541" y="38"/>
                  </a:lnTo>
                  <a:lnTo>
                    <a:pt x="544" y="39"/>
                  </a:lnTo>
                  <a:lnTo>
                    <a:pt x="545" y="41"/>
                  </a:lnTo>
                  <a:lnTo>
                    <a:pt x="548" y="41"/>
                  </a:lnTo>
                  <a:lnTo>
                    <a:pt x="549" y="42"/>
                  </a:lnTo>
                  <a:lnTo>
                    <a:pt x="552" y="44"/>
                  </a:lnTo>
                  <a:lnTo>
                    <a:pt x="554" y="45"/>
                  </a:lnTo>
                  <a:lnTo>
                    <a:pt x="557" y="45"/>
                  </a:lnTo>
                  <a:lnTo>
                    <a:pt x="558" y="47"/>
                  </a:lnTo>
                  <a:lnTo>
                    <a:pt x="559" y="47"/>
                  </a:lnTo>
                  <a:lnTo>
                    <a:pt x="561" y="48"/>
                  </a:lnTo>
                  <a:lnTo>
                    <a:pt x="562" y="50"/>
                  </a:lnTo>
                  <a:lnTo>
                    <a:pt x="564" y="50"/>
                  </a:lnTo>
                  <a:lnTo>
                    <a:pt x="565" y="51"/>
                  </a:lnTo>
                  <a:lnTo>
                    <a:pt x="567" y="51"/>
                  </a:lnTo>
                  <a:lnTo>
                    <a:pt x="568" y="51"/>
                  </a:lnTo>
                  <a:lnTo>
                    <a:pt x="570" y="52"/>
                  </a:lnTo>
                  <a:lnTo>
                    <a:pt x="571" y="54"/>
                  </a:lnTo>
                  <a:lnTo>
                    <a:pt x="572" y="54"/>
                  </a:lnTo>
                  <a:lnTo>
                    <a:pt x="574" y="54"/>
                  </a:lnTo>
                  <a:lnTo>
                    <a:pt x="575" y="55"/>
                  </a:lnTo>
                  <a:lnTo>
                    <a:pt x="577" y="57"/>
                  </a:lnTo>
                  <a:lnTo>
                    <a:pt x="578" y="57"/>
                  </a:lnTo>
                  <a:lnTo>
                    <a:pt x="580" y="58"/>
                  </a:lnTo>
                  <a:lnTo>
                    <a:pt x="581" y="58"/>
                  </a:lnTo>
                  <a:lnTo>
                    <a:pt x="583" y="60"/>
                  </a:lnTo>
                  <a:lnTo>
                    <a:pt x="584" y="60"/>
                  </a:lnTo>
                  <a:lnTo>
                    <a:pt x="585" y="61"/>
                  </a:lnTo>
                  <a:lnTo>
                    <a:pt x="587" y="61"/>
                  </a:lnTo>
                  <a:lnTo>
                    <a:pt x="588" y="63"/>
                  </a:lnTo>
                  <a:lnTo>
                    <a:pt x="590" y="64"/>
                  </a:lnTo>
                  <a:lnTo>
                    <a:pt x="591" y="64"/>
                  </a:lnTo>
                  <a:lnTo>
                    <a:pt x="593" y="65"/>
                  </a:lnTo>
                  <a:lnTo>
                    <a:pt x="596" y="67"/>
                  </a:lnTo>
                  <a:lnTo>
                    <a:pt x="597" y="68"/>
                  </a:lnTo>
                  <a:lnTo>
                    <a:pt x="600" y="68"/>
                  </a:lnTo>
                  <a:lnTo>
                    <a:pt x="601" y="70"/>
                  </a:lnTo>
                  <a:lnTo>
                    <a:pt x="603" y="71"/>
                  </a:lnTo>
                  <a:lnTo>
                    <a:pt x="604" y="71"/>
                  </a:lnTo>
                  <a:lnTo>
                    <a:pt x="606" y="73"/>
                  </a:lnTo>
                  <a:lnTo>
                    <a:pt x="607" y="74"/>
                  </a:lnTo>
                  <a:lnTo>
                    <a:pt x="608" y="74"/>
                  </a:lnTo>
                  <a:lnTo>
                    <a:pt x="610" y="76"/>
                  </a:lnTo>
                  <a:lnTo>
                    <a:pt x="611" y="76"/>
                  </a:lnTo>
                  <a:lnTo>
                    <a:pt x="613" y="76"/>
                  </a:lnTo>
                  <a:lnTo>
                    <a:pt x="613" y="77"/>
                  </a:lnTo>
                  <a:lnTo>
                    <a:pt x="614" y="77"/>
                  </a:lnTo>
                  <a:lnTo>
                    <a:pt x="616" y="78"/>
                  </a:lnTo>
                  <a:lnTo>
                    <a:pt x="617" y="80"/>
                  </a:lnTo>
                  <a:lnTo>
                    <a:pt x="619" y="80"/>
                  </a:lnTo>
                  <a:lnTo>
                    <a:pt x="620" y="81"/>
                  </a:lnTo>
                  <a:lnTo>
                    <a:pt x="621" y="81"/>
                  </a:lnTo>
                  <a:lnTo>
                    <a:pt x="621" y="83"/>
                  </a:lnTo>
                  <a:lnTo>
                    <a:pt x="623" y="83"/>
                  </a:lnTo>
                  <a:lnTo>
                    <a:pt x="624" y="83"/>
                  </a:lnTo>
                  <a:lnTo>
                    <a:pt x="626" y="84"/>
                  </a:lnTo>
                  <a:lnTo>
                    <a:pt x="627" y="86"/>
                  </a:lnTo>
                  <a:lnTo>
                    <a:pt x="629" y="86"/>
                  </a:lnTo>
                  <a:lnTo>
                    <a:pt x="630" y="87"/>
                  </a:lnTo>
                  <a:lnTo>
                    <a:pt x="632" y="89"/>
                  </a:lnTo>
                  <a:lnTo>
                    <a:pt x="633" y="89"/>
                  </a:lnTo>
                  <a:lnTo>
                    <a:pt x="634" y="90"/>
                  </a:lnTo>
                  <a:lnTo>
                    <a:pt x="636" y="91"/>
                  </a:lnTo>
                  <a:lnTo>
                    <a:pt x="637" y="91"/>
                  </a:lnTo>
                  <a:lnTo>
                    <a:pt x="639" y="93"/>
                  </a:lnTo>
                  <a:lnTo>
                    <a:pt x="640" y="94"/>
                  </a:lnTo>
                  <a:lnTo>
                    <a:pt x="642" y="94"/>
                  </a:lnTo>
                  <a:lnTo>
                    <a:pt x="643" y="96"/>
                  </a:lnTo>
                  <a:lnTo>
                    <a:pt x="645" y="96"/>
                  </a:lnTo>
                  <a:lnTo>
                    <a:pt x="646" y="97"/>
                  </a:lnTo>
                  <a:lnTo>
                    <a:pt x="647" y="99"/>
                  </a:lnTo>
                  <a:lnTo>
                    <a:pt x="649" y="99"/>
                  </a:lnTo>
                  <a:lnTo>
                    <a:pt x="649" y="100"/>
                  </a:lnTo>
                  <a:lnTo>
                    <a:pt x="650" y="100"/>
                  </a:lnTo>
                  <a:lnTo>
                    <a:pt x="650" y="101"/>
                  </a:lnTo>
                  <a:lnTo>
                    <a:pt x="652" y="101"/>
                  </a:lnTo>
                  <a:lnTo>
                    <a:pt x="653" y="101"/>
                  </a:lnTo>
                  <a:lnTo>
                    <a:pt x="653" y="103"/>
                  </a:lnTo>
                  <a:lnTo>
                    <a:pt x="655" y="103"/>
                  </a:lnTo>
                  <a:lnTo>
                    <a:pt x="655" y="104"/>
                  </a:lnTo>
                  <a:lnTo>
                    <a:pt x="656" y="104"/>
                  </a:lnTo>
                  <a:lnTo>
                    <a:pt x="658" y="106"/>
                  </a:lnTo>
                  <a:lnTo>
                    <a:pt x="659" y="107"/>
                  </a:lnTo>
                  <a:lnTo>
                    <a:pt x="660" y="107"/>
                  </a:lnTo>
                  <a:lnTo>
                    <a:pt x="662" y="109"/>
                  </a:lnTo>
                  <a:lnTo>
                    <a:pt x="663" y="110"/>
                  </a:lnTo>
                  <a:lnTo>
                    <a:pt x="665" y="110"/>
                  </a:lnTo>
                  <a:lnTo>
                    <a:pt x="665" y="112"/>
                  </a:lnTo>
                  <a:lnTo>
                    <a:pt x="666" y="113"/>
                  </a:lnTo>
                  <a:lnTo>
                    <a:pt x="668" y="113"/>
                  </a:lnTo>
                  <a:lnTo>
                    <a:pt x="669" y="114"/>
                  </a:lnTo>
                  <a:lnTo>
                    <a:pt x="671" y="114"/>
                  </a:lnTo>
                  <a:lnTo>
                    <a:pt x="671" y="116"/>
                  </a:lnTo>
                  <a:lnTo>
                    <a:pt x="672" y="116"/>
                  </a:lnTo>
                  <a:lnTo>
                    <a:pt x="672" y="117"/>
                  </a:lnTo>
                  <a:lnTo>
                    <a:pt x="673" y="117"/>
                  </a:lnTo>
                  <a:lnTo>
                    <a:pt x="675" y="119"/>
                  </a:lnTo>
                  <a:lnTo>
                    <a:pt x="676" y="120"/>
                  </a:lnTo>
                  <a:lnTo>
                    <a:pt x="678" y="122"/>
                  </a:lnTo>
                  <a:lnTo>
                    <a:pt x="679" y="122"/>
                  </a:lnTo>
                  <a:lnTo>
                    <a:pt x="679" y="123"/>
                  </a:lnTo>
                  <a:lnTo>
                    <a:pt x="681" y="123"/>
                  </a:lnTo>
                  <a:lnTo>
                    <a:pt x="682" y="125"/>
                  </a:lnTo>
                  <a:lnTo>
                    <a:pt x="684" y="125"/>
                  </a:lnTo>
                  <a:lnTo>
                    <a:pt x="684" y="126"/>
                  </a:lnTo>
                  <a:lnTo>
                    <a:pt x="685" y="126"/>
                  </a:lnTo>
                  <a:lnTo>
                    <a:pt x="686" y="127"/>
                  </a:lnTo>
                  <a:lnTo>
                    <a:pt x="688" y="129"/>
                  </a:lnTo>
                  <a:lnTo>
                    <a:pt x="689" y="129"/>
                  </a:lnTo>
                  <a:lnTo>
                    <a:pt x="691" y="130"/>
                  </a:lnTo>
                  <a:lnTo>
                    <a:pt x="692" y="132"/>
                  </a:lnTo>
                  <a:lnTo>
                    <a:pt x="694" y="132"/>
                  </a:lnTo>
                  <a:lnTo>
                    <a:pt x="695" y="133"/>
                  </a:lnTo>
                  <a:lnTo>
                    <a:pt x="697" y="135"/>
                  </a:lnTo>
                  <a:lnTo>
                    <a:pt x="698" y="135"/>
                  </a:lnTo>
                  <a:lnTo>
                    <a:pt x="698" y="136"/>
                  </a:lnTo>
                  <a:lnTo>
                    <a:pt x="699" y="136"/>
                  </a:lnTo>
                  <a:lnTo>
                    <a:pt x="701" y="138"/>
                  </a:lnTo>
                  <a:lnTo>
                    <a:pt x="702" y="139"/>
                  </a:lnTo>
                  <a:lnTo>
                    <a:pt x="704" y="139"/>
                  </a:lnTo>
                  <a:lnTo>
                    <a:pt x="704" y="140"/>
                  </a:lnTo>
                  <a:lnTo>
                    <a:pt x="705" y="140"/>
                  </a:lnTo>
                  <a:lnTo>
                    <a:pt x="707" y="142"/>
                  </a:lnTo>
                  <a:lnTo>
                    <a:pt x="708" y="143"/>
                  </a:lnTo>
                  <a:lnTo>
                    <a:pt x="709" y="143"/>
                  </a:lnTo>
                  <a:lnTo>
                    <a:pt x="709" y="145"/>
                  </a:lnTo>
                  <a:lnTo>
                    <a:pt x="711" y="145"/>
                  </a:lnTo>
                  <a:lnTo>
                    <a:pt x="711" y="146"/>
                  </a:lnTo>
                  <a:lnTo>
                    <a:pt x="712" y="146"/>
                  </a:lnTo>
                  <a:lnTo>
                    <a:pt x="712" y="148"/>
                  </a:lnTo>
                  <a:lnTo>
                    <a:pt x="714" y="148"/>
                  </a:lnTo>
                  <a:lnTo>
                    <a:pt x="714" y="149"/>
                  </a:lnTo>
                  <a:lnTo>
                    <a:pt x="715" y="151"/>
                  </a:lnTo>
                  <a:lnTo>
                    <a:pt x="717" y="151"/>
                  </a:lnTo>
                  <a:lnTo>
                    <a:pt x="717" y="152"/>
                  </a:lnTo>
                  <a:lnTo>
                    <a:pt x="718" y="153"/>
                  </a:lnTo>
                  <a:lnTo>
                    <a:pt x="720" y="155"/>
                  </a:lnTo>
                  <a:lnTo>
                    <a:pt x="721" y="156"/>
                  </a:lnTo>
                  <a:lnTo>
                    <a:pt x="722" y="158"/>
                  </a:lnTo>
                  <a:lnTo>
                    <a:pt x="724" y="159"/>
                  </a:lnTo>
                  <a:lnTo>
                    <a:pt x="725" y="161"/>
                  </a:lnTo>
                  <a:lnTo>
                    <a:pt x="727" y="162"/>
                  </a:lnTo>
                  <a:lnTo>
                    <a:pt x="727" y="164"/>
                  </a:lnTo>
                  <a:lnTo>
                    <a:pt x="728" y="164"/>
                  </a:lnTo>
                  <a:lnTo>
                    <a:pt x="730" y="165"/>
                  </a:lnTo>
                  <a:lnTo>
                    <a:pt x="731" y="166"/>
                  </a:lnTo>
                  <a:lnTo>
                    <a:pt x="731" y="168"/>
                  </a:lnTo>
                  <a:lnTo>
                    <a:pt x="733" y="168"/>
                  </a:lnTo>
                  <a:lnTo>
                    <a:pt x="734" y="169"/>
                  </a:lnTo>
                  <a:lnTo>
                    <a:pt x="734" y="171"/>
                  </a:lnTo>
                  <a:lnTo>
                    <a:pt x="735" y="171"/>
                  </a:lnTo>
                  <a:lnTo>
                    <a:pt x="735" y="172"/>
                  </a:lnTo>
                  <a:lnTo>
                    <a:pt x="737" y="172"/>
                  </a:lnTo>
                  <a:lnTo>
                    <a:pt x="737" y="174"/>
                  </a:lnTo>
                  <a:lnTo>
                    <a:pt x="738" y="175"/>
                  </a:lnTo>
                  <a:lnTo>
                    <a:pt x="740" y="175"/>
                  </a:lnTo>
                  <a:lnTo>
                    <a:pt x="740" y="177"/>
                  </a:lnTo>
                  <a:lnTo>
                    <a:pt x="741" y="178"/>
                  </a:lnTo>
                  <a:lnTo>
                    <a:pt x="743" y="179"/>
                  </a:lnTo>
                  <a:lnTo>
                    <a:pt x="743" y="181"/>
                  </a:lnTo>
                  <a:lnTo>
                    <a:pt x="744" y="181"/>
                  </a:lnTo>
                  <a:lnTo>
                    <a:pt x="746" y="182"/>
                  </a:lnTo>
                  <a:lnTo>
                    <a:pt x="746" y="184"/>
                  </a:lnTo>
                  <a:lnTo>
                    <a:pt x="747" y="185"/>
                  </a:lnTo>
                  <a:lnTo>
                    <a:pt x="748" y="187"/>
                  </a:lnTo>
                  <a:lnTo>
                    <a:pt x="750" y="188"/>
                  </a:lnTo>
                  <a:lnTo>
                    <a:pt x="751" y="190"/>
                  </a:lnTo>
                  <a:lnTo>
                    <a:pt x="753" y="191"/>
                  </a:lnTo>
                  <a:lnTo>
                    <a:pt x="754" y="192"/>
                  </a:lnTo>
                  <a:lnTo>
                    <a:pt x="756" y="194"/>
                  </a:lnTo>
                  <a:lnTo>
                    <a:pt x="757" y="197"/>
                  </a:lnTo>
                  <a:lnTo>
                    <a:pt x="759" y="198"/>
                  </a:lnTo>
                  <a:lnTo>
                    <a:pt x="760" y="200"/>
                  </a:lnTo>
                  <a:lnTo>
                    <a:pt x="761" y="202"/>
                  </a:lnTo>
                  <a:lnTo>
                    <a:pt x="763" y="204"/>
                  </a:lnTo>
                  <a:lnTo>
                    <a:pt x="764" y="205"/>
                  </a:lnTo>
                  <a:lnTo>
                    <a:pt x="766" y="207"/>
                  </a:lnTo>
                  <a:lnTo>
                    <a:pt x="766" y="208"/>
                  </a:lnTo>
                  <a:lnTo>
                    <a:pt x="767" y="210"/>
                  </a:lnTo>
                  <a:lnTo>
                    <a:pt x="769" y="211"/>
                  </a:lnTo>
                  <a:lnTo>
                    <a:pt x="770" y="211"/>
                  </a:lnTo>
                  <a:lnTo>
                    <a:pt x="770" y="213"/>
                  </a:lnTo>
                  <a:lnTo>
                    <a:pt x="772" y="214"/>
                  </a:lnTo>
                  <a:lnTo>
                    <a:pt x="772" y="215"/>
                  </a:lnTo>
                  <a:lnTo>
                    <a:pt x="773" y="217"/>
                  </a:lnTo>
                  <a:lnTo>
                    <a:pt x="774" y="217"/>
                  </a:lnTo>
                  <a:lnTo>
                    <a:pt x="774" y="218"/>
                  </a:lnTo>
                  <a:lnTo>
                    <a:pt x="776" y="220"/>
                  </a:lnTo>
                  <a:lnTo>
                    <a:pt x="776" y="221"/>
                  </a:lnTo>
                  <a:lnTo>
                    <a:pt x="777" y="223"/>
                  </a:lnTo>
                  <a:lnTo>
                    <a:pt x="779" y="223"/>
                  </a:lnTo>
                  <a:lnTo>
                    <a:pt x="779" y="224"/>
                  </a:lnTo>
                  <a:lnTo>
                    <a:pt x="780" y="226"/>
                  </a:lnTo>
                  <a:lnTo>
                    <a:pt x="782" y="227"/>
                  </a:lnTo>
                  <a:lnTo>
                    <a:pt x="782" y="228"/>
                  </a:lnTo>
                  <a:lnTo>
                    <a:pt x="783" y="230"/>
                  </a:lnTo>
                  <a:lnTo>
                    <a:pt x="785" y="231"/>
                  </a:lnTo>
                  <a:lnTo>
                    <a:pt x="786" y="233"/>
                  </a:lnTo>
                  <a:lnTo>
                    <a:pt x="787" y="236"/>
                  </a:lnTo>
                  <a:lnTo>
                    <a:pt x="789" y="237"/>
                  </a:lnTo>
                  <a:lnTo>
                    <a:pt x="790" y="239"/>
                  </a:lnTo>
                  <a:lnTo>
                    <a:pt x="792" y="241"/>
                  </a:lnTo>
                  <a:lnTo>
                    <a:pt x="793" y="243"/>
                  </a:lnTo>
                  <a:lnTo>
                    <a:pt x="795" y="246"/>
                  </a:lnTo>
                  <a:lnTo>
                    <a:pt x="796" y="249"/>
                  </a:lnTo>
                  <a:lnTo>
                    <a:pt x="798" y="250"/>
                  </a:lnTo>
                  <a:lnTo>
                    <a:pt x="799" y="252"/>
                  </a:lnTo>
                  <a:lnTo>
                    <a:pt x="800" y="253"/>
                  </a:lnTo>
                  <a:lnTo>
                    <a:pt x="802" y="256"/>
                  </a:lnTo>
                  <a:lnTo>
                    <a:pt x="802" y="257"/>
                  </a:lnTo>
                  <a:lnTo>
                    <a:pt x="803" y="259"/>
                  </a:lnTo>
                  <a:lnTo>
                    <a:pt x="805" y="260"/>
                  </a:lnTo>
                  <a:lnTo>
                    <a:pt x="806" y="262"/>
                  </a:lnTo>
                  <a:lnTo>
                    <a:pt x="806" y="263"/>
                  </a:lnTo>
                  <a:lnTo>
                    <a:pt x="808" y="265"/>
                  </a:lnTo>
                  <a:lnTo>
                    <a:pt x="809" y="265"/>
                  </a:lnTo>
                  <a:lnTo>
                    <a:pt x="809" y="266"/>
                  </a:lnTo>
                  <a:lnTo>
                    <a:pt x="810" y="267"/>
                  </a:lnTo>
                  <a:lnTo>
                    <a:pt x="810" y="269"/>
                  </a:lnTo>
                  <a:lnTo>
                    <a:pt x="812" y="270"/>
                  </a:lnTo>
                  <a:lnTo>
                    <a:pt x="813" y="272"/>
                  </a:lnTo>
                  <a:lnTo>
                    <a:pt x="815" y="273"/>
                  </a:lnTo>
                  <a:lnTo>
                    <a:pt x="815" y="275"/>
                  </a:lnTo>
                  <a:lnTo>
                    <a:pt x="816" y="276"/>
                  </a:lnTo>
                  <a:lnTo>
                    <a:pt x="818" y="278"/>
                  </a:lnTo>
                  <a:lnTo>
                    <a:pt x="819" y="279"/>
                  </a:lnTo>
                  <a:lnTo>
                    <a:pt x="819" y="280"/>
                  </a:lnTo>
                  <a:lnTo>
                    <a:pt x="821" y="282"/>
                  </a:lnTo>
                  <a:lnTo>
                    <a:pt x="822" y="285"/>
                  </a:lnTo>
                  <a:lnTo>
                    <a:pt x="823" y="286"/>
                  </a:lnTo>
                  <a:lnTo>
                    <a:pt x="825" y="288"/>
                  </a:lnTo>
                  <a:lnTo>
                    <a:pt x="826" y="291"/>
                  </a:lnTo>
                  <a:lnTo>
                    <a:pt x="828" y="292"/>
                  </a:lnTo>
                  <a:lnTo>
                    <a:pt x="829" y="295"/>
                  </a:lnTo>
                  <a:lnTo>
                    <a:pt x="831" y="298"/>
                  </a:lnTo>
                  <a:lnTo>
                    <a:pt x="834" y="299"/>
                  </a:lnTo>
                  <a:lnTo>
                    <a:pt x="835" y="302"/>
                  </a:lnTo>
                  <a:lnTo>
                    <a:pt x="836" y="304"/>
                  </a:lnTo>
                  <a:lnTo>
                    <a:pt x="838" y="305"/>
                  </a:lnTo>
                  <a:lnTo>
                    <a:pt x="838" y="306"/>
                  </a:lnTo>
                  <a:lnTo>
                    <a:pt x="839" y="309"/>
                  </a:lnTo>
                  <a:lnTo>
                    <a:pt x="841" y="311"/>
                  </a:lnTo>
                  <a:lnTo>
                    <a:pt x="842" y="312"/>
                  </a:lnTo>
                  <a:lnTo>
                    <a:pt x="842" y="314"/>
                  </a:lnTo>
                  <a:lnTo>
                    <a:pt x="844" y="315"/>
                  </a:lnTo>
                  <a:lnTo>
                    <a:pt x="845" y="315"/>
                  </a:lnTo>
                  <a:lnTo>
                    <a:pt x="845" y="316"/>
                  </a:lnTo>
                  <a:lnTo>
                    <a:pt x="847" y="318"/>
                  </a:lnTo>
                  <a:lnTo>
                    <a:pt x="847" y="319"/>
                  </a:lnTo>
                  <a:lnTo>
                    <a:pt x="848" y="321"/>
                  </a:lnTo>
                  <a:lnTo>
                    <a:pt x="849" y="322"/>
                  </a:lnTo>
                  <a:lnTo>
                    <a:pt x="849" y="324"/>
                  </a:lnTo>
                  <a:lnTo>
                    <a:pt x="851" y="325"/>
                  </a:lnTo>
                  <a:lnTo>
                    <a:pt x="851" y="327"/>
                  </a:lnTo>
                  <a:lnTo>
                    <a:pt x="852" y="327"/>
                  </a:lnTo>
                  <a:lnTo>
                    <a:pt x="852" y="328"/>
                  </a:lnTo>
                  <a:lnTo>
                    <a:pt x="854" y="329"/>
                  </a:lnTo>
                  <a:lnTo>
                    <a:pt x="855" y="331"/>
                  </a:lnTo>
                  <a:lnTo>
                    <a:pt x="855" y="332"/>
                  </a:lnTo>
                  <a:lnTo>
                    <a:pt x="857" y="334"/>
                  </a:lnTo>
                  <a:lnTo>
                    <a:pt x="857" y="335"/>
                  </a:lnTo>
                  <a:lnTo>
                    <a:pt x="858" y="337"/>
                  </a:lnTo>
                  <a:lnTo>
                    <a:pt x="860" y="338"/>
                  </a:lnTo>
                  <a:lnTo>
                    <a:pt x="860" y="341"/>
                  </a:lnTo>
                  <a:lnTo>
                    <a:pt x="861" y="34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4" name="Freeform 139">
              <a:extLst>
                <a:ext uri="{FF2B5EF4-FFF2-40B4-BE49-F238E27FC236}">
                  <a16:creationId xmlns:a16="http://schemas.microsoft.com/office/drawing/2014/main" id="{5DF243FB-DA2A-472C-8217-75A1935BA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175" y="4840288"/>
              <a:ext cx="684213" cy="273050"/>
            </a:xfrm>
            <a:custGeom>
              <a:avLst/>
              <a:gdLst>
                <a:gd name="T0" fmla="*/ 2147483646 w 861"/>
                <a:gd name="T1" fmla="*/ 2147483646 h 343"/>
                <a:gd name="T2" fmla="*/ 2147483646 w 861"/>
                <a:gd name="T3" fmla="*/ 2147483646 h 343"/>
                <a:gd name="T4" fmla="*/ 2147483646 w 861"/>
                <a:gd name="T5" fmla="*/ 2147483646 h 343"/>
                <a:gd name="T6" fmla="*/ 2147483646 w 861"/>
                <a:gd name="T7" fmla="*/ 2147483646 h 343"/>
                <a:gd name="T8" fmla="*/ 2147483646 w 861"/>
                <a:gd name="T9" fmla="*/ 2147483646 h 343"/>
                <a:gd name="T10" fmla="*/ 2147483646 w 861"/>
                <a:gd name="T11" fmla="*/ 2147483646 h 343"/>
                <a:gd name="T12" fmla="*/ 2147483646 w 861"/>
                <a:gd name="T13" fmla="*/ 2147483646 h 343"/>
                <a:gd name="T14" fmla="*/ 2147483646 w 861"/>
                <a:gd name="T15" fmla="*/ 2147483646 h 343"/>
                <a:gd name="T16" fmla="*/ 2147483646 w 861"/>
                <a:gd name="T17" fmla="*/ 2147483646 h 343"/>
                <a:gd name="T18" fmla="*/ 2147483646 w 861"/>
                <a:gd name="T19" fmla="*/ 2147483646 h 343"/>
                <a:gd name="T20" fmla="*/ 2147483646 w 861"/>
                <a:gd name="T21" fmla="*/ 2147483646 h 343"/>
                <a:gd name="T22" fmla="*/ 2147483646 w 861"/>
                <a:gd name="T23" fmla="*/ 2147483646 h 343"/>
                <a:gd name="T24" fmla="*/ 2147483646 w 861"/>
                <a:gd name="T25" fmla="*/ 2147483646 h 343"/>
                <a:gd name="T26" fmla="*/ 2147483646 w 861"/>
                <a:gd name="T27" fmla="*/ 2147483646 h 343"/>
                <a:gd name="T28" fmla="*/ 2147483646 w 861"/>
                <a:gd name="T29" fmla="*/ 2147483646 h 343"/>
                <a:gd name="T30" fmla="*/ 2147483646 w 861"/>
                <a:gd name="T31" fmla="*/ 2147483646 h 343"/>
                <a:gd name="T32" fmla="*/ 2147483646 w 861"/>
                <a:gd name="T33" fmla="*/ 2147483646 h 343"/>
                <a:gd name="T34" fmla="*/ 2147483646 w 861"/>
                <a:gd name="T35" fmla="*/ 2147483646 h 343"/>
                <a:gd name="T36" fmla="*/ 2147483646 w 861"/>
                <a:gd name="T37" fmla="*/ 2147483646 h 343"/>
                <a:gd name="T38" fmla="*/ 2147483646 w 861"/>
                <a:gd name="T39" fmla="*/ 2147483646 h 343"/>
                <a:gd name="T40" fmla="*/ 2147483646 w 861"/>
                <a:gd name="T41" fmla="*/ 2147483646 h 343"/>
                <a:gd name="T42" fmla="*/ 2147483646 w 861"/>
                <a:gd name="T43" fmla="*/ 2147483646 h 343"/>
                <a:gd name="T44" fmla="*/ 2147483646 w 861"/>
                <a:gd name="T45" fmla="*/ 2147483646 h 343"/>
                <a:gd name="T46" fmla="*/ 2147483646 w 861"/>
                <a:gd name="T47" fmla="*/ 2147483646 h 343"/>
                <a:gd name="T48" fmla="*/ 2147483646 w 861"/>
                <a:gd name="T49" fmla="*/ 2147483646 h 343"/>
                <a:gd name="T50" fmla="*/ 2147483646 w 861"/>
                <a:gd name="T51" fmla="*/ 2147483646 h 343"/>
                <a:gd name="T52" fmla="*/ 2147483646 w 861"/>
                <a:gd name="T53" fmla="*/ 2147483646 h 343"/>
                <a:gd name="T54" fmla="*/ 2147483646 w 861"/>
                <a:gd name="T55" fmla="*/ 2147483646 h 343"/>
                <a:gd name="T56" fmla="*/ 2147483646 w 861"/>
                <a:gd name="T57" fmla="*/ 2147483646 h 343"/>
                <a:gd name="T58" fmla="*/ 2147483646 w 861"/>
                <a:gd name="T59" fmla="*/ 2147483646 h 343"/>
                <a:gd name="T60" fmla="*/ 2147483646 w 861"/>
                <a:gd name="T61" fmla="*/ 2147483646 h 343"/>
                <a:gd name="T62" fmla="*/ 2147483646 w 861"/>
                <a:gd name="T63" fmla="*/ 2147483646 h 343"/>
                <a:gd name="T64" fmla="*/ 2147483646 w 861"/>
                <a:gd name="T65" fmla="*/ 2147483646 h 343"/>
                <a:gd name="T66" fmla="*/ 2147483646 w 861"/>
                <a:gd name="T67" fmla="*/ 2147483646 h 343"/>
                <a:gd name="T68" fmla="*/ 2147483646 w 861"/>
                <a:gd name="T69" fmla="*/ 2147483646 h 343"/>
                <a:gd name="T70" fmla="*/ 2147483646 w 861"/>
                <a:gd name="T71" fmla="*/ 2147483646 h 343"/>
                <a:gd name="T72" fmla="*/ 2147483646 w 861"/>
                <a:gd name="T73" fmla="*/ 2147483646 h 343"/>
                <a:gd name="T74" fmla="*/ 2147483646 w 861"/>
                <a:gd name="T75" fmla="*/ 2147483646 h 343"/>
                <a:gd name="T76" fmla="*/ 2147483646 w 861"/>
                <a:gd name="T77" fmla="*/ 2147483646 h 343"/>
                <a:gd name="T78" fmla="*/ 2147483646 w 861"/>
                <a:gd name="T79" fmla="*/ 2147483646 h 343"/>
                <a:gd name="T80" fmla="*/ 2147483646 w 861"/>
                <a:gd name="T81" fmla="*/ 2147483646 h 343"/>
                <a:gd name="T82" fmla="*/ 2147483646 w 861"/>
                <a:gd name="T83" fmla="*/ 2147483646 h 343"/>
                <a:gd name="T84" fmla="*/ 2147483646 w 861"/>
                <a:gd name="T85" fmla="*/ 2147483646 h 343"/>
                <a:gd name="T86" fmla="*/ 2147483646 w 861"/>
                <a:gd name="T87" fmla="*/ 2147483646 h 343"/>
                <a:gd name="T88" fmla="*/ 2147483646 w 861"/>
                <a:gd name="T89" fmla="*/ 2147483646 h 343"/>
                <a:gd name="T90" fmla="*/ 2147483646 w 861"/>
                <a:gd name="T91" fmla="*/ 2147483646 h 343"/>
                <a:gd name="T92" fmla="*/ 2147483646 w 861"/>
                <a:gd name="T93" fmla="*/ 2147483646 h 343"/>
                <a:gd name="T94" fmla="*/ 2147483646 w 861"/>
                <a:gd name="T95" fmla="*/ 2147483646 h 343"/>
                <a:gd name="T96" fmla="*/ 2147483646 w 861"/>
                <a:gd name="T97" fmla="*/ 2147483646 h 343"/>
                <a:gd name="T98" fmla="*/ 2147483646 w 861"/>
                <a:gd name="T99" fmla="*/ 2147483646 h 343"/>
                <a:gd name="T100" fmla="*/ 2147483646 w 861"/>
                <a:gd name="T101" fmla="*/ 2147483646 h 343"/>
                <a:gd name="T102" fmla="*/ 2147483646 w 861"/>
                <a:gd name="T103" fmla="*/ 2147483646 h 343"/>
                <a:gd name="T104" fmla="*/ 2147483646 w 861"/>
                <a:gd name="T105" fmla="*/ 2147483646 h 343"/>
                <a:gd name="T106" fmla="*/ 2147483646 w 861"/>
                <a:gd name="T107" fmla="*/ 2147483646 h 343"/>
                <a:gd name="T108" fmla="*/ 2147483646 w 861"/>
                <a:gd name="T109" fmla="*/ 2147483646 h 343"/>
                <a:gd name="T110" fmla="*/ 2147483646 w 861"/>
                <a:gd name="T111" fmla="*/ 2147483646 h 343"/>
                <a:gd name="T112" fmla="*/ 2147483646 w 861"/>
                <a:gd name="T113" fmla="*/ 2147483646 h 343"/>
                <a:gd name="T114" fmla="*/ 2147483646 w 861"/>
                <a:gd name="T115" fmla="*/ 2147483646 h 343"/>
                <a:gd name="T116" fmla="*/ 2147483646 w 861"/>
                <a:gd name="T117" fmla="*/ 2147483646 h 343"/>
                <a:gd name="T118" fmla="*/ 2147483646 w 861"/>
                <a:gd name="T119" fmla="*/ 2147483646 h 343"/>
                <a:gd name="T120" fmla="*/ 2147483646 w 861"/>
                <a:gd name="T121" fmla="*/ 2147483646 h 34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3"/>
                <a:gd name="T185" fmla="*/ 861 w 861"/>
                <a:gd name="T186" fmla="*/ 343 h 34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3">
                  <a:moveTo>
                    <a:pt x="0" y="343"/>
                  </a:moveTo>
                  <a:lnTo>
                    <a:pt x="33" y="343"/>
                  </a:lnTo>
                  <a:lnTo>
                    <a:pt x="63" y="343"/>
                  </a:lnTo>
                  <a:lnTo>
                    <a:pt x="92" y="343"/>
                  </a:lnTo>
                  <a:lnTo>
                    <a:pt x="119" y="343"/>
                  </a:lnTo>
                  <a:lnTo>
                    <a:pt x="144" y="343"/>
                  </a:lnTo>
                  <a:lnTo>
                    <a:pt x="167" y="343"/>
                  </a:lnTo>
                  <a:lnTo>
                    <a:pt x="189" y="343"/>
                  </a:lnTo>
                  <a:lnTo>
                    <a:pt x="209" y="343"/>
                  </a:lnTo>
                  <a:lnTo>
                    <a:pt x="228" y="343"/>
                  </a:lnTo>
                  <a:lnTo>
                    <a:pt x="245" y="343"/>
                  </a:lnTo>
                  <a:lnTo>
                    <a:pt x="261" y="343"/>
                  </a:lnTo>
                  <a:lnTo>
                    <a:pt x="275" y="343"/>
                  </a:lnTo>
                  <a:lnTo>
                    <a:pt x="288" y="343"/>
                  </a:lnTo>
                  <a:lnTo>
                    <a:pt x="300" y="343"/>
                  </a:lnTo>
                  <a:lnTo>
                    <a:pt x="310" y="343"/>
                  </a:lnTo>
                  <a:lnTo>
                    <a:pt x="320" y="343"/>
                  </a:lnTo>
                  <a:lnTo>
                    <a:pt x="329" y="343"/>
                  </a:lnTo>
                  <a:lnTo>
                    <a:pt x="336" y="343"/>
                  </a:lnTo>
                  <a:lnTo>
                    <a:pt x="343" y="343"/>
                  </a:lnTo>
                  <a:lnTo>
                    <a:pt x="349" y="343"/>
                  </a:lnTo>
                  <a:lnTo>
                    <a:pt x="355" y="342"/>
                  </a:lnTo>
                  <a:lnTo>
                    <a:pt x="359" y="342"/>
                  </a:lnTo>
                  <a:lnTo>
                    <a:pt x="363" y="342"/>
                  </a:lnTo>
                  <a:lnTo>
                    <a:pt x="368" y="342"/>
                  </a:lnTo>
                  <a:lnTo>
                    <a:pt x="370" y="342"/>
                  </a:lnTo>
                  <a:lnTo>
                    <a:pt x="373" y="342"/>
                  </a:lnTo>
                  <a:lnTo>
                    <a:pt x="376" y="342"/>
                  </a:lnTo>
                  <a:lnTo>
                    <a:pt x="379" y="342"/>
                  </a:lnTo>
                  <a:lnTo>
                    <a:pt x="381" y="342"/>
                  </a:lnTo>
                  <a:lnTo>
                    <a:pt x="383" y="342"/>
                  </a:lnTo>
                  <a:lnTo>
                    <a:pt x="385" y="342"/>
                  </a:lnTo>
                  <a:lnTo>
                    <a:pt x="388" y="342"/>
                  </a:lnTo>
                  <a:lnTo>
                    <a:pt x="391" y="342"/>
                  </a:lnTo>
                  <a:lnTo>
                    <a:pt x="392" y="340"/>
                  </a:lnTo>
                  <a:lnTo>
                    <a:pt x="395" y="340"/>
                  </a:lnTo>
                  <a:lnTo>
                    <a:pt x="396" y="340"/>
                  </a:lnTo>
                  <a:lnTo>
                    <a:pt x="398" y="340"/>
                  </a:lnTo>
                  <a:lnTo>
                    <a:pt x="401" y="340"/>
                  </a:lnTo>
                  <a:lnTo>
                    <a:pt x="402" y="340"/>
                  </a:lnTo>
                  <a:lnTo>
                    <a:pt x="404" y="340"/>
                  </a:lnTo>
                  <a:lnTo>
                    <a:pt x="405" y="340"/>
                  </a:lnTo>
                  <a:lnTo>
                    <a:pt x="407" y="340"/>
                  </a:lnTo>
                  <a:lnTo>
                    <a:pt x="408" y="340"/>
                  </a:lnTo>
                  <a:lnTo>
                    <a:pt x="409" y="340"/>
                  </a:lnTo>
                  <a:lnTo>
                    <a:pt x="411" y="340"/>
                  </a:lnTo>
                  <a:lnTo>
                    <a:pt x="412" y="339"/>
                  </a:lnTo>
                  <a:lnTo>
                    <a:pt x="414" y="339"/>
                  </a:lnTo>
                  <a:lnTo>
                    <a:pt x="415" y="339"/>
                  </a:lnTo>
                  <a:lnTo>
                    <a:pt x="417" y="339"/>
                  </a:lnTo>
                  <a:lnTo>
                    <a:pt x="418" y="339"/>
                  </a:lnTo>
                  <a:lnTo>
                    <a:pt x="419" y="339"/>
                  </a:lnTo>
                  <a:lnTo>
                    <a:pt x="421" y="339"/>
                  </a:lnTo>
                  <a:lnTo>
                    <a:pt x="422" y="338"/>
                  </a:lnTo>
                  <a:lnTo>
                    <a:pt x="424" y="338"/>
                  </a:lnTo>
                  <a:lnTo>
                    <a:pt x="425" y="338"/>
                  </a:lnTo>
                  <a:lnTo>
                    <a:pt x="428" y="338"/>
                  </a:lnTo>
                  <a:lnTo>
                    <a:pt x="430" y="338"/>
                  </a:lnTo>
                  <a:lnTo>
                    <a:pt x="431" y="338"/>
                  </a:lnTo>
                  <a:lnTo>
                    <a:pt x="432" y="338"/>
                  </a:lnTo>
                  <a:lnTo>
                    <a:pt x="435" y="336"/>
                  </a:lnTo>
                  <a:lnTo>
                    <a:pt x="437" y="336"/>
                  </a:lnTo>
                  <a:lnTo>
                    <a:pt x="440" y="336"/>
                  </a:lnTo>
                  <a:lnTo>
                    <a:pt x="441" y="336"/>
                  </a:lnTo>
                  <a:lnTo>
                    <a:pt x="444" y="335"/>
                  </a:lnTo>
                  <a:lnTo>
                    <a:pt x="445" y="335"/>
                  </a:lnTo>
                  <a:lnTo>
                    <a:pt x="448" y="335"/>
                  </a:lnTo>
                  <a:lnTo>
                    <a:pt x="450" y="335"/>
                  </a:lnTo>
                  <a:lnTo>
                    <a:pt x="451" y="335"/>
                  </a:lnTo>
                  <a:lnTo>
                    <a:pt x="453" y="335"/>
                  </a:lnTo>
                  <a:lnTo>
                    <a:pt x="454" y="333"/>
                  </a:lnTo>
                  <a:lnTo>
                    <a:pt x="456" y="333"/>
                  </a:lnTo>
                  <a:lnTo>
                    <a:pt x="457" y="333"/>
                  </a:lnTo>
                  <a:lnTo>
                    <a:pt x="458" y="333"/>
                  </a:lnTo>
                  <a:lnTo>
                    <a:pt x="460" y="333"/>
                  </a:lnTo>
                  <a:lnTo>
                    <a:pt x="461" y="333"/>
                  </a:lnTo>
                  <a:lnTo>
                    <a:pt x="463" y="332"/>
                  </a:lnTo>
                  <a:lnTo>
                    <a:pt x="464" y="332"/>
                  </a:lnTo>
                  <a:lnTo>
                    <a:pt x="466" y="332"/>
                  </a:lnTo>
                  <a:lnTo>
                    <a:pt x="467" y="330"/>
                  </a:lnTo>
                  <a:lnTo>
                    <a:pt x="469" y="330"/>
                  </a:lnTo>
                  <a:lnTo>
                    <a:pt x="470" y="330"/>
                  </a:lnTo>
                  <a:lnTo>
                    <a:pt x="471" y="330"/>
                  </a:lnTo>
                  <a:lnTo>
                    <a:pt x="473" y="329"/>
                  </a:lnTo>
                  <a:lnTo>
                    <a:pt x="474" y="329"/>
                  </a:lnTo>
                  <a:lnTo>
                    <a:pt x="476" y="329"/>
                  </a:lnTo>
                  <a:lnTo>
                    <a:pt x="479" y="327"/>
                  </a:lnTo>
                  <a:lnTo>
                    <a:pt x="480" y="327"/>
                  </a:lnTo>
                  <a:lnTo>
                    <a:pt x="482" y="327"/>
                  </a:lnTo>
                  <a:lnTo>
                    <a:pt x="484" y="326"/>
                  </a:lnTo>
                  <a:lnTo>
                    <a:pt x="486" y="326"/>
                  </a:lnTo>
                  <a:lnTo>
                    <a:pt x="489" y="325"/>
                  </a:lnTo>
                  <a:lnTo>
                    <a:pt x="490" y="325"/>
                  </a:lnTo>
                  <a:lnTo>
                    <a:pt x="493" y="323"/>
                  </a:lnTo>
                  <a:lnTo>
                    <a:pt x="496" y="322"/>
                  </a:lnTo>
                  <a:lnTo>
                    <a:pt x="499" y="322"/>
                  </a:lnTo>
                  <a:lnTo>
                    <a:pt x="500" y="320"/>
                  </a:lnTo>
                  <a:lnTo>
                    <a:pt x="503" y="320"/>
                  </a:lnTo>
                  <a:lnTo>
                    <a:pt x="505" y="320"/>
                  </a:lnTo>
                  <a:lnTo>
                    <a:pt x="508" y="319"/>
                  </a:lnTo>
                  <a:lnTo>
                    <a:pt x="509" y="319"/>
                  </a:lnTo>
                  <a:lnTo>
                    <a:pt x="510" y="317"/>
                  </a:lnTo>
                  <a:lnTo>
                    <a:pt x="512" y="317"/>
                  </a:lnTo>
                  <a:lnTo>
                    <a:pt x="513" y="317"/>
                  </a:lnTo>
                  <a:lnTo>
                    <a:pt x="515" y="316"/>
                  </a:lnTo>
                  <a:lnTo>
                    <a:pt x="516" y="316"/>
                  </a:lnTo>
                  <a:lnTo>
                    <a:pt x="518" y="316"/>
                  </a:lnTo>
                  <a:lnTo>
                    <a:pt x="519" y="314"/>
                  </a:lnTo>
                  <a:lnTo>
                    <a:pt x="520" y="314"/>
                  </a:lnTo>
                  <a:lnTo>
                    <a:pt x="522" y="314"/>
                  </a:lnTo>
                  <a:lnTo>
                    <a:pt x="523" y="313"/>
                  </a:lnTo>
                  <a:lnTo>
                    <a:pt x="525" y="313"/>
                  </a:lnTo>
                  <a:lnTo>
                    <a:pt x="526" y="312"/>
                  </a:lnTo>
                  <a:lnTo>
                    <a:pt x="528" y="312"/>
                  </a:lnTo>
                  <a:lnTo>
                    <a:pt x="529" y="310"/>
                  </a:lnTo>
                  <a:lnTo>
                    <a:pt x="531" y="310"/>
                  </a:lnTo>
                  <a:lnTo>
                    <a:pt x="532" y="309"/>
                  </a:lnTo>
                  <a:lnTo>
                    <a:pt x="533" y="309"/>
                  </a:lnTo>
                  <a:lnTo>
                    <a:pt x="535" y="307"/>
                  </a:lnTo>
                  <a:lnTo>
                    <a:pt x="538" y="307"/>
                  </a:lnTo>
                  <a:lnTo>
                    <a:pt x="539" y="306"/>
                  </a:lnTo>
                  <a:lnTo>
                    <a:pt x="541" y="304"/>
                  </a:lnTo>
                  <a:lnTo>
                    <a:pt x="544" y="304"/>
                  </a:lnTo>
                  <a:lnTo>
                    <a:pt x="545" y="303"/>
                  </a:lnTo>
                  <a:lnTo>
                    <a:pt x="548" y="301"/>
                  </a:lnTo>
                  <a:lnTo>
                    <a:pt x="549" y="300"/>
                  </a:lnTo>
                  <a:lnTo>
                    <a:pt x="552" y="300"/>
                  </a:lnTo>
                  <a:lnTo>
                    <a:pt x="554" y="299"/>
                  </a:lnTo>
                  <a:lnTo>
                    <a:pt x="557" y="297"/>
                  </a:lnTo>
                  <a:lnTo>
                    <a:pt x="558" y="297"/>
                  </a:lnTo>
                  <a:lnTo>
                    <a:pt x="559" y="296"/>
                  </a:lnTo>
                  <a:lnTo>
                    <a:pt x="561" y="294"/>
                  </a:lnTo>
                  <a:lnTo>
                    <a:pt x="562" y="294"/>
                  </a:lnTo>
                  <a:lnTo>
                    <a:pt x="564" y="293"/>
                  </a:lnTo>
                  <a:lnTo>
                    <a:pt x="565" y="293"/>
                  </a:lnTo>
                  <a:lnTo>
                    <a:pt x="567" y="293"/>
                  </a:lnTo>
                  <a:lnTo>
                    <a:pt x="568" y="291"/>
                  </a:lnTo>
                  <a:lnTo>
                    <a:pt x="570" y="291"/>
                  </a:lnTo>
                  <a:lnTo>
                    <a:pt x="570" y="290"/>
                  </a:lnTo>
                  <a:lnTo>
                    <a:pt x="571" y="290"/>
                  </a:lnTo>
                  <a:lnTo>
                    <a:pt x="572" y="289"/>
                  </a:lnTo>
                  <a:lnTo>
                    <a:pt x="574" y="289"/>
                  </a:lnTo>
                  <a:lnTo>
                    <a:pt x="575" y="289"/>
                  </a:lnTo>
                  <a:lnTo>
                    <a:pt x="575" y="287"/>
                  </a:lnTo>
                  <a:lnTo>
                    <a:pt x="577" y="287"/>
                  </a:lnTo>
                  <a:lnTo>
                    <a:pt x="578" y="286"/>
                  </a:lnTo>
                  <a:lnTo>
                    <a:pt x="580" y="286"/>
                  </a:lnTo>
                  <a:lnTo>
                    <a:pt x="581" y="284"/>
                  </a:lnTo>
                  <a:lnTo>
                    <a:pt x="583" y="284"/>
                  </a:lnTo>
                  <a:lnTo>
                    <a:pt x="584" y="283"/>
                  </a:lnTo>
                  <a:lnTo>
                    <a:pt x="585" y="283"/>
                  </a:lnTo>
                  <a:lnTo>
                    <a:pt x="587" y="281"/>
                  </a:lnTo>
                  <a:lnTo>
                    <a:pt x="588" y="281"/>
                  </a:lnTo>
                  <a:lnTo>
                    <a:pt x="590" y="280"/>
                  </a:lnTo>
                  <a:lnTo>
                    <a:pt x="591" y="278"/>
                  </a:lnTo>
                  <a:lnTo>
                    <a:pt x="593" y="277"/>
                  </a:lnTo>
                  <a:lnTo>
                    <a:pt x="596" y="277"/>
                  </a:lnTo>
                  <a:lnTo>
                    <a:pt x="597" y="276"/>
                  </a:lnTo>
                  <a:lnTo>
                    <a:pt x="600" y="274"/>
                  </a:lnTo>
                  <a:lnTo>
                    <a:pt x="601" y="273"/>
                  </a:lnTo>
                  <a:lnTo>
                    <a:pt x="603" y="273"/>
                  </a:lnTo>
                  <a:lnTo>
                    <a:pt x="604" y="271"/>
                  </a:lnTo>
                  <a:lnTo>
                    <a:pt x="606" y="271"/>
                  </a:lnTo>
                  <a:lnTo>
                    <a:pt x="607" y="270"/>
                  </a:lnTo>
                  <a:lnTo>
                    <a:pt x="608" y="268"/>
                  </a:lnTo>
                  <a:lnTo>
                    <a:pt x="610" y="268"/>
                  </a:lnTo>
                  <a:lnTo>
                    <a:pt x="611" y="267"/>
                  </a:lnTo>
                  <a:lnTo>
                    <a:pt x="613" y="267"/>
                  </a:lnTo>
                  <a:lnTo>
                    <a:pt x="614" y="265"/>
                  </a:lnTo>
                  <a:lnTo>
                    <a:pt x="616" y="265"/>
                  </a:lnTo>
                  <a:lnTo>
                    <a:pt x="616" y="264"/>
                  </a:lnTo>
                  <a:lnTo>
                    <a:pt x="617" y="264"/>
                  </a:lnTo>
                  <a:lnTo>
                    <a:pt x="619" y="264"/>
                  </a:lnTo>
                  <a:lnTo>
                    <a:pt x="619" y="263"/>
                  </a:lnTo>
                  <a:lnTo>
                    <a:pt x="620" y="263"/>
                  </a:lnTo>
                  <a:lnTo>
                    <a:pt x="621" y="261"/>
                  </a:lnTo>
                  <a:lnTo>
                    <a:pt x="623" y="260"/>
                  </a:lnTo>
                  <a:lnTo>
                    <a:pt x="624" y="260"/>
                  </a:lnTo>
                  <a:lnTo>
                    <a:pt x="626" y="260"/>
                  </a:lnTo>
                  <a:lnTo>
                    <a:pt x="626" y="258"/>
                  </a:lnTo>
                  <a:lnTo>
                    <a:pt x="627" y="257"/>
                  </a:lnTo>
                  <a:lnTo>
                    <a:pt x="629" y="257"/>
                  </a:lnTo>
                  <a:lnTo>
                    <a:pt x="630" y="255"/>
                  </a:lnTo>
                  <a:lnTo>
                    <a:pt x="632" y="255"/>
                  </a:lnTo>
                  <a:lnTo>
                    <a:pt x="633" y="254"/>
                  </a:lnTo>
                  <a:lnTo>
                    <a:pt x="634" y="252"/>
                  </a:lnTo>
                  <a:lnTo>
                    <a:pt x="636" y="252"/>
                  </a:lnTo>
                  <a:lnTo>
                    <a:pt x="637" y="251"/>
                  </a:lnTo>
                  <a:lnTo>
                    <a:pt x="639" y="250"/>
                  </a:lnTo>
                  <a:lnTo>
                    <a:pt x="640" y="250"/>
                  </a:lnTo>
                  <a:lnTo>
                    <a:pt x="642" y="248"/>
                  </a:lnTo>
                  <a:lnTo>
                    <a:pt x="643" y="247"/>
                  </a:lnTo>
                  <a:lnTo>
                    <a:pt x="645" y="247"/>
                  </a:lnTo>
                  <a:lnTo>
                    <a:pt x="646" y="245"/>
                  </a:lnTo>
                  <a:lnTo>
                    <a:pt x="647" y="244"/>
                  </a:lnTo>
                  <a:lnTo>
                    <a:pt x="649" y="244"/>
                  </a:lnTo>
                  <a:lnTo>
                    <a:pt x="650" y="242"/>
                  </a:lnTo>
                  <a:lnTo>
                    <a:pt x="652" y="241"/>
                  </a:lnTo>
                  <a:lnTo>
                    <a:pt x="653" y="241"/>
                  </a:lnTo>
                  <a:lnTo>
                    <a:pt x="655" y="239"/>
                  </a:lnTo>
                  <a:lnTo>
                    <a:pt x="656" y="238"/>
                  </a:lnTo>
                  <a:lnTo>
                    <a:pt x="658" y="238"/>
                  </a:lnTo>
                  <a:lnTo>
                    <a:pt x="658" y="237"/>
                  </a:lnTo>
                  <a:lnTo>
                    <a:pt x="659" y="237"/>
                  </a:lnTo>
                  <a:lnTo>
                    <a:pt x="660" y="235"/>
                  </a:lnTo>
                  <a:lnTo>
                    <a:pt x="662" y="234"/>
                  </a:lnTo>
                  <a:lnTo>
                    <a:pt x="663" y="232"/>
                  </a:lnTo>
                  <a:lnTo>
                    <a:pt x="665" y="232"/>
                  </a:lnTo>
                  <a:lnTo>
                    <a:pt x="665" y="231"/>
                  </a:lnTo>
                  <a:lnTo>
                    <a:pt x="666" y="231"/>
                  </a:lnTo>
                  <a:lnTo>
                    <a:pt x="668" y="229"/>
                  </a:lnTo>
                  <a:lnTo>
                    <a:pt x="669" y="228"/>
                  </a:lnTo>
                  <a:lnTo>
                    <a:pt x="671" y="228"/>
                  </a:lnTo>
                  <a:lnTo>
                    <a:pt x="671" y="226"/>
                  </a:lnTo>
                  <a:lnTo>
                    <a:pt x="672" y="226"/>
                  </a:lnTo>
                  <a:lnTo>
                    <a:pt x="672" y="225"/>
                  </a:lnTo>
                  <a:lnTo>
                    <a:pt x="673" y="225"/>
                  </a:lnTo>
                  <a:lnTo>
                    <a:pt x="675" y="225"/>
                  </a:lnTo>
                  <a:lnTo>
                    <a:pt x="675" y="224"/>
                  </a:lnTo>
                  <a:lnTo>
                    <a:pt x="676" y="224"/>
                  </a:lnTo>
                  <a:lnTo>
                    <a:pt x="676" y="222"/>
                  </a:lnTo>
                  <a:lnTo>
                    <a:pt x="678" y="222"/>
                  </a:lnTo>
                  <a:lnTo>
                    <a:pt x="678" y="221"/>
                  </a:lnTo>
                  <a:lnTo>
                    <a:pt x="679" y="221"/>
                  </a:lnTo>
                  <a:lnTo>
                    <a:pt x="681" y="221"/>
                  </a:lnTo>
                  <a:lnTo>
                    <a:pt x="681" y="219"/>
                  </a:lnTo>
                  <a:lnTo>
                    <a:pt x="682" y="219"/>
                  </a:lnTo>
                  <a:lnTo>
                    <a:pt x="684" y="218"/>
                  </a:lnTo>
                  <a:lnTo>
                    <a:pt x="685" y="216"/>
                  </a:lnTo>
                  <a:lnTo>
                    <a:pt x="686" y="216"/>
                  </a:lnTo>
                  <a:lnTo>
                    <a:pt x="686" y="215"/>
                  </a:lnTo>
                  <a:lnTo>
                    <a:pt x="688" y="215"/>
                  </a:lnTo>
                  <a:lnTo>
                    <a:pt x="689" y="213"/>
                  </a:lnTo>
                  <a:lnTo>
                    <a:pt x="691" y="213"/>
                  </a:lnTo>
                  <a:lnTo>
                    <a:pt x="691" y="212"/>
                  </a:lnTo>
                  <a:lnTo>
                    <a:pt x="692" y="212"/>
                  </a:lnTo>
                  <a:lnTo>
                    <a:pt x="694" y="211"/>
                  </a:lnTo>
                  <a:lnTo>
                    <a:pt x="695" y="209"/>
                  </a:lnTo>
                  <a:lnTo>
                    <a:pt x="697" y="209"/>
                  </a:lnTo>
                  <a:lnTo>
                    <a:pt x="698" y="208"/>
                  </a:lnTo>
                  <a:lnTo>
                    <a:pt x="699" y="206"/>
                  </a:lnTo>
                  <a:lnTo>
                    <a:pt x="701" y="206"/>
                  </a:lnTo>
                  <a:lnTo>
                    <a:pt x="701" y="205"/>
                  </a:lnTo>
                  <a:lnTo>
                    <a:pt x="702" y="205"/>
                  </a:lnTo>
                  <a:lnTo>
                    <a:pt x="704" y="203"/>
                  </a:lnTo>
                  <a:lnTo>
                    <a:pt x="705" y="203"/>
                  </a:lnTo>
                  <a:lnTo>
                    <a:pt x="705" y="202"/>
                  </a:lnTo>
                  <a:lnTo>
                    <a:pt x="707" y="202"/>
                  </a:lnTo>
                  <a:lnTo>
                    <a:pt x="707" y="200"/>
                  </a:lnTo>
                  <a:lnTo>
                    <a:pt x="708" y="200"/>
                  </a:lnTo>
                  <a:lnTo>
                    <a:pt x="709" y="199"/>
                  </a:lnTo>
                  <a:lnTo>
                    <a:pt x="711" y="198"/>
                  </a:lnTo>
                  <a:lnTo>
                    <a:pt x="712" y="196"/>
                  </a:lnTo>
                  <a:lnTo>
                    <a:pt x="714" y="195"/>
                  </a:lnTo>
                  <a:lnTo>
                    <a:pt x="714" y="193"/>
                  </a:lnTo>
                  <a:lnTo>
                    <a:pt x="715" y="193"/>
                  </a:lnTo>
                  <a:lnTo>
                    <a:pt x="717" y="192"/>
                  </a:lnTo>
                  <a:lnTo>
                    <a:pt x="717" y="190"/>
                  </a:lnTo>
                  <a:lnTo>
                    <a:pt x="718" y="190"/>
                  </a:lnTo>
                  <a:lnTo>
                    <a:pt x="720" y="189"/>
                  </a:lnTo>
                  <a:lnTo>
                    <a:pt x="721" y="188"/>
                  </a:lnTo>
                  <a:lnTo>
                    <a:pt x="722" y="186"/>
                  </a:lnTo>
                  <a:lnTo>
                    <a:pt x="724" y="185"/>
                  </a:lnTo>
                  <a:lnTo>
                    <a:pt x="725" y="183"/>
                  </a:lnTo>
                  <a:lnTo>
                    <a:pt x="727" y="182"/>
                  </a:lnTo>
                  <a:lnTo>
                    <a:pt x="727" y="180"/>
                  </a:lnTo>
                  <a:lnTo>
                    <a:pt x="728" y="179"/>
                  </a:lnTo>
                  <a:lnTo>
                    <a:pt x="730" y="177"/>
                  </a:lnTo>
                  <a:lnTo>
                    <a:pt x="731" y="177"/>
                  </a:lnTo>
                  <a:lnTo>
                    <a:pt x="731" y="176"/>
                  </a:lnTo>
                  <a:lnTo>
                    <a:pt x="733" y="175"/>
                  </a:lnTo>
                  <a:lnTo>
                    <a:pt x="734" y="173"/>
                  </a:lnTo>
                  <a:lnTo>
                    <a:pt x="735" y="172"/>
                  </a:lnTo>
                  <a:lnTo>
                    <a:pt x="737" y="170"/>
                  </a:lnTo>
                  <a:lnTo>
                    <a:pt x="737" y="169"/>
                  </a:lnTo>
                  <a:lnTo>
                    <a:pt x="738" y="169"/>
                  </a:lnTo>
                  <a:lnTo>
                    <a:pt x="740" y="167"/>
                  </a:lnTo>
                  <a:lnTo>
                    <a:pt x="741" y="166"/>
                  </a:lnTo>
                  <a:lnTo>
                    <a:pt x="741" y="164"/>
                  </a:lnTo>
                  <a:lnTo>
                    <a:pt x="743" y="164"/>
                  </a:lnTo>
                  <a:lnTo>
                    <a:pt x="743" y="163"/>
                  </a:lnTo>
                  <a:lnTo>
                    <a:pt x="744" y="162"/>
                  </a:lnTo>
                  <a:lnTo>
                    <a:pt x="746" y="160"/>
                  </a:lnTo>
                  <a:lnTo>
                    <a:pt x="746" y="159"/>
                  </a:lnTo>
                  <a:lnTo>
                    <a:pt x="747" y="159"/>
                  </a:lnTo>
                  <a:lnTo>
                    <a:pt x="748" y="157"/>
                  </a:lnTo>
                  <a:lnTo>
                    <a:pt x="750" y="156"/>
                  </a:lnTo>
                  <a:lnTo>
                    <a:pt x="751" y="154"/>
                  </a:lnTo>
                  <a:lnTo>
                    <a:pt x="753" y="151"/>
                  </a:lnTo>
                  <a:lnTo>
                    <a:pt x="754" y="150"/>
                  </a:lnTo>
                  <a:lnTo>
                    <a:pt x="756" y="149"/>
                  </a:lnTo>
                  <a:lnTo>
                    <a:pt x="757" y="147"/>
                  </a:lnTo>
                  <a:lnTo>
                    <a:pt x="759" y="144"/>
                  </a:lnTo>
                  <a:lnTo>
                    <a:pt x="760" y="143"/>
                  </a:lnTo>
                  <a:lnTo>
                    <a:pt x="761" y="141"/>
                  </a:lnTo>
                  <a:lnTo>
                    <a:pt x="763" y="140"/>
                  </a:lnTo>
                  <a:lnTo>
                    <a:pt x="764" y="138"/>
                  </a:lnTo>
                  <a:lnTo>
                    <a:pt x="766" y="137"/>
                  </a:lnTo>
                  <a:lnTo>
                    <a:pt x="766" y="136"/>
                  </a:lnTo>
                  <a:lnTo>
                    <a:pt x="767" y="134"/>
                  </a:lnTo>
                  <a:lnTo>
                    <a:pt x="769" y="133"/>
                  </a:lnTo>
                  <a:lnTo>
                    <a:pt x="770" y="131"/>
                  </a:lnTo>
                  <a:lnTo>
                    <a:pt x="770" y="130"/>
                  </a:lnTo>
                  <a:lnTo>
                    <a:pt x="772" y="128"/>
                  </a:lnTo>
                  <a:lnTo>
                    <a:pt x="773" y="127"/>
                  </a:lnTo>
                  <a:lnTo>
                    <a:pt x="774" y="125"/>
                  </a:lnTo>
                  <a:lnTo>
                    <a:pt x="774" y="124"/>
                  </a:lnTo>
                  <a:lnTo>
                    <a:pt x="776" y="124"/>
                  </a:lnTo>
                  <a:lnTo>
                    <a:pt x="776" y="123"/>
                  </a:lnTo>
                  <a:lnTo>
                    <a:pt x="777" y="121"/>
                  </a:lnTo>
                  <a:lnTo>
                    <a:pt x="779" y="120"/>
                  </a:lnTo>
                  <a:lnTo>
                    <a:pt x="779" y="118"/>
                  </a:lnTo>
                  <a:lnTo>
                    <a:pt x="780" y="117"/>
                  </a:lnTo>
                  <a:lnTo>
                    <a:pt x="782" y="115"/>
                  </a:lnTo>
                  <a:lnTo>
                    <a:pt x="782" y="114"/>
                  </a:lnTo>
                  <a:lnTo>
                    <a:pt x="783" y="112"/>
                  </a:lnTo>
                  <a:lnTo>
                    <a:pt x="785" y="111"/>
                  </a:lnTo>
                  <a:lnTo>
                    <a:pt x="786" y="110"/>
                  </a:lnTo>
                  <a:lnTo>
                    <a:pt x="787" y="108"/>
                  </a:lnTo>
                  <a:lnTo>
                    <a:pt x="789" y="107"/>
                  </a:lnTo>
                  <a:lnTo>
                    <a:pt x="790" y="104"/>
                  </a:lnTo>
                  <a:lnTo>
                    <a:pt x="792" y="102"/>
                  </a:lnTo>
                  <a:lnTo>
                    <a:pt x="793" y="99"/>
                  </a:lnTo>
                  <a:lnTo>
                    <a:pt x="795" y="97"/>
                  </a:lnTo>
                  <a:lnTo>
                    <a:pt x="796" y="95"/>
                  </a:lnTo>
                  <a:lnTo>
                    <a:pt x="798" y="94"/>
                  </a:lnTo>
                  <a:lnTo>
                    <a:pt x="799" y="91"/>
                  </a:lnTo>
                  <a:lnTo>
                    <a:pt x="800" y="89"/>
                  </a:lnTo>
                  <a:lnTo>
                    <a:pt x="802" y="88"/>
                  </a:lnTo>
                  <a:lnTo>
                    <a:pt x="802" y="86"/>
                  </a:lnTo>
                  <a:lnTo>
                    <a:pt x="803" y="85"/>
                  </a:lnTo>
                  <a:lnTo>
                    <a:pt x="805" y="84"/>
                  </a:lnTo>
                  <a:lnTo>
                    <a:pt x="806" y="82"/>
                  </a:lnTo>
                  <a:lnTo>
                    <a:pt x="806" y="81"/>
                  </a:lnTo>
                  <a:lnTo>
                    <a:pt x="808" y="79"/>
                  </a:lnTo>
                  <a:lnTo>
                    <a:pt x="809" y="78"/>
                  </a:lnTo>
                  <a:lnTo>
                    <a:pt x="809" y="76"/>
                  </a:lnTo>
                  <a:lnTo>
                    <a:pt x="810" y="75"/>
                  </a:lnTo>
                  <a:lnTo>
                    <a:pt x="812" y="74"/>
                  </a:lnTo>
                  <a:lnTo>
                    <a:pt x="813" y="72"/>
                  </a:lnTo>
                  <a:lnTo>
                    <a:pt x="813" y="71"/>
                  </a:lnTo>
                  <a:lnTo>
                    <a:pt x="815" y="69"/>
                  </a:lnTo>
                  <a:lnTo>
                    <a:pt x="815" y="68"/>
                  </a:lnTo>
                  <a:lnTo>
                    <a:pt x="816" y="66"/>
                  </a:lnTo>
                  <a:lnTo>
                    <a:pt x="818" y="65"/>
                  </a:lnTo>
                  <a:lnTo>
                    <a:pt x="819" y="63"/>
                  </a:lnTo>
                  <a:lnTo>
                    <a:pt x="819" y="62"/>
                  </a:lnTo>
                  <a:lnTo>
                    <a:pt x="821" y="61"/>
                  </a:lnTo>
                  <a:lnTo>
                    <a:pt x="822" y="59"/>
                  </a:lnTo>
                  <a:lnTo>
                    <a:pt x="823" y="56"/>
                  </a:lnTo>
                  <a:lnTo>
                    <a:pt x="825" y="55"/>
                  </a:lnTo>
                  <a:lnTo>
                    <a:pt x="826" y="53"/>
                  </a:lnTo>
                  <a:lnTo>
                    <a:pt x="828" y="50"/>
                  </a:lnTo>
                  <a:lnTo>
                    <a:pt x="829" y="48"/>
                  </a:lnTo>
                  <a:lnTo>
                    <a:pt x="831" y="46"/>
                  </a:lnTo>
                  <a:lnTo>
                    <a:pt x="834" y="43"/>
                  </a:lnTo>
                  <a:lnTo>
                    <a:pt x="835" y="42"/>
                  </a:lnTo>
                  <a:lnTo>
                    <a:pt x="836" y="39"/>
                  </a:lnTo>
                  <a:lnTo>
                    <a:pt x="838" y="37"/>
                  </a:lnTo>
                  <a:lnTo>
                    <a:pt x="838" y="36"/>
                  </a:lnTo>
                  <a:lnTo>
                    <a:pt x="839" y="35"/>
                  </a:lnTo>
                  <a:lnTo>
                    <a:pt x="841" y="33"/>
                  </a:lnTo>
                  <a:lnTo>
                    <a:pt x="842" y="32"/>
                  </a:lnTo>
                  <a:lnTo>
                    <a:pt x="842" y="30"/>
                  </a:lnTo>
                  <a:lnTo>
                    <a:pt x="844" y="29"/>
                  </a:lnTo>
                  <a:lnTo>
                    <a:pt x="845" y="27"/>
                  </a:lnTo>
                  <a:lnTo>
                    <a:pt x="845" y="26"/>
                  </a:lnTo>
                  <a:lnTo>
                    <a:pt x="847" y="24"/>
                  </a:lnTo>
                  <a:lnTo>
                    <a:pt x="848" y="23"/>
                  </a:lnTo>
                  <a:lnTo>
                    <a:pt x="848" y="22"/>
                  </a:lnTo>
                  <a:lnTo>
                    <a:pt x="849" y="20"/>
                  </a:lnTo>
                  <a:lnTo>
                    <a:pt x="851" y="19"/>
                  </a:lnTo>
                  <a:lnTo>
                    <a:pt x="851" y="17"/>
                  </a:lnTo>
                  <a:lnTo>
                    <a:pt x="852" y="16"/>
                  </a:lnTo>
                  <a:lnTo>
                    <a:pt x="852" y="14"/>
                  </a:lnTo>
                  <a:lnTo>
                    <a:pt x="854" y="13"/>
                  </a:lnTo>
                  <a:lnTo>
                    <a:pt x="855" y="11"/>
                  </a:lnTo>
                  <a:lnTo>
                    <a:pt x="857" y="9"/>
                  </a:lnTo>
                  <a:lnTo>
                    <a:pt x="857" y="7"/>
                  </a:lnTo>
                  <a:lnTo>
                    <a:pt x="858" y="6"/>
                  </a:lnTo>
                  <a:lnTo>
                    <a:pt x="860" y="4"/>
                  </a:lnTo>
                  <a:lnTo>
                    <a:pt x="860" y="3"/>
                  </a:lnTo>
                  <a:lnTo>
                    <a:pt x="86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5" name="Freeform 140">
              <a:extLst>
                <a:ext uri="{FF2B5EF4-FFF2-40B4-BE49-F238E27FC236}">
                  <a16:creationId xmlns:a16="http://schemas.microsoft.com/office/drawing/2014/main" id="{A9A37AD8-CDED-4D8F-B7D9-7D9FA19A4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4567238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2" y="3"/>
                  </a:lnTo>
                  <a:lnTo>
                    <a:pt x="4" y="8"/>
                  </a:lnTo>
                  <a:lnTo>
                    <a:pt x="7" y="11"/>
                  </a:lnTo>
                  <a:lnTo>
                    <a:pt x="8" y="13"/>
                  </a:lnTo>
                  <a:lnTo>
                    <a:pt x="10" y="16"/>
                  </a:lnTo>
                  <a:lnTo>
                    <a:pt x="11" y="19"/>
                  </a:lnTo>
                  <a:lnTo>
                    <a:pt x="13" y="22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31"/>
                  </a:lnTo>
                  <a:lnTo>
                    <a:pt x="18" y="32"/>
                  </a:lnTo>
                  <a:lnTo>
                    <a:pt x="20" y="34"/>
                  </a:lnTo>
                  <a:lnTo>
                    <a:pt x="20" y="37"/>
                  </a:lnTo>
                  <a:lnTo>
                    <a:pt x="21" y="38"/>
                  </a:lnTo>
                  <a:lnTo>
                    <a:pt x="21" y="39"/>
                  </a:lnTo>
                  <a:lnTo>
                    <a:pt x="23" y="41"/>
                  </a:lnTo>
                  <a:lnTo>
                    <a:pt x="23" y="42"/>
                  </a:lnTo>
                  <a:lnTo>
                    <a:pt x="24" y="44"/>
                  </a:lnTo>
                  <a:lnTo>
                    <a:pt x="24" y="45"/>
                  </a:lnTo>
                  <a:lnTo>
                    <a:pt x="26" y="47"/>
                  </a:lnTo>
                  <a:lnTo>
                    <a:pt x="27" y="48"/>
                  </a:lnTo>
                  <a:lnTo>
                    <a:pt x="27" y="50"/>
                  </a:lnTo>
                  <a:lnTo>
                    <a:pt x="28" y="51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30" y="55"/>
                  </a:lnTo>
                  <a:lnTo>
                    <a:pt x="30" y="58"/>
                  </a:lnTo>
                  <a:lnTo>
                    <a:pt x="31" y="60"/>
                  </a:lnTo>
                  <a:lnTo>
                    <a:pt x="33" y="61"/>
                  </a:lnTo>
                  <a:lnTo>
                    <a:pt x="33" y="63"/>
                  </a:lnTo>
                  <a:lnTo>
                    <a:pt x="34" y="65"/>
                  </a:lnTo>
                  <a:lnTo>
                    <a:pt x="34" y="67"/>
                  </a:lnTo>
                  <a:lnTo>
                    <a:pt x="36" y="68"/>
                  </a:lnTo>
                  <a:lnTo>
                    <a:pt x="36" y="70"/>
                  </a:lnTo>
                  <a:lnTo>
                    <a:pt x="37" y="71"/>
                  </a:lnTo>
                  <a:lnTo>
                    <a:pt x="37" y="74"/>
                  </a:lnTo>
                  <a:lnTo>
                    <a:pt x="38" y="76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1"/>
                  </a:lnTo>
                  <a:lnTo>
                    <a:pt x="44" y="93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6" y="97"/>
                  </a:lnTo>
                  <a:lnTo>
                    <a:pt x="47" y="99"/>
                  </a:lnTo>
                  <a:lnTo>
                    <a:pt x="47" y="100"/>
                  </a:lnTo>
                  <a:lnTo>
                    <a:pt x="49" y="101"/>
                  </a:lnTo>
                  <a:lnTo>
                    <a:pt x="49" y="104"/>
                  </a:lnTo>
                  <a:lnTo>
                    <a:pt x="50" y="106"/>
                  </a:lnTo>
                  <a:lnTo>
                    <a:pt x="50" y="109"/>
                  </a:lnTo>
                  <a:lnTo>
                    <a:pt x="51" y="110"/>
                  </a:lnTo>
                  <a:lnTo>
                    <a:pt x="53" y="113"/>
                  </a:lnTo>
                  <a:lnTo>
                    <a:pt x="53" y="116"/>
                  </a:lnTo>
                  <a:lnTo>
                    <a:pt x="54" y="117"/>
                  </a:lnTo>
                  <a:lnTo>
                    <a:pt x="54" y="119"/>
                  </a:lnTo>
                  <a:lnTo>
                    <a:pt x="56" y="122"/>
                  </a:lnTo>
                  <a:lnTo>
                    <a:pt x="56" y="123"/>
                  </a:lnTo>
                  <a:lnTo>
                    <a:pt x="57" y="125"/>
                  </a:lnTo>
                  <a:lnTo>
                    <a:pt x="57" y="126"/>
                  </a:lnTo>
                  <a:lnTo>
                    <a:pt x="59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60" y="132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3" y="140"/>
                  </a:lnTo>
                  <a:lnTo>
                    <a:pt x="63" y="142"/>
                  </a:lnTo>
                  <a:lnTo>
                    <a:pt x="63" y="143"/>
                  </a:lnTo>
                  <a:lnTo>
                    <a:pt x="64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6" y="149"/>
                  </a:lnTo>
                  <a:lnTo>
                    <a:pt x="66" y="151"/>
                  </a:lnTo>
                  <a:lnTo>
                    <a:pt x="66" y="152"/>
                  </a:lnTo>
                  <a:lnTo>
                    <a:pt x="67" y="155"/>
                  </a:lnTo>
                  <a:lnTo>
                    <a:pt x="67" y="156"/>
                  </a:lnTo>
                  <a:lnTo>
                    <a:pt x="69" y="158"/>
                  </a:lnTo>
                  <a:lnTo>
                    <a:pt x="69" y="161"/>
                  </a:lnTo>
                  <a:lnTo>
                    <a:pt x="70" y="164"/>
                  </a:lnTo>
                  <a:lnTo>
                    <a:pt x="70" y="165"/>
                  </a:lnTo>
                  <a:lnTo>
                    <a:pt x="72" y="168"/>
                  </a:lnTo>
                  <a:lnTo>
                    <a:pt x="72" y="169"/>
                  </a:lnTo>
                  <a:lnTo>
                    <a:pt x="73" y="172"/>
                  </a:lnTo>
                  <a:lnTo>
                    <a:pt x="73" y="174"/>
                  </a:lnTo>
                  <a:lnTo>
                    <a:pt x="73" y="175"/>
                  </a:lnTo>
                  <a:lnTo>
                    <a:pt x="75" y="177"/>
                  </a:lnTo>
                  <a:lnTo>
                    <a:pt x="75" y="178"/>
                  </a:lnTo>
                  <a:lnTo>
                    <a:pt x="75" y="179"/>
                  </a:lnTo>
                  <a:lnTo>
                    <a:pt x="76" y="181"/>
                  </a:lnTo>
                  <a:lnTo>
                    <a:pt x="76" y="182"/>
                  </a:lnTo>
                  <a:lnTo>
                    <a:pt x="76" y="184"/>
                  </a:lnTo>
                  <a:lnTo>
                    <a:pt x="76" y="185"/>
                  </a:lnTo>
                  <a:lnTo>
                    <a:pt x="77" y="187"/>
                  </a:lnTo>
                  <a:lnTo>
                    <a:pt x="77" y="188"/>
                  </a:lnTo>
                  <a:lnTo>
                    <a:pt x="77" y="190"/>
                  </a:lnTo>
                  <a:lnTo>
                    <a:pt x="79" y="191"/>
                  </a:lnTo>
                  <a:lnTo>
                    <a:pt x="79" y="192"/>
                  </a:lnTo>
                  <a:lnTo>
                    <a:pt x="79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2" y="200"/>
                  </a:lnTo>
                  <a:lnTo>
                    <a:pt x="82" y="201"/>
                  </a:lnTo>
                  <a:lnTo>
                    <a:pt x="82" y="202"/>
                  </a:lnTo>
                  <a:lnTo>
                    <a:pt x="83" y="205"/>
                  </a:lnTo>
                  <a:lnTo>
                    <a:pt x="83" y="207"/>
                  </a:lnTo>
                  <a:lnTo>
                    <a:pt x="83" y="208"/>
                  </a:lnTo>
                  <a:lnTo>
                    <a:pt x="85" y="211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8"/>
                  </a:lnTo>
                  <a:lnTo>
                    <a:pt x="88" y="220"/>
                  </a:lnTo>
                  <a:lnTo>
                    <a:pt x="88" y="223"/>
                  </a:lnTo>
                  <a:lnTo>
                    <a:pt x="89" y="224"/>
                  </a:lnTo>
                  <a:lnTo>
                    <a:pt x="89" y="226"/>
                  </a:lnTo>
                  <a:lnTo>
                    <a:pt x="89" y="227"/>
                  </a:lnTo>
                  <a:lnTo>
                    <a:pt x="90" y="230"/>
                  </a:lnTo>
                  <a:lnTo>
                    <a:pt x="90" y="231"/>
                  </a:lnTo>
                  <a:lnTo>
                    <a:pt x="90" y="233"/>
                  </a:lnTo>
                  <a:lnTo>
                    <a:pt x="92" y="234"/>
                  </a:lnTo>
                  <a:lnTo>
                    <a:pt x="92" y="236"/>
                  </a:lnTo>
                  <a:lnTo>
                    <a:pt x="92" y="237"/>
                  </a:lnTo>
                  <a:lnTo>
                    <a:pt x="93" y="239"/>
                  </a:lnTo>
                  <a:lnTo>
                    <a:pt x="93" y="240"/>
                  </a:lnTo>
                  <a:lnTo>
                    <a:pt x="93" y="241"/>
                  </a:lnTo>
                  <a:lnTo>
                    <a:pt x="93" y="243"/>
                  </a:lnTo>
                  <a:lnTo>
                    <a:pt x="93" y="244"/>
                  </a:lnTo>
                  <a:lnTo>
                    <a:pt x="93" y="246"/>
                  </a:lnTo>
                  <a:lnTo>
                    <a:pt x="95" y="247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5" y="252"/>
                  </a:lnTo>
                  <a:lnTo>
                    <a:pt x="95" y="253"/>
                  </a:lnTo>
                  <a:lnTo>
                    <a:pt x="95" y="254"/>
                  </a:lnTo>
                  <a:lnTo>
                    <a:pt x="95" y="256"/>
                  </a:lnTo>
                  <a:lnTo>
                    <a:pt x="95" y="259"/>
                  </a:lnTo>
                  <a:lnTo>
                    <a:pt x="95" y="260"/>
                  </a:lnTo>
                  <a:lnTo>
                    <a:pt x="96" y="262"/>
                  </a:lnTo>
                  <a:lnTo>
                    <a:pt x="96" y="265"/>
                  </a:lnTo>
                  <a:lnTo>
                    <a:pt x="96" y="266"/>
                  </a:lnTo>
                  <a:lnTo>
                    <a:pt x="96" y="267"/>
                  </a:lnTo>
                  <a:lnTo>
                    <a:pt x="96" y="270"/>
                  </a:lnTo>
                  <a:lnTo>
                    <a:pt x="96" y="272"/>
                  </a:lnTo>
                  <a:lnTo>
                    <a:pt x="96" y="273"/>
                  </a:lnTo>
                  <a:lnTo>
                    <a:pt x="96" y="275"/>
                  </a:lnTo>
                  <a:lnTo>
                    <a:pt x="96" y="276"/>
                  </a:lnTo>
                  <a:lnTo>
                    <a:pt x="98" y="278"/>
                  </a:lnTo>
                  <a:lnTo>
                    <a:pt x="98" y="279"/>
                  </a:lnTo>
                  <a:lnTo>
                    <a:pt x="98" y="280"/>
                  </a:lnTo>
                  <a:lnTo>
                    <a:pt x="98" y="282"/>
                  </a:lnTo>
                  <a:lnTo>
                    <a:pt x="98" y="283"/>
                  </a:lnTo>
                  <a:lnTo>
                    <a:pt x="98" y="285"/>
                  </a:lnTo>
                  <a:lnTo>
                    <a:pt x="98" y="286"/>
                  </a:lnTo>
                  <a:lnTo>
                    <a:pt x="98" y="288"/>
                  </a:lnTo>
                  <a:lnTo>
                    <a:pt x="98" y="289"/>
                  </a:lnTo>
                  <a:lnTo>
                    <a:pt x="99" y="289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3"/>
                  </a:lnTo>
                  <a:lnTo>
                    <a:pt x="99" y="295"/>
                  </a:lnTo>
                  <a:lnTo>
                    <a:pt x="99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1" y="305"/>
                  </a:lnTo>
                  <a:lnTo>
                    <a:pt x="102" y="305"/>
                  </a:lnTo>
                  <a:lnTo>
                    <a:pt x="102" y="306"/>
                  </a:lnTo>
                  <a:lnTo>
                    <a:pt x="102" y="308"/>
                  </a:lnTo>
                  <a:lnTo>
                    <a:pt x="102" y="309"/>
                  </a:lnTo>
                  <a:lnTo>
                    <a:pt x="102" y="311"/>
                  </a:lnTo>
                  <a:lnTo>
                    <a:pt x="102" y="312"/>
                  </a:lnTo>
                  <a:lnTo>
                    <a:pt x="102" y="314"/>
                  </a:lnTo>
                  <a:lnTo>
                    <a:pt x="102" y="315"/>
                  </a:lnTo>
                  <a:lnTo>
                    <a:pt x="102" y="316"/>
                  </a:lnTo>
                  <a:lnTo>
                    <a:pt x="102" y="318"/>
                  </a:lnTo>
                  <a:lnTo>
                    <a:pt x="102" y="319"/>
                  </a:lnTo>
                  <a:lnTo>
                    <a:pt x="102" y="321"/>
                  </a:lnTo>
                  <a:lnTo>
                    <a:pt x="102" y="322"/>
                  </a:lnTo>
                  <a:lnTo>
                    <a:pt x="102" y="324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102" y="328"/>
                  </a:lnTo>
                  <a:lnTo>
                    <a:pt x="102" y="329"/>
                  </a:lnTo>
                  <a:lnTo>
                    <a:pt x="102" y="332"/>
                  </a:lnTo>
                  <a:lnTo>
                    <a:pt x="102" y="334"/>
                  </a:lnTo>
                  <a:lnTo>
                    <a:pt x="102" y="337"/>
                  </a:lnTo>
                  <a:lnTo>
                    <a:pt x="102" y="340"/>
                  </a:lnTo>
                  <a:lnTo>
                    <a:pt x="102" y="341"/>
                  </a:lnTo>
                  <a:lnTo>
                    <a:pt x="101" y="34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6" name="Freeform 141">
              <a:extLst>
                <a:ext uri="{FF2B5EF4-FFF2-40B4-BE49-F238E27FC236}">
                  <a16:creationId xmlns:a16="http://schemas.microsoft.com/office/drawing/2014/main" id="{80FC1558-1165-4D32-AD7C-9B904E17E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238" y="4838700"/>
              <a:ext cx="80962" cy="274638"/>
            </a:xfrm>
            <a:custGeom>
              <a:avLst/>
              <a:gdLst>
                <a:gd name="T0" fmla="*/ 2147483646 w 102"/>
                <a:gd name="T1" fmla="*/ 2147483646 h 345"/>
                <a:gd name="T2" fmla="*/ 2147483646 w 102"/>
                <a:gd name="T3" fmla="*/ 2147483646 h 345"/>
                <a:gd name="T4" fmla="*/ 2147483646 w 102"/>
                <a:gd name="T5" fmla="*/ 2147483646 h 345"/>
                <a:gd name="T6" fmla="*/ 2147483646 w 102"/>
                <a:gd name="T7" fmla="*/ 2147483646 h 345"/>
                <a:gd name="T8" fmla="*/ 2147483646 w 102"/>
                <a:gd name="T9" fmla="*/ 2147483646 h 345"/>
                <a:gd name="T10" fmla="*/ 2147483646 w 102"/>
                <a:gd name="T11" fmla="*/ 2147483646 h 345"/>
                <a:gd name="T12" fmla="*/ 2147483646 w 102"/>
                <a:gd name="T13" fmla="*/ 2147483646 h 345"/>
                <a:gd name="T14" fmla="*/ 2147483646 w 102"/>
                <a:gd name="T15" fmla="*/ 2147483646 h 345"/>
                <a:gd name="T16" fmla="*/ 2147483646 w 102"/>
                <a:gd name="T17" fmla="*/ 2147483646 h 345"/>
                <a:gd name="T18" fmla="*/ 2147483646 w 102"/>
                <a:gd name="T19" fmla="*/ 2147483646 h 345"/>
                <a:gd name="T20" fmla="*/ 2147483646 w 102"/>
                <a:gd name="T21" fmla="*/ 2147483646 h 345"/>
                <a:gd name="T22" fmla="*/ 2147483646 w 102"/>
                <a:gd name="T23" fmla="*/ 2147483646 h 345"/>
                <a:gd name="T24" fmla="*/ 2147483646 w 102"/>
                <a:gd name="T25" fmla="*/ 2147483646 h 345"/>
                <a:gd name="T26" fmla="*/ 2147483646 w 102"/>
                <a:gd name="T27" fmla="*/ 2147483646 h 345"/>
                <a:gd name="T28" fmla="*/ 2147483646 w 102"/>
                <a:gd name="T29" fmla="*/ 2147483646 h 345"/>
                <a:gd name="T30" fmla="*/ 2147483646 w 102"/>
                <a:gd name="T31" fmla="*/ 2147483646 h 345"/>
                <a:gd name="T32" fmla="*/ 2147483646 w 102"/>
                <a:gd name="T33" fmla="*/ 2147483646 h 345"/>
                <a:gd name="T34" fmla="*/ 2147483646 w 102"/>
                <a:gd name="T35" fmla="*/ 2147483646 h 345"/>
                <a:gd name="T36" fmla="*/ 2147483646 w 102"/>
                <a:gd name="T37" fmla="*/ 2147483646 h 345"/>
                <a:gd name="T38" fmla="*/ 2147483646 w 102"/>
                <a:gd name="T39" fmla="*/ 2147483646 h 345"/>
                <a:gd name="T40" fmla="*/ 2147483646 w 102"/>
                <a:gd name="T41" fmla="*/ 2147483646 h 345"/>
                <a:gd name="T42" fmla="*/ 2147483646 w 102"/>
                <a:gd name="T43" fmla="*/ 2147483646 h 345"/>
                <a:gd name="T44" fmla="*/ 2147483646 w 102"/>
                <a:gd name="T45" fmla="*/ 2147483646 h 345"/>
                <a:gd name="T46" fmla="*/ 2147483646 w 102"/>
                <a:gd name="T47" fmla="*/ 2147483646 h 345"/>
                <a:gd name="T48" fmla="*/ 2147483646 w 102"/>
                <a:gd name="T49" fmla="*/ 2147483646 h 345"/>
                <a:gd name="T50" fmla="*/ 2147483646 w 102"/>
                <a:gd name="T51" fmla="*/ 2147483646 h 345"/>
                <a:gd name="T52" fmla="*/ 2147483646 w 102"/>
                <a:gd name="T53" fmla="*/ 2147483646 h 345"/>
                <a:gd name="T54" fmla="*/ 2147483646 w 102"/>
                <a:gd name="T55" fmla="*/ 2147483646 h 345"/>
                <a:gd name="T56" fmla="*/ 2147483646 w 102"/>
                <a:gd name="T57" fmla="*/ 2147483646 h 345"/>
                <a:gd name="T58" fmla="*/ 2147483646 w 102"/>
                <a:gd name="T59" fmla="*/ 2147483646 h 345"/>
                <a:gd name="T60" fmla="*/ 2147483646 w 102"/>
                <a:gd name="T61" fmla="*/ 2147483646 h 345"/>
                <a:gd name="T62" fmla="*/ 2147483646 w 102"/>
                <a:gd name="T63" fmla="*/ 2147483646 h 345"/>
                <a:gd name="T64" fmla="*/ 2147483646 w 102"/>
                <a:gd name="T65" fmla="*/ 2147483646 h 345"/>
                <a:gd name="T66" fmla="*/ 2147483646 w 102"/>
                <a:gd name="T67" fmla="*/ 2147483646 h 345"/>
                <a:gd name="T68" fmla="*/ 2147483646 w 102"/>
                <a:gd name="T69" fmla="*/ 2147483646 h 345"/>
                <a:gd name="T70" fmla="*/ 2147483646 w 102"/>
                <a:gd name="T71" fmla="*/ 2147483646 h 345"/>
                <a:gd name="T72" fmla="*/ 2147483646 w 102"/>
                <a:gd name="T73" fmla="*/ 2147483646 h 345"/>
                <a:gd name="T74" fmla="*/ 2147483646 w 102"/>
                <a:gd name="T75" fmla="*/ 2147483646 h 345"/>
                <a:gd name="T76" fmla="*/ 2147483646 w 102"/>
                <a:gd name="T77" fmla="*/ 2147483646 h 345"/>
                <a:gd name="T78" fmla="*/ 2147483646 w 102"/>
                <a:gd name="T79" fmla="*/ 2147483646 h 345"/>
                <a:gd name="T80" fmla="*/ 2147483646 w 102"/>
                <a:gd name="T81" fmla="*/ 2147483646 h 345"/>
                <a:gd name="T82" fmla="*/ 2147483646 w 102"/>
                <a:gd name="T83" fmla="*/ 2147483646 h 345"/>
                <a:gd name="T84" fmla="*/ 2147483646 w 102"/>
                <a:gd name="T85" fmla="*/ 2147483646 h 345"/>
                <a:gd name="T86" fmla="*/ 2147483646 w 102"/>
                <a:gd name="T87" fmla="*/ 2147483646 h 345"/>
                <a:gd name="T88" fmla="*/ 2147483646 w 102"/>
                <a:gd name="T89" fmla="*/ 2147483646 h 345"/>
                <a:gd name="T90" fmla="*/ 2147483646 w 102"/>
                <a:gd name="T91" fmla="*/ 2147483646 h 345"/>
                <a:gd name="T92" fmla="*/ 2147483646 w 102"/>
                <a:gd name="T93" fmla="*/ 2147483646 h 345"/>
                <a:gd name="T94" fmla="*/ 2147483646 w 102"/>
                <a:gd name="T95" fmla="*/ 2147483646 h 345"/>
                <a:gd name="T96" fmla="*/ 2147483646 w 102"/>
                <a:gd name="T97" fmla="*/ 2147483646 h 345"/>
                <a:gd name="T98" fmla="*/ 2147483646 w 102"/>
                <a:gd name="T99" fmla="*/ 2147483646 h 345"/>
                <a:gd name="T100" fmla="*/ 2147483646 w 102"/>
                <a:gd name="T101" fmla="*/ 2147483646 h 345"/>
                <a:gd name="T102" fmla="*/ 2147483646 w 102"/>
                <a:gd name="T103" fmla="*/ 2147483646 h 345"/>
                <a:gd name="T104" fmla="*/ 2147483646 w 102"/>
                <a:gd name="T105" fmla="*/ 2147483646 h 345"/>
                <a:gd name="T106" fmla="*/ 2147483646 w 102"/>
                <a:gd name="T107" fmla="*/ 2147483646 h 345"/>
                <a:gd name="T108" fmla="*/ 2147483646 w 102"/>
                <a:gd name="T109" fmla="*/ 2147483646 h 345"/>
                <a:gd name="T110" fmla="*/ 2147483646 w 102"/>
                <a:gd name="T111" fmla="*/ 2147483646 h 345"/>
                <a:gd name="T112" fmla="*/ 2147483646 w 102"/>
                <a:gd name="T113" fmla="*/ 2147483646 h 34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5"/>
                <a:gd name="T173" fmla="*/ 102 w 102"/>
                <a:gd name="T174" fmla="*/ 345 h 345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5">
                  <a:moveTo>
                    <a:pt x="0" y="345"/>
                  </a:moveTo>
                  <a:lnTo>
                    <a:pt x="2" y="341"/>
                  </a:lnTo>
                  <a:lnTo>
                    <a:pt x="4" y="338"/>
                  </a:lnTo>
                  <a:lnTo>
                    <a:pt x="7" y="334"/>
                  </a:lnTo>
                  <a:lnTo>
                    <a:pt x="8" y="331"/>
                  </a:lnTo>
                  <a:lnTo>
                    <a:pt x="10" y="328"/>
                  </a:lnTo>
                  <a:lnTo>
                    <a:pt x="11" y="325"/>
                  </a:lnTo>
                  <a:lnTo>
                    <a:pt x="13" y="324"/>
                  </a:lnTo>
                  <a:lnTo>
                    <a:pt x="14" y="321"/>
                  </a:lnTo>
                  <a:lnTo>
                    <a:pt x="15" y="318"/>
                  </a:lnTo>
                  <a:lnTo>
                    <a:pt x="17" y="316"/>
                  </a:lnTo>
                  <a:lnTo>
                    <a:pt x="17" y="315"/>
                  </a:lnTo>
                  <a:lnTo>
                    <a:pt x="18" y="312"/>
                  </a:lnTo>
                  <a:lnTo>
                    <a:pt x="20" y="311"/>
                  </a:lnTo>
                  <a:lnTo>
                    <a:pt x="20" y="309"/>
                  </a:lnTo>
                  <a:lnTo>
                    <a:pt x="21" y="308"/>
                  </a:lnTo>
                  <a:lnTo>
                    <a:pt x="21" y="306"/>
                  </a:lnTo>
                  <a:lnTo>
                    <a:pt x="23" y="305"/>
                  </a:lnTo>
                  <a:lnTo>
                    <a:pt x="23" y="303"/>
                  </a:lnTo>
                  <a:lnTo>
                    <a:pt x="24" y="302"/>
                  </a:lnTo>
                  <a:lnTo>
                    <a:pt x="24" y="301"/>
                  </a:lnTo>
                  <a:lnTo>
                    <a:pt x="26" y="299"/>
                  </a:lnTo>
                  <a:lnTo>
                    <a:pt x="26" y="298"/>
                  </a:lnTo>
                  <a:lnTo>
                    <a:pt x="27" y="296"/>
                  </a:lnTo>
                  <a:lnTo>
                    <a:pt x="27" y="295"/>
                  </a:lnTo>
                  <a:lnTo>
                    <a:pt x="28" y="293"/>
                  </a:lnTo>
                  <a:lnTo>
                    <a:pt x="28" y="292"/>
                  </a:lnTo>
                  <a:lnTo>
                    <a:pt x="28" y="291"/>
                  </a:lnTo>
                  <a:lnTo>
                    <a:pt x="30" y="289"/>
                  </a:lnTo>
                  <a:lnTo>
                    <a:pt x="30" y="288"/>
                  </a:lnTo>
                  <a:lnTo>
                    <a:pt x="31" y="286"/>
                  </a:lnTo>
                  <a:lnTo>
                    <a:pt x="33" y="283"/>
                  </a:lnTo>
                  <a:lnTo>
                    <a:pt x="33" y="282"/>
                  </a:lnTo>
                  <a:lnTo>
                    <a:pt x="34" y="280"/>
                  </a:lnTo>
                  <a:lnTo>
                    <a:pt x="34" y="278"/>
                  </a:lnTo>
                  <a:lnTo>
                    <a:pt x="36" y="276"/>
                  </a:lnTo>
                  <a:lnTo>
                    <a:pt x="36" y="275"/>
                  </a:lnTo>
                  <a:lnTo>
                    <a:pt x="37" y="273"/>
                  </a:lnTo>
                  <a:lnTo>
                    <a:pt x="37" y="272"/>
                  </a:lnTo>
                  <a:lnTo>
                    <a:pt x="37" y="270"/>
                  </a:lnTo>
                  <a:lnTo>
                    <a:pt x="38" y="269"/>
                  </a:lnTo>
                  <a:lnTo>
                    <a:pt x="38" y="267"/>
                  </a:lnTo>
                  <a:lnTo>
                    <a:pt x="38" y="266"/>
                  </a:lnTo>
                  <a:lnTo>
                    <a:pt x="40" y="266"/>
                  </a:lnTo>
                  <a:lnTo>
                    <a:pt x="40" y="265"/>
                  </a:lnTo>
                  <a:lnTo>
                    <a:pt x="40" y="263"/>
                  </a:lnTo>
                  <a:lnTo>
                    <a:pt x="41" y="262"/>
                  </a:lnTo>
                  <a:lnTo>
                    <a:pt x="41" y="260"/>
                  </a:lnTo>
                  <a:lnTo>
                    <a:pt x="43" y="259"/>
                  </a:lnTo>
                  <a:lnTo>
                    <a:pt x="43" y="257"/>
                  </a:lnTo>
                  <a:lnTo>
                    <a:pt x="43" y="256"/>
                  </a:lnTo>
                  <a:lnTo>
                    <a:pt x="44" y="254"/>
                  </a:lnTo>
                  <a:lnTo>
                    <a:pt x="44" y="253"/>
                  </a:lnTo>
                  <a:lnTo>
                    <a:pt x="46" y="252"/>
                  </a:lnTo>
                  <a:lnTo>
                    <a:pt x="46" y="250"/>
                  </a:lnTo>
                  <a:lnTo>
                    <a:pt x="46" y="249"/>
                  </a:lnTo>
                  <a:lnTo>
                    <a:pt x="47" y="246"/>
                  </a:lnTo>
                  <a:lnTo>
                    <a:pt x="47" y="244"/>
                  </a:lnTo>
                  <a:lnTo>
                    <a:pt x="49" y="243"/>
                  </a:lnTo>
                  <a:lnTo>
                    <a:pt x="49" y="241"/>
                  </a:lnTo>
                  <a:lnTo>
                    <a:pt x="50" y="239"/>
                  </a:lnTo>
                  <a:lnTo>
                    <a:pt x="50" y="237"/>
                  </a:lnTo>
                  <a:lnTo>
                    <a:pt x="51" y="234"/>
                  </a:lnTo>
                  <a:lnTo>
                    <a:pt x="53" y="231"/>
                  </a:lnTo>
                  <a:lnTo>
                    <a:pt x="53" y="230"/>
                  </a:lnTo>
                  <a:lnTo>
                    <a:pt x="54" y="227"/>
                  </a:lnTo>
                  <a:lnTo>
                    <a:pt x="54" y="226"/>
                  </a:lnTo>
                  <a:lnTo>
                    <a:pt x="56" y="224"/>
                  </a:lnTo>
                  <a:lnTo>
                    <a:pt x="56" y="221"/>
                  </a:lnTo>
                  <a:lnTo>
                    <a:pt x="57" y="220"/>
                  </a:lnTo>
                  <a:lnTo>
                    <a:pt x="57" y="218"/>
                  </a:lnTo>
                  <a:lnTo>
                    <a:pt x="59" y="217"/>
                  </a:lnTo>
                  <a:lnTo>
                    <a:pt x="59" y="215"/>
                  </a:lnTo>
                  <a:lnTo>
                    <a:pt x="59" y="214"/>
                  </a:lnTo>
                  <a:lnTo>
                    <a:pt x="60" y="213"/>
                  </a:lnTo>
                  <a:lnTo>
                    <a:pt x="60" y="211"/>
                  </a:lnTo>
                  <a:lnTo>
                    <a:pt x="62" y="210"/>
                  </a:lnTo>
                  <a:lnTo>
                    <a:pt x="62" y="208"/>
                  </a:lnTo>
                  <a:lnTo>
                    <a:pt x="62" y="207"/>
                  </a:lnTo>
                  <a:lnTo>
                    <a:pt x="62" y="205"/>
                  </a:lnTo>
                  <a:lnTo>
                    <a:pt x="63" y="204"/>
                  </a:lnTo>
                  <a:lnTo>
                    <a:pt x="63" y="202"/>
                  </a:lnTo>
                  <a:lnTo>
                    <a:pt x="63" y="201"/>
                  </a:lnTo>
                  <a:lnTo>
                    <a:pt x="64" y="200"/>
                  </a:lnTo>
                  <a:lnTo>
                    <a:pt x="64" y="198"/>
                  </a:lnTo>
                  <a:lnTo>
                    <a:pt x="64" y="197"/>
                  </a:lnTo>
                  <a:lnTo>
                    <a:pt x="66" y="195"/>
                  </a:lnTo>
                  <a:lnTo>
                    <a:pt x="66" y="194"/>
                  </a:lnTo>
                  <a:lnTo>
                    <a:pt x="66" y="192"/>
                  </a:lnTo>
                  <a:lnTo>
                    <a:pt x="67" y="191"/>
                  </a:lnTo>
                  <a:lnTo>
                    <a:pt x="67" y="188"/>
                  </a:lnTo>
                  <a:lnTo>
                    <a:pt x="69" y="187"/>
                  </a:lnTo>
                  <a:lnTo>
                    <a:pt x="69" y="184"/>
                  </a:lnTo>
                  <a:lnTo>
                    <a:pt x="70" y="182"/>
                  </a:lnTo>
                  <a:lnTo>
                    <a:pt x="70" y="179"/>
                  </a:lnTo>
                  <a:lnTo>
                    <a:pt x="72" y="177"/>
                  </a:lnTo>
                  <a:lnTo>
                    <a:pt x="72" y="175"/>
                  </a:lnTo>
                  <a:lnTo>
                    <a:pt x="73" y="174"/>
                  </a:lnTo>
                  <a:lnTo>
                    <a:pt x="73" y="171"/>
                  </a:lnTo>
                  <a:lnTo>
                    <a:pt x="73" y="169"/>
                  </a:lnTo>
                  <a:lnTo>
                    <a:pt x="75" y="168"/>
                  </a:lnTo>
                  <a:lnTo>
                    <a:pt x="75" y="166"/>
                  </a:lnTo>
                  <a:lnTo>
                    <a:pt x="75" y="165"/>
                  </a:lnTo>
                  <a:lnTo>
                    <a:pt x="76" y="164"/>
                  </a:lnTo>
                  <a:lnTo>
                    <a:pt x="76" y="162"/>
                  </a:lnTo>
                  <a:lnTo>
                    <a:pt x="76" y="161"/>
                  </a:lnTo>
                  <a:lnTo>
                    <a:pt x="76" y="159"/>
                  </a:lnTo>
                  <a:lnTo>
                    <a:pt x="77" y="158"/>
                  </a:lnTo>
                  <a:lnTo>
                    <a:pt x="77" y="156"/>
                  </a:lnTo>
                  <a:lnTo>
                    <a:pt x="79" y="155"/>
                  </a:lnTo>
                  <a:lnTo>
                    <a:pt x="79" y="153"/>
                  </a:lnTo>
                  <a:lnTo>
                    <a:pt x="79" y="152"/>
                  </a:lnTo>
                  <a:lnTo>
                    <a:pt x="79" y="151"/>
                  </a:lnTo>
                  <a:lnTo>
                    <a:pt x="80" y="149"/>
                  </a:lnTo>
                  <a:lnTo>
                    <a:pt x="80" y="148"/>
                  </a:lnTo>
                  <a:lnTo>
                    <a:pt x="80" y="146"/>
                  </a:lnTo>
                  <a:lnTo>
                    <a:pt x="82" y="145"/>
                  </a:lnTo>
                  <a:lnTo>
                    <a:pt x="82" y="143"/>
                  </a:lnTo>
                  <a:lnTo>
                    <a:pt x="82" y="142"/>
                  </a:lnTo>
                  <a:lnTo>
                    <a:pt x="83" y="140"/>
                  </a:lnTo>
                  <a:lnTo>
                    <a:pt x="83" y="138"/>
                  </a:lnTo>
                  <a:lnTo>
                    <a:pt x="83" y="136"/>
                  </a:lnTo>
                  <a:lnTo>
                    <a:pt x="85" y="135"/>
                  </a:lnTo>
                  <a:lnTo>
                    <a:pt x="85" y="132"/>
                  </a:lnTo>
                  <a:lnTo>
                    <a:pt x="86" y="129"/>
                  </a:lnTo>
                  <a:lnTo>
                    <a:pt x="86" y="127"/>
                  </a:lnTo>
                  <a:lnTo>
                    <a:pt x="88" y="125"/>
                  </a:lnTo>
                  <a:lnTo>
                    <a:pt x="88" y="123"/>
                  </a:lnTo>
                  <a:lnTo>
                    <a:pt x="89" y="120"/>
                  </a:lnTo>
                  <a:lnTo>
                    <a:pt x="89" y="119"/>
                  </a:lnTo>
                  <a:lnTo>
                    <a:pt x="89" y="117"/>
                  </a:lnTo>
                  <a:lnTo>
                    <a:pt x="90" y="116"/>
                  </a:lnTo>
                  <a:lnTo>
                    <a:pt x="90" y="114"/>
                  </a:lnTo>
                  <a:lnTo>
                    <a:pt x="90" y="113"/>
                  </a:lnTo>
                  <a:lnTo>
                    <a:pt x="92" y="112"/>
                  </a:lnTo>
                  <a:lnTo>
                    <a:pt x="92" y="110"/>
                  </a:lnTo>
                  <a:lnTo>
                    <a:pt x="92" y="109"/>
                  </a:lnTo>
                  <a:lnTo>
                    <a:pt x="92" y="107"/>
                  </a:lnTo>
                  <a:lnTo>
                    <a:pt x="93" y="106"/>
                  </a:lnTo>
                  <a:lnTo>
                    <a:pt x="93" y="104"/>
                  </a:lnTo>
                  <a:lnTo>
                    <a:pt x="93" y="103"/>
                  </a:lnTo>
                  <a:lnTo>
                    <a:pt x="93" y="101"/>
                  </a:lnTo>
                  <a:lnTo>
                    <a:pt x="93" y="100"/>
                  </a:lnTo>
                  <a:lnTo>
                    <a:pt x="95" y="99"/>
                  </a:lnTo>
                  <a:lnTo>
                    <a:pt x="95" y="97"/>
                  </a:lnTo>
                  <a:lnTo>
                    <a:pt x="95" y="96"/>
                  </a:lnTo>
                  <a:lnTo>
                    <a:pt x="95" y="94"/>
                  </a:lnTo>
                  <a:lnTo>
                    <a:pt x="95" y="93"/>
                  </a:lnTo>
                  <a:lnTo>
                    <a:pt x="95" y="91"/>
                  </a:lnTo>
                  <a:lnTo>
                    <a:pt x="95" y="90"/>
                  </a:lnTo>
                  <a:lnTo>
                    <a:pt x="95" y="88"/>
                  </a:lnTo>
                  <a:lnTo>
                    <a:pt x="95" y="87"/>
                  </a:lnTo>
                  <a:lnTo>
                    <a:pt x="95" y="84"/>
                  </a:lnTo>
                  <a:lnTo>
                    <a:pt x="96" y="83"/>
                  </a:lnTo>
                  <a:lnTo>
                    <a:pt x="96" y="81"/>
                  </a:lnTo>
                  <a:lnTo>
                    <a:pt x="96" y="78"/>
                  </a:lnTo>
                  <a:lnTo>
                    <a:pt x="96" y="77"/>
                  </a:lnTo>
                  <a:lnTo>
                    <a:pt x="96" y="76"/>
                  </a:lnTo>
                  <a:lnTo>
                    <a:pt x="96" y="73"/>
                  </a:lnTo>
                  <a:lnTo>
                    <a:pt x="96" y="71"/>
                  </a:lnTo>
                  <a:lnTo>
                    <a:pt x="96" y="70"/>
                  </a:lnTo>
                  <a:lnTo>
                    <a:pt x="96" y="68"/>
                  </a:lnTo>
                  <a:lnTo>
                    <a:pt x="98" y="67"/>
                  </a:lnTo>
                  <a:lnTo>
                    <a:pt x="98" y="65"/>
                  </a:lnTo>
                  <a:lnTo>
                    <a:pt x="98" y="64"/>
                  </a:lnTo>
                  <a:lnTo>
                    <a:pt x="98" y="63"/>
                  </a:lnTo>
                  <a:lnTo>
                    <a:pt x="98" y="61"/>
                  </a:lnTo>
                  <a:lnTo>
                    <a:pt x="98" y="60"/>
                  </a:lnTo>
                  <a:lnTo>
                    <a:pt x="98" y="58"/>
                  </a:lnTo>
                  <a:lnTo>
                    <a:pt x="98" y="57"/>
                  </a:lnTo>
                  <a:lnTo>
                    <a:pt x="99" y="55"/>
                  </a:lnTo>
                  <a:lnTo>
                    <a:pt x="99" y="54"/>
                  </a:lnTo>
                  <a:lnTo>
                    <a:pt x="99" y="52"/>
                  </a:lnTo>
                  <a:lnTo>
                    <a:pt x="99" y="51"/>
                  </a:lnTo>
                  <a:lnTo>
                    <a:pt x="99" y="50"/>
                  </a:lnTo>
                  <a:lnTo>
                    <a:pt x="99" y="48"/>
                  </a:lnTo>
                  <a:lnTo>
                    <a:pt x="101" y="47"/>
                  </a:lnTo>
                  <a:lnTo>
                    <a:pt x="101" y="45"/>
                  </a:lnTo>
                  <a:lnTo>
                    <a:pt x="101" y="44"/>
                  </a:lnTo>
                  <a:lnTo>
                    <a:pt x="101" y="42"/>
                  </a:lnTo>
                  <a:lnTo>
                    <a:pt x="101" y="41"/>
                  </a:lnTo>
                  <a:lnTo>
                    <a:pt x="102" y="39"/>
                  </a:lnTo>
                  <a:lnTo>
                    <a:pt x="102" y="38"/>
                  </a:lnTo>
                  <a:lnTo>
                    <a:pt x="102" y="37"/>
                  </a:lnTo>
                  <a:lnTo>
                    <a:pt x="102" y="35"/>
                  </a:lnTo>
                  <a:lnTo>
                    <a:pt x="102" y="34"/>
                  </a:lnTo>
                  <a:lnTo>
                    <a:pt x="102" y="32"/>
                  </a:lnTo>
                  <a:lnTo>
                    <a:pt x="102" y="31"/>
                  </a:lnTo>
                  <a:lnTo>
                    <a:pt x="102" y="29"/>
                  </a:lnTo>
                  <a:lnTo>
                    <a:pt x="102" y="28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4"/>
                  </a:lnTo>
                  <a:lnTo>
                    <a:pt x="102" y="22"/>
                  </a:lnTo>
                  <a:lnTo>
                    <a:pt x="102" y="21"/>
                  </a:lnTo>
                  <a:lnTo>
                    <a:pt x="102" y="19"/>
                  </a:lnTo>
                  <a:lnTo>
                    <a:pt x="102" y="16"/>
                  </a:lnTo>
                  <a:lnTo>
                    <a:pt x="102" y="15"/>
                  </a:lnTo>
                  <a:lnTo>
                    <a:pt x="102" y="13"/>
                  </a:lnTo>
                  <a:lnTo>
                    <a:pt x="102" y="11"/>
                  </a:lnTo>
                  <a:lnTo>
                    <a:pt x="102" y="9"/>
                  </a:lnTo>
                  <a:lnTo>
                    <a:pt x="102" y="6"/>
                  </a:lnTo>
                  <a:lnTo>
                    <a:pt x="102" y="3"/>
                  </a:lnTo>
                  <a:lnTo>
                    <a:pt x="10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7" name="Line 142">
              <a:extLst>
                <a:ext uri="{FF2B5EF4-FFF2-40B4-BE49-F238E27FC236}">
                  <a16:creationId xmlns:a16="http://schemas.microsoft.com/office/drawing/2014/main" id="{B5DA888B-ECB3-432B-B1DB-175D6475B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225" y="4981575"/>
              <a:ext cx="180975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8" name="Line 143">
              <a:extLst>
                <a:ext uri="{FF2B5EF4-FFF2-40B4-BE49-F238E27FC236}">
                  <a16:creationId xmlns:a16="http://schemas.microsoft.com/office/drawing/2014/main" id="{1A9F5A66-CEC5-4172-A738-C3EB2D2DD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8250" y="4706938"/>
              <a:ext cx="8477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59" name="Freeform 144">
              <a:extLst>
                <a:ext uri="{FF2B5EF4-FFF2-40B4-BE49-F238E27FC236}">
                  <a16:creationId xmlns:a16="http://schemas.microsoft.com/office/drawing/2014/main" id="{BE67CC85-7E00-42EE-BE92-8AFBB51AC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4065588"/>
              <a:ext cx="1214437" cy="915987"/>
            </a:xfrm>
            <a:custGeom>
              <a:avLst/>
              <a:gdLst>
                <a:gd name="T0" fmla="*/ 0 w 1529"/>
                <a:gd name="T1" fmla="*/ 2147483646 h 1154"/>
                <a:gd name="T2" fmla="*/ 0 w 1529"/>
                <a:gd name="T3" fmla="*/ 0 h 1154"/>
                <a:gd name="T4" fmla="*/ 2147483646 w 1529"/>
                <a:gd name="T5" fmla="*/ 0 h 1154"/>
                <a:gd name="T6" fmla="*/ 0 60000 65536"/>
                <a:gd name="T7" fmla="*/ 0 60000 65536"/>
                <a:gd name="T8" fmla="*/ 0 60000 65536"/>
                <a:gd name="T9" fmla="*/ 0 w 1529"/>
                <a:gd name="T10" fmla="*/ 0 h 1154"/>
                <a:gd name="T11" fmla="*/ 1529 w 1529"/>
                <a:gd name="T12" fmla="*/ 1154 h 1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9" h="1154">
                  <a:moveTo>
                    <a:pt x="0" y="1154"/>
                  </a:moveTo>
                  <a:lnTo>
                    <a:pt x="0" y="0"/>
                  </a:lnTo>
                  <a:lnTo>
                    <a:pt x="1529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60" name="Line 145">
              <a:extLst>
                <a:ext uri="{FF2B5EF4-FFF2-40B4-BE49-F238E27FC236}">
                  <a16:creationId xmlns:a16="http://schemas.microsoft.com/office/drawing/2014/main" id="{F3B5D5D2-56C0-4C6F-BB6B-9B29CD1F3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6225" y="4386263"/>
              <a:ext cx="9620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61" name="Line 146">
              <a:extLst>
                <a:ext uri="{FF2B5EF4-FFF2-40B4-BE49-F238E27FC236}">
                  <a16:creationId xmlns:a16="http://schemas.microsoft.com/office/drawing/2014/main" id="{09D79644-E290-4CA7-886F-8F7BA54DC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8250" y="4386263"/>
              <a:ext cx="1588" cy="3206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62" name="Rectangle 147">
              <a:extLst>
                <a:ext uri="{FF2B5EF4-FFF2-40B4-BE49-F238E27FC236}">
                  <a16:creationId xmlns:a16="http://schemas.microsoft.com/office/drawing/2014/main" id="{D72E79D9-C3BB-4224-B3F1-B6DEE38DB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4806950"/>
              <a:ext cx="1905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158727" name="TextBox 1">
            <a:extLst>
              <a:ext uri="{FF2B5EF4-FFF2-40B4-BE49-F238E27FC236}">
                <a16:creationId xmlns:a16="http://schemas.microsoft.com/office/drawing/2014/main" id="{9F2C3BAB-79F3-42EF-B781-8D687B552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7638" y="3657600"/>
            <a:ext cx="37306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200" b="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58728" name="Line 98">
            <a:extLst>
              <a:ext uri="{FF2B5EF4-FFF2-40B4-BE49-F238E27FC236}">
                <a16:creationId xmlns:a16="http://schemas.microsoft.com/office/drawing/2014/main" id="{698AADA1-7FCA-438A-8598-611823DCB1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4088" y="6084888"/>
            <a:ext cx="3317875" cy="142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9" name="Rectangle 124">
            <a:extLst>
              <a:ext uri="{FF2B5EF4-FFF2-40B4-BE49-F238E27FC236}">
                <a16:creationId xmlns:a16="http://schemas.microsoft.com/office/drawing/2014/main" id="{89BD67BA-0FC8-43A9-90E8-F8F66F4EC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3" y="5905500"/>
            <a:ext cx="920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z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58730" name="TextBox 93">
            <a:extLst>
              <a:ext uri="{FF2B5EF4-FFF2-40B4-BE49-F238E27FC236}">
                <a16:creationId xmlns:a16="http://schemas.microsoft.com/office/drawing/2014/main" id="{7F403A86-947B-4474-A12C-FD65E943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5807075"/>
            <a:ext cx="184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0 </a:t>
            </a:r>
            <a:r>
              <a:rPr lang="en-US" altLang="en-US" i="1">
                <a:latin typeface="Times" panose="02020603050405020304" pitchFamily="18" charset="0"/>
              </a:rPr>
              <a:t>+ i</a:t>
            </a:r>
            <a:r>
              <a:rPr lang="en-US" altLang="en-US" i="1" baseline="-25000">
                <a:latin typeface="Times" panose="02020603050405020304" pitchFamily="18" charset="0"/>
              </a:rPr>
              <a:t>1 </a:t>
            </a:r>
            <a:r>
              <a:rPr lang="en-US" altLang="en-US" i="1">
                <a:latin typeface="Times" panose="02020603050405020304" pitchFamily="18" charset="0"/>
              </a:rPr>
              <a:t>+ i</a:t>
            </a:r>
            <a:r>
              <a:rPr lang="en-US" altLang="en-US" i="1" baseline="-25000">
                <a:latin typeface="Times" panose="02020603050405020304" pitchFamily="18" charset="0"/>
              </a:rPr>
              <a:t>2 </a:t>
            </a:r>
            <a:r>
              <a:rPr lang="en-US" altLang="en-US" i="1">
                <a:latin typeface="Times" panose="02020603050405020304" pitchFamily="18" charset="0"/>
              </a:rPr>
              <a:t>+ i</a:t>
            </a:r>
            <a:r>
              <a:rPr lang="en-US" altLang="en-US" i="1" baseline="-25000"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58731" name="TextBox 2">
            <a:extLst>
              <a:ext uri="{FF2B5EF4-FFF2-40B4-BE49-F238E27FC236}">
                <a16:creationId xmlns:a16="http://schemas.microsoft.com/office/drawing/2014/main" id="{88E2B269-C85E-4B87-A4F6-9F67A059C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6396038"/>
            <a:ext cx="9017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Try to prove that this is equivalent to the circuit that was derived above.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E7A9DB-0DE7-4D36-BE80-737F22677084}"/>
                  </a:ext>
                </a:extLst>
              </p14:cNvPr>
              <p14:cNvContentPartPr/>
              <p14:nvPr/>
            </p14:nvContentPartPr>
            <p14:xfrm>
              <a:off x="1602720" y="5791680"/>
              <a:ext cx="1867320" cy="52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E7A9DB-0DE7-4D36-BE80-737F226770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3360" y="5782320"/>
                <a:ext cx="1886040" cy="54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29DBD8-6D34-47EF-B967-C9D46123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82C1FB-A275-4CBE-B85C-63204551E734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E68E23-AE5F-461B-91DA-BD6FA86C5FBB}"/>
              </a:ext>
            </a:extLst>
          </p:cNvPr>
          <p:cNvSpPr/>
          <p:nvPr/>
        </p:nvSpPr>
        <p:spPr>
          <a:xfrm>
            <a:off x="2286000" y="23622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Code Converters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Readings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4.4, 4.5</a:t>
            </a:r>
            <a:endParaRPr kumimoji="0" lang="en-US" altLang="en-US" sz="3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1000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35AC2DB6-D5B3-4259-9BA9-56FDC1CD9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Code Converter (Definition)</a:t>
            </a:r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4B6F8CD3-3DAB-45F7-A5E3-229B4EC9A9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8001000" cy="49530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Converts from one type of input encoding  to a different type of output encoding.</a:t>
            </a:r>
          </a:p>
          <a:p>
            <a:endParaRPr lang="en-US" altLang="en-US" dirty="0"/>
          </a:p>
          <a:p>
            <a:r>
              <a:rPr lang="en-US" altLang="en-US" dirty="0"/>
              <a:t>A decoder does that as well, but its outputs are always one-hot encoded so the output code is really only one type of output code.</a:t>
            </a:r>
          </a:p>
          <a:p>
            <a:endParaRPr lang="en-US" altLang="en-US" dirty="0"/>
          </a:p>
          <a:p>
            <a:r>
              <a:rPr lang="en-US" altLang="en-US" dirty="0"/>
              <a:t>A binary encoder does that as well but its inputs are always one-hot encoded so the input code is really only one type of input code.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7" name="Picture 174">
            <a:extLst>
              <a:ext uri="{FF2B5EF4-FFF2-40B4-BE49-F238E27FC236}">
                <a16:creationId xmlns:a16="http://schemas.microsoft.com/office/drawing/2014/main" id="{90793CEA-4E6F-4028-9CE4-37401E60B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657475"/>
            <a:ext cx="4381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78" name="Picture 175">
            <a:extLst>
              <a:ext uri="{FF2B5EF4-FFF2-40B4-BE49-F238E27FC236}">
                <a16:creationId xmlns:a16="http://schemas.microsoft.com/office/drawing/2014/main" id="{8E7A37AA-8F64-4B11-91CD-FE7E62072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371600"/>
            <a:ext cx="41052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TextBox 125">
            <a:extLst>
              <a:ext uri="{FF2B5EF4-FFF2-40B4-BE49-F238E27FC236}">
                <a16:creationId xmlns:a16="http://schemas.microsoft.com/office/drawing/2014/main" id="{A4125734-CE68-425B-AA27-682F04AD8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524625"/>
            <a:ext cx="2554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4.21 from the textbook ]</a:t>
            </a:r>
          </a:p>
        </p:txBody>
      </p:sp>
      <p:sp>
        <p:nvSpPr>
          <p:cNvPr id="75780" name="Title 1">
            <a:extLst>
              <a:ext uri="{FF2B5EF4-FFF2-40B4-BE49-F238E27FC236}">
                <a16:creationId xmlns:a16="http://schemas.microsoft.com/office/drawing/2014/main" id="{A408190D-C6F7-4BD2-9708-B60FFE5E6B0E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hex-to-7-segment display code converter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879AFB-FADC-4AAE-B15B-3C3EF55199E0}"/>
              </a:ext>
            </a:extLst>
          </p:cNvPr>
          <p:cNvSpPr/>
          <p:nvPr/>
        </p:nvSpPr>
        <p:spPr>
          <a:xfrm>
            <a:off x="6629400" y="1752600"/>
            <a:ext cx="2228850" cy="419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A3E09B-D70D-4D77-B3CE-6E2CEFCEE2E3}"/>
                  </a:ext>
                </a:extLst>
              </p14:cNvPr>
              <p14:cNvContentPartPr/>
              <p14:nvPr/>
            </p14:nvContentPartPr>
            <p14:xfrm>
              <a:off x="3562920" y="750600"/>
              <a:ext cx="5306760" cy="346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A3E09B-D70D-4D77-B3CE-6E2CEFCEE2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3560" y="741240"/>
                <a:ext cx="5325480" cy="348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7" name="Picture 174">
            <a:extLst>
              <a:ext uri="{FF2B5EF4-FFF2-40B4-BE49-F238E27FC236}">
                <a16:creationId xmlns:a16="http://schemas.microsoft.com/office/drawing/2014/main" id="{90793CEA-4E6F-4028-9CE4-37401E60B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657475"/>
            <a:ext cx="4381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78" name="Picture 175">
            <a:extLst>
              <a:ext uri="{FF2B5EF4-FFF2-40B4-BE49-F238E27FC236}">
                <a16:creationId xmlns:a16="http://schemas.microsoft.com/office/drawing/2014/main" id="{8E7A37AA-8F64-4B11-91CD-FE7E62072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371600"/>
            <a:ext cx="41052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9" name="TextBox 125">
            <a:extLst>
              <a:ext uri="{FF2B5EF4-FFF2-40B4-BE49-F238E27FC236}">
                <a16:creationId xmlns:a16="http://schemas.microsoft.com/office/drawing/2014/main" id="{A4125734-CE68-425B-AA27-682F04AD8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524625"/>
            <a:ext cx="2554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4.21 from the textbook ]</a:t>
            </a:r>
          </a:p>
        </p:txBody>
      </p:sp>
      <p:sp>
        <p:nvSpPr>
          <p:cNvPr id="75780" name="Title 1">
            <a:extLst>
              <a:ext uri="{FF2B5EF4-FFF2-40B4-BE49-F238E27FC236}">
                <a16:creationId xmlns:a16="http://schemas.microsoft.com/office/drawing/2014/main" id="{A408190D-C6F7-4BD2-9708-B60FFE5E6B0E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A hex-to-7-segment display code converter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5" name="Picture 174">
            <a:extLst>
              <a:ext uri="{FF2B5EF4-FFF2-40B4-BE49-F238E27FC236}">
                <a16:creationId xmlns:a16="http://schemas.microsoft.com/office/drawing/2014/main" id="{2CD48F54-175F-4FC9-BED4-86FF598A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657475"/>
            <a:ext cx="4381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6" name="Picture 175">
            <a:extLst>
              <a:ext uri="{FF2B5EF4-FFF2-40B4-BE49-F238E27FC236}">
                <a16:creationId xmlns:a16="http://schemas.microsoft.com/office/drawing/2014/main" id="{AB0B5AAF-7D77-40BB-B7A9-DA63FD120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371600"/>
            <a:ext cx="41052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TextBox 125">
            <a:extLst>
              <a:ext uri="{FF2B5EF4-FFF2-40B4-BE49-F238E27FC236}">
                <a16:creationId xmlns:a16="http://schemas.microsoft.com/office/drawing/2014/main" id="{5264456E-F354-4CCD-869F-3B93D886D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524625"/>
            <a:ext cx="2554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4.21 from the textbook ]</a:t>
            </a:r>
          </a:p>
        </p:txBody>
      </p:sp>
      <p:sp>
        <p:nvSpPr>
          <p:cNvPr id="77828" name="Title 1">
            <a:extLst>
              <a:ext uri="{FF2B5EF4-FFF2-40B4-BE49-F238E27FC236}">
                <a16:creationId xmlns:a16="http://schemas.microsoft.com/office/drawing/2014/main" id="{9BDBA8C9-8387-4DBC-8937-3802F7091FC5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A hex-to-7-segment display code converter</a:t>
            </a:r>
          </a:p>
        </p:txBody>
      </p:sp>
      <p:sp>
        <p:nvSpPr>
          <p:cNvPr id="77829" name="Rectangle 1">
            <a:extLst>
              <a:ext uri="{FF2B5EF4-FFF2-40B4-BE49-F238E27FC236}">
                <a16:creationId xmlns:a16="http://schemas.microsoft.com/office/drawing/2014/main" id="{09A38DFB-4B8E-4237-A1A7-660707E71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953000"/>
            <a:ext cx="4038600" cy="22860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77830" name="Straight Connector 3">
            <a:extLst>
              <a:ext uri="{FF2B5EF4-FFF2-40B4-BE49-F238E27FC236}">
                <a16:creationId xmlns:a16="http://schemas.microsoft.com/office/drawing/2014/main" id="{1AB5B442-1FFA-43BB-B834-E0B58F1E8B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7888" y="3067050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1" name="Straight Connector 10">
            <a:extLst>
              <a:ext uri="{FF2B5EF4-FFF2-40B4-BE49-F238E27FC236}">
                <a16:creationId xmlns:a16="http://schemas.microsoft.com/office/drawing/2014/main" id="{37E717E5-82D5-4B46-8C6E-BB13B23D2B2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6300" y="4179888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2" name="Straight Connector 11">
            <a:extLst>
              <a:ext uri="{FF2B5EF4-FFF2-40B4-BE49-F238E27FC236}">
                <a16:creationId xmlns:a16="http://schemas.microsoft.com/office/drawing/2014/main" id="{5F0C1D8F-4AAD-47DA-9C84-CBBFFDD69CA4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133725" y="3897313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3" name="Straight Connector 12">
            <a:extLst>
              <a:ext uri="{FF2B5EF4-FFF2-40B4-BE49-F238E27FC236}">
                <a16:creationId xmlns:a16="http://schemas.microsoft.com/office/drawing/2014/main" id="{F5FBB39C-90C1-464D-B155-A13CE20E118B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144838" y="3343275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E6C76B-7035-4ABE-93BA-43B187F6D0B4}"/>
                  </a:ext>
                </a:extLst>
              </p14:cNvPr>
              <p14:cNvContentPartPr/>
              <p14:nvPr/>
            </p14:nvContentPartPr>
            <p14:xfrm>
              <a:off x="6685200" y="1206720"/>
              <a:ext cx="2332440" cy="21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E6C76B-7035-4ABE-93BA-43B187F6D0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75840" y="1197360"/>
                <a:ext cx="2351160" cy="23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3" name="Picture 174">
            <a:extLst>
              <a:ext uri="{FF2B5EF4-FFF2-40B4-BE49-F238E27FC236}">
                <a16:creationId xmlns:a16="http://schemas.microsoft.com/office/drawing/2014/main" id="{54F30C7F-97B8-4147-B6FB-0B7C7480B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657475"/>
            <a:ext cx="4381500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4" name="Picture 175">
            <a:extLst>
              <a:ext uri="{FF2B5EF4-FFF2-40B4-BE49-F238E27FC236}">
                <a16:creationId xmlns:a16="http://schemas.microsoft.com/office/drawing/2014/main" id="{99F413A2-76B7-4F03-BEFE-E1A2D1B1D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463" y="1371600"/>
            <a:ext cx="41052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TextBox 125">
            <a:extLst>
              <a:ext uri="{FF2B5EF4-FFF2-40B4-BE49-F238E27FC236}">
                <a16:creationId xmlns:a16="http://schemas.microsoft.com/office/drawing/2014/main" id="{C6D4CFED-222E-4F31-BFBC-A75A8C3FC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524625"/>
            <a:ext cx="2554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4.21 from the textbook ]</a:t>
            </a:r>
          </a:p>
        </p:txBody>
      </p:sp>
      <p:sp>
        <p:nvSpPr>
          <p:cNvPr id="79876" name="Title 1">
            <a:extLst>
              <a:ext uri="{FF2B5EF4-FFF2-40B4-BE49-F238E27FC236}">
                <a16:creationId xmlns:a16="http://schemas.microsoft.com/office/drawing/2014/main" id="{7A6503C2-11B6-415C-BA98-991607A950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A hex-to-7-segment display code converter</a:t>
            </a:r>
          </a:p>
        </p:txBody>
      </p:sp>
      <p:sp>
        <p:nvSpPr>
          <p:cNvPr id="79877" name="Rectangle 1">
            <a:extLst>
              <a:ext uri="{FF2B5EF4-FFF2-40B4-BE49-F238E27FC236}">
                <a16:creationId xmlns:a16="http://schemas.microsoft.com/office/drawing/2014/main" id="{5709D916-2A60-407B-9D7A-E7E7E0EA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854325"/>
            <a:ext cx="4038600" cy="228600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79878" name="Straight Connector 10">
            <a:extLst>
              <a:ext uri="{FF2B5EF4-FFF2-40B4-BE49-F238E27FC236}">
                <a16:creationId xmlns:a16="http://schemas.microsoft.com/office/drawing/2014/main" id="{D170D7E0-818C-4329-8766-90A380DE9F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16300" y="3622675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79" name="Straight Connector 11">
            <a:extLst>
              <a:ext uri="{FF2B5EF4-FFF2-40B4-BE49-F238E27FC236}">
                <a16:creationId xmlns:a16="http://schemas.microsoft.com/office/drawing/2014/main" id="{B0C75FC5-6C4B-4701-B98F-3A21F92956F6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698875" y="3897313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0" name="Straight Connector 12">
            <a:extLst>
              <a:ext uri="{FF2B5EF4-FFF2-40B4-BE49-F238E27FC236}">
                <a16:creationId xmlns:a16="http://schemas.microsoft.com/office/drawing/2014/main" id="{670B05BF-AEDB-43BA-A883-915B976E0F8A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144838" y="3343275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81" name="Straight Connector 13">
            <a:extLst>
              <a:ext uri="{FF2B5EF4-FFF2-40B4-BE49-F238E27FC236}">
                <a16:creationId xmlns:a16="http://schemas.microsoft.com/office/drawing/2014/main" id="{91670E6F-E271-471D-B5F5-00843BAC37DE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3709988" y="3352800"/>
            <a:ext cx="45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79271BBB-935B-4064-B0A2-376532FF591E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What is the circuit for this code converter?</a:t>
            </a:r>
          </a:p>
        </p:txBody>
      </p:sp>
      <p:grpSp>
        <p:nvGrpSpPr>
          <p:cNvPr id="80898" name="Group 25">
            <a:extLst>
              <a:ext uri="{FF2B5EF4-FFF2-40B4-BE49-F238E27FC236}">
                <a16:creationId xmlns:a16="http://schemas.microsoft.com/office/drawing/2014/main" id="{43B9B077-4443-4656-89E3-EABEA4098E71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12838"/>
            <a:ext cx="4105275" cy="5440362"/>
            <a:chOff x="76200" y="1113376"/>
            <a:chExt cx="4105275" cy="5439824"/>
          </a:xfrm>
        </p:grpSpPr>
        <p:pic>
          <p:nvPicPr>
            <p:cNvPr id="80899" name="Picture 175">
              <a:extLst>
                <a:ext uri="{FF2B5EF4-FFF2-40B4-BE49-F238E27FC236}">
                  <a16:creationId xmlns:a16="http://schemas.microsoft.com/office/drawing/2014/main" id="{1EBAB07C-1BD2-4617-934C-B058802FBC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863"/>
              <a:ext cx="410527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00" name="Rectangle 2">
              <a:extLst>
                <a:ext uri="{FF2B5EF4-FFF2-40B4-BE49-F238E27FC236}">
                  <a16:creationId xmlns:a16="http://schemas.microsoft.com/office/drawing/2014/main" id="{4BB42988-DB76-4A75-9F95-25EC4B0AB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172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0901" name="TextBox 24">
              <a:extLst>
                <a:ext uri="{FF2B5EF4-FFF2-40B4-BE49-F238E27FC236}">
                  <a16:creationId xmlns:a16="http://schemas.microsoft.com/office/drawing/2014/main" id="{846EC3D6-B3F8-43D4-83DE-B20108DE3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14" y="1113376"/>
              <a:ext cx="144142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D8FF960A-2F2F-401B-9E70-7EB50E4B447F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What is the circuit for this code converter?</a:t>
            </a:r>
          </a:p>
        </p:txBody>
      </p:sp>
      <p:grpSp>
        <p:nvGrpSpPr>
          <p:cNvPr id="81922" name="Group 25">
            <a:extLst>
              <a:ext uri="{FF2B5EF4-FFF2-40B4-BE49-F238E27FC236}">
                <a16:creationId xmlns:a16="http://schemas.microsoft.com/office/drawing/2014/main" id="{37855504-6B8C-40BE-BB71-A2A02D87FFC4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12838"/>
            <a:ext cx="4105275" cy="5440362"/>
            <a:chOff x="76200" y="1113376"/>
            <a:chExt cx="4105275" cy="5439824"/>
          </a:xfrm>
        </p:grpSpPr>
        <p:pic>
          <p:nvPicPr>
            <p:cNvPr id="81924" name="Picture 175">
              <a:extLst>
                <a:ext uri="{FF2B5EF4-FFF2-40B4-BE49-F238E27FC236}">
                  <a16:creationId xmlns:a16="http://schemas.microsoft.com/office/drawing/2014/main" id="{7C45DEB6-0D95-4ACD-9002-E6AF7F7B65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863"/>
              <a:ext cx="410527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25" name="Rectangle 1">
              <a:extLst>
                <a:ext uri="{FF2B5EF4-FFF2-40B4-BE49-F238E27FC236}">
                  <a16:creationId xmlns:a16="http://schemas.microsoft.com/office/drawing/2014/main" id="{0EE46D9F-99FE-4BC6-BB6B-4601E28394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34075" y="3473558"/>
              <a:ext cx="4741320" cy="232605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1926" name="Rectangle 2">
              <a:extLst>
                <a:ext uri="{FF2B5EF4-FFF2-40B4-BE49-F238E27FC236}">
                  <a16:creationId xmlns:a16="http://schemas.microsoft.com/office/drawing/2014/main" id="{ECD1C78C-2E53-45EF-B6D7-6843623A3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172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1927" name="TextBox 24">
              <a:extLst>
                <a:ext uri="{FF2B5EF4-FFF2-40B4-BE49-F238E27FC236}">
                  <a16:creationId xmlns:a16="http://schemas.microsoft.com/office/drawing/2014/main" id="{7A4E0D78-41C7-4DDD-ABAE-47B244188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14" y="1113376"/>
              <a:ext cx="144142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0</a:t>
              </a:r>
            </a:p>
          </p:txBody>
        </p:sp>
      </p:grpSp>
      <p:sp>
        <p:nvSpPr>
          <p:cNvPr id="81923" name="TextBox 3">
            <a:extLst>
              <a:ext uri="{FF2B5EF4-FFF2-40B4-BE49-F238E27FC236}">
                <a16:creationId xmlns:a16="http://schemas.microsoft.com/office/drawing/2014/main" id="{48C3228C-C845-416E-B6C5-F41048875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24363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f(x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4</a:t>
            </a:r>
            <a:r>
              <a:rPr lang="en-US" altLang="en-US" b="0">
                <a:latin typeface="Times" panose="02020603050405020304" pitchFamily="18" charset="0"/>
              </a:rPr>
              <a:t>) = Σ m(0, 2, 3, 5, 6, 7, 8, 9, 10, 12, 14, 15)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7A3772A1-87A8-4066-A2F9-BF736944C0E5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What is the circuit for this code converter?</a:t>
            </a:r>
          </a:p>
        </p:txBody>
      </p:sp>
      <p:grpSp>
        <p:nvGrpSpPr>
          <p:cNvPr id="82946" name="Group 2">
            <a:extLst>
              <a:ext uri="{FF2B5EF4-FFF2-40B4-BE49-F238E27FC236}">
                <a16:creationId xmlns:a16="http://schemas.microsoft.com/office/drawing/2014/main" id="{5E98E2B3-93D6-410F-A316-86EFB13E7D1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676400"/>
            <a:ext cx="4387850" cy="4324350"/>
            <a:chOff x="2819400" y="2228850"/>
            <a:chExt cx="4387850" cy="4324350"/>
          </a:xfrm>
        </p:grpSpPr>
        <p:pic>
          <p:nvPicPr>
            <p:cNvPr id="82953" name="Picture 3" descr="F:\LogicBook\PowerPoint\chapter4\figure4.6.wmf">
              <a:extLst>
                <a:ext uri="{FF2B5EF4-FFF2-40B4-BE49-F238E27FC236}">
                  <a16:creationId xmlns:a16="http://schemas.microsoft.com/office/drawing/2014/main" id="{1D721835-6AF1-4E3B-AC21-686B17C23C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54" name="TextBox 5">
              <a:extLst>
                <a:ext uri="{FF2B5EF4-FFF2-40B4-BE49-F238E27FC236}">
                  <a16:creationId xmlns:a16="http://schemas.microsoft.com/office/drawing/2014/main" id="{A5E996A6-C423-46A3-AE16-D641AC946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55" name="TextBox 6">
              <a:extLst>
                <a:ext uri="{FF2B5EF4-FFF2-40B4-BE49-F238E27FC236}">
                  <a16:creationId xmlns:a16="http://schemas.microsoft.com/office/drawing/2014/main" id="{35A03555-3B85-44A9-A95F-18E83104C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2956" name="TextBox 7">
              <a:extLst>
                <a:ext uri="{FF2B5EF4-FFF2-40B4-BE49-F238E27FC236}">
                  <a16:creationId xmlns:a16="http://schemas.microsoft.com/office/drawing/2014/main" id="{62DA35DD-6DD9-4208-BE4C-0C0420185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2957" name="TextBox 8">
              <a:extLst>
                <a:ext uri="{FF2B5EF4-FFF2-40B4-BE49-F238E27FC236}">
                  <a16:creationId xmlns:a16="http://schemas.microsoft.com/office/drawing/2014/main" id="{D2E5F0A1-CE19-4262-9123-62FD043FC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58" name="TextBox 11">
              <a:extLst>
                <a:ext uri="{FF2B5EF4-FFF2-40B4-BE49-F238E27FC236}">
                  <a16:creationId xmlns:a16="http://schemas.microsoft.com/office/drawing/2014/main" id="{A7430143-3A6C-4D0F-9A2D-DF298382A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59" name="TextBox 12">
              <a:extLst>
                <a:ext uri="{FF2B5EF4-FFF2-40B4-BE49-F238E27FC236}">
                  <a16:creationId xmlns:a16="http://schemas.microsoft.com/office/drawing/2014/main" id="{38F019FB-32E5-4DCA-BECC-4D4B4B826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0" name="TextBox 13">
              <a:extLst>
                <a:ext uri="{FF2B5EF4-FFF2-40B4-BE49-F238E27FC236}">
                  <a16:creationId xmlns:a16="http://schemas.microsoft.com/office/drawing/2014/main" id="{9C987BE8-BFEC-4DAB-950F-8F76C4F45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1" name="TextBox 14">
              <a:extLst>
                <a:ext uri="{FF2B5EF4-FFF2-40B4-BE49-F238E27FC236}">
                  <a16:creationId xmlns:a16="http://schemas.microsoft.com/office/drawing/2014/main" id="{B4A43D24-EF2B-44B2-9F2A-84F05C87D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2" name="TextBox 15">
              <a:extLst>
                <a:ext uri="{FF2B5EF4-FFF2-40B4-BE49-F238E27FC236}">
                  <a16:creationId xmlns:a16="http://schemas.microsoft.com/office/drawing/2014/main" id="{E42B716D-DD00-4F45-B0A2-BCB0D1B78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3" name="TextBox 16">
              <a:extLst>
                <a:ext uri="{FF2B5EF4-FFF2-40B4-BE49-F238E27FC236}">
                  <a16:creationId xmlns:a16="http://schemas.microsoft.com/office/drawing/2014/main" id="{F5CB58C6-C085-44A7-8704-9E0267CB9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2964" name="TextBox 17">
              <a:extLst>
                <a:ext uri="{FF2B5EF4-FFF2-40B4-BE49-F238E27FC236}">
                  <a16:creationId xmlns:a16="http://schemas.microsoft.com/office/drawing/2014/main" id="{4BF86F95-56C4-4578-8868-E7847534E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5" name="TextBox 18">
              <a:extLst>
                <a:ext uri="{FF2B5EF4-FFF2-40B4-BE49-F238E27FC236}">
                  <a16:creationId xmlns:a16="http://schemas.microsoft.com/office/drawing/2014/main" id="{A5FE8F8F-DA34-4F95-A6D5-CB6C31C8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6" name="TextBox 19">
              <a:extLst>
                <a:ext uri="{FF2B5EF4-FFF2-40B4-BE49-F238E27FC236}">
                  <a16:creationId xmlns:a16="http://schemas.microsoft.com/office/drawing/2014/main" id="{66036ED0-02F3-4F49-B6CD-BD8DB0950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7" name="TextBox 20">
              <a:extLst>
                <a:ext uri="{FF2B5EF4-FFF2-40B4-BE49-F238E27FC236}">
                  <a16:creationId xmlns:a16="http://schemas.microsoft.com/office/drawing/2014/main" id="{8E37187F-CE2A-482A-889D-A0B5C0700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2968" name="TextBox 21">
              <a:extLst>
                <a:ext uri="{FF2B5EF4-FFF2-40B4-BE49-F238E27FC236}">
                  <a16:creationId xmlns:a16="http://schemas.microsoft.com/office/drawing/2014/main" id="{302A98C1-5AA1-4189-972E-D396B5A06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2969" name="TextBox 22">
              <a:extLst>
                <a:ext uri="{FF2B5EF4-FFF2-40B4-BE49-F238E27FC236}">
                  <a16:creationId xmlns:a16="http://schemas.microsoft.com/office/drawing/2014/main" id="{6DAE72F0-F540-4431-B142-A65389A17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</p:grpSp>
      <p:grpSp>
        <p:nvGrpSpPr>
          <p:cNvPr id="82947" name="Group 25">
            <a:extLst>
              <a:ext uri="{FF2B5EF4-FFF2-40B4-BE49-F238E27FC236}">
                <a16:creationId xmlns:a16="http://schemas.microsoft.com/office/drawing/2014/main" id="{E0928B3A-B10A-488A-ADA7-E7F0E2C41B94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12838"/>
            <a:ext cx="4105275" cy="5440362"/>
            <a:chOff x="76200" y="1113376"/>
            <a:chExt cx="4105275" cy="5439824"/>
          </a:xfrm>
        </p:grpSpPr>
        <p:pic>
          <p:nvPicPr>
            <p:cNvPr id="82949" name="Picture 175">
              <a:extLst>
                <a:ext uri="{FF2B5EF4-FFF2-40B4-BE49-F238E27FC236}">
                  <a16:creationId xmlns:a16="http://schemas.microsoft.com/office/drawing/2014/main" id="{5DFE7999-0716-48EA-A680-F79212DA51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863"/>
              <a:ext cx="410527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50" name="Rectangle 1">
              <a:extLst>
                <a:ext uri="{FF2B5EF4-FFF2-40B4-BE49-F238E27FC236}">
                  <a16:creationId xmlns:a16="http://schemas.microsoft.com/office/drawing/2014/main" id="{2D297494-4CD3-477C-BE8F-F07E6C1FC4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34075" y="3473558"/>
              <a:ext cx="4741320" cy="232605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2951" name="Rectangle 2">
              <a:extLst>
                <a:ext uri="{FF2B5EF4-FFF2-40B4-BE49-F238E27FC236}">
                  <a16:creationId xmlns:a16="http://schemas.microsoft.com/office/drawing/2014/main" id="{0691125B-C795-4274-AE6C-74637E58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172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2952" name="TextBox 24">
              <a:extLst>
                <a:ext uri="{FF2B5EF4-FFF2-40B4-BE49-F238E27FC236}">
                  <a16:creationId xmlns:a16="http://schemas.microsoft.com/office/drawing/2014/main" id="{AD14F44B-A6F5-4CB2-83B2-7C11AEC35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14" y="1113376"/>
              <a:ext cx="144142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0</a:t>
              </a:r>
            </a:p>
          </p:txBody>
        </p:sp>
      </p:grpSp>
      <p:sp>
        <p:nvSpPr>
          <p:cNvPr id="82948" name="TextBox 3">
            <a:extLst>
              <a:ext uri="{FF2B5EF4-FFF2-40B4-BE49-F238E27FC236}">
                <a16:creationId xmlns:a16="http://schemas.microsoft.com/office/drawing/2014/main" id="{2B4184A8-1380-40BD-90A2-4EE55302B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24363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f(x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4</a:t>
            </a:r>
            <a:r>
              <a:rPr lang="en-US" altLang="en-US" b="0">
                <a:latin typeface="Times" panose="02020603050405020304" pitchFamily="18" charset="0"/>
              </a:rPr>
              <a:t>) = Σ m(0, 2, 3, 5, 6, 7, 8, 9, 10, 12, 14, 15)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271151C1-0660-40C8-BC95-6898D1A09C4C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What is the circuit for this code converter?</a:t>
            </a:r>
          </a:p>
        </p:txBody>
      </p:sp>
      <p:grpSp>
        <p:nvGrpSpPr>
          <p:cNvPr id="83970" name="Group 25">
            <a:extLst>
              <a:ext uri="{FF2B5EF4-FFF2-40B4-BE49-F238E27FC236}">
                <a16:creationId xmlns:a16="http://schemas.microsoft.com/office/drawing/2014/main" id="{2D0AD779-98BD-46B0-9F40-B7D8724FA384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12838"/>
            <a:ext cx="4105275" cy="5440362"/>
            <a:chOff x="76200" y="1113376"/>
            <a:chExt cx="4105275" cy="5439824"/>
          </a:xfrm>
        </p:grpSpPr>
        <p:pic>
          <p:nvPicPr>
            <p:cNvPr id="83971" name="Picture 175">
              <a:extLst>
                <a:ext uri="{FF2B5EF4-FFF2-40B4-BE49-F238E27FC236}">
                  <a16:creationId xmlns:a16="http://schemas.microsoft.com/office/drawing/2014/main" id="{02BA19C7-E86E-47B8-B1B5-9FA0B2E056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863"/>
              <a:ext cx="410527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72" name="Rectangle 1">
              <a:extLst>
                <a:ext uri="{FF2B5EF4-FFF2-40B4-BE49-F238E27FC236}">
                  <a16:creationId xmlns:a16="http://schemas.microsoft.com/office/drawing/2014/main" id="{631A91D0-A91D-4219-8D3B-1A2AF687BD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3719" y="3473558"/>
              <a:ext cx="4741320" cy="232605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3973" name="Rectangle 2">
              <a:extLst>
                <a:ext uri="{FF2B5EF4-FFF2-40B4-BE49-F238E27FC236}">
                  <a16:creationId xmlns:a16="http://schemas.microsoft.com/office/drawing/2014/main" id="{EAEDC7B4-6B6D-4F3D-B7B9-4C79F6142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172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3974" name="TextBox 24">
              <a:extLst>
                <a:ext uri="{FF2B5EF4-FFF2-40B4-BE49-F238E27FC236}">
                  <a16:creationId xmlns:a16="http://schemas.microsoft.com/office/drawing/2014/main" id="{7ED017B1-9B01-4D5B-8902-CA0C8FDEA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14" y="1113376"/>
              <a:ext cx="144142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BE289D0D-9CEA-4DA3-A793-BBEBAECCC5FB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What is the circuit for this code converter?</a:t>
            </a:r>
          </a:p>
        </p:txBody>
      </p:sp>
      <p:grpSp>
        <p:nvGrpSpPr>
          <p:cNvPr id="84994" name="Group 2">
            <a:extLst>
              <a:ext uri="{FF2B5EF4-FFF2-40B4-BE49-F238E27FC236}">
                <a16:creationId xmlns:a16="http://schemas.microsoft.com/office/drawing/2014/main" id="{83F32A08-59B6-401D-893F-AB7835644E65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676400"/>
            <a:ext cx="4387850" cy="4324350"/>
            <a:chOff x="2819400" y="2228850"/>
            <a:chExt cx="4387850" cy="4324350"/>
          </a:xfrm>
        </p:grpSpPr>
        <p:pic>
          <p:nvPicPr>
            <p:cNvPr id="85001" name="Picture 3" descr="F:\LogicBook\PowerPoint\chapter4\figure4.6.wmf">
              <a:extLst>
                <a:ext uri="{FF2B5EF4-FFF2-40B4-BE49-F238E27FC236}">
                  <a16:creationId xmlns:a16="http://schemas.microsoft.com/office/drawing/2014/main" id="{DCD3DC35-1E0A-463B-A442-C86353BBE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228850"/>
              <a:ext cx="4387850" cy="4324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2" name="TextBox 5">
              <a:extLst>
                <a:ext uri="{FF2B5EF4-FFF2-40B4-BE49-F238E27FC236}">
                  <a16:creationId xmlns:a16="http://schemas.microsoft.com/office/drawing/2014/main" id="{20AE01A9-5587-49AC-B9B3-481F7E2AD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1474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03" name="TextBox 6">
              <a:extLst>
                <a:ext uri="{FF2B5EF4-FFF2-40B4-BE49-F238E27FC236}">
                  <a16:creationId xmlns:a16="http://schemas.microsoft.com/office/drawing/2014/main" id="{030606FC-36C8-4ACF-A750-19E162EF9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9293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5004" name="TextBox 7">
              <a:extLst>
                <a:ext uri="{FF2B5EF4-FFF2-40B4-BE49-F238E27FC236}">
                  <a16:creationId xmlns:a16="http://schemas.microsoft.com/office/drawing/2014/main" id="{E14432EB-EBDD-4362-B452-BAE6C1CA9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475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5005" name="TextBox 8">
              <a:extLst>
                <a:ext uri="{FF2B5EF4-FFF2-40B4-BE49-F238E27FC236}">
                  <a16:creationId xmlns:a16="http://schemas.microsoft.com/office/drawing/2014/main" id="{6A7A267F-1DEC-495F-BDC1-D2E41A6DC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294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06" name="TextBox 11">
              <a:extLst>
                <a:ext uri="{FF2B5EF4-FFF2-40B4-BE49-F238E27FC236}">
                  <a16:creationId xmlns:a16="http://schemas.microsoft.com/office/drawing/2014/main" id="{073EAE31-E86D-4B27-A9DB-682A232D0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243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07" name="TextBox 12">
              <a:extLst>
                <a:ext uri="{FF2B5EF4-FFF2-40B4-BE49-F238E27FC236}">
                  <a16:creationId xmlns:a16="http://schemas.microsoft.com/office/drawing/2014/main" id="{872710E0-9386-467A-A0C6-CBBAD9016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062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08" name="TextBox 13">
              <a:extLst>
                <a:ext uri="{FF2B5EF4-FFF2-40B4-BE49-F238E27FC236}">
                  <a16:creationId xmlns:a16="http://schemas.microsoft.com/office/drawing/2014/main" id="{7ECBBCAD-6E57-44E1-A8DC-E62229128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244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5009" name="TextBox 14">
              <a:extLst>
                <a:ext uri="{FF2B5EF4-FFF2-40B4-BE49-F238E27FC236}">
                  <a16:creationId xmlns:a16="http://schemas.microsoft.com/office/drawing/2014/main" id="{476882B8-1BF7-43EE-8DAF-5229DFAEA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063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0" name="TextBox 15">
              <a:extLst>
                <a:ext uri="{FF2B5EF4-FFF2-40B4-BE49-F238E27FC236}">
                  <a16:creationId xmlns:a16="http://schemas.microsoft.com/office/drawing/2014/main" id="{8D025512-4074-4D06-A0EB-58845CF57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8031" y="3429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1" name="TextBox 16">
              <a:extLst>
                <a:ext uri="{FF2B5EF4-FFF2-40B4-BE49-F238E27FC236}">
                  <a16:creationId xmlns:a16="http://schemas.microsoft.com/office/drawing/2014/main" id="{8B819101-8BA5-4B41-A6E4-836DBF6E8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5850" y="4048369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2" name="TextBox 17">
              <a:extLst>
                <a:ext uri="{FF2B5EF4-FFF2-40B4-BE49-F238E27FC236}">
                  <a16:creationId xmlns:a16="http://schemas.microsoft.com/office/drawing/2014/main" id="{DBB9CDC2-6F35-4481-A552-41D84D907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032" y="3429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3" name="TextBox 18">
              <a:extLst>
                <a:ext uri="{FF2B5EF4-FFF2-40B4-BE49-F238E27FC236}">
                  <a16:creationId xmlns:a16="http://schemas.microsoft.com/office/drawing/2014/main" id="{B0B69AB5-0595-4472-9143-4288306FE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851" y="404878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4" name="TextBox 19">
              <a:extLst>
                <a:ext uri="{FF2B5EF4-FFF2-40B4-BE49-F238E27FC236}">
                  <a16:creationId xmlns:a16="http://schemas.microsoft.com/office/drawing/2014/main" id="{C7F5CA73-9E37-4DE4-AE93-A42C3A9FA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0" y="471463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85015" name="TextBox 20">
              <a:extLst>
                <a:ext uri="{FF2B5EF4-FFF2-40B4-BE49-F238E27FC236}">
                  <a16:creationId xmlns:a16="http://schemas.microsoft.com/office/drawing/2014/main" id="{1A28DAE3-CF4E-470D-8008-BDFFF5C33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619" y="5334000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6" name="TextBox 21">
              <a:extLst>
                <a:ext uri="{FF2B5EF4-FFF2-40B4-BE49-F238E27FC236}">
                  <a16:creationId xmlns:a16="http://schemas.microsoft.com/office/drawing/2014/main" id="{C9B6DE82-AF21-4157-8D30-009A0AC63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1" y="4715042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7" name="TextBox 22">
              <a:extLst>
                <a:ext uri="{FF2B5EF4-FFF2-40B4-BE49-F238E27FC236}">
                  <a16:creationId xmlns:a16="http://schemas.microsoft.com/office/drawing/2014/main" id="{413677B2-C441-406E-A1D0-5704F54C2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620" y="5334411"/>
              <a:ext cx="507999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grpSp>
        <p:nvGrpSpPr>
          <p:cNvPr id="84995" name="Group 25">
            <a:extLst>
              <a:ext uri="{FF2B5EF4-FFF2-40B4-BE49-F238E27FC236}">
                <a16:creationId xmlns:a16="http://schemas.microsoft.com/office/drawing/2014/main" id="{4ADEA6FD-9DA2-49B2-BBE0-81E3DD36221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112838"/>
            <a:ext cx="4105275" cy="5440362"/>
            <a:chOff x="76200" y="1113376"/>
            <a:chExt cx="4105275" cy="5439824"/>
          </a:xfrm>
        </p:grpSpPr>
        <p:pic>
          <p:nvPicPr>
            <p:cNvPr id="84997" name="Picture 175">
              <a:extLst>
                <a:ext uri="{FF2B5EF4-FFF2-40B4-BE49-F238E27FC236}">
                  <a16:creationId xmlns:a16="http://schemas.microsoft.com/office/drawing/2014/main" id="{1B6CFAE7-D1C2-4A33-9754-03BB4A087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1264863"/>
              <a:ext cx="410527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998" name="Rectangle 1">
              <a:extLst>
                <a:ext uri="{FF2B5EF4-FFF2-40B4-BE49-F238E27FC236}">
                  <a16:creationId xmlns:a16="http://schemas.microsoft.com/office/drawing/2014/main" id="{0348214F-1A7B-42A3-9343-928AB7C897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3719" y="3473558"/>
              <a:ext cx="4741320" cy="232605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4999" name="Rectangle 2">
              <a:extLst>
                <a:ext uri="{FF2B5EF4-FFF2-40B4-BE49-F238E27FC236}">
                  <a16:creationId xmlns:a16="http://schemas.microsoft.com/office/drawing/2014/main" id="{6F729D73-0FBD-4046-A127-B8869ECC0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6172200"/>
              <a:ext cx="152400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5000" name="TextBox 24">
              <a:extLst>
                <a:ext uri="{FF2B5EF4-FFF2-40B4-BE49-F238E27FC236}">
                  <a16:creationId xmlns:a16="http://schemas.microsoft.com/office/drawing/2014/main" id="{56CB97E7-36E6-45DE-AB1A-277BA49B1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214" y="1113376"/>
              <a:ext cx="144142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b="0" i="1">
                  <a:latin typeface="Times" panose="02020603050405020304" pitchFamily="18" charset="0"/>
                </a:rPr>
                <a:t> x</a:t>
              </a:r>
              <a:r>
                <a:rPr lang="en-US" altLang="en-US" b="0" i="1" baseline="-25000">
                  <a:latin typeface="Times" panose="02020603050405020304" pitchFamily="18" charset="0"/>
                </a:rPr>
                <a:t>0</a:t>
              </a:r>
            </a:p>
          </p:txBody>
        </p:sp>
      </p:grpSp>
      <p:sp>
        <p:nvSpPr>
          <p:cNvPr id="84996" name="TextBox 3">
            <a:extLst>
              <a:ext uri="{FF2B5EF4-FFF2-40B4-BE49-F238E27FC236}">
                <a16:creationId xmlns:a16="http://schemas.microsoft.com/office/drawing/2014/main" id="{2281ADDC-4381-4F51-9005-E3C21B590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24363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f(x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, x</a:t>
            </a:r>
            <a:r>
              <a:rPr lang="en-US" altLang="en-US" b="0" baseline="-25000">
                <a:latin typeface="Times" panose="02020603050405020304" pitchFamily="18" charset="0"/>
              </a:rPr>
              <a:t>4</a:t>
            </a:r>
            <a:r>
              <a:rPr lang="en-US" altLang="en-US" b="0">
                <a:latin typeface="Times" panose="02020603050405020304" pitchFamily="18" charset="0"/>
              </a:rPr>
              <a:t>) = Σ m(0, 2, 3, 5, 6, 8, 9, 11, 12, 13, 14)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B7B3E727-A7A9-B54C-A2CC-5F2D4691A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146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Arithmetic Comparison Circuits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38AEF77C-7ABE-4E92-B9F9-AB25F9E59AC6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Truth table for a one-bit digital comparator</a:t>
            </a:r>
          </a:p>
        </p:txBody>
      </p:sp>
      <p:sp>
        <p:nvSpPr>
          <p:cNvPr id="87043" name="TextBox 125">
            <a:extLst>
              <a:ext uri="{FF2B5EF4-FFF2-40B4-BE49-F238E27FC236}">
                <a16:creationId xmlns:a16="http://schemas.microsoft.com/office/drawing/2014/main" id="{1DD8A7C3-DE18-4FAE-8578-B83137EF8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13" y="6519863"/>
            <a:ext cx="37607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[http://en.wikipedia.org/wiki/Digital_comparator]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B4DA96-1E39-4BD3-B655-5B46BB27371D}"/>
              </a:ext>
            </a:extLst>
          </p:cNvPr>
          <p:cNvGraphicFramePr>
            <a:graphicFrameLocks noGrp="1"/>
          </p:cNvGraphicFramePr>
          <p:nvPr/>
        </p:nvGraphicFramePr>
        <p:xfrm>
          <a:off x="3810000" y="838200"/>
          <a:ext cx="518160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041">
                  <a:extLst>
                    <a:ext uri="{9D8B030D-6E8A-4147-A177-3AD203B41FA5}">
                      <a16:colId xmlns:a16="http://schemas.microsoft.com/office/drawing/2014/main" val="1643965761"/>
                    </a:ext>
                  </a:extLst>
                </a:gridCol>
                <a:gridCol w="815209">
                  <a:extLst>
                    <a:ext uri="{9D8B030D-6E8A-4147-A177-3AD203B41FA5}">
                      <a16:colId xmlns:a16="http://schemas.microsoft.com/office/drawing/2014/main" val="215929521"/>
                    </a:ext>
                  </a:extLst>
                </a:gridCol>
                <a:gridCol w="1239564">
                  <a:extLst>
                    <a:ext uri="{9D8B030D-6E8A-4147-A177-3AD203B41FA5}">
                      <a16:colId xmlns:a16="http://schemas.microsoft.com/office/drawing/2014/main" val="2573665851"/>
                    </a:ext>
                  </a:extLst>
                </a:gridCol>
                <a:gridCol w="1161393">
                  <a:extLst>
                    <a:ext uri="{9D8B030D-6E8A-4147-A177-3AD203B41FA5}">
                      <a16:colId xmlns:a16="http://schemas.microsoft.com/office/drawing/2014/main" val="2786092396"/>
                    </a:ext>
                  </a:extLst>
                </a:gridCol>
                <a:gridCol w="1161393">
                  <a:extLst>
                    <a:ext uri="{9D8B030D-6E8A-4147-A177-3AD203B41FA5}">
                      <a16:colId xmlns:a16="http://schemas.microsoft.com/office/drawing/2014/main" val="438680690"/>
                    </a:ext>
                  </a:extLst>
                </a:gridCol>
              </a:tblGrid>
              <a:tr h="660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Inputs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Outputs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69469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5102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85847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67216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6216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01697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0959E3-EE53-42DA-A5D4-2C39B2E7E795}"/>
                  </a:ext>
                </a:extLst>
              </p14:cNvPr>
              <p14:cNvContentPartPr/>
              <p14:nvPr/>
            </p14:nvContentPartPr>
            <p14:xfrm>
              <a:off x="2655000" y="1034640"/>
              <a:ext cx="6247800" cy="546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0959E3-EE53-42DA-A5D4-2C39B2E7E7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5640" y="1025280"/>
                <a:ext cx="6266520" cy="547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extBox 125">
            <a:extLst>
              <a:ext uri="{FF2B5EF4-FFF2-40B4-BE49-F238E27FC236}">
                <a16:creationId xmlns:a16="http://schemas.microsoft.com/office/drawing/2014/main" id="{BA31FD33-5340-42EC-A365-637EF5E5F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6640513"/>
            <a:ext cx="3979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0">
                <a:latin typeface="Times" panose="02020603050405020304" pitchFamily="18" charset="0"/>
              </a:rPr>
              <a:t>[http://www.personal.psu.edu/users///c/w/cwb5096/Old%20Site/index_files/cmpenlab4.htm]</a:t>
            </a:r>
          </a:p>
        </p:txBody>
      </p:sp>
      <p:sp>
        <p:nvSpPr>
          <p:cNvPr id="88066" name="Title 1">
            <a:extLst>
              <a:ext uri="{FF2B5EF4-FFF2-40B4-BE49-F238E27FC236}">
                <a16:creationId xmlns:a16="http://schemas.microsoft.com/office/drawing/2014/main" id="{A9085C48-D93C-4DF2-AD06-E4C79CA89095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A one-bit digital comparator circuit</a:t>
            </a:r>
          </a:p>
        </p:txBody>
      </p:sp>
      <p:pic>
        <p:nvPicPr>
          <p:cNvPr id="88067" name="Picture 1" descr="Screen shot 2013-10-18 at 3.31.17 PM.png">
            <a:extLst>
              <a:ext uri="{FF2B5EF4-FFF2-40B4-BE49-F238E27FC236}">
                <a16:creationId xmlns:a16="http://schemas.microsoft.com/office/drawing/2014/main" id="{F1BC0789-DAF7-45A3-AEF0-1105A42ED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399" y="914400"/>
            <a:ext cx="390822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8" name="Picture 2">
            <a:extLst>
              <a:ext uri="{FF2B5EF4-FFF2-40B4-BE49-F238E27FC236}">
                <a16:creationId xmlns:a16="http://schemas.microsoft.com/office/drawing/2014/main" id="{D78E803B-5C17-4BFC-BFD8-9C547D207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" y="3810000"/>
            <a:ext cx="8617744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478D2F82-8AE0-43A0-B108-6A402350E2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51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Truth table for a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two-bit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digital comparator</a:t>
            </a:r>
          </a:p>
        </p:txBody>
      </p:sp>
      <p:pic>
        <p:nvPicPr>
          <p:cNvPr id="89090" name="Picture 5" descr="Screen shot 2013-10-18 at 3.35.21 PM.png">
            <a:extLst>
              <a:ext uri="{FF2B5EF4-FFF2-40B4-BE49-F238E27FC236}">
                <a16:creationId xmlns:a16="http://schemas.microsoft.com/office/drawing/2014/main" id="{F0F7345B-EDAF-479E-8190-623FA094C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16277"/>
            <a:ext cx="4038600" cy="618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1" name="TextBox 125">
            <a:extLst>
              <a:ext uri="{FF2B5EF4-FFF2-40B4-BE49-F238E27FC236}">
                <a16:creationId xmlns:a16="http://schemas.microsoft.com/office/drawing/2014/main" id="{50AB25B0-FE6C-476C-B89E-101ABF3D6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6477000"/>
            <a:ext cx="37607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[http://en.wikipedia.org/wiki/Digital_comparator]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5C746-06A3-4BB6-A806-7885CC8EC927}"/>
              </a:ext>
            </a:extLst>
          </p:cNvPr>
          <p:cNvSpPr/>
          <p:nvPr/>
        </p:nvSpPr>
        <p:spPr>
          <a:xfrm>
            <a:off x="6553200" y="1371600"/>
            <a:ext cx="762000" cy="52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E9838-3937-49DE-8870-851863FFDFB7}"/>
              </a:ext>
            </a:extLst>
          </p:cNvPr>
          <p:cNvSpPr/>
          <p:nvPr/>
        </p:nvSpPr>
        <p:spPr>
          <a:xfrm>
            <a:off x="7391400" y="1366837"/>
            <a:ext cx="762000" cy="52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D694A-3108-4E1F-82DC-4D2516F355F7}"/>
              </a:ext>
            </a:extLst>
          </p:cNvPr>
          <p:cNvSpPr/>
          <p:nvPr/>
        </p:nvSpPr>
        <p:spPr>
          <a:xfrm>
            <a:off x="8229600" y="1371600"/>
            <a:ext cx="762000" cy="52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417D8E-8F93-445A-AC49-26049FA0B084}"/>
                  </a:ext>
                </a:extLst>
              </p14:cNvPr>
              <p14:cNvContentPartPr/>
              <p14:nvPr/>
            </p14:nvContentPartPr>
            <p14:xfrm>
              <a:off x="3411720" y="1263960"/>
              <a:ext cx="5222160" cy="5359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417D8E-8F93-445A-AC49-26049FA0B0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2360" y="1254600"/>
                <a:ext cx="5240880" cy="5378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478D2F82-8AE0-43A0-B108-6A402350E29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51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Truth table for a </a:t>
            </a:r>
            <a:r>
              <a:rPr lang="en-US" altLang="en-US" sz="3200" dirty="0">
                <a:solidFill>
                  <a:srgbClr val="FF0000"/>
                </a:solidFill>
              </a:rPr>
              <a:t>two-bit</a:t>
            </a:r>
            <a:r>
              <a:rPr lang="en-US" altLang="en-US" sz="3200" dirty="0"/>
              <a:t> digital comparator</a:t>
            </a:r>
          </a:p>
        </p:txBody>
      </p:sp>
      <p:pic>
        <p:nvPicPr>
          <p:cNvPr id="89090" name="Picture 5" descr="Screen shot 2013-10-18 at 3.35.21 PM.png">
            <a:extLst>
              <a:ext uri="{FF2B5EF4-FFF2-40B4-BE49-F238E27FC236}">
                <a16:creationId xmlns:a16="http://schemas.microsoft.com/office/drawing/2014/main" id="{F0F7345B-EDAF-479E-8190-623FA094C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16277"/>
            <a:ext cx="4038600" cy="618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1" name="TextBox 125">
            <a:extLst>
              <a:ext uri="{FF2B5EF4-FFF2-40B4-BE49-F238E27FC236}">
                <a16:creationId xmlns:a16="http://schemas.microsoft.com/office/drawing/2014/main" id="{50AB25B0-FE6C-476C-B89E-101ABF3D6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6477000"/>
            <a:ext cx="37607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latin typeface="Times" panose="02020603050405020304" pitchFamily="18" charset="0"/>
              </a:rPr>
              <a:t>[http://en.wikipedia.org/wiki/Digital_comparator]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7A94C6-71C8-431E-B0FF-3977F14D7291}"/>
                  </a:ext>
                </a:extLst>
              </p14:cNvPr>
              <p14:cNvContentPartPr/>
              <p14:nvPr/>
            </p14:nvContentPartPr>
            <p14:xfrm>
              <a:off x="6792480" y="590760"/>
              <a:ext cx="2369520" cy="447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7A94C6-71C8-431E-B0FF-3977F14D7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3120" y="581400"/>
                <a:ext cx="2388240" cy="46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3" name="Picture 3">
            <a:extLst>
              <a:ext uri="{FF2B5EF4-FFF2-40B4-BE49-F238E27FC236}">
                <a16:creationId xmlns:a16="http://schemas.microsoft.com/office/drawing/2014/main" id="{0CD680F5-5B46-44B4-AD9E-9132FAB9D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33400"/>
            <a:ext cx="5775325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4" name="TextBox 125">
            <a:extLst>
              <a:ext uri="{FF2B5EF4-FFF2-40B4-BE49-F238E27FC236}">
                <a16:creationId xmlns:a16="http://schemas.microsoft.com/office/drawing/2014/main" id="{61706F63-FAA9-4F90-A994-E8917D116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6550025"/>
            <a:ext cx="4548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latin typeface="Times" panose="02020603050405020304" pitchFamily="18" charset="0"/>
              </a:rPr>
              <a:t>[http://forum.allaboutcircuits.com/showthread.php?t=10561]</a:t>
            </a:r>
          </a:p>
        </p:txBody>
      </p:sp>
      <p:sp>
        <p:nvSpPr>
          <p:cNvPr id="90115" name="Title 1">
            <a:extLst>
              <a:ext uri="{FF2B5EF4-FFF2-40B4-BE49-F238E27FC236}">
                <a16:creationId xmlns:a16="http://schemas.microsoft.com/office/drawing/2014/main" id="{D256F148-2AE1-4444-86DE-D4C38F99FE0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two-bit </a:t>
            </a:r>
            <a:r>
              <a:rPr lang="en-US" altLang="en-US" sz="3200" dirty="0"/>
              <a:t>digital comparator circuit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19190-262C-498B-B08D-0D371E6A525D}"/>
              </a:ext>
            </a:extLst>
          </p:cNvPr>
          <p:cNvSpPr txBox="1"/>
          <p:nvPr/>
        </p:nvSpPr>
        <p:spPr>
          <a:xfrm>
            <a:off x="7289028" y="1831975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=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9B4EFE-DF9A-4398-8AF3-130F0D710FD0}"/>
              </a:ext>
            </a:extLst>
          </p:cNvPr>
          <p:cNvSpPr txBox="1"/>
          <p:nvPr/>
        </p:nvSpPr>
        <p:spPr>
          <a:xfrm>
            <a:off x="7289028" y="3122910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&lt;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62C76-8AC0-4BCF-98B3-597576EED657}"/>
              </a:ext>
            </a:extLst>
          </p:cNvPr>
          <p:cNvSpPr txBox="1"/>
          <p:nvPr/>
        </p:nvSpPr>
        <p:spPr>
          <a:xfrm>
            <a:off x="7289028" y="4491335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&gt; 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Box 125">
            <a:extLst>
              <a:ext uri="{FF2B5EF4-FFF2-40B4-BE49-F238E27FC236}">
                <a16:creationId xmlns:a16="http://schemas.microsoft.com/office/drawing/2014/main" id="{971EC1E0-AFBE-48FF-8DF0-12A6CB4BE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4.22 from the textbook ]</a:t>
            </a:r>
          </a:p>
        </p:txBody>
      </p:sp>
      <p:sp>
        <p:nvSpPr>
          <p:cNvPr id="91139" name="Title 1">
            <a:extLst>
              <a:ext uri="{FF2B5EF4-FFF2-40B4-BE49-F238E27FC236}">
                <a16:creationId xmlns:a16="http://schemas.microsoft.com/office/drawing/2014/main" id="{3A8D11B8-8D2C-4103-96E2-336BD36AA7D8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A </a:t>
            </a:r>
            <a:r>
              <a:rPr lang="en-US" altLang="en-US" sz="3200" dirty="0">
                <a:solidFill>
                  <a:srgbClr val="0000FF"/>
                </a:solidFill>
              </a:rPr>
              <a:t>four-bit</a:t>
            </a:r>
            <a:r>
              <a:rPr lang="en-US" altLang="en-US" sz="3200" dirty="0"/>
              <a:t> comparator circuit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04F939-DD3F-4EF4-BB82-BCCEC6D96EA2}"/>
              </a:ext>
            </a:extLst>
          </p:cNvPr>
          <p:cNvGrpSpPr/>
          <p:nvPr/>
        </p:nvGrpSpPr>
        <p:grpSpPr>
          <a:xfrm>
            <a:off x="152400" y="805542"/>
            <a:ext cx="6554608" cy="5823857"/>
            <a:chOff x="152400" y="805542"/>
            <a:chExt cx="6554608" cy="5823857"/>
          </a:xfrm>
        </p:grpSpPr>
        <p:pic>
          <p:nvPicPr>
            <p:cNvPr id="91137" name="Picture 2">
              <a:extLst>
                <a:ext uri="{FF2B5EF4-FFF2-40B4-BE49-F238E27FC236}">
                  <a16:creationId xmlns:a16="http://schemas.microsoft.com/office/drawing/2014/main" id="{5696C433-B4DF-4621-97F2-1B451D00A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" y="805542"/>
              <a:ext cx="6554608" cy="58238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F39A64-4E5F-41B6-99D4-289481BD0AFF}"/>
                </a:ext>
              </a:extLst>
            </p:cNvPr>
            <p:cNvSpPr/>
            <p:nvPr/>
          </p:nvSpPr>
          <p:spPr>
            <a:xfrm>
              <a:off x="6096000" y="2047747"/>
              <a:ext cx="457200" cy="320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1C73D82-4296-4E61-950A-5B2D8B6BC06A}"/>
              </a:ext>
            </a:extLst>
          </p:cNvPr>
          <p:cNvSpPr txBox="1"/>
          <p:nvPr/>
        </p:nvSpPr>
        <p:spPr>
          <a:xfrm>
            <a:off x="6156403" y="2059785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=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2AD41-377B-42BF-875B-068B7A7161FF}"/>
              </a:ext>
            </a:extLst>
          </p:cNvPr>
          <p:cNvSpPr txBox="1"/>
          <p:nvPr/>
        </p:nvSpPr>
        <p:spPr>
          <a:xfrm>
            <a:off x="6168760" y="3367727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&lt;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56B00-9C1B-4E14-B01A-46F6A7C14958}"/>
              </a:ext>
            </a:extLst>
          </p:cNvPr>
          <p:cNvSpPr txBox="1"/>
          <p:nvPr/>
        </p:nvSpPr>
        <p:spPr>
          <a:xfrm>
            <a:off x="6168760" y="4859792"/>
            <a:ext cx="92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 &gt; 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2233C7-218F-4290-984C-C7E319E1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960" y="609600"/>
            <a:ext cx="4572000" cy="457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240CD7-5CED-4335-8D8B-6FF952CCA22D}"/>
                  </a:ext>
                </a:extLst>
              </p14:cNvPr>
              <p14:cNvContentPartPr/>
              <p14:nvPr/>
            </p14:nvContentPartPr>
            <p14:xfrm>
              <a:off x="2555640" y="931680"/>
              <a:ext cx="6507000" cy="549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240CD7-5CED-4335-8D8B-6FF952CCA2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6280" y="922320"/>
                <a:ext cx="6525720" cy="5514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4252F5C0-4608-1342-A5E0-9BD4A00DE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Example Problems from Chapter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71AE399-85A4-AE47-BBB8-6C14B0A37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Example 1: SOP </a:t>
            </a:r>
            <a:r>
              <a:rPr lang="en-US" dirty="0" err="1">
                <a:ea typeface="+mj-ea"/>
                <a:cs typeface="+mj-cs"/>
              </a:rPr>
              <a:t>vs</a:t>
            </a:r>
            <a:r>
              <a:rPr lang="en-US" dirty="0">
                <a:ea typeface="+mj-ea"/>
                <a:cs typeface="+mj-cs"/>
              </a:rPr>
              <a:t> Decoders</a:t>
            </a:r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61E900B9-9F5F-4A30-B611-C71C2FCA2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838200"/>
            <a:ext cx="8305800" cy="4953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Implement the function 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  	 f(w</a:t>
            </a:r>
            <a:r>
              <a:rPr lang="en-US" altLang="en-US" baseline="-25000" dirty="0"/>
              <a:t>1</a:t>
            </a:r>
            <a:r>
              <a:rPr lang="en-US" altLang="en-US" dirty="0"/>
              <a:t>, w</a:t>
            </a:r>
            <a:r>
              <a:rPr lang="en-US" altLang="en-US" baseline="-25000" dirty="0"/>
              <a:t>2</a:t>
            </a:r>
            <a:r>
              <a:rPr lang="en-US" altLang="en-US" dirty="0"/>
              <a:t>, w</a:t>
            </a:r>
            <a:r>
              <a:rPr lang="en-US" altLang="en-US" baseline="-25000" dirty="0"/>
              <a:t>3</a:t>
            </a:r>
            <a:r>
              <a:rPr lang="en-US" altLang="en-US" dirty="0"/>
              <a:t>) = Σ m(0, 1, 3, 4, 6, 7)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by using a </a:t>
            </a:r>
            <a:r>
              <a:rPr lang="en-US" altLang="en-US" b="1" dirty="0"/>
              <a:t>3-to-8 binary decoder </a:t>
            </a:r>
            <a:r>
              <a:rPr lang="en-US" altLang="en-US" dirty="0"/>
              <a:t>and </a:t>
            </a:r>
            <a:r>
              <a:rPr lang="en-US" altLang="en-US" b="1" dirty="0"/>
              <a:t>one OR gate</a:t>
            </a:r>
            <a:r>
              <a:rPr lang="en-US" altLang="en-US" dirty="0"/>
              <a:t>.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/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E7C0F1-20D4-4BC5-A636-9C2A762440AD}"/>
                  </a:ext>
                </a:extLst>
              </p14:cNvPr>
              <p14:cNvContentPartPr/>
              <p14:nvPr/>
            </p14:nvContentPartPr>
            <p14:xfrm>
              <a:off x="6273720" y="3399840"/>
              <a:ext cx="1960560" cy="37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E7C0F1-20D4-4BC5-A636-9C2A762440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4360" y="3390480"/>
                <a:ext cx="1979280" cy="5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09" name="Group 2">
            <a:extLst>
              <a:ext uri="{FF2B5EF4-FFF2-40B4-BE49-F238E27FC236}">
                <a16:creationId xmlns:a16="http://schemas.microsoft.com/office/drawing/2014/main" id="{4EDBC71D-B045-4337-9921-13CEB427C6D2}"/>
              </a:ext>
            </a:extLst>
          </p:cNvPr>
          <p:cNvGrpSpPr>
            <a:grpSpLocks/>
          </p:cNvGrpSpPr>
          <p:nvPr/>
        </p:nvGrpSpPr>
        <p:grpSpPr bwMode="auto">
          <a:xfrm>
            <a:off x="1057275" y="1295400"/>
            <a:ext cx="7934325" cy="4229100"/>
            <a:chOff x="603250" y="900113"/>
            <a:chExt cx="7934325" cy="4229100"/>
          </a:xfrm>
        </p:grpSpPr>
        <p:pic>
          <p:nvPicPr>
            <p:cNvPr id="94213" name="Picture 7" descr="new_fig6">
              <a:extLst>
                <a:ext uri="{FF2B5EF4-FFF2-40B4-BE49-F238E27FC236}">
                  <a16:creationId xmlns:a16="http://schemas.microsoft.com/office/drawing/2014/main" id="{FB2CBA6C-8792-44D7-AF55-B31E6E1A1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250" y="900113"/>
              <a:ext cx="7934325" cy="422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14" name="Text Box 8">
              <a:extLst>
                <a:ext uri="{FF2B5EF4-FFF2-40B4-BE49-F238E27FC236}">
                  <a16:creationId xmlns:a16="http://schemas.microsoft.com/office/drawing/2014/main" id="{D7230B26-C00E-4F35-9B3D-5519C90E3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650" y="1128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 dirty="0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4215" name="Text Box 9">
              <a:extLst>
                <a:ext uri="{FF2B5EF4-FFF2-40B4-BE49-F238E27FC236}">
                  <a16:creationId xmlns:a16="http://schemas.microsoft.com/office/drawing/2014/main" id="{715227BF-8A95-4E5F-A5BB-7968D244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888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4216" name="Text Box 10">
              <a:extLst>
                <a:ext uri="{FF2B5EF4-FFF2-40B4-BE49-F238E27FC236}">
                  <a16:creationId xmlns:a16="http://schemas.microsoft.com/office/drawing/2014/main" id="{AA0773DE-AA5C-49B2-92BE-33E0B884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3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17" name="Text Box 11">
              <a:extLst>
                <a:ext uri="{FF2B5EF4-FFF2-40B4-BE49-F238E27FC236}">
                  <a16:creationId xmlns:a16="http://schemas.microsoft.com/office/drawing/2014/main" id="{0B633228-09CD-4A90-B97E-1DE6CFC4A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4218" name="Text Box 12">
              <a:extLst>
                <a:ext uri="{FF2B5EF4-FFF2-40B4-BE49-F238E27FC236}">
                  <a16:creationId xmlns:a16="http://schemas.microsoft.com/office/drawing/2014/main" id="{0505BBB5-3E2C-4E01-8626-FA25E29EC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19" name="Text Box 13">
              <a:extLst>
                <a:ext uri="{FF2B5EF4-FFF2-40B4-BE49-F238E27FC236}">
                  <a16:creationId xmlns:a16="http://schemas.microsoft.com/office/drawing/2014/main" id="{E735D3C5-1C89-414E-8A0E-B75797817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1382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4220" name="Text Box 14">
              <a:extLst>
                <a:ext uri="{FF2B5EF4-FFF2-40B4-BE49-F238E27FC236}">
                  <a16:creationId xmlns:a16="http://schemas.microsoft.com/office/drawing/2014/main" id="{1BCB7542-0979-4B8C-88C9-BD743BB87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625" y="4524375"/>
              <a:ext cx="371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21" name="Text Box 15">
              <a:extLst>
                <a:ext uri="{FF2B5EF4-FFF2-40B4-BE49-F238E27FC236}">
                  <a16:creationId xmlns:a16="http://schemas.microsoft.com/office/drawing/2014/main" id="{D212EF7B-451F-4284-8AB5-6DCCE3213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45243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94222" name="Text Box 16">
              <a:extLst>
                <a:ext uri="{FF2B5EF4-FFF2-40B4-BE49-F238E27FC236}">
                  <a16:creationId xmlns:a16="http://schemas.microsoft.com/office/drawing/2014/main" id="{B9985D9A-35B8-4297-B1FC-60B482CD7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110966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4223" name="Text Box 17">
              <a:extLst>
                <a:ext uri="{FF2B5EF4-FFF2-40B4-BE49-F238E27FC236}">
                  <a16:creationId xmlns:a16="http://schemas.microsoft.com/office/drawing/2014/main" id="{0FB0595E-DFEB-4990-9E60-B75650931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15621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224" name="Text Box 18">
              <a:extLst>
                <a:ext uri="{FF2B5EF4-FFF2-40B4-BE49-F238E27FC236}">
                  <a16:creationId xmlns:a16="http://schemas.microsoft.com/office/drawing/2014/main" id="{13194799-9867-4562-B8C7-B2961208E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20574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4225" name="Text Box 19">
              <a:extLst>
                <a:ext uri="{FF2B5EF4-FFF2-40B4-BE49-F238E27FC236}">
                  <a16:creationId xmlns:a16="http://schemas.microsoft.com/office/drawing/2014/main" id="{F7349ECC-B8D1-4F9B-902A-5109EA6BC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25479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4226" name="Text Box 20">
              <a:extLst>
                <a:ext uri="{FF2B5EF4-FFF2-40B4-BE49-F238E27FC236}">
                  <a16:creationId xmlns:a16="http://schemas.microsoft.com/office/drawing/2014/main" id="{A611F1C8-AF5F-4901-855D-7D4C8326B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51948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4227" name="Text Box 21">
              <a:extLst>
                <a:ext uri="{FF2B5EF4-FFF2-40B4-BE49-F238E27FC236}">
                  <a16:creationId xmlns:a16="http://schemas.microsoft.com/office/drawing/2014/main" id="{41260B5B-60D6-419A-AD5C-EDCC7F880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033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4228" name="Text Box 22">
              <a:extLst>
                <a:ext uri="{FF2B5EF4-FFF2-40B4-BE49-F238E27FC236}">
                  <a16:creationId xmlns:a16="http://schemas.microsoft.com/office/drawing/2014/main" id="{DF3AC5AE-4675-4098-B454-A3E7DBA6B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0005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4229" name="Text Box 23">
              <a:extLst>
                <a:ext uri="{FF2B5EF4-FFF2-40B4-BE49-F238E27FC236}">
                  <a16:creationId xmlns:a16="http://schemas.microsoft.com/office/drawing/2014/main" id="{055BE8B1-C0CD-4E9C-A11B-2280B3C97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6005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7</a:t>
              </a:r>
            </a:p>
          </p:txBody>
        </p:sp>
      </p:grpSp>
      <p:sp>
        <p:nvSpPr>
          <p:cNvPr id="94210" name="TextBox 125">
            <a:extLst>
              <a:ext uri="{FF2B5EF4-FFF2-40B4-BE49-F238E27FC236}">
                <a16:creationId xmlns:a16="http://schemas.microsoft.com/office/drawing/2014/main" id="{409C534C-F2C5-4321-9FA3-2A24DE632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4.44 from the textbook ]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F7AC4F1E-32F3-4640-8065-3C919BB43FF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Solution Circuit</a:t>
            </a:r>
          </a:p>
        </p:txBody>
      </p:sp>
      <p:sp>
        <p:nvSpPr>
          <p:cNvPr id="94212" name="TextBox 3">
            <a:extLst>
              <a:ext uri="{FF2B5EF4-FFF2-40B4-BE49-F238E27FC236}">
                <a16:creationId xmlns:a16="http://schemas.microsoft.com/office/drawing/2014/main" id="{D9A32DA2-97CE-47ED-82B9-8527C1065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458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 f(w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, w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, w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) = Σ m(0, 1, 3, 4, 6, 7)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85F04A-52BC-4B84-A046-DBA3496BA656}"/>
              </a:ext>
            </a:extLst>
          </p:cNvPr>
          <p:cNvSpPr/>
          <p:nvPr/>
        </p:nvSpPr>
        <p:spPr>
          <a:xfrm>
            <a:off x="4498975" y="708016"/>
            <a:ext cx="4568825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</a:pP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f(w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, 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, 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) = Σ m(0, 1, 3, 4, 6, 7)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B9A88-CED4-4213-A484-C29E690568EC}"/>
              </a:ext>
            </a:extLst>
          </p:cNvPr>
          <p:cNvSpPr/>
          <p:nvPr/>
        </p:nvSpPr>
        <p:spPr>
          <a:xfrm>
            <a:off x="4191000" y="1371600"/>
            <a:ext cx="4495800" cy="4081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B020C1-D09C-4301-B8AF-20118513C319}"/>
                  </a:ext>
                </a:extLst>
              </p14:cNvPr>
              <p14:cNvContentPartPr/>
              <p14:nvPr/>
            </p14:nvContentPartPr>
            <p14:xfrm>
              <a:off x="1649880" y="13320"/>
              <a:ext cx="7336440" cy="518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B020C1-D09C-4301-B8AF-20118513C3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0520" y="3960"/>
                <a:ext cx="7355160" cy="519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3" name="Group 2">
            <a:extLst>
              <a:ext uri="{FF2B5EF4-FFF2-40B4-BE49-F238E27FC236}">
                <a16:creationId xmlns:a16="http://schemas.microsoft.com/office/drawing/2014/main" id="{B9A8086C-186F-40FA-867E-C4F11A878A1C}"/>
              </a:ext>
            </a:extLst>
          </p:cNvPr>
          <p:cNvGrpSpPr>
            <a:grpSpLocks/>
          </p:cNvGrpSpPr>
          <p:nvPr/>
        </p:nvGrpSpPr>
        <p:grpSpPr bwMode="auto">
          <a:xfrm>
            <a:off x="1057275" y="1295400"/>
            <a:ext cx="7934325" cy="4229100"/>
            <a:chOff x="603250" y="900113"/>
            <a:chExt cx="7934325" cy="4229100"/>
          </a:xfrm>
        </p:grpSpPr>
        <p:pic>
          <p:nvPicPr>
            <p:cNvPr id="95240" name="Picture 7" descr="new_fig6">
              <a:extLst>
                <a:ext uri="{FF2B5EF4-FFF2-40B4-BE49-F238E27FC236}">
                  <a16:creationId xmlns:a16="http://schemas.microsoft.com/office/drawing/2014/main" id="{4452B89B-F9F2-41FB-8214-186D5A368A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250" y="900113"/>
              <a:ext cx="7934325" cy="422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41" name="Text Box 8">
              <a:extLst>
                <a:ext uri="{FF2B5EF4-FFF2-40B4-BE49-F238E27FC236}">
                  <a16:creationId xmlns:a16="http://schemas.microsoft.com/office/drawing/2014/main" id="{C7304D0F-1717-4378-86F9-F64439266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650" y="1128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5242" name="Text Box 9">
              <a:extLst>
                <a:ext uri="{FF2B5EF4-FFF2-40B4-BE49-F238E27FC236}">
                  <a16:creationId xmlns:a16="http://schemas.microsoft.com/office/drawing/2014/main" id="{1384F2F2-DE3E-4B02-818B-F2A95BAC9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888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243" name="Text Box 10">
              <a:extLst>
                <a:ext uri="{FF2B5EF4-FFF2-40B4-BE49-F238E27FC236}">
                  <a16:creationId xmlns:a16="http://schemas.microsoft.com/office/drawing/2014/main" id="{D21D3F1F-200B-4981-9975-60737ACE2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3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244" name="Text Box 11">
              <a:extLst>
                <a:ext uri="{FF2B5EF4-FFF2-40B4-BE49-F238E27FC236}">
                  <a16:creationId xmlns:a16="http://schemas.microsoft.com/office/drawing/2014/main" id="{13F134B5-CB57-448E-AE29-DD661AF73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245" name="Text Box 12">
              <a:extLst>
                <a:ext uri="{FF2B5EF4-FFF2-40B4-BE49-F238E27FC236}">
                  <a16:creationId xmlns:a16="http://schemas.microsoft.com/office/drawing/2014/main" id="{40F05598-488C-44AE-9680-973609178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246" name="Text Box 13">
              <a:extLst>
                <a:ext uri="{FF2B5EF4-FFF2-40B4-BE49-F238E27FC236}">
                  <a16:creationId xmlns:a16="http://schemas.microsoft.com/office/drawing/2014/main" id="{4079B7E7-06C8-492D-9B56-DC849EE92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1382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w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5247" name="Text Box 14">
              <a:extLst>
                <a:ext uri="{FF2B5EF4-FFF2-40B4-BE49-F238E27FC236}">
                  <a16:creationId xmlns:a16="http://schemas.microsoft.com/office/drawing/2014/main" id="{90F9031F-9FC9-4FD2-873F-26556912F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625" y="4524375"/>
              <a:ext cx="371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248" name="Text Box 15">
              <a:extLst>
                <a:ext uri="{FF2B5EF4-FFF2-40B4-BE49-F238E27FC236}">
                  <a16:creationId xmlns:a16="http://schemas.microsoft.com/office/drawing/2014/main" id="{5CB78E15-4243-427A-A5E9-AD5DD7B1A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45243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95249" name="Text Box 16">
              <a:extLst>
                <a:ext uri="{FF2B5EF4-FFF2-40B4-BE49-F238E27FC236}">
                  <a16:creationId xmlns:a16="http://schemas.microsoft.com/office/drawing/2014/main" id="{A52BCDC3-9427-41FB-A3BC-12507DDAC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110966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95250" name="Text Box 17">
              <a:extLst>
                <a:ext uri="{FF2B5EF4-FFF2-40B4-BE49-F238E27FC236}">
                  <a16:creationId xmlns:a16="http://schemas.microsoft.com/office/drawing/2014/main" id="{599A9190-AD9E-47B1-8A60-B140FD727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15621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5251" name="Text Box 18">
              <a:extLst>
                <a:ext uri="{FF2B5EF4-FFF2-40B4-BE49-F238E27FC236}">
                  <a16:creationId xmlns:a16="http://schemas.microsoft.com/office/drawing/2014/main" id="{2EE97D2C-5DA9-4610-A9CA-DBD40BAF7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20574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5252" name="Text Box 19">
              <a:extLst>
                <a:ext uri="{FF2B5EF4-FFF2-40B4-BE49-F238E27FC236}">
                  <a16:creationId xmlns:a16="http://schemas.microsoft.com/office/drawing/2014/main" id="{60824398-71A3-4FA1-9BF3-2ADF74DB3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25479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5253" name="Text Box 20">
              <a:extLst>
                <a:ext uri="{FF2B5EF4-FFF2-40B4-BE49-F238E27FC236}">
                  <a16:creationId xmlns:a16="http://schemas.microsoft.com/office/drawing/2014/main" id="{A2413008-9E00-4800-8702-044BE3ADD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51948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5254" name="Text Box 21">
              <a:extLst>
                <a:ext uri="{FF2B5EF4-FFF2-40B4-BE49-F238E27FC236}">
                  <a16:creationId xmlns:a16="http://schemas.microsoft.com/office/drawing/2014/main" id="{677A634B-FE6A-49F7-A9D6-0DD1C49F5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033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95255" name="Text Box 22">
              <a:extLst>
                <a:ext uri="{FF2B5EF4-FFF2-40B4-BE49-F238E27FC236}">
                  <a16:creationId xmlns:a16="http://schemas.microsoft.com/office/drawing/2014/main" id="{289BDB33-E5FE-455E-B9D6-56CD687EB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0005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95256" name="Text Box 23">
              <a:extLst>
                <a:ext uri="{FF2B5EF4-FFF2-40B4-BE49-F238E27FC236}">
                  <a16:creationId xmlns:a16="http://schemas.microsoft.com/office/drawing/2014/main" id="{F8FE54FA-71E8-4B36-87CB-6B45D6178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6005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b="0" i="1">
                  <a:latin typeface="Times New Roman" panose="02020603050405020304" pitchFamily="18" charset="0"/>
                </a:rPr>
                <a:t>y</a:t>
              </a:r>
              <a:r>
                <a:rPr lang="en-US" altLang="en-US" b="0" baseline="-25000">
                  <a:latin typeface="Times New Roman" panose="02020603050405020304" pitchFamily="18" charset="0"/>
                </a:rPr>
                <a:t>7</a:t>
              </a:r>
            </a:p>
          </p:txBody>
        </p:sp>
      </p:grpSp>
      <p:sp>
        <p:nvSpPr>
          <p:cNvPr id="95234" name="TextBox 125">
            <a:extLst>
              <a:ext uri="{FF2B5EF4-FFF2-40B4-BE49-F238E27FC236}">
                <a16:creationId xmlns:a16="http://schemas.microsoft.com/office/drawing/2014/main" id="{B15E81BE-F6B7-4464-8EDE-AF9D2617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4.44 from the textbook ]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7B6D1B16-9171-0644-B52E-1F9F7178FC5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Solution Circuit</a:t>
            </a:r>
          </a:p>
        </p:txBody>
      </p:sp>
      <p:sp>
        <p:nvSpPr>
          <p:cNvPr id="95236" name="TextBox 3">
            <a:extLst>
              <a:ext uri="{FF2B5EF4-FFF2-40B4-BE49-F238E27FC236}">
                <a16:creationId xmlns:a16="http://schemas.microsoft.com/office/drawing/2014/main" id="{EA3B8E5A-6B54-46D9-BD88-BAAA806B9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458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 f(w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, w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, w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) = Σ m(0, 1, 3, 4, 6, 7)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FFCDE72-9FCE-814E-BA42-D9D52C8147E3}"/>
              </a:ext>
            </a:extLst>
          </p:cNvPr>
          <p:cNvSpPr/>
          <p:nvPr/>
        </p:nvSpPr>
        <p:spPr bwMode="auto">
          <a:xfrm rot="16200000">
            <a:off x="1096169" y="1397794"/>
            <a:ext cx="1490662" cy="15684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5238" name="TextBox 2">
            <a:extLst>
              <a:ext uri="{FF2B5EF4-FFF2-40B4-BE49-F238E27FC236}">
                <a16:creationId xmlns:a16="http://schemas.microsoft.com/office/drawing/2014/main" id="{85F4CBB6-3571-4956-92C0-9EE044EA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474663"/>
            <a:ext cx="1955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Notice this swap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of variables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the two lists.</a:t>
            </a:r>
          </a:p>
        </p:txBody>
      </p:sp>
      <p:sp>
        <p:nvSpPr>
          <p:cNvPr id="95239" name="TextBox 25">
            <a:extLst>
              <a:ext uri="{FF2B5EF4-FFF2-40B4-BE49-F238E27FC236}">
                <a16:creationId xmlns:a16="http://schemas.microsoft.com/office/drawing/2014/main" id="{CC7D4A2C-6696-43ED-9016-1F8994475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2984500"/>
            <a:ext cx="210978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Need to match the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least significant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with the least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FF0000"/>
                </a:solidFill>
                <a:latin typeface="Times" panose="02020603050405020304" pitchFamily="18" charset="0"/>
              </a:rPr>
              <a:t>significant in both.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5F5371-9AE7-4BD5-B6A9-B632FA3D36BD}"/>
              </a:ext>
            </a:extLst>
          </p:cNvPr>
          <p:cNvSpPr/>
          <p:nvPr/>
        </p:nvSpPr>
        <p:spPr>
          <a:xfrm>
            <a:off x="4498975" y="708016"/>
            <a:ext cx="4568825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</a:pP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f(w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, 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, w</a:t>
            </a:r>
            <a:r>
              <a:rPr lang="en-US" altLang="en-US" kern="0" baseline="-250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en-US" kern="0" dirty="0">
                <a:solidFill>
                  <a:srgbClr val="000000"/>
                </a:solidFill>
                <a:latin typeface="Times New Roman"/>
              </a:rPr>
              <a:t>) = Σ m(0, 1, 3, 4, 6, 7)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09" name="Group 2">
            <a:extLst>
              <a:ext uri="{FF2B5EF4-FFF2-40B4-BE49-F238E27FC236}">
                <a16:creationId xmlns:a16="http://schemas.microsoft.com/office/drawing/2014/main" id="{4EDBC71D-B045-4337-9921-13CEB427C6D2}"/>
              </a:ext>
            </a:extLst>
          </p:cNvPr>
          <p:cNvGrpSpPr>
            <a:grpSpLocks/>
          </p:cNvGrpSpPr>
          <p:nvPr/>
        </p:nvGrpSpPr>
        <p:grpSpPr bwMode="auto">
          <a:xfrm>
            <a:off x="1057275" y="1295400"/>
            <a:ext cx="7934325" cy="4229100"/>
            <a:chOff x="603250" y="900113"/>
            <a:chExt cx="7934325" cy="4229100"/>
          </a:xfrm>
        </p:grpSpPr>
        <p:pic>
          <p:nvPicPr>
            <p:cNvPr id="94213" name="Picture 7" descr="new_fig6">
              <a:extLst>
                <a:ext uri="{FF2B5EF4-FFF2-40B4-BE49-F238E27FC236}">
                  <a16:creationId xmlns:a16="http://schemas.microsoft.com/office/drawing/2014/main" id="{FB2CBA6C-8792-44D7-AF55-B31E6E1A1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250" y="900113"/>
              <a:ext cx="7934325" cy="422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14" name="Text Box 8">
              <a:extLst>
                <a:ext uri="{FF2B5EF4-FFF2-40B4-BE49-F238E27FC236}">
                  <a16:creationId xmlns:a16="http://schemas.microsoft.com/office/drawing/2014/main" id="{D7230B26-C00E-4F35-9B3D-5519C90E3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650" y="1128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94215" name="Text Box 9">
              <a:extLst>
                <a:ext uri="{FF2B5EF4-FFF2-40B4-BE49-F238E27FC236}">
                  <a16:creationId xmlns:a16="http://schemas.microsoft.com/office/drawing/2014/main" id="{715227BF-8A95-4E5F-A5BB-7968D244A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888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94216" name="Text Box 10">
              <a:extLst>
                <a:ext uri="{FF2B5EF4-FFF2-40B4-BE49-F238E27FC236}">
                  <a16:creationId xmlns:a16="http://schemas.microsoft.com/office/drawing/2014/main" id="{AA0773DE-AA5C-49B2-92BE-33E0B884D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413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4217" name="Text Box 11">
              <a:extLst>
                <a:ext uri="{FF2B5EF4-FFF2-40B4-BE49-F238E27FC236}">
                  <a16:creationId xmlns:a16="http://schemas.microsoft.com/office/drawing/2014/main" id="{0B633228-09CD-4A90-B97E-1DE6CFC4A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20193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94218" name="Text Box 12">
              <a:extLst>
                <a:ext uri="{FF2B5EF4-FFF2-40B4-BE49-F238E27FC236}">
                  <a16:creationId xmlns:a16="http://schemas.microsoft.com/office/drawing/2014/main" id="{0505BBB5-3E2C-4E01-8626-FA25E29EC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5954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4219" name="Text Box 13">
              <a:extLst>
                <a:ext uri="{FF2B5EF4-FFF2-40B4-BE49-F238E27FC236}">
                  <a16:creationId xmlns:a16="http://schemas.microsoft.com/office/drawing/2014/main" id="{E735D3C5-1C89-414E-8A0E-B75797817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11382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w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94220" name="Text Box 14">
              <a:extLst>
                <a:ext uri="{FF2B5EF4-FFF2-40B4-BE49-F238E27FC236}">
                  <a16:creationId xmlns:a16="http://schemas.microsoft.com/office/drawing/2014/main" id="{1BCB7542-0979-4B8C-88C9-BD743BB87C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625" y="4524375"/>
              <a:ext cx="3714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4221" name="Text Box 15">
              <a:extLst>
                <a:ext uri="{FF2B5EF4-FFF2-40B4-BE49-F238E27FC236}">
                  <a16:creationId xmlns:a16="http://schemas.microsoft.com/office/drawing/2014/main" id="{D212EF7B-451F-4284-8AB5-6DCCE3213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350" y="45243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En</a:t>
              </a:r>
            </a:p>
          </p:txBody>
        </p:sp>
        <p:sp>
          <p:nvSpPr>
            <p:cNvPr id="94222" name="Text Box 16">
              <a:extLst>
                <a:ext uri="{FF2B5EF4-FFF2-40B4-BE49-F238E27FC236}">
                  <a16:creationId xmlns:a16="http://schemas.microsoft.com/office/drawing/2014/main" id="{B9985D9A-35B8-4297-B1FC-60B482CD7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110966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94223" name="Text Box 17">
              <a:extLst>
                <a:ext uri="{FF2B5EF4-FFF2-40B4-BE49-F238E27FC236}">
                  <a16:creationId xmlns:a16="http://schemas.microsoft.com/office/drawing/2014/main" id="{0FB0595E-DFEB-4990-9E60-B75650931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15621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4224" name="Text Box 18">
              <a:extLst>
                <a:ext uri="{FF2B5EF4-FFF2-40B4-BE49-F238E27FC236}">
                  <a16:creationId xmlns:a16="http://schemas.microsoft.com/office/drawing/2014/main" id="{13194799-9867-4562-B8C7-B2961208E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450" y="20574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94225" name="Text Box 19">
              <a:extLst>
                <a:ext uri="{FF2B5EF4-FFF2-40B4-BE49-F238E27FC236}">
                  <a16:creationId xmlns:a16="http://schemas.microsoft.com/office/drawing/2014/main" id="{F7349ECC-B8D1-4F9B-902A-5109EA6BC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254793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94226" name="Text Box 20">
              <a:extLst>
                <a:ext uri="{FF2B5EF4-FFF2-40B4-BE49-F238E27FC236}">
                  <a16:creationId xmlns:a16="http://schemas.microsoft.com/office/drawing/2014/main" id="{A611F1C8-AF5F-4901-855D-7D4C8326B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519488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5</a:t>
              </a:r>
            </a:p>
          </p:txBody>
        </p:sp>
        <p:sp>
          <p:nvSpPr>
            <p:cNvPr id="94227" name="Text Box 21">
              <a:extLst>
                <a:ext uri="{FF2B5EF4-FFF2-40B4-BE49-F238E27FC236}">
                  <a16:creationId xmlns:a16="http://schemas.microsoft.com/office/drawing/2014/main" id="{41260B5B-60D6-419A-AD5C-EDCC7F880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3033713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  <p:sp>
          <p:nvSpPr>
            <p:cNvPr id="94228" name="Text Box 22">
              <a:extLst>
                <a:ext uri="{FF2B5EF4-FFF2-40B4-BE49-F238E27FC236}">
                  <a16:creationId xmlns:a16="http://schemas.microsoft.com/office/drawing/2014/main" id="{DF3AC5AE-4675-4098-B454-A3E7DBA6B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000500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6</a:t>
              </a:r>
            </a:p>
          </p:txBody>
        </p:sp>
        <p:sp>
          <p:nvSpPr>
            <p:cNvPr id="94229" name="Text Box 23">
              <a:extLst>
                <a:ext uri="{FF2B5EF4-FFF2-40B4-BE49-F238E27FC236}">
                  <a16:creationId xmlns:a16="http://schemas.microsoft.com/office/drawing/2014/main" id="{055BE8B1-C0CD-4E9C-A11B-2280B3C97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863" y="4600575"/>
              <a:ext cx="571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y</a:t>
              </a:r>
              <a:r>
                <a:rPr kumimoji="0" lang="en-US" altLang="en-US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7</a:t>
              </a:r>
            </a:p>
          </p:txBody>
        </p:sp>
      </p:grpSp>
      <p:sp>
        <p:nvSpPr>
          <p:cNvPr id="94210" name="TextBox 125">
            <a:extLst>
              <a:ext uri="{FF2B5EF4-FFF2-40B4-BE49-F238E27FC236}">
                <a16:creationId xmlns:a16="http://schemas.microsoft.com/office/drawing/2014/main" id="{409C534C-F2C5-4321-9FA3-2A24DE632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4.44 from the textbook ]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F7AC4F1E-32F3-4640-8065-3C919BB43FF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itchFamily="34" charset="-128"/>
                <a:cs typeface="+mj-cs"/>
              </a:rPr>
              <a:t>Solution Circuit</a:t>
            </a:r>
          </a:p>
        </p:txBody>
      </p:sp>
      <p:sp>
        <p:nvSpPr>
          <p:cNvPr id="94212" name="TextBox 3">
            <a:extLst>
              <a:ext uri="{FF2B5EF4-FFF2-40B4-BE49-F238E27FC236}">
                <a16:creationId xmlns:a16="http://schemas.microsoft.com/office/drawing/2014/main" id="{D9A32DA2-97CE-47ED-82B9-8527C1065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67400"/>
            <a:ext cx="458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f(w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w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w</a:t>
            </a:r>
            <a:r>
              <a:rPr kumimoji="0" lang="en-US" altLang="en-US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Σ m(0, 1, 3, 4, 6, 7)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85F04A-52BC-4B84-A046-DBA3496BA656}"/>
              </a:ext>
            </a:extLst>
          </p:cNvPr>
          <p:cNvSpPr/>
          <p:nvPr/>
        </p:nvSpPr>
        <p:spPr>
          <a:xfrm>
            <a:off x="4498975" y="708016"/>
            <a:ext cx="4568825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f(w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, w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, w</a:t>
            </a:r>
            <a:r>
              <a:rPr kumimoji="0" lang="en-US" altLang="en-US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) = Σ m(0, 1, 3, 4, 6, 7)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B9A88-CED4-4213-A484-C29E690568EC}"/>
              </a:ext>
            </a:extLst>
          </p:cNvPr>
          <p:cNvSpPr/>
          <p:nvPr/>
        </p:nvSpPr>
        <p:spPr>
          <a:xfrm>
            <a:off x="4191000" y="1371600"/>
            <a:ext cx="4495800" cy="4081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6C074A-29D2-4DE5-AD98-711B6E2AFC5A}"/>
                  </a:ext>
                </a:extLst>
              </p14:cNvPr>
              <p14:cNvContentPartPr/>
              <p14:nvPr/>
            </p14:nvContentPartPr>
            <p14:xfrm>
              <a:off x="4109400" y="1532520"/>
              <a:ext cx="4763520" cy="368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6C074A-29D2-4DE5-AD98-711B6E2AFC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0040" y="1523160"/>
                <a:ext cx="4782240" cy="370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06426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D0D44C4-AC3B-CA47-B605-CDE3524DB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2: Implement an 8-to-3 binary encoder</a:t>
            </a:r>
          </a:p>
        </p:txBody>
      </p:sp>
      <p:pic>
        <p:nvPicPr>
          <p:cNvPr id="96258" name="Picture 4" descr="new_fig6">
            <a:extLst>
              <a:ext uri="{FF2B5EF4-FFF2-40B4-BE49-F238E27FC236}">
                <a16:creationId xmlns:a16="http://schemas.microsoft.com/office/drawing/2014/main" id="{14DE645B-6496-43DC-935B-92B2D363F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TextBox 125">
            <a:extLst>
              <a:ext uri="{FF2B5EF4-FFF2-40B4-BE49-F238E27FC236}">
                <a16:creationId xmlns:a16="http://schemas.microsoft.com/office/drawing/2014/main" id="{8143FC79-2EF6-4A9D-8658-74E8AF4BF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4.45 from the textbook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0534C190-65DD-9744-A4E4-03B3CFFD8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2: Implement an 8-to-3 binary encoder</a:t>
            </a:r>
          </a:p>
        </p:txBody>
      </p:sp>
      <p:pic>
        <p:nvPicPr>
          <p:cNvPr id="97282" name="Picture 4" descr="new_fig6">
            <a:extLst>
              <a:ext uri="{FF2B5EF4-FFF2-40B4-BE49-F238E27FC236}">
                <a16:creationId xmlns:a16="http://schemas.microsoft.com/office/drawing/2014/main" id="{BFD2B2F1-4EBA-431F-8B12-BA3D2A853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TextBox 125">
            <a:extLst>
              <a:ext uri="{FF2B5EF4-FFF2-40B4-BE49-F238E27FC236}">
                <a16:creationId xmlns:a16="http://schemas.microsoft.com/office/drawing/2014/main" id="{AB0371A8-815F-473A-B681-73A29119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4.45 from the textbook ]</a:t>
            </a:r>
          </a:p>
        </p:txBody>
      </p:sp>
      <p:sp>
        <p:nvSpPr>
          <p:cNvPr id="97284" name="TextBox 2">
            <a:extLst>
              <a:ext uri="{FF2B5EF4-FFF2-40B4-BE49-F238E27FC236}">
                <a16:creationId xmlns:a16="http://schemas.microsoft.com/office/drawing/2014/main" id="{DCB3A56C-D59B-4131-A482-A417A93BC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5029200"/>
            <a:ext cx="3049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imes" panose="02020603050405020304" pitchFamily="18" charset="0"/>
              </a:rPr>
              <a:t>y</a:t>
            </a:r>
            <a:r>
              <a:rPr lang="en-US" altLang="en-US" b="0" baseline="-25000" dirty="0">
                <a:latin typeface="Times" panose="02020603050405020304" pitchFamily="18" charset="0"/>
              </a:rPr>
              <a:t>0</a:t>
            </a:r>
            <a:r>
              <a:rPr lang="en-US" altLang="en-US" b="0" dirty="0">
                <a:latin typeface="Times" panose="02020603050405020304" pitchFamily="18" charset="0"/>
              </a:rPr>
              <a:t> = w</a:t>
            </a:r>
            <a:r>
              <a:rPr lang="en-US" altLang="en-US" b="0" baseline="-25000" dirty="0">
                <a:latin typeface="Times" panose="02020603050405020304" pitchFamily="18" charset="0"/>
              </a:rPr>
              <a:t>1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3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5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imes" panose="02020603050405020304" pitchFamily="18" charset="0"/>
              </a:rPr>
              <a:t>y</a:t>
            </a:r>
            <a:r>
              <a:rPr lang="en-US" altLang="en-US" b="0" baseline="-25000" dirty="0">
                <a:latin typeface="Times" panose="02020603050405020304" pitchFamily="18" charset="0"/>
              </a:rPr>
              <a:t>1</a:t>
            </a:r>
            <a:r>
              <a:rPr lang="en-US" altLang="en-US" b="0" dirty="0">
                <a:latin typeface="Times" panose="02020603050405020304" pitchFamily="18" charset="0"/>
              </a:rPr>
              <a:t> = w</a:t>
            </a:r>
            <a:r>
              <a:rPr lang="en-US" altLang="en-US" b="0" baseline="-25000" dirty="0">
                <a:latin typeface="Times" panose="02020603050405020304" pitchFamily="18" charset="0"/>
              </a:rPr>
              <a:t>2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3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6 </a:t>
            </a:r>
            <a:r>
              <a:rPr lang="en-US" altLang="en-US" b="0" dirty="0">
                <a:latin typeface="Times" panose="02020603050405020304" pitchFamily="18" charset="0"/>
              </a:rPr>
              <a:t>+ w</a:t>
            </a:r>
            <a:r>
              <a:rPr lang="en-US" altLang="en-US" b="0" baseline="-25000" dirty="0">
                <a:latin typeface="Times" panose="02020603050405020304" pitchFamily="18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imes" panose="02020603050405020304" pitchFamily="18" charset="0"/>
              </a:rPr>
              <a:t>y</a:t>
            </a:r>
            <a:r>
              <a:rPr lang="en-US" altLang="en-US" b="0" baseline="-25000" dirty="0">
                <a:latin typeface="Times" panose="02020603050405020304" pitchFamily="18" charset="0"/>
              </a:rPr>
              <a:t>2</a:t>
            </a:r>
            <a:r>
              <a:rPr lang="en-US" altLang="en-US" b="0" dirty="0">
                <a:latin typeface="Times" panose="02020603050405020304" pitchFamily="18" charset="0"/>
              </a:rPr>
              <a:t> = w</a:t>
            </a:r>
            <a:r>
              <a:rPr lang="en-US" altLang="en-US" b="0" baseline="-25000" dirty="0">
                <a:latin typeface="Times" panose="02020603050405020304" pitchFamily="18" charset="0"/>
              </a:rPr>
              <a:t>4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5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6</a:t>
            </a:r>
            <a:r>
              <a:rPr lang="en-US" altLang="en-US" b="0" dirty="0">
                <a:latin typeface="Times" panose="02020603050405020304" pitchFamily="18" charset="0"/>
              </a:rPr>
              <a:t> + w</a:t>
            </a:r>
            <a:r>
              <a:rPr lang="en-US" altLang="en-US" b="0" baseline="-25000" dirty="0">
                <a:latin typeface="Times" panose="02020603050405020304" pitchFamily="18" charset="0"/>
              </a:rPr>
              <a:t>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DE03B3D1-F795-4F61-B8E3-CB417182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/>
              <a:t>Circuit for the 8-to-3 binary encoder</a:t>
            </a:r>
          </a:p>
        </p:txBody>
      </p:sp>
      <p:sp>
        <p:nvSpPr>
          <p:cNvPr id="98306" name="Line 266">
            <a:extLst>
              <a:ext uri="{FF2B5EF4-FFF2-40B4-BE49-F238E27FC236}">
                <a16:creationId xmlns:a16="http://schemas.microsoft.com/office/drawing/2014/main" id="{B91D1847-B76D-405D-8DD0-B865D92EE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2116138"/>
            <a:ext cx="1587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7" name="TextBox 53">
            <a:extLst>
              <a:ext uri="{FF2B5EF4-FFF2-40B4-BE49-F238E27FC236}">
                <a16:creationId xmlns:a16="http://schemas.microsoft.com/office/drawing/2014/main" id="{86731FD2-D25F-44EE-938C-505B05104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57338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7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6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5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4</a:t>
            </a:r>
            <a:r>
              <a:rPr lang="en-US" altLang="en-US">
                <a:latin typeface="Times" panose="02020603050405020304" pitchFamily="18" charset="0"/>
              </a:rPr>
              <a:t>   </a:t>
            </a: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3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2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98308" name="Line 266">
            <a:extLst>
              <a:ext uri="{FF2B5EF4-FFF2-40B4-BE49-F238E27FC236}">
                <a16:creationId xmlns:a16="http://schemas.microsoft.com/office/drawing/2014/main" id="{130902B1-B12A-473A-82C5-A6AE2BFC6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0" y="2122488"/>
            <a:ext cx="1588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Line 266">
            <a:extLst>
              <a:ext uri="{FF2B5EF4-FFF2-40B4-BE49-F238E27FC236}">
                <a16:creationId xmlns:a16="http://schemas.microsoft.com/office/drawing/2014/main" id="{89C2C77A-7B9C-43F3-8575-5DE6D7C69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7475" y="2114550"/>
            <a:ext cx="1588" cy="3097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0" name="Line 266">
            <a:extLst>
              <a:ext uri="{FF2B5EF4-FFF2-40B4-BE49-F238E27FC236}">
                <a16:creationId xmlns:a16="http://schemas.microsoft.com/office/drawing/2014/main" id="{6C1381B3-749F-4228-B953-F6A7A5B43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2105025"/>
            <a:ext cx="1588" cy="3097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8311" name="Group 73">
            <a:extLst>
              <a:ext uri="{FF2B5EF4-FFF2-40B4-BE49-F238E27FC236}">
                <a16:creationId xmlns:a16="http://schemas.microsoft.com/office/drawing/2014/main" id="{A7FE910B-B68E-4F9A-9C42-7A7B47968D5F}"/>
              </a:ext>
            </a:extLst>
          </p:cNvPr>
          <p:cNvGrpSpPr>
            <a:grpSpLocks/>
          </p:cNvGrpSpPr>
          <p:nvPr/>
        </p:nvGrpSpPr>
        <p:grpSpPr bwMode="auto">
          <a:xfrm>
            <a:off x="6034088" y="4459288"/>
            <a:ext cx="574675" cy="454025"/>
            <a:chOff x="5100638" y="3554413"/>
            <a:chExt cx="574675" cy="454025"/>
          </a:xfrm>
        </p:grpSpPr>
        <p:sp>
          <p:nvSpPr>
            <p:cNvPr id="98357" name="Freeform 209">
              <a:extLst>
                <a:ext uri="{FF2B5EF4-FFF2-40B4-BE49-F238E27FC236}">
                  <a16:creationId xmlns:a16="http://schemas.microsoft.com/office/drawing/2014/main" id="{35FBDC63-69BA-4226-996F-92E6CCB20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8" name="Freeform 210">
              <a:extLst>
                <a:ext uri="{FF2B5EF4-FFF2-40B4-BE49-F238E27FC236}">
                  <a16:creationId xmlns:a16="http://schemas.microsoft.com/office/drawing/2014/main" id="{BE5350C1-2038-46C2-B569-9286AAD11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9" name="Freeform 211">
              <a:extLst>
                <a:ext uri="{FF2B5EF4-FFF2-40B4-BE49-F238E27FC236}">
                  <a16:creationId xmlns:a16="http://schemas.microsoft.com/office/drawing/2014/main" id="{205634EB-C1C8-409A-A1EE-B0D550687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60" name="Freeform 212">
              <a:extLst>
                <a:ext uri="{FF2B5EF4-FFF2-40B4-BE49-F238E27FC236}">
                  <a16:creationId xmlns:a16="http://schemas.microsoft.com/office/drawing/2014/main" id="{B7D03C68-9B26-40F3-9AF9-6959AF2BF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312" name="Line 266">
            <a:extLst>
              <a:ext uri="{FF2B5EF4-FFF2-40B4-BE49-F238E27FC236}">
                <a16:creationId xmlns:a16="http://schemas.microsoft.com/office/drawing/2014/main" id="{50B920E7-B5C8-48F0-A0C5-74907C8CBAE9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3821907" y="2366169"/>
            <a:ext cx="0" cy="4548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3" name="Line 266">
            <a:extLst>
              <a:ext uri="{FF2B5EF4-FFF2-40B4-BE49-F238E27FC236}">
                <a16:creationId xmlns:a16="http://schemas.microsoft.com/office/drawing/2014/main" id="{F26D7DF3-F74A-46E8-8DEB-B93AE425541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869" y="1993106"/>
            <a:ext cx="1588" cy="5064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4" name="Line 266">
            <a:extLst>
              <a:ext uri="{FF2B5EF4-FFF2-40B4-BE49-F238E27FC236}">
                <a16:creationId xmlns:a16="http://schemas.microsoft.com/office/drawing/2014/main" id="{93F69371-3D07-4439-BE55-EBC748B6BC7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19563" y="2759075"/>
            <a:ext cx="0" cy="3984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5" name="Line 266">
            <a:extLst>
              <a:ext uri="{FF2B5EF4-FFF2-40B4-BE49-F238E27FC236}">
                <a16:creationId xmlns:a16="http://schemas.microsoft.com/office/drawing/2014/main" id="{3C3AC69F-44F6-4D1F-8D13-3B4DE0EB610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361657" y="3156743"/>
            <a:ext cx="0" cy="3408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6" name="Line 266">
            <a:extLst>
              <a:ext uri="{FF2B5EF4-FFF2-40B4-BE49-F238E27FC236}">
                <a16:creationId xmlns:a16="http://schemas.microsoft.com/office/drawing/2014/main" id="{11F7C5FB-28E9-4817-B5FF-F46D1DA0ED5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2469" y="4236244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7" name="TextBox 104">
            <a:extLst>
              <a:ext uri="{FF2B5EF4-FFF2-40B4-BE49-F238E27FC236}">
                <a16:creationId xmlns:a16="http://schemas.microsoft.com/office/drawing/2014/main" id="{F2AD0274-1F91-4492-AF45-CCBDDC84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775" y="4414838"/>
            <a:ext cx="576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endParaRPr lang="en-US" altLang="en-US" baseline="-2500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98318" name="TextBox 105">
            <a:extLst>
              <a:ext uri="{FF2B5EF4-FFF2-40B4-BE49-F238E27FC236}">
                <a16:creationId xmlns:a16="http://schemas.microsoft.com/office/drawing/2014/main" id="{6A84B1BC-E45C-4BF2-B605-6BFD51A5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63" y="3503613"/>
            <a:ext cx="579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98319" name="TextBox 106">
            <a:extLst>
              <a:ext uri="{FF2B5EF4-FFF2-40B4-BE49-F238E27FC236}">
                <a16:creationId xmlns:a16="http://schemas.microsoft.com/office/drawing/2014/main" id="{D258371F-2E48-4EF9-B5A7-3836877C7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2554288"/>
            <a:ext cx="57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0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98320" name="Freeform 225">
            <a:extLst>
              <a:ext uri="{FF2B5EF4-FFF2-40B4-BE49-F238E27FC236}">
                <a16:creationId xmlns:a16="http://schemas.microsoft.com/office/drawing/2014/main" id="{275B8A71-3F9B-4A4B-BEA6-D7162C93A712}"/>
              </a:ext>
            </a:extLst>
          </p:cNvPr>
          <p:cNvSpPr>
            <a:spLocks/>
          </p:cNvSpPr>
          <p:nvPr/>
        </p:nvSpPr>
        <p:spPr bwMode="auto">
          <a:xfrm>
            <a:off x="2640013" y="484663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21" name="Freeform 225">
            <a:extLst>
              <a:ext uri="{FF2B5EF4-FFF2-40B4-BE49-F238E27FC236}">
                <a16:creationId xmlns:a16="http://schemas.microsoft.com/office/drawing/2014/main" id="{7C3B9C55-C573-499E-9C87-363AF12780E8}"/>
              </a:ext>
            </a:extLst>
          </p:cNvPr>
          <p:cNvSpPr>
            <a:spLocks/>
          </p:cNvSpPr>
          <p:nvPr/>
        </p:nvSpPr>
        <p:spPr bwMode="auto">
          <a:xfrm>
            <a:off x="2112963" y="47371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22" name="Freeform 225">
            <a:extLst>
              <a:ext uri="{FF2B5EF4-FFF2-40B4-BE49-F238E27FC236}">
                <a16:creationId xmlns:a16="http://schemas.microsoft.com/office/drawing/2014/main" id="{8B3910AA-F8D7-4569-B469-68F27D7D81C5}"/>
              </a:ext>
            </a:extLst>
          </p:cNvPr>
          <p:cNvSpPr>
            <a:spLocks/>
          </p:cNvSpPr>
          <p:nvPr/>
        </p:nvSpPr>
        <p:spPr bwMode="auto">
          <a:xfrm>
            <a:off x="1533525" y="46148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23" name="Freeform 225">
            <a:extLst>
              <a:ext uri="{FF2B5EF4-FFF2-40B4-BE49-F238E27FC236}">
                <a16:creationId xmlns:a16="http://schemas.microsoft.com/office/drawing/2014/main" id="{1FD44918-DC8F-4B9D-9B6E-FD5F651B2FA0}"/>
              </a:ext>
            </a:extLst>
          </p:cNvPr>
          <p:cNvSpPr>
            <a:spLocks/>
          </p:cNvSpPr>
          <p:nvPr/>
        </p:nvSpPr>
        <p:spPr bwMode="auto">
          <a:xfrm>
            <a:off x="984250" y="45100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24" name="Freeform 225">
            <a:extLst>
              <a:ext uri="{FF2B5EF4-FFF2-40B4-BE49-F238E27FC236}">
                <a16:creationId xmlns:a16="http://schemas.microsoft.com/office/drawing/2014/main" id="{5BFFDDB0-515E-4A29-B0E0-BEA5523EBF92}"/>
              </a:ext>
            </a:extLst>
          </p:cNvPr>
          <p:cNvSpPr>
            <a:spLocks/>
          </p:cNvSpPr>
          <p:nvPr/>
        </p:nvSpPr>
        <p:spPr bwMode="auto">
          <a:xfrm>
            <a:off x="1527175" y="36623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25" name="Freeform 225">
            <a:extLst>
              <a:ext uri="{FF2B5EF4-FFF2-40B4-BE49-F238E27FC236}">
                <a16:creationId xmlns:a16="http://schemas.microsoft.com/office/drawing/2014/main" id="{E9EF81BF-8B2D-4ADE-B79B-05C391D0A9F0}"/>
              </a:ext>
            </a:extLst>
          </p:cNvPr>
          <p:cNvSpPr>
            <a:spLocks/>
          </p:cNvSpPr>
          <p:nvPr/>
        </p:nvSpPr>
        <p:spPr bwMode="auto">
          <a:xfrm>
            <a:off x="3711575" y="3892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8326" name="Group 57">
            <a:extLst>
              <a:ext uri="{FF2B5EF4-FFF2-40B4-BE49-F238E27FC236}">
                <a16:creationId xmlns:a16="http://schemas.microsoft.com/office/drawing/2014/main" id="{9C78EEFA-4F34-40F0-BFA3-44F6F8D23334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3505200"/>
            <a:ext cx="574675" cy="454025"/>
            <a:chOff x="5100638" y="3554413"/>
            <a:chExt cx="574675" cy="454025"/>
          </a:xfrm>
        </p:grpSpPr>
        <p:sp>
          <p:nvSpPr>
            <p:cNvPr id="98353" name="Freeform 209">
              <a:extLst>
                <a:ext uri="{FF2B5EF4-FFF2-40B4-BE49-F238E27FC236}">
                  <a16:creationId xmlns:a16="http://schemas.microsoft.com/office/drawing/2014/main" id="{ECEE5BF1-4D0C-40F4-BF69-039D5761C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4" name="Freeform 210">
              <a:extLst>
                <a:ext uri="{FF2B5EF4-FFF2-40B4-BE49-F238E27FC236}">
                  <a16:creationId xmlns:a16="http://schemas.microsoft.com/office/drawing/2014/main" id="{9616335A-95AB-4A83-A71E-3190427DF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5" name="Freeform 211">
              <a:extLst>
                <a:ext uri="{FF2B5EF4-FFF2-40B4-BE49-F238E27FC236}">
                  <a16:creationId xmlns:a16="http://schemas.microsoft.com/office/drawing/2014/main" id="{39344767-DA96-44E3-AEE7-F88C3450D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6" name="Freeform 212">
              <a:extLst>
                <a:ext uri="{FF2B5EF4-FFF2-40B4-BE49-F238E27FC236}">
                  <a16:creationId xmlns:a16="http://schemas.microsoft.com/office/drawing/2014/main" id="{15B117D8-4889-4961-BB3C-30E4FBE21F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327" name="Line 266">
            <a:extLst>
              <a:ext uri="{FF2B5EF4-FFF2-40B4-BE49-F238E27FC236}">
                <a16:creationId xmlns:a16="http://schemas.microsoft.com/office/drawing/2014/main" id="{35A52CC8-FEDD-4BAF-8A49-07638983565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19525" y="1414463"/>
            <a:ext cx="1588" cy="4545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8" name="Line 266">
            <a:extLst>
              <a:ext uri="{FF2B5EF4-FFF2-40B4-BE49-F238E27FC236}">
                <a16:creationId xmlns:a16="http://schemas.microsoft.com/office/drawing/2014/main" id="{82278AC0-F675-48BB-A811-F4D55823F5B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075" y="1041400"/>
            <a:ext cx="0" cy="5060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9" name="Line 266">
            <a:extLst>
              <a:ext uri="{FF2B5EF4-FFF2-40B4-BE49-F238E27FC236}">
                <a16:creationId xmlns:a16="http://schemas.microsoft.com/office/drawing/2014/main" id="{DCFD06B9-9123-46F7-801C-6D7676705D6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2169" y="2345531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0" name="Line 266">
            <a:extLst>
              <a:ext uri="{FF2B5EF4-FFF2-40B4-BE49-F238E27FC236}">
                <a16:creationId xmlns:a16="http://schemas.microsoft.com/office/drawing/2014/main" id="{2ED26F8A-EC71-4CAC-8FEB-C4616B7DA484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888706" y="2731295"/>
            <a:ext cx="3175" cy="2347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1" name="Line 266">
            <a:extLst>
              <a:ext uri="{FF2B5EF4-FFF2-40B4-BE49-F238E27FC236}">
                <a16:creationId xmlns:a16="http://schemas.microsoft.com/office/drawing/2014/main" id="{BBC63B5A-D4C2-4BBE-B7A9-CDF2FFF333A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49294" y="3282157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2" name="Freeform 225">
            <a:extLst>
              <a:ext uri="{FF2B5EF4-FFF2-40B4-BE49-F238E27FC236}">
                <a16:creationId xmlns:a16="http://schemas.microsoft.com/office/drawing/2014/main" id="{97B8D588-70EF-44BE-8AD9-834C23F6115A}"/>
              </a:ext>
            </a:extLst>
          </p:cNvPr>
          <p:cNvSpPr>
            <a:spLocks/>
          </p:cNvSpPr>
          <p:nvPr/>
        </p:nvSpPr>
        <p:spPr bwMode="auto">
          <a:xfrm>
            <a:off x="3173413" y="37846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33" name="Freeform 225">
            <a:extLst>
              <a:ext uri="{FF2B5EF4-FFF2-40B4-BE49-F238E27FC236}">
                <a16:creationId xmlns:a16="http://schemas.microsoft.com/office/drawing/2014/main" id="{6E799751-7EA9-4711-9A5F-CCD2EC5A0EA2}"/>
              </a:ext>
            </a:extLst>
          </p:cNvPr>
          <p:cNvSpPr>
            <a:spLocks/>
          </p:cNvSpPr>
          <p:nvPr/>
        </p:nvSpPr>
        <p:spPr bwMode="auto">
          <a:xfrm>
            <a:off x="976313" y="35528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98334" name="Group 116">
            <a:extLst>
              <a:ext uri="{FF2B5EF4-FFF2-40B4-BE49-F238E27FC236}">
                <a16:creationId xmlns:a16="http://schemas.microsoft.com/office/drawing/2014/main" id="{045E0EC4-7024-4E0D-B98D-842289DC0AEE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2593975"/>
            <a:ext cx="574675" cy="454025"/>
            <a:chOff x="5100638" y="3554413"/>
            <a:chExt cx="574675" cy="454025"/>
          </a:xfrm>
        </p:grpSpPr>
        <p:sp>
          <p:nvSpPr>
            <p:cNvPr id="98349" name="Freeform 209">
              <a:extLst>
                <a:ext uri="{FF2B5EF4-FFF2-40B4-BE49-F238E27FC236}">
                  <a16:creationId xmlns:a16="http://schemas.microsoft.com/office/drawing/2014/main" id="{3B003FF1-AB87-4AFB-83A9-EE78B1A2C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0" name="Freeform 210">
              <a:extLst>
                <a:ext uri="{FF2B5EF4-FFF2-40B4-BE49-F238E27FC236}">
                  <a16:creationId xmlns:a16="http://schemas.microsoft.com/office/drawing/2014/main" id="{1E323550-9CA4-4CBA-B2B4-72E893D32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1" name="Freeform 211">
              <a:extLst>
                <a:ext uri="{FF2B5EF4-FFF2-40B4-BE49-F238E27FC236}">
                  <a16:creationId xmlns:a16="http://schemas.microsoft.com/office/drawing/2014/main" id="{85AC9889-77BE-42B1-AC7F-E39C50707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2" name="Freeform 212">
              <a:extLst>
                <a:ext uri="{FF2B5EF4-FFF2-40B4-BE49-F238E27FC236}">
                  <a16:creationId xmlns:a16="http://schemas.microsoft.com/office/drawing/2014/main" id="{1E0906D7-20D7-4247-B7BD-09AB11A5A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335" name="Line 266">
            <a:extLst>
              <a:ext uri="{FF2B5EF4-FFF2-40B4-BE49-F238E27FC236}">
                <a16:creationId xmlns:a16="http://schemas.microsoft.com/office/drawing/2014/main" id="{BC45EE96-37BD-4869-85D1-F16A91E60AC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121944" y="797719"/>
            <a:ext cx="1588" cy="395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6" name="Line 266">
            <a:extLst>
              <a:ext uri="{FF2B5EF4-FFF2-40B4-BE49-F238E27FC236}">
                <a16:creationId xmlns:a16="http://schemas.microsoft.com/office/drawing/2014/main" id="{E64F4D30-C03A-4833-A82D-FDC57748073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30600" y="133350"/>
            <a:ext cx="1588" cy="5056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7" name="Line 266">
            <a:extLst>
              <a:ext uri="{FF2B5EF4-FFF2-40B4-BE49-F238E27FC236}">
                <a16:creationId xmlns:a16="http://schemas.microsoft.com/office/drawing/2014/main" id="{13DEC521-8C76-412E-824F-A1B7392EB2C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8519" y="1434306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8" name="Line 266">
            <a:extLst>
              <a:ext uri="{FF2B5EF4-FFF2-40B4-BE49-F238E27FC236}">
                <a16:creationId xmlns:a16="http://schemas.microsoft.com/office/drawing/2014/main" id="{FF7F8950-5D48-4B59-A183-67C435A0BA1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147469" y="2072482"/>
            <a:ext cx="0" cy="1846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9" name="Line 266">
            <a:extLst>
              <a:ext uri="{FF2B5EF4-FFF2-40B4-BE49-F238E27FC236}">
                <a16:creationId xmlns:a16="http://schemas.microsoft.com/office/drawing/2014/main" id="{9801B1D5-9D64-4E53-8572-9D3B3502C04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7232" y="2370931"/>
            <a:ext cx="0" cy="906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0" name="Freeform 225">
            <a:extLst>
              <a:ext uri="{FF2B5EF4-FFF2-40B4-BE49-F238E27FC236}">
                <a16:creationId xmlns:a16="http://schemas.microsoft.com/office/drawing/2014/main" id="{268B6F62-39FB-4B66-9E98-FEB90C10217E}"/>
              </a:ext>
            </a:extLst>
          </p:cNvPr>
          <p:cNvSpPr>
            <a:spLocks/>
          </p:cNvSpPr>
          <p:nvPr/>
        </p:nvSpPr>
        <p:spPr bwMode="auto">
          <a:xfrm>
            <a:off x="3170238" y="28717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41" name="Freeform 225">
            <a:extLst>
              <a:ext uri="{FF2B5EF4-FFF2-40B4-BE49-F238E27FC236}">
                <a16:creationId xmlns:a16="http://schemas.microsoft.com/office/drawing/2014/main" id="{62753822-6D77-4042-9AE7-01380DA41C7C}"/>
              </a:ext>
            </a:extLst>
          </p:cNvPr>
          <p:cNvSpPr>
            <a:spLocks/>
          </p:cNvSpPr>
          <p:nvPr/>
        </p:nvSpPr>
        <p:spPr bwMode="auto">
          <a:xfrm>
            <a:off x="2114550" y="2749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42" name="Freeform 225">
            <a:extLst>
              <a:ext uri="{FF2B5EF4-FFF2-40B4-BE49-F238E27FC236}">
                <a16:creationId xmlns:a16="http://schemas.microsoft.com/office/drawing/2014/main" id="{84EF8675-2096-4CB3-9783-E8F66B72D992}"/>
              </a:ext>
            </a:extLst>
          </p:cNvPr>
          <p:cNvSpPr>
            <a:spLocks/>
          </p:cNvSpPr>
          <p:nvPr/>
        </p:nvSpPr>
        <p:spPr bwMode="auto">
          <a:xfrm>
            <a:off x="981075" y="26384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8343" name="Line 266">
            <a:extLst>
              <a:ext uri="{FF2B5EF4-FFF2-40B4-BE49-F238E27FC236}">
                <a16:creationId xmlns:a16="http://schemas.microsoft.com/office/drawing/2014/main" id="{8C56D06D-C4C7-4F2C-9B55-6A6F57DFA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5363" y="2103438"/>
            <a:ext cx="3175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4" name="Line 266">
            <a:extLst>
              <a:ext uri="{FF2B5EF4-FFF2-40B4-BE49-F238E27FC236}">
                <a16:creationId xmlns:a16="http://schemas.microsoft.com/office/drawing/2014/main" id="{E485005B-F96C-44EC-B94A-CCE8DF8A1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2112963"/>
            <a:ext cx="1588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5" name="Line 266">
            <a:extLst>
              <a:ext uri="{FF2B5EF4-FFF2-40B4-BE49-F238E27FC236}">
                <a16:creationId xmlns:a16="http://schemas.microsoft.com/office/drawing/2014/main" id="{124FA19A-8E5A-4E84-91FF-B7EFC5FB6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2103438"/>
            <a:ext cx="1587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6" name="Line 266">
            <a:extLst>
              <a:ext uri="{FF2B5EF4-FFF2-40B4-BE49-F238E27FC236}">
                <a16:creationId xmlns:a16="http://schemas.microsoft.com/office/drawing/2014/main" id="{76069B6A-08A5-4F8A-BFCA-40A979CB9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513" y="2112963"/>
            <a:ext cx="1587" cy="30972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7" name="TextBox 2">
            <a:extLst>
              <a:ext uri="{FF2B5EF4-FFF2-40B4-BE49-F238E27FC236}">
                <a16:creationId xmlns:a16="http://schemas.microsoft.com/office/drawing/2014/main" id="{820CD5B3-803C-4328-91AE-609E5D2BF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7988" y="5522913"/>
            <a:ext cx="3049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0</a:t>
            </a:r>
            <a:r>
              <a:rPr lang="en-US" altLang="en-US" b="0">
                <a:latin typeface="Times" panose="02020603050405020304" pitchFamily="18" charset="0"/>
              </a:rPr>
              <a:t> = w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5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= w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3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6 </a:t>
            </a:r>
            <a:r>
              <a:rPr lang="en-US" altLang="en-US" b="0">
                <a:latin typeface="Times" panose="02020603050405020304" pitchFamily="18" charset="0"/>
              </a:rPr>
              <a:t>+ w</a:t>
            </a:r>
            <a:r>
              <a:rPr lang="en-US" altLang="en-US" b="0" baseline="-25000">
                <a:latin typeface="Times" panose="02020603050405020304" pitchFamily="18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r>
              <a:rPr lang="en-US" altLang="en-US" b="0">
                <a:latin typeface="Times" panose="02020603050405020304" pitchFamily="18" charset="0"/>
              </a:rPr>
              <a:t> = w</a:t>
            </a:r>
            <a:r>
              <a:rPr lang="en-US" altLang="en-US" b="0" baseline="-25000">
                <a:latin typeface="Times" panose="02020603050405020304" pitchFamily="18" charset="0"/>
              </a:rPr>
              <a:t>4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5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6</a:t>
            </a:r>
            <a:r>
              <a:rPr lang="en-US" altLang="en-US" b="0">
                <a:latin typeface="Times" panose="02020603050405020304" pitchFamily="18" charset="0"/>
              </a:rPr>
              <a:t> + w</a:t>
            </a:r>
            <a:r>
              <a:rPr lang="en-US" altLang="en-US" b="0" baseline="-25000">
                <a:latin typeface="Times" panose="02020603050405020304" pitchFamily="18" charset="0"/>
              </a:rPr>
              <a:t>7</a:t>
            </a:r>
          </a:p>
        </p:txBody>
      </p:sp>
      <p:sp>
        <p:nvSpPr>
          <p:cNvPr id="98348" name="Freeform 225">
            <a:extLst>
              <a:ext uri="{FF2B5EF4-FFF2-40B4-BE49-F238E27FC236}">
                <a16:creationId xmlns:a16="http://schemas.microsoft.com/office/drawing/2014/main" id="{B8250F0E-56BD-4DC1-B0BE-41C7F17CFB35}"/>
              </a:ext>
            </a:extLst>
          </p:cNvPr>
          <p:cNvSpPr>
            <a:spLocks/>
          </p:cNvSpPr>
          <p:nvPr/>
        </p:nvSpPr>
        <p:spPr bwMode="auto">
          <a:xfrm flipV="1">
            <a:off x="4203700" y="2974975"/>
            <a:ext cx="46038" cy="4445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6E69EDCB-5E57-0A48-A75D-CDDA564D8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3: Implement an 8-to-3 </a:t>
            </a:r>
            <a:r>
              <a:rPr lang="en-US" sz="2800" u="sng" dirty="0">
                <a:solidFill>
                  <a:srgbClr val="FF0000"/>
                </a:solidFill>
                <a:ea typeface="+mj-ea"/>
                <a:cs typeface="+mj-cs"/>
              </a:rPr>
              <a:t>priority</a:t>
            </a:r>
            <a:r>
              <a:rPr lang="en-US" sz="2800" dirty="0">
                <a:ea typeface="+mj-ea"/>
                <a:cs typeface="+mj-cs"/>
              </a:rPr>
              <a:t> encoder</a:t>
            </a:r>
          </a:p>
        </p:txBody>
      </p:sp>
      <p:pic>
        <p:nvPicPr>
          <p:cNvPr id="99330" name="Picture 4" descr="new_fig6">
            <a:extLst>
              <a:ext uri="{FF2B5EF4-FFF2-40B4-BE49-F238E27FC236}">
                <a16:creationId xmlns:a16="http://schemas.microsoft.com/office/drawing/2014/main" id="{23A30FC3-0720-4A52-B190-C78C43714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6F38538-0761-EF44-9C09-D0F9EB55A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3: Implement an 8-to-3 </a:t>
            </a:r>
            <a:r>
              <a:rPr lang="en-US" sz="2800" dirty="0">
                <a:solidFill>
                  <a:srgbClr val="FF0000"/>
                </a:solidFill>
                <a:ea typeface="+mj-ea"/>
                <a:cs typeface="+mj-cs"/>
              </a:rPr>
              <a:t>priority</a:t>
            </a:r>
            <a:r>
              <a:rPr lang="en-US" sz="2800" dirty="0">
                <a:ea typeface="+mj-ea"/>
                <a:cs typeface="+mj-cs"/>
              </a:rPr>
              <a:t> encoder</a:t>
            </a:r>
          </a:p>
        </p:txBody>
      </p:sp>
      <p:grpSp>
        <p:nvGrpSpPr>
          <p:cNvPr id="100354" name="Group 1">
            <a:extLst>
              <a:ext uri="{FF2B5EF4-FFF2-40B4-BE49-F238E27FC236}">
                <a16:creationId xmlns:a16="http://schemas.microsoft.com/office/drawing/2014/main" id="{0C1BCC94-65F8-43E9-AA81-DFEED295B02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066800"/>
            <a:ext cx="6148388" cy="3733800"/>
            <a:chOff x="1524000" y="1066800"/>
            <a:chExt cx="6148388" cy="3733800"/>
          </a:xfrm>
        </p:grpSpPr>
        <p:pic>
          <p:nvPicPr>
            <p:cNvPr id="100355" name="Picture 4" descr="new_fig6">
              <a:extLst>
                <a:ext uri="{FF2B5EF4-FFF2-40B4-BE49-F238E27FC236}">
                  <a16:creationId xmlns:a16="http://schemas.microsoft.com/office/drawing/2014/main" id="{67E49508-3DE0-4B41-B3FB-1A517C084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066800"/>
              <a:ext cx="6148388" cy="373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0356" name="TextBox 4">
              <a:extLst>
                <a:ext uri="{FF2B5EF4-FFF2-40B4-BE49-F238E27FC236}">
                  <a16:creationId xmlns:a16="http://schemas.microsoft.com/office/drawing/2014/main" id="{2BD61986-1FB8-4231-8A8A-CF07C3F6B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567" y="4310408"/>
              <a:ext cx="32004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x     x    x    x</a:t>
              </a:r>
            </a:p>
          </p:txBody>
        </p:sp>
        <p:sp>
          <p:nvSpPr>
            <p:cNvPr id="100357" name="TextBox 5">
              <a:extLst>
                <a:ext uri="{FF2B5EF4-FFF2-40B4-BE49-F238E27FC236}">
                  <a16:creationId xmlns:a16="http://schemas.microsoft.com/office/drawing/2014/main" id="{18EDFEFD-A77E-4025-BF20-F2E625448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068" y="3951079"/>
              <a:ext cx="2885114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 x    x    x</a:t>
              </a:r>
            </a:p>
          </p:txBody>
        </p:sp>
        <p:sp>
          <p:nvSpPr>
            <p:cNvPr id="100358" name="TextBox 6">
              <a:extLst>
                <a:ext uri="{FF2B5EF4-FFF2-40B4-BE49-F238E27FC236}">
                  <a16:creationId xmlns:a16="http://schemas.microsoft.com/office/drawing/2014/main" id="{4713C923-0800-4F6E-84EE-6C9785DC73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249" y="3591752"/>
              <a:ext cx="236359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 x    x    x</a:t>
              </a:r>
            </a:p>
          </p:txBody>
        </p:sp>
        <p:sp>
          <p:nvSpPr>
            <p:cNvPr id="100359" name="TextBox 7">
              <a:extLst>
                <a:ext uri="{FF2B5EF4-FFF2-40B4-BE49-F238E27FC236}">
                  <a16:creationId xmlns:a16="http://schemas.microsoft.com/office/drawing/2014/main" id="{F3D6E9F0-EAC5-452C-A9BB-9541C6C36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653" y="3240813"/>
              <a:ext cx="189381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 x    x    x</a:t>
              </a:r>
            </a:p>
          </p:txBody>
        </p:sp>
        <p:sp>
          <p:nvSpPr>
            <p:cNvPr id="100360" name="TextBox 8">
              <a:extLst>
                <a:ext uri="{FF2B5EF4-FFF2-40B4-BE49-F238E27FC236}">
                  <a16:creationId xmlns:a16="http://schemas.microsoft.com/office/drawing/2014/main" id="{4367BAEE-C642-4088-BAE4-1B8748223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168" y="2873095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</a:t>
              </a:r>
            </a:p>
          </p:txBody>
        </p:sp>
        <p:sp>
          <p:nvSpPr>
            <p:cNvPr id="100361" name="TextBox 9">
              <a:extLst>
                <a:ext uri="{FF2B5EF4-FFF2-40B4-BE49-F238E27FC236}">
                  <a16:creationId xmlns:a16="http://schemas.microsoft.com/office/drawing/2014/main" id="{A7D44EB8-A86C-4F54-BF95-3C32BB5B1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794" y="2513767"/>
              <a:ext cx="87455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</a:t>
              </a:r>
            </a:p>
          </p:txBody>
        </p:sp>
        <p:sp>
          <p:nvSpPr>
            <p:cNvPr id="100362" name="TextBox 10">
              <a:extLst>
                <a:ext uri="{FF2B5EF4-FFF2-40B4-BE49-F238E27FC236}">
                  <a16:creationId xmlns:a16="http://schemas.microsoft.com/office/drawing/2014/main" id="{D32E9153-644C-42B1-A3DC-4890F3CCA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588" y="2129271"/>
              <a:ext cx="413158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DEF921-3C91-4A21-8DF8-8A2213EA2E86}"/>
                  </a:ext>
                </a:extLst>
              </p14:cNvPr>
              <p14:cNvContentPartPr/>
              <p14:nvPr/>
            </p14:nvContentPartPr>
            <p14:xfrm>
              <a:off x="2152440" y="1167840"/>
              <a:ext cx="3348000" cy="169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DEF921-3C91-4A21-8DF8-8A2213EA2E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3080" y="1158480"/>
                <a:ext cx="336672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7A2F8E-8833-4A1C-B9A7-4C63F52FE1A4}"/>
                  </a:ext>
                </a:extLst>
              </p14:cNvPr>
              <p14:cNvContentPartPr/>
              <p14:nvPr/>
            </p14:nvContentPartPr>
            <p14:xfrm>
              <a:off x="6042600" y="3346200"/>
              <a:ext cx="353880" cy="142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7A2F8E-8833-4A1C-B9A7-4C63F52FE1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33240" y="3336840"/>
                <a:ext cx="372600" cy="144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9EB18DF-6120-4149-AB09-B0593CC8B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3: Implement an 8-to-3 </a:t>
            </a:r>
            <a:r>
              <a:rPr lang="en-US" sz="2800" dirty="0">
                <a:solidFill>
                  <a:srgbClr val="FF0000"/>
                </a:solidFill>
                <a:ea typeface="+mj-ea"/>
                <a:cs typeface="+mj-cs"/>
              </a:rPr>
              <a:t>priority</a:t>
            </a:r>
            <a:r>
              <a:rPr lang="en-US" sz="2800" dirty="0">
                <a:ea typeface="+mj-ea"/>
                <a:cs typeface="+mj-cs"/>
              </a:rPr>
              <a:t> encoder</a:t>
            </a:r>
          </a:p>
        </p:txBody>
      </p:sp>
      <p:pic>
        <p:nvPicPr>
          <p:cNvPr id="101378" name="Picture 4" descr="new_fig6">
            <a:extLst>
              <a:ext uri="{FF2B5EF4-FFF2-40B4-BE49-F238E27FC236}">
                <a16:creationId xmlns:a16="http://schemas.microsoft.com/office/drawing/2014/main" id="{9B8B71F3-92EF-4EBD-8CF7-1AF4EF5B5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379" name="Group 1">
            <a:extLst>
              <a:ext uri="{FF2B5EF4-FFF2-40B4-BE49-F238E27FC236}">
                <a16:creationId xmlns:a16="http://schemas.microsoft.com/office/drawing/2014/main" id="{765B3E26-375E-440C-95D1-676ADAF7C548}"/>
              </a:ext>
            </a:extLst>
          </p:cNvPr>
          <p:cNvGrpSpPr>
            <a:grpSpLocks/>
          </p:cNvGrpSpPr>
          <p:nvPr/>
        </p:nvGrpSpPr>
        <p:grpSpPr bwMode="auto">
          <a:xfrm>
            <a:off x="2020888" y="1255713"/>
            <a:ext cx="5849937" cy="3970337"/>
            <a:chOff x="2020348" y="1255654"/>
            <a:chExt cx="5850972" cy="3970318"/>
          </a:xfrm>
        </p:grpSpPr>
        <p:sp>
          <p:nvSpPr>
            <p:cNvPr id="101380" name="TextBox 4">
              <a:extLst>
                <a:ext uri="{FF2B5EF4-FFF2-40B4-BE49-F238E27FC236}">
                  <a16:creationId xmlns:a16="http://schemas.microsoft.com/office/drawing/2014/main" id="{E83CF56E-315E-4E0C-B5FB-A8AA970F6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567" y="4310408"/>
              <a:ext cx="32004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x     x    x    x</a:t>
              </a:r>
            </a:p>
          </p:txBody>
        </p:sp>
        <p:sp>
          <p:nvSpPr>
            <p:cNvPr id="101381" name="TextBox 5">
              <a:extLst>
                <a:ext uri="{FF2B5EF4-FFF2-40B4-BE49-F238E27FC236}">
                  <a16:creationId xmlns:a16="http://schemas.microsoft.com/office/drawing/2014/main" id="{F2C365B4-4EA7-4CCA-B7FF-1A16E470E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068" y="3951079"/>
              <a:ext cx="2885114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 x    x    x</a:t>
              </a:r>
            </a:p>
          </p:txBody>
        </p:sp>
        <p:sp>
          <p:nvSpPr>
            <p:cNvPr id="101382" name="TextBox 6">
              <a:extLst>
                <a:ext uri="{FF2B5EF4-FFF2-40B4-BE49-F238E27FC236}">
                  <a16:creationId xmlns:a16="http://schemas.microsoft.com/office/drawing/2014/main" id="{26376C8C-5A1D-48B8-BDD3-717011DB8D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249" y="3591752"/>
              <a:ext cx="236359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 x    x    x</a:t>
              </a:r>
            </a:p>
          </p:txBody>
        </p:sp>
        <p:sp>
          <p:nvSpPr>
            <p:cNvPr id="101383" name="TextBox 7">
              <a:extLst>
                <a:ext uri="{FF2B5EF4-FFF2-40B4-BE49-F238E27FC236}">
                  <a16:creationId xmlns:a16="http://schemas.microsoft.com/office/drawing/2014/main" id="{FD136198-8964-4CE2-9926-CD8661AA6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653" y="3240813"/>
              <a:ext cx="189381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 x    x    x</a:t>
              </a:r>
            </a:p>
          </p:txBody>
        </p:sp>
        <p:sp>
          <p:nvSpPr>
            <p:cNvPr id="101384" name="TextBox 8">
              <a:extLst>
                <a:ext uri="{FF2B5EF4-FFF2-40B4-BE49-F238E27FC236}">
                  <a16:creationId xmlns:a16="http://schemas.microsoft.com/office/drawing/2014/main" id="{05BEEF84-63A5-4BEA-ACBD-F10485CDE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168" y="2873095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</a:t>
              </a:r>
            </a:p>
          </p:txBody>
        </p:sp>
        <p:sp>
          <p:nvSpPr>
            <p:cNvPr id="101385" name="TextBox 9">
              <a:extLst>
                <a:ext uri="{FF2B5EF4-FFF2-40B4-BE49-F238E27FC236}">
                  <a16:creationId xmlns:a16="http://schemas.microsoft.com/office/drawing/2014/main" id="{47A2DD0F-4414-4B48-AE99-045689B8F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794" y="2513767"/>
              <a:ext cx="87455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</a:t>
              </a:r>
            </a:p>
          </p:txBody>
        </p:sp>
        <p:sp>
          <p:nvSpPr>
            <p:cNvPr id="101386" name="TextBox 10">
              <a:extLst>
                <a:ext uri="{FF2B5EF4-FFF2-40B4-BE49-F238E27FC236}">
                  <a16:creationId xmlns:a16="http://schemas.microsoft.com/office/drawing/2014/main" id="{E6FC7321-FE50-4925-B5F3-F63C3F223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588" y="2129271"/>
              <a:ext cx="413158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101387" name="TextBox 11">
              <a:extLst>
                <a:ext uri="{FF2B5EF4-FFF2-40B4-BE49-F238E27FC236}">
                  <a16:creationId xmlns:a16="http://schemas.microsoft.com/office/drawing/2014/main" id="{0E5FEB3A-5F5C-4D81-8B5F-F739451C5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348" y="4706088"/>
              <a:ext cx="376805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0    0    0    0    0     0    0    0 </a:t>
              </a:r>
            </a:p>
          </p:txBody>
        </p:sp>
        <p:sp>
          <p:nvSpPr>
            <p:cNvPr id="101388" name="TextBox 12">
              <a:extLst>
                <a:ext uri="{FF2B5EF4-FFF2-40B4-BE49-F238E27FC236}">
                  <a16:creationId xmlns:a16="http://schemas.microsoft.com/office/drawing/2014/main" id="{D8CD441A-E0B3-4BDD-B269-2D0F205A8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142" y="4678126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d    d    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E41DAD-A3C8-604C-B8FF-D4913B6EAD0D}"/>
                </a:ext>
              </a:extLst>
            </p:cNvPr>
            <p:cNvSpPr txBox="1"/>
            <p:nvPr/>
          </p:nvSpPr>
          <p:spPr>
            <a:xfrm>
              <a:off x="7439444" y="1255654"/>
              <a:ext cx="431876" cy="397031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z</a:t>
              </a:r>
            </a:p>
            <a:p>
              <a:pPr>
                <a:defRPr/>
              </a:pPr>
              <a:endParaRPr lang="en-US" sz="1050" dirty="0">
                <a:solidFill>
                  <a:srgbClr val="FF0000"/>
                </a:solidFill>
                <a:latin typeface="Times" charset="0"/>
                <a:ea typeface="MS PGothic" charset="-128"/>
              </a:endParaRP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1    1    1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0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82E6EC-E655-40E2-A7C5-00C78F23EC58}"/>
                  </a:ext>
                </a:extLst>
              </p14:cNvPr>
              <p14:cNvContentPartPr/>
              <p14:nvPr/>
            </p14:nvContentPartPr>
            <p14:xfrm>
              <a:off x="7777440" y="673560"/>
              <a:ext cx="342000" cy="41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82E6EC-E655-40E2-A7C5-00C78F23EC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8080" y="664200"/>
                <a:ext cx="360720" cy="43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6A52A27-2E7D-C649-A0C6-0AA28321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3: Implement an 8-to-3 </a:t>
            </a:r>
            <a:r>
              <a:rPr lang="en-US" sz="2800" dirty="0">
                <a:solidFill>
                  <a:srgbClr val="FF0000"/>
                </a:solidFill>
                <a:ea typeface="+mj-ea"/>
                <a:cs typeface="+mj-cs"/>
              </a:rPr>
              <a:t>priority</a:t>
            </a:r>
            <a:r>
              <a:rPr lang="en-US" sz="2800" dirty="0">
                <a:ea typeface="+mj-ea"/>
                <a:cs typeface="+mj-cs"/>
              </a:rPr>
              <a:t> encoder</a:t>
            </a:r>
          </a:p>
        </p:txBody>
      </p:sp>
      <p:pic>
        <p:nvPicPr>
          <p:cNvPr id="102402" name="Picture 4" descr="new_fig6">
            <a:extLst>
              <a:ext uri="{FF2B5EF4-FFF2-40B4-BE49-F238E27FC236}">
                <a16:creationId xmlns:a16="http://schemas.microsoft.com/office/drawing/2014/main" id="{91838E68-34CD-495D-AEBB-C4C32954F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75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03" name="Group 1">
            <a:extLst>
              <a:ext uri="{FF2B5EF4-FFF2-40B4-BE49-F238E27FC236}">
                <a16:creationId xmlns:a16="http://schemas.microsoft.com/office/drawing/2014/main" id="{D696A777-33ED-452A-9DF7-E4CA9BFA9E18}"/>
              </a:ext>
            </a:extLst>
          </p:cNvPr>
          <p:cNvGrpSpPr>
            <a:grpSpLocks/>
          </p:cNvGrpSpPr>
          <p:nvPr/>
        </p:nvGrpSpPr>
        <p:grpSpPr bwMode="auto">
          <a:xfrm>
            <a:off x="3292475" y="1255713"/>
            <a:ext cx="5851525" cy="3970337"/>
            <a:chOff x="2020348" y="1255654"/>
            <a:chExt cx="5850972" cy="3970318"/>
          </a:xfrm>
        </p:grpSpPr>
        <p:sp>
          <p:nvSpPr>
            <p:cNvPr id="102404" name="TextBox 4">
              <a:extLst>
                <a:ext uri="{FF2B5EF4-FFF2-40B4-BE49-F238E27FC236}">
                  <a16:creationId xmlns:a16="http://schemas.microsoft.com/office/drawing/2014/main" id="{DC6BC7D7-E03F-4DB5-B312-9E75F7333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567" y="4310408"/>
              <a:ext cx="32004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x     x    x    x</a:t>
              </a:r>
            </a:p>
          </p:txBody>
        </p:sp>
        <p:sp>
          <p:nvSpPr>
            <p:cNvPr id="102405" name="TextBox 5">
              <a:extLst>
                <a:ext uri="{FF2B5EF4-FFF2-40B4-BE49-F238E27FC236}">
                  <a16:creationId xmlns:a16="http://schemas.microsoft.com/office/drawing/2014/main" id="{41684F1E-72EE-4CAF-B8BF-E57EAC11D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068" y="3951079"/>
              <a:ext cx="2885114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 x    x    x</a:t>
              </a:r>
            </a:p>
          </p:txBody>
        </p:sp>
        <p:sp>
          <p:nvSpPr>
            <p:cNvPr id="102406" name="TextBox 6">
              <a:extLst>
                <a:ext uri="{FF2B5EF4-FFF2-40B4-BE49-F238E27FC236}">
                  <a16:creationId xmlns:a16="http://schemas.microsoft.com/office/drawing/2014/main" id="{2CCEA99A-861B-4013-86B6-38CEE6857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249" y="3591752"/>
              <a:ext cx="236359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 x    x    x</a:t>
              </a:r>
            </a:p>
          </p:txBody>
        </p:sp>
        <p:sp>
          <p:nvSpPr>
            <p:cNvPr id="102407" name="TextBox 7">
              <a:extLst>
                <a:ext uri="{FF2B5EF4-FFF2-40B4-BE49-F238E27FC236}">
                  <a16:creationId xmlns:a16="http://schemas.microsoft.com/office/drawing/2014/main" id="{39384C4C-DEE2-443E-BFBE-E3590EDD38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653" y="3240813"/>
              <a:ext cx="189381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 x    x    x</a:t>
              </a:r>
            </a:p>
          </p:txBody>
        </p:sp>
        <p:sp>
          <p:nvSpPr>
            <p:cNvPr id="102408" name="TextBox 8">
              <a:extLst>
                <a:ext uri="{FF2B5EF4-FFF2-40B4-BE49-F238E27FC236}">
                  <a16:creationId xmlns:a16="http://schemas.microsoft.com/office/drawing/2014/main" id="{49D42236-B193-427E-97BD-24BAA6E3A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168" y="2873095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</a:t>
              </a:r>
            </a:p>
          </p:txBody>
        </p:sp>
        <p:sp>
          <p:nvSpPr>
            <p:cNvPr id="102409" name="TextBox 9">
              <a:extLst>
                <a:ext uri="{FF2B5EF4-FFF2-40B4-BE49-F238E27FC236}">
                  <a16:creationId xmlns:a16="http://schemas.microsoft.com/office/drawing/2014/main" id="{73866E06-2B76-4202-9506-51F4CA949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794" y="2513767"/>
              <a:ext cx="87455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</a:t>
              </a:r>
            </a:p>
          </p:txBody>
        </p:sp>
        <p:sp>
          <p:nvSpPr>
            <p:cNvPr id="102410" name="TextBox 10">
              <a:extLst>
                <a:ext uri="{FF2B5EF4-FFF2-40B4-BE49-F238E27FC236}">
                  <a16:creationId xmlns:a16="http://schemas.microsoft.com/office/drawing/2014/main" id="{A0C34E3D-76B9-4D9A-A78A-1D9AE55BB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588" y="2129271"/>
              <a:ext cx="413158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102411" name="TextBox 11">
              <a:extLst>
                <a:ext uri="{FF2B5EF4-FFF2-40B4-BE49-F238E27FC236}">
                  <a16:creationId xmlns:a16="http://schemas.microsoft.com/office/drawing/2014/main" id="{F32E4DB2-E350-47DA-A705-6FB5B2C35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348" y="4706088"/>
              <a:ext cx="376805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0    0    0    0    0     0    0    0 </a:t>
              </a:r>
            </a:p>
          </p:txBody>
        </p:sp>
        <p:sp>
          <p:nvSpPr>
            <p:cNvPr id="102412" name="TextBox 12">
              <a:extLst>
                <a:ext uri="{FF2B5EF4-FFF2-40B4-BE49-F238E27FC236}">
                  <a16:creationId xmlns:a16="http://schemas.microsoft.com/office/drawing/2014/main" id="{D7AA4003-759C-4670-B871-30352A365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142" y="4678126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d    d    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A17CEA-AFA3-B14A-824E-80873BC8EA70}"/>
                </a:ext>
              </a:extLst>
            </p:cNvPr>
            <p:cNvSpPr txBox="1"/>
            <p:nvPr/>
          </p:nvSpPr>
          <p:spPr>
            <a:xfrm>
              <a:off x="7439561" y="1255654"/>
              <a:ext cx="431759" cy="397031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z</a:t>
              </a:r>
            </a:p>
            <a:p>
              <a:pPr>
                <a:defRPr/>
              </a:pPr>
              <a:endParaRPr lang="en-US" sz="1050" dirty="0">
                <a:solidFill>
                  <a:srgbClr val="FF0000"/>
                </a:solidFill>
                <a:latin typeface="Times" charset="0"/>
                <a:ea typeface="MS PGothic" charset="-128"/>
              </a:endParaRP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1    1    1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0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1368B8B-3C75-E646-BF7B-C7D37272D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ea typeface="+mj-ea"/>
                <a:cs typeface="+mj-cs"/>
              </a:rPr>
              <a:t>Example 3: Implement an 8-to-3 </a:t>
            </a:r>
            <a:r>
              <a:rPr lang="en-US" sz="2800" dirty="0">
                <a:solidFill>
                  <a:srgbClr val="FF0000"/>
                </a:solidFill>
                <a:ea typeface="+mj-ea"/>
                <a:cs typeface="+mj-cs"/>
              </a:rPr>
              <a:t>priority</a:t>
            </a:r>
            <a:r>
              <a:rPr lang="en-US" sz="2800" dirty="0">
                <a:ea typeface="+mj-ea"/>
                <a:cs typeface="+mj-cs"/>
              </a:rPr>
              <a:t> encoder</a:t>
            </a:r>
          </a:p>
        </p:txBody>
      </p:sp>
      <p:pic>
        <p:nvPicPr>
          <p:cNvPr id="103426" name="Picture 4" descr="new_fig6">
            <a:extLst>
              <a:ext uri="{FF2B5EF4-FFF2-40B4-BE49-F238E27FC236}">
                <a16:creationId xmlns:a16="http://schemas.microsoft.com/office/drawing/2014/main" id="{13FCCAA5-02CB-4B20-B7F6-4A8662E48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75" y="1066800"/>
            <a:ext cx="61483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27" name="Group 1">
            <a:extLst>
              <a:ext uri="{FF2B5EF4-FFF2-40B4-BE49-F238E27FC236}">
                <a16:creationId xmlns:a16="http://schemas.microsoft.com/office/drawing/2014/main" id="{E320FEBF-D7D0-48DD-8F8B-E6D4DB551298}"/>
              </a:ext>
            </a:extLst>
          </p:cNvPr>
          <p:cNvGrpSpPr>
            <a:grpSpLocks/>
          </p:cNvGrpSpPr>
          <p:nvPr/>
        </p:nvGrpSpPr>
        <p:grpSpPr bwMode="auto">
          <a:xfrm>
            <a:off x="3292475" y="1255713"/>
            <a:ext cx="5851525" cy="3970337"/>
            <a:chOff x="2020348" y="1255654"/>
            <a:chExt cx="5850972" cy="3970318"/>
          </a:xfrm>
        </p:grpSpPr>
        <p:sp>
          <p:nvSpPr>
            <p:cNvPr id="103460" name="TextBox 4">
              <a:extLst>
                <a:ext uri="{FF2B5EF4-FFF2-40B4-BE49-F238E27FC236}">
                  <a16:creationId xmlns:a16="http://schemas.microsoft.com/office/drawing/2014/main" id="{0EBB28D8-40FE-4E8D-AD5E-D10A5E5E7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567" y="4310408"/>
              <a:ext cx="3200400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x     x    x    x</a:t>
              </a:r>
            </a:p>
          </p:txBody>
        </p:sp>
        <p:sp>
          <p:nvSpPr>
            <p:cNvPr id="103461" name="TextBox 5">
              <a:extLst>
                <a:ext uri="{FF2B5EF4-FFF2-40B4-BE49-F238E27FC236}">
                  <a16:creationId xmlns:a16="http://schemas.microsoft.com/office/drawing/2014/main" id="{5B0367FE-D0FA-461A-8E17-68D80CC6E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068" y="3951079"/>
              <a:ext cx="2885114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     x    x    x</a:t>
              </a:r>
            </a:p>
          </p:txBody>
        </p:sp>
        <p:sp>
          <p:nvSpPr>
            <p:cNvPr id="103462" name="TextBox 6">
              <a:extLst>
                <a:ext uri="{FF2B5EF4-FFF2-40B4-BE49-F238E27FC236}">
                  <a16:creationId xmlns:a16="http://schemas.microsoft.com/office/drawing/2014/main" id="{3BC4DC61-1174-4012-98CE-9AA1E169B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249" y="3591752"/>
              <a:ext cx="2363599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 x    x    x</a:t>
              </a:r>
            </a:p>
          </p:txBody>
        </p:sp>
        <p:sp>
          <p:nvSpPr>
            <p:cNvPr id="103463" name="TextBox 7">
              <a:extLst>
                <a:ext uri="{FF2B5EF4-FFF2-40B4-BE49-F238E27FC236}">
                  <a16:creationId xmlns:a16="http://schemas.microsoft.com/office/drawing/2014/main" id="{86C7D013-A051-49E2-B318-7D885478D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653" y="3240813"/>
              <a:ext cx="189381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 x    x    x</a:t>
              </a:r>
            </a:p>
          </p:txBody>
        </p:sp>
        <p:sp>
          <p:nvSpPr>
            <p:cNvPr id="103464" name="TextBox 8">
              <a:extLst>
                <a:ext uri="{FF2B5EF4-FFF2-40B4-BE49-F238E27FC236}">
                  <a16:creationId xmlns:a16="http://schemas.microsoft.com/office/drawing/2014/main" id="{E2755E73-5942-4694-B420-F74EAB36A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7168" y="2873095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    x</a:t>
              </a:r>
            </a:p>
          </p:txBody>
        </p:sp>
        <p:sp>
          <p:nvSpPr>
            <p:cNvPr id="103465" name="TextBox 9">
              <a:extLst>
                <a:ext uri="{FF2B5EF4-FFF2-40B4-BE49-F238E27FC236}">
                  <a16:creationId xmlns:a16="http://schemas.microsoft.com/office/drawing/2014/main" id="{7DC21AF8-D134-4319-996F-113769410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794" y="2513767"/>
              <a:ext cx="874553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    x</a:t>
              </a:r>
            </a:p>
          </p:txBody>
        </p:sp>
        <p:sp>
          <p:nvSpPr>
            <p:cNvPr id="103466" name="TextBox 10">
              <a:extLst>
                <a:ext uri="{FF2B5EF4-FFF2-40B4-BE49-F238E27FC236}">
                  <a16:creationId xmlns:a16="http://schemas.microsoft.com/office/drawing/2014/main" id="{0A9D4555-7708-46F9-A607-39A9AA032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7588" y="2129271"/>
              <a:ext cx="413158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103467" name="TextBox 11">
              <a:extLst>
                <a:ext uri="{FF2B5EF4-FFF2-40B4-BE49-F238E27FC236}">
                  <a16:creationId xmlns:a16="http://schemas.microsoft.com/office/drawing/2014/main" id="{AB4A64A5-5D44-4822-A534-BFB27F409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0348" y="4706088"/>
              <a:ext cx="3768056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0    0    0    0    0     0    0    0 </a:t>
              </a:r>
            </a:p>
          </p:txBody>
        </p:sp>
        <p:sp>
          <p:nvSpPr>
            <p:cNvPr id="103468" name="TextBox 12">
              <a:extLst>
                <a:ext uri="{FF2B5EF4-FFF2-40B4-BE49-F238E27FC236}">
                  <a16:creationId xmlns:a16="http://schemas.microsoft.com/office/drawing/2014/main" id="{45CC6B3F-FC9C-4355-93BC-0E222B924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142" y="4678126"/>
              <a:ext cx="142962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FF0000"/>
                  </a:solidFill>
                  <a:latin typeface="Times" panose="02020603050405020304" pitchFamily="18" charset="0"/>
                </a:rPr>
                <a:t>d    d    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722EB9-F316-754D-9180-EEC54E28172A}"/>
                </a:ext>
              </a:extLst>
            </p:cNvPr>
            <p:cNvSpPr txBox="1"/>
            <p:nvPr/>
          </p:nvSpPr>
          <p:spPr>
            <a:xfrm>
              <a:off x="7439561" y="1255654"/>
              <a:ext cx="431759" cy="397031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z</a:t>
              </a:r>
            </a:p>
            <a:p>
              <a:pPr>
                <a:defRPr/>
              </a:pPr>
              <a:endParaRPr lang="en-US" sz="1050" dirty="0">
                <a:solidFill>
                  <a:srgbClr val="FF0000"/>
                </a:solidFill>
                <a:latin typeface="Times" charset="0"/>
                <a:ea typeface="MS PGothic" charset="-128"/>
              </a:endParaRP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1    1    1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1</a:t>
              </a:r>
            </a:p>
            <a:p>
              <a:pPr>
                <a:defRPr/>
              </a:pPr>
              <a:r>
                <a:rPr lang="en-US" dirty="0">
                  <a:solidFill>
                    <a:srgbClr val="FF0000"/>
                  </a:solidFill>
                  <a:latin typeface="Times" charset="0"/>
                  <a:ea typeface="MS PGothic" charset="-128"/>
                </a:rPr>
                <a:t>0</a:t>
              </a:r>
            </a:p>
          </p:txBody>
        </p:sp>
      </p:grpSp>
      <p:sp>
        <p:nvSpPr>
          <p:cNvPr id="103428" name="TextBox 16">
            <a:extLst>
              <a:ext uri="{FF2B5EF4-FFF2-40B4-BE49-F238E27FC236}">
                <a16:creationId xmlns:a16="http://schemas.microsoft.com/office/drawing/2014/main" id="{27841D59-35BE-444E-8E96-FA02ABED2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733925"/>
            <a:ext cx="33226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latin typeface="Times" panose="02020603050405020304" pitchFamily="18" charset="0"/>
              </a:rPr>
              <a:t>z = 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0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1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2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3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4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5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6</a:t>
            </a:r>
            <a:r>
              <a:rPr lang="en-US" altLang="en-US" sz="2000" b="0" i="1">
                <a:latin typeface="Times" panose="02020603050405020304" pitchFamily="18" charset="0"/>
              </a:rPr>
              <a:t>+i</a:t>
            </a:r>
            <a:r>
              <a:rPr lang="en-US" altLang="en-US" sz="2000" b="0" i="1" baseline="-25000">
                <a:latin typeface="Times" panose="02020603050405020304" pitchFamily="18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0" i="1" baseline="-25000">
              <a:latin typeface="Times" panose="02020603050405020304" pitchFamily="18" charset="0"/>
            </a:endParaRPr>
          </a:p>
        </p:txBody>
      </p:sp>
      <p:grpSp>
        <p:nvGrpSpPr>
          <p:cNvPr id="103429" name="Group 2">
            <a:extLst>
              <a:ext uri="{FF2B5EF4-FFF2-40B4-BE49-F238E27FC236}">
                <a16:creationId xmlns:a16="http://schemas.microsoft.com/office/drawing/2014/main" id="{21CF4BB6-011A-4258-87BC-607836B5741C}"/>
              </a:ext>
            </a:extLst>
          </p:cNvPr>
          <p:cNvGrpSpPr>
            <a:grpSpLocks/>
          </p:cNvGrpSpPr>
          <p:nvPr/>
        </p:nvGrpSpPr>
        <p:grpSpPr bwMode="auto">
          <a:xfrm>
            <a:off x="25400" y="1793875"/>
            <a:ext cx="3208338" cy="3024188"/>
            <a:chOff x="25978" y="1793743"/>
            <a:chExt cx="3207929" cy="3024672"/>
          </a:xfrm>
        </p:grpSpPr>
        <p:sp>
          <p:nvSpPr>
            <p:cNvPr id="103430" name="TextBox 2">
              <a:extLst>
                <a:ext uri="{FF2B5EF4-FFF2-40B4-BE49-F238E27FC236}">
                  <a16:creationId xmlns:a16="http://schemas.microsoft.com/office/drawing/2014/main" id="{C150F5E1-F042-4EF7-B3A9-63D7053947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8" y="1793743"/>
              <a:ext cx="3207929" cy="1554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0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4 </a:t>
              </a:r>
              <a:r>
                <a:rPr lang="en-US" altLang="en-US" sz="2000" b="0">
                  <a:latin typeface="Times" panose="02020603050405020304" pitchFamily="18" charset="0"/>
                </a:rPr>
                <a:t>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3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2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1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0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1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4 </a:t>
              </a:r>
              <a:r>
                <a:rPr lang="en-US" altLang="en-US" sz="2000" b="0">
                  <a:latin typeface="Times" panose="02020603050405020304" pitchFamily="18" charset="0"/>
                </a:rPr>
                <a:t>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3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2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1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2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4 </a:t>
              </a:r>
              <a:r>
                <a:rPr lang="en-US" altLang="en-US" sz="2000" b="0">
                  <a:latin typeface="Times" panose="02020603050405020304" pitchFamily="18" charset="0"/>
                </a:rPr>
                <a:t>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3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2</a:t>
              </a:r>
              <a:r>
                <a:rPr lang="en-US" altLang="en-US" sz="2000" b="0">
                  <a:latin typeface="Times" panose="02020603050405020304" pitchFamily="18" charset="0"/>
                </a:rPr>
                <a:t> 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3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4 </a:t>
              </a:r>
              <a:r>
                <a:rPr lang="en-US" altLang="en-US" sz="2000" b="0">
                  <a:latin typeface="Times" panose="02020603050405020304" pitchFamily="18" charset="0"/>
                </a:rPr>
                <a:t>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3</a:t>
              </a:r>
            </a:p>
          </p:txBody>
        </p:sp>
        <p:sp>
          <p:nvSpPr>
            <p:cNvPr id="103431" name="TextBox 2">
              <a:extLst>
                <a:ext uri="{FF2B5EF4-FFF2-40B4-BE49-F238E27FC236}">
                  <a16:creationId xmlns:a16="http://schemas.microsoft.com/office/drawing/2014/main" id="{FE7139DB-2CF2-4A07-84B2-D2CB3BEFC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00" y="3264143"/>
              <a:ext cx="1888659" cy="1554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4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4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5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5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6</a:t>
              </a:r>
              <a:r>
                <a:rPr lang="en-US" altLang="en-US" sz="2000" b="0">
                  <a:latin typeface="Times" panose="02020603050405020304" pitchFamily="18" charset="0"/>
                </a:rPr>
                <a:t>  </a:t>
              </a:r>
            </a:p>
            <a:p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000" b="0" i="1">
                  <a:latin typeface="Times" panose="02020603050405020304" pitchFamily="18" charset="0"/>
                </a:rPr>
                <a:t>i</a:t>
              </a:r>
              <a:r>
                <a:rPr lang="en-US" altLang="en-US" sz="2000" b="0" i="1" baseline="-25000">
                  <a:latin typeface="Times" panose="02020603050405020304" pitchFamily="18" charset="0"/>
                </a:rPr>
                <a:t>7</a:t>
              </a:r>
              <a:r>
                <a:rPr lang="en-US" altLang="en-US" sz="2000" b="0">
                  <a:latin typeface="Times" panose="02020603050405020304" pitchFamily="18" charset="0"/>
                </a:rPr>
                <a:t> = w</a:t>
              </a:r>
              <a:r>
                <a:rPr lang="en-US" altLang="en-US" sz="2000" b="0" baseline="-25000">
                  <a:latin typeface="Times" panose="02020603050405020304" pitchFamily="18" charset="0"/>
                </a:rPr>
                <a:t>7</a:t>
              </a:r>
            </a:p>
          </p:txBody>
        </p:sp>
        <p:cxnSp>
          <p:nvCxnSpPr>
            <p:cNvPr id="103432" name="Straight Connector 17">
              <a:extLst>
                <a:ext uri="{FF2B5EF4-FFF2-40B4-BE49-F238E27FC236}">
                  <a16:creationId xmlns:a16="http://schemas.microsoft.com/office/drawing/2014/main" id="{46E3F0D4-4A0A-4C23-B043-3FA118359D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1208" y="4102088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3" name="Straight Connector 18">
              <a:extLst>
                <a:ext uri="{FF2B5EF4-FFF2-40B4-BE49-F238E27FC236}">
                  <a16:creationId xmlns:a16="http://schemas.microsoft.com/office/drawing/2014/main" id="{604650E5-1182-48CB-9478-E265F91781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7112" y="373328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4" name="Straight Connector 19">
              <a:extLst>
                <a:ext uri="{FF2B5EF4-FFF2-40B4-BE49-F238E27FC236}">
                  <a16:creationId xmlns:a16="http://schemas.microsoft.com/office/drawing/2014/main" id="{E03477BB-7F55-4F93-A562-B287749112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5632" y="373328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5" name="Straight Connector 20">
              <a:extLst>
                <a:ext uri="{FF2B5EF4-FFF2-40B4-BE49-F238E27FC236}">
                  <a16:creationId xmlns:a16="http://schemas.microsoft.com/office/drawing/2014/main" id="{D9112592-DC51-4F68-BE36-5BBE5B5ABE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2352" y="3364472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6" name="Straight Connector 21">
              <a:extLst>
                <a:ext uri="{FF2B5EF4-FFF2-40B4-BE49-F238E27FC236}">
                  <a16:creationId xmlns:a16="http://schemas.microsoft.com/office/drawing/2014/main" id="{DF56EE6D-B037-4771-861B-8FCFE54DDA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4064" y="302614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7" name="Straight Connector 22">
              <a:extLst>
                <a:ext uri="{FF2B5EF4-FFF2-40B4-BE49-F238E27FC236}">
                  <a16:creationId xmlns:a16="http://schemas.microsoft.com/office/drawing/2014/main" id="{71E70138-B770-4B66-8280-CFD5291F12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5776" y="2642096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8" name="Straight Connector 23">
              <a:extLst>
                <a:ext uri="{FF2B5EF4-FFF2-40B4-BE49-F238E27FC236}">
                  <a16:creationId xmlns:a16="http://schemas.microsoft.com/office/drawing/2014/main" id="{1B654E8A-34A5-48C3-AFFE-9C963DAF0E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95776" y="2276336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39" name="Straight Connector 24">
              <a:extLst>
                <a:ext uri="{FF2B5EF4-FFF2-40B4-BE49-F238E27FC236}">
                  <a16:creationId xmlns:a16="http://schemas.microsoft.com/office/drawing/2014/main" id="{7092D7BF-59D4-49A0-91A3-529EF0914F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4920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0" name="Straight Connector 25">
              <a:extLst>
                <a:ext uri="{FF2B5EF4-FFF2-40B4-BE49-F238E27FC236}">
                  <a16:creationId xmlns:a16="http://schemas.microsoft.com/office/drawing/2014/main" id="{0F9635A3-79ED-42ED-93C8-3EB78CC298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0680" y="3364472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1" name="Straight Connector 26">
              <a:extLst>
                <a:ext uri="{FF2B5EF4-FFF2-40B4-BE49-F238E27FC236}">
                  <a16:creationId xmlns:a16="http://schemas.microsoft.com/office/drawing/2014/main" id="{786F25B9-5CF3-49D7-AF36-2D2B82E01C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99864" y="3364472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2" name="Straight Connector 27">
              <a:extLst>
                <a:ext uri="{FF2B5EF4-FFF2-40B4-BE49-F238E27FC236}">
                  <a16:creationId xmlns:a16="http://schemas.microsoft.com/office/drawing/2014/main" id="{D4C5831D-C452-4277-92EE-D093573962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52392" y="302614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3" name="Straight Connector 28">
              <a:extLst>
                <a:ext uri="{FF2B5EF4-FFF2-40B4-BE49-F238E27FC236}">
                  <a16:creationId xmlns:a16="http://schemas.microsoft.com/office/drawing/2014/main" id="{75B89083-E3FD-4049-8D0E-F61FA61EC3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78528" y="3023096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4" name="Straight Connector 29">
              <a:extLst>
                <a:ext uri="{FF2B5EF4-FFF2-40B4-BE49-F238E27FC236}">
                  <a16:creationId xmlns:a16="http://schemas.microsoft.com/office/drawing/2014/main" id="{70CBA4EF-3C6A-493D-9FF0-A6EBF3AF92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16856" y="3023096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5" name="Straight Connector 30">
              <a:extLst>
                <a:ext uri="{FF2B5EF4-FFF2-40B4-BE49-F238E27FC236}">
                  <a16:creationId xmlns:a16="http://schemas.microsoft.com/office/drawing/2014/main" id="{664FE190-A70D-4089-94E5-07C6A62BC9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1056" y="2639048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6" name="Straight Connector 31">
              <a:extLst>
                <a:ext uri="{FF2B5EF4-FFF2-40B4-BE49-F238E27FC236}">
                  <a16:creationId xmlns:a16="http://schemas.microsoft.com/office/drawing/2014/main" id="{3810CE2E-42F2-4175-A6F2-BF7E907A2B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78528" y="2639048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7" name="Straight Connector 32">
              <a:extLst>
                <a:ext uri="{FF2B5EF4-FFF2-40B4-BE49-F238E27FC236}">
                  <a16:creationId xmlns:a16="http://schemas.microsoft.com/office/drawing/2014/main" id="{1C660EEC-A78B-4C3E-8506-432871301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16856" y="2639048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8" name="Straight Connector 33">
              <a:extLst>
                <a:ext uri="{FF2B5EF4-FFF2-40B4-BE49-F238E27FC236}">
                  <a16:creationId xmlns:a16="http://schemas.microsoft.com/office/drawing/2014/main" id="{DE70C915-D64E-4990-A1E9-C8C924277E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46040" y="2639048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9" name="Straight Connector 34">
              <a:extLst>
                <a:ext uri="{FF2B5EF4-FFF2-40B4-BE49-F238E27FC236}">
                  <a16:creationId xmlns:a16="http://schemas.microsoft.com/office/drawing/2014/main" id="{3A2BF288-6AC9-4B27-9FBE-8BA587F0A0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7152" y="227938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0" name="Straight Connector 35">
              <a:extLst>
                <a:ext uri="{FF2B5EF4-FFF2-40B4-BE49-F238E27FC236}">
                  <a16:creationId xmlns:a16="http://schemas.microsoft.com/office/drawing/2014/main" id="{344D4AC7-2959-4325-AECE-BC0250B74B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84624" y="227938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1" name="Straight Connector 36">
              <a:extLst>
                <a:ext uri="{FF2B5EF4-FFF2-40B4-BE49-F238E27FC236}">
                  <a16:creationId xmlns:a16="http://schemas.microsoft.com/office/drawing/2014/main" id="{77706164-A4EB-4600-8BFC-6BBBF05A73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13808" y="227938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2" name="Straight Connector 37">
              <a:extLst>
                <a:ext uri="{FF2B5EF4-FFF2-40B4-BE49-F238E27FC236}">
                  <a16:creationId xmlns:a16="http://schemas.microsoft.com/office/drawing/2014/main" id="{E6DEAC6C-DFB4-47B1-A192-F3E0824B79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42992" y="227938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3" name="Straight Connector 38">
              <a:extLst>
                <a:ext uri="{FF2B5EF4-FFF2-40B4-BE49-F238E27FC236}">
                  <a16:creationId xmlns:a16="http://schemas.microsoft.com/office/drawing/2014/main" id="{301F4AFC-3F8F-495D-AF00-1AF8854A97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1320" y="2279384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4" name="Straight Connector 39">
              <a:extLst>
                <a:ext uri="{FF2B5EF4-FFF2-40B4-BE49-F238E27FC236}">
                  <a16:creationId xmlns:a16="http://schemas.microsoft.com/office/drawing/2014/main" id="{40FF953F-9142-4009-BC06-89900D580E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3248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5" name="Straight Connector 40">
              <a:extLst>
                <a:ext uri="{FF2B5EF4-FFF2-40B4-BE49-F238E27FC236}">
                  <a16:creationId xmlns:a16="http://schemas.microsoft.com/office/drawing/2014/main" id="{17FB2C07-785A-44A0-911D-251D51CCE4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90720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6" name="Straight Connector 41">
              <a:extLst>
                <a:ext uri="{FF2B5EF4-FFF2-40B4-BE49-F238E27FC236}">
                  <a16:creationId xmlns:a16="http://schemas.microsoft.com/office/drawing/2014/main" id="{5743FF2F-4CD0-4561-9E07-0A310B5ED4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19904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7" name="Straight Connector 42">
              <a:extLst>
                <a:ext uri="{FF2B5EF4-FFF2-40B4-BE49-F238E27FC236}">
                  <a16:creationId xmlns:a16="http://schemas.microsoft.com/office/drawing/2014/main" id="{5908809F-4E49-4D78-A80E-C430CA3B44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49088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8" name="Straight Connector 43">
              <a:extLst>
                <a:ext uri="{FF2B5EF4-FFF2-40B4-BE49-F238E27FC236}">
                  <a16:creationId xmlns:a16="http://schemas.microsoft.com/office/drawing/2014/main" id="{C911DC05-217F-4F06-B660-1BFECAC1C4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16" y="1874000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59" name="Straight Connector 44">
              <a:extLst>
                <a:ext uri="{FF2B5EF4-FFF2-40B4-BE49-F238E27FC236}">
                  <a16:creationId xmlns:a16="http://schemas.microsoft.com/office/drawing/2014/main" id="{17B2EE4B-258C-49DD-84DA-BBB5FD2D7E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04408" y="1870952"/>
              <a:ext cx="2883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64E8153C-5976-441C-B870-E7F625145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Circuit for the 8-to-3 </a:t>
            </a:r>
            <a:r>
              <a:rPr lang="en-US" altLang="en-US" sz="3600" u="sng"/>
              <a:t>binary</a:t>
            </a:r>
            <a:r>
              <a:rPr lang="en-US" altLang="en-US" sz="3600"/>
              <a:t> encoder</a:t>
            </a:r>
          </a:p>
        </p:txBody>
      </p:sp>
      <p:sp>
        <p:nvSpPr>
          <p:cNvPr id="104450" name="Line 266">
            <a:extLst>
              <a:ext uri="{FF2B5EF4-FFF2-40B4-BE49-F238E27FC236}">
                <a16:creationId xmlns:a16="http://schemas.microsoft.com/office/drawing/2014/main" id="{B0F71D9B-EC1C-485D-93CF-1C8BAA46C4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3050" y="2116138"/>
            <a:ext cx="4763" cy="421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1" name="TextBox 53">
            <a:extLst>
              <a:ext uri="{FF2B5EF4-FFF2-40B4-BE49-F238E27FC236}">
                <a16:creationId xmlns:a16="http://schemas.microsoft.com/office/drawing/2014/main" id="{8BEF7372-3366-4349-99DD-D008D28F7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57338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7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6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5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4</a:t>
            </a:r>
            <a:r>
              <a:rPr lang="en-US" altLang="en-US">
                <a:latin typeface="Times" panose="02020603050405020304" pitchFamily="18" charset="0"/>
              </a:rPr>
              <a:t>   </a:t>
            </a: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3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2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104452" name="Line 266">
            <a:extLst>
              <a:ext uri="{FF2B5EF4-FFF2-40B4-BE49-F238E27FC236}">
                <a16:creationId xmlns:a16="http://schemas.microsoft.com/office/drawing/2014/main" id="{1502BDC4-D2A1-4CA8-A98F-941E74B1C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0" y="2122488"/>
            <a:ext cx="3175" cy="420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3" name="Line 266">
            <a:extLst>
              <a:ext uri="{FF2B5EF4-FFF2-40B4-BE49-F238E27FC236}">
                <a16:creationId xmlns:a16="http://schemas.microsoft.com/office/drawing/2014/main" id="{F1E6330A-4BCC-48CE-ADE5-BE1B79698D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475" y="2114550"/>
            <a:ext cx="0" cy="421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4" name="Line 266">
            <a:extLst>
              <a:ext uri="{FF2B5EF4-FFF2-40B4-BE49-F238E27FC236}">
                <a16:creationId xmlns:a16="http://schemas.microsoft.com/office/drawing/2014/main" id="{D10630C8-3D4D-49BF-A7C7-204461DDE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2105025"/>
            <a:ext cx="1588" cy="4214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4455" name="Group 73">
            <a:extLst>
              <a:ext uri="{FF2B5EF4-FFF2-40B4-BE49-F238E27FC236}">
                <a16:creationId xmlns:a16="http://schemas.microsoft.com/office/drawing/2014/main" id="{6066FAE3-7CBE-41CC-909E-B6F8378F9FA9}"/>
              </a:ext>
            </a:extLst>
          </p:cNvPr>
          <p:cNvGrpSpPr>
            <a:grpSpLocks/>
          </p:cNvGrpSpPr>
          <p:nvPr/>
        </p:nvGrpSpPr>
        <p:grpSpPr bwMode="auto">
          <a:xfrm>
            <a:off x="6034088" y="4459288"/>
            <a:ext cx="574675" cy="454025"/>
            <a:chOff x="5100638" y="3554413"/>
            <a:chExt cx="574675" cy="454025"/>
          </a:xfrm>
        </p:grpSpPr>
        <p:sp>
          <p:nvSpPr>
            <p:cNvPr id="104500" name="Freeform 209">
              <a:extLst>
                <a:ext uri="{FF2B5EF4-FFF2-40B4-BE49-F238E27FC236}">
                  <a16:creationId xmlns:a16="http://schemas.microsoft.com/office/drawing/2014/main" id="{87823390-CD76-4F88-92F2-FD52EC48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1" name="Freeform 210">
              <a:extLst>
                <a:ext uri="{FF2B5EF4-FFF2-40B4-BE49-F238E27FC236}">
                  <a16:creationId xmlns:a16="http://schemas.microsoft.com/office/drawing/2014/main" id="{7A297B88-A278-429D-99E8-2AFC48585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2" name="Freeform 211">
              <a:extLst>
                <a:ext uri="{FF2B5EF4-FFF2-40B4-BE49-F238E27FC236}">
                  <a16:creationId xmlns:a16="http://schemas.microsoft.com/office/drawing/2014/main" id="{B04EC64C-BABD-45CB-8329-120152AAB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3" name="Freeform 212">
              <a:extLst>
                <a:ext uri="{FF2B5EF4-FFF2-40B4-BE49-F238E27FC236}">
                  <a16:creationId xmlns:a16="http://schemas.microsoft.com/office/drawing/2014/main" id="{4032855F-596D-4FE7-9782-ABC4A475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456" name="Line 266">
            <a:extLst>
              <a:ext uri="{FF2B5EF4-FFF2-40B4-BE49-F238E27FC236}">
                <a16:creationId xmlns:a16="http://schemas.microsoft.com/office/drawing/2014/main" id="{B70AA448-43FE-4936-A1B0-0D574874630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3821907" y="2366169"/>
            <a:ext cx="0" cy="4548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7" name="Line 266">
            <a:extLst>
              <a:ext uri="{FF2B5EF4-FFF2-40B4-BE49-F238E27FC236}">
                <a16:creationId xmlns:a16="http://schemas.microsoft.com/office/drawing/2014/main" id="{ED420EB8-C561-43BC-9DA7-FE17BFA9683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869" y="1993106"/>
            <a:ext cx="1588" cy="5064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8" name="Line 266">
            <a:extLst>
              <a:ext uri="{FF2B5EF4-FFF2-40B4-BE49-F238E27FC236}">
                <a16:creationId xmlns:a16="http://schemas.microsoft.com/office/drawing/2014/main" id="{7ABF61BD-917E-4905-82DB-67C4F143765D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19563" y="2759075"/>
            <a:ext cx="0" cy="3984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9" name="Line 266">
            <a:extLst>
              <a:ext uri="{FF2B5EF4-FFF2-40B4-BE49-F238E27FC236}">
                <a16:creationId xmlns:a16="http://schemas.microsoft.com/office/drawing/2014/main" id="{111468AF-CF5F-4142-B4F6-35B8BB521C9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361657" y="3156743"/>
            <a:ext cx="0" cy="3408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0" name="Line 266">
            <a:extLst>
              <a:ext uri="{FF2B5EF4-FFF2-40B4-BE49-F238E27FC236}">
                <a16:creationId xmlns:a16="http://schemas.microsoft.com/office/drawing/2014/main" id="{1F9634E7-EB67-42EA-866D-2A31E879048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2469" y="4236244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1" name="TextBox 104">
            <a:extLst>
              <a:ext uri="{FF2B5EF4-FFF2-40B4-BE49-F238E27FC236}">
                <a16:creationId xmlns:a16="http://schemas.microsoft.com/office/drawing/2014/main" id="{64662BF0-D126-40AE-B409-29DC1052E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775" y="4414838"/>
            <a:ext cx="576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endParaRPr lang="en-US" altLang="en-US" baseline="-2500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4462" name="TextBox 105">
            <a:extLst>
              <a:ext uri="{FF2B5EF4-FFF2-40B4-BE49-F238E27FC236}">
                <a16:creationId xmlns:a16="http://schemas.microsoft.com/office/drawing/2014/main" id="{2F8DBEA4-46A8-47BE-8215-00EA7C641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63" y="3503613"/>
            <a:ext cx="579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4463" name="TextBox 106">
            <a:extLst>
              <a:ext uri="{FF2B5EF4-FFF2-40B4-BE49-F238E27FC236}">
                <a16:creationId xmlns:a16="http://schemas.microsoft.com/office/drawing/2014/main" id="{67A9DA82-81B5-44A1-9743-31EE4FB50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2554288"/>
            <a:ext cx="57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0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4464" name="Freeform 225">
            <a:extLst>
              <a:ext uri="{FF2B5EF4-FFF2-40B4-BE49-F238E27FC236}">
                <a16:creationId xmlns:a16="http://schemas.microsoft.com/office/drawing/2014/main" id="{8FD5590A-0C02-4529-ACAA-ED9EB6D9C8F9}"/>
              </a:ext>
            </a:extLst>
          </p:cNvPr>
          <p:cNvSpPr>
            <a:spLocks/>
          </p:cNvSpPr>
          <p:nvPr/>
        </p:nvSpPr>
        <p:spPr bwMode="auto">
          <a:xfrm>
            <a:off x="2640013" y="484663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5" name="Freeform 225">
            <a:extLst>
              <a:ext uri="{FF2B5EF4-FFF2-40B4-BE49-F238E27FC236}">
                <a16:creationId xmlns:a16="http://schemas.microsoft.com/office/drawing/2014/main" id="{9FDE9CFD-5210-4830-9BB0-781E1F3AEE5C}"/>
              </a:ext>
            </a:extLst>
          </p:cNvPr>
          <p:cNvSpPr>
            <a:spLocks/>
          </p:cNvSpPr>
          <p:nvPr/>
        </p:nvSpPr>
        <p:spPr bwMode="auto">
          <a:xfrm>
            <a:off x="2112963" y="47371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6" name="Freeform 225">
            <a:extLst>
              <a:ext uri="{FF2B5EF4-FFF2-40B4-BE49-F238E27FC236}">
                <a16:creationId xmlns:a16="http://schemas.microsoft.com/office/drawing/2014/main" id="{774304BD-203A-48C2-BD03-10D79ED297EC}"/>
              </a:ext>
            </a:extLst>
          </p:cNvPr>
          <p:cNvSpPr>
            <a:spLocks/>
          </p:cNvSpPr>
          <p:nvPr/>
        </p:nvSpPr>
        <p:spPr bwMode="auto">
          <a:xfrm>
            <a:off x="1533525" y="46148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7" name="Freeform 225">
            <a:extLst>
              <a:ext uri="{FF2B5EF4-FFF2-40B4-BE49-F238E27FC236}">
                <a16:creationId xmlns:a16="http://schemas.microsoft.com/office/drawing/2014/main" id="{4F7191C4-D2B7-4785-BB56-5E60161052CD}"/>
              </a:ext>
            </a:extLst>
          </p:cNvPr>
          <p:cNvSpPr>
            <a:spLocks/>
          </p:cNvSpPr>
          <p:nvPr/>
        </p:nvSpPr>
        <p:spPr bwMode="auto">
          <a:xfrm>
            <a:off x="984250" y="45100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8" name="Freeform 225">
            <a:extLst>
              <a:ext uri="{FF2B5EF4-FFF2-40B4-BE49-F238E27FC236}">
                <a16:creationId xmlns:a16="http://schemas.microsoft.com/office/drawing/2014/main" id="{2B236C58-C330-425A-97F0-37924AF8AC18}"/>
              </a:ext>
            </a:extLst>
          </p:cNvPr>
          <p:cNvSpPr>
            <a:spLocks/>
          </p:cNvSpPr>
          <p:nvPr/>
        </p:nvSpPr>
        <p:spPr bwMode="auto">
          <a:xfrm>
            <a:off x="1527175" y="36623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9" name="Freeform 225">
            <a:extLst>
              <a:ext uri="{FF2B5EF4-FFF2-40B4-BE49-F238E27FC236}">
                <a16:creationId xmlns:a16="http://schemas.microsoft.com/office/drawing/2014/main" id="{C5CE7714-44D4-4085-AF42-5618F33B3CEC}"/>
              </a:ext>
            </a:extLst>
          </p:cNvPr>
          <p:cNvSpPr>
            <a:spLocks/>
          </p:cNvSpPr>
          <p:nvPr/>
        </p:nvSpPr>
        <p:spPr bwMode="auto">
          <a:xfrm>
            <a:off x="3711575" y="3892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4470" name="Group 57">
            <a:extLst>
              <a:ext uri="{FF2B5EF4-FFF2-40B4-BE49-F238E27FC236}">
                <a16:creationId xmlns:a16="http://schemas.microsoft.com/office/drawing/2014/main" id="{53BB0FC4-EFBB-4990-B590-3B7E3FF3E5F5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3505200"/>
            <a:ext cx="574675" cy="454025"/>
            <a:chOff x="5100638" y="3554413"/>
            <a:chExt cx="574675" cy="454025"/>
          </a:xfrm>
        </p:grpSpPr>
        <p:sp>
          <p:nvSpPr>
            <p:cNvPr id="104496" name="Freeform 209">
              <a:extLst>
                <a:ext uri="{FF2B5EF4-FFF2-40B4-BE49-F238E27FC236}">
                  <a16:creationId xmlns:a16="http://schemas.microsoft.com/office/drawing/2014/main" id="{81BA60BB-5459-4D1C-BEBC-7C67443A5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7" name="Freeform 210">
              <a:extLst>
                <a:ext uri="{FF2B5EF4-FFF2-40B4-BE49-F238E27FC236}">
                  <a16:creationId xmlns:a16="http://schemas.microsoft.com/office/drawing/2014/main" id="{9F7A2199-AFFC-4382-9246-030A01EF1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8" name="Freeform 211">
              <a:extLst>
                <a:ext uri="{FF2B5EF4-FFF2-40B4-BE49-F238E27FC236}">
                  <a16:creationId xmlns:a16="http://schemas.microsoft.com/office/drawing/2014/main" id="{8A7419E3-03B7-4463-8B45-31009625E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9" name="Freeform 212">
              <a:extLst>
                <a:ext uri="{FF2B5EF4-FFF2-40B4-BE49-F238E27FC236}">
                  <a16:creationId xmlns:a16="http://schemas.microsoft.com/office/drawing/2014/main" id="{FFCC24E7-7965-4F30-9ADC-53A63BC0A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471" name="Line 266">
            <a:extLst>
              <a:ext uri="{FF2B5EF4-FFF2-40B4-BE49-F238E27FC236}">
                <a16:creationId xmlns:a16="http://schemas.microsoft.com/office/drawing/2014/main" id="{49193EDD-171E-4200-8ED6-17DEE7AAA4E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19525" y="1414463"/>
            <a:ext cx="1588" cy="4545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2" name="Line 266">
            <a:extLst>
              <a:ext uri="{FF2B5EF4-FFF2-40B4-BE49-F238E27FC236}">
                <a16:creationId xmlns:a16="http://schemas.microsoft.com/office/drawing/2014/main" id="{8FF2B793-BA9B-480F-B15A-001337946A8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075" y="1041400"/>
            <a:ext cx="0" cy="5060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3" name="Line 266">
            <a:extLst>
              <a:ext uri="{FF2B5EF4-FFF2-40B4-BE49-F238E27FC236}">
                <a16:creationId xmlns:a16="http://schemas.microsoft.com/office/drawing/2014/main" id="{38825988-5EDB-4955-BFDE-577E5780680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2169" y="2345531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4" name="Line 266">
            <a:extLst>
              <a:ext uri="{FF2B5EF4-FFF2-40B4-BE49-F238E27FC236}">
                <a16:creationId xmlns:a16="http://schemas.microsoft.com/office/drawing/2014/main" id="{C8321FC9-568F-4C4B-B857-BB45DC540403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888706" y="2731295"/>
            <a:ext cx="3175" cy="2347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5" name="Line 266">
            <a:extLst>
              <a:ext uri="{FF2B5EF4-FFF2-40B4-BE49-F238E27FC236}">
                <a16:creationId xmlns:a16="http://schemas.microsoft.com/office/drawing/2014/main" id="{C50466BD-D72F-458C-9EE1-91F9CE70B6D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49294" y="3282157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6" name="Freeform 225">
            <a:extLst>
              <a:ext uri="{FF2B5EF4-FFF2-40B4-BE49-F238E27FC236}">
                <a16:creationId xmlns:a16="http://schemas.microsoft.com/office/drawing/2014/main" id="{C1A3A6BE-9F26-48F5-A52A-799C38EEC22F}"/>
              </a:ext>
            </a:extLst>
          </p:cNvPr>
          <p:cNvSpPr>
            <a:spLocks/>
          </p:cNvSpPr>
          <p:nvPr/>
        </p:nvSpPr>
        <p:spPr bwMode="auto">
          <a:xfrm>
            <a:off x="3173413" y="37846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77" name="Freeform 225">
            <a:extLst>
              <a:ext uri="{FF2B5EF4-FFF2-40B4-BE49-F238E27FC236}">
                <a16:creationId xmlns:a16="http://schemas.microsoft.com/office/drawing/2014/main" id="{F46CF092-57C0-4FA0-96D5-EFD847657FB7}"/>
              </a:ext>
            </a:extLst>
          </p:cNvPr>
          <p:cNvSpPr>
            <a:spLocks/>
          </p:cNvSpPr>
          <p:nvPr/>
        </p:nvSpPr>
        <p:spPr bwMode="auto">
          <a:xfrm>
            <a:off x="976313" y="35528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4478" name="Group 116">
            <a:extLst>
              <a:ext uri="{FF2B5EF4-FFF2-40B4-BE49-F238E27FC236}">
                <a16:creationId xmlns:a16="http://schemas.microsoft.com/office/drawing/2014/main" id="{F51C3E5A-1253-4345-8840-D13FDD035AFF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2593975"/>
            <a:ext cx="574675" cy="454025"/>
            <a:chOff x="5100638" y="3554413"/>
            <a:chExt cx="574675" cy="454025"/>
          </a:xfrm>
        </p:grpSpPr>
        <p:sp>
          <p:nvSpPr>
            <p:cNvPr id="104492" name="Freeform 209">
              <a:extLst>
                <a:ext uri="{FF2B5EF4-FFF2-40B4-BE49-F238E27FC236}">
                  <a16:creationId xmlns:a16="http://schemas.microsoft.com/office/drawing/2014/main" id="{A14B2230-A7B6-4711-AFDA-A4B4AB9A8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3" name="Freeform 210">
              <a:extLst>
                <a:ext uri="{FF2B5EF4-FFF2-40B4-BE49-F238E27FC236}">
                  <a16:creationId xmlns:a16="http://schemas.microsoft.com/office/drawing/2014/main" id="{1585EA8E-8C1D-4923-8292-9D9AE9F03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4" name="Freeform 211">
              <a:extLst>
                <a:ext uri="{FF2B5EF4-FFF2-40B4-BE49-F238E27FC236}">
                  <a16:creationId xmlns:a16="http://schemas.microsoft.com/office/drawing/2014/main" id="{678E6A08-C559-489F-9366-35194DF5A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5" name="Freeform 212">
              <a:extLst>
                <a:ext uri="{FF2B5EF4-FFF2-40B4-BE49-F238E27FC236}">
                  <a16:creationId xmlns:a16="http://schemas.microsoft.com/office/drawing/2014/main" id="{2BF26D3E-8B7F-494B-9890-39C058DD3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479" name="Line 266">
            <a:extLst>
              <a:ext uri="{FF2B5EF4-FFF2-40B4-BE49-F238E27FC236}">
                <a16:creationId xmlns:a16="http://schemas.microsoft.com/office/drawing/2014/main" id="{72BFFA92-DBD9-427B-8765-477A08C1DC9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121944" y="797719"/>
            <a:ext cx="1588" cy="395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0" name="Line 266">
            <a:extLst>
              <a:ext uri="{FF2B5EF4-FFF2-40B4-BE49-F238E27FC236}">
                <a16:creationId xmlns:a16="http://schemas.microsoft.com/office/drawing/2014/main" id="{D71F2E85-0EE1-4E67-8F87-BB9218138B4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30600" y="133350"/>
            <a:ext cx="1588" cy="5056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1" name="Line 266">
            <a:extLst>
              <a:ext uri="{FF2B5EF4-FFF2-40B4-BE49-F238E27FC236}">
                <a16:creationId xmlns:a16="http://schemas.microsoft.com/office/drawing/2014/main" id="{8424F406-B1C3-4323-9C36-3A5EFBA07CD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8519" y="1434306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2" name="Line 266">
            <a:extLst>
              <a:ext uri="{FF2B5EF4-FFF2-40B4-BE49-F238E27FC236}">
                <a16:creationId xmlns:a16="http://schemas.microsoft.com/office/drawing/2014/main" id="{7C4BA7BE-FA99-4E36-A823-20905C7CC70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147469" y="2072482"/>
            <a:ext cx="0" cy="1846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3" name="Line 266">
            <a:extLst>
              <a:ext uri="{FF2B5EF4-FFF2-40B4-BE49-F238E27FC236}">
                <a16:creationId xmlns:a16="http://schemas.microsoft.com/office/drawing/2014/main" id="{4046AF01-8415-4AAA-8437-D426EDCA702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7232" y="2370931"/>
            <a:ext cx="0" cy="906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4" name="Freeform 225">
            <a:extLst>
              <a:ext uri="{FF2B5EF4-FFF2-40B4-BE49-F238E27FC236}">
                <a16:creationId xmlns:a16="http://schemas.microsoft.com/office/drawing/2014/main" id="{70F92945-6A47-4D03-9BD1-53FE24C69654}"/>
              </a:ext>
            </a:extLst>
          </p:cNvPr>
          <p:cNvSpPr>
            <a:spLocks/>
          </p:cNvSpPr>
          <p:nvPr/>
        </p:nvSpPr>
        <p:spPr bwMode="auto">
          <a:xfrm>
            <a:off x="3170238" y="28717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85" name="Freeform 225">
            <a:extLst>
              <a:ext uri="{FF2B5EF4-FFF2-40B4-BE49-F238E27FC236}">
                <a16:creationId xmlns:a16="http://schemas.microsoft.com/office/drawing/2014/main" id="{CC170205-1606-4A2F-9C8F-67B0F9035351}"/>
              </a:ext>
            </a:extLst>
          </p:cNvPr>
          <p:cNvSpPr>
            <a:spLocks/>
          </p:cNvSpPr>
          <p:nvPr/>
        </p:nvSpPr>
        <p:spPr bwMode="auto">
          <a:xfrm>
            <a:off x="2114550" y="2749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86" name="Freeform 225">
            <a:extLst>
              <a:ext uri="{FF2B5EF4-FFF2-40B4-BE49-F238E27FC236}">
                <a16:creationId xmlns:a16="http://schemas.microsoft.com/office/drawing/2014/main" id="{62825A61-7C21-498E-9E04-4CC62011D7FE}"/>
              </a:ext>
            </a:extLst>
          </p:cNvPr>
          <p:cNvSpPr>
            <a:spLocks/>
          </p:cNvSpPr>
          <p:nvPr/>
        </p:nvSpPr>
        <p:spPr bwMode="auto">
          <a:xfrm>
            <a:off x="981075" y="26384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87" name="Line 266">
            <a:extLst>
              <a:ext uri="{FF2B5EF4-FFF2-40B4-BE49-F238E27FC236}">
                <a16:creationId xmlns:a16="http://schemas.microsoft.com/office/drawing/2014/main" id="{66535344-AEF9-442F-8635-FEBB6700C6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2188" y="2103438"/>
            <a:ext cx="3175" cy="4221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8" name="Line 266">
            <a:extLst>
              <a:ext uri="{FF2B5EF4-FFF2-40B4-BE49-F238E27FC236}">
                <a16:creationId xmlns:a16="http://schemas.microsoft.com/office/drawing/2014/main" id="{937AE6BE-008F-4342-9E2F-B0FB3E188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2112963"/>
            <a:ext cx="1588" cy="421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9" name="Line 266">
            <a:extLst>
              <a:ext uri="{FF2B5EF4-FFF2-40B4-BE49-F238E27FC236}">
                <a16:creationId xmlns:a16="http://schemas.microsoft.com/office/drawing/2014/main" id="{DD5CC82E-E3A7-4805-8475-0B5476004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2103438"/>
            <a:ext cx="3175" cy="421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90" name="Line 266">
            <a:extLst>
              <a:ext uri="{FF2B5EF4-FFF2-40B4-BE49-F238E27FC236}">
                <a16:creationId xmlns:a16="http://schemas.microsoft.com/office/drawing/2014/main" id="{99671A3C-53A6-44AC-BD4B-8E0EF281F2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0275" y="2106613"/>
            <a:ext cx="0" cy="421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91" name="Freeform 225">
            <a:extLst>
              <a:ext uri="{FF2B5EF4-FFF2-40B4-BE49-F238E27FC236}">
                <a16:creationId xmlns:a16="http://schemas.microsoft.com/office/drawing/2014/main" id="{5D86CA2D-EE1E-4927-8514-4A3FE4A37FA4}"/>
              </a:ext>
            </a:extLst>
          </p:cNvPr>
          <p:cNvSpPr>
            <a:spLocks/>
          </p:cNvSpPr>
          <p:nvPr/>
        </p:nvSpPr>
        <p:spPr bwMode="auto">
          <a:xfrm flipV="1">
            <a:off x="4203700" y="2974975"/>
            <a:ext cx="46038" cy="4445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E7D7AFFB-3BB4-448D-BF63-AFFEBD848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Circuit for the 8-to-3 </a:t>
            </a:r>
            <a:r>
              <a:rPr lang="en-US" altLang="en-US" sz="3600" u="sng"/>
              <a:t>priority</a:t>
            </a:r>
            <a:r>
              <a:rPr lang="en-US" altLang="en-US" sz="3600"/>
              <a:t> encoder</a:t>
            </a:r>
          </a:p>
        </p:txBody>
      </p:sp>
      <p:sp>
        <p:nvSpPr>
          <p:cNvPr id="105474" name="Line 266">
            <a:extLst>
              <a:ext uri="{FF2B5EF4-FFF2-40B4-BE49-F238E27FC236}">
                <a16:creationId xmlns:a16="http://schemas.microsoft.com/office/drawing/2014/main" id="{2D4F03F1-8C6C-494E-B080-2A96C0342B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3050" y="2116138"/>
            <a:ext cx="4763" cy="421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75" name="TextBox 53">
            <a:extLst>
              <a:ext uri="{FF2B5EF4-FFF2-40B4-BE49-F238E27FC236}">
                <a16:creationId xmlns:a16="http://schemas.microsoft.com/office/drawing/2014/main" id="{C298672B-D588-4BF1-9102-0F6043C7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557338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7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6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5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4</a:t>
            </a:r>
            <a:r>
              <a:rPr lang="en-US" altLang="en-US">
                <a:latin typeface="Times" panose="02020603050405020304" pitchFamily="18" charset="0"/>
              </a:rPr>
              <a:t>   </a:t>
            </a:r>
            <a:r>
              <a:rPr lang="en-US" altLang="en-US" b="0"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latin typeface="Times" panose="02020603050405020304" pitchFamily="18" charset="0"/>
              </a:rPr>
              <a:t>3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2 </a:t>
            </a:r>
            <a:r>
              <a:rPr lang="en-US" altLang="en-US" b="0">
                <a:latin typeface="Times" panose="02020603050405020304" pitchFamily="18" charset="0"/>
              </a:rPr>
              <a:t> 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 b="0">
                <a:latin typeface="Times" panose="02020603050405020304" pitchFamily="18" charset="0"/>
              </a:rPr>
              <a:t>   w</a:t>
            </a:r>
            <a:r>
              <a:rPr lang="en-US" altLang="en-US" baseline="-25000"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105476" name="Line 266">
            <a:extLst>
              <a:ext uri="{FF2B5EF4-FFF2-40B4-BE49-F238E27FC236}">
                <a16:creationId xmlns:a16="http://schemas.microsoft.com/office/drawing/2014/main" id="{BA640FB2-0CB2-44C8-9DD9-5913DBB36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0" y="2122488"/>
            <a:ext cx="3175" cy="420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77" name="Line 266">
            <a:extLst>
              <a:ext uri="{FF2B5EF4-FFF2-40B4-BE49-F238E27FC236}">
                <a16:creationId xmlns:a16="http://schemas.microsoft.com/office/drawing/2014/main" id="{332858F6-597B-4451-84E4-6221CDBFDA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7475" y="2114550"/>
            <a:ext cx="0" cy="421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78" name="Line 266">
            <a:extLst>
              <a:ext uri="{FF2B5EF4-FFF2-40B4-BE49-F238E27FC236}">
                <a16:creationId xmlns:a16="http://schemas.microsoft.com/office/drawing/2014/main" id="{D36F55C3-8D28-47E3-8227-C82652487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7700" y="2105025"/>
            <a:ext cx="1588" cy="4214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5479" name="Group 73">
            <a:extLst>
              <a:ext uri="{FF2B5EF4-FFF2-40B4-BE49-F238E27FC236}">
                <a16:creationId xmlns:a16="http://schemas.microsoft.com/office/drawing/2014/main" id="{A5E691C5-52DB-4220-A705-833DFB0B250B}"/>
              </a:ext>
            </a:extLst>
          </p:cNvPr>
          <p:cNvGrpSpPr>
            <a:grpSpLocks/>
          </p:cNvGrpSpPr>
          <p:nvPr/>
        </p:nvGrpSpPr>
        <p:grpSpPr bwMode="auto">
          <a:xfrm>
            <a:off x="6034088" y="4459288"/>
            <a:ext cx="574675" cy="454025"/>
            <a:chOff x="5100638" y="3554413"/>
            <a:chExt cx="574675" cy="454025"/>
          </a:xfrm>
        </p:grpSpPr>
        <p:sp>
          <p:nvSpPr>
            <p:cNvPr id="105548" name="Freeform 209">
              <a:extLst>
                <a:ext uri="{FF2B5EF4-FFF2-40B4-BE49-F238E27FC236}">
                  <a16:creationId xmlns:a16="http://schemas.microsoft.com/office/drawing/2014/main" id="{68D44D6D-2801-4429-AE62-8C5C64C07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9" name="Freeform 210">
              <a:extLst>
                <a:ext uri="{FF2B5EF4-FFF2-40B4-BE49-F238E27FC236}">
                  <a16:creationId xmlns:a16="http://schemas.microsoft.com/office/drawing/2014/main" id="{E3E89217-B114-48B5-BEA6-E9BCB7D81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50" name="Freeform 211">
              <a:extLst>
                <a:ext uri="{FF2B5EF4-FFF2-40B4-BE49-F238E27FC236}">
                  <a16:creationId xmlns:a16="http://schemas.microsoft.com/office/drawing/2014/main" id="{5E69E37A-4B1A-4F7B-ACC9-F811242C5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51" name="Freeform 212">
              <a:extLst>
                <a:ext uri="{FF2B5EF4-FFF2-40B4-BE49-F238E27FC236}">
                  <a16:creationId xmlns:a16="http://schemas.microsoft.com/office/drawing/2014/main" id="{7189448F-AE07-45C8-A014-0014EEE02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480" name="Line 266">
            <a:extLst>
              <a:ext uri="{FF2B5EF4-FFF2-40B4-BE49-F238E27FC236}">
                <a16:creationId xmlns:a16="http://schemas.microsoft.com/office/drawing/2014/main" id="{ECA8E414-1384-493A-B3DE-E51BFD6C48CC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3821907" y="2366169"/>
            <a:ext cx="0" cy="4548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81" name="Line 266">
            <a:extLst>
              <a:ext uri="{FF2B5EF4-FFF2-40B4-BE49-F238E27FC236}">
                <a16:creationId xmlns:a16="http://schemas.microsoft.com/office/drawing/2014/main" id="{4995E7C4-BEC1-452D-B073-5AB965ECBEC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869" y="1993106"/>
            <a:ext cx="1588" cy="5064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82" name="Line 266">
            <a:extLst>
              <a:ext uri="{FF2B5EF4-FFF2-40B4-BE49-F238E27FC236}">
                <a16:creationId xmlns:a16="http://schemas.microsoft.com/office/drawing/2014/main" id="{F8ECEF97-DC15-4032-A620-28F0329A62C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119563" y="2759075"/>
            <a:ext cx="0" cy="3984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83" name="Line 266">
            <a:extLst>
              <a:ext uri="{FF2B5EF4-FFF2-40B4-BE49-F238E27FC236}">
                <a16:creationId xmlns:a16="http://schemas.microsoft.com/office/drawing/2014/main" id="{AB450675-5FCD-4F32-8B7B-A5E2A1638A4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361657" y="3156743"/>
            <a:ext cx="0" cy="3408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84" name="Line 266">
            <a:extLst>
              <a:ext uri="{FF2B5EF4-FFF2-40B4-BE49-F238E27FC236}">
                <a16:creationId xmlns:a16="http://schemas.microsoft.com/office/drawing/2014/main" id="{D905FBF4-25CD-4EC5-8B46-B294F8490F1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2469" y="4236244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85" name="TextBox 104">
            <a:extLst>
              <a:ext uri="{FF2B5EF4-FFF2-40B4-BE49-F238E27FC236}">
                <a16:creationId xmlns:a16="http://schemas.microsoft.com/office/drawing/2014/main" id="{F9C293FF-EEDD-4A36-BF85-0A0C4415E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775" y="4414838"/>
            <a:ext cx="576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2</a:t>
            </a:r>
            <a:endParaRPr lang="en-US" altLang="en-US" baseline="-2500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5486" name="TextBox 105">
            <a:extLst>
              <a:ext uri="{FF2B5EF4-FFF2-40B4-BE49-F238E27FC236}">
                <a16:creationId xmlns:a16="http://schemas.microsoft.com/office/drawing/2014/main" id="{FDAA3BC2-F1C0-4E9A-B6C4-257CC23BC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6363" y="3503613"/>
            <a:ext cx="5794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1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5487" name="TextBox 106">
            <a:extLst>
              <a:ext uri="{FF2B5EF4-FFF2-40B4-BE49-F238E27FC236}">
                <a16:creationId xmlns:a16="http://schemas.microsoft.com/office/drawing/2014/main" id="{1F6B590A-541A-4CEE-8885-F0BB14FE7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2554288"/>
            <a:ext cx="57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y</a:t>
            </a:r>
            <a:r>
              <a:rPr lang="en-US" altLang="en-US" b="0" baseline="-25000">
                <a:latin typeface="Times" panose="02020603050405020304" pitchFamily="18" charset="0"/>
              </a:rPr>
              <a:t>0</a:t>
            </a: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5488" name="Freeform 225">
            <a:extLst>
              <a:ext uri="{FF2B5EF4-FFF2-40B4-BE49-F238E27FC236}">
                <a16:creationId xmlns:a16="http://schemas.microsoft.com/office/drawing/2014/main" id="{B370E46E-2BD1-4422-BAE8-2652B0F52E2F}"/>
              </a:ext>
            </a:extLst>
          </p:cNvPr>
          <p:cNvSpPr>
            <a:spLocks/>
          </p:cNvSpPr>
          <p:nvPr/>
        </p:nvSpPr>
        <p:spPr bwMode="auto">
          <a:xfrm>
            <a:off x="2640013" y="484663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89" name="Freeform 225">
            <a:extLst>
              <a:ext uri="{FF2B5EF4-FFF2-40B4-BE49-F238E27FC236}">
                <a16:creationId xmlns:a16="http://schemas.microsoft.com/office/drawing/2014/main" id="{081B8ECA-CDAF-43CB-B021-6FE45C1C3355}"/>
              </a:ext>
            </a:extLst>
          </p:cNvPr>
          <p:cNvSpPr>
            <a:spLocks/>
          </p:cNvSpPr>
          <p:nvPr/>
        </p:nvSpPr>
        <p:spPr bwMode="auto">
          <a:xfrm>
            <a:off x="2112963" y="47371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0" name="Freeform 225">
            <a:extLst>
              <a:ext uri="{FF2B5EF4-FFF2-40B4-BE49-F238E27FC236}">
                <a16:creationId xmlns:a16="http://schemas.microsoft.com/office/drawing/2014/main" id="{224C3773-BCE5-4E8F-9D54-D84663CD1964}"/>
              </a:ext>
            </a:extLst>
          </p:cNvPr>
          <p:cNvSpPr>
            <a:spLocks/>
          </p:cNvSpPr>
          <p:nvPr/>
        </p:nvSpPr>
        <p:spPr bwMode="auto">
          <a:xfrm>
            <a:off x="1533525" y="46148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1" name="Freeform 225">
            <a:extLst>
              <a:ext uri="{FF2B5EF4-FFF2-40B4-BE49-F238E27FC236}">
                <a16:creationId xmlns:a16="http://schemas.microsoft.com/office/drawing/2014/main" id="{29E89E7D-DBF7-4D73-9DAA-5A1D18708D9A}"/>
              </a:ext>
            </a:extLst>
          </p:cNvPr>
          <p:cNvSpPr>
            <a:spLocks/>
          </p:cNvSpPr>
          <p:nvPr/>
        </p:nvSpPr>
        <p:spPr bwMode="auto">
          <a:xfrm>
            <a:off x="984250" y="45100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2" name="Freeform 225">
            <a:extLst>
              <a:ext uri="{FF2B5EF4-FFF2-40B4-BE49-F238E27FC236}">
                <a16:creationId xmlns:a16="http://schemas.microsoft.com/office/drawing/2014/main" id="{4AE9C7FC-8464-44AF-BCA1-9B5499453E71}"/>
              </a:ext>
            </a:extLst>
          </p:cNvPr>
          <p:cNvSpPr>
            <a:spLocks/>
          </p:cNvSpPr>
          <p:nvPr/>
        </p:nvSpPr>
        <p:spPr bwMode="auto">
          <a:xfrm>
            <a:off x="1527175" y="366236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493" name="Freeform 225">
            <a:extLst>
              <a:ext uri="{FF2B5EF4-FFF2-40B4-BE49-F238E27FC236}">
                <a16:creationId xmlns:a16="http://schemas.microsoft.com/office/drawing/2014/main" id="{7B2B326E-53C3-479F-9F20-7D896BF9E138}"/>
              </a:ext>
            </a:extLst>
          </p:cNvPr>
          <p:cNvSpPr>
            <a:spLocks/>
          </p:cNvSpPr>
          <p:nvPr/>
        </p:nvSpPr>
        <p:spPr bwMode="auto">
          <a:xfrm>
            <a:off x="3711575" y="3892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5494" name="Group 57">
            <a:extLst>
              <a:ext uri="{FF2B5EF4-FFF2-40B4-BE49-F238E27FC236}">
                <a16:creationId xmlns:a16="http://schemas.microsoft.com/office/drawing/2014/main" id="{FABD7A50-FD05-4E0A-AAFE-A19A9E908BB0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3505200"/>
            <a:ext cx="574675" cy="454025"/>
            <a:chOff x="5100638" y="3554413"/>
            <a:chExt cx="574675" cy="454025"/>
          </a:xfrm>
        </p:grpSpPr>
        <p:sp>
          <p:nvSpPr>
            <p:cNvPr id="105544" name="Freeform 209">
              <a:extLst>
                <a:ext uri="{FF2B5EF4-FFF2-40B4-BE49-F238E27FC236}">
                  <a16:creationId xmlns:a16="http://schemas.microsoft.com/office/drawing/2014/main" id="{40F36A6D-6340-4011-999E-0668AC407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5" name="Freeform 210">
              <a:extLst>
                <a:ext uri="{FF2B5EF4-FFF2-40B4-BE49-F238E27FC236}">
                  <a16:creationId xmlns:a16="http://schemas.microsoft.com/office/drawing/2014/main" id="{1EA29350-2ADE-4FBE-A12B-C1DC91246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6" name="Freeform 211">
              <a:extLst>
                <a:ext uri="{FF2B5EF4-FFF2-40B4-BE49-F238E27FC236}">
                  <a16:creationId xmlns:a16="http://schemas.microsoft.com/office/drawing/2014/main" id="{C70B5BDD-0F0B-4330-99F4-A89F0F44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7" name="Freeform 212">
              <a:extLst>
                <a:ext uri="{FF2B5EF4-FFF2-40B4-BE49-F238E27FC236}">
                  <a16:creationId xmlns:a16="http://schemas.microsoft.com/office/drawing/2014/main" id="{FC7AED9A-1F4B-4A97-B193-812E68534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495" name="Line 266">
            <a:extLst>
              <a:ext uri="{FF2B5EF4-FFF2-40B4-BE49-F238E27FC236}">
                <a16:creationId xmlns:a16="http://schemas.microsoft.com/office/drawing/2014/main" id="{FA5A573D-1397-44C6-AEFA-AD6CF67B2C2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19525" y="1414463"/>
            <a:ext cx="1588" cy="4545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96" name="Line 266">
            <a:extLst>
              <a:ext uri="{FF2B5EF4-FFF2-40B4-BE49-F238E27FC236}">
                <a16:creationId xmlns:a16="http://schemas.microsoft.com/office/drawing/2014/main" id="{D20CC94D-B435-4B00-9809-0C4907DC8C5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21075" y="1041400"/>
            <a:ext cx="0" cy="5060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97" name="Line 266">
            <a:extLst>
              <a:ext uri="{FF2B5EF4-FFF2-40B4-BE49-F238E27FC236}">
                <a16:creationId xmlns:a16="http://schemas.microsoft.com/office/drawing/2014/main" id="{281DEC16-600A-456B-977F-9118E02E950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2169" y="2345531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98" name="Line 266">
            <a:extLst>
              <a:ext uri="{FF2B5EF4-FFF2-40B4-BE49-F238E27FC236}">
                <a16:creationId xmlns:a16="http://schemas.microsoft.com/office/drawing/2014/main" id="{94001EC1-EF03-4738-B3D3-2020AF55BA6D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888706" y="2731295"/>
            <a:ext cx="3175" cy="2347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499" name="Line 266">
            <a:extLst>
              <a:ext uri="{FF2B5EF4-FFF2-40B4-BE49-F238E27FC236}">
                <a16:creationId xmlns:a16="http://schemas.microsoft.com/office/drawing/2014/main" id="{FB2D5E30-D4CC-4763-8882-F867466F041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49294" y="3282157"/>
            <a:ext cx="0" cy="906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0" name="Freeform 225">
            <a:extLst>
              <a:ext uri="{FF2B5EF4-FFF2-40B4-BE49-F238E27FC236}">
                <a16:creationId xmlns:a16="http://schemas.microsoft.com/office/drawing/2014/main" id="{D9E13424-E35D-4E50-A113-D2B21B2B4D74}"/>
              </a:ext>
            </a:extLst>
          </p:cNvPr>
          <p:cNvSpPr>
            <a:spLocks/>
          </p:cNvSpPr>
          <p:nvPr/>
        </p:nvSpPr>
        <p:spPr bwMode="auto">
          <a:xfrm>
            <a:off x="3173413" y="37846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01" name="Freeform 225">
            <a:extLst>
              <a:ext uri="{FF2B5EF4-FFF2-40B4-BE49-F238E27FC236}">
                <a16:creationId xmlns:a16="http://schemas.microsoft.com/office/drawing/2014/main" id="{58D63988-EEF5-4343-BFBA-5B2B866905FA}"/>
              </a:ext>
            </a:extLst>
          </p:cNvPr>
          <p:cNvSpPr>
            <a:spLocks/>
          </p:cNvSpPr>
          <p:nvPr/>
        </p:nvSpPr>
        <p:spPr bwMode="auto">
          <a:xfrm>
            <a:off x="976313" y="35528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5502" name="Group 116">
            <a:extLst>
              <a:ext uri="{FF2B5EF4-FFF2-40B4-BE49-F238E27FC236}">
                <a16:creationId xmlns:a16="http://schemas.microsoft.com/office/drawing/2014/main" id="{3DC9F987-296D-41AE-AA8D-74205E9B1B93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2593975"/>
            <a:ext cx="574675" cy="454025"/>
            <a:chOff x="5100638" y="3554413"/>
            <a:chExt cx="574675" cy="454025"/>
          </a:xfrm>
        </p:grpSpPr>
        <p:sp>
          <p:nvSpPr>
            <p:cNvPr id="105540" name="Freeform 209">
              <a:extLst>
                <a:ext uri="{FF2B5EF4-FFF2-40B4-BE49-F238E27FC236}">
                  <a16:creationId xmlns:a16="http://schemas.microsoft.com/office/drawing/2014/main" id="{BB7CD4FD-F1CD-4EE3-9F4E-48382224E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1" name="Freeform 210">
              <a:extLst>
                <a:ext uri="{FF2B5EF4-FFF2-40B4-BE49-F238E27FC236}">
                  <a16:creationId xmlns:a16="http://schemas.microsoft.com/office/drawing/2014/main" id="{27A4A6AD-E72A-4FDD-BC1F-ADE187D5E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2" name="Freeform 211">
              <a:extLst>
                <a:ext uri="{FF2B5EF4-FFF2-40B4-BE49-F238E27FC236}">
                  <a16:creationId xmlns:a16="http://schemas.microsoft.com/office/drawing/2014/main" id="{B036AAF6-5D37-4F29-B44D-0E3932ABA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43" name="Freeform 212">
              <a:extLst>
                <a:ext uri="{FF2B5EF4-FFF2-40B4-BE49-F238E27FC236}">
                  <a16:creationId xmlns:a16="http://schemas.microsoft.com/office/drawing/2014/main" id="{015F5CD1-4E41-4BAD-9411-EF4A6A697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503" name="Line 266">
            <a:extLst>
              <a:ext uri="{FF2B5EF4-FFF2-40B4-BE49-F238E27FC236}">
                <a16:creationId xmlns:a16="http://schemas.microsoft.com/office/drawing/2014/main" id="{15320C8D-D1EF-4A38-BFBB-6A542813D52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121944" y="797719"/>
            <a:ext cx="1588" cy="3956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4" name="Line 266">
            <a:extLst>
              <a:ext uri="{FF2B5EF4-FFF2-40B4-BE49-F238E27FC236}">
                <a16:creationId xmlns:a16="http://schemas.microsoft.com/office/drawing/2014/main" id="{569E7465-2991-473C-B73E-76242E328FA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530600" y="133350"/>
            <a:ext cx="1588" cy="50561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5" name="Line 266">
            <a:extLst>
              <a:ext uri="{FF2B5EF4-FFF2-40B4-BE49-F238E27FC236}">
                <a16:creationId xmlns:a16="http://schemas.microsoft.com/office/drawing/2014/main" id="{474482A3-9E7F-493B-A942-DD783BF451F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658519" y="1434306"/>
            <a:ext cx="0" cy="2916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6" name="Line 266">
            <a:extLst>
              <a:ext uri="{FF2B5EF4-FFF2-40B4-BE49-F238E27FC236}">
                <a16:creationId xmlns:a16="http://schemas.microsoft.com/office/drawing/2014/main" id="{3CCCAB71-AE40-41B5-A2BC-7A6FCA13A2E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147469" y="2072482"/>
            <a:ext cx="0" cy="18462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7" name="Line 266">
            <a:extLst>
              <a:ext uri="{FF2B5EF4-FFF2-40B4-BE49-F238E27FC236}">
                <a16:creationId xmlns:a16="http://schemas.microsoft.com/office/drawing/2014/main" id="{DC6935A4-1045-4E3C-80EA-30B57AE69C3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057232" y="2370931"/>
            <a:ext cx="0" cy="906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08" name="Freeform 225">
            <a:extLst>
              <a:ext uri="{FF2B5EF4-FFF2-40B4-BE49-F238E27FC236}">
                <a16:creationId xmlns:a16="http://schemas.microsoft.com/office/drawing/2014/main" id="{6DC619EB-2EFC-4492-B3A9-64994893DE4E}"/>
              </a:ext>
            </a:extLst>
          </p:cNvPr>
          <p:cNvSpPr>
            <a:spLocks/>
          </p:cNvSpPr>
          <p:nvPr/>
        </p:nvSpPr>
        <p:spPr bwMode="auto">
          <a:xfrm>
            <a:off x="3170238" y="28717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09" name="Freeform 225">
            <a:extLst>
              <a:ext uri="{FF2B5EF4-FFF2-40B4-BE49-F238E27FC236}">
                <a16:creationId xmlns:a16="http://schemas.microsoft.com/office/drawing/2014/main" id="{E392365D-F365-41A2-91BB-E5E8E1F2BBFC}"/>
              </a:ext>
            </a:extLst>
          </p:cNvPr>
          <p:cNvSpPr>
            <a:spLocks/>
          </p:cNvSpPr>
          <p:nvPr/>
        </p:nvSpPr>
        <p:spPr bwMode="auto">
          <a:xfrm>
            <a:off x="2114550" y="274955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10" name="Freeform 225">
            <a:extLst>
              <a:ext uri="{FF2B5EF4-FFF2-40B4-BE49-F238E27FC236}">
                <a16:creationId xmlns:a16="http://schemas.microsoft.com/office/drawing/2014/main" id="{068E29C3-F25C-4134-B948-4EDB97448287}"/>
              </a:ext>
            </a:extLst>
          </p:cNvPr>
          <p:cNvSpPr>
            <a:spLocks/>
          </p:cNvSpPr>
          <p:nvPr/>
        </p:nvSpPr>
        <p:spPr bwMode="auto">
          <a:xfrm>
            <a:off x="981075" y="26384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11" name="Line 266">
            <a:extLst>
              <a:ext uri="{FF2B5EF4-FFF2-40B4-BE49-F238E27FC236}">
                <a16:creationId xmlns:a16="http://schemas.microsoft.com/office/drawing/2014/main" id="{2A59C82F-55F4-4FD3-867B-A99578E75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2188" y="2103438"/>
            <a:ext cx="3175" cy="4221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2" name="Line 266">
            <a:extLst>
              <a:ext uri="{FF2B5EF4-FFF2-40B4-BE49-F238E27FC236}">
                <a16:creationId xmlns:a16="http://schemas.microsoft.com/office/drawing/2014/main" id="{0464E4E0-8D85-4206-9ACB-523AAF787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1100" y="2112963"/>
            <a:ext cx="1588" cy="421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3" name="Line 266">
            <a:extLst>
              <a:ext uri="{FF2B5EF4-FFF2-40B4-BE49-F238E27FC236}">
                <a16:creationId xmlns:a16="http://schemas.microsoft.com/office/drawing/2014/main" id="{90FE3E57-A710-4A62-86D7-F88BC4E8F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338" y="2103438"/>
            <a:ext cx="3175" cy="421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4" name="Line 266">
            <a:extLst>
              <a:ext uri="{FF2B5EF4-FFF2-40B4-BE49-F238E27FC236}">
                <a16:creationId xmlns:a16="http://schemas.microsoft.com/office/drawing/2014/main" id="{E0DDB4A9-BE9E-4EDC-857F-81E1E88A18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0275" y="2106613"/>
            <a:ext cx="0" cy="421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5" name="Freeform 225">
            <a:extLst>
              <a:ext uri="{FF2B5EF4-FFF2-40B4-BE49-F238E27FC236}">
                <a16:creationId xmlns:a16="http://schemas.microsoft.com/office/drawing/2014/main" id="{64067436-DA4F-427F-A168-966C1339E225}"/>
              </a:ext>
            </a:extLst>
          </p:cNvPr>
          <p:cNvSpPr>
            <a:spLocks/>
          </p:cNvSpPr>
          <p:nvPr/>
        </p:nvSpPr>
        <p:spPr bwMode="auto">
          <a:xfrm flipV="1">
            <a:off x="4203700" y="2974975"/>
            <a:ext cx="46038" cy="4445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16" name="Line 266">
            <a:extLst>
              <a:ext uri="{FF2B5EF4-FFF2-40B4-BE49-F238E27FC236}">
                <a16:creationId xmlns:a16="http://schemas.microsoft.com/office/drawing/2014/main" id="{276ADF8E-C377-41B6-A84D-CC29884967F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833019" y="3199607"/>
            <a:ext cx="1587" cy="4584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7" name="Line 266">
            <a:extLst>
              <a:ext uri="{FF2B5EF4-FFF2-40B4-BE49-F238E27FC236}">
                <a16:creationId xmlns:a16="http://schemas.microsoft.com/office/drawing/2014/main" id="{1BDAC276-4F02-4ED1-A940-693DA3E6F945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3538538" y="2824162"/>
            <a:ext cx="6350" cy="5114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8" name="Line 266">
            <a:extLst>
              <a:ext uri="{FF2B5EF4-FFF2-40B4-BE49-F238E27FC236}">
                <a16:creationId xmlns:a16="http://schemas.microsoft.com/office/drawing/2014/main" id="{D454B131-CAE5-4D0D-8D13-8A6FB72DFF6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137025" y="3589338"/>
            <a:ext cx="0" cy="403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19" name="Line 266">
            <a:extLst>
              <a:ext uri="{FF2B5EF4-FFF2-40B4-BE49-F238E27FC236}">
                <a16:creationId xmlns:a16="http://schemas.microsoft.com/office/drawing/2014/main" id="{1F1E315F-328C-4439-8411-5621B698752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418806" y="3942557"/>
            <a:ext cx="3175" cy="35417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20" name="Line 266">
            <a:extLst>
              <a:ext uri="{FF2B5EF4-FFF2-40B4-BE49-F238E27FC236}">
                <a16:creationId xmlns:a16="http://schemas.microsoft.com/office/drawing/2014/main" id="{BBB1CB54-A264-4C13-8A2E-D71621A0336B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946650" y="4768850"/>
            <a:ext cx="4763" cy="24304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21" name="Line 266">
            <a:extLst>
              <a:ext uri="{FF2B5EF4-FFF2-40B4-BE49-F238E27FC236}">
                <a16:creationId xmlns:a16="http://schemas.microsoft.com/office/drawing/2014/main" id="{538CD7C8-B0D4-4D99-AEBD-D12AE6043818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4695031" y="4372769"/>
            <a:ext cx="1588" cy="299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22" name="Line 266">
            <a:extLst>
              <a:ext uri="{FF2B5EF4-FFF2-40B4-BE49-F238E27FC236}">
                <a16:creationId xmlns:a16="http://schemas.microsoft.com/office/drawing/2014/main" id="{ABFCE7DC-D0A9-4237-A2B4-BC24C06E422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183188" y="5149850"/>
            <a:ext cx="0" cy="1898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23" name="Line 266">
            <a:extLst>
              <a:ext uri="{FF2B5EF4-FFF2-40B4-BE49-F238E27FC236}">
                <a16:creationId xmlns:a16="http://schemas.microsoft.com/office/drawing/2014/main" id="{CA55C32C-E35A-46D0-BC06-16FA071E3918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5410994" y="5523706"/>
            <a:ext cx="1588" cy="1362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5524" name="Group 71">
            <a:extLst>
              <a:ext uri="{FF2B5EF4-FFF2-40B4-BE49-F238E27FC236}">
                <a16:creationId xmlns:a16="http://schemas.microsoft.com/office/drawing/2014/main" id="{505FC72E-6243-472B-90F2-AC2AD6650FF3}"/>
              </a:ext>
            </a:extLst>
          </p:cNvPr>
          <p:cNvGrpSpPr>
            <a:grpSpLocks/>
          </p:cNvGrpSpPr>
          <p:nvPr/>
        </p:nvGrpSpPr>
        <p:grpSpPr bwMode="auto">
          <a:xfrm>
            <a:off x="6059488" y="5313363"/>
            <a:ext cx="1103312" cy="935037"/>
            <a:chOff x="5100638" y="3554413"/>
            <a:chExt cx="574675" cy="454025"/>
          </a:xfrm>
        </p:grpSpPr>
        <p:sp>
          <p:nvSpPr>
            <p:cNvPr id="105536" name="Freeform 209">
              <a:extLst>
                <a:ext uri="{FF2B5EF4-FFF2-40B4-BE49-F238E27FC236}">
                  <a16:creationId xmlns:a16="http://schemas.microsoft.com/office/drawing/2014/main" id="{0C35A449-A4C8-478E-94F2-51FAB81B0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554413"/>
              <a:ext cx="569913" cy="227012"/>
            </a:xfrm>
            <a:custGeom>
              <a:avLst/>
              <a:gdLst>
                <a:gd name="T0" fmla="*/ 2147483646 w 717"/>
                <a:gd name="T1" fmla="*/ 0 h 284"/>
                <a:gd name="T2" fmla="*/ 2147483646 w 717"/>
                <a:gd name="T3" fmla="*/ 0 h 284"/>
                <a:gd name="T4" fmla="*/ 2147483646 w 717"/>
                <a:gd name="T5" fmla="*/ 0 h 284"/>
                <a:gd name="T6" fmla="*/ 2147483646 w 717"/>
                <a:gd name="T7" fmla="*/ 2147483646 h 284"/>
                <a:gd name="T8" fmla="*/ 2147483646 w 717"/>
                <a:gd name="T9" fmla="*/ 2147483646 h 284"/>
                <a:gd name="T10" fmla="*/ 2147483646 w 717"/>
                <a:gd name="T11" fmla="*/ 2147483646 h 284"/>
                <a:gd name="T12" fmla="*/ 2147483646 w 717"/>
                <a:gd name="T13" fmla="*/ 2147483646 h 284"/>
                <a:gd name="T14" fmla="*/ 2147483646 w 717"/>
                <a:gd name="T15" fmla="*/ 2147483646 h 284"/>
                <a:gd name="T16" fmla="*/ 2147483646 w 717"/>
                <a:gd name="T17" fmla="*/ 2147483646 h 284"/>
                <a:gd name="T18" fmla="*/ 2147483646 w 717"/>
                <a:gd name="T19" fmla="*/ 2147483646 h 284"/>
                <a:gd name="T20" fmla="*/ 2147483646 w 717"/>
                <a:gd name="T21" fmla="*/ 2147483646 h 284"/>
                <a:gd name="T22" fmla="*/ 2147483646 w 717"/>
                <a:gd name="T23" fmla="*/ 2147483646 h 284"/>
                <a:gd name="T24" fmla="*/ 2147483646 w 717"/>
                <a:gd name="T25" fmla="*/ 2147483646 h 284"/>
                <a:gd name="T26" fmla="*/ 2147483646 w 717"/>
                <a:gd name="T27" fmla="*/ 2147483646 h 284"/>
                <a:gd name="T28" fmla="*/ 2147483646 w 717"/>
                <a:gd name="T29" fmla="*/ 2147483646 h 284"/>
                <a:gd name="T30" fmla="*/ 2147483646 w 717"/>
                <a:gd name="T31" fmla="*/ 2147483646 h 284"/>
                <a:gd name="T32" fmla="*/ 2147483646 w 717"/>
                <a:gd name="T33" fmla="*/ 2147483646 h 284"/>
                <a:gd name="T34" fmla="*/ 2147483646 w 717"/>
                <a:gd name="T35" fmla="*/ 2147483646 h 284"/>
                <a:gd name="T36" fmla="*/ 2147483646 w 717"/>
                <a:gd name="T37" fmla="*/ 2147483646 h 284"/>
                <a:gd name="T38" fmla="*/ 2147483646 w 717"/>
                <a:gd name="T39" fmla="*/ 2147483646 h 284"/>
                <a:gd name="T40" fmla="*/ 2147483646 w 717"/>
                <a:gd name="T41" fmla="*/ 2147483646 h 284"/>
                <a:gd name="T42" fmla="*/ 2147483646 w 717"/>
                <a:gd name="T43" fmla="*/ 2147483646 h 284"/>
                <a:gd name="T44" fmla="*/ 2147483646 w 717"/>
                <a:gd name="T45" fmla="*/ 2147483646 h 284"/>
                <a:gd name="T46" fmla="*/ 2147483646 w 717"/>
                <a:gd name="T47" fmla="*/ 2147483646 h 284"/>
                <a:gd name="T48" fmla="*/ 2147483646 w 717"/>
                <a:gd name="T49" fmla="*/ 2147483646 h 284"/>
                <a:gd name="T50" fmla="*/ 2147483646 w 717"/>
                <a:gd name="T51" fmla="*/ 2147483646 h 284"/>
                <a:gd name="T52" fmla="*/ 2147483646 w 717"/>
                <a:gd name="T53" fmla="*/ 2147483646 h 284"/>
                <a:gd name="T54" fmla="*/ 2147483646 w 717"/>
                <a:gd name="T55" fmla="*/ 2147483646 h 284"/>
                <a:gd name="T56" fmla="*/ 2147483646 w 717"/>
                <a:gd name="T57" fmla="*/ 2147483646 h 284"/>
                <a:gd name="T58" fmla="*/ 2147483646 w 717"/>
                <a:gd name="T59" fmla="*/ 2147483646 h 284"/>
                <a:gd name="T60" fmla="*/ 2147483646 w 717"/>
                <a:gd name="T61" fmla="*/ 2147483646 h 284"/>
                <a:gd name="T62" fmla="*/ 2147483646 w 717"/>
                <a:gd name="T63" fmla="*/ 2147483646 h 284"/>
                <a:gd name="T64" fmla="*/ 2147483646 w 717"/>
                <a:gd name="T65" fmla="*/ 2147483646 h 284"/>
                <a:gd name="T66" fmla="*/ 2147483646 w 717"/>
                <a:gd name="T67" fmla="*/ 2147483646 h 284"/>
                <a:gd name="T68" fmla="*/ 2147483646 w 717"/>
                <a:gd name="T69" fmla="*/ 2147483646 h 284"/>
                <a:gd name="T70" fmla="*/ 2147483646 w 717"/>
                <a:gd name="T71" fmla="*/ 2147483646 h 284"/>
                <a:gd name="T72" fmla="*/ 2147483646 w 717"/>
                <a:gd name="T73" fmla="*/ 2147483646 h 284"/>
                <a:gd name="T74" fmla="*/ 2147483646 w 717"/>
                <a:gd name="T75" fmla="*/ 2147483646 h 284"/>
                <a:gd name="T76" fmla="*/ 2147483646 w 717"/>
                <a:gd name="T77" fmla="*/ 2147483646 h 284"/>
                <a:gd name="T78" fmla="*/ 2147483646 w 717"/>
                <a:gd name="T79" fmla="*/ 2147483646 h 284"/>
                <a:gd name="T80" fmla="*/ 2147483646 w 717"/>
                <a:gd name="T81" fmla="*/ 2147483646 h 284"/>
                <a:gd name="T82" fmla="*/ 2147483646 w 717"/>
                <a:gd name="T83" fmla="*/ 2147483646 h 284"/>
                <a:gd name="T84" fmla="*/ 2147483646 w 717"/>
                <a:gd name="T85" fmla="*/ 2147483646 h 284"/>
                <a:gd name="T86" fmla="*/ 2147483646 w 717"/>
                <a:gd name="T87" fmla="*/ 2147483646 h 284"/>
                <a:gd name="T88" fmla="*/ 2147483646 w 717"/>
                <a:gd name="T89" fmla="*/ 2147483646 h 284"/>
                <a:gd name="T90" fmla="*/ 2147483646 w 717"/>
                <a:gd name="T91" fmla="*/ 2147483646 h 284"/>
                <a:gd name="T92" fmla="*/ 2147483646 w 717"/>
                <a:gd name="T93" fmla="*/ 2147483646 h 284"/>
                <a:gd name="T94" fmla="*/ 2147483646 w 717"/>
                <a:gd name="T95" fmla="*/ 2147483646 h 284"/>
                <a:gd name="T96" fmla="*/ 2147483646 w 717"/>
                <a:gd name="T97" fmla="*/ 2147483646 h 284"/>
                <a:gd name="T98" fmla="*/ 2147483646 w 717"/>
                <a:gd name="T99" fmla="*/ 2147483646 h 284"/>
                <a:gd name="T100" fmla="*/ 2147483646 w 717"/>
                <a:gd name="T101" fmla="*/ 2147483646 h 284"/>
                <a:gd name="T102" fmla="*/ 2147483646 w 717"/>
                <a:gd name="T103" fmla="*/ 2147483646 h 284"/>
                <a:gd name="T104" fmla="*/ 2147483646 w 717"/>
                <a:gd name="T105" fmla="*/ 2147483646 h 284"/>
                <a:gd name="T106" fmla="*/ 2147483646 w 717"/>
                <a:gd name="T107" fmla="*/ 2147483646 h 284"/>
                <a:gd name="T108" fmla="*/ 2147483646 w 717"/>
                <a:gd name="T109" fmla="*/ 2147483646 h 284"/>
                <a:gd name="T110" fmla="*/ 2147483646 w 717"/>
                <a:gd name="T111" fmla="*/ 2147483646 h 284"/>
                <a:gd name="T112" fmla="*/ 2147483646 w 717"/>
                <a:gd name="T113" fmla="*/ 2147483646 h 284"/>
                <a:gd name="T114" fmla="*/ 2147483646 w 717"/>
                <a:gd name="T115" fmla="*/ 2147483646 h 284"/>
                <a:gd name="T116" fmla="*/ 2147483646 w 717"/>
                <a:gd name="T117" fmla="*/ 2147483646 h 284"/>
                <a:gd name="T118" fmla="*/ 2147483646 w 717"/>
                <a:gd name="T119" fmla="*/ 2147483646 h 284"/>
                <a:gd name="T120" fmla="*/ 2147483646 w 717"/>
                <a:gd name="T121" fmla="*/ 2147483646 h 28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4">
                  <a:moveTo>
                    <a:pt x="0" y="0"/>
                  </a:moveTo>
                  <a:lnTo>
                    <a:pt x="27" y="0"/>
                  </a:lnTo>
                  <a:lnTo>
                    <a:pt x="54" y="0"/>
                  </a:lnTo>
                  <a:lnTo>
                    <a:pt x="78" y="0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40" y="0"/>
                  </a:lnTo>
                  <a:lnTo>
                    <a:pt x="158" y="0"/>
                  </a:lnTo>
                  <a:lnTo>
                    <a:pt x="175" y="0"/>
                  </a:lnTo>
                  <a:lnTo>
                    <a:pt x="191" y="0"/>
                  </a:lnTo>
                  <a:lnTo>
                    <a:pt x="204" y="0"/>
                  </a:lnTo>
                  <a:lnTo>
                    <a:pt x="217" y="0"/>
                  </a:lnTo>
                  <a:lnTo>
                    <a:pt x="229" y="0"/>
                  </a:lnTo>
                  <a:lnTo>
                    <a:pt x="240" y="0"/>
                  </a:lnTo>
                  <a:lnTo>
                    <a:pt x="249" y="0"/>
                  </a:lnTo>
                  <a:lnTo>
                    <a:pt x="259" y="0"/>
                  </a:lnTo>
                  <a:lnTo>
                    <a:pt x="266" y="0"/>
                  </a:lnTo>
                  <a:lnTo>
                    <a:pt x="273" y="0"/>
                  </a:lnTo>
                  <a:lnTo>
                    <a:pt x="281" y="0"/>
                  </a:lnTo>
                  <a:lnTo>
                    <a:pt x="285" y="0"/>
                  </a:lnTo>
                  <a:lnTo>
                    <a:pt x="291" y="0"/>
                  </a:lnTo>
                  <a:lnTo>
                    <a:pt x="295" y="0"/>
                  </a:lnTo>
                  <a:lnTo>
                    <a:pt x="300" y="0"/>
                  </a:lnTo>
                  <a:lnTo>
                    <a:pt x="303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11" y="0"/>
                  </a:lnTo>
                  <a:lnTo>
                    <a:pt x="313" y="1"/>
                  </a:lnTo>
                  <a:lnTo>
                    <a:pt x="315" y="1"/>
                  </a:lnTo>
                  <a:lnTo>
                    <a:pt x="318" y="1"/>
                  </a:lnTo>
                  <a:lnTo>
                    <a:pt x="319" y="1"/>
                  </a:lnTo>
                  <a:lnTo>
                    <a:pt x="321" y="1"/>
                  </a:lnTo>
                  <a:lnTo>
                    <a:pt x="323" y="1"/>
                  </a:lnTo>
                  <a:lnTo>
                    <a:pt x="325" y="1"/>
                  </a:lnTo>
                  <a:lnTo>
                    <a:pt x="327" y="1"/>
                  </a:lnTo>
                  <a:lnTo>
                    <a:pt x="329" y="1"/>
                  </a:lnTo>
                  <a:lnTo>
                    <a:pt x="331" y="1"/>
                  </a:lnTo>
                  <a:lnTo>
                    <a:pt x="332" y="2"/>
                  </a:lnTo>
                  <a:lnTo>
                    <a:pt x="333" y="2"/>
                  </a:lnTo>
                  <a:lnTo>
                    <a:pt x="335" y="2"/>
                  </a:lnTo>
                  <a:lnTo>
                    <a:pt x="336" y="2"/>
                  </a:lnTo>
                  <a:lnTo>
                    <a:pt x="337" y="2"/>
                  </a:lnTo>
                  <a:lnTo>
                    <a:pt x="338" y="2"/>
                  </a:lnTo>
                  <a:lnTo>
                    <a:pt x="339" y="2"/>
                  </a:lnTo>
                  <a:lnTo>
                    <a:pt x="341" y="2"/>
                  </a:lnTo>
                  <a:lnTo>
                    <a:pt x="342" y="2"/>
                  </a:lnTo>
                  <a:lnTo>
                    <a:pt x="343" y="2"/>
                  </a:lnTo>
                  <a:lnTo>
                    <a:pt x="344" y="2"/>
                  </a:lnTo>
                  <a:lnTo>
                    <a:pt x="345" y="2"/>
                  </a:lnTo>
                  <a:lnTo>
                    <a:pt x="347" y="3"/>
                  </a:lnTo>
                  <a:lnTo>
                    <a:pt x="348" y="3"/>
                  </a:lnTo>
                  <a:lnTo>
                    <a:pt x="349" y="3"/>
                  </a:lnTo>
                  <a:lnTo>
                    <a:pt x="350" y="3"/>
                  </a:lnTo>
                  <a:lnTo>
                    <a:pt x="351" y="3"/>
                  </a:lnTo>
                  <a:lnTo>
                    <a:pt x="353" y="3"/>
                  </a:lnTo>
                  <a:lnTo>
                    <a:pt x="354" y="3"/>
                  </a:lnTo>
                  <a:lnTo>
                    <a:pt x="355" y="3"/>
                  </a:lnTo>
                  <a:lnTo>
                    <a:pt x="356" y="4"/>
                  </a:lnTo>
                  <a:lnTo>
                    <a:pt x="357" y="4"/>
                  </a:lnTo>
                  <a:lnTo>
                    <a:pt x="359" y="4"/>
                  </a:lnTo>
                  <a:lnTo>
                    <a:pt x="361" y="4"/>
                  </a:lnTo>
                  <a:lnTo>
                    <a:pt x="362" y="4"/>
                  </a:lnTo>
                  <a:lnTo>
                    <a:pt x="365" y="6"/>
                  </a:lnTo>
                  <a:lnTo>
                    <a:pt x="366" y="6"/>
                  </a:lnTo>
                  <a:lnTo>
                    <a:pt x="368" y="6"/>
                  </a:lnTo>
                  <a:lnTo>
                    <a:pt x="369" y="6"/>
                  </a:lnTo>
                  <a:lnTo>
                    <a:pt x="372" y="6"/>
                  </a:lnTo>
                  <a:lnTo>
                    <a:pt x="373" y="7"/>
                  </a:lnTo>
                  <a:lnTo>
                    <a:pt x="374" y="7"/>
                  </a:lnTo>
                  <a:lnTo>
                    <a:pt x="375" y="7"/>
                  </a:lnTo>
                  <a:lnTo>
                    <a:pt x="378" y="7"/>
                  </a:lnTo>
                  <a:lnTo>
                    <a:pt x="379" y="7"/>
                  </a:lnTo>
                  <a:lnTo>
                    <a:pt x="380" y="7"/>
                  </a:lnTo>
                  <a:lnTo>
                    <a:pt x="381" y="8"/>
                  </a:lnTo>
                  <a:lnTo>
                    <a:pt x="383" y="8"/>
                  </a:lnTo>
                  <a:lnTo>
                    <a:pt x="384" y="8"/>
                  </a:lnTo>
                  <a:lnTo>
                    <a:pt x="385" y="8"/>
                  </a:lnTo>
                  <a:lnTo>
                    <a:pt x="386" y="9"/>
                  </a:lnTo>
                  <a:lnTo>
                    <a:pt x="387" y="9"/>
                  </a:lnTo>
                  <a:lnTo>
                    <a:pt x="389" y="9"/>
                  </a:lnTo>
                  <a:lnTo>
                    <a:pt x="390" y="9"/>
                  </a:lnTo>
                  <a:lnTo>
                    <a:pt x="391" y="9"/>
                  </a:lnTo>
                  <a:lnTo>
                    <a:pt x="392" y="10"/>
                  </a:lnTo>
                  <a:lnTo>
                    <a:pt x="393" y="10"/>
                  </a:lnTo>
                  <a:lnTo>
                    <a:pt x="395" y="10"/>
                  </a:lnTo>
                  <a:lnTo>
                    <a:pt x="396" y="12"/>
                  </a:lnTo>
                  <a:lnTo>
                    <a:pt x="397" y="12"/>
                  </a:lnTo>
                  <a:lnTo>
                    <a:pt x="398" y="12"/>
                  </a:lnTo>
                  <a:lnTo>
                    <a:pt x="399" y="13"/>
                  </a:lnTo>
                  <a:lnTo>
                    <a:pt x="402" y="13"/>
                  </a:lnTo>
                  <a:lnTo>
                    <a:pt x="403" y="14"/>
                  </a:lnTo>
                  <a:lnTo>
                    <a:pt x="405" y="14"/>
                  </a:lnTo>
                  <a:lnTo>
                    <a:pt x="407" y="15"/>
                  </a:lnTo>
                  <a:lnTo>
                    <a:pt x="409" y="15"/>
                  </a:lnTo>
                  <a:lnTo>
                    <a:pt x="411" y="16"/>
                  </a:lnTo>
                  <a:lnTo>
                    <a:pt x="414" y="16"/>
                  </a:lnTo>
                  <a:lnTo>
                    <a:pt x="415" y="18"/>
                  </a:lnTo>
                  <a:lnTo>
                    <a:pt x="417" y="18"/>
                  </a:lnTo>
                  <a:lnTo>
                    <a:pt x="419" y="19"/>
                  </a:lnTo>
                  <a:lnTo>
                    <a:pt x="421" y="19"/>
                  </a:lnTo>
                  <a:lnTo>
                    <a:pt x="422" y="20"/>
                  </a:lnTo>
                  <a:lnTo>
                    <a:pt x="423" y="20"/>
                  </a:lnTo>
                  <a:lnTo>
                    <a:pt x="426" y="20"/>
                  </a:lnTo>
                  <a:lnTo>
                    <a:pt x="427" y="21"/>
                  </a:lnTo>
                  <a:lnTo>
                    <a:pt x="428" y="21"/>
                  </a:lnTo>
                  <a:lnTo>
                    <a:pt x="429" y="21"/>
                  </a:lnTo>
                  <a:lnTo>
                    <a:pt x="431" y="22"/>
                  </a:lnTo>
                  <a:lnTo>
                    <a:pt x="432" y="22"/>
                  </a:lnTo>
                  <a:lnTo>
                    <a:pt x="433" y="22"/>
                  </a:lnTo>
                  <a:lnTo>
                    <a:pt x="434" y="24"/>
                  </a:lnTo>
                  <a:lnTo>
                    <a:pt x="435" y="25"/>
                  </a:lnTo>
                  <a:lnTo>
                    <a:pt x="437" y="25"/>
                  </a:lnTo>
                  <a:lnTo>
                    <a:pt x="438" y="25"/>
                  </a:lnTo>
                  <a:lnTo>
                    <a:pt x="439" y="26"/>
                  </a:lnTo>
                  <a:lnTo>
                    <a:pt x="440" y="26"/>
                  </a:lnTo>
                  <a:lnTo>
                    <a:pt x="441" y="27"/>
                  </a:lnTo>
                  <a:lnTo>
                    <a:pt x="443" y="27"/>
                  </a:lnTo>
                  <a:lnTo>
                    <a:pt x="444" y="27"/>
                  </a:lnTo>
                  <a:lnTo>
                    <a:pt x="445" y="28"/>
                  </a:lnTo>
                  <a:lnTo>
                    <a:pt x="446" y="30"/>
                  </a:lnTo>
                  <a:lnTo>
                    <a:pt x="447" y="30"/>
                  </a:lnTo>
                  <a:lnTo>
                    <a:pt x="449" y="31"/>
                  </a:lnTo>
                  <a:lnTo>
                    <a:pt x="451" y="31"/>
                  </a:lnTo>
                  <a:lnTo>
                    <a:pt x="452" y="32"/>
                  </a:lnTo>
                  <a:lnTo>
                    <a:pt x="455" y="33"/>
                  </a:lnTo>
                  <a:lnTo>
                    <a:pt x="456" y="34"/>
                  </a:lnTo>
                  <a:lnTo>
                    <a:pt x="458" y="34"/>
                  </a:lnTo>
                  <a:lnTo>
                    <a:pt x="459" y="36"/>
                  </a:lnTo>
                  <a:lnTo>
                    <a:pt x="462" y="37"/>
                  </a:lnTo>
                  <a:lnTo>
                    <a:pt x="463" y="37"/>
                  </a:lnTo>
                  <a:lnTo>
                    <a:pt x="464" y="38"/>
                  </a:lnTo>
                  <a:lnTo>
                    <a:pt x="465" y="39"/>
                  </a:lnTo>
                  <a:lnTo>
                    <a:pt x="468" y="39"/>
                  </a:lnTo>
                  <a:lnTo>
                    <a:pt x="469" y="40"/>
                  </a:lnTo>
                  <a:lnTo>
                    <a:pt x="470" y="40"/>
                  </a:lnTo>
                  <a:lnTo>
                    <a:pt x="471" y="42"/>
                  </a:lnTo>
                  <a:lnTo>
                    <a:pt x="473" y="43"/>
                  </a:lnTo>
                  <a:lnTo>
                    <a:pt x="474" y="43"/>
                  </a:lnTo>
                  <a:lnTo>
                    <a:pt x="475" y="43"/>
                  </a:lnTo>
                  <a:lnTo>
                    <a:pt x="476" y="44"/>
                  </a:lnTo>
                  <a:lnTo>
                    <a:pt x="477" y="45"/>
                  </a:lnTo>
                  <a:lnTo>
                    <a:pt x="479" y="45"/>
                  </a:lnTo>
                  <a:lnTo>
                    <a:pt x="480" y="45"/>
                  </a:lnTo>
                  <a:lnTo>
                    <a:pt x="481" y="46"/>
                  </a:lnTo>
                  <a:lnTo>
                    <a:pt x="482" y="48"/>
                  </a:lnTo>
                  <a:lnTo>
                    <a:pt x="483" y="48"/>
                  </a:lnTo>
                  <a:lnTo>
                    <a:pt x="485" y="49"/>
                  </a:lnTo>
                  <a:lnTo>
                    <a:pt x="486" y="49"/>
                  </a:lnTo>
                  <a:lnTo>
                    <a:pt x="487" y="50"/>
                  </a:lnTo>
                  <a:lnTo>
                    <a:pt x="488" y="50"/>
                  </a:lnTo>
                  <a:lnTo>
                    <a:pt x="489" y="51"/>
                  </a:lnTo>
                  <a:lnTo>
                    <a:pt x="491" y="52"/>
                  </a:lnTo>
                  <a:lnTo>
                    <a:pt x="493" y="52"/>
                  </a:lnTo>
                  <a:lnTo>
                    <a:pt x="494" y="54"/>
                  </a:lnTo>
                  <a:lnTo>
                    <a:pt x="495" y="55"/>
                  </a:lnTo>
                  <a:lnTo>
                    <a:pt x="498" y="56"/>
                  </a:lnTo>
                  <a:lnTo>
                    <a:pt x="499" y="57"/>
                  </a:lnTo>
                  <a:lnTo>
                    <a:pt x="500" y="57"/>
                  </a:lnTo>
                  <a:lnTo>
                    <a:pt x="501" y="58"/>
                  </a:lnTo>
                  <a:lnTo>
                    <a:pt x="504" y="60"/>
                  </a:lnTo>
                  <a:lnTo>
                    <a:pt x="505" y="60"/>
                  </a:lnTo>
                  <a:lnTo>
                    <a:pt x="506" y="61"/>
                  </a:lnTo>
                  <a:lnTo>
                    <a:pt x="507" y="61"/>
                  </a:lnTo>
                  <a:lnTo>
                    <a:pt x="507" y="62"/>
                  </a:lnTo>
                  <a:lnTo>
                    <a:pt x="509" y="62"/>
                  </a:lnTo>
                  <a:lnTo>
                    <a:pt x="510" y="63"/>
                  </a:lnTo>
                  <a:lnTo>
                    <a:pt x="511" y="63"/>
                  </a:lnTo>
                  <a:lnTo>
                    <a:pt x="511" y="64"/>
                  </a:lnTo>
                  <a:lnTo>
                    <a:pt x="512" y="64"/>
                  </a:lnTo>
                  <a:lnTo>
                    <a:pt x="513" y="64"/>
                  </a:lnTo>
                  <a:lnTo>
                    <a:pt x="515" y="66"/>
                  </a:lnTo>
                  <a:lnTo>
                    <a:pt x="516" y="67"/>
                  </a:lnTo>
                  <a:lnTo>
                    <a:pt x="517" y="67"/>
                  </a:lnTo>
                  <a:lnTo>
                    <a:pt x="518" y="68"/>
                  </a:lnTo>
                  <a:lnTo>
                    <a:pt x="519" y="68"/>
                  </a:lnTo>
                  <a:lnTo>
                    <a:pt x="519" y="69"/>
                  </a:lnTo>
                  <a:lnTo>
                    <a:pt x="521" y="69"/>
                  </a:lnTo>
                  <a:lnTo>
                    <a:pt x="522" y="70"/>
                  </a:lnTo>
                  <a:lnTo>
                    <a:pt x="523" y="70"/>
                  </a:lnTo>
                  <a:lnTo>
                    <a:pt x="523" y="72"/>
                  </a:lnTo>
                  <a:lnTo>
                    <a:pt x="524" y="72"/>
                  </a:lnTo>
                  <a:lnTo>
                    <a:pt x="525" y="73"/>
                  </a:lnTo>
                  <a:lnTo>
                    <a:pt x="527" y="74"/>
                  </a:lnTo>
                  <a:lnTo>
                    <a:pt x="528" y="74"/>
                  </a:lnTo>
                  <a:lnTo>
                    <a:pt x="529" y="75"/>
                  </a:lnTo>
                  <a:lnTo>
                    <a:pt x="531" y="76"/>
                  </a:lnTo>
                  <a:lnTo>
                    <a:pt x="533" y="76"/>
                  </a:lnTo>
                  <a:lnTo>
                    <a:pt x="534" y="78"/>
                  </a:lnTo>
                  <a:lnTo>
                    <a:pt x="535" y="79"/>
                  </a:lnTo>
                  <a:lnTo>
                    <a:pt x="536" y="80"/>
                  </a:lnTo>
                  <a:lnTo>
                    <a:pt x="537" y="80"/>
                  </a:lnTo>
                  <a:lnTo>
                    <a:pt x="539" y="81"/>
                  </a:lnTo>
                  <a:lnTo>
                    <a:pt x="540" y="82"/>
                  </a:lnTo>
                  <a:lnTo>
                    <a:pt x="541" y="82"/>
                  </a:lnTo>
                  <a:lnTo>
                    <a:pt x="542" y="84"/>
                  </a:lnTo>
                  <a:lnTo>
                    <a:pt x="543" y="85"/>
                  </a:lnTo>
                  <a:lnTo>
                    <a:pt x="545" y="85"/>
                  </a:lnTo>
                  <a:lnTo>
                    <a:pt x="545" y="86"/>
                  </a:lnTo>
                  <a:lnTo>
                    <a:pt x="546" y="86"/>
                  </a:lnTo>
                  <a:lnTo>
                    <a:pt x="547" y="87"/>
                  </a:lnTo>
                  <a:lnTo>
                    <a:pt x="548" y="87"/>
                  </a:lnTo>
                  <a:lnTo>
                    <a:pt x="548" y="88"/>
                  </a:lnTo>
                  <a:lnTo>
                    <a:pt x="549" y="88"/>
                  </a:lnTo>
                  <a:lnTo>
                    <a:pt x="551" y="90"/>
                  </a:lnTo>
                  <a:lnTo>
                    <a:pt x="552" y="91"/>
                  </a:lnTo>
                  <a:lnTo>
                    <a:pt x="553" y="92"/>
                  </a:lnTo>
                  <a:lnTo>
                    <a:pt x="554" y="92"/>
                  </a:lnTo>
                  <a:lnTo>
                    <a:pt x="555" y="93"/>
                  </a:lnTo>
                  <a:lnTo>
                    <a:pt x="555" y="94"/>
                  </a:lnTo>
                  <a:lnTo>
                    <a:pt x="557" y="94"/>
                  </a:lnTo>
                  <a:lnTo>
                    <a:pt x="558" y="96"/>
                  </a:lnTo>
                  <a:lnTo>
                    <a:pt x="559" y="96"/>
                  </a:lnTo>
                  <a:lnTo>
                    <a:pt x="559" y="97"/>
                  </a:lnTo>
                  <a:lnTo>
                    <a:pt x="560" y="97"/>
                  </a:lnTo>
                  <a:lnTo>
                    <a:pt x="560" y="98"/>
                  </a:lnTo>
                  <a:lnTo>
                    <a:pt x="561" y="98"/>
                  </a:lnTo>
                  <a:lnTo>
                    <a:pt x="563" y="99"/>
                  </a:lnTo>
                  <a:lnTo>
                    <a:pt x="564" y="100"/>
                  </a:lnTo>
                  <a:lnTo>
                    <a:pt x="565" y="100"/>
                  </a:lnTo>
                  <a:lnTo>
                    <a:pt x="565" y="102"/>
                  </a:lnTo>
                  <a:lnTo>
                    <a:pt x="566" y="102"/>
                  </a:lnTo>
                  <a:lnTo>
                    <a:pt x="567" y="102"/>
                  </a:lnTo>
                  <a:lnTo>
                    <a:pt x="567" y="103"/>
                  </a:lnTo>
                  <a:lnTo>
                    <a:pt x="569" y="103"/>
                  </a:lnTo>
                  <a:lnTo>
                    <a:pt x="569" y="104"/>
                  </a:lnTo>
                  <a:lnTo>
                    <a:pt x="570" y="104"/>
                  </a:lnTo>
                  <a:lnTo>
                    <a:pt x="571" y="105"/>
                  </a:lnTo>
                  <a:lnTo>
                    <a:pt x="572" y="105"/>
                  </a:lnTo>
                  <a:lnTo>
                    <a:pt x="572" y="106"/>
                  </a:lnTo>
                  <a:lnTo>
                    <a:pt x="573" y="106"/>
                  </a:lnTo>
                  <a:lnTo>
                    <a:pt x="575" y="108"/>
                  </a:lnTo>
                  <a:lnTo>
                    <a:pt x="576" y="108"/>
                  </a:lnTo>
                  <a:lnTo>
                    <a:pt x="577" y="109"/>
                  </a:lnTo>
                  <a:lnTo>
                    <a:pt x="577" y="110"/>
                  </a:lnTo>
                  <a:lnTo>
                    <a:pt x="578" y="110"/>
                  </a:lnTo>
                  <a:lnTo>
                    <a:pt x="579" y="111"/>
                  </a:lnTo>
                  <a:lnTo>
                    <a:pt x="581" y="111"/>
                  </a:lnTo>
                  <a:lnTo>
                    <a:pt x="582" y="112"/>
                  </a:lnTo>
                  <a:lnTo>
                    <a:pt x="583" y="112"/>
                  </a:lnTo>
                  <a:lnTo>
                    <a:pt x="583" y="114"/>
                  </a:lnTo>
                  <a:lnTo>
                    <a:pt x="584" y="114"/>
                  </a:lnTo>
                  <a:lnTo>
                    <a:pt x="584" y="115"/>
                  </a:lnTo>
                  <a:lnTo>
                    <a:pt x="585" y="115"/>
                  </a:lnTo>
                  <a:lnTo>
                    <a:pt x="587" y="116"/>
                  </a:lnTo>
                  <a:lnTo>
                    <a:pt x="588" y="117"/>
                  </a:lnTo>
                  <a:lnTo>
                    <a:pt x="589" y="117"/>
                  </a:lnTo>
                  <a:lnTo>
                    <a:pt x="589" y="118"/>
                  </a:lnTo>
                  <a:lnTo>
                    <a:pt x="590" y="118"/>
                  </a:lnTo>
                  <a:lnTo>
                    <a:pt x="590" y="120"/>
                  </a:lnTo>
                  <a:lnTo>
                    <a:pt x="591" y="120"/>
                  </a:lnTo>
                  <a:lnTo>
                    <a:pt x="591" y="121"/>
                  </a:lnTo>
                  <a:lnTo>
                    <a:pt x="593" y="121"/>
                  </a:lnTo>
                  <a:lnTo>
                    <a:pt x="593" y="122"/>
                  </a:lnTo>
                  <a:lnTo>
                    <a:pt x="594" y="122"/>
                  </a:lnTo>
                  <a:lnTo>
                    <a:pt x="594" y="123"/>
                  </a:lnTo>
                  <a:lnTo>
                    <a:pt x="595" y="123"/>
                  </a:lnTo>
                  <a:lnTo>
                    <a:pt x="595" y="124"/>
                  </a:lnTo>
                  <a:lnTo>
                    <a:pt x="596" y="126"/>
                  </a:lnTo>
                  <a:lnTo>
                    <a:pt x="597" y="126"/>
                  </a:lnTo>
                  <a:lnTo>
                    <a:pt x="599" y="127"/>
                  </a:lnTo>
                  <a:lnTo>
                    <a:pt x="599" y="128"/>
                  </a:lnTo>
                  <a:lnTo>
                    <a:pt x="600" y="129"/>
                  </a:lnTo>
                  <a:lnTo>
                    <a:pt x="601" y="130"/>
                  </a:lnTo>
                  <a:lnTo>
                    <a:pt x="602" y="132"/>
                  </a:lnTo>
                  <a:lnTo>
                    <a:pt x="603" y="133"/>
                  </a:lnTo>
                  <a:lnTo>
                    <a:pt x="605" y="134"/>
                  </a:lnTo>
                  <a:lnTo>
                    <a:pt x="606" y="135"/>
                  </a:lnTo>
                  <a:lnTo>
                    <a:pt x="607" y="136"/>
                  </a:lnTo>
                  <a:lnTo>
                    <a:pt x="608" y="138"/>
                  </a:lnTo>
                  <a:lnTo>
                    <a:pt x="609" y="139"/>
                  </a:lnTo>
                  <a:lnTo>
                    <a:pt x="609" y="140"/>
                  </a:lnTo>
                  <a:lnTo>
                    <a:pt x="611" y="140"/>
                  </a:lnTo>
                  <a:lnTo>
                    <a:pt x="612" y="141"/>
                  </a:lnTo>
                  <a:lnTo>
                    <a:pt x="613" y="142"/>
                  </a:lnTo>
                  <a:lnTo>
                    <a:pt x="613" y="144"/>
                  </a:lnTo>
                  <a:lnTo>
                    <a:pt x="614" y="144"/>
                  </a:lnTo>
                  <a:lnTo>
                    <a:pt x="614" y="145"/>
                  </a:lnTo>
                  <a:lnTo>
                    <a:pt x="615" y="146"/>
                  </a:lnTo>
                  <a:lnTo>
                    <a:pt x="617" y="147"/>
                  </a:lnTo>
                  <a:lnTo>
                    <a:pt x="618" y="147"/>
                  </a:lnTo>
                  <a:lnTo>
                    <a:pt x="618" y="148"/>
                  </a:lnTo>
                  <a:lnTo>
                    <a:pt x="619" y="150"/>
                  </a:lnTo>
                  <a:lnTo>
                    <a:pt x="619" y="151"/>
                  </a:lnTo>
                  <a:lnTo>
                    <a:pt x="620" y="151"/>
                  </a:lnTo>
                  <a:lnTo>
                    <a:pt x="621" y="152"/>
                  </a:lnTo>
                  <a:lnTo>
                    <a:pt x="623" y="153"/>
                  </a:lnTo>
                  <a:lnTo>
                    <a:pt x="623" y="154"/>
                  </a:lnTo>
                  <a:lnTo>
                    <a:pt x="624" y="156"/>
                  </a:lnTo>
                  <a:lnTo>
                    <a:pt x="625" y="157"/>
                  </a:lnTo>
                  <a:lnTo>
                    <a:pt x="626" y="158"/>
                  </a:lnTo>
                  <a:lnTo>
                    <a:pt x="627" y="159"/>
                  </a:lnTo>
                  <a:lnTo>
                    <a:pt x="629" y="162"/>
                  </a:lnTo>
                  <a:lnTo>
                    <a:pt x="630" y="163"/>
                  </a:lnTo>
                  <a:lnTo>
                    <a:pt x="631" y="164"/>
                  </a:lnTo>
                  <a:lnTo>
                    <a:pt x="632" y="166"/>
                  </a:lnTo>
                  <a:lnTo>
                    <a:pt x="633" y="168"/>
                  </a:lnTo>
                  <a:lnTo>
                    <a:pt x="635" y="169"/>
                  </a:lnTo>
                  <a:lnTo>
                    <a:pt x="636" y="170"/>
                  </a:lnTo>
                  <a:lnTo>
                    <a:pt x="637" y="171"/>
                  </a:lnTo>
                  <a:lnTo>
                    <a:pt x="638" y="172"/>
                  </a:lnTo>
                  <a:lnTo>
                    <a:pt x="639" y="174"/>
                  </a:lnTo>
                  <a:lnTo>
                    <a:pt x="639" y="175"/>
                  </a:lnTo>
                  <a:lnTo>
                    <a:pt x="641" y="176"/>
                  </a:lnTo>
                  <a:lnTo>
                    <a:pt x="642" y="177"/>
                  </a:lnTo>
                  <a:lnTo>
                    <a:pt x="643" y="178"/>
                  </a:lnTo>
                  <a:lnTo>
                    <a:pt x="644" y="180"/>
                  </a:lnTo>
                  <a:lnTo>
                    <a:pt x="644" y="181"/>
                  </a:lnTo>
                  <a:lnTo>
                    <a:pt x="645" y="181"/>
                  </a:lnTo>
                  <a:lnTo>
                    <a:pt x="645" y="182"/>
                  </a:lnTo>
                  <a:lnTo>
                    <a:pt x="647" y="183"/>
                  </a:lnTo>
                  <a:lnTo>
                    <a:pt x="647" y="184"/>
                  </a:lnTo>
                  <a:lnTo>
                    <a:pt x="648" y="186"/>
                  </a:lnTo>
                  <a:lnTo>
                    <a:pt x="649" y="186"/>
                  </a:lnTo>
                  <a:lnTo>
                    <a:pt x="649" y="187"/>
                  </a:lnTo>
                  <a:lnTo>
                    <a:pt x="650" y="188"/>
                  </a:lnTo>
                  <a:lnTo>
                    <a:pt x="651" y="189"/>
                  </a:lnTo>
                  <a:lnTo>
                    <a:pt x="653" y="190"/>
                  </a:lnTo>
                  <a:lnTo>
                    <a:pt x="653" y="192"/>
                  </a:lnTo>
                  <a:lnTo>
                    <a:pt x="654" y="194"/>
                  </a:lnTo>
                  <a:lnTo>
                    <a:pt x="655" y="195"/>
                  </a:lnTo>
                  <a:lnTo>
                    <a:pt x="656" y="196"/>
                  </a:lnTo>
                  <a:lnTo>
                    <a:pt x="657" y="199"/>
                  </a:lnTo>
                  <a:lnTo>
                    <a:pt x="659" y="200"/>
                  </a:lnTo>
                  <a:lnTo>
                    <a:pt x="660" y="202"/>
                  </a:lnTo>
                  <a:lnTo>
                    <a:pt x="661" y="204"/>
                  </a:lnTo>
                  <a:lnTo>
                    <a:pt x="662" y="206"/>
                  </a:lnTo>
                  <a:lnTo>
                    <a:pt x="663" y="207"/>
                  </a:lnTo>
                  <a:lnTo>
                    <a:pt x="665" y="208"/>
                  </a:lnTo>
                  <a:lnTo>
                    <a:pt x="666" y="211"/>
                  </a:lnTo>
                  <a:lnTo>
                    <a:pt x="667" y="212"/>
                  </a:lnTo>
                  <a:lnTo>
                    <a:pt x="668" y="213"/>
                  </a:lnTo>
                  <a:lnTo>
                    <a:pt x="669" y="214"/>
                  </a:lnTo>
                  <a:lnTo>
                    <a:pt x="669" y="216"/>
                  </a:lnTo>
                  <a:lnTo>
                    <a:pt x="671" y="217"/>
                  </a:lnTo>
                  <a:lnTo>
                    <a:pt x="672" y="218"/>
                  </a:lnTo>
                  <a:lnTo>
                    <a:pt x="672" y="219"/>
                  </a:lnTo>
                  <a:lnTo>
                    <a:pt x="673" y="220"/>
                  </a:lnTo>
                  <a:lnTo>
                    <a:pt x="674" y="220"/>
                  </a:lnTo>
                  <a:lnTo>
                    <a:pt x="674" y="222"/>
                  </a:lnTo>
                  <a:lnTo>
                    <a:pt x="675" y="223"/>
                  </a:lnTo>
                  <a:lnTo>
                    <a:pt x="675" y="224"/>
                  </a:lnTo>
                  <a:lnTo>
                    <a:pt x="677" y="225"/>
                  </a:lnTo>
                  <a:lnTo>
                    <a:pt x="678" y="226"/>
                  </a:lnTo>
                  <a:lnTo>
                    <a:pt x="678" y="228"/>
                  </a:lnTo>
                  <a:lnTo>
                    <a:pt x="679" y="228"/>
                  </a:lnTo>
                  <a:lnTo>
                    <a:pt x="680" y="229"/>
                  </a:lnTo>
                  <a:lnTo>
                    <a:pt x="680" y="230"/>
                  </a:lnTo>
                  <a:lnTo>
                    <a:pt x="681" y="231"/>
                  </a:lnTo>
                  <a:lnTo>
                    <a:pt x="683" y="234"/>
                  </a:lnTo>
                  <a:lnTo>
                    <a:pt x="684" y="235"/>
                  </a:lnTo>
                  <a:lnTo>
                    <a:pt x="685" y="236"/>
                  </a:lnTo>
                  <a:lnTo>
                    <a:pt x="686" y="237"/>
                  </a:lnTo>
                  <a:lnTo>
                    <a:pt x="687" y="240"/>
                  </a:lnTo>
                  <a:lnTo>
                    <a:pt x="689" y="241"/>
                  </a:lnTo>
                  <a:lnTo>
                    <a:pt x="690" y="243"/>
                  </a:lnTo>
                  <a:lnTo>
                    <a:pt x="691" y="244"/>
                  </a:lnTo>
                  <a:lnTo>
                    <a:pt x="692" y="247"/>
                  </a:lnTo>
                  <a:lnTo>
                    <a:pt x="693" y="248"/>
                  </a:lnTo>
                  <a:lnTo>
                    <a:pt x="695" y="250"/>
                  </a:lnTo>
                  <a:lnTo>
                    <a:pt x="696" y="252"/>
                  </a:lnTo>
                  <a:lnTo>
                    <a:pt x="697" y="253"/>
                  </a:lnTo>
                  <a:lnTo>
                    <a:pt x="698" y="255"/>
                  </a:lnTo>
                  <a:lnTo>
                    <a:pt x="699" y="256"/>
                  </a:lnTo>
                  <a:lnTo>
                    <a:pt x="701" y="258"/>
                  </a:lnTo>
                  <a:lnTo>
                    <a:pt x="701" y="259"/>
                  </a:lnTo>
                  <a:lnTo>
                    <a:pt x="702" y="260"/>
                  </a:lnTo>
                  <a:lnTo>
                    <a:pt x="703" y="261"/>
                  </a:lnTo>
                  <a:lnTo>
                    <a:pt x="703" y="262"/>
                  </a:lnTo>
                  <a:lnTo>
                    <a:pt x="704" y="262"/>
                  </a:lnTo>
                  <a:lnTo>
                    <a:pt x="704" y="264"/>
                  </a:lnTo>
                  <a:lnTo>
                    <a:pt x="705" y="265"/>
                  </a:lnTo>
                  <a:lnTo>
                    <a:pt x="705" y="266"/>
                  </a:lnTo>
                  <a:lnTo>
                    <a:pt x="707" y="267"/>
                  </a:lnTo>
                  <a:lnTo>
                    <a:pt x="708" y="268"/>
                  </a:lnTo>
                  <a:lnTo>
                    <a:pt x="708" y="270"/>
                  </a:lnTo>
                  <a:lnTo>
                    <a:pt x="709" y="271"/>
                  </a:lnTo>
                  <a:lnTo>
                    <a:pt x="709" y="272"/>
                  </a:lnTo>
                  <a:lnTo>
                    <a:pt x="710" y="272"/>
                  </a:lnTo>
                  <a:lnTo>
                    <a:pt x="710" y="273"/>
                  </a:lnTo>
                  <a:lnTo>
                    <a:pt x="711" y="274"/>
                  </a:lnTo>
                  <a:lnTo>
                    <a:pt x="713" y="276"/>
                  </a:lnTo>
                  <a:lnTo>
                    <a:pt x="713" y="277"/>
                  </a:lnTo>
                  <a:lnTo>
                    <a:pt x="714" y="278"/>
                  </a:lnTo>
                  <a:lnTo>
                    <a:pt x="714" y="279"/>
                  </a:lnTo>
                  <a:lnTo>
                    <a:pt x="715" y="282"/>
                  </a:lnTo>
                  <a:lnTo>
                    <a:pt x="716" y="283"/>
                  </a:lnTo>
                  <a:lnTo>
                    <a:pt x="717" y="2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37" name="Freeform 210">
              <a:extLst>
                <a:ext uri="{FF2B5EF4-FFF2-40B4-BE49-F238E27FC236}">
                  <a16:creationId xmlns:a16="http://schemas.microsoft.com/office/drawing/2014/main" id="{A24A120A-9B5F-46CA-A7FF-9864AF28B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00" y="3781425"/>
              <a:ext cx="569913" cy="227013"/>
            </a:xfrm>
            <a:custGeom>
              <a:avLst/>
              <a:gdLst>
                <a:gd name="T0" fmla="*/ 2147483646 w 717"/>
                <a:gd name="T1" fmla="*/ 2147483646 h 285"/>
                <a:gd name="T2" fmla="*/ 2147483646 w 717"/>
                <a:gd name="T3" fmla="*/ 2147483646 h 285"/>
                <a:gd name="T4" fmla="*/ 2147483646 w 717"/>
                <a:gd name="T5" fmla="*/ 2147483646 h 285"/>
                <a:gd name="T6" fmla="*/ 2147483646 w 717"/>
                <a:gd name="T7" fmla="*/ 2147483646 h 285"/>
                <a:gd name="T8" fmla="*/ 2147483646 w 717"/>
                <a:gd name="T9" fmla="*/ 2147483646 h 285"/>
                <a:gd name="T10" fmla="*/ 2147483646 w 717"/>
                <a:gd name="T11" fmla="*/ 2147483646 h 285"/>
                <a:gd name="T12" fmla="*/ 2147483646 w 717"/>
                <a:gd name="T13" fmla="*/ 2147483646 h 285"/>
                <a:gd name="T14" fmla="*/ 2147483646 w 717"/>
                <a:gd name="T15" fmla="*/ 2147483646 h 285"/>
                <a:gd name="T16" fmla="*/ 2147483646 w 717"/>
                <a:gd name="T17" fmla="*/ 2147483646 h 285"/>
                <a:gd name="T18" fmla="*/ 2147483646 w 717"/>
                <a:gd name="T19" fmla="*/ 2147483646 h 285"/>
                <a:gd name="T20" fmla="*/ 2147483646 w 717"/>
                <a:gd name="T21" fmla="*/ 2147483646 h 285"/>
                <a:gd name="T22" fmla="*/ 2147483646 w 717"/>
                <a:gd name="T23" fmla="*/ 2147483646 h 285"/>
                <a:gd name="T24" fmla="*/ 2147483646 w 717"/>
                <a:gd name="T25" fmla="*/ 2147483646 h 285"/>
                <a:gd name="T26" fmla="*/ 2147483646 w 717"/>
                <a:gd name="T27" fmla="*/ 2147483646 h 285"/>
                <a:gd name="T28" fmla="*/ 2147483646 w 717"/>
                <a:gd name="T29" fmla="*/ 2147483646 h 285"/>
                <a:gd name="T30" fmla="*/ 2147483646 w 717"/>
                <a:gd name="T31" fmla="*/ 2147483646 h 285"/>
                <a:gd name="T32" fmla="*/ 2147483646 w 717"/>
                <a:gd name="T33" fmla="*/ 2147483646 h 285"/>
                <a:gd name="T34" fmla="*/ 2147483646 w 717"/>
                <a:gd name="T35" fmla="*/ 2147483646 h 285"/>
                <a:gd name="T36" fmla="*/ 2147483646 w 717"/>
                <a:gd name="T37" fmla="*/ 2147483646 h 285"/>
                <a:gd name="T38" fmla="*/ 2147483646 w 717"/>
                <a:gd name="T39" fmla="*/ 2147483646 h 285"/>
                <a:gd name="T40" fmla="*/ 2147483646 w 717"/>
                <a:gd name="T41" fmla="*/ 2147483646 h 285"/>
                <a:gd name="T42" fmla="*/ 2147483646 w 717"/>
                <a:gd name="T43" fmla="*/ 2147483646 h 285"/>
                <a:gd name="T44" fmla="*/ 2147483646 w 717"/>
                <a:gd name="T45" fmla="*/ 2147483646 h 285"/>
                <a:gd name="T46" fmla="*/ 2147483646 w 717"/>
                <a:gd name="T47" fmla="*/ 2147483646 h 285"/>
                <a:gd name="T48" fmla="*/ 2147483646 w 717"/>
                <a:gd name="T49" fmla="*/ 2147483646 h 285"/>
                <a:gd name="T50" fmla="*/ 2147483646 w 717"/>
                <a:gd name="T51" fmla="*/ 2147483646 h 285"/>
                <a:gd name="T52" fmla="*/ 2147483646 w 717"/>
                <a:gd name="T53" fmla="*/ 2147483646 h 285"/>
                <a:gd name="T54" fmla="*/ 2147483646 w 717"/>
                <a:gd name="T55" fmla="*/ 2147483646 h 285"/>
                <a:gd name="T56" fmla="*/ 2147483646 w 717"/>
                <a:gd name="T57" fmla="*/ 2147483646 h 285"/>
                <a:gd name="T58" fmla="*/ 2147483646 w 717"/>
                <a:gd name="T59" fmla="*/ 2147483646 h 285"/>
                <a:gd name="T60" fmla="*/ 2147483646 w 717"/>
                <a:gd name="T61" fmla="*/ 2147483646 h 285"/>
                <a:gd name="T62" fmla="*/ 2147483646 w 717"/>
                <a:gd name="T63" fmla="*/ 2147483646 h 285"/>
                <a:gd name="T64" fmla="*/ 2147483646 w 717"/>
                <a:gd name="T65" fmla="*/ 2147483646 h 285"/>
                <a:gd name="T66" fmla="*/ 2147483646 w 717"/>
                <a:gd name="T67" fmla="*/ 2147483646 h 285"/>
                <a:gd name="T68" fmla="*/ 2147483646 w 717"/>
                <a:gd name="T69" fmla="*/ 2147483646 h 285"/>
                <a:gd name="T70" fmla="*/ 2147483646 w 717"/>
                <a:gd name="T71" fmla="*/ 2147483646 h 285"/>
                <a:gd name="T72" fmla="*/ 2147483646 w 717"/>
                <a:gd name="T73" fmla="*/ 2147483646 h 285"/>
                <a:gd name="T74" fmla="*/ 2147483646 w 717"/>
                <a:gd name="T75" fmla="*/ 2147483646 h 285"/>
                <a:gd name="T76" fmla="*/ 2147483646 w 717"/>
                <a:gd name="T77" fmla="*/ 2147483646 h 285"/>
                <a:gd name="T78" fmla="*/ 2147483646 w 717"/>
                <a:gd name="T79" fmla="*/ 2147483646 h 285"/>
                <a:gd name="T80" fmla="*/ 2147483646 w 717"/>
                <a:gd name="T81" fmla="*/ 2147483646 h 285"/>
                <a:gd name="T82" fmla="*/ 2147483646 w 717"/>
                <a:gd name="T83" fmla="*/ 2147483646 h 285"/>
                <a:gd name="T84" fmla="*/ 2147483646 w 717"/>
                <a:gd name="T85" fmla="*/ 2147483646 h 285"/>
                <a:gd name="T86" fmla="*/ 2147483646 w 717"/>
                <a:gd name="T87" fmla="*/ 2147483646 h 285"/>
                <a:gd name="T88" fmla="*/ 2147483646 w 717"/>
                <a:gd name="T89" fmla="*/ 2147483646 h 285"/>
                <a:gd name="T90" fmla="*/ 2147483646 w 717"/>
                <a:gd name="T91" fmla="*/ 2147483646 h 285"/>
                <a:gd name="T92" fmla="*/ 2147483646 w 717"/>
                <a:gd name="T93" fmla="*/ 2147483646 h 285"/>
                <a:gd name="T94" fmla="*/ 2147483646 w 717"/>
                <a:gd name="T95" fmla="*/ 2147483646 h 285"/>
                <a:gd name="T96" fmla="*/ 2147483646 w 717"/>
                <a:gd name="T97" fmla="*/ 2147483646 h 285"/>
                <a:gd name="T98" fmla="*/ 2147483646 w 717"/>
                <a:gd name="T99" fmla="*/ 2147483646 h 285"/>
                <a:gd name="T100" fmla="*/ 2147483646 w 717"/>
                <a:gd name="T101" fmla="*/ 2147483646 h 285"/>
                <a:gd name="T102" fmla="*/ 2147483646 w 717"/>
                <a:gd name="T103" fmla="*/ 2147483646 h 285"/>
                <a:gd name="T104" fmla="*/ 2147483646 w 717"/>
                <a:gd name="T105" fmla="*/ 2147483646 h 285"/>
                <a:gd name="T106" fmla="*/ 2147483646 w 717"/>
                <a:gd name="T107" fmla="*/ 2147483646 h 285"/>
                <a:gd name="T108" fmla="*/ 2147483646 w 717"/>
                <a:gd name="T109" fmla="*/ 2147483646 h 285"/>
                <a:gd name="T110" fmla="*/ 2147483646 w 717"/>
                <a:gd name="T111" fmla="*/ 2147483646 h 285"/>
                <a:gd name="T112" fmla="*/ 2147483646 w 717"/>
                <a:gd name="T113" fmla="*/ 2147483646 h 285"/>
                <a:gd name="T114" fmla="*/ 2147483646 w 717"/>
                <a:gd name="T115" fmla="*/ 2147483646 h 285"/>
                <a:gd name="T116" fmla="*/ 2147483646 w 717"/>
                <a:gd name="T117" fmla="*/ 2147483646 h 285"/>
                <a:gd name="T118" fmla="*/ 2147483646 w 717"/>
                <a:gd name="T119" fmla="*/ 2147483646 h 285"/>
                <a:gd name="T120" fmla="*/ 2147483646 w 717"/>
                <a:gd name="T121" fmla="*/ 2147483646 h 2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17" h="285">
                  <a:moveTo>
                    <a:pt x="0" y="285"/>
                  </a:moveTo>
                  <a:lnTo>
                    <a:pt x="27" y="285"/>
                  </a:lnTo>
                  <a:lnTo>
                    <a:pt x="54" y="285"/>
                  </a:lnTo>
                  <a:lnTo>
                    <a:pt x="78" y="285"/>
                  </a:lnTo>
                  <a:lnTo>
                    <a:pt x="99" y="285"/>
                  </a:lnTo>
                  <a:lnTo>
                    <a:pt x="121" y="285"/>
                  </a:lnTo>
                  <a:lnTo>
                    <a:pt x="140" y="285"/>
                  </a:lnTo>
                  <a:lnTo>
                    <a:pt x="158" y="285"/>
                  </a:lnTo>
                  <a:lnTo>
                    <a:pt x="175" y="285"/>
                  </a:lnTo>
                  <a:lnTo>
                    <a:pt x="191" y="285"/>
                  </a:lnTo>
                  <a:lnTo>
                    <a:pt x="204" y="285"/>
                  </a:lnTo>
                  <a:lnTo>
                    <a:pt x="217" y="285"/>
                  </a:lnTo>
                  <a:lnTo>
                    <a:pt x="229" y="285"/>
                  </a:lnTo>
                  <a:lnTo>
                    <a:pt x="240" y="285"/>
                  </a:lnTo>
                  <a:lnTo>
                    <a:pt x="249" y="285"/>
                  </a:lnTo>
                  <a:lnTo>
                    <a:pt x="259" y="285"/>
                  </a:lnTo>
                  <a:lnTo>
                    <a:pt x="266" y="285"/>
                  </a:lnTo>
                  <a:lnTo>
                    <a:pt x="273" y="285"/>
                  </a:lnTo>
                  <a:lnTo>
                    <a:pt x="281" y="285"/>
                  </a:lnTo>
                  <a:lnTo>
                    <a:pt x="285" y="285"/>
                  </a:lnTo>
                  <a:lnTo>
                    <a:pt x="291" y="285"/>
                  </a:lnTo>
                  <a:lnTo>
                    <a:pt x="295" y="285"/>
                  </a:lnTo>
                  <a:lnTo>
                    <a:pt x="300" y="285"/>
                  </a:lnTo>
                  <a:lnTo>
                    <a:pt x="303" y="285"/>
                  </a:lnTo>
                  <a:lnTo>
                    <a:pt x="306" y="285"/>
                  </a:lnTo>
                  <a:lnTo>
                    <a:pt x="308" y="284"/>
                  </a:lnTo>
                  <a:lnTo>
                    <a:pt x="311" y="284"/>
                  </a:lnTo>
                  <a:lnTo>
                    <a:pt x="313" y="284"/>
                  </a:lnTo>
                  <a:lnTo>
                    <a:pt x="315" y="284"/>
                  </a:lnTo>
                  <a:lnTo>
                    <a:pt x="318" y="284"/>
                  </a:lnTo>
                  <a:lnTo>
                    <a:pt x="319" y="284"/>
                  </a:lnTo>
                  <a:lnTo>
                    <a:pt x="321" y="284"/>
                  </a:lnTo>
                  <a:lnTo>
                    <a:pt x="323" y="284"/>
                  </a:lnTo>
                  <a:lnTo>
                    <a:pt x="325" y="284"/>
                  </a:lnTo>
                  <a:lnTo>
                    <a:pt x="327" y="284"/>
                  </a:lnTo>
                  <a:lnTo>
                    <a:pt x="329" y="284"/>
                  </a:lnTo>
                  <a:lnTo>
                    <a:pt x="331" y="282"/>
                  </a:lnTo>
                  <a:lnTo>
                    <a:pt x="332" y="282"/>
                  </a:lnTo>
                  <a:lnTo>
                    <a:pt x="333" y="282"/>
                  </a:lnTo>
                  <a:lnTo>
                    <a:pt x="335" y="282"/>
                  </a:lnTo>
                  <a:lnTo>
                    <a:pt x="336" y="282"/>
                  </a:lnTo>
                  <a:lnTo>
                    <a:pt x="337" y="282"/>
                  </a:lnTo>
                  <a:lnTo>
                    <a:pt x="338" y="282"/>
                  </a:lnTo>
                  <a:lnTo>
                    <a:pt x="339" y="282"/>
                  </a:lnTo>
                  <a:lnTo>
                    <a:pt x="341" y="282"/>
                  </a:lnTo>
                  <a:lnTo>
                    <a:pt x="342" y="282"/>
                  </a:lnTo>
                  <a:lnTo>
                    <a:pt x="343" y="282"/>
                  </a:lnTo>
                  <a:lnTo>
                    <a:pt x="344" y="282"/>
                  </a:lnTo>
                  <a:lnTo>
                    <a:pt x="345" y="281"/>
                  </a:lnTo>
                  <a:lnTo>
                    <a:pt x="347" y="281"/>
                  </a:lnTo>
                  <a:lnTo>
                    <a:pt x="348" y="281"/>
                  </a:lnTo>
                  <a:lnTo>
                    <a:pt x="349" y="281"/>
                  </a:lnTo>
                  <a:lnTo>
                    <a:pt x="350" y="281"/>
                  </a:lnTo>
                  <a:lnTo>
                    <a:pt x="351" y="281"/>
                  </a:lnTo>
                  <a:lnTo>
                    <a:pt x="353" y="281"/>
                  </a:lnTo>
                  <a:lnTo>
                    <a:pt x="354" y="281"/>
                  </a:lnTo>
                  <a:lnTo>
                    <a:pt x="355" y="280"/>
                  </a:lnTo>
                  <a:lnTo>
                    <a:pt x="356" y="280"/>
                  </a:lnTo>
                  <a:lnTo>
                    <a:pt x="357" y="280"/>
                  </a:lnTo>
                  <a:lnTo>
                    <a:pt x="359" y="280"/>
                  </a:lnTo>
                  <a:lnTo>
                    <a:pt x="361" y="280"/>
                  </a:lnTo>
                  <a:lnTo>
                    <a:pt x="362" y="279"/>
                  </a:lnTo>
                  <a:lnTo>
                    <a:pt x="365" y="279"/>
                  </a:lnTo>
                  <a:lnTo>
                    <a:pt x="366" y="279"/>
                  </a:lnTo>
                  <a:lnTo>
                    <a:pt x="368" y="279"/>
                  </a:lnTo>
                  <a:lnTo>
                    <a:pt x="369" y="279"/>
                  </a:lnTo>
                  <a:lnTo>
                    <a:pt x="372" y="278"/>
                  </a:lnTo>
                  <a:lnTo>
                    <a:pt x="373" y="278"/>
                  </a:lnTo>
                  <a:lnTo>
                    <a:pt x="374" y="278"/>
                  </a:lnTo>
                  <a:lnTo>
                    <a:pt x="375" y="278"/>
                  </a:lnTo>
                  <a:lnTo>
                    <a:pt x="378" y="278"/>
                  </a:lnTo>
                  <a:lnTo>
                    <a:pt x="379" y="278"/>
                  </a:lnTo>
                  <a:lnTo>
                    <a:pt x="380" y="276"/>
                  </a:lnTo>
                  <a:lnTo>
                    <a:pt x="381" y="276"/>
                  </a:lnTo>
                  <a:lnTo>
                    <a:pt x="383" y="276"/>
                  </a:lnTo>
                  <a:lnTo>
                    <a:pt x="384" y="276"/>
                  </a:lnTo>
                  <a:lnTo>
                    <a:pt x="385" y="276"/>
                  </a:lnTo>
                  <a:lnTo>
                    <a:pt x="386" y="275"/>
                  </a:lnTo>
                  <a:lnTo>
                    <a:pt x="387" y="275"/>
                  </a:lnTo>
                  <a:lnTo>
                    <a:pt x="389" y="275"/>
                  </a:lnTo>
                  <a:lnTo>
                    <a:pt x="390" y="275"/>
                  </a:lnTo>
                  <a:lnTo>
                    <a:pt x="391" y="274"/>
                  </a:lnTo>
                  <a:lnTo>
                    <a:pt x="392" y="274"/>
                  </a:lnTo>
                  <a:lnTo>
                    <a:pt x="393" y="274"/>
                  </a:lnTo>
                  <a:lnTo>
                    <a:pt x="395" y="274"/>
                  </a:lnTo>
                  <a:lnTo>
                    <a:pt x="396" y="273"/>
                  </a:lnTo>
                  <a:lnTo>
                    <a:pt x="397" y="273"/>
                  </a:lnTo>
                  <a:lnTo>
                    <a:pt x="398" y="273"/>
                  </a:lnTo>
                  <a:lnTo>
                    <a:pt x="399" y="272"/>
                  </a:lnTo>
                  <a:lnTo>
                    <a:pt x="402" y="272"/>
                  </a:lnTo>
                  <a:lnTo>
                    <a:pt x="403" y="270"/>
                  </a:lnTo>
                  <a:lnTo>
                    <a:pt x="405" y="270"/>
                  </a:lnTo>
                  <a:lnTo>
                    <a:pt x="407" y="269"/>
                  </a:lnTo>
                  <a:lnTo>
                    <a:pt x="409" y="269"/>
                  </a:lnTo>
                  <a:lnTo>
                    <a:pt x="411" y="268"/>
                  </a:lnTo>
                  <a:lnTo>
                    <a:pt x="414" y="268"/>
                  </a:lnTo>
                  <a:lnTo>
                    <a:pt x="415" y="267"/>
                  </a:lnTo>
                  <a:lnTo>
                    <a:pt x="417" y="267"/>
                  </a:lnTo>
                  <a:lnTo>
                    <a:pt x="419" y="266"/>
                  </a:lnTo>
                  <a:lnTo>
                    <a:pt x="421" y="266"/>
                  </a:lnTo>
                  <a:lnTo>
                    <a:pt x="422" y="264"/>
                  </a:lnTo>
                  <a:lnTo>
                    <a:pt x="423" y="264"/>
                  </a:lnTo>
                  <a:lnTo>
                    <a:pt x="426" y="264"/>
                  </a:lnTo>
                  <a:lnTo>
                    <a:pt x="427" y="263"/>
                  </a:lnTo>
                  <a:lnTo>
                    <a:pt x="428" y="263"/>
                  </a:lnTo>
                  <a:lnTo>
                    <a:pt x="429" y="262"/>
                  </a:lnTo>
                  <a:lnTo>
                    <a:pt x="431" y="262"/>
                  </a:lnTo>
                  <a:lnTo>
                    <a:pt x="432" y="262"/>
                  </a:lnTo>
                  <a:lnTo>
                    <a:pt x="433" y="261"/>
                  </a:lnTo>
                  <a:lnTo>
                    <a:pt x="434" y="261"/>
                  </a:lnTo>
                  <a:lnTo>
                    <a:pt x="435" y="260"/>
                  </a:lnTo>
                  <a:lnTo>
                    <a:pt x="437" y="260"/>
                  </a:lnTo>
                  <a:lnTo>
                    <a:pt x="438" y="260"/>
                  </a:lnTo>
                  <a:lnTo>
                    <a:pt x="439" y="258"/>
                  </a:lnTo>
                  <a:lnTo>
                    <a:pt x="440" y="258"/>
                  </a:lnTo>
                  <a:lnTo>
                    <a:pt x="441" y="257"/>
                  </a:lnTo>
                  <a:lnTo>
                    <a:pt x="443" y="257"/>
                  </a:lnTo>
                  <a:lnTo>
                    <a:pt x="444" y="256"/>
                  </a:lnTo>
                  <a:lnTo>
                    <a:pt x="445" y="256"/>
                  </a:lnTo>
                  <a:lnTo>
                    <a:pt x="446" y="255"/>
                  </a:lnTo>
                  <a:lnTo>
                    <a:pt x="447" y="255"/>
                  </a:lnTo>
                  <a:lnTo>
                    <a:pt x="449" y="254"/>
                  </a:lnTo>
                  <a:lnTo>
                    <a:pt x="451" y="252"/>
                  </a:lnTo>
                  <a:lnTo>
                    <a:pt x="452" y="252"/>
                  </a:lnTo>
                  <a:lnTo>
                    <a:pt x="455" y="251"/>
                  </a:lnTo>
                  <a:lnTo>
                    <a:pt x="456" y="250"/>
                  </a:lnTo>
                  <a:lnTo>
                    <a:pt x="458" y="249"/>
                  </a:lnTo>
                  <a:lnTo>
                    <a:pt x="459" y="249"/>
                  </a:lnTo>
                  <a:lnTo>
                    <a:pt x="462" y="248"/>
                  </a:lnTo>
                  <a:lnTo>
                    <a:pt x="463" y="246"/>
                  </a:lnTo>
                  <a:lnTo>
                    <a:pt x="464" y="246"/>
                  </a:lnTo>
                  <a:lnTo>
                    <a:pt x="465" y="245"/>
                  </a:lnTo>
                  <a:lnTo>
                    <a:pt x="468" y="245"/>
                  </a:lnTo>
                  <a:lnTo>
                    <a:pt x="469" y="244"/>
                  </a:lnTo>
                  <a:lnTo>
                    <a:pt x="470" y="244"/>
                  </a:lnTo>
                  <a:lnTo>
                    <a:pt x="471" y="243"/>
                  </a:lnTo>
                  <a:lnTo>
                    <a:pt x="473" y="242"/>
                  </a:lnTo>
                  <a:lnTo>
                    <a:pt x="474" y="242"/>
                  </a:lnTo>
                  <a:lnTo>
                    <a:pt x="475" y="240"/>
                  </a:lnTo>
                  <a:lnTo>
                    <a:pt x="476" y="240"/>
                  </a:lnTo>
                  <a:lnTo>
                    <a:pt x="477" y="239"/>
                  </a:lnTo>
                  <a:lnTo>
                    <a:pt x="479" y="239"/>
                  </a:lnTo>
                  <a:lnTo>
                    <a:pt x="480" y="238"/>
                  </a:lnTo>
                  <a:lnTo>
                    <a:pt x="481" y="238"/>
                  </a:lnTo>
                  <a:lnTo>
                    <a:pt x="481" y="237"/>
                  </a:lnTo>
                  <a:lnTo>
                    <a:pt x="482" y="237"/>
                  </a:lnTo>
                  <a:lnTo>
                    <a:pt x="483" y="237"/>
                  </a:lnTo>
                  <a:lnTo>
                    <a:pt x="485" y="236"/>
                  </a:lnTo>
                  <a:lnTo>
                    <a:pt x="486" y="236"/>
                  </a:lnTo>
                  <a:lnTo>
                    <a:pt x="487" y="234"/>
                  </a:lnTo>
                  <a:lnTo>
                    <a:pt x="488" y="233"/>
                  </a:lnTo>
                  <a:lnTo>
                    <a:pt x="489" y="233"/>
                  </a:lnTo>
                  <a:lnTo>
                    <a:pt x="491" y="232"/>
                  </a:lnTo>
                  <a:lnTo>
                    <a:pt x="493" y="231"/>
                  </a:lnTo>
                  <a:lnTo>
                    <a:pt x="494" y="231"/>
                  </a:lnTo>
                  <a:lnTo>
                    <a:pt x="495" y="230"/>
                  </a:lnTo>
                  <a:lnTo>
                    <a:pt x="498" y="228"/>
                  </a:lnTo>
                  <a:lnTo>
                    <a:pt x="499" y="227"/>
                  </a:lnTo>
                  <a:lnTo>
                    <a:pt x="500" y="227"/>
                  </a:lnTo>
                  <a:lnTo>
                    <a:pt x="501" y="226"/>
                  </a:lnTo>
                  <a:lnTo>
                    <a:pt x="504" y="225"/>
                  </a:lnTo>
                  <a:lnTo>
                    <a:pt x="505" y="225"/>
                  </a:lnTo>
                  <a:lnTo>
                    <a:pt x="506" y="224"/>
                  </a:lnTo>
                  <a:lnTo>
                    <a:pt x="507" y="224"/>
                  </a:lnTo>
                  <a:lnTo>
                    <a:pt x="507" y="222"/>
                  </a:lnTo>
                  <a:lnTo>
                    <a:pt x="509" y="222"/>
                  </a:lnTo>
                  <a:lnTo>
                    <a:pt x="510" y="221"/>
                  </a:lnTo>
                  <a:lnTo>
                    <a:pt x="511" y="221"/>
                  </a:lnTo>
                  <a:lnTo>
                    <a:pt x="511" y="220"/>
                  </a:lnTo>
                  <a:lnTo>
                    <a:pt x="512" y="220"/>
                  </a:lnTo>
                  <a:lnTo>
                    <a:pt x="513" y="220"/>
                  </a:lnTo>
                  <a:lnTo>
                    <a:pt x="515" y="219"/>
                  </a:lnTo>
                  <a:lnTo>
                    <a:pt x="516" y="218"/>
                  </a:lnTo>
                  <a:lnTo>
                    <a:pt x="517" y="218"/>
                  </a:lnTo>
                  <a:lnTo>
                    <a:pt x="518" y="216"/>
                  </a:lnTo>
                  <a:lnTo>
                    <a:pt x="519" y="216"/>
                  </a:lnTo>
                  <a:lnTo>
                    <a:pt x="519" y="215"/>
                  </a:lnTo>
                  <a:lnTo>
                    <a:pt x="521" y="215"/>
                  </a:lnTo>
                  <a:lnTo>
                    <a:pt x="522" y="214"/>
                  </a:lnTo>
                  <a:lnTo>
                    <a:pt x="523" y="214"/>
                  </a:lnTo>
                  <a:lnTo>
                    <a:pt x="523" y="213"/>
                  </a:lnTo>
                  <a:lnTo>
                    <a:pt x="524" y="213"/>
                  </a:lnTo>
                  <a:lnTo>
                    <a:pt x="525" y="212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29" y="209"/>
                  </a:lnTo>
                  <a:lnTo>
                    <a:pt x="531" y="208"/>
                  </a:lnTo>
                  <a:lnTo>
                    <a:pt x="533" y="208"/>
                  </a:lnTo>
                  <a:lnTo>
                    <a:pt x="534" y="207"/>
                  </a:lnTo>
                  <a:lnTo>
                    <a:pt x="535" y="206"/>
                  </a:lnTo>
                  <a:lnTo>
                    <a:pt x="536" y="204"/>
                  </a:lnTo>
                  <a:lnTo>
                    <a:pt x="537" y="204"/>
                  </a:lnTo>
                  <a:lnTo>
                    <a:pt x="539" y="203"/>
                  </a:lnTo>
                  <a:lnTo>
                    <a:pt x="540" y="202"/>
                  </a:lnTo>
                  <a:lnTo>
                    <a:pt x="541" y="202"/>
                  </a:lnTo>
                  <a:lnTo>
                    <a:pt x="541" y="201"/>
                  </a:lnTo>
                  <a:lnTo>
                    <a:pt x="542" y="201"/>
                  </a:lnTo>
                  <a:lnTo>
                    <a:pt x="543" y="200"/>
                  </a:lnTo>
                  <a:lnTo>
                    <a:pt x="545" y="200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7"/>
                  </a:lnTo>
                  <a:lnTo>
                    <a:pt x="548" y="196"/>
                  </a:lnTo>
                  <a:lnTo>
                    <a:pt x="549" y="196"/>
                  </a:lnTo>
                  <a:lnTo>
                    <a:pt x="551" y="195"/>
                  </a:lnTo>
                  <a:lnTo>
                    <a:pt x="552" y="194"/>
                  </a:lnTo>
                  <a:lnTo>
                    <a:pt x="553" y="192"/>
                  </a:lnTo>
                  <a:lnTo>
                    <a:pt x="554" y="192"/>
                  </a:lnTo>
                  <a:lnTo>
                    <a:pt x="555" y="191"/>
                  </a:lnTo>
                  <a:lnTo>
                    <a:pt x="555" y="190"/>
                  </a:lnTo>
                  <a:lnTo>
                    <a:pt x="557" y="190"/>
                  </a:lnTo>
                  <a:lnTo>
                    <a:pt x="558" y="189"/>
                  </a:lnTo>
                  <a:lnTo>
                    <a:pt x="559" y="189"/>
                  </a:lnTo>
                  <a:lnTo>
                    <a:pt x="559" y="188"/>
                  </a:lnTo>
                  <a:lnTo>
                    <a:pt x="560" y="188"/>
                  </a:lnTo>
                  <a:lnTo>
                    <a:pt x="560" y="186"/>
                  </a:lnTo>
                  <a:lnTo>
                    <a:pt x="561" y="186"/>
                  </a:lnTo>
                  <a:lnTo>
                    <a:pt x="561" y="185"/>
                  </a:lnTo>
                  <a:lnTo>
                    <a:pt x="563" y="185"/>
                  </a:lnTo>
                  <a:lnTo>
                    <a:pt x="564" y="184"/>
                  </a:lnTo>
                  <a:lnTo>
                    <a:pt x="565" y="184"/>
                  </a:lnTo>
                  <a:lnTo>
                    <a:pt x="565" y="183"/>
                  </a:lnTo>
                  <a:lnTo>
                    <a:pt x="566" y="183"/>
                  </a:lnTo>
                  <a:lnTo>
                    <a:pt x="567" y="182"/>
                  </a:lnTo>
                  <a:lnTo>
                    <a:pt x="569" y="180"/>
                  </a:lnTo>
                  <a:lnTo>
                    <a:pt x="570" y="180"/>
                  </a:lnTo>
                  <a:lnTo>
                    <a:pt x="571" y="179"/>
                  </a:lnTo>
                  <a:lnTo>
                    <a:pt x="572" y="178"/>
                  </a:lnTo>
                  <a:lnTo>
                    <a:pt x="573" y="177"/>
                  </a:lnTo>
                  <a:lnTo>
                    <a:pt x="575" y="177"/>
                  </a:lnTo>
                  <a:lnTo>
                    <a:pt x="576" y="176"/>
                  </a:lnTo>
                  <a:lnTo>
                    <a:pt x="577" y="176"/>
                  </a:lnTo>
                  <a:lnTo>
                    <a:pt x="577" y="174"/>
                  </a:lnTo>
                  <a:lnTo>
                    <a:pt x="578" y="174"/>
                  </a:lnTo>
                  <a:lnTo>
                    <a:pt x="579" y="173"/>
                  </a:lnTo>
                  <a:lnTo>
                    <a:pt x="581" y="172"/>
                  </a:lnTo>
                  <a:lnTo>
                    <a:pt x="582" y="172"/>
                  </a:lnTo>
                  <a:lnTo>
                    <a:pt x="583" y="171"/>
                  </a:lnTo>
                  <a:lnTo>
                    <a:pt x="584" y="170"/>
                  </a:lnTo>
                  <a:lnTo>
                    <a:pt x="585" y="170"/>
                  </a:lnTo>
                  <a:lnTo>
                    <a:pt x="587" y="168"/>
                  </a:lnTo>
                  <a:lnTo>
                    <a:pt x="588" y="167"/>
                  </a:lnTo>
                  <a:lnTo>
                    <a:pt x="589" y="167"/>
                  </a:lnTo>
                  <a:lnTo>
                    <a:pt x="589" y="166"/>
                  </a:lnTo>
                  <a:lnTo>
                    <a:pt x="590" y="166"/>
                  </a:lnTo>
                  <a:lnTo>
                    <a:pt x="590" y="165"/>
                  </a:lnTo>
                  <a:lnTo>
                    <a:pt x="591" y="165"/>
                  </a:lnTo>
                  <a:lnTo>
                    <a:pt x="591" y="164"/>
                  </a:lnTo>
                  <a:lnTo>
                    <a:pt x="593" y="164"/>
                  </a:lnTo>
                  <a:lnTo>
                    <a:pt x="593" y="162"/>
                  </a:lnTo>
                  <a:lnTo>
                    <a:pt x="594" y="162"/>
                  </a:lnTo>
                  <a:lnTo>
                    <a:pt x="594" y="161"/>
                  </a:lnTo>
                  <a:lnTo>
                    <a:pt x="595" y="161"/>
                  </a:lnTo>
                  <a:lnTo>
                    <a:pt x="595" y="160"/>
                  </a:lnTo>
                  <a:lnTo>
                    <a:pt x="596" y="159"/>
                  </a:lnTo>
                  <a:lnTo>
                    <a:pt x="597" y="159"/>
                  </a:lnTo>
                  <a:lnTo>
                    <a:pt x="599" y="158"/>
                  </a:lnTo>
                  <a:lnTo>
                    <a:pt x="599" y="156"/>
                  </a:lnTo>
                  <a:lnTo>
                    <a:pt x="600" y="155"/>
                  </a:lnTo>
                  <a:lnTo>
                    <a:pt x="601" y="154"/>
                  </a:lnTo>
                  <a:lnTo>
                    <a:pt x="602" y="153"/>
                  </a:lnTo>
                  <a:lnTo>
                    <a:pt x="603" y="152"/>
                  </a:lnTo>
                  <a:lnTo>
                    <a:pt x="605" y="150"/>
                  </a:lnTo>
                  <a:lnTo>
                    <a:pt x="606" y="149"/>
                  </a:lnTo>
                  <a:lnTo>
                    <a:pt x="607" y="148"/>
                  </a:lnTo>
                  <a:lnTo>
                    <a:pt x="607" y="147"/>
                  </a:lnTo>
                  <a:lnTo>
                    <a:pt x="608" y="147"/>
                  </a:lnTo>
                  <a:lnTo>
                    <a:pt x="609" y="146"/>
                  </a:lnTo>
                  <a:lnTo>
                    <a:pt x="609" y="144"/>
                  </a:lnTo>
                  <a:lnTo>
                    <a:pt x="611" y="144"/>
                  </a:lnTo>
                  <a:lnTo>
                    <a:pt x="612" y="143"/>
                  </a:lnTo>
                  <a:lnTo>
                    <a:pt x="612" y="142"/>
                  </a:lnTo>
                  <a:lnTo>
                    <a:pt x="613" y="142"/>
                  </a:lnTo>
                  <a:lnTo>
                    <a:pt x="613" y="141"/>
                  </a:lnTo>
                  <a:lnTo>
                    <a:pt x="614" y="141"/>
                  </a:lnTo>
                  <a:lnTo>
                    <a:pt x="614" y="140"/>
                  </a:lnTo>
                  <a:lnTo>
                    <a:pt x="615" y="138"/>
                  </a:lnTo>
                  <a:lnTo>
                    <a:pt x="617" y="137"/>
                  </a:lnTo>
                  <a:lnTo>
                    <a:pt x="618" y="136"/>
                  </a:lnTo>
                  <a:lnTo>
                    <a:pt x="619" y="135"/>
                  </a:lnTo>
                  <a:lnTo>
                    <a:pt x="619" y="134"/>
                  </a:lnTo>
                  <a:lnTo>
                    <a:pt x="620" y="134"/>
                  </a:lnTo>
                  <a:lnTo>
                    <a:pt x="621" y="132"/>
                  </a:lnTo>
                  <a:lnTo>
                    <a:pt x="623" y="131"/>
                  </a:lnTo>
                  <a:lnTo>
                    <a:pt x="623" y="130"/>
                  </a:lnTo>
                  <a:lnTo>
                    <a:pt x="624" y="129"/>
                  </a:lnTo>
                  <a:lnTo>
                    <a:pt x="625" y="128"/>
                  </a:lnTo>
                  <a:lnTo>
                    <a:pt x="626" y="126"/>
                  </a:lnTo>
                  <a:lnTo>
                    <a:pt x="627" y="124"/>
                  </a:lnTo>
                  <a:lnTo>
                    <a:pt x="629" y="123"/>
                  </a:lnTo>
                  <a:lnTo>
                    <a:pt x="630" y="122"/>
                  </a:lnTo>
                  <a:lnTo>
                    <a:pt x="631" y="119"/>
                  </a:lnTo>
                  <a:lnTo>
                    <a:pt x="632" y="118"/>
                  </a:lnTo>
                  <a:lnTo>
                    <a:pt x="633" y="117"/>
                  </a:lnTo>
                  <a:lnTo>
                    <a:pt x="635" y="116"/>
                  </a:lnTo>
                  <a:lnTo>
                    <a:pt x="636" y="114"/>
                  </a:lnTo>
                  <a:lnTo>
                    <a:pt x="637" y="113"/>
                  </a:lnTo>
                  <a:lnTo>
                    <a:pt x="638" y="112"/>
                  </a:lnTo>
                  <a:lnTo>
                    <a:pt x="639" y="111"/>
                  </a:lnTo>
                  <a:lnTo>
                    <a:pt x="639" y="110"/>
                  </a:lnTo>
                  <a:lnTo>
                    <a:pt x="641" y="108"/>
                  </a:lnTo>
                  <a:lnTo>
                    <a:pt x="642" y="107"/>
                  </a:lnTo>
                  <a:lnTo>
                    <a:pt x="643" y="106"/>
                  </a:lnTo>
                  <a:lnTo>
                    <a:pt x="644" y="105"/>
                  </a:lnTo>
                  <a:lnTo>
                    <a:pt x="644" y="104"/>
                  </a:lnTo>
                  <a:lnTo>
                    <a:pt x="645" y="104"/>
                  </a:lnTo>
                  <a:lnTo>
                    <a:pt x="645" y="102"/>
                  </a:lnTo>
                  <a:lnTo>
                    <a:pt x="647" y="101"/>
                  </a:lnTo>
                  <a:lnTo>
                    <a:pt x="647" y="100"/>
                  </a:lnTo>
                  <a:lnTo>
                    <a:pt x="648" y="99"/>
                  </a:lnTo>
                  <a:lnTo>
                    <a:pt x="649" y="98"/>
                  </a:lnTo>
                  <a:lnTo>
                    <a:pt x="650" y="96"/>
                  </a:lnTo>
                  <a:lnTo>
                    <a:pt x="651" y="95"/>
                  </a:lnTo>
                  <a:lnTo>
                    <a:pt x="653" y="94"/>
                  </a:lnTo>
                  <a:lnTo>
                    <a:pt x="653" y="92"/>
                  </a:lnTo>
                  <a:lnTo>
                    <a:pt x="654" y="90"/>
                  </a:lnTo>
                  <a:lnTo>
                    <a:pt x="655" y="89"/>
                  </a:lnTo>
                  <a:lnTo>
                    <a:pt x="656" y="88"/>
                  </a:lnTo>
                  <a:lnTo>
                    <a:pt x="657" y="86"/>
                  </a:lnTo>
                  <a:lnTo>
                    <a:pt x="659" y="84"/>
                  </a:lnTo>
                  <a:lnTo>
                    <a:pt x="660" y="82"/>
                  </a:lnTo>
                  <a:lnTo>
                    <a:pt x="661" y="81"/>
                  </a:lnTo>
                  <a:lnTo>
                    <a:pt x="662" y="78"/>
                  </a:lnTo>
                  <a:lnTo>
                    <a:pt x="663" y="77"/>
                  </a:lnTo>
                  <a:lnTo>
                    <a:pt x="665" y="75"/>
                  </a:lnTo>
                  <a:lnTo>
                    <a:pt x="666" y="74"/>
                  </a:lnTo>
                  <a:lnTo>
                    <a:pt x="667" y="72"/>
                  </a:lnTo>
                  <a:lnTo>
                    <a:pt x="668" y="71"/>
                  </a:lnTo>
                  <a:lnTo>
                    <a:pt x="669" y="70"/>
                  </a:lnTo>
                  <a:lnTo>
                    <a:pt x="669" y="69"/>
                  </a:lnTo>
                  <a:lnTo>
                    <a:pt x="671" y="68"/>
                  </a:lnTo>
                  <a:lnTo>
                    <a:pt x="672" y="66"/>
                  </a:lnTo>
                  <a:lnTo>
                    <a:pt x="672" y="65"/>
                  </a:lnTo>
                  <a:lnTo>
                    <a:pt x="673" y="64"/>
                  </a:lnTo>
                  <a:lnTo>
                    <a:pt x="674" y="63"/>
                  </a:lnTo>
                  <a:lnTo>
                    <a:pt x="675" y="62"/>
                  </a:lnTo>
                  <a:lnTo>
                    <a:pt x="675" y="60"/>
                  </a:lnTo>
                  <a:lnTo>
                    <a:pt x="677" y="59"/>
                  </a:lnTo>
                  <a:lnTo>
                    <a:pt x="678" y="58"/>
                  </a:lnTo>
                  <a:lnTo>
                    <a:pt x="678" y="57"/>
                  </a:lnTo>
                  <a:lnTo>
                    <a:pt x="679" y="56"/>
                  </a:lnTo>
                  <a:lnTo>
                    <a:pt x="680" y="54"/>
                  </a:lnTo>
                  <a:lnTo>
                    <a:pt x="680" y="53"/>
                  </a:lnTo>
                  <a:lnTo>
                    <a:pt x="681" y="52"/>
                  </a:lnTo>
                  <a:lnTo>
                    <a:pt x="683" y="51"/>
                  </a:lnTo>
                  <a:lnTo>
                    <a:pt x="684" y="50"/>
                  </a:lnTo>
                  <a:lnTo>
                    <a:pt x="685" y="48"/>
                  </a:lnTo>
                  <a:lnTo>
                    <a:pt x="686" y="47"/>
                  </a:lnTo>
                  <a:lnTo>
                    <a:pt x="687" y="45"/>
                  </a:lnTo>
                  <a:lnTo>
                    <a:pt x="689" y="44"/>
                  </a:lnTo>
                  <a:lnTo>
                    <a:pt x="690" y="41"/>
                  </a:lnTo>
                  <a:lnTo>
                    <a:pt x="691" y="40"/>
                  </a:lnTo>
                  <a:lnTo>
                    <a:pt x="692" y="38"/>
                  </a:lnTo>
                  <a:lnTo>
                    <a:pt x="693" y="35"/>
                  </a:lnTo>
                  <a:lnTo>
                    <a:pt x="695" y="34"/>
                  </a:lnTo>
                  <a:lnTo>
                    <a:pt x="696" y="33"/>
                  </a:lnTo>
                  <a:lnTo>
                    <a:pt x="697" y="30"/>
                  </a:lnTo>
                  <a:lnTo>
                    <a:pt x="698" y="29"/>
                  </a:lnTo>
                  <a:lnTo>
                    <a:pt x="699" y="28"/>
                  </a:lnTo>
                  <a:lnTo>
                    <a:pt x="701" y="27"/>
                  </a:lnTo>
                  <a:lnTo>
                    <a:pt x="701" y="26"/>
                  </a:lnTo>
                  <a:lnTo>
                    <a:pt x="702" y="24"/>
                  </a:lnTo>
                  <a:lnTo>
                    <a:pt x="703" y="23"/>
                  </a:lnTo>
                  <a:lnTo>
                    <a:pt x="703" y="22"/>
                  </a:lnTo>
                  <a:lnTo>
                    <a:pt x="704" y="21"/>
                  </a:lnTo>
                  <a:lnTo>
                    <a:pt x="705" y="20"/>
                  </a:lnTo>
                  <a:lnTo>
                    <a:pt x="705" y="18"/>
                  </a:lnTo>
                  <a:lnTo>
                    <a:pt x="707" y="17"/>
                  </a:lnTo>
                  <a:lnTo>
                    <a:pt x="707" y="16"/>
                  </a:lnTo>
                  <a:lnTo>
                    <a:pt x="708" y="16"/>
                  </a:lnTo>
                  <a:lnTo>
                    <a:pt x="708" y="15"/>
                  </a:lnTo>
                  <a:lnTo>
                    <a:pt x="709" y="14"/>
                  </a:lnTo>
                  <a:lnTo>
                    <a:pt x="709" y="12"/>
                  </a:lnTo>
                  <a:lnTo>
                    <a:pt x="710" y="11"/>
                  </a:lnTo>
                  <a:lnTo>
                    <a:pt x="711" y="10"/>
                  </a:lnTo>
                  <a:lnTo>
                    <a:pt x="713" y="9"/>
                  </a:lnTo>
                  <a:lnTo>
                    <a:pt x="713" y="8"/>
                  </a:lnTo>
                  <a:lnTo>
                    <a:pt x="714" y="6"/>
                  </a:lnTo>
                  <a:lnTo>
                    <a:pt x="714" y="4"/>
                  </a:lnTo>
                  <a:lnTo>
                    <a:pt x="715" y="3"/>
                  </a:lnTo>
                  <a:lnTo>
                    <a:pt x="716" y="2"/>
                  </a:lnTo>
                  <a:lnTo>
                    <a:pt x="717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38" name="Freeform 211">
              <a:extLst>
                <a:ext uri="{FF2B5EF4-FFF2-40B4-BE49-F238E27FC236}">
                  <a16:creationId xmlns:a16="http://schemas.microsoft.com/office/drawing/2014/main" id="{D50171EC-B6EE-4CA5-9860-11A010431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554413"/>
              <a:ext cx="66675" cy="227012"/>
            </a:xfrm>
            <a:custGeom>
              <a:avLst/>
              <a:gdLst>
                <a:gd name="T0" fmla="*/ 2147483646 w 85"/>
                <a:gd name="T1" fmla="*/ 2147483646 h 286"/>
                <a:gd name="T2" fmla="*/ 2147483646 w 85"/>
                <a:gd name="T3" fmla="*/ 2147483646 h 286"/>
                <a:gd name="T4" fmla="*/ 2147483646 w 85"/>
                <a:gd name="T5" fmla="*/ 2147483646 h 286"/>
                <a:gd name="T6" fmla="*/ 2147483646 w 85"/>
                <a:gd name="T7" fmla="*/ 2147483646 h 286"/>
                <a:gd name="T8" fmla="*/ 2147483646 w 85"/>
                <a:gd name="T9" fmla="*/ 2147483646 h 286"/>
                <a:gd name="T10" fmla="*/ 2147483646 w 85"/>
                <a:gd name="T11" fmla="*/ 2147483646 h 286"/>
                <a:gd name="T12" fmla="*/ 2147483646 w 85"/>
                <a:gd name="T13" fmla="*/ 2147483646 h 286"/>
                <a:gd name="T14" fmla="*/ 2147483646 w 85"/>
                <a:gd name="T15" fmla="*/ 2147483646 h 286"/>
                <a:gd name="T16" fmla="*/ 2147483646 w 85"/>
                <a:gd name="T17" fmla="*/ 2147483646 h 286"/>
                <a:gd name="T18" fmla="*/ 2147483646 w 85"/>
                <a:gd name="T19" fmla="*/ 2147483646 h 286"/>
                <a:gd name="T20" fmla="*/ 2147483646 w 85"/>
                <a:gd name="T21" fmla="*/ 2147483646 h 286"/>
                <a:gd name="T22" fmla="*/ 2147483646 w 85"/>
                <a:gd name="T23" fmla="*/ 2147483646 h 286"/>
                <a:gd name="T24" fmla="*/ 2147483646 w 85"/>
                <a:gd name="T25" fmla="*/ 2147483646 h 286"/>
                <a:gd name="T26" fmla="*/ 2147483646 w 85"/>
                <a:gd name="T27" fmla="*/ 2147483646 h 286"/>
                <a:gd name="T28" fmla="*/ 2147483646 w 85"/>
                <a:gd name="T29" fmla="*/ 2147483646 h 286"/>
                <a:gd name="T30" fmla="*/ 2147483646 w 85"/>
                <a:gd name="T31" fmla="*/ 2147483646 h 286"/>
                <a:gd name="T32" fmla="*/ 2147483646 w 85"/>
                <a:gd name="T33" fmla="*/ 2147483646 h 286"/>
                <a:gd name="T34" fmla="*/ 2147483646 w 85"/>
                <a:gd name="T35" fmla="*/ 2147483646 h 286"/>
                <a:gd name="T36" fmla="*/ 2147483646 w 85"/>
                <a:gd name="T37" fmla="*/ 2147483646 h 286"/>
                <a:gd name="T38" fmla="*/ 2147483646 w 85"/>
                <a:gd name="T39" fmla="*/ 2147483646 h 286"/>
                <a:gd name="T40" fmla="*/ 2147483646 w 85"/>
                <a:gd name="T41" fmla="*/ 2147483646 h 286"/>
                <a:gd name="T42" fmla="*/ 2147483646 w 85"/>
                <a:gd name="T43" fmla="*/ 2147483646 h 286"/>
                <a:gd name="T44" fmla="*/ 2147483646 w 85"/>
                <a:gd name="T45" fmla="*/ 2147483646 h 286"/>
                <a:gd name="T46" fmla="*/ 2147483646 w 85"/>
                <a:gd name="T47" fmla="*/ 2147483646 h 286"/>
                <a:gd name="T48" fmla="*/ 2147483646 w 85"/>
                <a:gd name="T49" fmla="*/ 2147483646 h 286"/>
                <a:gd name="T50" fmla="*/ 2147483646 w 85"/>
                <a:gd name="T51" fmla="*/ 2147483646 h 286"/>
                <a:gd name="T52" fmla="*/ 2147483646 w 85"/>
                <a:gd name="T53" fmla="*/ 2147483646 h 286"/>
                <a:gd name="T54" fmla="*/ 2147483646 w 85"/>
                <a:gd name="T55" fmla="*/ 2147483646 h 286"/>
                <a:gd name="T56" fmla="*/ 2147483646 w 85"/>
                <a:gd name="T57" fmla="*/ 2147483646 h 286"/>
                <a:gd name="T58" fmla="*/ 2147483646 w 85"/>
                <a:gd name="T59" fmla="*/ 2147483646 h 286"/>
                <a:gd name="T60" fmla="*/ 2147483646 w 85"/>
                <a:gd name="T61" fmla="*/ 2147483646 h 286"/>
                <a:gd name="T62" fmla="*/ 2147483646 w 85"/>
                <a:gd name="T63" fmla="*/ 2147483646 h 286"/>
                <a:gd name="T64" fmla="*/ 2147483646 w 85"/>
                <a:gd name="T65" fmla="*/ 2147483646 h 286"/>
                <a:gd name="T66" fmla="*/ 2147483646 w 85"/>
                <a:gd name="T67" fmla="*/ 2147483646 h 286"/>
                <a:gd name="T68" fmla="*/ 2147483646 w 85"/>
                <a:gd name="T69" fmla="*/ 2147483646 h 286"/>
                <a:gd name="T70" fmla="*/ 2147483646 w 85"/>
                <a:gd name="T71" fmla="*/ 2147483646 h 286"/>
                <a:gd name="T72" fmla="*/ 2147483646 w 85"/>
                <a:gd name="T73" fmla="*/ 2147483646 h 286"/>
                <a:gd name="T74" fmla="*/ 2147483646 w 85"/>
                <a:gd name="T75" fmla="*/ 2147483646 h 286"/>
                <a:gd name="T76" fmla="*/ 2147483646 w 85"/>
                <a:gd name="T77" fmla="*/ 2147483646 h 286"/>
                <a:gd name="T78" fmla="*/ 2147483646 w 85"/>
                <a:gd name="T79" fmla="*/ 2147483646 h 286"/>
                <a:gd name="T80" fmla="*/ 2147483646 w 85"/>
                <a:gd name="T81" fmla="*/ 2147483646 h 286"/>
                <a:gd name="T82" fmla="*/ 2147483646 w 85"/>
                <a:gd name="T83" fmla="*/ 2147483646 h 286"/>
                <a:gd name="T84" fmla="*/ 2147483646 w 85"/>
                <a:gd name="T85" fmla="*/ 2147483646 h 286"/>
                <a:gd name="T86" fmla="*/ 2147483646 w 85"/>
                <a:gd name="T87" fmla="*/ 2147483646 h 286"/>
                <a:gd name="T88" fmla="*/ 2147483646 w 85"/>
                <a:gd name="T89" fmla="*/ 2147483646 h 286"/>
                <a:gd name="T90" fmla="*/ 2147483646 w 85"/>
                <a:gd name="T91" fmla="*/ 2147483646 h 286"/>
                <a:gd name="T92" fmla="*/ 2147483646 w 85"/>
                <a:gd name="T93" fmla="*/ 2147483646 h 286"/>
                <a:gd name="T94" fmla="*/ 2147483646 w 85"/>
                <a:gd name="T95" fmla="*/ 2147483646 h 286"/>
                <a:gd name="T96" fmla="*/ 2147483646 w 85"/>
                <a:gd name="T97" fmla="*/ 2147483646 h 286"/>
                <a:gd name="T98" fmla="*/ 2147483646 w 85"/>
                <a:gd name="T99" fmla="*/ 2147483646 h 286"/>
                <a:gd name="T100" fmla="*/ 2147483646 w 85"/>
                <a:gd name="T101" fmla="*/ 2147483646 h 286"/>
                <a:gd name="T102" fmla="*/ 2147483646 w 85"/>
                <a:gd name="T103" fmla="*/ 2147483646 h 286"/>
                <a:gd name="T104" fmla="*/ 2147483646 w 85"/>
                <a:gd name="T105" fmla="*/ 2147483646 h 286"/>
                <a:gd name="T106" fmla="*/ 2147483646 w 85"/>
                <a:gd name="T107" fmla="*/ 2147483646 h 286"/>
                <a:gd name="T108" fmla="*/ 2147483646 w 85"/>
                <a:gd name="T109" fmla="*/ 2147483646 h 286"/>
                <a:gd name="T110" fmla="*/ 2147483646 w 85"/>
                <a:gd name="T111" fmla="*/ 2147483646 h 286"/>
                <a:gd name="T112" fmla="*/ 2147483646 w 85"/>
                <a:gd name="T113" fmla="*/ 2147483646 h 2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6">
                  <a:moveTo>
                    <a:pt x="0" y="0"/>
                  </a:moveTo>
                  <a:lnTo>
                    <a:pt x="1" y="2"/>
                  </a:lnTo>
                  <a:lnTo>
                    <a:pt x="3" y="6"/>
                  </a:lnTo>
                  <a:lnTo>
                    <a:pt x="4" y="8"/>
                  </a:lnTo>
                  <a:lnTo>
                    <a:pt x="6" y="10"/>
                  </a:lnTo>
                  <a:lnTo>
                    <a:pt x="7" y="13"/>
                  </a:lnTo>
                  <a:lnTo>
                    <a:pt x="9" y="15"/>
                  </a:lnTo>
                  <a:lnTo>
                    <a:pt x="10" y="18"/>
                  </a:lnTo>
                  <a:lnTo>
                    <a:pt x="10" y="20"/>
                  </a:lnTo>
                  <a:lnTo>
                    <a:pt x="12" y="21"/>
                  </a:lnTo>
                  <a:lnTo>
                    <a:pt x="13" y="24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6" y="30"/>
                  </a:lnTo>
                  <a:lnTo>
                    <a:pt x="16" y="31"/>
                  </a:lnTo>
                  <a:lnTo>
                    <a:pt x="18" y="32"/>
                  </a:lnTo>
                  <a:lnTo>
                    <a:pt x="19" y="33"/>
                  </a:lnTo>
                  <a:lnTo>
                    <a:pt x="19" y="34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6"/>
                  </a:lnTo>
                  <a:lnTo>
                    <a:pt x="25" y="48"/>
                  </a:lnTo>
                  <a:lnTo>
                    <a:pt x="25" y="49"/>
                  </a:lnTo>
                  <a:lnTo>
                    <a:pt x="26" y="50"/>
                  </a:lnTo>
                  <a:lnTo>
                    <a:pt x="26" y="52"/>
                  </a:lnTo>
                  <a:lnTo>
                    <a:pt x="27" y="54"/>
                  </a:lnTo>
                  <a:lnTo>
                    <a:pt x="28" y="55"/>
                  </a:lnTo>
                  <a:lnTo>
                    <a:pt x="28" y="56"/>
                  </a:lnTo>
                  <a:lnTo>
                    <a:pt x="30" y="58"/>
                  </a:lnTo>
                  <a:lnTo>
                    <a:pt x="30" y="60"/>
                  </a:lnTo>
                  <a:lnTo>
                    <a:pt x="30" y="61"/>
                  </a:lnTo>
                  <a:lnTo>
                    <a:pt x="31" y="62"/>
                  </a:lnTo>
                  <a:lnTo>
                    <a:pt x="31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3" y="68"/>
                  </a:lnTo>
                  <a:lnTo>
                    <a:pt x="33" y="69"/>
                  </a:lnTo>
                  <a:lnTo>
                    <a:pt x="34" y="70"/>
                  </a:lnTo>
                  <a:lnTo>
                    <a:pt x="34" y="72"/>
                  </a:lnTo>
                  <a:lnTo>
                    <a:pt x="34" y="73"/>
                  </a:lnTo>
                  <a:lnTo>
                    <a:pt x="36" y="73"/>
                  </a:lnTo>
                  <a:lnTo>
                    <a:pt x="36" y="74"/>
                  </a:lnTo>
                  <a:lnTo>
                    <a:pt x="36" y="75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79"/>
                  </a:lnTo>
                  <a:lnTo>
                    <a:pt x="38" y="80"/>
                  </a:lnTo>
                  <a:lnTo>
                    <a:pt x="38" y="81"/>
                  </a:lnTo>
                  <a:lnTo>
                    <a:pt x="39" y="82"/>
                  </a:lnTo>
                  <a:lnTo>
                    <a:pt x="39" y="85"/>
                  </a:lnTo>
                  <a:lnTo>
                    <a:pt x="40" y="86"/>
                  </a:lnTo>
                  <a:lnTo>
                    <a:pt x="40" y="87"/>
                  </a:lnTo>
                  <a:lnTo>
                    <a:pt x="42" y="90"/>
                  </a:lnTo>
                  <a:lnTo>
                    <a:pt x="42" y="92"/>
                  </a:lnTo>
                  <a:lnTo>
                    <a:pt x="43" y="93"/>
                  </a:lnTo>
                  <a:lnTo>
                    <a:pt x="44" y="96"/>
                  </a:lnTo>
                  <a:lnTo>
                    <a:pt x="44" y="97"/>
                  </a:lnTo>
                  <a:lnTo>
                    <a:pt x="45" y="99"/>
                  </a:lnTo>
                  <a:lnTo>
                    <a:pt x="45" y="100"/>
                  </a:lnTo>
                  <a:lnTo>
                    <a:pt x="46" y="102"/>
                  </a:lnTo>
                  <a:lnTo>
                    <a:pt x="46" y="103"/>
                  </a:lnTo>
                  <a:lnTo>
                    <a:pt x="48" y="104"/>
                  </a:lnTo>
                  <a:lnTo>
                    <a:pt x="48" y="105"/>
                  </a:lnTo>
                  <a:lnTo>
                    <a:pt x="48" y="106"/>
                  </a:lnTo>
                  <a:lnTo>
                    <a:pt x="49" y="108"/>
                  </a:lnTo>
                  <a:lnTo>
                    <a:pt x="49" y="109"/>
                  </a:lnTo>
                  <a:lnTo>
                    <a:pt x="49" y="110"/>
                  </a:lnTo>
                  <a:lnTo>
                    <a:pt x="50" y="111"/>
                  </a:lnTo>
                  <a:lnTo>
                    <a:pt x="50" y="112"/>
                  </a:lnTo>
                  <a:lnTo>
                    <a:pt x="50" y="114"/>
                  </a:lnTo>
                  <a:lnTo>
                    <a:pt x="51" y="115"/>
                  </a:lnTo>
                  <a:lnTo>
                    <a:pt x="51" y="116"/>
                  </a:lnTo>
                  <a:lnTo>
                    <a:pt x="51" y="117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1"/>
                  </a:lnTo>
                  <a:lnTo>
                    <a:pt x="54" y="122"/>
                  </a:lnTo>
                  <a:lnTo>
                    <a:pt x="54" y="123"/>
                  </a:lnTo>
                  <a:lnTo>
                    <a:pt x="54" y="124"/>
                  </a:lnTo>
                  <a:lnTo>
                    <a:pt x="55" y="127"/>
                  </a:lnTo>
                  <a:lnTo>
                    <a:pt x="55" y="128"/>
                  </a:lnTo>
                  <a:lnTo>
                    <a:pt x="56" y="129"/>
                  </a:lnTo>
                  <a:lnTo>
                    <a:pt x="56" y="132"/>
                  </a:lnTo>
                  <a:lnTo>
                    <a:pt x="57" y="133"/>
                  </a:lnTo>
                  <a:lnTo>
                    <a:pt x="57" y="135"/>
                  </a:lnTo>
                  <a:lnTo>
                    <a:pt x="58" y="138"/>
                  </a:lnTo>
                  <a:lnTo>
                    <a:pt x="58" y="139"/>
                  </a:lnTo>
                  <a:lnTo>
                    <a:pt x="60" y="141"/>
                  </a:lnTo>
                  <a:lnTo>
                    <a:pt x="60" y="142"/>
                  </a:lnTo>
                  <a:lnTo>
                    <a:pt x="60" y="144"/>
                  </a:lnTo>
                  <a:lnTo>
                    <a:pt x="61" y="145"/>
                  </a:lnTo>
                  <a:lnTo>
                    <a:pt x="61" y="147"/>
                  </a:lnTo>
                  <a:lnTo>
                    <a:pt x="61" y="148"/>
                  </a:lnTo>
                  <a:lnTo>
                    <a:pt x="62" y="150"/>
                  </a:lnTo>
                  <a:lnTo>
                    <a:pt x="62" y="151"/>
                  </a:lnTo>
                  <a:lnTo>
                    <a:pt x="62" y="152"/>
                  </a:lnTo>
                  <a:lnTo>
                    <a:pt x="63" y="153"/>
                  </a:lnTo>
                  <a:lnTo>
                    <a:pt x="63" y="154"/>
                  </a:lnTo>
                  <a:lnTo>
                    <a:pt x="63" y="156"/>
                  </a:lnTo>
                  <a:lnTo>
                    <a:pt x="64" y="157"/>
                  </a:lnTo>
                  <a:lnTo>
                    <a:pt x="64" y="158"/>
                  </a:lnTo>
                  <a:lnTo>
                    <a:pt x="64" y="159"/>
                  </a:lnTo>
                  <a:lnTo>
                    <a:pt x="64" y="160"/>
                  </a:lnTo>
                  <a:lnTo>
                    <a:pt x="66" y="162"/>
                  </a:lnTo>
                  <a:lnTo>
                    <a:pt x="66" y="163"/>
                  </a:lnTo>
                  <a:lnTo>
                    <a:pt x="67" y="164"/>
                  </a:lnTo>
                  <a:lnTo>
                    <a:pt x="67" y="165"/>
                  </a:lnTo>
                  <a:lnTo>
                    <a:pt x="67" y="168"/>
                  </a:lnTo>
                  <a:lnTo>
                    <a:pt x="68" y="169"/>
                  </a:lnTo>
                  <a:lnTo>
                    <a:pt x="68" y="170"/>
                  </a:lnTo>
                  <a:lnTo>
                    <a:pt x="68" y="171"/>
                  </a:lnTo>
                  <a:lnTo>
                    <a:pt x="69" y="174"/>
                  </a:lnTo>
                  <a:lnTo>
                    <a:pt x="69" y="175"/>
                  </a:lnTo>
                  <a:lnTo>
                    <a:pt x="70" y="177"/>
                  </a:lnTo>
                  <a:lnTo>
                    <a:pt x="70" y="178"/>
                  </a:lnTo>
                  <a:lnTo>
                    <a:pt x="72" y="181"/>
                  </a:lnTo>
                  <a:lnTo>
                    <a:pt x="72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4" y="187"/>
                  </a:lnTo>
                  <a:lnTo>
                    <a:pt x="74" y="189"/>
                  </a:lnTo>
                  <a:lnTo>
                    <a:pt x="74" y="190"/>
                  </a:lnTo>
                  <a:lnTo>
                    <a:pt x="75" y="192"/>
                  </a:lnTo>
                  <a:lnTo>
                    <a:pt x="75" y="193"/>
                  </a:lnTo>
                  <a:lnTo>
                    <a:pt x="75" y="194"/>
                  </a:lnTo>
                  <a:lnTo>
                    <a:pt x="75" y="195"/>
                  </a:lnTo>
                  <a:lnTo>
                    <a:pt x="76" y="196"/>
                  </a:lnTo>
                  <a:lnTo>
                    <a:pt x="76" y="198"/>
                  </a:lnTo>
                  <a:lnTo>
                    <a:pt x="76" y="199"/>
                  </a:lnTo>
                  <a:lnTo>
                    <a:pt x="76" y="200"/>
                  </a:lnTo>
                  <a:lnTo>
                    <a:pt x="78" y="201"/>
                  </a:lnTo>
                  <a:lnTo>
                    <a:pt x="78" y="202"/>
                  </a:lnTo>
                  <a:lnTo>
                    <a:pt x="78" y="204"/>
                  </a:lnTo>
                  <a:lnTo>
                    <a:pt x="78" y="205"/>
                  </a:lnTo>
                  <a:lnTo>
                    <a:pt x="78" y="206"/>
                  </a:lnTo>
                  <a:lnTo>
                    <a:pt x="78" y="207"/>
                  </a:lnTo>
                  <a:lnTo>
                    <a:pt x="78" y="208"/>
                  </a:lnTo>
                  <a:lnTo>
                    <a:pt x="78" y="210"/>
                  </a:lnTo>
                  <a:lnTo>
                    <a:pt x="79" y="211"/>
                  </a:lnTo>
                  <a:lnTo>
                    <a:pt x="79" y="212"/>
                  </a:lnTo>
                  <a:lnTo>
                    <a:pt x="79" y="213"/>
                  </a:lnTo>
                  <a:lnTo>
                    <a:pt x="79" y="214"/>
                  </a:lnTo>
                  <a:lnTo>
                    <a:pt x="79" y="216"/>
                  </a:lnTo>
                  <a:lnTo>
                    <a:pt x="79" y="218"/>
                  </a:lnTo>
                  <a:lnTo>
                    <a:pt x="79" y="219"/>
                  </a:lnTo>
                  <a:lnTo>
                    <a:pt x="79" y="220"/>
                  </a:lnTo>
                  <a:lnTo>
                    <a:pt x="79" y="223"/>
                  </a:lnTo>
                  <a:lnTo>
                    <a:pt x="80" y="224"/>
                  </a:lnTo>
                  <a:lnTo>
                    <a:pt x="80" y="225"/>
                  </a:lnTo>
                  <a:lnTo>
                    <a:pt x="80" y="226"/>
                  </a:lnTo>
                  <a:lnTo>
                    <a:pt x="80" y="228"/>
                  </a:lnTo>
                  <a:lnTo>
                    <a:pt x="80" y="229"/>
                  </a:lnTo>
                  <a:lnTo>
                    <a:pt x="80" y="230"/>
                  </a:lnTo>
                  <a:lnTo>
                    <a:pt x="80" y="231"/>
                  </a:lnTo>
                  <a:lnTo>
                    <a:pt x="80" y="232"/>
                  </a:lnTo>
                  <a:lnTo>
                    <a:pt x="80" y="234"/>
                  </a:lnTo>
                  <a:lnTo>
                    <a:pt x="80" y="235"/>
                  </a:lnTo>
                  <a:lnTo>
                    <a:pt x="80" y="236"/>
                  </a:lnTo>
                  <a:lnTo>
                    <a:pt x="81" y="237"/>
                  </a:lnTo>
                  <a:lnTo>
                    <a:pt x="81" y="238"/>
                  </a:lnTo>
                  <a:lnTo>
                    <a:pt x="81" y="240"/>
                  </a:lnTo>
                  <a:lnTo>
                    <a:pt x="81" y="241"/>
                  </a:lnTo>
                  <a:lnTo>
                    <a:pt x="81" y="242"/>
                  </a:lnTo>
                  <a:lnTo>
                    <a:pt x="81" y="243"/>
                  </a:lnTo>
                  <a:lnTo>
                    <a:pt x="81" y="244"/>
                  </a:lnTo>
                  <a:lnTo>
                    <a:pt x="82" y="244"/>
                  </a:lnTo>
                  <a:lnTo>
                    <a:pt x="82" y="246"/>
                  </a:lnTo>
                  <a:lnTo>
                    <a:pt x="82" y="247"/>
                  </a:lnTo>
                  <a:lnTo>
                    <a:pt x="82" y="248"/>
                  </a:lnTo>
                  <a:lnTo>
                    <a:pt x="82" y="249"/>
                  </a:lnTo>
                  <a:lnTo>
                    <a:pt x="82" y="250"/>
                  </a:lnTo>
                  <a:lnTo>
                    <a:pt x="84" y="252"/>
                  </a:lnTo>
                  <a:lnTo>
                    <a:pt x="84" y="253"/>
                  </a:lnTo>
                  <a:lnTo>
                    <a:pt x="84" y="254"/>
                  </a:lnTo>
                  <a:lnTo>
                    <a:pt x="84" y="255"/>
                  </a:lnTo>
                  <a:lnTo>
                    <a:pt x="84" y="256"/>
                  </a:lnTo>
                  <a:lnTo>
                    <a:pt x="85" y="256"/>
                  </a:lnTo>
                  <a:lnTo>
                    <a:pt x="85" y="258"/>
                  </a:lnTo>
                  <a:lnTo>
                    <a:pt x="85" y="259"/>
                  </a:lnTo>
                  <a:lnTo>
                    <a:pt x="85" y="260"/>
                  </a:lnTo>
                  <a:lnTo>
                    <a:pt x="85" y="261"/>
                  </a:lnTo>
                  <a:lnTo>
                    <a:pt x="85" y="262"/>
                  </a:lnTo>
                  <a:lnTo>
                    <a:pt x="85" y="264"/>
                  </a:lnTo>
                  <a:lnTo>
                    <a:pt x="85" y="265"/>
                  </a:lnTo>
                  <a:lnTo>
                    <a:pt x="85" y="266"/>
                  </a:lnTo>
                  <a:lnTo>
                    <a:pt x="85" y="267"/>
                  </a:lnTo>
                  <a:lnTo>
                    <a:pt x="85" y="268"/>
                  </a:lnTo>
                  <a:lnTo>
                    <a:pt x="85" y="270"/>
                  </a:lnTo>
                  <a:lnTo>
                    <a:pt x="85" y="271"/>
                  </a:lnTo>
                  <a:lnTo>
                    <a:pt x="85" y="272"/>
                  </a:lnTo>
                  <a:lnTo>
                    <a:pt x="85" y="274"/>
                  </a:lnTo>
                  <a:lnTo>
                    <a:pt x="84" y="276"/>
                  </a:lnTo>
                  <a:lnTo>
                    <a:pt x="84" y="278"/>
                  </a:lnTo>
                  <a:lnTo>
                    <a:pt x="84" y="279"/>
                  </a:lnTo>
                  <a:lnTo>
                    <a:pt x="84" y="282"/>
                  </a:lnTo>
                  <a:lnTo>
                    <a:pt x="84" y="284"/>
                  </a:lnTo>
                  <a:lnTo>
                    <a:pt x="84" y="28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39" name="Freeform 212">
              <a:extLst>
                <a:ext uri="{FF2B5EF4-FFF2-40B4-BE49-F238E27FC236}">
                  <a16:creationId xmlns:a16="http://schemas.microsoft.com/office/drawing/2014/main" id="{D173E741-DCB6-490A-8ABF-63265FFEA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638" y="3781425"/>
              <a:ext cx="66675" cy="227013"/>
            </a:xfrm>
            <a:custGeom>
              <a:avLst/>
              <a:gdLst>
                <a:gd name="T0" fmla="*/ 2147483646 w 85"/>
                <a:gd name="T1" fmla="*/ 2147483646 h 287"/>
                <a:gd name="T2" fmla="*/ 2147483646 w 85"/>
                <a:gd name="T3" fmla="*/ 2147483646 h 287"/>
                <a:gd name="T4" fmla="*/ 2147483646 w 85"/>
                <a:gd name="T5" fmla="*/ 2147483646 h 287"/>
                <a:gd name="T6" fmla="*/ 2147483646 w 85"/>
                <a:gd name="T7" fmla="*/ 2147483646 h 287"/>
                <a:gd name="T8" fmla="*/ 2147483646 w 85"/>
                <a:gd name="T9" fmla="*/ 2147483646 h 287"/>
                <a:gd name="T10" fmla="*/ 2147483646 w 85"/>
                <a:gd name="T11" fmla="*/ 2147483646 h 287"/>
                <a:gd name="T12" fmla="*/ 2147483646 w 85"/>
                <a:gd name="T13" fmla="*/ 2147483646 h 287"/>
                <a:gd name="T14" fmla="*/ 2147483646 w 85"/>
                <a:gd name="T15" fmla="*/ 2147483646 h 287"/>
                <a:gd name="T16" fmla="*/ 2147483646 w 85"/>
                <a:gd name="T17" fmla="*/ 2147483646 h 287"/>
                <a:gd name="T18" fmla="*/ 2147483646 w 85"/>
                <a:gd name="T19" fmla="*/ 2147483646 h 287"/>
                <a:gd name="T20" fmla="*/ 2147483646 w 85"/>
                <a:gd name="T21" fmla="*/ 2147483646 h 287"/>
                <a:gd name="T22" fmla="*/ 2147483646 w 85"/>
                <a:gd name="T23" fmla="*/ 2147483646 h 287"/>
                <a:gd name="T24" fmla="*/ 2147483646 w 85"/>
                <a:gd name="T25" fmla="*/ 2147483646 h 287"/>
                <a:gd name="T26" fmla="*/ 2147483646 w 85"/>
                <a:gd name="T27" fmla="*/ 2147483646 h 287"/>
                <a:gd name="T28" fmla="*/ 2147483646 w 85"/>
                <a:gd name="T29" fmla="*/ 2147483646 h 287"/>
                <a:gd name="T30" fmla="*/ 2147483646 w 85"/>
                <a:gd name="T31" fmla="*/ 2147483646 h 287"/>
                <a:gd name="T32" fmla="*/ 2147483646 w 85"/>
                <a:gd name="T33" fmla="*/ 2147483646 h 287"/>
                <a:gd name="T34" fmla="*/ 2147483646 w 85"/>
                <a:gd name="T35" fmla="*/ 2147483646 h 287"/>
                <a:gd name="T36" fmla="*/ 2147483646 w 85"/>
                <a:gd name="T37" fmla="*/ 2147483646 h 287"/>
                <a:gd name="T38" fmla="*/ 2147483646 w 85"/>
                <a:gd name="T39" fmla="*/ 2147483646 h 287"/>
                <a:gd name="T40" fmla="*/ 2147483646 w 85"/>
                <a:gd name="T41" fmla="*/ 2147483646 h 287"/>
                <a:gd name="T42" fmla="*/ 2147483646 w 85"/>
                <a:gd name="T43" fmla="*/ 2147483646 h 287"/>
                <a:gd name="T44" fmla="*/ 2147483646 w 85"/>
                <a:gd name="T45" fmla="*/ 2147483646 h 287"/>
                <a:gd name="T46" fmla="*/ 2147483646 w 85"/>
                <a:gd name="T47" fmla="*/ 2147483646 h 287"/>
                <a:gd name="T48" fmla="*/ 2147483646 w 85"/>
                <a:gd name="T49" fmla="*/ 2147483646 h 287"/>
                <a:gd name="T50" fmla="*/ 2147483646 w 85"/>
                <a:gd name="T51" fmla="*/ 2147483646 h 287"/>
                <a:gd name="T52" fmla="*/ 2147483646 w 85"/>
                <a:gd name="T53" fmla="*/ 2147483646 h 287"/>
                <a:gd name="T54" fmla="*/ 2147483646 w 85"/>
                <a:gd name="T55" fmla="*/ 2147483646 h 287"/>
                <a:gd name="T56" fmla="*/ 2147483646 w 85"/>
                <a:gd name="T57" fmla="*/ 2147483646 h 287"/>
                <a:gd name="T58" fmla="*/ 2147483646 w 85"/>
                <a:gd name="T59" fmla="*/ 2147483646 h 287"/>
                <a:gd name="T60" fmla="*/ 2147483646 w 85"/>
                <a:gd name="T61" fmla="*/ 2147483646 h 287"/>
                <a:gd name="T62" fmla="*/ 2147483646 w 85"/>
                <a:gd name="T63" fmla="*/ 2147483646 h 287"/>
                <a:gd name="T64" fmla="*/ 2147483646 w 85"/>
                <a:gd name="T65" fmla="*/ 2147483646 h 287"/>
                <a:gd name="T66" fmla="*/ 2147483646 w 85"/>
                <a:gd name="T67" fmla="*/ 2147483646 h 287"/>
                <a:gd name="T68" fmla="*/ 2147483646 w 85"/>
                <a:gd name="T69" fmla="*/ 2147483646 h 287"/>
                <a:gd name="T70" fmla="*/ 2147483646 w 85"/>
                <a:gd name="T71" fmla="*/ 2147483646 h 287"/>
                <a:gd name="T72" fmla="*/ 2147483646 w 85"/>
                <a:gd name="T73" fmla="*/ 2147483646 h 287"/>
                <a:gd name="T74" fmla="*/ 2147483646 w 85"/>
                <a:gd name="T75" fmla="*/ 2147483646 h 287"/>
                <a:gd name="T76" fmla="*/ 2147483646 w 85"/>
                <a:gd name="T77" fmla="*/ 2147483646 h 287"/>
                <a:gd name="T78" fmla="*/ 2147483646 w 85"/>
                <a:gd name="T79" fmla="*/ 2147483646 h 287"/>
                <a:gd name="T80" fmla="*/ 2147483646 w 85"/>
                <a:gd name="T81" fmla="*/ 2147483646 h 287"/>
                <a:gd name="T82" fmla="*/ 2147483646 w 85"/>
                <a:gd name="T83" fmla="*/ 2147483646 h 287"/>
                <a:gd name="T84" fmla="*/ 2147483646 w 85"/>
                <a:gd name="T85" fmla="*/ 2147483646 h 287"/>
                <a:gd name="T86" fmla="*/ 2147483646 w 85"/>
                <a:gd name="T87" fmla="*/ 2147483646 h 287"/>
                <a:gd name="T88" fmla="*/ 2147483646 w 85"/>
                <a:gd name="T89" fmla="*/ 2147483646 h 287"/>
                <a:gd name="T90" fmla="*/ 2147483646 w 85"/>
                <a:gd name="T91" fmla="*/ 2147483646 h 287"/>
                <a:gd name="T92" fmla="*/ 2147483646 w 85"/>
                <a:gd name="T93" fmla="*/ 2147483646 h 287"/>
                <a:gd name="T94" fmla="*/ 2147483646 w 85"/>
                <a:gd name="T95" fmla="*/ 2147483646 h 287"/>
                <a:gd name="T96" fmla="*/ 2147483646 w 85"/>
                <a:gd name="T97" fmla="*/ 2147483646 h 287"/>
                <a:gd name="T98" fmla="*/ 2147483646 w 85"/>
                <a:gd name="T99" fmla="*/ 2147483646 h 287"/>
                <a:gd name="T100" fmla="*/ 2147483646 w 85"/>
                <a:gd name="T101" fmla="*/ 2147483646 h 287"/>
                <a:gd name="T102" fmla="*/ 2147483646 w 85"/>
                <a:gd name="T103" fmla="*/ 2147483646 h 287"/>
                <a:gd name="T104" fmla="*/ 2147483646 w 85"/>
                <a:gd name="T105" fmla="*/ 2147483646 h 287"/>
                <a:gd name="T106" fmla="*/ 2147483646 w 85"/>
                <a:gd name="T107" fmla="*/ 2147483646 h 287"/>
                <a:gd name="T108" fmla="*/ 2147483646 w 85"/>
                <a:gd name="T109" fmla="*/ 2147483646 h 287"/>
                <a:gd name="T110" fmla="*/ 2147483646 w 85"/>
                <a:gd name="T111" fmla="*/ 2147483646 h 287"/>
                <a:gd name="T112" fmla="*/ 2147483646 w 85"/>
                <a:gd name="T113" fmla="*/ 2147483646 h 28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85" h="287">
                  <a:moveTo>
                    <a:pt x="0" y="287"/>
                  </a:moveTo>
                  <a:lnTo>
                    <a:pt x="1" y="283"/>
                  </a:lnTo>
                  <a:lnTo>
                    <a:pt x="3" y="281"/>
                  </a:lnTo>
                  <a:lnTo>
                    <a:pt x="4" y="278"/>
                  </a:lnTo>
                  <a:lnTo>
                    <a:pt x="6" y="275"/>
                  </a:lnTo>
                  <a:lnTo>
                    <a:pt x="7" y="272"/>
                  </a:lnTo>
                  <a:lnTo>
                    <a:pt x="9" y="271"/>
                  </a:lnTo>
                  <a:lnTo>
                    <a:pt x="10" y="269"/>
                  </a:lnTo>
                  <a:lnTo>
                    <a:pt x="10" y="266"/>
                  </a:lnTo>
                  <a:lnTo>
                    <a:pt x="12" y="265"/>
                  </a:lnTo>
                  <a:lnTo>
                    <a:pt x="13" y="263"/>
                  </a:lnTo>
                  <a:lnTo>
                    <a:pt x="14" y="262"/>
                  </a:lnTo>
                  <a:lnTo>
                    <a:pt x="15" y="259"/>
                  </a:lnTo>
                  <a:lnTo>
                    <a:pt x="15" y="258"/>
                  </a:lnTo>
                  <a:lnTo>
                    <a:pt x="16" y="257"/>
                  </a:lnTo>
                  <a:lnTo>
                    <a:pt x="16" y="256"/>
                  </a:lnTo>
                  <a:lnTo>
                    <a:pt x="18" y="254"/>
                  </a:lnTo>
                  <a:lnTo>
                    <a:pt x="19" y="253"/>
                  </a:lnTo>
                  <a:lnTo>
                    <a:pt x="19" y="252"/>
                  </a:lnTo>
                  <a:lnTo>
                    <a:pt x="19" y="251"/>
                  </a:lnTo>
                  <a:lnTo>
                    <a:pt x="20" y="250"/>
                  </a:lnTo>
                  <a:lnTo>
                    <a:pt x="20" y="248"/>
                  </a:lnTo>
                  <a:lnTo>
                    <a:pt x="21" y="247"/>
                  </a:lnTo>
                  <a:lnTo>
                    <a:pt x="21" y="246"/>
                  </a:lnTo>
                  <a:lnTo>
                    <a:pt x="22" y="245"/>
                  </a:lnTo>
                  <a:lnTo>
                    <a:pt x="22" y="244"/>
                  </a:lnTo>
                  <a:lnTo>
                    <a:pt x="24" y="242"/>
                  </a:lnTo>
                  <a:lnTo>
                    <a:pt x="24" y="241"/>
                  </a:lnTo>
                  <a:lnTo>
                    <a:pt x="24" y="240"/>
                  </a:lnTo>
                  <a:lnTo>
                    <a:pt x="25" y="239"/>
                  </a:lnTo>
                  <a:lnTo>
                    <a:pt x="25" y="238"/>
                  </a:lnTo>
                  <a:lnTo>
                    <a:pt x="26" y="236"/>
                  </a:lnTo>
                  <a:lnTo>
                    <a:pt x="26" y="234"/>
                  </a:lnTo>
                  <a:lnTo>
                    <a:pt x="27" y="233"/>
                  </a:lnTo>
                  <a:lnTo>
                    <a:pt x="28" y="232"/>
                  </a:lnTo>
                  <a:lnTo>
                    <a:pt x="28" y="229"/>
                  </a:lnTo>
                  <a:lnTo>
                    <a:pt x="30" y="228"/>
                  </a:lnTo>
                  <a:lnTo>
                    <a:pt x="30" y="227"/>
                  </a:lnTo>
                  <a:lnTo>
                    <a:pt x="30" y="226"/>
                  </a:lnTo>
                  <a:lnTo>
                    <a:pt x="31" y="224"/>
                  </a:lnTo>
                  <a:lnTo>
                    <a:pt x="31" y="223"/>
                  </a:lnTo>
                  <a:lnTo>
                    <a:pt x="32" y="222"/>
                  </a:lnTo>
                  <a:lnTo>
                    <a:pt x="32" y="221"/>
                  </a:lnTo>
                  <a:lnTo>
                    <a:pt x="33" y="220"/>
                  </a:lnTo>
                  <a:lnTo>
                    <a:pt x="33" y="218"/>
                  </a:lnTo>
                  <a:lnTo>
                    <a:pt x="33" y="217"/>
                  </a:lnTo>
                  <a:lnTo>
                    <a:pt x="34" y="216"/>
                  </a:lnTo>
                  <a:lnTo>
                    <a:pt x="34" y="215"/>
                  </a:lnTo>
                  <a:lnTo>
                    <a:pt x="34" y="214"/>
                  </a:lnTo>
                  <a:lnTo>
                    <a:pt x="36" y="212"/>
                  </a:lnTo>
                  <a:lnTo>
                    <a:pt x="36" y="211"/>
                  </a:lnTo>
                  <a:lnTo>
                    <a:pt x="37" y="210"/>
                  </a:lnTo>
                  <a:lnTo>
                    <a:pt x="37" y="209"/>
                  </a:lnTo>
                  <a:lnTo>
                    <a:pt x="37" y="208"/>
                  </a:lnTo>
                  <a:lnTo>
                    <a:pt x="38" y="206"/>
                  </a:lnTo>
                  <a:lnTo>
                    <a:pt x="38" y="205"/>
                  </a:lnTo>
                  <a:lnTo>
                    <a:pt x="39" y="203"/>
                  </a:lnTo>
                  <a:lnTo>
                    <a:pt x="39" y="202"/>
                  </a:lnTo>
                  <a:lnTo>
                    <a:pt x="40" y="200"/>
                  </a:lnTo>
                  <a:lnTo>
                    <a:pt x="40" y="198"/>
                  </a:lnTo>
                  <a:lnTo>
                    <a:pt x="42" y="197"/>
                  </a:lnTo>
                  <a:lnTo>
                    <a:pt x="42" y="194"/>
                  </a:lnTo>
                  <a:lnTo>
                    <a:pt x="43" y="193"/>
                  </a:lnTo>
                  <a:lnTo>
                    <a:pt x="44" y="191"/>
                  </a:lnTo>
                  <a:lnTo>
                    <a:pt x="44" y="190"/>
                  </a:lnTo>
                  <a:lnTo>
                    <a:pt x="45" y="187"/>
                  </a:lnTo>
                  <a:lnTo>
                    <a:pt x="45" y="186"/>
                  </a:lnTo>
                  <a:lnTo>
                    <a:pt x="46" y="185"/>
                  </a:lnTo>
                  <a:lnTo>
                    <a:pt x="46" y="184"/>
                  </a:lnTo>
                  <a:lnTo>
                    <a:pt x="48" y="181"/>
                  </a:lnTo>
                  <a:lnTo>
                    <a:pt x="48" y="180"/>
                  </a:lnTo>
                  <a:lnTo>
                    <a:pt x="48" y="179"/>
                  </a:lnTo>
                  <a:lnTo>
                    <a:pt x="49" y="178"/>
                  </a:lnTo>
                  <a:lnTo>
                    <a:pt x="49" y="176"/>
                  </a:lnTo>
                  <a:lnTo>
                    <a:pt x="50" y="175"/>
                  </a:lnTo>
                  <a:lnTo>
                    <a:pt x="50" y="174"/>
                  </a:lnTo>
                  <a:lnTo>
                    <a:pt x="50" y="173"/>
                  </a:lnTo>
                  <a:lnTo>
                    <a:pt x="51" y="172"/>
                  </a:lnTo>
                  <a:lnTo>
                    <a:pt x="51" y="170"/>
                  </a:lnTo>
                  <a:lnTo>
                    <a:pt x="51" y="169"/>
                  </a:lnTo>
                  <a:lnTo>
                    <a:pt x="52" y="168"/>
                  </a:lnTo>
                  <a:lnTo>
                    <a:pt x="52" y="167"/>
                  </a:lnTo>
                  <a:lnTo>
                    <a:pt x="52" y="166"/>
                  </a:lnTo>
                  <a:lnTo>
                    <a:pt x="54" y="164"/>
                  </a:lnTo>
                  <a:lnTo>
                    <a:pt x="54" y="163"/>
                  </a:lnTo>
                  <a:lnTo>
                    <a:pt x="54" y="161"/>
                  </a:lnTo>
                  <a:lnTo>
                    <a:pt x="55" y="160"/>
                  </a:lnTo>
                  <a:lnTo>
                    <a:pt x="55" y="158"/>
                  </a:lnTo>
                  <a:lnTo>
                    <a:pt x="56" y="157"/>
                  </a:lnTo>
                  <a:lnTo>
                    <a:pt x="56" y="155"/>
                  </a:lnTo>
                  <a:lnTo>
                    <a:pt x="57" y="154"/>
                  </a:lnTo>
                  <a:lnTo>
                    <a:pt x="57" y="151"/>
                  </a:lnTo>
                  <a:lnTo>
                    <a:pt x="58" y="149"/>
                  </a:lnTo>
                  <a:lnTo>
                    <a:pt x="58" y="148"/>
                  </a:lnTo>
                  <a:lnTo>
                    <a:pt x="60" y="145"/>
                  </a:lnTo>
                  <a:lnTo>
                    <a:pt x="60" y="144"/>
                  </a:lnTo>
                  <a:lnTo>
                    <a:pt x="60" y="143"/>
                  </a:lnTo>
                  <a:lnTo>
                    <a:pt x="61" y="140"/>
                  </a:lnTo>
                  <a:lnTo>
                    <a:pt x="61" y="139"/>
                  </a:lnTo>
                  <a:lnTo>
                    <a:pt x="61" y="138"/>
                  </a:lnTo>
                  <a:lnTo>
                    <a:pt x="62" y="137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3" y="131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4" y="127"/>
                  </a:lnTo>
                  <a:lnTo>
                    <a:pt x="64" y="126"/>
                  </a:lnTo>
                  <a:lnTo>
                    <a:pt x="66" y="125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7" y="121"/>
                  </a:lnTo>
                  <a:lnTo>
                    <a:pt x="67" y="120"/>
                  </a:lnTo>
                  <a:lnTo>
                    <a:pt x="67" y="119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68" y="115"/>
                  </a:lnTo>
                  <a:lnTo>
                    <a:pt x="69" y="113"/>
                  </a:lnTo>
                  <a:lnTo>
                    <a:pt x="69" y="112"/>
                  </a:lnTo>
                  <a:lnTo>
                    <a:pt x="70" y="109"/>
                  </a:lnTo>
                  <a:lnTo>
                    <a:pt x="70" y="108"/>
                  </a:lnTo>
                  <a:lnTo>
                    <a:pt x="72" y="106"/>
                  </a:lnTo>
                  <a:lnTo>
                    <a:pt x="72" y="103"/>
                  </a:lnTo>
                  <a:lnTo>
                    <a:pt x="73" y="102"/>
                  </a:lnTo>
                  <a:lnTo>
                    <a:pt x="73" y="101"/>
                  </a:lnTo>
                  <a:lnTo>
                    <a:pt x="74" y="98"/>
                  </a:lnTo>
                  <a:lnTo>
                    <a:pt x="74" y="97"/>
                  </a:lnTo>
                  <a:lnTo>
                    <a:pt x="74" y="96"/>
                  </a:lnTo>
                  <a:lnTo>
                    <a:pt x="75" y="95"/>
                  </a:lnTo>
                  <a:lnTo>
                    <a:pt x="75" y="94"/>
                  </a:lnTo>
                  <a:lnTo>
                    <a:pt x="75" y="92"/>
                  </a:lnTo>
                  <a:lnTo>
                    <a:pt x="75" y="91"/>
                  </a:lnTo>
                  <a:lnTo>
                    <a:pt x="76" y="90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8" y="85"/>
                  </a:lnTo>
                  <a:lnTo>
                    <a:pt x="78" y="84"/>
                  </a:lnTo>
                  <a:lnTo>
                    <a:pt x="78" y="83"/>
                  </a:lnTo>
                  <a:lnTo>
                    <a:pt x="78" y="82"/>
                  </a:lnTo>
                  <a:lnTo>
                    <a:pt x="78" y="80"/>
                  </a:lnTo>
                  <a:lnTo>
                    <a:pt x="78" y="79"/>
                  </a:lnTo>
                  <a:lnTo>
                    <a:pt x="78" y="78"/>
                  </a:lnTo>
                  <a:lnTo>
                    <a:pt x="78" y="77"/>
                  </a:lnTo>
                  <a:lnTo>
                    <a:pt x="79" y="76"/>
                  </a:lnTo>
                  <a:lnTo>
                    <a:pt x="79" y="74"/>
                  </a:lnTo>
                  <a:lnTo>
                    <a:pt x="79" y="73"/>
                  </a:lnTo>
                  <a:lnTo>
                    <a:pt x="79" y="72"/>
                  </a:lnTo>
                  <a:lnTo>
                    <a:pt x="79" y="71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6"/>
                  </a:lnTo>
                  <a:lnTo>
                    <a:pt x="79" y="64"/>
                  </a:lnTo>
                  <a:lnTo>
                    <a:pt x="80" y="62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80" y="59"/>
                  </a:lnTo>
                  <a:lnTo>
                    <a:pt x="80" y="58"/>
                  </a:lnTo>
                  <a:lnTo>
                    <a:pt x="80" y="56"/>
                  </a:lnTo>
                  <a:lnTo>
                    <a:pt x="80" y="55"/>
                  </a:lnTo>
                  <a:lnTo>
                    <a:pt x="80" y="54"/>
                  </a:lnTo>
                  <a:lnTo>
                    <a:pt x="80" y="53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1" y="49"/>
                  </a:lnTo>
                  <a:lnTo>
                    <a:pt x="81" y="48"/>
                  </a:lnTo>
                  <a:lnTo>
                    <a:pt x="81" y="47"/>
                  </a:lnTo>
                  <a:lnTo>
                    <a:pt x="81" y="46"/>
                  </a:lnTo>
                  <a:lnTo>
                    <a:pt x="81" y="44"/>
                  </a:lnTo>
                  <a:lnTo>
                    <a:pt x="81" y="43"/>
                  </a:lnTo>
                  <a:lnTo>
                    <a:pt x="81" y="42"/>
                  </a:lnTo>
                  <a:lnTo>
                    <a:pt x="82" y="42"/>
                  </a:lnTo>
                  <a:lnTo>
                    <a:pt x="82" y="41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2" y="37"/>
                  </a:lnTo>
                  <a:lnTo>
                    <a:pt x="82" y="36"/>
                  </a:lnTo>
                  <a:lnTo>
                    <a:pt x="84" y="35"/>
                  </a:lnTo>
                  <a:lnTo>
                    <a:pt x="84" y="34"/>
                  </a:lnTo>
                  <a:lnTo>
                    <a:pt x="84" y="32"/>
                  </a:lnTo>
                  <a:lnTo>
                    <a:pt x="84" y="31"/>
                  </a:lnTo>
                  <a:lnTo>
                    <a:pt x="84" y="30"/>
                  </a:lnTo>
                  <a:lnTo>
                    <a:pt x="85" y="30"/>
                  </a:lnTo>
                  <a:lnTo>
                    <a:pt x="85" y="29"/>
                  </a:lnTo>
                  <a:lnTo>
                    <a:pt x="85" y="28"/>
                  </a:lnTo>
                  <a:lnTo>
                    <a:pt x="85" y="26"/>
                  </a:lnTo>
                  <a:lnTo>
                    <a:pt x="85" y="25"/>
                  </a:lnTo>
                  <a:lnTo>
                    <a:pt x="85" y="24"/>
                  </a:lnTo>
                  <a:lnTo>
                    <a:pt x="85" y="23"/>
                  </a:lnTo>
                  <a:lnTo>
                    <a:pt x="85" y="22"/>
                  </a:lnTo>
                  <a:lnTo>
                    <a:pt x="85" y="20"/>
                  </a:lnTo>
                  <a:lnTo>
                    <a:pt x="85" y="19"/>
                  </a:lnTo>
                  <a:lnTo>
                    <a:pt x="85" y="18"/>
                  </a:lnTo>
                  <a:lnTo>
                    <a:pt x="85" y="17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2"/>
                  </a:lnTo>
                  <a:lnTo>
                    <a:pt x="84" y="11"/>
                  </a:lnTo>
                  <a:lnTo>
                    <a:pt x="84" y="8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4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525" name="Line 266">
            <a:extLst>
              <a:ext uri="{FF2B5EF4-FFF2-40B4-BE49-F238E27FC236}">
                <a16:creationId xmlns:a16="http://schemas.microsoft.com/office/drawing/2014/main" id="{449049BB-7F61-4014-B863-7E2DD8A3A16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323138" y="5613400"/>
            <a:ext cx="1588" cy="338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526" name="TextBox 86">
            <a:extLst>
              <a:ext uri="{FF2B5EF4-FFF2-40B4-BE49-F238E27FC236}">
                <a16:creationId xmlns:a16="http://schemas.microsoft.com/office/drawing/2014/main" id="{F49E5A3A-DD7C-4C3B-A7A7-6DD84188E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0" y="5508625"/>
            <a:ext cx="576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z</a:t>
            </a:r>
            <a:endParaRPr lang="en-US" altLang="en-US" baseline="-25000">
              <a:latin typeface="Times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baseline="-25000">
              <a:latin typeface="Times" panose="02020603050405020304" pitchFamily="18" charset="0"/>
            </a:endParaRPr>
          </a:p>
        </p:txBody>
      </p:sp>
      <p:sp>
        <p:nvSpPr>
          <p:cNvPr id="105527" name="Freeform 225">
            <a:extLst>
              <a:ext uri="{FF2B5EF4-FFF2-40B4-BE49-F238E27FC236}">
                <a16:creationId xmlns:a16="http://schemas.microsoft.com/office/drawing/2014/main" id="{4CD34AD3-EE8E-4871-9776-D9F77F3CB09A}"/>
              </a:ext>
            </a:extLst>
          </p:cNvPr>
          <p:cNvSpPr>
            <a:spLocks/>
          </p:cNvSpPr>
          <p:nvPr/>
        </p:nvSpPr>
        <p:spPr bwMode="auto">
          <a:xfrm>
            <a:off x="976313" y="53609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28" name="Freeform 225">
            <a:extLst>
              <a:ext uri="{FF2B5EF4-FFF2-40B4-BE49-F238E27FC236}">
                <a16:creationId xmlns:a16="http://schemas.microsoft.com/office/drawing/2014/main" id="{EE93EB0B-D799-4EEF-B55A-021ECC17C3FE}"/>
              </a:ext>
            </a:extLst>
          </p:cNvPr>
          <p:cNvSpPr>
            <a:spLocks/>
          </p:cNvSpPr>
          <p:nvPr/>
        </p:nvSpPr>
        <p:spPr bwMode="auto">
          <a:xfrm>
            <a:off x="1520825" y="54737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29" name="Freeform 225">
            <a:extLst>
              <a:ext uri="{FF2B5EF4-FFF2-40B4-BE49-F238E27FC236}">
                <a16:creationId xmlns:a16="http://schemas.microsoft.com/office/drawing/2014/main" id="{91CCC4BA-BAAC-4462-9E53-4A7555433000}"/>
              </a:ext>
            </a:extLst>
          </p:cNvPr>
          <p:cNvSpPr>
            <a:spLocks/>
          </p:cNvSpPr>
          <p:nvPr/>
        </p:nvSpPr>
        <p:spPr bwMode="auto">
          <a:xfrm>
            <a:off x="2111375" y="5589588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0" name="Freeform 225">
            <a:extLst>
              <a:ext uri="{FF2B5EF4-FFF2-40B4-BE49-F238E27FC236}">
                <a16:creationId xmlns:a16="http://schemas.microsoft.com/office/drawing/2014/main" id="{C2516181-8288-4579-914E-A021E6CEC6DD}"/>
              </a:ext>
            </a:extLst>
          </p:cNvPr>
          <p:cNvSpPr>
            <a:spLocks/>
          </p:cNvSpPr>
          <p:nvPr/>
        </p:nvSpPr>
        <p:spPr bwMode="auto">
          <a:xfrm>
            <a:off x="2636838" y="56991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1" name="Freeform 225">
            <a:extLst>
              <a:ext uri="{FF2B5EF4-FFF2-40B4-BE49-F238E27FC236}">
                <a16:creationId xmlns:a16="http://schemas.microsoft.com/office/drawing/2014/main" id="{3A62A639-6480-4DFC-9EC2-DA2C47ECC9F5}"/>
              </a:ext>
            </a:extLst>
          </p:cNvPr>
          <p:cNvSpPr>
            <a:spLocks/>
          </p:cNvSpPr>
          <p:nvPr/>
        </p:nvSpPr>
        <p:spPr bwMode="auto">
          <a:xfrm>
            <a:off x="3173413" y="5854700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2" name="Freeform 225">
            <a:extLst>
              <a:ext uri="{FF2B5EF4-FFF2-40B4-BE49-F238E27FC236}">
                <a16:creationId xmlns:a16="http://schemas.microsoft.com/office/drawing/2014/main" id="{500B5C6F-7BD2-41FC-874B-854B9C762154}"/>
              </a:ext>
            </a:extLst>
          </p:cNvPr>
          <p:cNvSpPr>
            <a:spLocks/>
          </p:cNvSpPr>
          <p:nvPr/>
        </p:nvSpPr>
        <p:spPr bwMode="auto">
          <a:xfrm>
            <a:off x="3697288" y="5967413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3" name="Freeform 225">
            <a:extLst>
              <a:ext uri="{FF2B5EF4-FFF2-40B4-BE49-F238E27FC236}">
                <a16:creationId xmlns:a16="http://schemas.microsoft.com/office/drawing/2014/main" id="{3A763ECC-E654-4480-AB2D-19C389FC3D33}"/>
              </a:ext>
            </a:extLst>
          </p:cNvPr>
          <p:cNvSpPr>
            <a:spLocks/>
          </p:cNvSpPr>
          <p:nvPr/>
        </p:nvSpPr>
        <p:spPr bwMode="auto">
          <a:xfrm>
            <a:off x="4205288" y="60801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4" name="Freeform 225">
            <a:extLst>
              <a:ext uri="{FF2B5EF4-FFF2-40B4-BE49-F238E27FC236}">
                <a16:creationId xmlns:a16="http://schemas.microsoft.com/office/drawing/2014/main" id="{8654787D-BE10-440E-B58C-CA386CB79C79}"/>
              </a:ext>
            </a:extLst>
          </p:cNvPr>
          <p:cNvSpPr>
            <a:spLocks/>
          </p:cNvSpPr>
          <p:nvPr/>
        </p:nvSpPr>
        <p:spPr bwMode="auto">
          <a:xfrm>
            <a:off x="4725988" y="6181725"/>
            <a:ext cx="38100" cy="38100"/>
          </a:xfrm>
          <a:custGeom>
            <a:avLst/>
            <a:gdLst>
              <a:gd name="T0" fmla="*/ 0 w 48"/>
              <a:gd name="T1" fmla="*/ 2147483646 h 48"/>
              <a:gd name="T2" fmla="*/ 2147483646 w 48"/>
              <a:gd name="T3" fmla="*/ 2147483646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2147483646 w 48"/>
              <a:gd name="T19" fmla="*/ 0 h 48"/>
              <a:gd name="T20" fmla="*/ 2147483646 w 48"/>
              <a:gd name="T21" fmla="*/ 0 h 48"/>
              <a:gd name="T22" fmla="*/ 2147483646 w 48"/>
              <a:gd name="T23" fmla="*/ 0 h 48"/>
              <a:gd name="T24" fmla="*/ 2147483646 w 48"/>
              <a:gd name="T25" fmla="*/ 0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2147483646 h 48"/>
              <a:gd name="T86" fmla="*/ 2147483646 w 48"/>
              <a:gd name="T87" fmla="*/ 2147483646 h 48"/>
              <a:gd name="T88" fmla="*/ 2147483646 w 48"/>
              <a:gd name="T89" fmla="*/ 2147483646 h 48"/>
              <a:gd name="T90" fmla="*/ 2147483646 w 48"/>
              <a:gd name="T91" fmla="*/ 2147483646 h 48"/>
              <a:gd name="T92" fmla="*/ 2147483646 w 48"/>
              <a:gd name="T93" fmla="*/ 2147483646 h 48"/>
              <a:gd name="T94" fmla="*/ 2147483646 w 48"/>
              <a:gd name="T95" fmla="*/ 2147483646 h 48"/>
              <a:gd name="T96" fmla="*/ 2147483646 w 48"/>
              <a:gd name="T97" fmla="*/ 2147483646 h 48"/>
              <a:gd name="T98" fmla="*/ 2147483646 w 48"/>
              <a:gd name="T99" fmla="*/ 2147483646 h 48"/>
              <a:gd name="T100" fmla="*/ 2147483646 w 48"/>
              <a:gd name="T101" fmla="*/ 2147483646 h 48"/>
              <a:gd name="T102" fmla="*/ 2147483646 w 48"/>
              <a:gd name="T103" fmla="*/ 2147483646 h 48"/>
              <a:gd name="T104" fmla="*/ 2147483646 w 48"/>
              <a:gd name="T105" fmla="*/ 2147483646 h 48"/>
              <a:gd name="T106" fmla="*/ 2147483646 w 48"/>
              <a:gd name="T107" fmla="*/ 2147483646 h 48"/>
              <a:gd name="T108" fmla="*/ 2147483646 w 48"/>
              <a:gd name="T109" fmla="*/ 2147483646 h 48"/>
              <a:gd name="T110" fmla="*/ 0 w 48"/>
              <a:gd name="T111" fmla="*/ 2147483646 h 4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48" h="48">
                <a:moveTo>
                  <a:pt x="0" y="22"/>
                </a:move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lnTo>
                  <a:pt x="0" y="21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1" y="16"/>
                </a:lnTo>
                <a:lnTo>
                  <a:pt x="2" y="15"/>
                </a:lnTo>
                <a:lnTo>
                  <a:pt x="2" y="14"/>
                </a:lnTo>
                <a:lnTo>
                  <a:pt x="3" y="13"/>
                </a:lnTo>
                <a:lnTo>
                  <a:pt x="3" y="12"/>
                </a:lnTo>
                <a:lnTo>
                  <a:pt x="4" y="10"/>
                </a:lnTo>
                <a:lnTo>
                  <a:pt x="4" y="9"/>
                </a:lnTo>
                <a:lnTo>
                  <a:pt x="6" y="9"/>
                </a:lnTo>
                <a:lnTo>
                  <a:pt x="7" y="8"/>
                </a:lnTo>
                <a:lnTo>
                  <a:pt x="7" y="7"/>
                </a:lnTo>
                <a:lnTo>
                  <a:pt x="8" y="6"/>
                </a:lnTo>
                <a:lnTo>
                  <a:pt x="9" y="6"/>
                </a:lnTo>
                <a:lnTo>
                  <a:pt x="10" y="4"/>
                </a:lnTo>
                <a:lnTo>
                  <a:pt x="10" y="3"/>
                </a:lnTo>
                <a:lnTo>
                  <a:pt x="12" y="3"/>
                </a:lnTo>
                <a:lnTo>
                  <a:pt x="13" y="2"/>
                </a:lnTo>
                <a:lnTo>
                  <a:pt x="14" y="2"/>
                </a:lnTo>
                <a:lnTo>
                  <a:pt x="15" y="1"/>
                </a:lnTo>
                <a:lnTo>
                  <a:pt x="16" y="1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2" y="0"/>
                </a:lnTo>
                <a:lnTo>
                  <a:pt x="24" y="0"/>
                </a:lnTo>
                <a:lnTo>
                  <a:pt x="25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2"/>
                </a:lnTo>
                <a:lnTo>
                  <a:pt x="34" y="2"/>
                </a:lnTo>
                <a:lnTo>
                  <a:pt x="36" y="3"/>
                </a:lnTo>
                <a:lnTo>
                  <a:pt x="37" y="3"/>
                </a:lnTo>
                <a:lnTo>
                  <a:pt x="38" y="4"/>
                </a:lnTo>
                <a:lnTo>
                  <a:pt x="38" y="6"/>
                </a:lnTo>
                <a:lnTo>
                  <a:pt x="39" y="6"/>
                </a:lnTo>
                <a:lnTo>
                  <a:pt x="40" y="7"/>
                </a:lnTo>
                <a:lnTo>
                  <a:pt x="42" y="8"/>
                </a:lnTo>
                <a:lnTo>
                  <a:pt x="42" y="9"/>
                </a:lnTo>
                <a:lnTo>
                  <a:pt x="43" y="9"/>
                </a:lnTo>
                <a:lnTo>
                  <a:pt x="43" y="10"/>
                </a:lnTo>
                <a:lnTo>
                  <a:pt x="44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6" y="16"/>
                </a:lnTo>
                <a:lnTo>
                  <a:pt x="46" y="18"/>
                </a:lnTo>
                <a:lnTo>
                  <a:pt x="46" y="19"/>
                </a:lnTo>
                <a:lnTo>
                  <a:pt x="48" y="20"/>
                </a:lnTo>
                <a:lnTo>
                  <a:pt x="48" y="21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2"/>
                </a:lnTo>
                <a:lnTo>
                  <a:pt x="48" y="24"/>
                </a:lnTo>
                <a:lnTo>
                  <a:pt x="48" y="25"/>
                </a:lnTo>
                <a:lnTo>
                  <a:pt x="48" y="26"/>
                </a:lnTo>
                <a:lnTo>
                  <a:pt x="48" y="27"/>
                </a:lnTo>
                <a:lnTo>
                  <a:pt x="46" y="28"/>
                </a:lnTo>
                <a:lnTo>
                  <a:pt x="46" y="30"/>
                </a:lnTo>
                <a:lnTo>
                  <a:pt x="46" y="31"/>
                </a:lnTo>
                <a:lnTo>
                  <a:pt x="45" y="32"/>
                </a:lnTo>
                <a:lnTo>
                  <a:pt x="45" y="33"/>
                </a:lnTo>
                <a:lnTo>
                  <a:pt x="45" y="34"/>
                </a:lnTo>
                <a:lnTo>
                  <a:pt x="44" y="36"/>
                </a:lnTo>
                <a:lnTo>
                  <a:pt x="43" y="36"/>
                </a:lnTo>
                <a:lnTo>
                  <a:pt x="43" y="37"/>
                </a:lnTo>
                <a:lnTo>
                  <a:pt x="42" y="38"/>
                </a:lnTo>
                <a:lnTo>
                  <a:pt x="42" y="39"/>
                </a:lnTo>
                <a:lnTo>
                  <a:pt x="40" y="40"/>
                </a:lnTo>
                <a:lnTo>
                  <a:pt x="39" y="40"/>
                </a:lnTo>
                <a:lnTo>
                  <a:pt x="38" y="42"/>
                </a:lnTo>
                <a:lnTo>
                  <a:pt x="38" y="43"/>
                </a:lnTo>
                <a:lnTo>
                  <a:pt x="37" y="43"/>
                </a:lnTo>
                <a:lnTo>
                  <a:pt x="36" y="44"/>
                </a:lnTo>
                <a:lnTo>
                  <a:pt x="34" y="44"/>
                </a:lnTo>
                <a:lnTo>
                  <a:pt x="33" y="45"/>
                </a:lnTo>
                <a:lnTo>
                  <a:pt x="32" y="45"/>
                </a:lnTo>
                <a:lnTo>
                  <a:pt x="31" y="46"/>
                </a:lnTo>
                <a:lnTo>
                  <a:pt x="30" y="46"/>
                </a:lnTo>
                <a:lnTo>
                  <a:pt x="28" y="46"/>
                </a:lnTo>
                <a:lnTo>
                  <a:pt x="27" y="46"/>
                </a:lnTo>
                <a:lnTo>
                  <a:pt x="26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5" y="48"/>
                </a:lnTo>
                <a:lnTo>
                  <a:pt x="24" y="48"/>
                </a:lnTo>
                <a:lnTo>
                  <a:pt x="22" y="48"/>
                </a:lnTo>
                <a:lnTo>
                  <a:pt x="21" y="48"/>
                </a:lnTo>
                <a:lnTo>
                  <a:pt x="20" y="46"/>
                </a:lnTo>
                <a:lnTo>
                  <a:pt x="19" y="46"/>
                </a:lnTo>
                <a:lnTo>
                  <a:pt x="18" y="46"/>
                </a:lnTo>
                <a:lnTo>
                  <a:pt x="16" y="46"/>
                </a:lnTo>
                <a:lnTo>
                  <a:pt x="15" y="45"/>
                </a:lnTo>
                <a:lnTo>
                  <a:pt x="14" y="45"/>
                </a:lnTo>
                <a:lnTo>
                  <a:pt x="13" y="44"/>
                </a:lnTo>
                <a:lnTo>
                  <a:pt x="12" y="44"/>
                </a:lnTo>
                <a:lnTo>
                  <a:pt x="10" y="43"/>
                </a:lnTo>
                <a:lnTo>
                  <a:pt x="9" y="42"/>
                </a:lnTo>
                <a:lnTo>
                  <a:pt x="8" y="40"/>
                </a:lnTo>
                <a:lnTo>
                  <a:pt x="7" y="40"/>
                </a:lnTo>
                <a:lnTo>
                  <a:pt x="7" y="39"/>
                </a:lnTo>
                <a:lnTo>
                  <a:pt x="6" y="38"/>
                </a:lnTo>
                <a:lnTo>
                  <a:pt x="4" y="37"/>
                </a:lnTo>
                <a:lnTo>
                  <a:pt x="4" y="36"/>
                </a:lnTo>
                <a:lnTo>
                  <a:pt x="3" y="36"/>
                </a:lnTo>
                <a:lnTo>
                  <a:pt x="3" y="34"/>
                </a:lnTo>
                <a:lnTo>
                  <a:pt x="2" y="33"/>
                </a:lnTo>
                <a:lnTo>
                  <a:pt x="2" y="32"/>
                </a:lnTo>
                <a:lnTo>
                  <a:pt x="1" y="31"/>
                </a:lnTo>
                <a:lnTo>
                  <a:pt x="1" y="30"/>
                </a:lnTo>
                <a:lnTo>
                  <a:pt x="1" y="28"/>
                </a:lnTo>
                <a:lnTo>
                  <a:pt x="1" y="27"/>
                </a:lnTo>
                <a:lnTo>
                  <a:pt x="0" y="26"/>
                </a:lnTo>
                <a:lnTo>
                  <a:pt x="0" y="25"/>
                </a:lnTo>
                <a:lnTo>
                  <a:pt x="0" y="24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635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5535" name="TextBox 101">
            <a:extLst>
              <a:ext uri="{FF2B5EF4-FFF2-40B4-BE49-F238E27FC236}">
                <a16:creationId xmlns:a16="http://schemas.microsoft.com/office/drawing/2014/main" id="{AE163875-8F4A-452A-A3F3-040F7EB74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096963"/>
            <a:ext cx="5168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" panose="02020603050405020304" pitchFamily="18" charset="0"/>
              </a:rPr>
              <a:t>i</a:t>
            </a:r>
            <a:r>
              <a:rPr lang="en-US" altLang="en-US" i="1" baseline="-25000">
                <a:latin typeface="Times" panose="02020603050405020304" pitchFamily="18" charset="0"/>
              </a:rPr>
              <a:t>7 </a:t>
            </a:r>
            <a:r>
              <a:rPr lang="en-US" altLang="en-US" i="1">
                <a:latin typeface="Times" panose="02020603050405020304" pitchFamily="18" charset="0"/>
              </a:rPr>
              <a:t>    i</a:t>
            </a:r>
            <a:r>
              <a:rPr lang="en-US" altLang="en-US" i="1" baseline="-25000">
                <a:latin typeface="Times" panose="02020603050405020304" pitchFamily="18" charset="0"/>
              </a:rPr>
              <a:t>6 </a:t>
            </a:r>
            <a:r>
              <a:rPr lang="en-US" altLang="en-US" i="1">
                <a:latin typeface="Times" panose="02020603050405020304" pitchFamily="18" charset="0"/>
              </a:rPr>
              <a:t>    i</a:t>
            </a:r>
            <a:r>
              <a:rPr lang="en-US" altLang="en-US" i="1" baseline="-25000">
                <a:latin typeface="Times" panose="02020603050405020304" pitchFamily="18" charset="0"/>
              </a:rPr>
              <a:t>5</a:t>
            </a:r>
            <a:r>
              <a:rPr lang="en-US" altLang="en-US" i="1">
                <a:latin typeface="Times" panose="02020603050405020304" pitchFamily="18" charset="0"/>
              </a:rPr>
              <a:t>     i</a:t>
            </a:r>
            <a:r>
              <a:rPr lang="en-US" altLang="en-US" i="1" baseline="-25000">
                <a:latin typeface="Times" panose="02020603050405020304" pitchFamily="18" charset="0"/>
              </a:rPr>
              <a:t>4</a:t>
            </a:r>
            <a:r>
              <a:rPr lang="en-US" altLang="en-US" i="1">
                <a:latin typeface="Times" panose="02020603050405020304" pitchFamily="18" charset="0"/>
              </a:rPr>
              <a:t>     i</a:t>
            </a:r>
            <a:r>
              <a:rPr lang="en-US" altLang="en-US" i="1" baseline="-25000">
                <a:latin typeface="Times" panose="02020603050405020304" pitchFamily="18" charset="0"/>
              </a:rPr>
              <a:t>3 </a:t>
            </a:r>
            <a:r>
              <a:rPr lang="en-US" altLang="en-US" i="1">
                <a:latin typeface="Times" panose="02020603050405020304" pitchFamily="18" charset="0"/>
              </a:rPr>
              <a:t>   i</a:t>
            </a:r>
            <a:r>
              <a:rPr lang="en-US" altLang="en-US" i="1" baseline="-25000">
                <a:latin typeface="Times" panose="02020603050405020304" pitchFamily="18" charset="0"/>
              </a:rPr>
              <a:t>2 </a:t>
            </a:r>
            <a:r>
              <a:rPr lang="en-US" altLang="en-US" i="1">
                <a:latin typeface="Times" panose="02020603050405020304" pitchFamily="18" charset="0"/>
              </a:rPr>
              <a:t>    i</a:t>
            </a:r>
            <a:r>
              <a:rPr lang="en-US" altLang="en-US" i="1" baseline="-25000">
                <a:latin typeface="Times" panose="02020603050405020304" pitchFamily="18" charset="0"/>
              </a:rPr>
              <a:t>1</a:t>
            </a:r>
            <a:r>
              <a:rPr lang="en-US" altLang="en-US" i="1">
                <a:latin typeface="Times" panose="02020603050405020304" pitchFamily="18" charset="0"/>
              </a:rPr>
              <a:t>     i</a:t>
            </a:r>
            <a:r>
              <a:rPr lang="en-US" altLang="en-US" i="1" baseline="-25000">
                <a:latin typeface="Times" panose="02020603050405020304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0F87C8F-0A65-9743-B938-5E5A49FCD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Example 4:Circuit implementation </a:t>
            </a:r>
            <a:br>
              <a:rPr lang="en-US" dirty="0">
                <a:ea typeface="+mj-ea"/>
                <a:cs typeface="+mj-cs"/>
              </a:rPr>
            </a:br>
            <a:r>
              <a:rPr lang="en-US" dirty="0">
                <a:ea typeface="+mj-ea"/>
                <a:cs typeface="+mj-cs"/>
              </a:rPr>
              <a:t>using a multiplexer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C66DDAE8-B017-407D-B984-68812CBFE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305800" cy="4953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Implement the function 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sz="2000" dirty="0"/>
              <a:t>f(w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) = w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 +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3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5</a:t>
            </a:r>
            <a:endParaRPr lang="en-US" altLang="en-US" sz="2000" dirty="0"/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using a 4-to-1 multiplexer</a:t>
            </a:r>
          </a:p>
          <a:p>
            <a:pPr marL="0" indent="0" eaLnBrk="1" hangingPunct="1"/>
            <a:endParaRPr lang="en-US" altLang="en-US" dirty="0"/>
          </a:p>
        </p:txBody>
      </p:sp>
      <p:cxnSp>
        <p:nvCxnSpPr>
          <p:cNvPr id="106499" name="Straight Connector 2">
            <a:extLst>
              <a:ext uri="{FF2B5EF4-FFF2-40B4-BE49-F238E27FC236}">
                <a16:creationId xmlns:a16="http://schemas.microsoft.com/office/drawing/2014/main" id="{42D50D6D-4C98-4573-A311-2659620653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42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0" name="Straight Connector 5">
            <a:extLst>
              <a:ext uri="{FF2B5EF4-FFF2-40B4-BE49-F238E27FC236}">
                <a16:creationId xmlns:a16="http://schemas.microsoft.com/office/drawing/2014/main" id="{2FF820C7-2A18-4A5B-9B56-93C929BC5F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1" name="Straight Connector 6">
            <a:extLst>
              <a:ext uri="{FF2B5EF4-FFF2-40B4-BE49-F238E27FC236}">
                <a16:creationId xmlns:a16="http://schemas.microsoft.com/office/drawing/2014/main" id="{3A4624D5-D38A-4863-8B71-DBA8A82295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338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2" name="Straight Connector 7">
            <a:extLst>
              <a:ext uri="{FF2B5EF4-FFF2-40B4-BE49-F238E27FC236}">
                <a16:creationId xmlns:a16="http://schemas.microsoft.com/office/drawing/2014/main" id="{4A18DD2C-15E4-431F-B47A-DA8F7AE85E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86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70512B-E8CB-49DB-BDA2-75B9AF50C5B1}"/>
                  </a:ext>
                </a:extLst>
              </p14:cNvPr>
              <p14:cNvContentPartPr/>
              <p14:nvPr/>
            </p14:nvContentPartPr>
            <p14:xfrm>
              <a:off x="5190480" y="4317840"/>
              <a:ext cx="1092240" cy="44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70512B-E8CB-49DB-BDA2-75B9AF50C5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1120" y="4308480"/>
                <a:ext cx="1110960" cy="46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1" name="TextBox 1">
            <a:extLst>
              <a:ext uri="{FF2B5EF4-FFF2-40B4-BE49-F238E27FC236}">
                <a16:creationId xmlns:a16="http://schemas.microsoft.com/office/drawing/2014/main" id="{DE19326C-E321-4A7A-B918-7A16C8DC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6759575" cy="4619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 that the split is by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not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3B9CA-1DF3-4096-B0A6-AC12454E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5" y="685800"/>
            <a:ext cx="7703545" cy="461963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CCBF378E-04B2-423C-BA73-06924F92D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dirty="0">
                <a:ea typeface="+mj-ea"/>
                <a:cs typeface="+mj-cs"/>
              </a:rPr>
              <a:t>Example 4:Circuit implementation using a multiplexer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14:cNvPr>
              <p14:cNvContentPartPr/>
              <p14:nvPr/>
            </p14:nvContentPartPr>
            <p14:xfrm>
              <a:off x="2547365" y="1440998"/>
              <a:ext cx="137880" cy="1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8365" y="1432358"/>
                <a:ext cx="155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14:cNvPr>
              <p14:cNvContentPartPr/>
              <p14:nvPr/>
            </p14:nvContentPartPr>
            <p14:xfrm>
              <a:off x="2544485" y="1520918"/>
              <a:ext cx="134280" cy="11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5845" y="1511918"/>
                <a:ext cx="151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14:cNvPr>
              <p14:cNvContentPartPr/>
              <p14:nvPr/>
            </p14:nvContentPartPr>
            <p14:xfrm>
              <a:off x="2779925" y="1380518"/>
              <a:ext cx="219240" cy="21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0940" y="1371533"/>
                <a:ext cx="236851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14:cNvPr>
              <p14:cNvContentPartPr/>
              <p14:nvPr/>
            </p14:nvContentPartPr>
            <p14:xfrm>
              <a:off x="3110405" y="1390598"/>
              <a:ext cx="224280" cy="272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1419" y="1381958"/>
                <a:ext cx="241892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14:cNvPr>
              <p14:cNvContentPartPr/>
              <p14:nvPr/>
            </p14:nvContentPartPr>
            <p14:xfrm>
              <a:off x="2771285" y="1294838"/>
              <a:ext cx="131040" cy="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2285" y="1286198"/>
                <a:ext cx="148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14:cNvPr>
              <p14:cNvContentPartPr/>
              <p14:nvPr/>
            </p14:nvContentPartPr>
            <p14:xfrm>
              <a:off x="3088805" y="1310678"/>
              <a:ext cx="133200" cy="1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79805" y="1301678"/>
                <a:ext cx="150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14:cNvPr>
              <p14:cNvContentPartPr/>
              <p14:nvPr/>
            </p14:nvContentPartPr>
            <p14:xfrm>
              <a:off x="3786125" y="1425518"/>
              <a:ext cx="497160" cy="348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7479" y="1416869"/>
                <a:ext cx="514813" cy="365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14:cNvPr>
              <p14:cNvContentPartPr/>
              <p14:nvPr/>
            </p14:nvContentPartPr>
            <p14:xfrm>
              <a:off x="3410645" y="1254878"/>
              <a:ext cx="307080" cy="466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02015" y="1245878"/>
                <a:ext cx="324699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14:cNvPr>
              <p14:cNvContentPartPr/>
              <p14:nvPr/>
            </p14:nvContentPartPr>
            <p14:xfrm>
              <a:off x="4399560" y="1389158"/>
              <a:ext cx="145440" cy="13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90920" y="1380158"/>
                <a:ext cx="163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14:cNvPr>
              <p14:cNvContentPartPr/>
              <p14:nvPr/>
            </p14:nvContentPartPr>
            <p14:xfrm>
              <a:off x="4613400" y="1457918"/>
              <a:ext cx="5040" cy="11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04760" y="1448918"/>
                <a:ext cx="22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14:cNvPr>
              <p14:cNvContentPartPr/>
              <p14:nvPr/>
            </p14:nvContentPartPr>
            <p14:xfrm>
              <a:off x="4371480" y="1306718"/>
              <a:ext cx="180360" cy="27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62480" y="1297718"/>
                <a:ext cx="198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14:cNvPr>
              <p14:cNvContentPartPr/>
              <p14:nvPr/>
            </p14:nvContentPartPr>
            <p14:xfrm>
              <a:off x="4704480" y="1336238"/>
              <a:ext cx="239760" cy="277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95480" y="1327587"/>
                <a:ext cx="257400" cy="294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14:cNvPr>
              <p14:cNvContentPartPr/>
              <p14:nvPr/>
            </p14:nvContentPartPr>
            <p14:xfrm>
              <a:off x="5009400" y="1257038"/>
              <a:ext cx="547920" cy="471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00754" y="1248045"/>
                <a:ext cx="565572" cy="48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14:cNvPr>
              <p14:cNvContentPartPr/>
              <p14:nvPr/>
            </p14:nvContentPartPr>
            <p14:xfrm>
              <a:off x="5673240" y="1462598"/>
              <a:ext cx="140400" cy="152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64600" y="1453958"/>
                <a:ext cx="158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14:cNvPr>
              <p14:cNvContentPartPr/>
              <p14:nvPr/>
            </p14:nvContentPartPr>
            <p14:xfrm>
              <a:off x="5885640" y="1261358"/>
              <a:ext cx="1126800" cy="480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76640" y="1252365"/>
                <a:ext cx="1144440" cy="497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14:cNvPr>
              <p14:cNvContentPartPr/>
              <p14:nvPr/>
            </p14:nvContentPartPr>
            <p14:xfrm>
              <a:off x="8073720" y="1260638"/>
              <a:ext cx="326160" cy="433800"/>
            </p14:xfrm>
          </p:contentPart>
        </mc:Choice>
        <mc:Fallback xmlns="">
          <p:pic>
            <p:nvPicPr>
              <p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65070" y="1251998"/>
                <a:ext cx="343819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14:cNvPr>
              <p14:cNvContentPartPr/>
              <p14:nvPr/>
            </p14:nvContentPartPr>
            <p14:xfrm>
              <a:off x="7168680" y="1460078"/>
              <a:ext cx="164880" cy="182880"/>
            </p14:xfrm>
          </p:contentPart>
        </mc:Choice>
        <mc:Fallback xmlns="">
          <p:pic>
            <p:nvPicPr>
              <p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60040" y="1451078"/>
                <a:ext cx="182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14:cNvPr>
              <p14:cNvContentPartPr/>
              <p14:nvPr/>
            </p14:nvContentPartPr>
            <p14:xfrm>
              <a:off x="8475480" y="1511918"/>
              <a:ext cx="211320" cy="278640"/>
            </p14:xfrm>
          </p:contentPart>
        </mc:Choice>
        <mc:Fallback xmlns="">
          <p:pic>
            <p:nvPicPr>
              <p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66480" y="1503278"/>
                <a:ext cx="2289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14:cNvPr>
              <p14:cNvContentPartPr/>
              <p14:nvPr/>
            </p14:nvContentPartPr>
            <p14:xfrm>
              <a:off x="7438320" y="1442798"/>
              <a:ext cx="554760" cy="252720"/>
            </p14:xfrm>
          </p:contentPart>
        </mc:Choice>
        <mc:Fallback xmlns="">
          <p:pic>
            <p:nvPicPr>
              <p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29680" y="1433798"/>
                <a:ext cx="572400" cy="2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90692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1" name="TextBox 1">
            <a:extLst>
              <a:ext uri="{FF2B5EF4-FFF2-40B4-BE49-F238E27FC236}">
                <a16:creationId xmlns:a16="http://schemas.microsoft.com/office/drawing/2014/main" id="{DE19326C-E321-4A7A-B918-7A16C8DC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6759575" cy="4619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 that the split is by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not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3B9CA-1DF3-4096-B0A6-AC12454E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5" y="685800"/>
            <a:ext cx="7703545" cy="461963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CCBF378E-04B2-423C-BA73-06924F92D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dirty="0">
                <a:ea typeface="+mj-ea"/>
                <a:cs typeface="+mj-cs"/>
              </a:rPr>
              <a:t>Example 4:Circuit implementation using a multiplexer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14:cNvPr>
              <p14:cNvContentPartPr/>
              <p14:nvPr/>
            </p14:nvContentPartPr>
            <p14:xfrm>
              <a:off x="2547365" y="1440998"/>
              <a:ext cx="137880" cy="1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8365" y="1432358"/>
                <a:ext cx="155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14:cNvPr>
              <p14:cNvContentPartPr/>
              <p14:nvPr/>
            </p14:nvContentPartPr>
            <p14:xfrm>
              <a:off x="2544485" y="1520918"/>
              <a:ext cx="134280" cy="11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5845" y="1511918"/>
                <a:ext cx="151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14:cNvPr>
              <p14:cNvContentPartPr/>
              <p14:nvPr/>
            </p14:nvContentPartPr>
            <p14:xfrm>
              <a:off x="2779925" y="1380518"/>
              <a:ext cx="219240" cy="21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0940" y="1371533"/>
                <a:ext cx="236851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14:cNvPr>
              <p14:cNvContentPartPr/>
              <p14:nvPr/>
            </p14:nvContentPartPr>
            <p14:xfrm>
              <a:off x="3110405" y="1390598"/>
              <a:ext cx="224280" cy="272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1419" y="1381958"/>
                <a:ext cx="241892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14:cNvPr>
              <p14:cNvContentPartPr/>
              <p14:nvPr/>
            </p14:nvContentPartPr>
            <p14:xfrm>
              <a:off x="2771285" y="1294838"/>
              <a:ext cx="131040" cy="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2285" y="1286198"/>
                <a:ext cx="148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14:cNvPr>
              <p14:cNvContentPartPr/>
              <p14:nvPr/>
            </p14:nvContentPartPr>
            <p14:xfrm>
              <a:off x="3088805" y="1310678"/>
              <a:ext cx="133200" cy="1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79805" y="1301678"/>
                <a:ext cx="150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14:cNvPr>
              <p14:cNvContentPartPr/>
              <p14:nvPr/>
            </p14:nvContentPartPr>
            <p14:xfrm>
              <a:off x="3786125" y="1425518"/>
              <a:ext cx="497160" cy="348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7479" y="1416869"/>
                <a:ext cx="514813" cy="365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14:cNvPr>
              <p14:cNvContentPartPr/>
              <p14:nvPr/>
            </p14:nvContentPartPr>
            <p14:xfrm>
              <a:off x="3410645" y="1254878"/>
              <a:ext cx="307080" cy="466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02015" y="1245878"/>
                <a:ext cx="324699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14:cNvPr>
              <p14:cNvContentPartPr/>
              <p14:nvPr/>
            </p14:nvContentPartPr>
            <p14:xfrm>
              <a:off x="4399560" y="1389158"/>
              <a:ext cx="145440" cy="13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90920" y="1380158"/>
                <a:ext cx="163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14:cNvPr>
              <p14:cNvContentPartPr/>
              <p14:nvPr/>
            </p14:nvContentPartPr>
            <p14:xfrm>
              <a:off x="4613400" y="1457918"/>
              <a:ext cx="5040" cy="11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04760" y="1448918"/>
                <a:ext cx="22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14:cNvPr>
              <p14:cNvContentPartPr/>
              <p14:nvPr/>
            </p14:nvContentPartPr>
            <p14:xfrm>
              <a:off x="4371480" y="1306718"/>
              <a:ext cx="180360" cy="27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62480" y="1297718"/>
                <a:ext cx="198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14:cNvPr>
              <p14:cNvContentPartPr/>
              <p14:nvPr/>
            </p14:nvContentPartPr>
            <p14:xfrm>
              <a:off x="4704480" y="1336238"/>
              <a:ext cx="239760" cy="277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95480" y="1327587"/>
                <a:ext cx="257400" cy="294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14:cNvPr>
              <p14:cNvContentPartPr/>
              <p14:nvPr/>
            </p14:nvContentPartPr>
            <p14:xfrm>
              <a:off x="5009400" y="1257038"/>
              <a:ext cx="547920" cy="471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00754" y="1248045"/>
                <a:ext cx="565572" cy="48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14:cNvPr>
              <p14:cNvContentPartPr/>
              <p14:nvPr/>
            </p14:nvContentPartPr>
            <p14:xfrm>
              <a:off x="5673240" y="1462598"/>
              <a:ext cx="140400" cy="152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64600" y="1453958"/>
                <a:ext cx="158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14:cNvPr>
              <p14:cNvContentPartPr/>
              <p14:nvPr/>
            </p14:nvContentPartPr>
            <p14:xfrm>
              <a:off x="5885640" y="1261358"/>
              <a:ext cx="1126800" cy="480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76640" y="1252365"/>
                <a:ext cx="1144440" cy="497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14:cNvPr>
              <p14:cNvContentPartPr/>
              <p14:nvPr/>
            </p14:nvContentPartPr>
            <p14:xfrm>
              <a:off x="8073720" y="1260638"/>
              <a:ext cx="326160" cy="433800"/>
            </p14:xfrm>
          </p:contentPart>
        </mc:Choice>
        <mc:Fallback xmlns="">
          <p:pic>
            <p:nvPicPr>
              <p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65070" y="1251998"/>
                <a:ext cx="343819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14:cNvPr>
              <p14:cNvContentPartPr/>
              <p14:nvPr/>
            </p14:nvContentPartPr>
            <p14:xfrm>
              <a:off x="7168680" y="1460078"/>
              <a:ext cx="164880" cy="182880"/>
            </p14:xfrm>
          </p:contentPart>
        </mc:Choice>
        <mc:Fallback xmlns="">
          <p:pic>
            <p:nvPicPr>
              <p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60040" y="1451078"/>
                <a:ext cx="182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14:cNvPr>
              <p14:cNvContentPartPr/>
              <p14:nvPr/>
            </p14:nvContentPartPr>
            <p14:xfrm>
              <a:off x="8475480" y="1511918"/>
              <a:ext cx="211320" cy="278640"/>
            </p14:xfrm>
          </p:contentPart>
        </mc:Choice>
        <mc:Fallback xmlns="">
          <p:pic>
            <p:nvPicPr>
              <p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66480" y="1503278"/>
                <a:ext cx="2289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14:cNvPr>
              <p14:cNvContentPartPr/>
              <p14:nvPr/>
            </p14:nvContentPartPr>
            <p14:xfrm>
              <a:off x="7438320" y="1442798"/>
              <a:ext cx="554760" cy="252720"/>
            </p14:xfrm>
          </p:contentPart>
        </mc:Choice>
        <mc:Fallback xmlns="">
          <p:pic>
            <p:nvPicPr>
              <p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29680" y="1433798"/>
                <a:ext cx="572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6A71323-12C3-45AF-84AA-815A05C04841}"/>
                  </a:ext>
                </a:extLst>
              </p14:cNvPr>
              <p14:cNvContentPartPr/>
              <p14:nvPr/>
            </p14:nvContentPartPr>
            <p14:xfrm>
              <a:off x="2576095" y="2211782"/>
              <a:ext cx="137880" cy="15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6A71323-12C3-45AF-84AA-815A05C048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7095" y="2203142"/>
                <a:ext cx="155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2FADB85-E8F6-49E0-BA86-582FECEE8DC7}"/>
                  </a:ext>
                </a:extLst>
              </p14:cNvPr>
              <p14:cNvContentPartPr/>
              <p14:nvPr/>
            </p14:nvContentPartPr>
            <p14:xfrm>
              <a:off x="2573215" y="2291702"/>
              <a:ext cx="134280" cy="11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2FADB85-E8F6-49E0-BA86-582FECEE8D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4575" y="2282702"/>
                <a:ext cx="151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CA48804-0A20-4FED-86AD-415B9BB3786B}"/>
                  </a:ext>
                </a:extLst>
              </p14:cNvPr>
              <p14:cNvContentPartPr/>
              <p14:nvPr/>
            </p14:nvContentPartPr>
            <p14:xfrm>
              <a:off x="2808655" y="2151302"/>
              <a:ext cx="219240" cy="217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CA48804-0A20-4FED-86AD-415B9BB378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9670" y="2142317"/>
                <a:ext cx="236851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3CCE15D-B0E5-4C55-B7DA-2ED9C6C8810C}"/>
                  </a:ext>
                </a:extLst>
              </p14:cNvPr>
              <p14:cNvContentPartPr/>
              <p14:nvPr/>
            </p14:nvContentPartPr>
            <p14:xfrm>
              <a:off x="3139135" y="2161382"/>
              <a:ext cx="224280" cy="272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3CCE15D-B0E5-4C55-B7DA-2ED9C6C881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30149" y="2152742"/>
                <a:ext cx="241892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CCC1236-A1F1-4FA5-9917-38D1597D8AA1}"/>
                  </a:ext>
                </a:extLst>
              </p14:cNvPr>
              <p14:cNvContentPartPr/>
              <p14:nvPr/>
            </p14:nvContentPartPr>
            <p14:xfrm>
              <a:off x="2800015" y="2065622"/>
              <a:ext cx="131040" cy="7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CCC1236-A1F1-4FA5-9917-38D1597D8A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91015" y="2056982"/>
                <a:ext cx="148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DE6AC1C-3103-4F0B-9B40-D1B829995503}"/>
                  </a:ext>
                </a:extLst>
              </p14:cNvPr>
              <p14:cNvContentPartPr/>
              <p14:nvPr/>
            </p14:nvContentPartPr>
            <p14:xfrm>
              <a:off x="3117535" y="2081462"/>
              <a:ext cx="133200" cy="11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DE6AC1C-3103-4F0B-9B40-D1B82999550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08535" y="2072462"/>
                <a:ext cx="150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5E3ACCF-C322-43B9-B0CD-F7BB218941E0}"/>
                  </a:ext>
                </a:extLst>
              </p14:cNvPr>
              <p14:cNvContentPartPr/>
              <p14:nvPr/>
            </p14:nvContentPartPr>
            <p14:xfrm>
              <a:off x="4118695" y="2196302"/>
              <a:ext cx="193320" cy="162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5E3ACCF-C322-43B9-B0CD-F7BB218941E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09695" y="2187662"/>
                <a:ext cx="2109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D696488-C90D-4826-A6EF-7D70E7C44C8D}"/>
                  </a:ext>
                </a:extLst>
              </p14:cNvPr>
              <p14:cNvContentPartPr/>
              <p14:nvPr/>
            </p14:nvContentPartPr>
            <p14:xfrm>
              <a:off x="4428290" y="2159942"/>
              <a:ext cx="145440" cy="1375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D696488-C90D-4826-A6EF-7D70E7C44C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19650" y="2150942"/>
                <a:ext cx="163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A47B7A6-C2EA-4ED9-9270-8B8041A89C73}"/>
                  </a:ext>
                </a:extLst>
              </p14:cNvPr>
              <p14:cNvContentPartPr/>
              <p14:nvPr/>
            </p14:nvContentPartPr>
            <p14:xfrm>
              <a:off x="4642130" y="2228702"/>
              <a:ext cx="5040" cy="113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A47B7A6-C2EA-4ED9-9270-8B8041A89C7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3490" y="2219702"/>
                <a:ext cx="22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3EE29AB-F2A3-4DA7-9F29-F02134806FE2}"/>
                  </a:ext>
                </a:extLst>
              </p14:cNvPr>
              <p14:cNvContentPartPr/>
              <p14:nvPr/>
            </p14:nvContentPartPr>
            <p14:xfrm>
              <a:off x="4400210" y="2077502"/>
              <a:ext cx="180360" cy="27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3EE29AB-F2A3-4DA7-9F29-F02134806FE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91210" y="2068502"/>
                <a:ext cx="198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234DCF3-18DB-4F1A-B6D6-073C95271BE3}"/>
                  </a:ext>
                </a:extLst>
              </p14:cNvPr>
              <p14:cNvContentPartPr/>
              <p14:nvPr/>
            </p14:nvContentPartPr>
            <p14:xfrm>
              <a:off x="4733210" y="2107022"/>
              <a:ext cx="239760" cy="277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234DCF3-18DB-4F1A-B6D6-073C95271B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24210" y="2098371"/>
                <a:ext cx="257400" cy="294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3707FC1-B693-4A4E-A24D-D1145C647185}"/>
                  </a:ext>
                </a:extLst>
              </p14:cNvPr>
              <p14:cNvContentPartPr/>
              <p14:nvPr/>
            </p14:nvContentPartPr>
            <p14:xfrm>
              <a:off x="5701970" y="2233382"/>
              <a:ext cx="140400" cy="1522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3707FC1-B693-4A4E-A24D-D1145C64718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93330" y="2224742"/>
                <a:ext cx="158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86D0AFE-84A4-44A6-B23A-9808FBB45E7E}"/>
                  </a:ext>
                </a:extLst>
              </p14:cNvPr>
              <p14:cNvContentPartPr/>
              <p14:nvPr/>
            </p14:nvContentPartPr>
            <p14:xfrm>
              <a:off x="5914370" y="2104502"/>
              <a:ext cx="516960" cy="2926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86D0AFE-84A4-44A6-B23A-9808FBB45E7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05370" y="2095502"/>
                <a:ext cx="5346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A8A2F1D-DDC5-4AD3-B0B6-B270BD8546DA}"/>
                  </a:ext>
                </a:extLst>
              </p14:cNvPr>
              <p14:cNvContentPartPr/>
              <p14:nvPr/>
            </p14:nvContentPartPr>
            <p14:xfrm>
              <a:off x="7197410" y="2230862"/>
              <a:ext cx="164880" cy="182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A8A2F1D-DDC5-4AD3-B0B6-B270BD8546D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88770" y="2221862"/>
                <a:ext cx="182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AF1898E-C754-4260-8D8E-8A9055CC8D31}"/>
                  </a:ext>
                </a:extLst>
              </p14:cNvPr>
              <p14:cNvContentPartPr/>
              <p14:nvPr/>
            </p14:nvContentPartPr>
            <p14:xfrm>
              <a:off x="7467050" y="2213582"/>
              <a:ext cx="554760" cy="252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AF1898E-C754-4260-8D8E-8A9055CC8D3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58410" y="2204582"/>
                <a:ext cx="572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6656A8-69B8-417F-9DC9-019DAD7C0CC9}"/>
                  </a:ext>
                </a:extLst>
              </p14:cNvPr>
              <p14:cNvContentPartPr/>
              <p14:nvPr/>
            </p14:nvContentPartPr>
            <p14:xfrm>
              <a:off x="3396715" y="2036078"/>
              <a:ext cx="89640" cy="39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6656A8-69B8-417F-9DC9-019DAD7C0C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87715" y="2027078"/>
                <a:ext cx="1072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69FF2F-38EF-46CA-A304-5EE20F5EDB55}"/>
                  </a:ext>
                </a:extLst>
              </p14:cNvPr>
              <p14:cNvContentPartPr/>
              <p14:nvPr/>
            </p14:nvContentPartPr>
            <p14:xfrm>
              <a:off x="3967675" y="2001878"/>
              <a:ext cx="108720" cy="49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69FF2F-38EF-46CA-A304-5EE20F5EDB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58675" y="1993238"/>
                <a:ext cx="12636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D8CB472-40ED-4939-A077-2688AA8ADFA3}"/>
                  </a:ext>
                </a:extLst>
              </p14:cNvPr>
              <p14:cNvContentPartPr/>
              <p14:nvPr/>
            </p14:nvContentPartPr>
            <p14:xfrm>
              <a:off x="5007355" y="2015918"/>
              <a:ext cx="118440" cy="382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D8CB472-40ED-4939-A077-2688AA8ADFA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98355" y="2006918"/>
                <a:ext cx="1360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D2C00B-93E2-4DF8-AA76-416BCBF8AAD2}"/>
                  </a:ext>
                </a:extLst>
              </p14:cNvPr>
              <p14:cNvContentPartPr/>
              <p14:nvPr/>
            </p14:nvContentPartPr>
            <p14:xfrm>
              <a:off x="5546275" y="2030318"/>
              <a:ext cx="53640" cy="431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D2C00B-93E2-4DF8-AA76-416BCBF8AAD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37635" y="2021678"/>
                <a:ext cx="712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D03273A-3861-49E5-8208-262F3690AD73}"/>
                  </a:ext>
                </a:extLst>
              </p14:cNvPr>
              <p14:cNvContentPartPr/>
              <p14:nvPr/>
            </p14:nvContentPartPr>
            <p14:xfrm>
              <a:off x="6492355" y="2065958"/>
              <a:ext cx="107640" cy="38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D03273A-3861-49E5-8208-262F3690AD7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83355" y="2057318"/>
                <a:ext cx="12528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5BCD5E-BC3F-4511-B1E4-B3B1F670E427}"/>
                  </a:ext>
                </a:extLst>
              </p14:cNvPr>
              <p14:cNvContentPartPr/>
              <p14:nvPr/>
            </p14:nvContentPartPr>
            <p14:xfrm>
              <a:off x="7040635" y="2043278"/>
              <a:ext cx="80280" cy="495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5BCD5E-BC3F-4511-B1E4-B3B1F670E42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31995" y="2034278"/>
                <a:ext cx="97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89A07DE-F2AA-477E-A874-628584955BCF}"/>
                  </a:ext>
                </a:extLst>
              </p14:cNvPr>
              <p14:cNvContentPartPr/>
              <p14:nvPr/>
            </p14:nvContentPartPr>
            <p14:xfrm>
              <a:off x="8041795" y="2127518"/>
              <a:ext cx="143280" cy="364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89A07DE-F2AA-477E-A874-628584955BC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32795" y="2118518"/>
                <a:ext cx="16092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1F16F1-8979-4A11-82B9-40D545B89580}"/>
                  </a:ext>
                </a:extLst>
              </p14:cNvPr>
              <p14:cNvContentPartPr/>
              <p14:nvPr/>
            </p14:nvContentPartPr>
            <p14:xfrm>
              <a:off x="8555515" y="2087198"/>
              <a:ext cx="91080" cy="414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1F16F1-8979-4A11-82B9-40D545B8958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46515" y="2078558"/>
                <a:ext cx="1087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A0AE8B4-4019-4508-A736-43C97B8C9CA4}"/>
                  </a:ext>
                </a:extLst>
              </p14:cNvPr>
              <p14:cNvContentPartPr/>
              <p14:nvPr/>
            </p14:nvContentPartPr>
            <p14:xfrm>
              <a:off x="3653395" y="2049758"/>
              <a:ext cx="108000" cy="224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A0AE8B4-4019-4508-A736-43C97B8C9CA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644755" y="2041118"/>
                <a:ext cx="1256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997526C-DF6C-420B-8747-4C5A68FC6563}"/>
                  </a:ext>
                </a:extLst>
              </p14:cNvPr>
              <p14:cNvContentPartPr/>
              <p14:nvPr/>
            </p14:nvContentPartPr>
            <p14:xfrm>
              <a:off x="3718915" y="2390318"/>
              <a:ext cx="360" cy="3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997526C-DF6C-420B-8747-4C5A68FC656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710275" y="2381318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A9883D0-04E7-4C7F-9226-CCDD5F46A42D}"/>
                  </a:ext>
                </a:extLst>
              </p14:cNvPr>
              <p14:cNvContentPartPr/>
              <p14:nvPr/>
            </p14:nvContentPartPr>
            <p14:xfrm>
              <a:off x="5224435" y="2033558"/>
              <a:ext cx="148680" cy="223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A9883D0-04E7-4C7F-9226-CCDD5F46A42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15435" y="2024918"/>
                <a:ext cx="16632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8BD1C8E-1FBA-46E7-AD4D-1C9E287E3BF2}"/>
                  </a:ext>
                </a:extLst>
              </p14:cNvPr>
              <p14:cNvContentPartPr/>
              <p14:nvPr/>
            </p14:nvContentPartPr>
            <p14:xfrm>
              <a:off x="5325955" y="2357918"/>
              <a:ext cx="18000" cy="9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8BD1C8E-1FBA-46E7-AD4D-1C9E287E3BF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317315" y="2349278"/>
                <a:ext cx="3564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49B223-EEB0-4B24-97C3-EC34ED11C91D}"/>
                  </a:ext>
                </a:extLst>
              </p14:cNvPr>
              <p14:cNvContentPartPr/>
              <p14:nvPr/>
            </p14:nvContentPartPr>
            <p14:xfrm>
              <a:off x="6720235" y="2072438"/>
              <a:ext cx="134280" cy="233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49B223-EEB0-4B24-97C3-EC34ED11C91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11595" y="2063438"/>
                <a:ext cx="1519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1175EA5-FD54-48A0-BED7-ABC360B36FA5}"/>
                  </a:ext>
                </a:extLst>
              </p14:cNvPr>
              <p14:cNvContentPartPr/>
              <p14:nvPr/>
            </p14:nvContentPartPr>
            <p14:xfrm>
              <a:off x="6823555" y="2398958"/>
              <a:ext cx="9360" cy="4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1175EA5-FD54-48A0-BED7-ABC360B36FA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814915" y="2389958"/>
                <a:ext cx="27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32BBDDC-C1B9-4FB1-8D19-5755178587A3}"/>
                  </a:ext>
                </a:extLst>
              </p14:cNvPr>
              <p14:cNvContentPartPr/>
              <p14:nvPr/>
            </p14:nvContentPartPr>
            <p14:xfrm>
              <a:off x="8242675" y="2113478"/>
              <a:ext cx="156600" cy="234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32BBDDC-C1B9-4FB1-8D19-5755178587A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234035" y="2104478"/>
                <a:ext cx="1742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565841F-2D84-4EC1-882E-7A8A93B984C3}"/>
                  </a:ext>
                </a:extLst>
              </p14:cNvPr>
              <p14:cNvContentPartPr/>
              <p14:nvPr/>
            </p14:nvContentPartPr>
            <p14:xfrm>
              <a:off x="8389555" y="2429918"/>
              <a:ext cx="14400" cy="13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565841F-2D84-4EC1-882E-7A8A93B984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80555" y="2421278"/>
                <a:ext cx="320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C90EFD-53E7-4F9F-81D4-E2F0B159573A}"/>
                  </a:ext>
                </a:extLst>
              </p14:cNvPr>
              <p14:cNvContentPartPr/>
              <p14:nvPr/>
            </p14:nvContentPartPr>
            <p14:xfrm>
              <a:off x="3532680" y="599040"/>
              <a:ext cx="5289840" cy="2284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C90EFD-53E7-4F9F-81D4-E2F0B159573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523320" y="589680"/>
                <a:ext cx="5308560" cy="230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5254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1" name="TextBox 1">
            <a:extLst>
              <a:ext uri="{FF2B5EF4-FFF2-40B4-BE49-F238E27FC236}">
                <a16:creationId xmlns:a16="http://schemas.microsoft.com/office/drawing/2014/main" id="{DE19326C-E321-4A7A-B918-7A16C8DC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6759575" cy="4619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Note that the split is by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not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and w</a:t>
            </a:r>
            <a:r>
              <a:rPr kumimoji="0" lang="en-US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3B9CA-1DF3-4096-B0A6-AC12454EB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5" y="685800"/>
            <a:ext cx="7703545" cy="461963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CCBF378E-04B2-423C-BA73-06924F92D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dirty="0">
                <a:ea typeface="+mj-ea"/>
                <a:cs typeface="+mj-cs"/>
              </a:rPr>
              <a:t>Example 4:Circuit implementation using a multiplexer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14:cNvPr>
              <p14:cNvContentPartPr/>
              <p14:nvPr/>
            </p14:nvContentPartPr>
            <p14:xfrm>
              <a:off x="2547365" y="1440998"/>
              <a:ext cx="137880" cy="1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E16E08-CB9E-4FD0-8BE8-2ABF04ED6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8365" y="1432358"/>
                <a:ext cx="155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14:cNvPr>
              <p14:cNvContentPartPr/>
              <p14:nvPr/>
            </p14:nvContentPartPr>
            <p14:xfrm>
              <a:off x="2544485" y="1520918"/>
              <a:ext cx="134280" cy="11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C40366-D987-469E-8232-85C6C6ECCE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5845" y="1511918"/>
                <a:ext cx="151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14:cNvPr>
              <p14:cNvContentPartPr/>
              <p14:nvPr/>
            </p14:nvContentPartPr>
            <p14:xfrm>
              <a:off x="2779925" y="1380518"/>
              <a:ext cx="219240" cy="21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89408E-22A1-4AC2-B24B-281DF8DED1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70940" y="1371533"/>
                <a:ext cx="236851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14:cNvPr>
              <p14:cNvContentPartPr/>
              <p14:nvPr/>
            </p14:nvContentPartPr>
            <p14:xfrm>
              <a:off x="3110405" y="1390598"/>
              <a:ext cx="224280" cy="272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E7C154C-449F-4A3F-86F5-855C01018F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1419" y="1381958"/>
                <a:ext cx="241892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14:cNvPr>
              <p14:cNvContentPartPr/>
              <p14:nvPr/>
            </p14:nvContentPartPr>
            <p14:xfrm>
              <a:off x="2771285" y="1294838"/>
              <a:ext cx="131040" cy="7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A25D95-1D70-4145-9E2A-B576174E3F6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2285" y="1286198"/>
                <a:ext cx="148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14:cNvPr>
              <p14:cNvContentPartPr/>
              <p14:nvPr/>
            </p14:nvContentPartPr>
            <p14:xfrm>
              <a:off x="3088805" y="1310678"/>
              <a:ext cx="133200" cy="1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8D86E3-5958-4CC9-9DAD-7EEE815D347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79805" y="1301678"/>
                <a:ext cx="150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14:cNvPr>
              <p14:cNvContentPartPr/>
              <p14:nvPr/>
            </p14:nvContentPartPr>
            <p14:xfrm>
              <a:off x="3786125" y="1425518"/>
              <a:ext cx="497160" cy="348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BE46E12-6048-4FB2-8F12-4CD28F3226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7479" y="1416869"/>
                <a:ext cx="514813" cy="365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14:cNvPr>
              <p14:cNvContentPartPr/>
              <p14:nvPr/>
            </p14:nvContentPartPr>
            <p14:xfrm>
              <a:off x="3410645" y="1254878"/>
              <a:ext cx="307080" cy="466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C7F72F3-F5B8-4E72-B80F-3B179CAE367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02015" y="1245878"/>
                <a:ext cx="324699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14:cNvPr>
              <p14:cNvContentPartPr/>
              <p14:nvPr/>
            </p14:nvContentPartPr>
            <p14:xfrm>
              <a:off x="4399560" y="1389158"/>
              <a:ext cx="145440" cy="137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978593-4741-43B3-9526-CF4F1BD06D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90920" y="1380158"/>
                <a:ext cx="163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14:cNvPr>
              <p14:cNvContentPartPr/>
              <p14:nvPr/>
            </p14:nvContentPartPr>
            <p14:xfrm>
              <a:off x="4613400" y="1457918"/>
              <a:ext cx="5040" cy="113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F02DA76-009C-4383-BA15-D6FD2739A85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04760" y="1448918"/>
                <a:ext cx="22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14:cNvPr>
              <p14:cNvContentPartPr/>
              <p14:nvPr/>
            </p14:nvContentPartPr>
            <p14:xfrm>
              <a:off x="4371480" y="1306718"/>
              <a:ext cx="180360" cy="27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FA06F2E-8D8E-43CB-8B66-AEB2112FB89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62480" y="1297718"/>
                <a:ext cx="198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14:cNvPr>
              <p14:cNvContentPartPr/>
              <p14:nvPr/>
            </p14:nvContentPartPr>
            <p14:xfrm>
              <a:off x="4704480" y="1336238"/>
              <a:ext cx="239760" cy="277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C836F46-009A-4571-A51E-84871A87B82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95480" y="1327587"/>
                <a:ext cx="257400" cy="294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14:cNvPr>
              <p14:cNvContentPartPr/>
              <p14:nvPr/>
            </p14:nvContentPartPr>
            <p14:xfrm>
              <a:off x="5009400" y="1257038"/>
              <a:ext cx="547920" cy="471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90ED45A-629E-4461-847D-BFCF5F1EAB9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00754" y="1248045"/>
                <a:ext cx="565572" cy="48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14:cNvPr>
              <p14:cNvContentPartPr/>
              <p14:nvPr/>
            </p14:nvContentPartPr>
            <p14:xfrm>
              <a:off x="5673240" y="1462598"/>
              <a:ext cx="140400" cy="152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4B2F135-7DAA-4B79-9314-0AD75D31D7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64600" y="1453958"/>
                <a:ext cx="158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14:cNvPr>
              <p14:cNvContentPartPr/>
              <p14:nvPr/>
            </p14:nvContentPartPr>
            <p14:xfrm>
              <a:off x="5885640" y="1261358"/>
              <a:ext cx="1126800" cy="480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D75FA11-E3C1-41B6-AEF3-58E2302C912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76640" y="1252365"/>
                <a:ext cx="1144440" cy="497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14:cNvPr>
              <p14:cNvContentPartPr/>
              <p14:nvPr/>
            </p14:nvContentPartPr>
            <p14:xfrm>
              <a:off x="8073720" y="1260638"/>
              <a:ext cx="326160" cy="433800"/>
            </p14:xfrm>
          </p:contentPart>
        </mc:Choice>
        <mc:Fallback xmlns="">
          <p:pic>
            <p:nvPicPr>
              <p:cNvPr id="107531" name="Ink 107530">
                <a:extLst>
                  <a:ext uri="{FF2B5EF4-FFF2-40B4-BE49-F238E27FC236}">
                    <a16:creationId xmlns:a16="http://schemas.microsoft.com/office/drawing/2014/main" id="{C8E5B809-D7F4-4973-9B19-82DD33CB08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65070" y="1251998"/>
                <a:ext cx="343819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14:cNvPr>
              <p14:cNvContentPartPr/>
              <p14:nvPr/>
            </p14:nvContentPartPr>
            <p14:xfrm>
              <a:off x="7168680" y="1460078"/>
              <a:ext cx="164880" cy="182880"/>
            </p14:xfrm>
          </p:contentPart>
        </mc:Choice>
        <mc:Fallback xmlns="">
          <p:pic>
            <p:nvPicPr>
              <p:cNvPr id="107533" name="Ink 107532">
                <a:extLst>
                  <a:ext uri="{FF2B5EF4-FFF2-40B4-BE49-F238E27FC236}">
                    <a16:creationId xmlns:a16="http://schemas.microsoft.com/office/drawing/2014/main" id="{F24500D2-35C7-491F-8797-0410F7056C7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60040" y="1451078"/>
                <a:ext cx="182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14:cNvPr>
              <p14:cNvContentPartPr/>
              <p14:nvPr/>
            </p14:nvContentPartPr>
            <p14:xfrm>
              <a:off x="8475480" y="1511918"/>
              <a:ext cx="211320" cy="278640"/>
            </p14:xfrm>
          </p:contentPart>
        </mc:Choice>
        <mc:Fallback xmlns="">
          <p:pic>
            <p:nvPicPr>
              <p:cNvPr id="107536" name="Ink 107535">
                <a:extLst>
                  <a:ext uri="{FF2B5EF4-FFF2-40B4-BE49-F238E27FC236}">
                    <a16:creationId xmlns:a16="http://schemas.microsoft.com/office/drawing/2014/main" id="{93F26993-DFDE-499E-9061-822022A243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66480" y="1503278"/>
                <a:ext cx="2289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14:cNvPr>
              <p14:cNvContentPartPr/>
              <p14:nvPr/>
            </p14:nvContentPartPr>
            <p14:xfrm>
              <a:off x="7438320" y="1442798"/>
              <a:ext cx="554760" cy="252720"/>
            </p14:xfrm>
          </p:contentPart>
        </mc:Choice>
        <mc:Fallback xmlns="">
          <p:pic>
            <p:nvPicPr>
              <p:cNvPr id="107537" name="Ink 107536">
                <a:extLst>
                  <a:ext uri="{FF2B5EF4-FFF2-40B4-BE49-F238E27FC236}">
                    <a16:creationId xmlns:a16="http://schemas.microsoft.com/office/drawing/2014/main" id="{749BEDFC-7C91-442A-B4E9-8FEFD920766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29680" y="1433798"/>
                <a:ext cx="572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6A71323-12C3-45AF-84AA-815A05C04841}"/>
                  </a:ext>
                </a:extLst>
              </p14:cNvPr>
              <p14:cNvContentPartPr/>
              <p14:nvPr/>
            </p14:nvContentPartPr>
            <p14:xfrm>
              <a:off x="2576095" y="2211782"/>
              <a:ext cx="137880" cy="15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6A71323-12C3-45AF-84AA-815A05C048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7095" y="2203142"/>
                <a:ext cx="1555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2FADB85-E8F6-49E0-BA86-582FECEE8DC7}"/>
                  </a:ext>
                </a:extLst>
              </p14:cNvPr>
              <p14:cNvContentPartPr/>
              <p14:nvPr/>
            </p14:nvContentPartPr>
            <p14:xfrm>
              <a:off x="2573215" y="2291702"/>
              <a:ext cx="134280" cy="11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2FADB85-E8F6-49E0-BA86-582FECEE8D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4575" y="2282702"/>
                <a:ext cx="1519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CA48804-0A20-4FED-86AD-415B9BB3786B}"/>
                  </a:ext>
                </a:extLst>
              </p14:cNvPr>
              <p14:cNvContentPartPr/>
              <p14:nvPr/>
            </p14:nvContentPartPr>
            <p14:xfrm>
              <a:off x="2808655" y="2151302"/>
              <a:ext cx="219240" cy="217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CA48804-0A20-4FED-86AD-415B9BB378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9670" y="2142317"/>
                <a:ext cx="236851" cy="23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3CCE15D-B0E5-4C55-B7DA-2ED9C6C8810C}"/>
                  </a:ext>
                </a:extLst>
              </p14:cNvPr>
              <p14:cNvContentPartPr/>
              <p14:nvPr/>
            </p14:nvContentPartPr>
            <p14:xfrm>
              <a:off x="3139135" y="2161382"/>
              <a:ext cx="224280" cy="272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3CCE15D-B0E5-4C55-B7DA-2ED9C6C881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30149" y="2152742"/>
                <a:ext cx="241892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CCC1236-A1F1-4FA5-9917-38D1597D8AA1}"/>
                  </a:ext>
                </a:extLst>
              </p14:cNvPr>
              <p14:cNvContentPartPr/>
              <p14:nvPr/>
            </p14:nvContentPartPr>
            <p14:xfrm>
              <a:off x="2800015" y="2065622"/>
              <a:ext cx="131040" cy="75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CCC1236-A1F1-4FA5-9917-38D1597D8A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91015" y="2056982"/>
                <a:ext cx="148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5DE6AC1C-3103-4F0B-9B40-D1B829995503}"/>
                  </a:ext>
                </a:extLst>
              </p14:cNvPr>
              <p14:cNvContentPartPr/>
              <p14:nvPr/>
            </p14:nvContentPartPr>
            <p14:xfrm>
              <a:off x="3117535" y="2081462"/>
              <a:ext cx="133200" cy="11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5DE6AC1C-3103-4F0B-9B40-D1B82999550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08535" y="2072462"/>
                <a:ext cx="150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5E3ACCF-C322-43B9-B0CD-F7BB218941E0}"/>
                  </a:ext>
                </a:extLst>
              </p14:cNvPr>
              <p14:cNvContentPartPr/>
              <p14:nvPr/>
            </p14:nvContentPartPr>
            <p14:xfrm>
              <a:off x="4118695" y="2196302"/>
              <a:ext cx="193320" cy="162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5E3ACCF-C322-43B9-B0CD-F7BB218941E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09695" y="2187662"/>
                <a:ext cx="2109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D696488-C90D-4826-A6EF-7D70E7C44C8D}"/>
                  </a:ext>
                </a:extLst>
              </p14:cNvPr>
              <p14:cNvContentPartPr/>
              <p14:nvPr/>
            </p14:nvContentPartPr>
            <p14:xfrm>
              <a:off x="4428290" y="2159942"/>
              <a:ext cx="145440" cy="1375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D696488-C90D-4826-A6EF-7D70E7C44C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19650" y="2150942"/>
                <a:ext cx="163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A47B7A6-C2EA-4ED9-9270-8B8041A89C73}"/>
                  </a:ext>
                </a:extLst>
              </p14:cNvPr>
              <p14:cNvContentPartPr/>
              <p14:nvPr/>
            </p14:nvContentPartPr>
            <p14:xfrm>
              <a:off x="4642130" y="2228702"/>
              <a:ext cx="5040" cy="113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A47B7A6-C2EA-4ED9-9270-8B8041A89C7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3490" y="2219702"/>
                <a:ext cx="22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3EE29AB-F2A3-4DA7-9F29-F02134806FE2}"/>
                  </a:ext>
                </a:extLst>
              </p14:cNvPr>
              <p14:cNvContentPartPr/>
              <p14:nvPr/>
            </p14:nvContentPartPr>
            <p14:xfrm>
              <a:off x="4400210" y="2077502"/>
              <a:ext cx="180360" cy="273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3EE29AB-F2A3-4DA7-9F29-F02134806FE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91210" y="2068502"/>
                <a:ext cx="1980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234DCF3-18DB-4F1A-B6D6-073C95271BE3}"/>
                  </a:ext>
                </a:extLst>
              </p14:cNvPr>
              <p14:cNvContentPartPr/>
              <p14:nvPr/>
            </p14:nvContentPartPr>
            <p14:xfrm>
              <a:off x="4733210" y="2107022"/>
              <a:ext cx="239760" cy="277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234DCF3-18DB-4F1A-B6D6-073C95271B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24210" y="2098371"/>
                <a:ext cx="257400" cy="294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3707FC1-B693-4A4E-A24D-D1145C647185}"/>
                  </a:ext>
                </a:extLst>
              </p14:cNvPr>
              <p14:cNvContentPartPr/>
              <p14:nvPr/>
            </p14:nvContentPartPr>
            <p14:xfrm>
              <a:off x="5701970" y="2233382"/>
              <a:ext cx="140400" cy="1522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3707FC1-B693-4A4E-A24D-D1145C64718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93330" y="2224742"/>
                <a:ext cx="158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86D0AFE-84A4-44A6-B23A-9808FBB45E7E}"/>
                  </a:ext>
                </a:extLst>
              </p14:cNvPr>
              <p14:cNvContentPartPr/>
              <p14:nvPr/>
            </p14:nvContentPartPr>
            <p14:xfrm>
              <a:off x="5914370" y="2104502"/>
              <a:ext cx="516960" cy="2926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86D0AFE-84A4-44A6-B23A-9808FBB45E7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05370" y="2095502"/>
                <a:ext cx="5346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A8A2F1D-DDC5-4AD3-B0B6-B270BD8546DA}"/>
                  </a:ext>
                </a:extLst>
              </p14:cNvPr>
              <p14:cNvContentPartPr/>
              <p14:nvPr/>
            </p14:nvContentPartPr>
            <p14:xfrm>
              <a:off x="7197410" y="2230862"/>
              <a:ext cx="164880" cy="1828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A8A2F1D-DDC5-4AD3-B0B6-B270BD8546D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88770" y="2221862"/>
                <a:ext cx="182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AF1898E-C754-4260-8D8E-8A9055CC8D31}"/>
                  </a:ext>
                </a:extLst>
              </p14:cNvPr>
              <p14:cNvContentPartPr/>
              <p14:nvPr/>
            </p14:nvContentPartPr>
            <p14:xfrm>
              <a:off x="7467050" y="2213582"/>
              <a:ext cx="554760" cy="252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AF1898E-C754-4260-8D8E-8A9055CC8D3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58410" y="2204582"/>
                <a:ext cx="5724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6656A8-69B8-417F-9DC9-019DAD7C0CC9}"/>
                  </a:ext>
                </a:extLst>
              </p14:cNvPr>
              <p14:cNvContentPartPr/>
              <p14:nvPr/>
            </p14:nvContentPartPr>
            <p14:xfrm>
              <a:off x="3396715" y="2036078"/>
              <a:ext cx="89640" cy="393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6656A8-69B8-417F-9DC9-019DAD7C0C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87715" y="2027078"/>
                <a:ext cx="1072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69FF2F-38EF-46CA-A304-5EE20F5EDB55}"/>
                  </a:ext>
                </a:extLst>
              </p14:cNvPr>
              <p14:cNvContentPartPr/>
              <p14:nvPr/>
            </p14:nvContentPartPr>
            <p14:xfrm>
              <a:off x="3967675" y="2001878"/>
              <a:ext cx="108720" cy="498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69FF2F-38EF-46CA-A304-5EE20F5EDB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58675" y="1993238"/>
                <a:ext cx="12636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D8CB472-40ED-4939-A077-2688AA8ADFA3}"/>
                  </a:ext>
                </a:extLst>
              </p14:cNvPr>
              <p14:cNvContentPartPr/>
              <p14:nvPr/>
            </p14:nvContentPartPr>
            <p14:xfrm>
              <a:off x="5007355" y="2015918"/>
              <a:ext cx="118440" cy="382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D8CB472-40ED-4939-A077-2688AA8ADFA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98355" y="2006918"/>
                <a:ext cx="13608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D2C00B-93E2-4DF8-AA76-416BCBF8AAD2}"/>
                  </a:ext>
                </a:extLst>
              </p14:cNvPr>
              <p14:cNvContentPartPr/>
              <p14:nvPr/>
            </p14:nvContentPartPr>
            <p14:xfrm>
              <a:off x="5546275" y="2030318"/>
              <a:ext cx="53640" cy="431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D2C00B-93E2-4DF8-AA76-416BCBF8AAD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37635" y="2021678"/>
                <a:ext cx="712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D03273A-3861-49E5-8208-262F3690AD73}"/>
                  </a:ext>
                </a:extLst>
              </p14:cNvPr>
              <p14:cNvContentPartPr/>
              <p14:nvPr/>
            </p14:nvContentPartPr>
            <p14:xfrm>
              <a:off x="6492355" y="2065958"/>
              <a:ext cx="107640" cy="388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D03273A-3861-49E5-8208-262F3690AD7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83355" y="2057318"/>
                <a:ext cx="12528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5BCD5E-BC3F-4511-B1E4-B3B1F670E427}"/>
                  </a:ext>
                </a:extLst>
              </p14:cNvPr>
              <p14:cNvContentPartPr/>
              <p14:nvPr/>
            </p14:nvContentPartPr>
            <p14:xfrm>
              <a:off x="7040635" y="2043278"/>
              <a:ext cx="80280" cy="495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5BCD5E-BC3F-4511-B1E4-B3B1F670E42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31995" y="2034278"/>
                <a:ext cx="9792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89A07DE-F2AA-477E-A874-628584955BCF}"/>
                  </a:ext>
                </a:extLst>
              </p14:cNvPr>
              <p14:cNvContentPartPr/>
              <p14:nvPr/>
            </p14:nvContentPartPr>
            <p14:xfrm>
              <a:off x="8041795" y="2127518"/>
              <a:ext cx="143280" cy="364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89A07DE-F2AA-477E-A874-628584955BC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32795" y="2118518"/>
                <a:ext cx="16092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1F16F1-8979-4A11-82B9-40D545B89580}"/>
                  </a:ext>
                </a:extLst>
              </p14:cNvPr>
              <p14:cNvContentPartPr/>
              <p14:nvPr/>
            </p14:nvContentPartPr>
            <p14:xfrm>
              <a:off x="8555515" y="2087198"/>
              <a:ext cx="91080" cy="414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1F16F1-8979-4A11-82B9-40D545B8958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46515" y="2078558"/>
                <a:ext cx="1087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190EC56-B2F9-405C-A71D-3930A658703B}"/>
                  </a:ext>
                </a:extLst>
              </p14:cNvPr>
              <p14:cNvContentPartPr/>
              <p14:nvPr/>
            </p14:nvContentPartPr>
            <p14:xfrm>
              <a:off x="3458275" y="2071358"/>
              <a:ext cx="129960" cy="28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190EC56-B2F9-405C-A71D-3930A658703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49635" y="2062358"/>
                <a:ext cx="1476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47CF968-076D-4D69-A8E8-130CC07FCD9D}"/>
                  </a:ext>
                </a:extLst>
              </p14:cNvPr>
              <p14:cNvContentPartPr/>
              <p14:nvPr/>
            </p14:nvContentPartPr>
            <p14:xfrm>
              <a:off x="3702715" y="2046878"/>
              <a:ext cx="137160" cy="316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47CF968-076D-4D69-A8E8-130CC07FCD9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94075" y="2037878"/>
                <a:ext cx="1548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209C807-6410-450E-AFAC-8B777FF9067E}"/>
                  </a:ext>
                </a:extLst>
              </p14:cNvPr>
              <p14:cNvContentPartPr/>
              <p14:nvPr/>
            </p14:nvContentPartPr>
            <p14:xfrm>
              <a:off x="3473035" y="2136878"/>
              <a:ext cx="469440" cy="230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209C807-6410-450E-AFAC-8B777FF9067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64042" y="2127892"/>
                <a:ext cx="487066" cy="247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7528" name="Ink 107527">
                <a:extLst>
                  <a:ext uri="{FF2B5EF4-FFF2-40B4-BE49-F238E27FC236}">
                    <a16:creationId xmlns:a16="http://schemas.microsoft.com/office/drawing/2014/main" id="{C0EBB4EE-6ECB-4004-AFC4-328AA31E44AA}"/>
                  </a:ext>
                </a:extLst>
              </p14:cNvPr>
              <p14:cNvContentPartPr/>
              <p14:nvPr/>
            </p14:nvContentPartPr>
            <p14:xfrm>
              <a:off x="5069275" y="2126438"/>
              <a:ext cx="490320" cy="221760"/>
            </p14:xfrm>
          </p:contentPart>
        </mc:Choice>
        <mc:Fallback xmlns="">
          <p:pic>
            <p:nvPicPr>
              <p:cNvPr id="107528" name="Ink 107527">
                <a:extLst>
                  <a:ext uri="{FF2B5EF4-FFF2-40B4-BE49-F238E27FC236}">
                    <a16:creationId xmlns:a16="http://schemas.microsoft.com/office/drawing/2014/main" id="{C0EBB4EE-6ECB-4004-AFC4-328AA31E44A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060635" y="2117798"/>
                <a:ext cx="5079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7546" name="Ink 107545">
                <a:extLst>
                  <a:ext uri="{FF2B5EF4-FFF2-40B4-BE49-F238E27FC236}">
                    <a16:creationId xmlns:a16="http://schemas.microsoft.com/office/drawing/2014/main" id="{AFBCDCCC-72DA-4674-B46E-1B62E55EFE80}"/>
                  </a:ext>
                </a:extLst>
              </p14:cNvPr>
              <p14:cNvContentPartPr/>
              <p14:nvPr/>
            </p14:nvContentPartPr>
            <p14:xfrm>
              <a:off x="6535555" y="2172158"/>
              <a:ext cx="566640" cy="214560"/>
            </p14:xfrm>
          </p:contentPart>
        </mc:Choice>
        <mc:Fallback xmlns="">
          <p:pic>
            <p:nvPicPr>
              <p:cNvPr id="107546" name="Ink 107545">
                <a:extLst>
                  <a:ext uri="{FF2B5EF4-FFF2-40B4-BE49-F238E27FC236}">
                    <a16:creationId xmlns:a16="http://schemas.microsoft.com/office/drawing/2014/main" id="{AFBCDCCC-72DA-4674-B46E-1B62E55EFE8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26910" y="2163518"/>
                <a:ext cx="584291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7550" name="Ink 107549">
                <a:extLst>
                  <a:ext uri="{FF2B5EF4-FFF2-40B4-BE49-F238E27FC236}">
                    <a16:creationId xmlns:a16="http://schemas.microsoft.com/office/drawing/2014/main" id="{1A05355A-84E5-4A9D-810F-EEE49523FB85}"/>
                  </a:ext>
                </a:extLst>
              </p14:cNvPr>
              <p14:cNvContentPartPr/>
              <p14:nvPr/>
            </p14:nvContentPartPr>
            <p14:xfrm>
              <a:off x="8330515" y="2167118"/>
              <a:ext cx="9720" cy="196560"/>
            </p14:xfrm>
          </p:contentPart>
        </mc:Choice>
        <mc:Fallback xmlns="">
          <p:pic>
            <p:nvPicPr>
              <p:cNvPr id="107550" name="Ink 107549">
                <a:extLst>
                  <a:ext uri="{FF2B5EF4-FFF2-40B4-BE49-F238E27FC236}">
                    <a16:creationId xmlns:a16="http://schemas.microsoft.com/office/drawing/2014/main" id="{1A05355A-84E5-4A9D-810F-EEE49523FB8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321875" y="2158118"/>
                <a:ext cx="27360" cy="2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2089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A0D57305-7520-5940-B1CA-3754EBDC6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65074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Some Boolean Algebra Leads To</a:t>
            </a:r>
          </a:p>
        </p:txBody>
      </p:sp>
      <p:sp>
        <p:nvSpPr>
          <p:cNvPr id="107541" name="TextBox 1">
            <a:extLst>
              <a:ext uri="{FF2B5EF4-FFF2-40B4-BE49-F238E27FC236}">
                <a16:creationId xmlns:a16="http://schemas.microsoft.com/office/drawing/2014/main" id="{DE19326C-E321-4A7A-B918-7A16C8DC8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172200"/>
            <a:ext cx="6759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imes" panose="02020603050405020304" pitchFamily="18" charset="0"/>
              </a:rPr>
              <a:t>Note that the split is by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>
                <a:latin typeface="Times" panose="02020603050405020304" pitchFamily="18" charset="0"/>
              </a:rPr>
              <a:t> and w</a:t>
            </a:r>
            <a:r>
              <a:rPr lang="en-US" altLang="en-US" baseline="-25000">
                <a:latin typeface="Times" panose="02020603050405020304" pitchFamily="18" charset="0"/>
              </a:rPr>
              <a:t>4</a:t>
            </a:r>
            <a:r>
              <a:rPr lang="en-US" altLang="en-US">
                <a:latin typeface="Times" panose="02020603050405020304" pitchFamily="18" charset="0"/>
              </a:rPr>
              <a:t>, not w</a:t>
            </a:r>
            <a:r>
              <a:rPr lang="en-US" altLang="en-US" baseline="-25000">
                <a:latin typeface="Times" panose="02020603050405020304" pitchFamily="18" charset="0"/>
              </a:rPr>
              <a:t>1</a:t>
            </a:r>
            <a:r>
              <a:rPr lang="en-US" altLang="en-US">
                <a:latin typeface="Times" panose="02020603050405020304" pitchFamily="18" charset="0"/>
              </a:rPr>
              <a:t> and w</a:t>
            </a:r>
            <a:r>
              <a:rPr lang="en-US" altLang="en-US" baseline="-25000"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8EA45E7-D5EA-440D-8FD2-56863D48A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0"/>
            <a:ext cx="8839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(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 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5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2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+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3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) + 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1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w</a:t>
            </a:r>
            <a:r>
              <a:rPr kumimoji="0" lang="en-US" altLang="en-US" sz="20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4 </a:t>
            </a: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</p:txBody>
      </p:sp>
      <p:cxnSp>
        <p:nvCxnSpPr>
          <p:cNvPr id="36" name="Straight Connector 2">
            <a:extLst>
              <a:ext uri="{FF2B5EF4-FFF2-40B4-BE49-F238E27FC236}">
                <a16:creationId xmlns:a16="http://schemas.microsoft.com/office/drawing/2014/main" id="{64571634-3F74-4622-9734-508E7934D4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913" y="12192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5">
            <a:extLst>
              <a:ext uri="{FF2B5EF4-FFF2-40B4-BE49-F238E27FC236}">
                <a16:creationId xmlns:a16="http://schemas.microsoft.com/office/drawing/2014/main" id="{8D142DCE-1EE3-45EC-A209-39B0C9AA5F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838" y="12192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6C17A02B-F269-430F-AEE5-6DBBAF60F2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5350" y="1230313"/>
            <a:ext cx="1841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7">
            <a:extLst>
              <a:ext uri="{FF2B5EF4-FFF2-40B4-BE49-F238E27FC236}">
                <a16:creationId xmlns:a16="http://schemas.microsoft.com/office/drawing/2014/main" id="{5D2EF1F6-F80A-4964-98B2-B6D4E8BBE4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90625" y="1230313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14">
            <a:extLst>
              <a:ext uri="{FF2B5EF4-FFF2-40B4-BE49-F238E27FC236}">
                <a16:creationId xmlns:a16="http://schemas.microsoft.com/office/drawing/2014/main" id="{955B2A0D-FA90-4A8E-B45A-DC98DA36E1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913" y="2224088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15">
            <a:extLst>
              <a:ext uri="{FF2B5EF4-FFF2-40B4-BE49-F238E27FC236}">
                <a16:creationId xmlns:a16="http://schemas.microsoft.com/office/drawing/2014/main" id="{6B1D6C92-90B5-484B-BB0E-270B755F20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838" y="2225675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Connector 18">
            <a:extLst>
              <a:ext uri="{FF2B5EF4-FFF2-40B4-BE49-F238E27FC236}">
                <a16:creationId xmlns:a16="http://schemas.microsoft.com/office/drawing/2014/main" id="{1146BF58-DBDC-41AA-B27B-B605CA2E5C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11388" y="2990850"/>
            <a:ext cx="223837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Connector 19">
            <a:extLst>
              <a:ext uri="{FF2B5EF4-FFF2-40B4-BE49-F238E27FC236}">
                <a16:creationId xmlns:a16="http://schemas.microsoft.com/office/drawing/2014/main" id="{0023979C-6757-4813-8B1A-469F20D7A8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41875" y="2986088"/>
            <a:ext cx="2222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20">
            <a:extLst>
              <a:ext uri="{FF2B5EF4-FFF2-40B4-BE49-F238E27FC236}">
                <a16:creationId xmlns:a16="http://schemas.microsoft.com/office/drawing/2014/main" id="{C0B31323-3320-4B79-A498-EBE806941B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9088" y="2954338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Connector 21">
            <a:extLst>
              <a:ext uri="{FF2B5EF4-FFF2-40B4-BE49-F238E27FC236}">
                <a16:creationId xmlns:a16="http://schemas.microsoft.com/office/drawing/2014/main" id="{77A8EA9D-E6D0-4CF8-95C9-C49B76E952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8013" y="2955925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Connector 22">
            <a:extLst>
              <a:ext uri="{FF2B5EF4-FFF2-40B4-BE49-F238E27FC236}">
                <a16:creationId xmlns:a16="http://schemas.microsoft.com/office/drawing/2014/main" id="{64435545-8ED3-4F82-8252-1121E99836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2263" y="3732213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23">
            <a:extLst>
              <a:ext uri="{FF2B5EF4-FFF2-40B4-BE49-F238E27FC236}">
                <a16:creationId xmlns:a16="http://schemas.microsoft.com/office/drawing/2014/main" id="{FADDCE90-769B-4FF9-A4C5-B56A4D7B9B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7063" y="37338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24">
            <a:extLst>
              <a:ext uri="{FF2B5EF4-FFF2-40B4-BE49-F238E27FC236}">
                <a16:creationId xmlns:a16="http://schemas.microsoft.com/office/drawing/2014/main" id="{1BDFC3B7-8881-4C06-9F86-BC69A80AE0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32000" y="3776663"/>
            <a:ext cx="223838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Connector 25">
            <a:extLst>
              <a:ext uri="{FF2B5EF4-FFF2-40B4-BE49-F238E27FC236}">
                <a16:creationId xmlns:a16="http://schemas.microsoft.com/office/drawing/2014/main" id="{72AD6F6F-598E-497F-BCA1-373D58AC26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98913" y="3763963"/>
            <a:ext cx="223837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Connector 26">
            <a:extLst>
              <a:ext uri="{FF2B5EF4-FFF2-40B4-BE49-F238E27FC236}">
                <a16:creationId xmlns:a16="http://schemas.microsoft.com/office/drawing/2014/main" id="{41DF5702-1029-4444-BB04-F5A7C26F17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7025" y="452755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27">
            <a:extLst>
              <a:ext uri="{FF2B5EF4-FFF2-40B4-BE49-F238E27FC236}">
                <a16:creationId xmlns:a16="http://schemas.microsoft.com/office/drawing/2014/main" id="{0F7B3EAD-A05D-4DAD-A457-109854807E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1825" y="4529138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Connector 28">
            <a:extLst>
              <a:ext uri="{FF2B5EF4-FFF2-40B4-BE49-F238E27FC236}">
                <a16:creationId xmlns:a16="http://schemas.microsoft.com/office/drawing/2014/main" id="{7C39FDCC-C2E0-4872-9F26-E0DA94FB60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38350" y="4572000"/>
            <a:ext cx="2222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Connector 29">
            <a:extLst>
              <a:ext uri="{FF2B5EF4-FFF2-40B4-BE49-F238E27FC236}">
                <a16:creationId xmlns:a16="http://schemas.microsoft.com/office/drawing/2014/main" id="{BE4ECD71-2A27-4BA3-93A1-9A444763AA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19550" y="4559300"/>
            <a:ext cx="2222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Connector 30">
            <a:extLst>
              <a:ext uri="{FF2B5EF4-FFF2-40B4-BE49-F238E27FC236}">
                <a16:creationId xmlns:a16="http://schemas.microsoft.com/office/drawing/2014/main" id="{F0CADF6D-6E60-4094-8E54-13DBDA3FD1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54100" y="2209800"/>
            <a:ext cx="1841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Connector 31">
            <a:extLst>
              <a:ext uri="{FF2B5EF4-FFF2-40B4-BE49-F238E27FC236}">
                <a16:creationId xmlns:a16="http://schemas.microsoft.com/office/drawing/2014/main" id="{1D47C243-27D2-40FE-BC87-4629BFAD57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49375" y="22098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Straight Connector 32">
            <a:extLst>
              <a:ext uri="{FF2B5EF4-FFF2-40B4-BE49-F238E27FC236}">
                <a16:creationId xmlns:a16="http://schemas.microsoft.com/office/drawing/2014/main" id="{05DA2A88-4302-425F-A4B0-97B3E158E7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54100" y="2971800"/>
            <a:ext cx="1841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Connector 33">
            <a:extLst>
              <a:ext uri="{FF2B5EF4-FFF2-40B4-BE49-F238E27FC236}">
                <a16:creationId xmlns:a16="http://schemas.microsoft.com/office/drawing/2014/main" id="{F341E812-1759-4D64-89D3-B677A1B9AF5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49375" y="29718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Connector 34">
            <a:extLst>
              <a:ext uri="{FF2B5EF4-FFF2-40B4-BE49-F238E27FC236}">
                <a16:creationId xmlns:a16="http://schemas.microsoft.com/office/drawing/2014/main" id="{8150DF62-D91A-4190-ADE8-F01E9F38D8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54100" y="3733800"/>
            <a:ext cx="1841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Connector 35">
            <a:extLst>
              <a:ext uri="{FF2B5EF4-FFF2-40B4-BE49-F238E27FC236}">
                <a16:creationId xmlns:a16="http://schemas.microsoft.com/office/drawing/2014/main" id="{3A4B65C4-491F-41A9-99F3-07A2A8DCED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49375" y="37338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Connector 36">
            <a:extLst>
              <a:ext uri="{FF2B5EF4-FFF2-40B4-BE49-F238E27FC236}">
                <a16:creationId xmlns:a16="http://schemas.microsoft.com/office/drawing/2014/main" id="{6416185D-7FD8-426A-9D6F-F6EBEA9D35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89025" y="4572000"/>
            <a:ext cx="18415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Straight Connector 37">
            <a:extLst>
              <a:ext uri="{FF2B5EF4-FFF2-40B4-BE49-F238E27FC236}">
                <a16:creationId xmlns:a16="http://schemas.microsoft.com/office/drawing/2014/main" id="{FD05EB62-2F72-4AC2-B6AB-F827F202A0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84300" y="4572000"/>
            <a:ext cx="203200" cy="0"/>
          </a:xfrm>
          <a:prstGeom prst="line">
            <a:avLst/>
          </a:prstGeom>
          <a:noFill/>
          <a:ln w="444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0947826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5" name="Picture 3" descr="new_fig6">
            <a:extLst>
              <a:ext uri="{FF2B5EF4-FFF2-40B4-BE49-F238E27FC236}">
                <a16:creationId xmlns:a16="http://schemas.microsoft.com/office/drawing/2014/main" id="{547862F7-99DB-4572-BA63-6AAAE882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0"/>
            <a:ext cx="57150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6" name="TextBox 125">
            <a:extLst>
              <a:ext uri="{FF2B5EF4-FFF2-40B4-BE49-F238E27FC236}">
                <a16:creationId xmlns:a16="http://schemas.microsoft.com/office/drawing/2014/main" id="{6E6EA1BE-65FA-4223-819A-D6210CE8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4.46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903F8A-E65B-2148-B586-AAE19353968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Solution Circuit</a:t>
            </a:r>
          </a:p>
        </p:txBody>
      </p:sp>
      <p:pic>
        <p:nvPicPr>
          <p:cNvPr id="108548" name="Picture 1" descr="Screen shot 2016-10-12 at 3.59.04 PM.png">
            <a:extLst>
              <a:ext uri="{FF2B5EF4-FFF2-40B4-BE49-F238E27FC236}">
                <a16:creationId xmlns:a16="http://schemas.microsoft.com/office/drawing/2014/main" id="{555AD14C-FF86-4E71-A09E-EA553BB87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792788"/>
            <a:ext cx="63246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54EF2C-56AC-4DFF-BBE5-2FC0B15C2206}"/>
                  </a:ext>
                </a:extLst>
              </p14:cNvPr>
              <p14:cNvContentPartPr/>
              <p14:nvPr/>
            </p14:nvContentPartPr>
            <p14:xfrm>
              <a:off x="7157880" y="97200"/>
              <a:ext cx="1393560" cy="62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54EF2C-56AC-4DFF-BBE5-2FC0B15C22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8520" y="87840"/>
                <a:ext cx="1412280" cy="64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E0F87C8F-0A65-9743-B938-5E5A49FCD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Example 5:Circuit implementation </a:t>
            </a:r>
            <a:br>
              <a:rPr lang="en-US" dirty="0">
                <a:ea typeface="+mj-ea"/>
                <a:cs typeface="+mj-cs"/>
              </a:rPr>
            </a:br>
            <a:r>
              <a:rPr lang="en-US" dirty="0">
                <a:ea typeface="+mj-ea"/>
                <a:cs typeface="+mj-cs"/>
              </a:rPr>
              <a:t>using a 2-to-4 Decoder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C66DDAE8-B017-407D-B984-68812CBFE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305800" cy="4953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Implement the function 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sz="2000" dirty="0"/>
              <a:t>f(w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 w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) = w</a:t>
            </a:r>
            <a:r>
              <a:rPr lang="en-US" altLang="en-US" sz="2000" baseline="-25000" dirty="0"/>
              <a:t>1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 + 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2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3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 </a:t>
            </a:r>
            <a:r>
              <a:rPr lang="en-US" altLang="en-US" sz="2000" dirty="0"/>
              <a:t>+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w</a:t>
            </a:r>
            <a:r>
              <a:rPr lang="en-US" altLang="en-US" sz="2000" baseline="-25000" dirty="0"/>
              <a:t>5</a:t>
            </a:r>
            <a:endParaRPr lang="en-US" altLang="en-US" sz="2000" dirty="0"/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using a </a:t>
            </a:r>
            <a:r>
              <a:rPr lang="en-US" altLang="en-US" dirty="0">
                <a:solidFill>
                  <a:srgbClr val="FF0000"/>
                </a:solidFill>
              </a:rPr>
              <a:t>2-to-4 Decoder</a:t>
            </a:r>
          </a:p>
          <a:p>
            <a:pPr marL="0" indent="0" eaLnBrk="1" hangingPunct="1"/>
            <a:endParaRPr lang="en-US" altLang="en-US" dirty="0"/>
          </a:p>
        </p:txBody>
      </p:sp>
      <p:cxnSp>
        <p:nvCxnSpPr>
          <p:cNvPr id="106499" name="Straight Connector 2">
            <a:extLst>
              <a:ext uri="{FF2B5EF4-FFF2-40B4-BE49-F238E27FC236}">
                <a16:creationId xmlns:a16="http://schemas.microsoft.com/office/drawing/2014/main" id="{42D50D6D-4C98-4573-A311-2659620653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42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0" name="Straight Connector 5">
            <a:extLst>
              <a:ext uri="{FF2B5EF4-FFF2-40B4-BE49-F238E27FC236}">
                <a16:creationId xmlns:a16="http://schemas.microsoft.com/office/drawing/2014/main" id="{2FF820C7-2A18-4A5B-9B56-93C929BC5F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1" name="Straight Connector 6">
            <a:extLst>
              <a:ext uri="{FF2B5EF4-FFF2-40B4-BE49-F238E27FC236}">
                <a16:creationId xmlns:a16="http://schemas.microsoft.com/office/drawing/2014/main" id="{3A4624D5-D38A-4863-8B71-DBA8A82295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338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02" name="Straight Connector 7">
            <a:extLst>
              <a:ext uri="{FF2B5EF4-FFF2-40B4-BE49-F238E27FC236}">
                <a16:creationId xmlns:a16="http://schemas.microsoft.com/office/drawing/2014/main" id="{4A18DD2C-15E4-431F-B47A-DA8F7AE85EC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38600" y="2819400"/>
            <a:ext cx="152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090DD7-95ED-4F49-AF6A-8281E5D52301}"/>
                  </a:ext>
                </a:extLst>
              </p14:cNvPr>
              <p14:cNvContentPartPr/>
              <p14:nvPr/>
            </p14:nvContentPartPr>
            <p14:xfrm>
              <a:off x="5741280" y="4085640"/>
              <a:ext cx="1108440" cy="53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090DD7-95ED-4F49-AF6A-8281E5D523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1920" y="4076280"/>
                <a:ext cx="1127160" cy="5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3601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Box 125">
            <a:extLst>
              <a:ext uri="{FF2B5EF4-FFF2-40B4-BE49-F238E27FC236}">
                <a16:creationId xmlns:a16="http://schemas.microsoft.com/office/drawing/2014/main" id="{6E6EA1BE-65FA-4223-819A-D6210CE8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4.46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903F8A-E65B-2148-B586-AAE19353968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dirty="0">
                <a:solidFill>
                  <a:srgbClr val="000000"/>
                </a:solidFill>
                <a:cs typeface="+mj-cs"/>
              </a:rPr>
              <a:t>Example 5: Solution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itchFamily="34" charset="-128"/>
                <a:cs typeface="+mj-cs"/>
              </a:rPr>
              <a:t>Circuit</a:t>
            </a:r>
          </a:p>
        </p:txBody>
      </p:sp>
      <p:pic>
        <p:nvPicPr>
          <p:cNvPr id="108548" name="Picture 1" descr="Screen shot 2016-10-12 at 3.59.04 PM.png">
            <a:extLst>
              <a:ext uri="{FF2B5EF4-FFF2-40B4-BE49-F238E27FC236}">
                <a16:creationId xmlns:a16="http://schemas.microsoft.com/office/drawing/2014/main" id="{555AD14C-FF86-4E71-A09E-EA553BB8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63246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351C0AE-5D0C-4AD9-B534-E788F51B20C7}"/>
              </a:ext>
            </a:extLst>
          </p:cNvPr>
          <p:cNvGrpSpPr/>
          <p:nvPr/>
        </p:nvGrpSpPr>
        <p:grpSpPr>
          <a:xfrm>
            <a:off x="1981200" y="2416175"/>
            <a:ext cx="1707972" cy="1393825"/>
            <a:chOff x="3216275" y="2848150"/>
            <a:chExt cx="1707972" cy="1393825"/>
          </a:xfrm>
        </p:grpSpPr>
        <p:sp>
          <p:nvSpPr>
            <p:cNvPr id="7" name="Rectangle 28">
              <a:extLst>
                <a:ext uri="{FF2B5EF4-FFF2-40B4-BE49-F238E27FC236}">
                  <a16:creationId xmlns:a16="http://schemas.microsoft.com/office/drawing/2014/main" id="{D6175094-2EC7-45B5-84EB-FD6E45DAD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200" y="2944988"/>
              <a:ext cx="19185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w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" name="Rectangle 29">
              <a:extLst>
                <a:ext uri="{FF2B5EF4-FFF2-40B4-BE49-F238E27FC236}">
                  <a16:creationId xmlns:a16="http://schemas.microsoft.com/office/drawing/2014/main" id="{75703E16-D582-4D76-9C9B-A2D73FADD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537" y="2848150"/>
              <a:ext cx="1050925" cy="1393825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" name="Line 30">
              <a:extLst>
                <a:ext uri="{FF2B5EF4-FFF2-40B4-BE49-F238E27FC236}">
                  <a16:creationId xmlns:a16="http://schemas.microsoft.com/office/drawing/2014/main" id="{283B4C8F-0E2B-4FFE-BD76-625A25B19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275" y="3078338"/>
              <a:ext cx="32226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Rectangle 31">
              <a:extLst>
                <a:ext uri="{FF2B5EF4-FFF2-40B4-BE49-F238E27FC236}">
                  <a16:creationId xmlns:a16="http://schemas.microsoft.com/office/drawing/2014/main" id="{97FCF5A1-5458-48D4-B80F-153E413D8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2" y="3049763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30C29AD0-E0E9-4344-9ED1-752F5AA9E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3967338"/>
              <a:ext cx="319087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B7ED01CF-E49A-4C28-9A93-6994561DD6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462" y="3076750"/>
              <a:ext cx="320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782236F3-D20B-4ADA-808D-E3CC685E2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462" y="3967338"/>
              <a:ext cx="3206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" name="Rectangle 35">
              <a:extLst>
                <a:ext uri="{FF2B5EF4-FFF2-40B4-BE49-F238E27FC236}">
                  <a16:creationId xmlns:a16="http://schemas.microsoft.com/office/drawing/2014/main" id="{14EFA7DE-ADDD-41FA-BFEF-64E053BA3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200" y="3883200"/>
              <a:ext cx="24458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En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AE2B70C2-CE71-4463-BF10-B1395EDC0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587" y="2944988"/>
              <a:ext cx="14607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37">
              <a:extLst>
                <a:ext uri="{FF2B5EF4-FFF2-40B4-BE49-F238E27FC236}">
                  <a16:creationId xmlns:a16="http://schemas.microsoft.com/office/drawing/2014/main" id="{05C49B43-D1E0-490F-B902-B4A8AA422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049763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Rectangle 38">
              <a:extLst>
                <a:ext uri="{FF2B5EF4-FFF2-40B4-BE49-F238E27FC236}">
                  <a16:creationId xmlns:a16="http://schemas.microsoft.com/office/drawing/2014/main" id="{AE892018-8F5F-41DA-B886-106FC4803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200" y="3238675"/>
              <a:ext cx="19185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w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Line 39">
              <a:extLst>
                <a:ext uri="{FF2B5EF4-FFF2-40B4-BE49-F238E27FC236}">
                  <a16:creationId xmlns:a16="http://schemas.microsoft.com/office/drawing/2014/main" id="{0D3B0AF3-4CA7-43C3-93EA-788008372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3373613"/>
              <a:ext cx="319087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Rectangle 40">
              <a:extLst>
                <a:ext uri="{FF2B5EF4-FFF2-40B4-BE49-F238E27FC236}">
                  <a16:creationId xmlns:a16="http://schemas.microsoft.com/office/drawing/2014/main" id="{5F214C3F-09A6-45CB-9B0A-D9446E083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662" y="3343450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Rectangle 41">
              <a:extLst>
                <a:ext uri="{FF2B5EF4-FFF2-40B4-BE49-F238E27FC236}">
                  <a16:creationId xmlns:a16="http://schemas.microsoft.com/office/drawing/2014/main" id="{C9D14296-F693-4314-B603-8AFC2FABC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587" y="3238675"/>
              <a:ext cx="14607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" name="Rectangle 42">
              <a:extLst>
                <a:ext uri="{FF2B5EF4-FFF2-40B4-BE49-F238E27FC236}">
                  <a16:creationId xmlns:a16="http://schemas.microsoft.com/office/drawing/2014/main" id="{3CB9B75D-0782-45B4-9220-D8BE8E042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343450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Rectangle 43">
              <a:extLst>
                <a:ext uri="{FF2B5EF4-FFF2-40B4-BE49-F238E27FC236}">
                  <a16:creationId xmlns:a16="http://schemas.microsoft.com/office/drawing/2014/main" id="{330949C8-0078-4A7F-9185-7ABE0650E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587" y="3533950"/>
              <a:ext cx="14607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" name="Rectangle 44">
              <a:extLst>
                <a:ext uri="{FF2B5EF4-FFF2-40B4-BE49-F238E27FC236}">
                  <a16:creationId xmlns:a16="http://schemas.microsoft.com/office/drawing/2014/main" id="{7F0E6328-E965-44D9-A7A9-95D68102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637138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" name="Rectangle 45">
              <a:extLst>
                <a:ext uri="{FF2B5EF4-FFF2-40B4-BE49-F238E27FC236}">
                  <a16:creationId xmlns:a16="http://schemas.microsoft.com/office/drawing/2014/main" id="{BB417C04-CB8E-491B-BEE2-B95D6A5FA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587" y="3826050"/>
              <a:ext cx="14607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" name="Rectangle 49">
              <a:extLst>
                <a:ext uri="{FF2B5EF4-FFF2-40B4-BE49-F238E27FC236}">
                  <a16:creationId xmlns:a16="http://schemas.microsoft.com/office/drawing/2014/main" id="{E63D1A40-D558-44AB-969E-E6942114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930825"/>
              <a:ext cx="83356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6" name="Line 33">
              <a:extLst>
                <a:ext uri="{FF2B5EF4-FFF2-40B4-BE49-F238E27FC236}">
                  <a16:creationId xmlns:a16="http://schemas.microsoft.com/office/drawing/2014/main" id="{C4310258-2044-41DB-BAC9-1FE977EDA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3572" y="3429000"/>
              <a:ext cx="320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5C293825-4731-465F-90D5-FF0C398E2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9461" y="3737165"/>
              <a:ext cx="320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0" name="Line 20">
            <a:extLst>
              <a:ext uri="{FF2B5EF4-FFF2-40B4-BE49-F238E27FC236}">
                <a16:creationId xmlns:a16="http://schemas.microsoft.com/office/drawing/2014/main" id="{F175D1DF-EAA4-473C-B46D-FDA5A8476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968" y="3544888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D4473B4B-1EC8-479B-A35D-DD07F426D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1968" y="1603375"/>
            <a:ext cx="3651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" name="Line 23">
            <a:extLst>
              <a:ext uri="{FF2B5EF4-FFF2-40B4-BE49-F238E27FC236}">
                <a16:creationId xmlns:a16="http://schemas.microsoft.com/office/drawing/2014/main" id="{865B5776-59A9-46E2-BB18-779B5EAE3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1968" y="2586038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3" name="Line 48">
            <a:extLst>
              <a:ext uri="{FF2B5EF4-FFF2-40B4-BE49-F238E27FC236}">
                <a16:creationId xmlns:a16="http://schemas.microsoft.com/office/drawing/2014/main" id="{7A9A9923-817C-461B-8991-ED395B0BB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81968" y="4525963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" name="AutoShape 73">
            <a:extLst>
              <a:ext uri="{FF2B5EF4-FFF2-40B4-BE49-F238E27FC236}">
                <a16:creationId xmlns:a16="http://schemas.microsoft.com/office/drawing/2014/main" id="{4243C914-294B-447C-9DFF-14DBDB658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980" y="1517650"/>
            <a:ext cx="628650" cy="527050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" name="AutoShape 75">
            <a:extLst>
              <a:ext uri="{FF2B5EF4-FFF2-40B4-BE49-F238E27FC236}">
                <a16:creationId xmlns:a16="http://schemas.microsoft.com/office/drawing/2014/main" id="{EB0EDD70-ACAB-4316-B923-17DFD5EA4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505" y="2484438"/>
            <a:ext cx="628650" cy="527050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6" name="AutoShape 77">
            <a:extLst>
              <a:ext uri="{FF2B5EF4-FFF2-40B4-BE49-F238E27FC236}">
                <a16:creationId xmlns:a16="http://schemas.microsoft.com/office/drawing/2014/main" id="{6B902658-D423-484C-A057-4EA4DA272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980" y="3463925"/>
            <a:ext cx="628650" cy="527050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" name="AutoShape 79">
            <a:extLst>
              <a:ext uri="{FF2B5EF4-FFF2-40B4-BE49-F238E27FC236}">
                <a16:creationId xmlns:a16="http://schemas.microsoft.com/office/drawing/2014/main" id="{E9B3319C-FCB4-4C86-BA83-E8663D459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680" y="4425950"/>
            <a:ext cx="628650" cy="527050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" name="Line 20">
            <a:extLst>
              <a:ext uri="{FF2B5EF4-FFF2-40B4-BE49-F238E27FC236}">
                <a16:creationId xmlns:a16="http://schemas.microsoft.com/office/drawing/2014/main" id="{8615B451-25AD-47B0-AE9F-FB39E9BFA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2" y="3833098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C7BDB7F1-96D5-4565-AD7E-0D5350DDC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9268" y="4818063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" name="Line 20">
            <a:extLst>
              <a:ext uri="{FF2B5EF4-FFF2-40B4-BE49-F238E27FC236}">
                <a16:creationId xmlns:a16="http://schemas.microsoft.com/office/drawing/2014/main" id="{A54E9B8C-FC1D-408B-994C-BD5314534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0380" y="2901952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" name="Line 20">
            <a:extLst>
              <a:ext uri="{FF2B5EF4-FFF2-40B4-BE49-F238E27FC236}">
                <a16:creationId xmlns:a16="http://schemas.microsoft.com/office/drawing/2014/main" id="{204104B7-C5B1-4552-8722-58D909F88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920876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9354008D-13E7-4E9B-BB17-9F1F016C1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630" y="1781175"/>
            <a:ext cx="6397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" name="Line 47">
            <a:extLst>
              <a:ext uri="{FF2B5EF4-FFF2-40B4-BE49-F238E27FC236}">
                <a16:creationId xmlns:a16="http://schemas.microsoft.com/office/drawing/2014/main" id="{1F3A9909-11C0-43C2-A188-B546C18D3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4155" y="2738051"/>
            <a:ext cx="6397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" name="Line 47">
            <a:extLst>
              <a:ext uri="{FF2B5EF4-FFF2-40B4-BE49-F238E27FC236}">
                <a16:creationId xmlns:a16="http://schemas.microsoft.com/office/drawing/2014/main" id="{326EB4A8-326B-4672-9265-8C01A5BDA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4155" y="3727450"/>
            <a:ext cx="6397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" name="Line 47">
            <a:extLst>
              <a:ext uri="{FF2B5EF4-FFF2-40B4-BE49-F238E27FC236}">
                <a16:creationId xmlns:a16="http://schemas.microsoft.com/office/drawing/2014/main" id="{F104C11E-66E4-43CE-9532-18CAC366B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7561" y="4693921"/>
            <a:ext cx="6397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A73102-741C-479B-B763-A13469A04F99}"/>
              </a:ext>
            </a:extLst>
          </p:cNvPr>
          <p:cNvGrpSpPr/>
          <p:nvPr/>
        </p:nvGrpSpPr>
        <p:grpSpPr>
          <a:xfrm>
            <a:off x="7543800" y="2387068"/>
            <a:ext cx="1420102" cy="1190655"/>
            <a:chOff x="7865803" y="3118009"/>
            <a:chExt cx="828538" cy="544512"/>
          </a:xfrm>
        </p:grpSpPr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BC5B6A39-B373-46F4-B65B-214FC1893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54778" y="3389471"/>
              <a:ext cx="139563" cy="37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44F08095-2EBC-43DD-A253-BA5039B83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40" y="3118009"/>
              <a:ext cx="682625" cy="271462"/>
            </a:xfrm>
            <a:custGeom>
              <a:avLst/>
              <a:gdLst>
                <a:gd name="T0" fmla="*/ 2147483646 w 861"/>
                <a:gd name="T1" fmla="*/ 0 h 342"/>
                <a:gd name="T2" fmla="*/ 2147483646 w 861"/>
                <a:gd name="T3" fmla="*/ 2147483646 h 342"/>
                <a:gd name="T4" fmla="*/ 2147483646 w 861"/>
                <a:gd name="T5" fmla="*/ 2147483646 h 342"/>
                <a:gd name="T6" fmla="*/ 2147483646 w 861"/>
                <a:gd name="T7" fmla="*/ 2147483646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0"/>
                  </a:moveTo>
                  <a:lnTo>
                    <a:pt x="33" y="0"/>
                  </a:lnTo>
                  <a:lnTo>
                    <a:pt x="65" y="0"/>
                  </a:lnTo>
                  <a:lnTo>
                    <a:pt x="94" y="0"/>
                  </a:lnTo>
                  <a:lnTo>
                    <a:pt x="120" y="0"/>
                  </a:lnTo>
                  <a:lnTo>
                    <a:pt x="146" y="0"/>
                  </a:lnTo>
                  <a:lnTo>
                    <a:pt x="169" y="0"/>
                  </a:lnTo>
                  <a:lnTo>
                    <a:pt x="190" y="0"/>
                  </a:lnTo>
                  <a:lnTo>
                    <a:pt x="210" y="0"/>
                  </a:lnTo>
                  <a:lnTo>
                    <a:pt x="229" y="0"/>
                  </a:lnTo>
                  <a:lnTo>
                    <a:pt x="246" y="0"/>
                  </a:lnTo>
                  <a:lnTo>
                    <a:pt x="261" y="0"/>
                  </a:lnTo>
                  <a:lnTo>
                    <a:pt x="275" y="1"/>
                  </a:lnTo>
                  <a:lnTo>
                    <a:pt x="288" y="1"/>
                  </a:lnTo>
                  <a:lnTo>
                    <a:pt x="301" y="1"/>
                  </a:lnTo>
                  <a:lnTo>
                    <a:pt x="311" y="1"/>
                  </a:lnTo>
                  <a:lnTo>
                    <a:pt x="321" y="1"/>
                  </a:lnTo>
                  <a:lnTo>
                    <a:pt x="330" y="1"/>
                  </a:lnTo>
                  <a:lnTo>
                    <a:pt x="337" y="1"/>
                  </a:lnTo>
                  <a:lnTo>
                    <a:pt x="344" y="1"/>
                  </a:lnTo>
                  <a:lnTo>
                    <a:pt x="350" y="1"/>
                  </a:lnTo>
                  <a:lnTo>
                    <a:pt x="356" y="1"/>
                  </a:lnTo>
                  <a:lnTo>
                    <a:pt x="360" y="1"/>
                  </a:lnTo>
                  <a:lnTo>
                    <a:pt x="364" y="1"/>
                  </a:lnTo>
                  <a:lnTo>
                    <a:pt x="367" y="1"/>
                  </a:lnTo>
                  <a:lnTo>
                    <a:pt x="372" y="1"/>
                  </a:lnTo>
                  <a:lnTo>
                    <a:pt x="374" y="1"/>
                  </a:lnTo>
                  <a:lnTo>
                    <a:pt x="377" y="1"/>
                  </a:lnTo>
                  <a:lnTo>
                    <a:pt x="379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6" y="3"/>
                  </a:lnTo>
                  <a:lnTo>
                    <a:pt x="389" y="3"/>
                  </a:lnTo>
                  <a:lnTo>
                    <a:pt x="392" y="3"/>
                  </a:lnTo>
                  <a:lnTo>
                    <a:pt x="393" y="3"/>
                  </a:lnTo>
                  <a:lnTo>
                    <a:pt x="396" y="3"/>
                  </a:lnTo>
                  <a:lnTo>
                    <a:pt x="397" y="3"/>
                  </a:lnTo>
                  <a:lnTo>
                    <a:pt x="399" y="3"/>
                  </a:lnTo>
                  <a:lnTo>
                    <a:pt x="400" y="3"/>
                  </a:lnTo>
                  <a:lnTo>
                    <a:pt x="402" y="3"/>
                  </a:lnTo>
                  <a:lnTo>
                    <a:pt x="405" y="3"/>
                  </a:lnTo>
                  <a:lnTo>
                    <a:pt x="406" y="4"/>
                  </a:lnTo>
                  <a:lnTo>
                    <a:pt x="408" y="4"/>
                  </a:lnTo>
                  <a:lnTo>
                    <a:pt x="409" y="4"/>
                  </a:lnTo>
                  <a:lnTo>
                    <a:pt x="410" y="4"/>
                  </a:lnTo>
                  <a:lnTo>
                    <a:pt x="412" y="4"/>
                  </a:lnTo>
                  <a:lnTo>
                    <a:pt x="413" y="4"/>
                  </a:lnTo>
                  <a:lnTo>
                    <a:pt x="415" y="4"/>
                  </a:lnTo>
                  <a:lnTo>
                    <a:pt x="416" y="4"/>
                  </a:lnTo>
                  <a:lnTo>
                    <a:pt x="418" y="4"/>
                  </a:lnTo>
                  <a:lnTo>
                    <a:pt x="419" y="5"/>
                  </a:lnTo>
                  <a:lnTo>
                    <a:pt x="421" y="5"/>
                  </a:lnTo>
                  <a:lnTo>
                    <a:pt x="422" y="5"/>
                  </a:lnTo>
                  <a:lnTo>
                    <a:pt x="423" y="5"/>
                  </a:lnTo>
                  <a:lnTo>
                    <a:pt x="425" y="5"/>
                  </a:lnTo>
                  <a:lnTo>
                    <a:pt x="426" y="5"/>
                  </a:lnTo>
                  <a:lnTo>
                    <a:pt x="428" y="5"/>
                  </a:lnTo>
                  <a:lnTo>
                    <a:pt x="429" y="5"/>
                  </a:lnTo>
                  <a:lnTo>
                    <a:pt x="432" y="7"/>
                  </a:lnTo>
                  <a:lnTo>
                    <a:pt x="433" y="7"/>
                  </a:lnTo>
                  <a:lnTo>
                    <a:pt x="435" y="7"/>
                  </a:lnTo>
                  <a:lnTo>
                    <a:pt x="438" y="7"/>
                  </a:lnTo>
                  <a:lnTo>
                    <a:pt x="439" y="7"/>
                  </a:lnTo>
                  <a:lnTo>
                    <a:pt x="442" y="8"/>
                  </a:lnTo>
                  <a:lnTo>
                    <a:pt x="445" y="8"/>
                  </a:lnTo>
                  <a:lnTo>
                    <a:pt x="446" y="8"/>
                  </a:lnTo>
                  <a:lnTo>
                    <a:pt x="448" y="8"/>
                  </a:lnTo>
                  <a:lnTo>
                    <a:pt x="451" y="10"/>
                  </a:lnTo>
                  <a:lnTo>
                    <a:pt x="452" y="10"/>
                  </a:lnTo>
                  <a:lnTo>
                    <a:pt x="454" y="10"/>
                  </a:lnTo>
                  <a:lnTo>
                    <a:pt x="455" y="10"/>
                  </a:lnTo>
                  <a:lnTo>
                    <a:pt x="456" y="10"/>
                  </a:lnTo>
                  <a:lnTo>
                    <a:pt x="458" y="10"/>
                  </a:lnTo>
                  <a:lnTo>
                    <a:pt x="459" y="11"/>
                  </a:lnTo>
                  <a:lnTo>
                    <a:pt x="461" y="11"/>
                  </a:lnTo>
                  <a:lnTo>
                    <a:pt x="462" y="11"/>
                  </a:lnTo>
                  <a:lnTo>
                    <a:pt x="464" y="11"/>
                  </a:lnTo>
                  <a:lnTo>
                    <a:pt x="465" y="11"/>
                  </a:lnTo>
                  <a:lnTo>
                    <a:pt x="467" y="13"/>
                  </a:lnTo>
                  <a:lnTo>
                    <a:pt x="468" y="13"/>
                  </a:lnTo>
                  <a:lnTo>
                    <a:pt x="469" y="13"/>
                  </a:lnTo>
                  <a:lnTo>
                    <a:pt x="471" y="13"/>
                  </a:lnTo>
                  <a:lnTo>
                    <a:pt x="472" y="14"/>
                  </a:lnTo>
                  <a:lnTo>
                    <a:pt x="474" y="14"/>
                  </a:lnTo>
                  <a:lnTo>
                    <a:pt x="475" y="14"/>
                  </a:lnTo>
                  <a:lnTo>
                    <a:pt x="477" y="16"/>
                  </a:lnTo>
                  <a:lnTo>
                    <a:pt x="478" y="16"/>
                  </a:lnTo>
                  <a:lnTo>
                    <a:pt x="480" y="16"/>
                  </a:lnTo>
                  <a:lnTo>
                    <a:pt x="482" y="17"/>
                  </a:lnTo>
                  <a:lnTo>
                    <a:pt x="484" y="17"/>
                  </a:lnTo>
                  <a:lnTo>
                    <a:pt x="487" y="18"/>
                  </a:lnTo>
                  <a:lnTo>
                    <a:pt x="488" y="18"/>
                  </a:lnTo>
                  <a:lnTo>
                    <a:pt x="491" y="20"/>
                  </a:lnTo>
                  <a:lnTo>
                    <a:pt x="494" y="20"/>
                  </a:lnTo>
                  <a:lnTo>
                    <a:pt x="497" y="21"/>
                  </a:lnTo>
                  <a:lnTo>
                    <a:pt x="498" y="21"/>
                  </a:lnTo>
                  <a:lnTo>
                    <a:pt x="501" y="23"/>
                  </a:lnTo>
                  <a:lnTo>
                    <a:pt x="504" y="23"/>
                  </a:lnTo>
                  <a:lnTo>
                    <a:pt x="505" y="24"/>
                  </a:lnTo>
                  <a:lnTo>
                    <a:pt x="507" y="24"/>
                  </a:lnTo>
                  <a:lnTo>
                    <a:pt x="510" y="26"/>
                  </a:lnTo>
                  <a:lnTo>
                    <a:pt x="511" y="26"/>
                  </a:lnTo>
                  <a:lnTo>
                    <a:pt x="513" y="26"/>
                  </a:lnTo>
                  <a:lnTo>
                    <a:pt x="514" y="27"/>
                  </a:lnTo>
                  <a:lnTo>
                    <a:pt x="516" y="27"/>
                  </a:lnTo>
                  <a:lnTo>
                    <a:pt x="517" y="27"/>
                  </a:lnTo>
                  <a:lnTo>
                    <a:pt x="518" y="28"/>
                  </a:lnTo>
                  <a:lnTo>
                    <a:pt x="520" y="28"/>
                  </a:lnTo>
                  <a:lnTo>
                    <a:pt x="521" y="28"/>
                  </a:lnTo>
                  <a:lnTo>
                    <a:pt x="523" y="30"/>
                  </a:lnTo>
                  <a:lnTo>
                    <a:pt x="524" y="30"/>
                  </a:lnTo>
                  <a:lnTo>
                    <a:pt x="526" y="31"/>
                  </a:lnTo>
                  <a:lnTo>
                    <a:pt x="527" y="31"/>
                  </a:lnTo>
                  <a:lnTo>
                    <a:pt x="528" y="33"/>
                  </a:lnTo>
                  <a:lnTo>
                    <a:pt x="530" y="33"/>
                  </a:lnTo>
                  <a:lnTo>
                    <a:pt x="531" y="34"/>
                  </a:lnTo>
                  <a:lnTo>
                    <a:pt x="533" y="34"/>
                  </a:lnTo>
                  <a:lnTo>
                    <a:pt x="534" y="36"/>
                  </a:lnTo>
                  <a:lnTo>
                    <a:pt x="536" y="36"/>
                  </a:lnTo>
                  <a:lnTo>
                    <a:pt x="537" y="37"/>
                  </a:lnTo>
                  <a:lnTo>
                    <a:pt x="540" y="37"/>
                  </a:lnTo>
                  <a:lnTo>
                    <a:pt x="541" y="39"/>
                  </a:lnTo>
                  <a:lnTo>
                    <a:pt x="543" y="40"/>
                  </a:lnTo>
                  <a:lnTo>
                    <a:pt x="546" y="40"/>
                  </a:lnTo>
                  <a:lnTo>
                    <a:pt x="547" y="41"/>
                  </a:lnTo>
                  <a:lnTo>
                    <a:pt x="550" y="43"/>
                  </a:lnTo>
                  <a:lnTo>
                    <a:pt x="553" y="44"/>
                  </a:lnTo>
                  <a:lnTo>
                    <a:pt x="554" y="44"/>
                  </a:lnTo>
                  <a:lnTo>
                    <a:pt x="556" y="46"/>
                  </a:lnTo>
                  <a:lnTo>
                    <a:pt x="557" y="47"/>
                  </a:lnTo>
                  <a:lnTo>
                    <a:pt x="560" y="47"/>
                  </a:lnTo>
                  <a:lnTo>
                    <a:pt x="562" y="49"/>
                  </a:lnTo>
                  <a:lnTo>
                    <a:pt x="563" y="49"/>
                  </a:lnTo>
                  <a:lnTo>
                    <a:pt x="564" y="50"/>
                  </a:lnTo>
                  <a:lnTo>
                    <a:pt x="566" y="50"/>
                  </a:lnTo>
                  <a:lnTo>
                    <a:pt x="567" y="52"/>
                  </a:lnTo>
                  <a:lnTo>
                    <a:pt x="569" y="53"/>
                  </a:lnTo>
                  <a:lnTo>
                    <a:pt x="570" y="53"/>
                  </a:lnTo>
                  <a:lnTo>
                    <a:pt x="572" y="54"/>
                  </a:lnTo>
                  <a:lnTo>
                    <a:pt x="573" y="54"/>
                  </a:lnTo>
                  <a:lnTo>
                    <a:pt x="575" y="56"/>
                  </a:lnTo>
                  <a:lnTo>
                    <a:pt x="576" y="56"/>
                  </a:lnTo>
                  <a:lnTo>
                    <a:pt x="577" y="57"/>
                  </a:lnTo>
                  <a:lnTo>
                    <a:pt x="579" y="57"/>
                  </a:lnTo>
                  <a:lnTo>
                    <a:pt x="579" y="59"/>
                  </a:lnTo>
                  <a:lnTo>
                    <a:pt x="580" y="59"/>
                  </a:lnTo>
                  <a:lnTo>
                    <a:pt x="582" y="60"/>
                  </a:lnTo>
                  <a:lnTo>
                    <a:pt x="583" y="60"/>
                  </a:lnTo>
                  <a:lnTo>
                    <a:pt x="585" y="62"/>
                  </a:lnTo>
                  <a:lnTo>
                    <a:pt x="586" y="62"/>
                  </a:lnTo>
                  <a:lnTo>
                    <a:pt x="587" y="63"/>
                  </a:lnTo>
                  <a:lnTo>
                    <a:pt x="589" y="63"/>
                  </a:lnTo>
                  <a:lnTo>
                    <a:pt x="592" y="64"/>
                  </a:lnTo>
                  <a:lnTo>
                    <a:pt x="593" y="66"/>
                  </a:lnTo>
                  <a:lnTo>
                    <a:pt x="595" y="67"/>
                  </a:lnTo>
                  <a:lnTo>
                    <a:pt x="598" y="67"/>
                  </a:lnTo>
                  <a:lnTo>
                    <a:pt x="599" y="69"/>
                  </a:lnTo>
                  <a:lnTo>
                    <a:pt x="602" y="70"/>
                  </a:lnTo>
                  <a:lnTo>
                    <a:pt x="603" y="72"/>
                  </a:lnTo>
                  <a:lnTo>
                    <a:pt x="605" y="72"/>
                  </a:lnTo>
                  <a:lnTo>
                    <a:pt x="606" y="73"/>
                  </a:lnTo>
                  <a:lnTo>
                    <a:pt x="608" y="73"/>
                  </a:lnTo>
                  <a:lnTo>
                    <a:pt x="609" y="75"/>
                  </a:lnTo>
                  <a:lnTo>
                    <a:pt x="610" y="75"/>
                  </a:lnTo>
                  <a:lnTo>
                    <a:pt x="612" y="76"/>
                  </a:lnTo>
                  <a:lnTo>
                    <a:pt x="613" y="77"/>
                  </a:lnTo>
                  <a:lnTo>
                    <a:pt x="615" y="77"/>
                  </a:lnTo>
                  <a:lnTo>
                    <a:pt x="616" y="79"/>
                  </a:lnTo>
                  <a:lnTo>
                    <a:pt x="618" y="79"/>
                  </a:lnTo>
                  <a:lnTo>
                    <a:pt x="619" y="80"/>
                  </a:lnTo>
                  <a:lnTo>
                    <a:pt x="621" y="82"/>
                  </a:lnTo>
                  <a:lnTo>
                    <a:pt x="622" y="82"/>
                  </a:lnTo>
                  <a:lnTo>
                    <a:pt x="623" y="83"/>
                  </a:lnTo>
                  <a:lnTo>
                    <a:pt x="625" y="83"/>
                  </a:lnTo>
                  <a:lnTo>
                    <a:pt x="625" y="85"/>
                  </a:lnTo>
                  <a:lnTo>
                    <a:pt x="626" y="85"/>
                  </a:lnTo>
                  <a:lnTo>
                    <a:pt x="628" y="86"/>
                  </a:lnTo>
                  <a:lnTo>
                    <a:pt x="629" y="86"/>
                  </a:lnTo>
                  <a:lnTo>
                    <a:pt x="631" y="87"/>
                  </a:lnTo>
                  <a:lnTo>
                    <a:pt x="632" y="89"/>
                  </a:lnTo>
                  <a:lnTo>
                    <a:pt x="635" y="90"/>
                  </a:lnTo>
                  <a:lnTo>
                    <a:pt x="636" y="92"/>
                  </a:lnTo>
                  <a:lnTo>
                    <a:pt x="638" y="92"/>
                  </a:lnTo>
                  <a:lnTo>
                    <a:pt x="639" y="93"/>
                  </a:lnTo>
                  <a:lnTo>
                    <a:pt x="641" y="95"/>
                  </a:lnTo>
                  <a:lnTo>
                    <a:pt x="642" y="95"/>
                  </a:lnTo>
                  <a:lnTo>
                    <a:pt x="644" y="96"/>
                  </a:lnTo>
                  <a:lnTo>
                    <a:pt x="645" y="96"/>
                  </a:lnTo>
                  <a:lnTo>
                    <a:pt x="645" y="98"/>
                  </a:lnTo>
                  <a:lnTo>
                    <a:pt x="646" y="98"/>
                  </a:lnTo>
                  <a:lnTo>
                    <a:pt x="648" y="99"/>
                  </a:lnTo>
                  <a:lnTo>
                    <a:pt x="649" y="100"/>
                  </a:lnTo>
                  <a:lnTo>
                    <a:pt x="651" y="100"/>
                  </a:lnTo>
                  <a:lnTo>
                    <a:pt x="652" y="102"/>
                  </a:lnTo>
                  <a:lnTo>
                    <a:pt x="654" y="103"/>
                  </a:lnTo>
                  <a:lnTo>
                    <a:pt x="655" y="103"/>
                  </a:lnTo>
                  <a:lnTo>
                    <a:pt x="655" y="105"/>
                  </a:lnTo>
                  <a:lnTo>
                    <a:pt x="657" y="105"/>
                  </a:lnTo>
                  <a:lnTo>
                    <a:pt x="658" y="106"/>
                  </a:lnTo>
                  <a:lnTo>
                    <a:pt x="659" y="106"/>
                  </a:lnTo>
                  <a:lnTo>
                    <a:pt x="659" y="108"/>
                  </a:lnTo>
                  <a:lnTo>
                    <a:pt x="661" y="108"/>
                  </a:lnTo>
                  <a:lnTo>
                    <a:pt x="661" y="109"/>
                  </a:lnTo>
                  <a:lnTo>
                    <a:pt x="662" y="109"/>
                  </a:lnTo>
                  <a:lnTo>
                    <a:pt x="664" y="111"/>
                  </a:lnTo>
                  <a:lnTo>
                    <a:pt x="665" y="112"/>
                  </a:lnTo>
                  <a:lnTo>
                    <a:pt x="667" y="113"/>
                  </a:lnTo>
                  <a:lnTo>
                    <a:pt x="668" y="113"/>
                  </a:lnTo>
                  <a:lnTo>
                    <a:pt x="668" y="115"/>
                  </a:lnTo>
                  <a:lnTo>
                    <a:pt x="670" y="115"/>
                  </a:lnTo>
                  <a:lnTo>
                    <a:pt x="671" y="116"/>
                  </a:lnTo>
                  <a:lnTo>
                    <a:pt x="672" y="118"/>
                  </a:lnTo>
                  <a:lnTo>
                    <a:pt x="674" y="118"/>
                  </a:lnTo>
                  <a:lnTo>
                    <a:pt x="674" y="119"/>
                  </a:lnTo>
                  <a:lnTo>
                    <a:pt x="675" y="119"/>
                  </a:lnTo>
                  <a:lnTo>
                    <a:pt x="677" y="121"/>
                  </a:lnTo>
                  <a:lnTo>
                    <a:pt x="678" y="121"/>
                  </a:lnTo>
                  <a:lnTo>
                    <a:pt x="678" y="122"/>
                  </a:lnTo>
                  <a:lnTo>
                    <a:pt x="680" y="122"/>
                  </a:lnTo>
                  <a:lnTo>
                    <a:pt x="680" y="123"/>
                  </a:lnTo>
                  <a:lnTo>
                    <a:pt x="681" y="123"/>
                  </a:lnTo>
                  <a:lnTo>
                    <a:pt x="682" y="125"/>
                  </a:lnTo>
                  <a:lnTo>
                    <a:pt x="684" y="126"/>
                  </a:lnTo>
                  <a:lnTo>
                    <a:pt x="685" y="126"/>
                  </a:lnTo>
                  <a:lnTo>
                    <a:pt x="685" y="128"/>
                  </a:lnTo>
                  <a:lnTo>
                    <a:pt x="687" y="128"/>
                  </a:lnTo>
                  <a:lnTo>
                    <a:pt x="688" y="129"/>
                  </a:lnTo>
                  <a:lnTo>
                    <a:pt x="690" y="131"/>
                  </a:lnTo>
                  <a:lnTo>
                    <a:pt x="691" y="131"/>
                  </a:lnTo>
                  <a:lnTo>
                    <a:pt x="693" y="132"/>
                  </a:lnTo>
                  <a:lnTo>
                    <a:pt x="694" y="132"/>
                  </a:lnTo>
                  <a:lnTo>
                    <a:pt x="695" y="134"/>
                  </a:lnTo>
                  <a:lnTo>
                    <a:pt x="695" y="135"/>
                  </a:lnTo>
                  <a:lnTo>
                    <a:pt x="697" y="135"/>
                  </a:lnTo>
                  <a:lnTo>
                    <a:pt x="698" y="136"/>
                  </a:lnTo>
                  <a:lnTo>
                    <a:pt x="700" y="136"/>
                  </a:lnTo>
                  <a:lnTo>
                    <a:pt x="700" y="138"/>
                  </a:lnTo>
                  <a:lnTo>
                    <a:pt x="701" y="138"/>
                  </a:lnTo>
                  <a:lnTo>
                    <a:pt x="703" y="139"/>
                  </a:lnTo>
                  <a:lnTo>
                    <a:pt x="704" y="139"/>
                  </a:lnTo>
                  <a:lnTo>
                    <a:pt x="704" y="141"/>
                  </a:lnTo>
                  <a:lnTo>
                    <a:pt x="705" y="141"/>
                  </a:lnTo>
                  <a:lnTo>
                    <a:pt x="705" y="142"/>
                  </a:lnTo>
                  <a:lnTo>
                    <a:pt x="707" y="142"/>
                  </a:lnTo>
                  <a:lnTo>
                    <a:pt x="708" y="144"/>
                  </a:lnTo>
                  <a:lnTo>
                    <a:pt x="710" y="145"/>
                  </a:lnTo>
                  <a:lnTo>
                    <a:pt x="711" y="146"/>
                  </a:lnTo>
                  <a:lnTo>
                    <a:pt x="713" y="148"/>
                  </a:lnTo>
                  <a:lnTo>
                    <a:pt x="714" y="149"/>
                  </a:lnTo>
                  <a:lnTo>
                    <a:pt x="716" y="151"/>
                  </a:lnTo>
                  <a:lnTo>
                    <a:pt x="717" y="152"/>
                  </a:lnTo>
                  <a:lnTo>
                    <a:pt x="718" y="154"/>
                  </a:lnTo>
                  <a:lnTo>
                    <a:pt x="720" y="155"/>
                  </a:lnTo>
                  <a:lnTo>
                    <a:pt x="721" y="157"/>
                  </a:lnTo>
                  <a:lnTo>
                    <a:pt x="723" y="158"/>
                  </a:lnTo>
                  <a:lnTo>
                    <a:pt x="724" y="159"/>
                  </a:lnTo>
                  <a:lnTo>
                    <a:pt x="726" y="161"/>
                  </a:lnTo>
                  <a:lnTo>
                    <a:pt x="727" y="162"/>
                  </a:lnTo>
                  <a:lnTo>
                    <a:pt x="729" y="164"/>
                  </a:lnTo>
                  <a:lnTo>
                    <a:pt x="730" y="165"/>
                  </a:lnTo>
                  <a:lnTo>
                    <a:pt x="730" y="167"/>
                  </a:lnTo>
                  <a:lnTo>
                    <a:pt x="731" y="167"/>
                  </a:lnTo>
                  <a:lnTo>
                    <a:pt x="733" y="168"/>
                  </a:lnTo>
                  <a:lnTo>
                    <a:pt x="733" y="169"/>
                  </a:lnTo>
                  <a:lnTo>
                    <a:pt x="734" y="169"/>
                  </a:lnTo>
                  <a:lnTo>
                    <a:pt x="734" y="171"/>
                  </a:lnTo>
                  <a:lnTo>
                    <a:pt x="736" y="172"/>
                  </a:lnTo>
                  <a:lnTo>
                    <a:pt x="737" y="172"/>
                  </a:lnTo>
                  <a:lnTo>
                    <a:pt x="737" y="174"/>
                  </a:lnTo>
                  <a:lnTo>
                    <a:pt x="739" y="175"/>
                  </a:lnTo>
                  <a:lnTo>
                    <a:pt x="740" y="177"/>
                  </a:lnTo>
                  <a:lnTo>
                    <a:pt x="741" y="178"/>
                  </a:lnTo>
                  <a:lnTo>
                    <a:pt x="741" y="180"/>
                  </a:lnTo>
                  <a:lnTo>
                    <a:pt x="743" y="180"/>
                  </a:lnTo>
                  <a:lnTo>
                    <a:pt x="744" y="181"/>
                  </a:lnTo>
                  <a:lnTo>
                    <a:pt x="744" y="182"/>
                  </a:lnTo>
                  <a:lnTo>
                    <a:pt x="746" y="184"/>
                  </a:lnTo>
                  <a:lnTo>
                    <a:pt x="747" y="185"/>
                  </a:lnTo>
                  <a:lnTo>
                    <a:pt x="749" y="187"/>
                  </a:lnTo>
                  <a:lnTo>
                    <a:pt x="749" y="188"/>
                  </a:lnTo>
                  <a:lnTo>
                    <a:pt x="750" y="190"/>
                  </a:lnTo>
                  <a:lnTo>
                    <a:pt x="752" y="191"/>
                  </a:lnTo>
                  <a:lnTo>
                    <a:pt x="753" y="193"/>
                  </a:lnTo>
                  <a:lnTo>
                    <a:pt x="754" y="194"/>
                  </a:lnTo>
                  <a:lnTo>
                    <a:pt x="756" y="197"/>
                  </a:lnTo>
                  <a:lnTo>
                    <a:pt x="759" y="198"/>
                  </a:lnTo>
                  <a:lnTo>
                    <a:pt x="760" y="200"/>
                  </a:lnTo>
                  <a:lnTo>
                    <a:pt x="762" y="201"/>
                  </a:lnTo>
                  <a:lnTo>
                    <a:pt x="763" y="204"/>
                  </a:lnTo>
                  <a:lnTo>
                    <a:pt x="763" y="205"/>
                  </a:lnTo>
                  <a:lnTo>
                    <a:pt x="764" y="207"/>
                  </a:lnTo>
                  <a:lnTo>
                    <a:pt x="766" y="208"/>
                  </a:lnTo>
                  <a:lnTo>
                    <a:pt x="767" y="210"/>
                  </a:lnTo>
                  <a:lnTo>
                    <a:pt x="769" y="210"/>
                  </a:lnTo>
                  <a:lnTo>
                    <a:pt x="769" y="211"/>
                  </a:lnTo>
                  <a:lnTo>
                    <a:pt x="770" y="213"/>
                  </a:lnTo>
                  <a:lnTo>
                    <a:pt x="772" y="214"/>
                  </a:lnTo>
                  <a:lnTo>
                    <a:pt x="772" y="216"/>
                  </a:lnTo>
                  <a:lnTo>
                    <a:pt x="773" y="216"/>
                  </a:lnTo>
                  <a:lnTo>
                    <a:pt x="773" y="217"/>
                  </a:lnTo>
                  <a:lnTo>
                    <a:pt x="775" y="218"/>
                  </a:lnTo>
                  <a:lnTo>
                    <a:pt x="775" y="220"/>
                  </a:lnTo>
                  <a:lnTo>
                    <a:pt x="776" y="221"/>
                  </a:lnTo>
                  <a:lnTo>
                    <a:pt x="777" y="221"/>
                  </a:lnTo>
                  <a:lnTo>
                    <a:pt x="777" y="223"/>
                  </a:lnTo>
                  <a:lnTo>
                    <a:pt x="779" y="224"/>
                  </a:lnTo>
                  <a:lnTo>
                    <a:pt x="780" y="226"/>
                  </a:lnTo>
                  <a:lnTo>
                    <a:pt x="780" y="227"/>
                  </a:lnTo>
                  <a:lnTo>
                    <a:pt x="782" y="228"/>
                  </a:lnTo>
                  <a:lnTo>
                    <a:pt x="783" y="230"/>
                  </a:lnTo>
                  <a:lnTo>
                    <a:pt x="785" y="231"/>
                  </a:lnTo>
                  <a:lnTo>
                    <a:pt x="785" y="233"/>
                  </a:lnTo>
                  <a:lnTo>
                    <a:pt x="786" y="234"/>
                  </a:lnTo>
                  <a:lnTo>
                    <a:pt x="788" y="237"/>
                  </a:lnTo>
                  <a:lnTo>
                    <a:pt x="789" y="239"/>
                  </a:lnTo>
                  <a:lnTo>
                    <a:pt x="790" y="241"/>
                  </a:lnTo>
                  <a:lnTo>
                    <a:pt x="792" y="243"/>
                  </a:lnTo>
                  <a:lnTo>
                    <a:pt x="795" y="246"/>
                  </a:lnTo>
                  <a:lnTo>
                    <a:pt x="796" y="247"/>
                  </a:lnTo>
                  <a:lnTo>
                    <a:pt x="798" y="250"/>
                  </a:lnTo>
                  <a:lnTo>
                    <a:pt x="799" y="252"/>
                  </a:lnTo>
                  <a:lnTo>
                    <a:pt x="799" y="253"/>
                  </a:lnTo>
                  <a:lnTo>
                    <a:pt x="800" y="254"/>
                  </a:lnTo>
                  <a:lnTo>
                    <a:pt x="802" y="257"/>
                  </a:lnTo>
                  <a:lnTo>
                    <a:pt x="803" y="259"/>
                  </a:lnTo>
                  <a:lnTo>
                    <a:pt x="805" y="260"/>
                  </a:lnTo>
                  <a:lnTo>
                    <a:pt x="805" y="262"/>
                  </a:lnTo>
                  <a:lnTo>
                    <a:pt x="806" y="262"/>
                  </a:lnTo>
                  <a:lnTo>
                    <a:pt x="808" y="263"/>
                  </a:lnTo>
                  <a:lnTo>
                    <a:pt x="808" y="264"/>
                  </a:lnTo>
                  <a:lnTo>
                    <a:pt x="809" y="266"/>
                  </a:lnTo>
                  <a:lnTo>
                    <a:pt x="809" y="267"/>
                  </a:lnTo>
                  <a:lnTo>
                    <a:pt x="811" y="269"/>
                  </a:lnTo>
                  <a:lnTo>
                    <a:pt x="812" y="270"/>
                  </a:lnTo>
                  <a:lnTo>
                    <a:pt x="813" y="272"/>
                  </a:lnTo>
                  <a:lnTo>
                    <a:pt x="813" y="273"/>
                  </a:lnTo>
                  <a:lnTo>
                    <a:pt x="815" y="275"/>
                  </a:lnTo>
                  <a:lnTo>
                    <a:pt x="816" y="276"/>
                  </a:lnTo>
                  <a:lnTo>
                    <a:pt x="818" y="277"/>
                  </a:lnTo>
                  <a:lnTo>
                    <a:pt x="818" y="279"/>
                  </a:lnTo>
                  <a:lnTo>
                    <a:pt x="819" y="280"/>
                  </a:lnTo>
                  <a:lnTo>
                    <a:pt x="821" y="282"/>
                  </a:lnTo>
                  <a:lnTo>
                    <a:pt x="822" y="285"/>
                  </a:lnTo>
                  <a:lnTo>
                    <a:pt x="824" y="286"/>
                  </a:lnTo>
                  <a:lnTo>
                    <a:pt x="825" y="287"/>
                  </a:lnTo>
                  <a:lnTo>
                    <a:pt x="826" y="290"/>
                  </a:lnTo>
                  <a:lnTo>
                    <a:pt x="828" y="292"/>
                  </a:lnTo>
                  <a:lnTo>
                    <a:pt x="829" y="295"/>
                  </a:lnTo>
                  <a:lnTo>
                    <a:pt x="831" y="296"/>
                  </a:lnTo>
                  <a:lnTo>
                    <a:pt x="832" y="299"/>
                  </a:lnTo>
                  <a:lnTo>
                    <a:pt x="834" y="302"/>
                  </a:lnTo>
                  <a:lnTo>
                    <a:pt x="835" y="303"/>
                  </a:lnTo>
                  <a:lnTo>
                    <a:pt x="836" y="305"/>
                  </a:lnTo>
                  <a:lnTo>
                    <a:pt x="838" y="306"/>
                  </a:lnTo>
                  <a:lnTo>
                    <a:pt x="839" y="309"/>
                  </a:lnTo>
                  <a:lnTo>
                    <a:pt x="841" y="310"/>
                  </a:lnTo>
                  <a:lnTo>
                    <a:pt x="842" y="312"/>
                  </a:lnTo>
                  <a:lnTo>
                    <a:pt x="842" y="313"/>
                  </a:lnTo>
                  <a:lnTo>
                    <a:pt x="844" y="315"/>
                  </a:lnTo>
                  <a:lnTo>
                    <a:pt x="845" y="315"/>
                  </a:lnTo>
                  <a:lnTo>
                    <a:pt x="845" y="316"/>
                  </a:lnTo>
                  <a:lnTo>
                    <a:pt x="847" y="318"/>
                  </a:lnTo>
                  <a:lnTo>
                    <a:pt x="847" y="319"/>
                  </a:lnTo>
                  <a:lnTo>
                    <a:pt x="848" y="321"/>
                  </a:lnTo>
                  <a:lnTo>
                    <a:pt x="849" y="322"/>
                  </a:lnTo>
                  <a:lnTo>
                    <a:pt x="849" y="323"/>
                  </a:lnTo>
                  <a:lnTo>
                    <a:pt x="851" y="325"/>
                  </a:lnTo>
                  <a:lnTo>
                    <a:pt x="851" y="326"/>
                  </a:lnTo>
                  <a:lnTo>
                    <a:pt x="852" y="326"/>
                  </a:lnTo>
                  <a:lnTo>
                    <a:pt x="852" y="328"/>
                  </a:lnTo>
                  <a:lnTo>
                    <a:pt x="854" y="329"/>
                  </a:lnTo>
                  <a:lnTo>
                    <a:pt x="854" y="331"/>
                  </a:lnTo>
                  <a:lnTo>
                    <a:pt x="855" y="332"/>
                  </a:lnTo>
                  <a:lnTo>
                    <a:pt x="855" y="334"/>
                  </a:lnTo>
                  <a:lnTo>
                    <a:pt x="857" y="335"/>
                  </a:lnTo>
                  <a:lnTo>
                    <a:pt x="858" y="336"/>
                  </a:lnTo>
                  <a:lnTo>
                    <a:pt x="858" y="338"/>
                  </a:lnTo>
                  <a:lnTo>
                    <a:pt x="859" y="341"/>
                  </a:lnTo>
                  <a:lnTo>
                    <a:pt x="861" y="34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" name="Freeform 59">
              <a:extLst>
                <a:ext uri="{FF2B5EF4-FFF2-40B4-BE49-F238E27FC236}">
                  <a16:creationId xmlns:a16="http://schemas.microsoft.com/office/drawing/2014/main" id="{B2AC6981-203A-497E-A216-F7845C335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40" y="3391059"/>
              <a:ext cx="682625" cy="271462"/>
            </a:xfrm>
            <a:custGeom>
              <a:avLst/>
              <a:gdLst>
                <a:gd name="T0" fmla="*/ 2147483646 w 861"/>
                <a:gd name="T1" fmla="*/ 2147483646 h 342"/>
                <a:gd name="T2" fmla="*/ 2147483646 w 861"/>
                <a:gd name="T3" fmla="*/ 2147483646 h 342"/>
                <a:gd name="T4" fmla="*/ 2147483646 w 861"/>
                <a:gd name="T5" fmla="*/ 2147483646 h 342"/>
                <a:gd name="T6" fmla="*/ 2147483646 w 861"/>
                <a:gd name="T7" fmla="*/ 2147483646 h 342"/>
                <a:gd name="T8" fmla="*/ 2147483646 w 861"/>
                <a:gd name="T9" fmla="*/ 2147483646 h 342"/>
                <a:gd name="T10" fmla="*/ 2147483646 w 861"/>
                <a:gd name="T11" fmla="*/ 2147483646 h 342"/>
                <a:gd name="T12" fmla="*/ 2147483646 w 861"/>
                <a:gd name="T13" fmla="*/ 2147483646 h 342"/>
                <a:gd name="T14" fmla="*/ 2147483646 w 861"/>
                <a:gd name="T15" fmla="*/ 2147483646 h 342"/>
                <a:gd name="T16" fmla="*/ 2147483646 w 861"/>
                <a:gd name="T17" fmla="*/ 2147483646 h 342"/>
                <a:gd name="T18" fmla="*/ 2147483646 w 861"/>
                <a:gd name="T19" fmla="*/ 2147483646 h 342"/>
                <a:gd name="T20" fmla="*/ 2147483646 w 861"/>
                <a:gd name="T21" fmla="*/ 2147483646 h 342"/>
                <a:gd name="T22" fmla="*/ 2147483646 w 861"/>
                <a:gd name="T23" fmla="*/ 2147483646 h 342"/>
                <a:gd name="T24" fmla="*/ 2147483646 w 861"/>
                <a:gd name="T25" fmla="*/ 2147483646 h 342"/>
                <a:gd name="T26" fmla="*/ 2147483646 w 861"/>
                <a:gd name="T27" fmla="*/ 2147483646 h 342"/>
                <a:gd name="T28" fmla="*/ 2147483646 w 861"/>
                <a:gd name="T29" fmla="*/ 2147483646 h 342"/>
                <a:gd name="T30" fmla="*/ 2147483646 w 861"/>
                <a:gd name="T31" fmla="*/ 2147483646 h 342"/>
                <a:gd name="T32" fmla="*/ 2147483646 w 861"/>
                <a:gd name="T33" fmla="*/ 2147483646 h 342"/>
                <a:gd name="T34" fmla="*/ 2147483646 w 861"/>
                <a:gd name="T35" fmla="*/ 2147483646 h 342"/>
                <a:gd name="T36" fmla="*/ 2147483646 w 861"/>
                <a:gd name="T37" fmla="*/ 2147483646 h 342"/>
                <a:gd name="T38" fmla="*/ 2147483646 w 861"/>
                <a:gd name="T39" fmla="*/ 2147483646 h 342"/>
                <a:gd name="T40" fmla="*/ 2147483646 w 861"/>
                <a:gd name="T41" fmla="*/ 2147483646 h 342"/>
                <a:gd name="T42" fmla="*/ 2147483646 w 861"/>
                <a:gd name="T43" fmla="*/ 2147483646 h 342"/>
                <a:gd name="T44" fmla="*/ 2147483646 w 861"/>
                <a:gd name="T45" fmla="*/ 2147483646 h 342"/>
                <a:gd name="T46" fmla="*/ 2147483646 w 861"/>
                <a:gd name="T47" fmla="*/ 2147483646 h 342"/>
                <a:gd name="T48" fmla="*/ 2147483646 w 861"/>
                <a:gd name="T49" fmla="*/ 2147483646 h 342"/>
                <a:gd name="T50" fmla="*/ 2147483646 w 861"/>
                <a:gd name="T51" fmla="*/ 2147483646 h 342"/>
                <a:gd name="T52" fmla="*/ 2147483646 w 861"/>
                <a:gd name="T53" fmla="*/ 2147483646 h 342"/>
                <a:gd name="T54" fmla="*/ 2147483646 w 861"/>
                <a:gd name="T55" fmla="*/ 2147483646 h 342"/>
                <a:gd name="T56" fmla="*/ 2147483646 w 861"/>
                <a:gd name="T57" fmla="*/ 2147483646 h 342"/>
                <a:gd name="T58" fmla="*/ 2147483646 w 861"/>
                <a:gd name="T59" fmla="*/ 2147483646 h 342"/>
                <a:gd name="T60" fmla="*/ 2147483646 w 861"/>
                <a:gd name="T61" fmla="*/ 2147483646 h 342"/>
                <a:gd name="T62" fmla="*/ 2147483646 w 861"/>
                <a:gd name="T63" fmla="*/ 2147483646 h 342"/>
                <a:gd name="T64" fmla="*/ 2147483646 w 861"/>
                <a:gd name="T65" fmla="*/ 2147483646 h 342"/>
                <a:gd name="T66" fmla="*/ 2147483646 w 861"/>
                <a:gd name="T67" fmla="*/ 2147483646 h 342"/>
                <a:gd name="T68" fmla="*/ 2147483646 w 861"/>
                <a:gd name="T69" fmla="*/ 2147483646 h 342"/>
                <a:gd name="T70" fmla="*/ 2147483646 w 861"/>
                <a:gd name="T71" fmla="*/ 2147483646 h 342"/>
                <a:gd name="T72" fmla="*/ 2147483646 w 861"/>
                <a:gd name="T73" fmla="*/ 2147483646 h 342"/>
                <a:gd name="T74" fmla="*/ 2147483646 w 861"/>
                <a:gd name="T75" fmla="*/ 2147483646 h 342"/>
                <a:gd name="T76" fmla="*/ 2147483646 w 861"/>
                <a:gd name="T77" fmla="*/ 2147483646 h 342"/>
                <a:gd name="T78" fmla="*/ 2147483646 w 861"/>
                <a:gd name="T79" fmla="*/ 2147483646 h 342"/>
                <a:gd name="T80" fmla="*/ 2147483646 w 861"/>
                <a:gd name="T81" fmla="*/ 2147483646 h 342"/>
                <a:gd name="T82" fmla="*/ 2147483646 w 861"/>
                <a:gd name="T83" fmla="*/ 2147483646 h 342"/>
                <a:gd name="T84" fmla="*/ 2147483646 w 861"/>
                <a:gd name="T85" fmla="*/ 2147483646 h 342"/>
                <a:gd name="T86" fmla="*/ 2147483646 w 861"/>
                <a:gd name="T87" fmla="*/ 2147483646 h 342"/>
                <a:gd name="T88" fmla="*/ 2147483646 w 861"/>
                <a:gd name="T89" fmla="*/ 2147483646 h 342"/>
                <a:gd name="T90" fmla="*/ 2147483646 w 861"/>
                <a:gd name="T91" fmla="*/ 2147483646 h 342"/>
                <a:gd name="T92" fmla="*/ 2147483646 w 861"/>
                <a:gd name="T93" fmla="*/ 2147483646 h 342"/>
                <a:gd name="T94" fmla="*/ 2147483646 w 861"/>
                <a:gd name="T95" fmla="*/ 2147483646 h 342"/>
                <a:gd name="T96" fmla="*/ 2147483646 w 861"/>
                <a:gd name="T97" fmla="*/ 2147483646 h 342"/>
                <a:gd name="T98" fmla="*/ 2147483646 w 861"/>
                <a:gd name="T99" fmla="*/ 2147483646 h 342"/>
                <a:gd name="T100" fmla="*/ 2147483646 w 861"/>
                <a:gd name="T101" fmla="*/ 2147483646 h 342"/>
                <a:gd name="T102" fmla="*/ 2147483646 w 861"/>
                <a:gd name="T103" fmla="*/ 2147483646 h 342"/>
                <a:gd name="T104" fmla="*/ 2147483646 w 861"/>
                <a:gd name="T105" fmla="*/ 2147483646 h 342"/>
                <a:gd name="T106" fmla="*/ 2147483646 w 861"/>
                <a:gd name="T107" fmla="*/ 2147483646 h 342"/>
                <a:gd name="T108" fmla="*/ 2147483646 w 861"/>
                <a:gd name="T109" fmla="*/ 2147483646 h 342"/>
                <a:gd name="T110" fmla="*/ 2147483646 w 861"/>
                <a:gd name="T111" fmla="*/ 2147483646 h 342"/>
                <a:gd name="T112" fmla="*/ 2147483646 w 861"/>
                <a:gd name="T113" fmla="*/ 2147483646 h 342"/>
                <a:gd name="T114" fmla="*/ 2147483646 w 861"/>
                <a:gd name="T115" fmla="*/ 2147483646 h 342"/>
                <a:gd name="T116" fmla="*/ 2147483646 w 861"/>
                <a:gd name="T117" fmla="*/ 2147483646 h 342"/>
                <a:gd name="T118" fmla="*/ 2147483646 w 861"/>
                <a:gd name="T119" fmla="*/ 2147483646 h 342"/>
                <a:gd name="T120" fmla="*/ 2147483646 w 861"/>
                <a:gd name="T121" fmla="*/ 2147483646 h 34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61"/>
                <a:gd name="T184" fmla="*/ 0 h 342"/>
                <a:gd name="T185" fmla="*/ 861 w 861"/>
                <a:gd name="T186" fmla="*/ 342 h 34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61" h="342">
                  <a:moveTo>
                    <a:pt x="0" y="342"/>
                  </a:moveTo>
                  <a:lnTo>
                    <a:pt x="33" y="342"/>
                  </a:lnTo>
                  <a:lnTo>
                    <a:pt x="65" y="342"/>
                  </a:lnTo>
                  <a:lnTo>
                    <a:pt x="94" y="342"/>
                  </a:lnTo>
                  <a:lnTo>
                    <a:pt x="120" y="342"/>
                  </a:lnTo>
                  <a:lnTo>
                    <a:pt x="146" y="342"/>
                  </a:lnTo>
                  <a:lnTo>
                    <a:pt x="169" y="342"/>
                  </a:lnTo>
                  <a:lnTo>
                    <a:pt x="190" y="342"/>
                  </a:lnTo>
                  <a:lnTo>
                    <a:pt x="210" y="342"/>
                  </a:lnTo>
                  <a:lnTo>
                    <a:pt x="229" y="342"/>
                  </a:lnTo>
                  <a:lnTo>
                    <a:pt x="246" y="342"/>
                  </a:lnTo>
                  <a:lnTo>
                    <a:pt x="261" y="342"/>
                  </a:lnTo>
                  <a:lnTo>
                    <a:pt x="275" y="342"/>
                  </a:lnTo>
                  <a:lnTo>
                    <a:pt x="288" y="342"/>
                  </a:lnTo>
                  <a:lnTo>
                    <a:pt x="301" y="342"/>
                  </a:lnTo>
                  <a:lnTo>
                    <a:pt x="311" y="342"/>
                  </a:lnTo>
                  <a:lnTo>
                    <a:pt x="321" y="341"/>
                  </a:lnTo>
                  <a:lnTo>
                    <a:pt x="330" y="341"/>
                  </a:lnTo>
                  <a:lnTo>
                    <a:pt x="337" y="341"/>
                  </a:lnTo>
                  <a:lnTo>
                    <a:pt x="344" y="341"/>
                  </a:lnTo>
                  <a:lnTo>
                    <a:pt x="350" y="341"/>
                  </a:lnTo>
                  <a:lnTo>
                    <a:pt x="356" y="341"/>
                  </a:lnTo>
                  <a:lnTo>
                    <a:pt x="360" y="341"/>
                  </a:lnTo>
                  <a:lnTo>
                    <a:pt x="364" y="341"/>
                  </a:lnTo>
                  <a:lnTo>
                    <a:pt x="367" y="341"/>
                  </a:lnTo>
                  <a:lnTo>
                    <a:pt x="372" y="341"/>
                  </a:lnTo>
                  <a:lnTo>
                    <a:pt x="374" y="341"/>
                  </a:lnTo>
                  <a:lnTo>
                    <a:pt x="377" y="341"/>
                  </a:lnTo>
                  <a:lnTo>
                    <a:pt x="379" y="341"/>
                  </a:lnTo>
                  <a:lnTo>
                    <a:pt x="382" y="341"/>
                  </a:lnTo>
                  <a:lnTo>
                    <a:pt x="385" y="341"/>
                  </a:lnTo>
                  <a:lnTo>
                    <a:pt x="386" y="341"/>
                  </a:lnTo>
                  <a:lnTo>
                    <a:pt x="389" y="339"/>
                  </a:lnTo>
                  <a:lnTo>
                    <a:pt x="392" y="339"/>
                  </a:lnTo>
                  <a:lnTo>
                    <a:pt x="393" y="339"/>
                  </a:lnTo>
                  <a:lnTo>
                    <a:pt x="396" y="339"/>
                  </a:lnTo>
                  <a:lnTo>
                    <a:pt x="397" y="339"/>
                  </a:lnTo>
                  <a:lnTo>
                    <a:pt x="399" y="339"/>
                  </a:lnTo>
                  <a:lnTo>
                    <a:pt x="400" y="339"/>
                  </a:lnTo>
                  <a:lnTo>
                    <a:pt x="402" y="339"/>
                  </a:lnTo>
                  <a:lnTo>
                    <a:pt x="405" y="339"/>
                  </a:lnTo>
                  <a:lnTo>
                    <a:pt x="406" y="339"/>
                  </a:lnTo>
                  <a:lnTo>
                    <a:pt x="408" y="339"/>
                  </a:lnTo>
                  <a:lnTo>
                    <a:pt x="409" y="338"/>
                  </a:lnTo>
                  <a:lnTo>
                    <a:pt x="410" y="338"/>
                  </a:lnTo>
                  <a:lnTo>
                    <a:pt x="412" y="338"/>
                  </a:lnTo>
                  <a:lnTo>
                    <a:pt x="413" y="338"/>
                  </a:lnTo>
                  <a:lnTo>
                    <a:pt x="415" y="338"/>
                  </a:lnTo>
                  <a:lnTo>
                    <a:pt x="416" y="338"/>
                  </a:lnTo>
                  <a:lnTo>
                    <a:pt x="418" y="338"/>
                  </a:lnTo>
                  <a:lnTo>
                    <a:pt x="419" y="338"/>
                  </a:lnTo>
                  <a:lnTo>
                    <a:pt x="421" y="338"/>
                  </a:lnTo>
                  <a:lnTo>
                    <a:pt x="422" y="336"/>
                  </a:lnTo>
                  <a:lnTo>
                    <a:pt x="423" y="336"/>
                  </a:lnTo>
                  <a:lnTo>
                    <a:pt x="425" y="336"/>
                  </a:lnTo>
                  <a:lnTo>
                    <a:pt x="426" y="336"/>
                  </a:lnTo>
                  <a:lnTo>
                    <a:pt x="428" y="336"/>
                  </a:lnTo>
                  <a:lnTo>
                    <a:pt x="429" y="336"/>
                  </a:lnTo>
                  <a:lnTo>
                    <a:pt x="432" y="335"/>
                  </a:lnTo>
                  <a:lnTo>
                    <a:pt x="433" y="335"/>
                  </a:lnTo>
                  <a:lnTo>
                    <a:pt x="435" y="335"/>
                  </a:lnTo>
                  <a:lnTo>
                    <a:pt x="438" y="335"/>
                  </a:lnTo>
                  <a:lnTo>
                    <a:pt x="439" y="335"/>
                  </a:lnTo>
                  <a:lnTo>
                    <a:pt x="442" y="333"/>
                  </a:lnTo>
                  <a:lnTo>
                    <a:pt x="445" y="333"/>
                  </a:lnTo>
                  <a:lnTo>
                    <a:pt x="446" y="333"/>
                  </a:lnTo>
                  <a:lnTo>
                    <a:pt x="448" y="333"/>
                  </a:lnTo>
                  <a:lnTo>
                    <a:pt x="451" y="333"/>
                  </a:lnTo>
                  <a:lnTo>
                    <a:pt x="452" y="332"/>
                  </a:lnTo>
                  <a:lnTo>
                    <a:pt x="454" y="332"/>
                  </a:lnTo>
                  <a:lnTo>
                    <a:pt x="455" y="332"/>
                  </a:lnTo>
                  <a:lnTo>
                    <a:pt x="456" y="332"/>
                  </a:lnTo>
                  <a:lnTo>
                    <a:pt x="458" y="332"/>
                  </a:lnTo>
                  <a:lnTo>
                    <a:pt x="459" y="332"/>
                  </a:lnTo>
                  <a:lnTo>
                    <a:pt x="461" y="330"/>
                  </a:lnTo>
                  <a:lnTo>
                    <a:pt x="462" y="330"/>
                  </a:lnTo>
                  <a:lnTo>
                    <a:pt x="464" y="330"/>
                  </a:lnTo>
                  <a:lnTo>
                    <a:pt x="465" y="330"/>
                  </a:lnTo>
                  <a:lnTo>
                    <a:pt x="467" y="330"/>
                  </a:lnTo>
                  <a:lnTo>
                    <a:pt x="468" y="329"/>
                  </a:lnTo>
                  <a:lnTo>
                    <a:pt x="469" y="329"/>
                  </a:lnTo>
                  <a:lnTo>
                    <a:pt x="471" y="329"/>
                  </a:lnTo>
                  <a:lnTo>
                    <a:pt x="472" y="329"/>
                  </a:lnTo>
                  <a:lnTo>
                    <a:pt x="474" y="328"/>
                  </a:lnTo>
                  <a:lnTo>
                    <a:pt x="475" y="328"/>
                  </a:lnTo>
                  <a:lnTo>
                    <a:pt x="477" y="328"/>
                  </a:lnTo>
                  <a:lnTo>
                    <a:pt x="478" y="326"/>
                  </a:lnTo>
                  <a:lnTo>
                    <a:pt x="480" y="326"/>
                  </a:lnTo>
                  <a:lnTo>
                    <a:pt x="482" y="326"/>
                  </a:lnTo>
                  <a:lnTo>
                    <a:pt x="484" y="325"/>
                  </a:lnTo>
                  <a:lnTo>
                    <a:pt x="487" y="325"/>
                  </a:lnTo>
                  <a:lnTo>
                    <a:pt x="488" y="323"/>
                  </a:lnTo>
                  <a:lnTo>
                    <a:pt x="491" y="323"/>
                  </a:lnTo>
                  <a:lnTo>
                    <a:pt x="494" y="322"/>
                  </a:lnTo>
                  <a:lnTo>
                    <a:pt x="497" y="320"/>
                  </a:lnTo>
                  <a:lnTo>
                    <a:pt x="498" y="320"/>
                  </a:lnTo>
                  <a:lnTo>
                    <a:pt x="501" y="319"/>
                  </a:lnTo>
                  <a:lnTo>
                    <a:pt x="504" y="319"/>
                  </a:lnTo>
                  <a:lnTo>
                    <a:pt x="505" y="318"/>
                  </a:lnTo>
                  <a:lnTo>
                    <a:pt x="507" y="318"/>
                  </a:lnTo>
                  <a:lnTo>
                    <a:pt x="510" y="318"/>
                  </a:lnTo>
                  <a:lnTo>
                    <a:pt x="511" y="316"/>
                  </a:lnTo>
                  <a:lnTo>
                    <a:pt x="513" y="316"/>
                  </a:lnTo>
                  <a:lnTo>
                    <a:pt x="514" y="315"/>
                  </a:lnTo>
                  <a:lnTo>
                    <a:pt x="516" y="315"/>
                  </a:lnTo>
                  <a:lnTo>
                    <a:pt x="517" y="315"/>
                  </a:lnTo>
                  <a:lnTo>
                    <a:pt x="518" y="313"/>
                  </a:lnTo>
                  <a:lnTo>
                    <a:pt x="520" y="313"/>
                  </a:lnTo>
                  <a:lnTo>
                    <a:pt x="521" y="313"/>
                  </a:lnTo>
                  <a:lnTo>
                    <a:pt x="523" y="312"/>
                  </a:lnTo>
                  <a:lnTo>
                    <a:pt x="524" y="312"/>
                  </a:lnTo>
                  <a:lnTo>
                    <a:pt x="526" y="310"/>
                  </a:lnTo>
                  <a:lnTo>
                    <a:pt x="527" y="310"/>
                  </a:lnTo>
                  <a:lnTo>
                    <a:pt x="528" y="309"/>
                  </a:lnTo>
                  <a:lnTo>
                    <a:pt x="530" y="309"/>
                  </a:lnTo>
                  <a:lnTo>
                    <a:pt x="531" y="309"/>
                  </a:lnTo>
                  <a:lnTo>
                    <a:pt x="533" y="307"/>
                  </a:lnTo>
                  <a:lnTo>
                    <a:pt x="534" y="307"/>
                  </a:lnTo>
                  <a:lnTo>
                    <a:pt x="536" y="306"/>
                  </a:lnTo>
                  <a:lnTo>
                    <a:pt x="537" y="305"/>
                  </a:lnTo>
                  <a:lnTo>
                    <a:pt x="540" y="305"/>
                  </a:lnTo>
                  <a:lnTo>
                    <a:pt x="541" y="303"/>
                  </a:lnTo>
                  <a:lnTo>
                    <a:pt x="543" y="303"/>
                  </a:lnTo>
                  <a:lnTo>
                    <a:pt x="546" y="302"/>
                  </a:lnTo>
                  <a:lnTo>
                    <a:pt x="547" y="300"/>
                  </a:lnTo>
                  <a:lnTo>
                    <a:pt x="550" y="299"/>
                  </a:lnTo>
                  <a:lnTo>
                    <a:pt x="553" y="297"/>
                  </a:lnTo>
                  <a:lnTo>
                    <a:pt x="554" y="297"/>
                  </a:lnTo>
                  <a:lnTo>
                    <a:pt x="556" y="296"/>
                  </a:lnTo>
                  <a:lnTo>
                    <a:pt x="557" y="295"/>
                  </a:lnTo>
                  <a:lnTo>
                    <a:pt x="560" y="295"/>
                  </a:lnTo>
                  <a:lnTo>
                    <a:pt x="562" y="293"/>
                  </a:lnTo>
                  <a:lnTo>
                    <a:pt x="563" y="293"/>
                  </a:lnTo>
                  <a:lnTo>
                    <a:pt x="564" y="292"/>
                  </a:lnTo>
                  <a:lnTo>
                    <a:pt x="566" y="292"/>
                  </a:lnTo>
                  <a:lnTo>
                    <a:pt x="567" y="290"/>
                  </a:lnTo>
                  <a:lnTo>
                    <a:pt x="569" y="289"/>
                  </a:lnTo>
                  <a:lnTo>
                    <a:pt x="570" y="289"/>
                  </a:lnTo>
                  <a:lnTo>
                    <a:pt x="572" y="289"/>
                  </a:lnTo>
                  <a:lnTo>
                    <a:pt x="573" y="287"/>
                  </a:lnTo>
                  <a:lnTo>
                    <a:pt x="575" y="286"/>
                  </a:lnTo>
                  <a:lnTo>
                    <a:pt x="576" y="286"/>
                  </a:lnTo>
                  <a:lnTo>
                    <a:pt x="577" y="286"/>
                  </a:lnTo>
                  <a:lnTo>
                    <a:pt x="579" y="284"/>
                  </a:lnTo>
                  <a:lnTo>
                    <a:pt x="580" y="283"/>
                  </a:lnTo>
                  <a:lnTo>
                    <a:pt x="582" y="283"/>
                  </a:lnTo>
                  <a:lnTo>
                    <a:pt x="583" y="282"/>
                  </a:lnTo>
                  <a:lnTo>
                    <a:pt x="585" y="282"/>
                  </a:lnTo>
                  <a:lnTo>
                    <a:pt x="586" y="280"/>
                  </a:lnTo>
                  <a:lnTo>
                    <a:pt x="587" y="279"/>
                  </a:lnTo>
                  <a:lnTo>
                    <a:pt x="589" y="279"/>
                  </a:lnTo>
                  <a:lnTo>
                    <a:pt x="592" y="277"/>
                  </a:lnTo>
                  <a:lnTo>
                    <a:pt x="593" y="276"/>
                  </a:lnTo>
                  <a:lnTo>
                    <a:pt x="595" y="274"/>
                  </a:lnTo>
                  <a:lnTo>
                    <a:pt x="598" y="274"/>
                  </a:lnTo>
                  <a:lnTo>
                    <a:pt x="599" y="273"/>
                  </a:lnTo>
                  <a:lnTo>
                    <a:pt x="602" y="272"/>
                  </a:lnTo>
                  <a:lnTo>
                    <a:pt x="603" y="272"/>
                  </a:lnTo>
                  <a:lnTo>
                    <a:pt x="605" y="270"/>
                  </a:lnTo>
                  <a:lnTo>
                    <a:pt x="606" y="269"/>
                  </a:lnTo>
                  <a:lnTo>
                    <a:pt x="608" y="269"/>
                  </a:lnTo>
                  <a:lnTo>
                    <a:pt x="609" y="267"/>
                  </a:lnTo>
                  <a:lnTo>
                    <a:pt x="610" y="267"/>
                  </a:lnTo>
                  <a:lnTo>
                    <a:pt x="612" y="266"/>
                  </a:lnTo>
                  <a:lnTo>
                    <a:pt x="613" y="264"/>
                  </a:lnTo>
                  <a:lnTo>
                    <a:pt x="615" y="264"/>
                  </a:lnTo>
                  <a:lnTo>
                    <a:pt x="616" y="264"/>
                  </a:lnTo>
                  <a:lnTo>
                    <a:pt x="616" y="263"/>
                  </a:lnTo>
                  <a:lnTo>
                    <a:pt x="618" y="263"/>
                  </a:lnTo>
                  <a:lnTo>
                    <a:pt x="619" y="261"/>
                  </a:lnTo>
                  <a:lnTo>
                    <a:pt x="621" y="261"/>
                  </a:lnTo>
                  <a:lnTo>
                    <a:pt x="621" y="260"/>
                  </a:lnTo>
                  <a:lnTo>
                    <a:pt x="622" y="260"/>
                  </a:lnTo>
                  <a:lnTo>
                    <a:pt x="623" y="259"/>
                  </a:lnTo>
                  <a:lnTo>
                    <a:pt x="625" y="259"/>
                  </a:lnTo>
                  <a:lnTo>
                    <a:pt x="625" y="257"/>
                  </a:lnTo>
                  <a:lnTo>
                    <a:pt x="626" y="257"/>
                  </a:lnTo>
                  <a:lnTo>
                    <a:pt x="628" y="256"/>
                  </a:lnTo>
                  <a:lnTo>
                    <a:pt x="629" y="256"/>
                  </a:lnTo>
                  <a:lnTo>
                    <a:pt x="631" y="254"/>
                  </a:lnTo>
                  <a:lnTo>
                    <a:pt x="632" y="254"/>
                  </a:lnTo>
                  <a:lnTo>
                    <a:pt x="632" y="253"/>
                  </a:lnTo>
                  <a:lnTo>
                    <a:pt x="635" y="251"/>
                  </a:lnTo>
                  <a:lnTo>
                    <a:pt x="636" y="251"/>
                  </a:lnTo>
                  <a:lnTo>
                    <a:pt x="638" y="250"/>
                  </a:lnTo>
                  <a:lnTo>
                    <a:pt x="639" y="248"/>
                  </a:lnTo>
                  <a:lnTo>
                    <a:pt x="641" y="248"/>
                  </a:lnTo>
                  <a:lnTo>
                    <a:pt x="642" y="247"/>
                  </a:lnTo>
                  <a:lnTo>
                    <a:pt x="644" y="246"/>
                  </a:lnTo>
                  <a:lnTo>
                    <a:pt x="645" y="246"/>
                  </a:lnTo>
                  <a:lnTo>
                    <a:pt x="645" y="244"/>
                  </a:lnTo>
                  <a:lnTo>
                    <a:pt x="646" y="244"/>
                  </a:lnTo>
                  <a:lnTo>
                    <a:pt x="648" y="243"/>
                  </a:lnTo>
                  <a:lnTo>
                    <a:pt x="649" y="241"/>
                  </a:lnTo>
                  <a:lnTo>
                    <a:pt x="651" y="241"/>
                  </a:lnTo>
                  <a:lnTo>
                    <a:pt x="652" y="240"/>
                  </a:lnTo>
                  <a:lnTo>
                    <a:pt x="654" y="240"/>
                  </a:lnTo>
                  <a:lnTo>
                    <a:pt x="654" y="238"/>
                  </a:lnTo>
                  <a:lnTo>
                    <a:pt x="655" y="238"/>
                  </a:lnTo>
                  <a:lnTo>
                    <a:pt x="657" y="237"/>
                  </a:lnTo>
                  <a:lnTo>
                    <a:pt x="658" y="236"/>
                  </a:lnTo>
                  <a:lnTo>
                    <a:pt x="659" y="236"/>
                  </a:lnTo>
                  <a:lnTo>
                    <a:pt x="659" y="234"/>
                  </a:lnTo>
                  <a:lnTo>
                    <a:pt x="661" y="234"/>
                  </a:lnTo>
                  <a:lnTo>
                    <a:pt x="661" y="233"/>
                  </a:lnTo>
                  <a:lnTo>
                    <a:pt x="662" y="233"/>
                  </a:lnTo>
                  <a:lnTo>
                    <a:pt x="664" y="231"/>
                  </a:lnTo>
                  <a:lnTo>
                    <a:pt x="665" y="230"/>
                  </a:lnTo>
                  <a:lnTo>
                    <a:pt x="667" y="230"/>
                  </a:lnTo>
                  <a:lnTo>
                    <a:pt x="668" y="228"/>
                  </a:lnTo>
                  <a:lnTo>
                    <a:pt x="668" y="227"/>
                  </a:lnTo>
                  <a:lnTo>
                    <a:pt x="670" y="227"/>
                  </a:lnTo>
                  <a:lnTo>
                    <a:pt x="671" y="225"/>
                  </a:lnTo>
                  <a:lnTo>
                    <a:pt x="672" y="224"/>
                  </a:lnTo>
                  <a:lnTo>
                    <a:pt x="674" y="224"/>
                  </a:lnTo>
                  <a:lnTo>
                    <a:pt x="674" y="223"/>
                  </a:lnTo>
                  <a:lnTo>
                    <a:pt x="675" y="223"/>
                  </a:lnTo>
                  <a:lnTo>
                    <a:pt x="677" y="221"/>
                  </a:lnTo>
                  <a:lnTo>
                    <a:pt x="678" y="221"/>
                  </a:lnTo>
                  <a:lnTo>
                    <a:pt x="678" y="220"/>
                  </a:lnTo>
                  <a:lnTo>
                    <a:pt x="680" y="220"/>
                  </a:lnTo>
                  <a:lnTo>
                    <a:pt x="680" y="218"/>
                  </a:lnTo>
                  <a:lnTo>
                    <a:pt x="681" y="218"/>
                  </a:lnTo>
                  <a:lnTo>
                    <a:pt x="682" y="217"/>
                  </a:lnTo>
                  <a:lnTo>
                    <a:pt x="684" y="217"/>
                  </a:lnTo>
                  <a:lnTo>
                    <a:pt x="684" y="215"/>
                  </a:lnTo>
                  <a:lnTo>
                    <a:pt x="685" y="215"/>
                  </a:lnTo>
                  <a:lnTo>
                    <a:pt x="685" y="214"/>
                  </a:lnTo>
                  <a:lnTo>
                    <a:pt x="687" y="214"/>
                  </a:lnTo>
                  <a:lnTo>
                    <a:pt x="688" y="214"/>
                  </a:lnTo>
                  <a:lnTo>
                    <a:pt x="688" y="213"/>
                  </a:lnTo>
                  <a:lnTo>
                    <a:pt x="690" y="213"/>
                  </a:lnTo>
                  <a:lnTo>
                    <a:pt x="691" y="211"/>
                  </a:lnTo>
                  <a:lnTo>
                    <a:pt x="693" y="210"/>
                  </a:lnTo>
                  <a:lnTo>
                    <a:pt x="694" y="210"/>
                  </a:lnTo>
                  <a:lnTo>
                    <a:pt x="695" y="208"/>
                  </a:lnTo>
                  <a:lnTo>
                    <a:pt x="697" y="207"/>
                  </a:lnTo>
                  <a:lnTo>
                    <a:pt x="698" y="207"/>
                  </a:lnTo>
                  <a:lnTo>
                    <a:pt x="700" y="205"/>
                  </a:lnTo>
                  <a:lnTo>
                    <a:pt x="701" y="204"/>
                  </a:lnTo>
                  <a:lnTo>
                    <a:pt x="703" y="204"/>
                  </a:lnTo>
                  <a:lnTo>
                    <a:pt x="703" y="202"/>
                  </a:lnTo>
                  <a:lnTo>
                    <a:pt x="704" y="202"/>
                  </a:lnTo>
                  <a:lnTo>
                    <a:pt x="704" y="201"/>
                  </a:lnTo>
                  <a:lnTo>
                    <a:pt x="705" y="201"/>
                  </a:lnTo>
                  <a:lnTo>
                    <a:pt x="707" y="200"/>
                  </a:lnTo>
                  <a:lnTo>
                    <a:pt x="708" y="198"/>
                  </a:lnTo>
                  <a:lnTo>
                    <a:pt x="710" y="198"/>
                  </a:lnTo>
                  <a:lnTo>
                    <a:pt x="710" y="197"/>
                  </a:lnTo>
                  <a:lnTo>
                    <a:pt x="711" y="197"/>
                  </a:lnTo>
                  <a:lnTo>
                    <a:pt x="711" y="195"/>
                  </a:lnTo>
                  <a:lnTo>
                    <a:pt x="713" y="195"/>
                  </a:lnTo>
                  <a:lnTo>
                    <a:pt x="713" y="194"/>
                  </a:lnTo>
                  <a:lnTo>
                    <a:pt x="714" y="192"/>
                  </a:lnTo>
                  <a:lnTo>
                    <a:pt x="716" y="192"/>
                  </a:lnTo>
                  <a:lnTo>
                    <a:pt x="716" y="191"/>
                  </a:lnTo>
                  <a:lnTo>
                    <a:pt x="717" y="189"/>
                  </a:lnTo>
                  <a:lnTo>
                    <a:pt x="718" y="188"/>
                  </a:lnTo>
                  <a:lnTo>
                    <a:pt x="720" y="188"/>
                  </a:lnTo>
                  <a:lnTo>
                    <a:pt x="720" y="187"/>
                  </a:lnTo>
                  <a:lnTo>
                    <a:pt x="721" y="185"/>
                  </a:lnTo>
                  <a:lnTo>
                    <a:pt x="723" y="184"/>
                  </a:lnTo>
                  <a:lnTo>
                    <a:pt x="724" y="182"/>
                  </a:lnTo>
                  <a:lnTo>
                    <a:pt x="726" y="181"/>
                  </a:lnTo>
                  <a:lnTo>
                    <a:pt x="727" y="179"/>
                  </a:lnTo>
                  <a:lnTo>
                    <a:pt x="729" y="178"/>
                  </a:lnTo>
                  <a:lnTo>
                    <a:pt x="730" y="177"/>
                  </a:lnTo>
                  <a:lnTo>
                    <a:pt x="730" y="175"/>
                  </a:lnTo>
                  <a:lnTo>
                    <a:pt x="731" y="175"/>
                  </a:lnTo>
                  <a:lnTo>
                    <a:pt x="733" y="174"/>
                  </a:lnTo>
                  <a:lnTo>
                    <a:pt x="733" y="172"/>
                  </a:lnTo>
                  <a:lnTo>
                    <a:pt x="734" y="172"/>
                  </a:lnTo>
                  <a:lnTo>
                    <a:pt x="734" y="171"/>
                  </a:lnTo>
                  <a:lnTo>
                    <a:pt x="736" y="169"/>
                  </a:lnTo>
                  <a:lnTo>
                    <a:pt x="737" y="169"/>
                  </a:lnTo>
                  <a:lnTo>
                    <a:pt x="737" y="168"/>
                  </a:lnTo>
                  <a:lnTo>
                    <a:pt x="739" y="168"/>
                  </a:lnTo>
                  <a:lnTo>
                    <a:pt x="739" y="166"/>
                  </a:lnTo>
                  <a:lnTo>
                    <a:pt x="740" y="165"/>
                  </a:lnTo>
                  <a:lnTo>
                    <a:pt x="741" y="164"/>
                  </a:lnTo>
                  <a:lnTo>
                    <a:pt x="741" y="162"/>
                  </a:lnTo>
                  <a:lnTo>
                    <a:pt x="743" y="162"/>
                  </a:lnTo>
                  <a:lnTo>
                    <a:pt x="744" y="161"/>
                  </a:lnTo>
                  <a:lnTo>
                    <a:pt x="744" y="159"/>
                  </a:lnTo>
                  <a:lnTo>
                    <a:pt x="746" y="158"/>
                  </a:lnTo>
                  <a:lnTo>
                    <a:pt x="747" y="156"/>
                  </a:lnTo>
                  <a:lnTo>
                    <a:pt x="749" y="155"/>
                  </a:lnTo>
                  <a:lnTo>
                    <a:pt x="749" y="154"/>
                  </a:lnTo>
                  <a:lnTo>
                    <a:pt x="750" y="152"/>
                  </a:lnTo>
                  <a:lnTo>
                    <a:pt x="752" y="151"/>
                  </a:lnTo>
                  <a:lnTo>
                    <a:pt x="753" y="149"/>
                  </a:lnTo>
                  <a:lnTo>
                    <a:pt x="754" y="148"/>
                  </a:lnTo>
                  <a:lnTo>
                    <a:pt x="756" y="145"/>
                  </a:lnTo>
                  <a:lnTo>
                    <a:pt x="759" y="143"/>
                  </a:lnTo>
                  <a:lnTo>
                    <a:pt x="760" y="142"/>
                  </a:lnTo>
                  <a:lnTo>
                    <a:pt x="762" y="141"/>
                  </a:lnTo>
                  <a:lnTo>
                    <a:pt x="763" y="138"/>
                  </a:lnTo>
                  <a:lnTo>
                    <a:pt x="763" y="136"/>
                  </a:lnTo>
                  <a:lnTo>
                    <a:pt x="764" y="135"/>
                  </a:lnTo>
                  <a:lnTo>
                    <a:pt x="766" y="133"/>
                  </a:lnTo>
                  <a:lnTo>
                    <a:pt x="767" y="132"/>
                  </a:lnTo>
                  <a:lnTo>
                    <a:pt x="769" y="132"/>
                  </a:lnTo>
                  <a:lnTo>
                    <a:pt x="769" y="131"/>
                  </a:lnTo>
                  <a:lnTo>
                    <a:pt x="770" y="129"/>
                  </a:lnTo>
                  <a:lnTo>
                    <a:pt x="772" y="128"/>
                  </a:lnTo>
                  <a:lnTo>
                    <a:pt x="772" y="126"/>
                  </a:lnTo>
                  <a:lnTo>
                    <a:pt x="773" y="126"/>
                  </a:lnTo>
                  <a:lnTo>
                    <a:pt x="773" y="125"/>
                  </a:lnTo>
                  <a:lnTo>
                    <a:pt x="775" y="123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7" y="120"/>
                  </a:lnTo>
                  <a:lnTo>
                    <a:pt x="777" y="119"/>
                  </a:lnTo>
                  <a:lnTo>
                    <a:pt x="779" y="118"/>
                  </a:lnTo>
                  <a:lnTo>
                    <a:pt x="780" y="116"/>
                  </a:lnTo>
                  <a:lnTo>
                    <a:pt x="780" y="115"/>
                  </a:lnTo>
                  <a:lnTo>
                    <a:pt x="782" y="113"/>
                  </a:lnTo>
                  <a:lnTo>
                    <a:pt x="783" y="112"/>
                  </a:lnTo>
                  <a:lnTo>
                    <a:pt x="785" y="110"/>
                  </a:lnTo>
                  <a:lnTo>
                    <a:pt x="785" y="109"/>
                  </a:lnTo>
                  <a:lnTo>
                    <a:pt x="786" y="107"/>
                  </a:lnTo>
                  <a:lnTo>
                    <a:pt x="788" y="105"/>
                  </a:lnTo>
                  <a:lnTo>
                    <a:pt x="789" y="103"/>
                  </a:lnTo>
                  <a:lnTo>
                    <a:pt x="790" y="102"/>
                  </a:lnTo>
                  <a:lnTo>
                    <a:pt x="792" y="99"/>
                  </a:lnTo>
                  <a:lnTo>
                    <a:pt x="795" y="96"/>
                  </a:lnTo>
                  <a:lnTo>
                    <a:pt x="796" y="95"/>
                  </a:lnTo>
                  <a:lnTo>
                    <a:pt x="798" y="93"/>
                  </a:lnTo>
                  <a:lnTo>
                    <a:pt x="799" y="90"/>
                  </a:lnTo>
                  <a:lnTo>
                    <a:pt x="799" y="89"/>
                  </a:lnTo>
                  <a:lnTo>
                    <a:pt x="800" y="87"/>
                  </a:lnTo>
                  <a:lnTo>
                    <a:pt x="802" y="86"/>
                  </a:lnTo>
                  <a:lnTo>
                    <a:pt x="803" y="84"/>
                  </a:lnTo>
                  <a:lnTo>
                    <a:pt x="805" y="83"/>
                  </a:lnTo>
                  <a:lnTo>
                    <a:pt x="805" y="82"/>
                  </a:lnTo>
                  <a:lnTo>
                    <a:pt x="806" y="80"/>
                  </a:lnTo>
                  <a:lnTo>
                    <a:pt x="808" y="79"/>
                  </a:lnTo>
                  <a:lnTo>
                    <a:pt x="808" y="77"/>
                  </a:lnTo>
                  <a:lnTo>
                    <a:pt x="809" y="76"/>
                  </a:lnTo>
                  <a:lnTo>
                    <a:pt x="809" y="74"/>
                  </a:lnTo>
                  <a:lnTo>
                    <a:pt x="811" y="73"/>
                  </a:lnTo>
                  <a:lnTo>
                    <a:pt x="812" y="73"/>
                  </a:lnTo>
                  <a:lnTo>
                    <a:pt x="812" y="72"/>
                  </a:lnTo>
                  <a:lnTo>
                    <a:pt x="813" y="70"/>
                  </a:lnTo>
                  <a:lnTo>
                    <a:pt x="813" y="69"/>
                  </a:lnTo>
                  <a:lnTo>
                    <a:pt x="815" y="67"/>
                  </a:lnTo>
                  <a:lnTo>
                    <a:pt x="816" y="66"/>
                  </a:lnTo>
                  <a:lnTo>
                    <a:pt x="818" y="64"/>
                  </a:lnTo>
                  <a:lnTo>
                    <a:pt x="818" y="63"/>
                  </a:lnTo>
                  <a:lnTo>
                    <a:pt x="819" y="61"/>
                  </a:lnTo>
                  <a:lnTo>
                    <a:pt x="821" y="60"/>
                  </a:lnTo>
                  <a:lnTo>
                    <a:pt x="822" y="59"/>
                  </a:lnTo>
                  <a:lnTo>
                    <a:pt x="824" y="56"/>
                  </a:lnTo>
                  <a:lnTo>
                    <a:pt x="825" y="54"/>
                  </a:lnTo>
                  <a:lnTo>
                    <a:pt x="826" y="53"/>
                  </a:lnTo>
                  <a:lnTo>
                    <a:pt x="828" y="50"/>
                  </a:lnTo>
                  <a:lnTo>
                    <a:pt x="829" y="47"/>
                  </a:lnTo>
                  <a:lnTo>
                    <a:pt x="831" y="46"/>
                  </a:lnTo>
                  <a:lnTo>
                    <a:pt x="832" y="43"/>
                  </a:lnTo>
                  <a:lnTo>
                    <a:pt x="834" y="41"/>
                  </a:lnTo>
                  <a:lnTo>
                    <a:pt x="835" y="38"/>
                  </a:lnTo>
                  <a:lnTo>
                    <a:pt x="836" y="37"/>
                  </a:lnTo>
                  <a:lnTo>
                    <a:pt x="838" y="36"/>
                  </a:lnTo>
                  <a:lnTo>
                    <a:pt x="839" y="34"/>
                  </a:lnTo>
                  <a:lnTo>
                    <a:pt x="841" y="33"/>
                  </a:lnTo>
                  <a:lnTo>
                    <a:pt x="842" y="31"/>
                  </a:lnTo>
                  <a:lnTo>
                    <a:pt x="842" y="30"/>
                  </a:lnTo>
                  <a:lnTo>
                    <a:pt x="844" y="28"/>
                  </a:lnTo>
                  <a:lnTo>
                    <a:pt x="845" y="27"/>
                  </a:lnTo>
                  <a:lnTo>
                    <a:pt x="845" y="25"/>
                  </a:lnTo>
                  <a:lnTo>
                    <a:pt x="847" y="24"/>
                  </a:lnTo>
                  <a:lnTo>
                    <a:pt x="847" y="23"/>
                  </a:lnTo>
                  <a:lnTo>
                    <a:pt x="848" y="23"/>
                  </a:lnTo>
                  <a:lnTo>
                    <a:pt x="848" y="21"/>
                  </a:lnTo>
                  <a:lnTo>
                    <a:pt x="849" y="20"/>
                  </a:lnTo>
                  <a:lnTo>
                    <a:pt x="849" y="18"/>
                  </a:lnTo>
                  <a:lnTo>
                    <a:pt x="851" y="18"/>
                  </a:lnTo>
                  <a:lnTo>
                    <a:pt x="851" y="17"/>
                  </a:lnTo>
                  <a:lnTo>
                    <a:pt x="852" y="15"/>
                  </a:lnTo>
                  <a:lnTo>
                    <a:pt x="852" y="14"/>
                  </a:lnTo>
                  <a:lnTo>
                    <a:pt x="854" y="13"/>
                  </a:lnTo>
                  <a:lnTo>
                    <a:pt x="854" y="11"/>
                  </a:lnTo>
                  <a:lnTo>
                    <a:pt x="855" y="10"/>
                  </a:lnTo>
                  <a:lnTo>
                    <a:pt x="855" y="8"/>
                  </a:lnTo>
                  <a:lnTo>
                    <a:pt x="857" y="7"/>
                  </a:lnTo>
                  <a:lnTo>
                    <a:pt x="858" y="5"/>
                  </a:lnTo>
                  <a:lnTo>
                    <a:pt x="858" y="4"/>
                  </a:lnTo>
                  <a:lnTo>
                    <a:pt x="859" y="2"/>
                  </a:lnTo>
                  <a:lnTo>
                    <a:pt x="861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" name="Freeform 60">
              <a:extLst>
                <a:ext uri="{FF2B5EF4-FFF2-40B4-BE49-F238E27FC236}">
                  <a16:creationId xmlns:a16="http://schemas.microsoft.com/office/drawing/2014/main" id="{8A5DA521-2438-4C5B-B08A-40D64B58A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5803" y="3118009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2" y="4"/>
                  </a:lnTo>
                  <a:lnTo>
                    <a:pt x="4" y="8"/>
                  </a:lnTo>
                  <a:lnTo>
                    <a:pt x="5" y="11"/>
                  </a:lnTo>
                  <a:lnTo>
                    <a:pt x="8" y="14"/>
                  </a:lnTo>
                  <a:lnTo>
                    <a:pt x="10" y="17"/>
                  </a:lnTo>
                  <a:lnTo>
                    <a:pt x="11" y="20"/>
                  </a:lnTo>
                  <a:lnTo>
                    <a:pt x="13" y="23"/>
                  </a:lnTo>
                  <a:lnTo>
                    <a:pt x="14" y="24"/>
                  </a:lnTo>
                  <a:lnTo>
                    <a:pt x="15" y="27"/>
                  </a:lnTo>
                  <a:lnTo>
                    <a:pt x="15" y="28"/>
                  </a:lnTo>
                  <a:lnTo>
                    <a:pt x="17" y="31"/>
                  </a:lnTo>
                  <a:lnTo>
                    <a:pt x="18" y="33"/>
                  </a:lnTo>
                  <a:lnTo>
                    <a:pt x="20" y="34"/>
                  </a:lnTo>
                  <a:lnTo>
                    <a:pt x="20" y="36"/>
                  </a:lnTo>
                  <a:lnTo>
                    <a:pt x="21" y="37"/>
                  </a:lnTo>
                  <a:lnTo>
                    <a:pt x="21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6" y="46"/>
                  </a:lnTo>
                  <a:lnTo>
                    <a:pt x="26" y="47"/>
                  </a:lnTo>
                  <a:lnTo>
                    <a:pt x="26" y="49"/>
                  </a:lnTo>
                  <a:lnTo>
                    <a:pt x="27" y="50"/>
                  </a:lnTo>
                  <a:lnTo>
                    <a:pt x="27" y="52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1" y="60"/>
                  </a:lnTo>
                  <a:lnTo>
                    <a:pt x="31" y="62"/>
                  </a:lnTo>
                  <a:lnTo>
                    <a:pt x="33" y="63"/>
                  </a:lnTo>
                  <a:lnTo>
                    <a:pt x="33" y="66"/>
                  </a:lnTo>
                  <a:lnTo>
                    <a:pt x="34" y="67"/>
                  </a:lnTo>
                  <a:lnTo>
                    <a:pt x="34" y="69"/>
                  </a:lnTo>
                  <a:lnTo>
                    <a:pt x="36" y="70"/>
                  </a:lnTo>
                  <a:lnTo>
                    <a:pt x="36" y="72"/>
                  </a:lnTo>
                  <a:lnTo>
                    <a:pt x="37" y="73"/>
                  </a:lnTo>
                  <a:lnTo>
                    <a:pt x="37" y="75"/>
                  </a:lnTo>
                  <a:lnTo>
                    <a:pt x="37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38" y="80"/>
                  </a:lnTo>
                  <a:lnTo>
                    <a:pt x="40" y="82"/>
                  </a:lnTo>
                  <a:lnTo>
                    <a:pt x="40" y="83"/>
                  </a:lnTo>
                  <a:lnTo>
                    <a:pt x="41" y="85"/>
                  </a:lnTo>
                  <a:lnTo>
                    <a:pt x="41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3" y="90"/>
                  </a:lnTo>
                  <a:lnTo>
                    <a:pt x="44" y="92"/>
                  </a:lnTo>
                  <a:lnTo>
                    <a:pt x="44" y="93"/>
                  </a:lnTo>
                  <a:lnTo>
                    <a:pt x="44" y="95"/>
                  </a:lnTo>
                  <a:lnTo>
                    <a:pt x="46" y="96"/>
                  </a:lnTo>
                  <a:lnTo>
                    <a:pt x="46" y="98"/>
                  </a:lnTo>
                  <a:lnTo>
                    <a:pt x="47" y="99"/>
                  </a:lnTo>
                  <a:lnTo>
                    <a:pt x="47" y="100"/>
                  </a:lnTo>
                  <a:lnTo>
                    <a:pt x="49" y="102"/>
                  </a:lnTo>
                  <a:lnTo>
                    <a:pt x="49" y="105"/>
                  </a:lnTo>
                  <a:lnTo>
                    <a:pt x="50" y="106"/>
                  </a:lnTo>
                  <a:lnTo>
                    <a:pt x="50" y="109"/>
                  </a:lnTo>
                  <a:lnTo>
                    <a:pt x="51" y="111"/>
                  </a:lnTo>
                  <a:lnTo>
                    <a:pt x="53" y="113"/>
                  </a:lnTo>
                  <a:lnTo>
                    <a:pt x="53" y="116"/>
                  </a:lnTo>
                  <a:lnTo>
                    <a:pt x="54" y="118"/>
                  </a:lnTo>
                  <a:lnTo>
                    <a:pt x="54" y="119"/>
                  </a:lnTo>
                  <a:lnTo>
                    <a:pt x="56" y="122"/>
                  </a:lnTo>
                  <a:lnTo>
                    <a:pt x="56" y="123"/>
                  </a:lnTo>
                  <a:lnTo>
                    <a:pt x="57" y="125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9" y="129"/>
                  </a:lnTo>
                  <a:lnTo>
                    <a:pt x="59" y="131"/>
                  </a:lnTo>
                  <a:lnTo>
                    <a:pt x="59" y="132"/>
                  </a:lnTo>
                  <a:lnTo>
                    <a:pt x="60" y="134"/>
                  </a:lnTo>
                  <a:lnTo>
                    <a:pt x="60" y="135"/>
                  </a:lnTo>
                  <a:lnTo>
                    <a:pt x="60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2" y="141"/>
                  </a:lnTo>
                  <a:lnTo>
                    <a:pt x="63" y="142"/>
                  </a:lnTo>
                  <a:lnTo>
                    <a:pt x="63" y="144"/>
                  </a:lnTo>
                  <a:lnTo>
                    <a:pt x="63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4" y="149"/>
                  </a:lnTo>
                  <a:lnTo>
                    <a:pt x="66" y="151"/>
                  </a:lnTo>
                  <a:lnTo>
                    <a:pt x="66" y="152"/>
                  </a:lnTo>
                  <a:lnTo>
                    <a:pt x="66" y="155"/>
                  </a:lnTo>
                  <a:lnTo>
                    <a:pt x="67" y="157"/>
                  </a:lnTo>
                  <a:lnTo>
                    <a:pt x="67" y="158"/>
                  </a:lnTo>
                  <a:lnTo>
                    <a:pt x="69" y="161"/>
                  </a:lnTo>
                  <a:lnTo>
                    <a:pt x="69" y="164"/>
                  </a:lnTo>
                  <a:lnTo>
                    <a:pt x="70" y="165"/>
                  </a:lnTo>
                  <a:lnTo>
                    <a:pt x="70" y="168"/>
                  </a:lnTo>
                  <a:lnTo>
                    <a:pt x="72" y="169"/>
                  </a:lnTo>
                  <a:lnTo>
                    <a:pt x="72" y="172"/>
                  </a:lnTo>
                  <a:lnTo>
                    <a:pt x="73" y="174"/>
                  </a:lnTo>
                  <a:lnTo>
                    <a:pt x="73" y="175"/>
                  </a:lnTo>
                  <a:lnTo>
                    <a:pt x="73" y="177"/>
                  </a:lnTo>
                  <a:lnTo>
                    <a:pt x="74" y="178"/>
                  </a:lnTo>
                  <a:lnTo>
                    <a:pt x="74" y="180"/>
                  </a:lnTo>
                  <a:lnTo>
                    <a:pt x="74" y="181"/>
                  </a:lnTo>
                  <a:lnTo>
                    <a:pt x="76" y="182"/>
                  </a:lnTo>
                  <a:lnTo>
                    <a:pt x="76" y="184"/>
                  </a:lnTo>
                  <a:lnTo>
                    <a:pt x="76" y="185"/>
                  </a:lnTo>
                  <a:lnTo>
                    <a:pt x="76" y="187"/>
                  </a:lnTo>
                  <a:lnTo>
                    <a:pt x="77" y="188"/>
                  </a:lnTo>
                  <a:lnTo>
                    <a:pt x="77" y="190"/>
                  </a:lnTo>
                  <a:lnTo>
                    <a:pt x="77" y="191"/>
                  </a:lnTo>
                  <a:lnTo>
                    <a:pt x="79" y="193"/>
                  </a:lnTo>
                  <a:lnTo>
                    <a:pt x="79" y="194"/>
                  </a:lnTo>
                  <a:lnTo>
                    <a:pt x="79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0" y="200"/>
                  </a:lnTo>
                  <a:lnTo>
                    <a:pt x="80" y="201"/>
                  </a:lnTo>
                  <a:lnTo>
                    <a:pt x="82" y="203"/>
                  </a:lnTo>
                  <a:lnTo>
                    <a:pt x="82" y="205"/>
                  </a:lnTo>
                  <a:lnTo>
                    <a:pt x="83" y="207"/>
                  </a:lnTo>
                  <a:lnTo>
                    <a:pt x="83" y="208"/>
                  </a:lnTo>
                  <a:lnTo>
                    <a:pt x="83" y="211"/>
                  </a:lnTo>
                  <a:lnTo>
                    <a:pt x="85" y="213"/>
                  </a:lnTo>
                  <a:lnTo>
                    <a:pt x="85" y="216"/>
                  </a:lnTo>
                  <a:lnTo>
                    <a:pt x="86" y="217"/>
                  </a:lnTo>
                  <a:lnTo>
                    <a:pt x="87" y="220"/>
                  </a:lnTo>
                  <a:lnTo>
                    <a:pt x="87" y="223"/>
                  </a:lnTo>
                  <a:lnTo>
                    <a:pt x="87" y="224"/>
                  </a:lnTo>
                  <a:lnTo>
                    <a:pt x="89" y="226"/>
                  </a:lnTo>
                  <a:lnTo>
                    <a:pt x="89" y="227"/>
                  </a:lnTo>
                  <a:lnTo>
                    <a:pt x="90" y="230"/>
                  </a:lnTo>
                  <a:lnTo>
                    <a:pt x="90" y="231"/>
                  </a:lnTo>
                  <a:lnTo>
                    <a:pt x="90" y="233"/>
                  </a:lnTo>
                  <a:lnTo>
                    <a:pt x="90" y="234"/>
                  </a:lnTo>
                  <a:lnTo>
                    <a:pt x="92" y="236"/>
                  </a:lnTo>
                  <a:lnTo>
                    <a:pt x="92" y="237"/>
                  </a:lnTo>
                  <a:lnTo>
                    <a:pt x="92" y="239"/>
                  </a:lnTo>
                  <a:lnTo>
                    <a:pt x="93" y="240"/>
                  </a:lnTo>
                  <a:lnTo>
                    <a:pt x="93" y="241"/>
                  </a:lnTo>
                  <a:lnTo>
                    <a:pt x="93" y="243"/>
                  </a:lnTo>
                  <a:lnTo>
                    <a:pt x="93" y="244"/>
                  </a:lnTo>
                  <a:lnTo>
                    <a:pt x="93" y="246"/>
                  </a:lnTo>
                  <a:lnTo>
                    <a:pt x="93" y="247"/>
                  </a:lnTo>
                  <a:lnTo>
                    <a:pt x="93" y="249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5" y="252"/>
                  </a:lnTo>
                  <a:lnTo>
                    <a:pt x="95" y="253"/>
                  </a:lnTo>
                  <a:lnTo>
                    <a:pt x="95" y="254"/>
                  </a:lnTo>
                  <a:lnTo>
                    <a:pt x="95" y="256"/>
                  </a:lnTo>
                  <a:lnTo>
                    <a:pt x="95" y="259"/>
                  </a:lnTo>
                  <a:lnTo>
                    <a:pt x="95" y="260"/>
                  </a:lnTo>
                  <a:lnTo>
                    <a:pt x="95" y="262"/>
                  </a:lnTo>
                  <a:lnTo>
                    <a:pt x="95" y="264"/>
                  </a:lnTo>
                  <a:lnTo>
                    <a:pt x="96" y="266"/>
                  </a:lnTo>
                  <a:lnTo>
                    <a:pt x="96" y="267"/>
                  </a:lnTo>
                  <a:lnTo>
                    <a:pt x="96" y="270"/>
                  </a:lnTo>
                  <a:lnTo>
                    <a:pt x="96" y="272"/>
                  </a:lnTo>
                  <a:lnTo>
                    <a:pt x="96" y="273"/>
                  </a:lnTo>
                  <a:lnTo>
                    <a:pt x="96" y="275"/>
                  </a:lnTo>
                  <a:lnTo>
                    <a:pt x="96" y="276"/>
                  </a:lnTo>
                  <a:lnTo>
                    <a:pt x="96" y="277"/>
                  </a:lnTo>
                  <a:lnTo>
                    <a:pt x="96" y="279"/>
                  </a:lnTo>
                  <a:lnTo>
                    <a:pt x="96" y="280"/>
                  </a:lnTo>
                  <a:lnTo>
                    <a:pt x="96" y="282"/>
                  </a:lnTo>
                  <a:lnTo>
                    <a:pt x="97" y="283"/>
                  </a:lnTo>
                  <a:lnTo>
                    <a:pt x="97" y="285"/>
                  </a:lnTo>
                  <a:lnTo>
                    <a:pt x="97" y="286"/>
                  </a:lnTo>
                  <a:lnTo>
                    <a:pt x="97" y="287"/>
                  </a:lnTo>
                  <a:lnTo>
                    <a:pt x="97" y="289"/>
                  </a:lnTo>
                  <a:lnTo>
                    <a:pt x="97" y="290"/>
                  </a:lnTo>
                  <a:lnTo>
                    <a:pt x="97" y="292"/>
                  </a:lnTo>
                  <a:lnTo>
                    <a:pt x="99" y="293"/>
                  </a:lnTo>
                  <a:lnTo>
                    <a:pt x="99" y="295"/>
                  </a:lnTo>
                  <a:lnTo>
                    <a:pt x="99" y="296"/>
                  </a:lnTo>
                  <a:lnTo>
                    <a:pt x="99" y="298"/>
                  </a:lnTo>
                  <a:lnTo>
                    <a:pt x="99" y="299"/>
                  </a:lnTo>
                  <a:lnTo>
                    <a:pt x="99" y="300"/>
                  </a:lnTo>
                  <a:lnTo>
                    <a:pt x="100" y="300"/>
                  </a:lnTo>
                  <a:lnTo>
                    <a:pt x="100" y="302"/>
                  </a:lnTo>
                  <a:lnTo>
                    <a:pt x="100" y="303"/>
                  </a:lnTo>
                  <a:lnTo>
                    <a:pt x="100" y="305"/>
                  </a:lnTo>
                  <a:lnTo>
                    <a:pt x="100" y="306"/>
                  </a:lnTo>
                  <a:lnTo>
                    <a:pt x="102" y="308"/>
                  </a:lnTo>
                  <a:lnTo>
                    <a:pt x="102" y="309"/>
                  </a:lnTo>
                  <a:lnTo>
                    <a:pt x="102" y="310"/>
                  </a:lnTo>
                  <a:lnTo>
                    <a:pt x="102" y="312"/>
                  </a:lnTo>
                  <a:lnTo>
                    <a:pt x="102" y="313"/>
                  </a:lnTo>
                  <a:lnTo>
                    <a:pt x="102" y="315"/>
                  </a:lnTo>
                  <a:lnTo>
                    <a:pt x="102" y="316"/>
                  </a:lnTo>
                  <a:lnTo>
                    <a:pt x="102" y="318"/>
                  </a:lnTo>
                  <a:lnTo>
                    <a:pt x="102" y="319"/>
                  </a:lnTo>
                  <a:lnTo>
                    <a:pt x="102" y="321"/>
                  </a:lnTo>
                  <a:lnTo>
                    <a:pt x="102" y="322"/>
                  </a:lnTo>
                  <a:lnTo>
                    <a:pt x="102" y="323"/>
                  </a:lnTo>
                  <a:lnTo>
                    <a:pt x="102" y="325"/>
                  </a:lnTo>
                  <a:lnTo>
                    <a:pt x="102" y="326"/>
                  </a:lnTo>
                  <a:lnTo>
                    <a:pt x="102" y="328"/>
                  </a:lnTo>
                  <a:lnTo>
                    <a:pt x="102" y="329"/>
                  </a:lnTo>
                  <a:lnTo>
                    <a:pt x="102" y="332"/>
                  </a:lnTo>
                  <a:lnTo>
                    <a:pt x="102" y="334"/>
                  </a:lnTo>
                  <a:lnTo>
                    <a:pt x="102" y="336"/>
                  </a:lnTo>
                  <a:lnTo>
                    <a:pt x="100" y="339"/>
                  </a:lnTo>
                  <a:lnTo>
                    <a:pt x="100" y="341"/>
                  </a:lnTo>
                  <a:lnTo>
                    <a:pt x="100" y="34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" name="Freeform 61">
              <a:extLst>
                <a:ext uri="{FF2B5EF4-FFF2-40B4-BE49-F238E27FC236}">
                  <a16:creationId xmlns:a16="http://schemas.microsoft.com/office/drawing/2014/main" id="{8554A1B7-7B2E-4411-A762-9EA30CC86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5803" y="3389471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344"/>
                  </a:moveTo>
                  <a:lnTo>
                    <a:pt x="2" y="340"/>
                  </a:lnTo>
                  <a:lnTo>
                    <a:pt x="4" y="337"/>
                  </a:lnTo>
                  <a:lnTo>
                    <a:pt x="5" y="332"/>
                  </a:lnTo>
                  <a:lnTo>
                    <a:pt x="8" y="330"/>
                  </a:lnTo>
                  <a:lnTo>
                    <a:pt x="10" y="327"/>
                  </a:lnTo>
                  <a:lnTo>
                    <a:pt x="11" y="324"/>
                  </a:lnTo>
                  <a:lnTo>
                    <a:pt x="13" y="322"/>
                  </a:lnTo>
                  <a:lnTo>
                    <a:pt x="14" y="320"/>
                  </a:lnTo>
                  <a:lnTo>
                    <a:pt x="15" y="317"/>
                  </a:lnTo>
                  <a:lnTo>
                    <a:pt x="15" y="315"/>
                  </a:lnTo>
                  <a:lnTo>
                    <a:pt x="17" y="314"/>
                  </a:lnTo>
                  <a:lnTo>
                    <a:pt x="18" y="311"/>
                  </a:lnTo>
                  <a:lnTo>
                    <a:pt x="20" y="309"/>
                  </a:lnTo>
                  <a:lnTo>
                    <a:pt x="20" y="308"/>
                  </a:lnTo>
                  <a:lnTo>
                    <a:pt x="21" y="307"/>
                  </a:lnTo>
                  <a:lnTo>
                    <a:pt x="21" y="305"/>
                  </a:lnTo>
                  <a:lnTo>
                    <a:pt x="23" y="304"/>
                  </a:lnTo>
                  <a:lnTo>
                    <a:pt x="23" y="302"/>
                  </a:lnTo>
                  <a:lnTo>
                    <a:pt x="24" y="301"/>
                  </a:lnTo>
                  <a:lnTo>
                    <a:pt x="24" y="299"/>
                  </a:lnTo>
                  <a:lnTo>
                    <a:pt x="26" y="298"/>
                  </a:lnTo>
                  <a:lnTo>
                    <a:pt x="26" y="297"/>
                  </a:lnTo>
                  <a:lnTo>
                    <a:pt x="26" y="295"/>
                  </a:lnTo>
                  <a:lnTo>
                    <a:pt x="27" y="294"/>
                  </a:lnTo>
                  <a:lnTo>
                    <a:pt x="27" y="292"/>
                  </a:lnTo>
                  <a:lnTo>
                    <a:pt x="28" y="291"/>
                  </a:lnTo>
                  <a:lnTo>
                    <a:pt x="28" y="289"/>
                  </a:lnTo>
                  <a:lnTo>
                    <a:pt x="30" y="288"/>
                  </a:lnTo>
                  <a:lnTo>
                    <a:pt x="30" y="286"/>
                  </a:lnTo>
                  <a:lnTo>
                    <a:pt x="31" y="285"/>
                  </a:lnTo>
                  <a:lnTo>
                    <a:pt x="31" y="282"/>
                  </a:lnTo>
                  <a:lnTo>
                    <a:pt x="33" y="281"/>
                  </a:lnTo>
                  <a:lnTo>
                    <a:pt x="33" y="279"/>
                  </a:lnTo>
                  <a:lnTo>
                    <a:pt x="34" y="276"/>
                  </a:lnTo>
                  <a:lnTo>
                    <a:pt x="34" y="275"/>
                  </a:lnTo>
                  <a:lnTo>
                    <a:pt x="36" y="274"/>
                  </a:lnTo>
                  <a:lnTo>
                    <a:pt x="36" y="272"/>
                  </a:lnTo>
                  <a:lnTo>
                    <a:pt x="37" y="271"/>
                  </a:lnTo>
                  <a:lnTo>
                    <a:pt x="37" y="269"/>
                  </a:lnTo>
                  <a:lnTo>
                    <a:pt x="37" y="268"/>
                  </a:lnTo>
                  <a:lnTo>
                    <a:pt x="38" y="266"/>
                  </a:lnTo>
                  <a:lnTo>
                    <a:pt x="38" y="265"/>
                  </a:lnTo>
                  <a:lnTo>
                    <a:pt x="40" y="263"/>
                  </a:lnTo>
                  <a:lnTo>
                    <a:pt x="40" y="262"/>
                  </a:lnTo>
                  <a:lnTo>
                    <a:pt x="40" y="261"/>
                  </a:lnTo>
                  <a:lnTo>
                    <a:pt x="41" y="259"/>
                  </a:lnTo>
                  <a:lnTo>
                    <a:pt x="41" y="258"/>
                  </a:lnTo>
                  <a:lnTo>
                    <a:pt x="43" y="256"/>
                  </a:lnTo>
                  <a:lnTo>
                    <a:pt x="43" y="255"/>
                  </a:lnTo>
                  <a:lnTo>
                    <a:pt x="43" y="253"/>
                  </a:lnTo>
                  <a:lnTo>
                    <a:pt x="44" y="253"/>
                  </a:lnTo>
                  <a:lnTo>
                    <a:pt x="44" y="252"/>
                  </a:lnTo>
                  <a:lnTo>
                    <a:pt x="44" y="250"/>
                  </a:lnTo>
                  <a:lnTo>
                    <a:pt x="46" y="249"/>
                  </a:lnTo>
                  <a:lnTo>
                    <a:pt x="46" y="248"/>
                  </a:lnTo>
                  <a:lnTo>
                    <a:pt x="47" y="245"/>
                  </a:lnTo>
                  <a:lnTo>
                    <a:pt x="47" y="243"/>
                  </a:lnTo>
                  <a:lnTo>
                    <a:pt x="49" y="242"/>
                  </a:lnTo>
                  <a:lnTo>
                    <a:pt x="49" y="240"/>
                  </a:lnTo>
                  <a:lnTo>
                    <a:pt x="50" y="238"/>
                  </a:lnTo>
                  <a:lnTo>
                    <a:pt x="50" y="235"/>
                  </a:lnTo>
                  <a:lnTo>
                    <a:pt x="51" y="233"/>
                  </a:lnTo>
                  <a:lnTo>
                    <a:pt x="53" y="230"/>
                  </a:lnTo>
                  <a:lnTo>
                    <a:pt x="53" y="229"/>
                  </a:lnTo>
                  <a:lnTo>
                    <a:pt x="54" y="226"/>
                  </a:lnTo>
                  <a:lnTo>
                    <a:pt x="54" y="225"/>
                  </a:lnTo>
                  <a:lnTo>
                    <a:pt x="56" y="223"/>
                  </a:lnTo>
                  <a:lnTo>
                    <a:pt x="56" y="220"/>
                  </a:lnTo>
                  <a:lnTo>
                    <a:pt x="57" y="219"/>
                  </a:lnTo>
                  <a:lnTo>
                    <a:pt x="57" y="217"/>
                  </a:lnTo>
                  <a:lnTo>
                    <a:pt x="57" y="216"/>
                  </a:lnTo>
                  <a:lnTo>
                    <a:pt x="59" y="215"/>
                  </a:lnTo>
                  <a:lnTo>
                    <a:pt x="59" y="213"/>
                  </a:lnTo>
                  <a:lnTo>
                    <a:pt x="59" y="212"/>
                  </a:lnTo>
                  <a:lnTo>
                    <a:pt x="60" y="210"/>
                  </a:lnTo>
                  <a:lnTo>
                    <a:pt x="60" y="209"/>
                  </a:lnTo>
                  <a:lnTo>
                    <a:pt x="62" y="207"/>
                  </a:lnTo>
                  <a:lnTo>
                    <a:pt x="62" y="206"/>
                  </a:lnTo>
                  <a:lnTo>
                    <a:pt x="62" y="204"/>
                  </a:lnTo>
                  <a:lnTo>
                    <a:pt x="62" y="203"/>
                  </a:lnTo>
                  <a:lnTo>
                    <a:pt x="63" y="202"/>
                  </a:lnTo>
                  <a:lnTo>
                    <a:pt x="63" y="200"/>
                  </a:lnTo>
                  <a:lnTo>
                    <a:pt x="63" y="199"/>
                  </a:lnTo>
                  <a:lnTo>
                    <a:pt x="64" y="197"/>
                  </a:lnTo>
                  <a:lnTo>
                    <a:pt x="64" y="196"/>
                  </a:lnTo>
                  <a:lnTo>
                    <a:pt x="64" y="194"/>
                  </a:lnTo>
                  <a:lnTo>
                    <a:pt x="66" y="193"/>
                  </a:lnTo>
                  <a:lnTo>
                    <a:pt x="66" y="191"/>
                  </a:lnTo>
                  <a:lnTo>
                    <a:pt x="66" y="190"/>
                  </a:lnTo>
                  <a:lnTo>
                    <a:pt x="67" y="187"/>
                  </a:lnTo>
                  <a:lnTo>
                    <a:pt x="67" y="186"/>
                  </a:lnTo>
                  <a:lnTo>
                    <a:pt x="69" y="183"/>
                  </a:lnTo>
                  <a:lnTo>
                    <a:pt x="69" y="181"/>
                  </a:lnTo>
                  <a:lnTo>
                    <a:pt x="70" y="179"/>
                  </a:lnTo>
                  <a:lnTo>
                    <a:pt x="70" y="176"/>
                  </a:lnTo>
                  <a:lnTo>
                    <a:pt x="72" y="174"/>
                  </a:lnTo>
                  <a:lnTo>
                    <a:pt x="72" y="173"/>
                  </a:lnTo>
                  <a:lnTo>
                    <a:pt x="73" y="170"/>
                  </a:lnTo>
                  <a:lnTo>
                    <a:pt x="73" y="168"/>
                  </a:lnTo>
                  <a:lnTo>
                    <a:pt x="73" y="167"/>
                  </a:lnTo>
                  <a:lnTo>
                    <a:pt x="74" y="166"/>
                  </a:lnTo>
                  <a:lnTo>
                    <a:pt x="74" y="164"/>
                  </a:lnTo>
                  <a:lnTo>
                    <a:pt x="74" y="163"/>
                  </a:lnTo>
                  <a:lnTo>
                    <a:pt x="76" y="161"/>
                  </a:lnTo>
                  <a:lnTo>
                    <a:pt x="76" y="160"/>
                  </a:lnTo>
                  <a:lnTo>
                    <a:pt x="76" y="158"/>
                  </a:lnTo>
                  <a:lnTo>
                    <a:pt x="76" y="157"/>
                  </a:lnTo>
                  <a:lnTo>
                    <a:pt x="77" y="156"/>
                  </a:lnTo>
                  <a:lnTo>
                    <a:pt x="77" y="154"/>
                  </a:lnTo>
                  <a:lnTo>
                    <a:pt x="77" y="153"/>
                  </a:lnTo>
                  <a:lnTo>
                    <a:pt x="79" y="151"/>
                  </a:lnTo>
                  <a:lnTo>
                    <a:pt x="79" y="150"/>
                  </a:lnTo>
                  <a:lnTo>
                    <a:pt x="79" y="148"/>
                  </a:lnTo>
                  <a:lnTo>
                    <a:pt x="80" y="147"/>
                  </a:lnTo>
                  <a:lnTo>
                    <a:pt x="80" y="145"/>
                  </a:lnTo>
                  <a:lnTo>
                    <a:pt x="80" y="144"/>
                  </a:lnTo>
                  <a:lnTo>
                    <a:pt x="80" y="143"/>
                  </a:lnTo>
                  <a:lnTo>
                    <a:pt x="82" y="141"/>
                  </a:lnTo>
                  <a:lnTo>
                    <a:pt x="82" y="140"/>
                  </a:lnTo>
                  <a:lnTo>
                    <a:pt x="83" y="137"/>
                  </a:lnTo>
                  <a:lnTo>
                    <a:pt x="83" y="135"/>
                  </a:lnTo>
                  <a:lnTo>
                    <a:pt x="83" y="134"/>
                  </a:lnTo>
                  <a:lnTo>
                    <a:pt x="85" y="131"/>
                  </a:lnTo>
                  <a:lnTo>
                    <a:pt x="85" y="128"/>
                  </a:lnTo>
                  <a:lnTo>
                    <a:pt x="86" y="127"/>
                  </a:lnTo>
                  <a:lnTo>
                    <a:pt x="87" y="124"/>
                  </a:lnTo>
                  <a:lnTo>
                    <a:pt x="87" y="122"/>
                  </a:lnTo>
                  <a:lnTo>
                    <a:pt x="87" y="120"/>
                  </a:lnTo>
                  <a:lnTo>
                    <a:pt x="89" y="118"/>
                  </a:lnTo>
                  <a:lnTo>
                    <a:pt x="89" y="117"/>
                  </a:lnTo>
                  <a:lnTo>
                    <a:pt x="90" y="115"/>
                  </a:lnTo>
                  <a:lnTo>
                    <a:pt x="90" y="114"/>
                  </a:lnTo>
                  <a:lnTo>
                    <a:pt x="90" y="112"/>
                  </a:lnTo>
                  <a:lnTo>
                    <a:pt x="90" y="111"/>
                  </a:lnTo>
                  <a:lnTo>
                    <a:pt x="92" y="109"/>
                  </a:lnTo>
                  <a:lnTo>
                    <a:pt x="92" y="108"/>
                  </a:lnTo>
                  <a:lnTo>
                    <a:pt x="92" y="107"/>
                  </a:lnTo>
                  <a:lnTo>
                    <a:pt x="92" y="105"/>
                  </a:lnTo>
                  <a:lnTo>
                    <a:pt x="93" y="104"/>
                  </a:lnTo>
                  <a:lnTo>
                    <a:pt x="93" y="102"/>
                  </a:lnTo>
                  <a:lnTo>
                    <a:pt x="93" y="101"/>
                  </a:lnTo>
                  <a:lnTo>
                    <a:pt x="93" y="99"/>
                  </a:lnTo>
                  <a:lnTo>
                    <a:pt x="93" y="98"/>
                  </a:lnTo>
                  <a:lnTo>
                    <a:pt x="93" y="97"/>
                  </a:lnTo>
                  <a:lnTo>
                    <a:pt x="95" y="95"/>
                  </a:lnTo>
                  <a:lnTo>
                    <a:pt x="95" y="94"/>
                  </a:lnTo>
                  <a:lnTo>
                    <a:pt x="95" y="92"/>
                  </a:lnTo>
                  <a:lnTo>
                    <a:pt x="95" y="91"/>
                  </a:lnTo>
                  <a:lnTo>
                    <a:pt x="95" y="89"/>
                  </a:lnTo>
                  <a:lnTo>
                    <a:pt x="95" y="88"/>
                  </a:lnTo>
                  <a:lnTo>
                    <a:pt x="95" y="86"/>
                  </a:lnTo>
                  <a:lnTo>
                    <a:pt x="95" y="84"/>
                  </a:lnTo>
                  <a:lnTo>
                    <a:pt x="95" y="82"/>
                  </a:lnTo>
                  <a:lnTo>
                    <a:pt x="95" y="81"/>
                  </a:lnTo>
                  <a:lnTo>
                    <a:pt x="96" y="78"/>
                  </a:lnTo>
                  <a:lnTo>
                    <a:pt x="96" y="76"/>
                  </a:lnTo>
                  <a:lnTo>
                    <a:pt x="96" y="75"/>
                  </a:lnTo>
                  <a:lnTo>
                    <a:pt x="96" y="72"/>
                  </a:lnTo>
                  <a:lnTo>
                    <a:pt x="96" y="71"/>
                  </a:lnTo>
                  <a:lnTo>
                    <a:pt x="96" y="69"/>
                  </a:lnTo>
                  <a:lnTo>
                    <a:pt x="96" y="68"/>
                  </a:lnTo>
                  <a:lnTo>
                    <a:pt x="96" y="66"/>
                  </a:lnTo>
                  <a:lnTo>
                    <a:pt x="96" y="65"/>
                  </a:lnTo>
                  <a:lnTo>
                    <a:pt x="96" y="63"/>
                  </a:lnTo>
                  <a:lnTo>
                    <a:pt x="96" y="62"/>
                  </a:lnTo>
                  <a:lnTo>
                    <a:pt x="97" y="62"/>
                  </a:lnTo>
                  <a:lnTo>
                    <a:pt x="97" y="61"/>
                  </a:lnTo>
                  <a:lnTo>
                    <a:pt x="97" y="59"/>
                  </a:lnTo>
                  <a:lnTo>
                    <a:pt x="97" y="58"/>
                  </a:lnTo>
                  <a:lnTo>
                    <a:pt x="97" y="56"/>
                  </a:lnTo>
                  <a:lnTo>
                    <a:pt x="97" y="55"/>
                  </a:lnTo>
                  <a:lnTo>
                    <a:pt x="97" y="53"/>
                  </a:lnTo>
                  <a:lnTo>
                    <a:pt x="97" y="52"/>
                  </a:lnTo>
                  <a:lnTo>
                    <a:pt x="99" y="52"/>
                  </a:lnTo>
                  <a:lnTo>
                    <a:pt x="99" y="50"/>
                  </a:lnTo>
                  <a:lnTo>
                    <a:pt x="99" y="49"/>
                  </a:lnTo>
                  <a:lnTo>
                    <a:pt x="99" y="48"/>
                  </a:lnTo>
                  <a:lnTo>
                    <a:pt x="99" y="46"/>
                  </a:lnTo>
                  <a:lnTo>
                    <a:pt x="99" y="45"/>
                  </a:lnTo>
                  <a:lnTo>
                    <a:pt x="100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0" y="39"/>
                  </a:lnTo>
                  <a:lnTo>
                    <a:pt x="100" y="38"/>
                  </a:lnTo>
                  <a:lnTo>
                    <a:pt x="102" y="36"/>
                  </a:lnTo>
                  <a:lnTo>
                    <a:pt x="102" y="35"/>
                  </a:lnTo>
                  <a:lnTo>
                    <a:pt x="102" y="33"/>
                  </a:lnTo>
                  <a:lnTo>
                    <a:pt x="102" y="32"/>
                  </a:lnTo>
                  <a:lnTo>
                    <a:pt x="102" y="30"/>
                  </a:lnTo>
                  <a:lnTo>
                    <a:pt x="102" y="29"/>
                  </a:lnTo>
                  <a:lnTo>
                    <a:pt x="102" y="27"/>
                  </a:lnTo>
                  <a:lnTo>
                    <a:pt x="102" y="26"/>
                  </a:lnTo>
                  <a:lnTo>
                    <a:pt x="102" y="25"/>
                  </a:lnTo>
                  <a:lnTo>
                    <a:pt x="102" y="23"/>
                  </a:lnTo>
                  <a:lnTo>
                    <a:pt x="102" y="22"/>
                  </a:lnTo>
                  <a:lnTo>
                    <a:pt x="102" y="20"/>
                  </a:lnTo>
                  <a:lnTo>
                    <a:pt x="102" y="17"/>
                  </a:lnTo>
                  <a:lnTo>
                    <a:pt x="102" y="16"/>
                  </a:lnTo>
                  <a:lnTo>
                    <a:pt x="102" y="15"/>
                  </a:lnTo>
                  <a:lnTo>
                    <a:pt x="102" y="13"/>
                  </a:lnTo>
                  <a:lnTo>
                    <a:pt x="102" y="10"/>
                  </a:lnTo>
                  <a:lnTo>
                    <a:pt x="102" y="7"/>
                  </a:lnTo>
                  <a:lnTo>
                    <a:pt x="100" y="6"/>
                  </a:lnTo>
                  <a:lnTo>
                    <a:pt x="100" y="3"/>
                  </a:lnTo>
                  <a:lnTo>
                    <a:pt x="10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3217CB-8A45-47C5-A578-025E2EB45DB4}"/>
                  </a:ext>
                </a:extLst>
              </p14:cNvPr>
              <p14:cNvContentPartPr/>
              <p14:nvPr/>
            </p14:nvContentPartPr>
            <p14:xfrm>
              <a:off x="2079720" y="792360"/>
              <a:ext cx="6896880" cy="419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3217CB-8A45-47C5-A578-025E2EB45D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0360" y="783000"/>
                <a:ext cx="6915600" cy="421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9612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3">
            <a:extLst>
              <a:ext uri="{FF2B5EF4-FFF2-40B4-BE49-F238E27FC236}">
                <a16:creationId xmlns:a16="http://schemas.microsoft.com/office/drawing/2014/main" id="{26ABC2C7-D739-4F8E-A00B-4BA3A7C54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Some Final Things from Chapter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Box 125">
            <a:extLst>
              <a:ext uri="{FF2B5EF4-FFF2-40B4-BE49-F238E27FC236}">
                <a16:creationId xmlns:a16="http://schemas.microsoft.com/office/drawing/2014/main" id="{503A241F-2B09-4234-8089-79A9BDD3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4.50 from the textbook ]</a:t>
            </a:r>
          </a:p>
        </p:txBody>
      </p:sp>
      <p:sp>
        <p:nvSpPr>
          <p:cNvPr id="110595" name="Title 1">
            <a:extLst>
              <a:ext uri="{FF2B5EF4-FFF2-40B4-BE49-F238E27FC236}">
                <a16:creationId xmlns:a16="http://schemas.microsoft.com/office/drawing/2014/main" id="{17D466AA-D61D-4DAF-B389-1AE2D6E1F497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A shifter circuit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27DF6-9D14-4396-A446-9D146D3D3C6F}"/>
              </a:ext>
            </a:extLst>
          </p:cNvPr>
          <p:cNvSpPr/>
          <p:nvPr/>
        </p:nvSpPr>
        <p:spPr>
          <a:xfrm>
            <a:off x="152400" y="762000"/>
            <a:ext cx="88392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+mn-lt"/>
              </a:rPr>
              <a:t>Example 4.30: </a:t>
            </a:r>
            <a:r>
              <a:rPr lang="en-US" sz="2600" dirty="0">
                <a:latin typeface="+mn-lt"/>
              </a:rPr>
              <a:t>Design a circuit that can shift a four-bit vector </a:t>
            </a:r>
            <a:r>
              <a:rPr lang="en-US" sz="2600" i="1" dirty="0">
                <a:latin typeface="+mn-lt"/>
              </a:rPr>
              <a:t>W </a:t>
            </a:r>
            <a:r>
              <a:rPr lang="en-US" sz="2600" dirty="0">
                <a:latin typeface="+mn-lt"/>
              </a:rPr>
              <a:t>= </a:t>
            </a:r>
            <a:r>
              <a:rPr lang="en-US" sz="2600" i="1" dirty="0">
                <a:latin typeface="+mn-lt"/>
              </a:rPr>
              <a:t>w</a:t>
            </a:r>
            <a:r>
              <a:rPr lang="en-US" sz="2600" baseline="-25000" dirty="0">
                <a:latin typeface="+mn-lt"/>
              </a:rPr>
              <a:t>3</a:t>
            </a:r>
            <a:r>
              <a:rPr lang="en-US" sz="2600" i="1" dirty="0">
                <a:latin typeface="+mn-lt"/>
              </a:rPr>
              <a:t>w</a:t>
            </a:r>
            <a:r>
              <a:rPr lang="en-US" sz="2600" baseline="-25000" dirty="0">
                <a:latin typeface="+mn-lt"/>
              </a:rPr>
              <a:t>2</a:t>
            </a:r>
            <a:r>
              <a:rPr lang="en-US" sz="2600" i="1" dirty="0">
                <a:latin typeface="+mn-lt"/>
              </a:rPr>
              <a:t>w</a:t>
            </a:r>
            <a:r>
              <a:rPr lang="en-US" sz="2600" baseline="-25000" dirty="0">
                <a:latin typeface="+mn-lt"/>
              </a:rPr>
              <a:t>1</a:t>
            </a:r>
            <a:r>
              <a:rPr lang="en-US" sz="2600" i="1" dirty="0">
                <a:latin typeface="+mn-lt"/>
              </a:rPr>
              <a:t>w</a:t>
            </a:r>
            <a:r>
              <a:rPr lang="en-US" sz="2600" baseline="-25000" dirty="0">
                <a:latin typeface="+mn-lt"/>
              </a:rPr>
              <a:t>0</a:t>
            </a:r>
            <a:r>
              <a:rPr lang="en-US" sz="2600" dirty="0">
                <a:latin typeface="+mn-lt"/>
              </a:rPr>
              <a:t> one bit position to the right when a control signal </a:t>
            </a:r>
            <a:r>
              <a:rPr lang="en-US" sz="2600" i="1" dirty="0">
                <a:latin typeface="+mn-lt"/>
              </a:rPr>
              <a:t>Shift </a:t>
            </a:r>
            <a:r>
              <a:rPr lang="en-US" sz="2600" dirty="0">
                <a:latin typeface="+mn-lt"/>
              </a:rPr>
              <a:t>is equal to 1.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80760D-9CB2-4A26-9A0C-6101664EFFEA}"/>
                  </a:ext>
                </a:extLst>
              </p14:cNvPr>
              <p14:cNvContentPartPr/>
              <p14:nvPr/>
            </p14:nvContentPartPr>
            <p14:xfrm>
              <a:off x="3597120" y="2381400"/>
              <a:ext cx="5302440" cy="3495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80760D-9CB2-4A26-9A0C-6101664EF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7760" y="2372040"/>
                <a:ext cx="5321160" cy="351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3" name="Picture 4">
            <a:extLst>
              <a:ext uri="{FF2B5EF4-FFF2-40B4-BE49-F238E27FC236}">
                <a16:creationId xmlns:a16="http://schemas.microsoft.com/office/drawing/2014/main" id="{26919184-3E59-4FDF-AB94-8746718E1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4" name="TextBox 125">
            <a:extLst>
              <a:ext uri="{FF2B5EF4-FFF2-40B4-BE49-F238E27FC236}">
                <a16:creationId xmlns:a16="http://schemas.microsoft.com/office/drawing/2014/main" id="{503A241F-2B09-4234-8089-79A9BDD3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4.50 from the textbook ]</a:t>
            </a:r>
          </a:p>
        </p:txBody>
      </p:sp>
      <p:sp>
        <p:nvSpPr>
          <p:cNvPr id="110595" name="Title 1">
            <a:extLst>
              <a:ext uri="{FF2B5EF4-FFF2-40B4-BE49-F238E27FC236}">
                <a16:creationId xmlns:a16="http://schemas.microsoft.com/office/drawing/2014/main" id="{17D466AA-D61D-4DAF-B389-1AE2D6E1F497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</p:spTree>
    <p:extLst>
      <p:ext uri="{BB962C8B-B14F-4D97-AF65-F5344CB8AC3E}">
        <p14:creationId xmlns:p14="http://schemas.microsoft.com/office/powerpoint/2010/main" val="2565896333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Picture 4">
            <a:extLst>
              <a:ext uri="{FF2B5EF4-FFF2-40B4-BE49-F238E27FC236}">
                <a16:creationId xmlns:a16="http://schemas.microsoft.com/office/drawing/2014/main" id="{E2661FDF-86CE-4F4A-8D19-5181EED42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Title 1">
            <a:extLst>
              <a:ext uri="{FF2B5EF4-FFF2-40B4-BE49-F238E27FC236}">
                <a16:creationId xmlns:a16="http://schemas.microsoft.com/office/drawing/2014/main" id="{AF1C1A0F-49FF-4570-BA3F-BCADBEC1ED8E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1619" name="TextBox 1">
            <a:extLst>
              <a:ext uri="{FF2B5EF4-FFF2-40B4-BE49-F238E27FC236}">
                <a16:creationId xmlns:a16="http://schemas.microsoft.com/office/drawing/2014/main" id="{17E2CE85-EF34-4CAC-9D40-27A348078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1" name="Picture 4">
            <a:extLst>
              <a:ext uri="{FF2B5EF4-FFF2-40B4-BE49-F238E27FC236}">
                <a16:creationId xmlns:a16="http://schemas.microsoft.com/office/drawing/2014/main" id="{18F33A48-9CA5-4E53-8026-851D8524A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2" name="Title 1">
            <a:extLst>
              <a:ext uri="{FF2B5EF4-FFF2-40B4-BE49-F238E27FC236}">
                <a16:creationId xmlns:a16="http://schemas.microsoft.com/office/drawing/2014/main" id="{C4CD3D7D-08F0-4F56-9760-1A5FE5F761D8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2643" name="TextBox 1">
            <a:extLst>
              <a:ext uri="{FF2B5EF4-FFF2-40B4-BE49-F238E27FC236}">
                <a16:creationId xmlns:a16="http://schemas.microsoft.com/office/drawing/2014/main" id="{B5E841AC-BC06-49B0-91D3-FC327980B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grpSp>
        <p:nvGrpSpPr>
          <p:cNvPr id="112644" name="Group 6">
            <a:extLst>
              <a:ext uri="{FF2B5EF4-FFF2-40B4-BE49-F238E27FC236}">
                <a16:creationId xmlns:a16="http://schemas.microsoft.com/office/drawing/2014/main" id="{3FDA71FD-218E-409B-825C-5EB3898E6C2E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894013"/>
            <a:ext cx="258763" cy="1296987"/>
            <a:chOff x="2667000" y="2893835"/>
            <a:chExt cx="258483" cy="1297165"/>
          </a:xfrm>
        </p:grpSpPr>
        <p:cxnSp>
          <p:nvCxnSpPr>
            <p:cNvPr id="112657" name="Straight Connector 3">
              <a:extLst>
                <a:ext uri="{FF2B5EF4-FFF2-40B4-BE49-F238E27FC236}">
                  <a16:creationId xmlns:a16="http://schemas.microsoft.com/office/drawing/2014/main" id="{BCB3ABF7-0211-4C20-8648-1FFE758F0C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330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8" name="Straight Connector 8">
              <a:extLst>
                <a:ext uri="{FF2B5EF4-FFF2-40B4-BE49-F238E27FC236}">
                  <a16:creationId xmlns:a16="http://schemas.microsoft.com/office/drawing/2014/main" id="{9B4B3B5F-5851-4F4A-AFA8-C939A45F47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8474"/>
              <a:ext cx="14273" cy="55252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9" name="Straight Connector 9">
              <a:extLst>
                <a:ext uri="{FF2B5EF4-FFF2-40B4-BE49-F238E27FC236}">
                  <a16:creationId xmlns:a16="http://schemas.microsoft.com/office/drawing/2014/main" id="{E23ADF1B-03CD-45CA-BC72-08303E1FE3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6975"/>
              <a:ext cx="250554" cy="30801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645" name="Group 12">
            <a:extLst>
              <a:ext uri="{FF2B5EF4-FFF2-40B4-BE49-F238E27FC236}">
                <a16:creationId xmlns:a16="http://schemas.microsoft.com/office/drawing/2014/main" id="{128685B4-C5B3-48F6-B560-422981DFB5F5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2895600"/>
            <a:ext cx="258763" cy="1296988"/>
            <a:chOff x="2667000" y="2893835"/>
            <a:chExt cx="258483" cy="1297165"/>
          </a:xfrm>
        </p:grpSpPr>
        <p:cxnSp>
          <p:nvCxnSpPr>
            <p:cNvPr id="112654" name="Straight Connector 13">
              <a:extLst>
                <a:ext uri="{FF2B5EF4-FFF2-40B4-BE49-F238E27FC236}">
                  <a16:creationId xmlns:a16="http://schemas.microsoft.com/office/drawing/2014/main" id="{50B1906D-C045-46D5-BD13-A3A54F1D73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330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5" name="Straight Connector 14">
              <a:extLst>
                <a:ext uri="{FF2B5EF4-FFF2-40B4-BE49-F238E27FC236}">
                  <a16:creationId xmlns:a16="http://schemas.microsoft.com/office/drawing/2014/main" id="{1E6E706D-54CE-4E8A-BF8F-FF4C446BD47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8475"/>
              <a:ext cx="14273" cy="55252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6" name="Straight Connector 15">
              <a:extLst>
                <a:ext uri="{FF2B5EF4-FFF2-40B4-BE49-F238E27FC236}">
                  <a16:creationId xmlns:a16="http://schemas.microsoft.com/office/drawing/2014/main" id="{295E43A7-59BB-4685-A285-CCBED0D495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6975"/>
              <a:ext cx="250554" cy="30801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646" name="Group 16">
            <a:extLst>
              <a:ext uri="{FF2B5EF4-FFF2-40B4-BE49-F238E27FC236}">
                <a16:creationId xmlns:a16="http://schemas.microsoft.com/office/drawing/2014/main" id="{CD6F3EAD-6D65-4B0C-B2D9-C36975A94248}"/>
              </a:ext>
            </a:extLst>
          </p:cNvPr>
          <p:cNvGrpSpPr>
            <a:grpSpLocks/>
          </p:cNvGrpSpPr>
          <p:nvPr/>
        </p:nvGrpSpPr>
        <p:grpSpPr bwMode="auto">
          <a:xfrm>
            <a:off x="5014913" y="2909888"/>
            <a:ext cx="257175" cy="1298575"/>
            <a:chOff x="2667000" y="2893835"/>
            <a:chExt cx="258483" cy="1297165"/>
          </a:xfrm>
        </p:grpSpPr>
        <p:cxnSp>
          <p:nvCxnSpPr>
            <p:cNvPr id="112651" name="Straight Connector 17">
              <a:extLst>
                <a:ext uri="{FF2B5EF4-FFF2-40B4-BE49-F238E27FC236}">
                  <a16:creationId xmlns:a16="http://schemas.microsoft.com/office/drawing/2014/main" id="{56002A8C-EF90-402F-9704-B3FE97FE79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358" y="2893835"/>
              <a:ext cx="15956" cy="50269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2" name="Straight Connector 18">
              <a:extLst>
                <a:ext uri="{FF2B5EF4-FFF2-40B4-BE49-F238E27FC236}">
                  <a16:creationId xmlns:a16="http://schemas.microsoft.com/office/drawing/2014/main" id="{1ACE9607-B4A9-4323-A3D7-A3514B56DA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7564"/>
              <a:ext cx="14360" cy="5534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3" name="Straight Connector 19">
              <a:extLst>
                <a:ext uri="{FF2B5EF4-FFF2-40B4-BE49-F238E27FC236}">
                  <a16:creationId xmlns:a16="http://schemas.microsoft.com/office/drawing/2014/main" id="{B041BF71-180D-4872-BC91-780C5AB37F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77" y="3367982"/>
              <a:ext cx="250506" cy="30764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647" name="Group 20">
            <a:extLst>
              <a:ext uri="{FF2B5EF4-FFF2-40B4-BE49-F238E27FC236}">
                <a16:creationId xmlns:a16="http://schemas.microsoft.com/office/drawing/2014/main" id="{127B3E8E-BFE0-4F7B-8615-4AB1397B2214}"/>
              </a:ext>
            </a:extLst>
          </p:cNvPr>
          <p:cNvGrpSpPr>
            <a:grpSpLocks/>
          </p:cNvGrpSpPr>
          <p:nvPr/>
        </p:nvGrpSpPr>
        <p:grpSpPr bwMode="auto">
          <a:xfrm>
            <a:off x="6188075" y="2909888"/>
            <a:ext cx="258763" cy="1298575"/>
            <a:chOff x="2667000" y="2893835"/>
            <a:chExt cx="258483" cy="1297165"/>
          </a:xfrm>
        </p:grpSpPr>
        <p:cxnSp>
          <p:nvCxnSpPr>
            <p:cNvPr id="112648" name="Straight Connector 21">
              <a:extLst>
                <a:ext uri="{FF2B5EF4-FFF2-40B4-BE49-F238E27FC236}">
                  <a16:creationId xmlns:a16="http://schemas.microsoft.com/office/drawing/2014/main" id="{2833FDB1-FB51-40E1-AB4E-5441DED76A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269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49" name="Straight Connector 22">
              <a:extLst>
                <a:ext uri="{FF2B5EF4-FFF2-40B4-BE49-F238E27FC236}">
                  <a16:creationId xmlns:a16="http://schemas.microsoft.com/office/drawing/2014/main" id="{F3531ECE-A59F-4AD7-8A7A-7ED809A088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7564"/>
              <a:ext cx="14273" cy="5534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650" name="Straight Connector 23">
              <a:extLst>
                <a:ext uri="{FF2B5EF4-FFF2-40B4-BE49-F238E27FC236}">
                  <a16:creationId xmlns:a16="http://schemas.microsoft.com/office/drawing/2014/main" id="{7E557317-C8E2-4184-9B6C-1CC35D0B2A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7982"/>
              <a:ext cx="250554" cy="30764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5" name="Picture 4">
            <a:extLst>
              <a:ext uri="{FF2B5EF4-FFF2-40B4-BE49-F238E27FC236}">
                <a16:creationId xmlns:a16="http://schemas.microsoft.com/office/drawing/2014/main" id="{62BA48F6-A386-43FC-8E79-5C81C94F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6" name="Title 1">
            <a:extLst>
              <a:ext uri="{FF2B5EF4-FFF2-40B4-BE49-F238E27FC236}">
                <a16:creationId xmlns:a16="http://schemas.microsoft.com/office/drawing/2014/main" id="{85B1F536-D6B9-4179-90D2-41C205CA771E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3667" name="TextBox 1">
            <a:extLst>
              <a:ext uri="{FF2B5EF4-FFF2-40B4-BE49-F238E27FC236}">
                <a16:creationId xmlns:a16="http://schemas.microsoft.com/office/drawing/2014/main" id="{0079B433-7C7C-4CF0-954D-D711631F0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grpSp>
        <p:nvGrpSpPr>
          <p:cNvPr id="113668" name="Group 6">
            <a:extLst>
              <a:ext uri="{FF2B5EF4-FFF2-40B4-BE49-F238E27FC236}">
                <a16:creationId xmlns:a16="http://schemas.microsoft.com/office/drawing/2014/main" id="{2798936C-3BF9-4E31-8157-F5D9918EE68A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894013"/>
            <a:ext cx="258763" cy="1296987"/>
            <a:chOff x="2667000" y="2893835"/>
            <a:chExt cx="258483" cy="1297165"/>
          </a:xfrm>
        </p:grpSpPr>
        <p:cxnSp>
          <p:nvCxnSpPr>
            <p:cNvPr id="113686" name="Straight Connector 3">
              <a:extLst>
                <a:ext uri="{FF2B5EF4-FFF2-40B4-BE49-F238E27FC236}">
                  <a16:creationId xmlns:a16="http://schemas.microsoft.com/office/drawing/2014/main" id="{A543ECD2-1F90-4478-9D26-802A6177FE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330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7" name="Straight Connector 8">
              <a:extLst>
                <a:ext uri="{FF2B5EF4-FFF2-40B4-BE49-F238E27FC236}">
                  <a16:creationId xmlns:a16="http://schemas.microsoft.com/office/drawing/2014/main" id="{685F9BEE-EFEA-4A56-9290-547D515E70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8474"/>
              <a:ext cx="14273" cy="55252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8" name="Straight Connector 9">
              <a:extLst>
                <a:ext uri="{FF2B5EF4-FFF2-40B4-BE49-F238E27FC236}">
                  <a16:creationId xmlns:a16="http://schemas.microsoft.com/office/drawing/2014/main" id="{8C1F13A8-2152-41FD-84CD-218F1C29EE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6975"/>
              <a:ext cx="250554" cy="30801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3669" name="Group 12">
            <a:extLst>
              <a:ext uri="{FF2B5EF4-FFF2-40B4-BE49-F238E27FC236}">
                <a16:creationId xmlns:a16="http://schemas.microsoft.com/office/drawing/2014/main" id="{E3C9B1C5-B2A1-4E97-8C18-930EE809B1E8}"/>
              </a:ext>
            </a:extLst>
          </p:cNvPr>
          <p:cNvGrpSpPr>
            <a:grpSpLocks/>
          </p:cNvGrpSpPr>
          <p:nvPr/>
        </p:nvGrpSpPr>
        <p:grpSpPr bwMode="auto">
          <a:xfrm>
            <a:off x="3841750" y="2895600"/>
            <a:ext cx="258763" cy="1296988"/>
            <a:chOff x="2667000" y="2893835"/>
            <a:chExt cx="258483" cy="1297165"/>
          </a:xfrm>
        </p:grpSpPr>
        <p:cxnSp>
          <p:nvCxnSpPr>
            <p:cNvPr id="113683" name="Straight Connector 13">
              <a:extLst>
                <a:ext uri="{FF2B5EF4-FFF2-40B4-BE49-F238E27FC236}">
                  <a16:creationId xmlns:a16="http://schemas.microsoft.com/office/drawing/2014/main" id="{769A56BC-5937-4008-AA44-40F6A9271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330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4" name="Straight Connector 14">
              <a:extLst>
                <a:ext uri="{FF2B5EF4-FFF2-40B4-BE49-F238E27FC236}">
                  <a16:creationId xmlns:a16="http://schemas.microsoft.com/office/drawing/2014/main" id="{E158CCDC-7FD1-4E43-8DF6-FAED2075E0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8475"/>
              <a:ext cx="14273" cy="55252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5" name="Straight Connector 15">
              <a:extLst>
                <a:ext uri="{FF2B5EF4-FFF2-40B4-BE49-F238E27FC236}">
                  <a16:creationId xmlns:a16="http://schemas.microsoft.com/office/drawing/2014/main" id="{F92ECE4F-D46B-4632-AD7B-087D982D24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6975"/>
              <a:ext cx="250554" cy="308017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3670" name="Group 16">
            <a:extLst>
              <a:ext uri="{FF2B5EF4-FFF2-40B4-BE49-F238E27FC236}">
                <a16:creationId xmlns:a16="http://schemas.microsoft.com/office/drawing/2014/main" id="{0BB4788E-E975-49A4-BA3F-F7E5A6BED78B}"/>
              </a:ext>
            </a:extLst>
          </p:cNvPr>
          <p:cNvGrpSpPr>
            <a:grpSpLocks/>
          </p:cNvGrpSpPr>
          <p:nvPr/>
        </p:nvGrpSpPr>
        <p:grpSpPr bwMode="auto">
          <a:xfrm>
            <a:off x="5014913" y="2909888"/>
            <a:ext cx="257175" cy="1298575"/>
            <a:chOff x="2667000" y="2893835"/>
            <a:chExt cx="258483" cy="1297165"/>
          </a:xfrm>
        </p:grpSpPr>
        <p:cxnSp>
          <p:nvCxnSpPr>
            <p:cNvPr id="113680" name="Straight Connector 17">
              <a:extLst>
                <a:ext uri="{FF2B5EF4-FFF2-40B4-BE49-F238E27FC236}">
                  <a16:creationId xmlns:a16="http://schemas.microsoft.com/office/drawing/2014/main" id="{42D66145-4924-4367-A1C3-EDF2CBDAEC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358" y="2893835"/>
              <a:ext cx="15956" cy="50269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1" name="Straight Connector 18">
              <a:extLst>
                <a:ext uri="{FF2B5EF4-FFF2-40B4-BE49-F238E27FC236}">
                  <a16:creationId xmlns:a16="http://schemas.microsoft.com/office/drawing/2014/main" id="{A5294637-5A07-420D-8407-21879E8514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7564"/>
              <a:ext cx="14360" cy="5534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82" name="Straight Connector 19">
              <a:extLst>
                <a:ext uri="{FF2B5EF4-FFF2-40B4-BE49-F238E27FC236}">
                  <a16:creationId xmlns:a16="http://schemas.microsoft.com/office/drawing/2014/main" id="{8B5D86E8-9F2E-4FE6-8A28-63F3C45C52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77" y="3367982"/>
              <a:ext cx="250506" cy="30764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3671" name="Group 20">
            <a:extLst>
              <a:ext uri="{FF2B5EF4-FFF2-40B4-BE49-F238E27FC236}">
                <a16:creationId xmlns:a16="http://schemas.microsoft.com/office/drawing/2014/main" id="{C802635D-162B-4A1B-89FC-76082E8A5852}"/>
              </a:ext>
            </a:extLst>
          </p:cNvPr>
          <p:cNvGrpSpPr>
            <a:grpSpLocks/>
          </p:cNvGrpSpPr>
          <p:nvPr/>
        </p:nvGrpSpPr>
        <p:grpSpPr bwMode="auto">
          <a:xfrm>
            <a:off x="6188075" y="2909888"/>
            <a:ext cx="258763" cy="1298575"/>
            <a:chOff x="2667000" y="2893835"/>
            <a:chExt cx="258483" cy="1297165"/>
          </a:xfrm>
        </p:grpSpPr>
        <p:cxnSp>
          <p:nvCxnSpPr>
            <p:cNvPr id="113677" name="Straight Connector 21">
              <a:extLst>
                <a:ext uri="{FF2B5EF4-FFF2-40B4-BE49-F238E27FC236}">
                  <a16:creationId xmlns:a16="http://schemas.microsoft.com/office/drawing/2014/main" id="{D933B48A-7134-49B2-9250-341B725C96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8524" y="2893835"/>
              <a:ext cx="14273" cy="50269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78" name="Straight Connector 22">
              <a:extLst>
                <a:ext uri="{FF2B5EF4-FFF2-40B4-BE49-F238E27FC236}">
                  <a16:creationId xmlns:a16="http://schemas.microsoft.com/office/drawing/2014/main" id="{E0475DF6-58B8-42E6-98B7-5F4FF8F287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000" y="3637564"/>
              <a:ext cx="14273" cy="55343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679" name="Straight Connector 23">
              <a:extLst>
                <a:ext uri="{FF2B5EF4-FFF2-40B4-BE49-F238E27FC236}">
                  <a16:creationId xmlns:a16="http://schemas.microsoft.com/office/drawing/2014/main" id="{6E85DBA3-4061-46C5-9859-D7F6A30775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74929" y="3367982"/>
              <a:ext cx="250554" cy="30764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3672" name="TextBox 7">
            <a:extLst>
              <a:ext uri="{FF2B5EF4-FFF2-40B4-BE49-F238E27FC236}">
                <a16:creationId xmlns:a16="http://schemas.microsoft.com/office/drawing/2014/main" id="{6E4A04A8-547F-4DFA-ADBD-A424E0BF5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477361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13673" name="TextBox 25">
            <a:extLst>
              <a:ext uri="{FF2B5EF4-FFF2-40B4-BE49-F238E27FC236}">
                <a16:creationId xmlns:a16="http://schemas.microsoft.com/office/drawing/2014/main" id="{5D01A47C-EB02-4A97-8208-CD5275CDD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513" y="477043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113674" name="TextBox 26">
            <a:extLst>
              <a:ext uri="{FF2B5EF4-FFF2-40B4-BE49-F238E27FC236}">
                <a16:creationId xmlns:a16="http://schemas.microsoft.com/office/drawing/2014/main" id="{BAF10215-228B-4CA7-A608-4EDBD3551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113675" name="TextBox 27">
            <a:extLst>
              <a:ext uri="{FF2B5EF4-FFF2-40B4-BE49-F238E27FC236}">
                <a16:creationId xmlns:a16="http://schemas.microsoft.com/office/drawing/2014/main" id="{1E6056EB-9880-4B12-8947-F85747CAE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113676" name="TextBox 10">
            <a:extLst>
              <a:ext uri="{FF2B5EF4-FFF2-40B4-BE49-F238E27FC236}">
                <a16:creationId xmlns:a16="http://schemas.microsoft.com/office/drawing/2014/main" id="{2E52D09D-C87A-49B1-9324-79EE78CA2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238" y="6065838"/>
            <a:ext cx="2714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No shift in this case.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89" name="Picture 4">
            <a:extLst>
              <a:ext uri="{FF2B5EF4-FFF2-40B4-BE49-F238E27FC236}">
                <a16:creationId xmlns:a16="http://schemas.microsoft.com/office/drawing/2014/main" id="{EA36038C-A6AD-4A2B-8574-D331FFBE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0" name="Title 1">
            <a:extLst>
              <a:ext uri="{FF2B5EF4-FFF2-40B4-BE49-F238E27FC236}">
                <a16:creationId xmlns:a16="http://schemas.microsoft.com/office/drawing/2014/main" id="{3296CB48-434D-4452-9C36-4C9E302041F0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4691" name="TextBox 1">
            <a:extLst>
              <a:ext uri="{FF2B5EF4-FFF2-40B4-BE49-F238E27FC236}">
                <a16:creationId xmlns:a16="http://schemas.microsoft.com/office/drawing/2014/main" id="{5E16F38D-FF68-47A7-862E-26C99629D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3" name="Picture 4">
            <a:extLst>
              <a:ext uri="{FF2B5EF4-FFF2-40B4-BE49-F238E27FC236}">
                <a16:creationId xmlns:a16="http://schemas.microsoft.com/office/drawing/2014/main" id="{CE0FD524-3BD9-43B5-883A-70407B7F2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Title 1">
            <a:extLst>
              <a:ext uri="{FF2B5EF4-FFF2-40B4-BE49-F238E27FC236}">
                <a16:creationId xmlns:a16="http://schemas.microsoft.com/office/drawing/2014/main" id="{7E251E59-0DE3-404A-9F26-93F2AA186E87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5715" name="TextBox 1">
            <a:extLst>
              <a:ext uri="{FF2B5EF4-FFF2-40B4-BE49-F238E27FC236}">
                <a16:creationId xmlns:a16="http://schemas.microsoft.com/office/drawing/2014/main" id="{C62FC023-7FE1-43C5-B58E-FB5467ABE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grpSp>
        <p:nvGrpSpPr>
          <p:cNvPr id="115716" name="Group 4">
            <a:extLst>
              <a:ext uri="{FF2B5EF4-FFF2-40B4-BE49-F238E27FC236}">
                <a16:creationId xmlns:a16="http://schemas.microsoft.com/office/drawing/2014/main" id="{49A30CDB-3011-40F8-AB14-CDA57001FCF6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2894013"/>
            <a:ext cx="260350" cy="1296987"/>
            <a:chOff x="2420471" y="2893835"/>
            <a:chExt cx="261471" cy="1297165"/>
          </a:xfrm>
        </p:grpSpPr>
        <p:cxnSp>
          <p:nvCxnSpPr>
            <p:cNvPr id="115735" name="Straight Connector 3">
              <a:extLst>
                <a:ext uri="{FF2B5EF4-FFF2-40B4-BE49-F238E27FC236}">
                  <a16:creationId xmlns:a16="http://schemas.microsoft.com/office/drawing/2014/main" id="{6AD2FC55-D89D-49BC-9F6C-A17AF3F8C1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20471" y="2893835"/>
              <a:ext cx="14349" cy="50330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6" name="Straight Connector 8">
              <a:extLst>
                <a:ext uri="{FF2B5EF4-FFF2-40B4-BE49-F238E27FC236}">
                  <a16:creationId xmlns:a16="http://schemas.microsoft.com/office/drawing/2014/main" id="{70C39F75-E232-4135-AB77-F957FCB9D7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592" y="3638474"/>
              <a:ext cx="14350" cy="55252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7" name="Straight Connector 9">
              <a:extLst>
                <a:ext uri="{FF2B5EF4-FFF2-40B4-BE49-F238E27FC236}">
                  <a16:creationId xmlns:a16="http://schemas.microsoft.com/office/drawing/2014/main" id="{84A75CA3-00DF-4130-A7DA-78B70693E9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0471" y="3346334"/>
              <a:ext cx="253499" cy="314368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717" name="Group 10">
            <a:extLst>
              <a:ext uri="{FF2B5EF4-FFF2-40B4-BE49-F238E27FC236}">
                <a16:creationId xmlns:a16="http://schemas.microsoft.com/office/drawing/2014/main" id="{EE97536C-AA40-4179-B4B9-5F16C4CF2AC1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894013"/>
            <a:ext cx="998538" cy="1314450"/>
            <a:chOff x="2858248" y="2893890"/>
            <a:chExt cx="998070" cy="1313816"/>
          </a:xfrm>
        </p:grpSpPr>
        <p:cxnSp>
          <p:nvCxnSpPr>
            <p:cNvPr id="115730" name="Straight Connector 25">
              <a:extLst>
                <a:ext uri="{FF2B5EF4-FFF2-40B4-BE49-F238E27FC236}">
                  <a16:creationId xmlns:a16="http://schemas.microsoft.com/office/drawing/2014/main" id="{2D06B333-369B-40AA-B1AB-0B600F6B1F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09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1" name="Straight Connector 26">
              <a:extLst>
                <a:ext uri="{FF2B5EF4-FFF2-40B4-BE49-F238E27FC236}">
                  <a16:creationId xmlns:a16="http://schemas.microsoft.com/office/drawing/2014/main" id="{6D569021-81A5-404B-9A55-7CB247C4F5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2" name="Straight Connector 27">
              <a:extLst>
                <a:ext uri="{FF2B5EF4-FFF2-40B4-BE49-F238E27FC236}">
                  <a16:creationId xmlns:a16="http://schemas.microsoft.com/office/drawing/2014/main" id="{3CD2AA90-8405-4093-8BC0-0D7C07C659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3" name="Straight Connector 28">
              <a:extLst>
                <a:ext uri="{FF2B5EF4-FFF2-40B4-BE49-F238E27FC236}">
                  <a16:creationId xmlns:a16="http://schemas.microsoft.com/office/drawing/2014/main" id="{5BF2A1D0-A0E1-4DFF-BAFB-8662B60CC6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34" name="Straight Connector 29">
              <a:extLst>
                <a:ext uri="{FF2B5EF4-FFF2-40B4-BE49-F238E27FC236}">
                  <a16:creationId xmlns:a16="http://schemas.microsoft.com/office/drawing/2014/main" id="{950EBC3D-55B0-4287-B98C-179CFC2516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718" name="Group 31">
            <a:extLst>
              <a:ext uri="{FF2B5EF4-FFF2-40B4-BE49-F238E27FC236}">
                <a16:creationId xmlns:a16="http://schemas.microsoft.com/office/drawing/2014/main" id="{8C39D961-B9EE-45E1-86B0-1B19A4B346E5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2897188"/>
            <a:ext cx="998538" cy="1312862"/>
            <a:chOff x="2858248" y="2893890"/>
            <a:chExt cx="998070" cy="1313816"/>
          </a:xfrm>
        </p:grpSpPr>
        <p:cxnSp>
          <p:nvCxnSpPr>
            <p:cNvPr id="115725" name="Straight Connector 32">
              <a:extLst>
                <a:ext uri="{FF2B5EF4-FFF2-40B4-BE49-F238E27FC236}">
                  <a16:creationId xmlns:a16="http://schemas.microsoft.com/office/drawing/2014/main" id="{A5F8866A-C948-4EB2-9C83-778D2CBEEA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897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6" name="Straight Connector 33">
              <a:extLst>
                <a:ext uri="{FF2B5EF4-FFF2-40B4-BE49-F238E27FC236}">
                  <a16:creationId xmlns:a16="http://schemas.microsoft.com/office/drawing/2014/main" id="{9E57F5D7-920A-424A-8764-67A66E624F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4855"/>
              <a:ext cx="14281" cy="55285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7" name="Straight Connector 34">
              <a:extLst>
                <a:ext uri="{FF2B5EF4-FFF2-40B4-BE49-F238E27FC236}">
                  <a16:creationId xmlns:a16="http://schemas.microsoft.com/office/drawing/2014/main" id="{041B480C-0A0E-4F71-9DA8-607146C061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4131"/>
              <a:ext cx="253881" cy="31296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8" name="Straight Connector 35">
              <a:extLst>
                <a:ext uri="{FF2B5EF4-FFF2-40B4-BE49-F238E27FC236}">
                  <a16:creationId xmlns:a16="http://schemas.microsoft.com/office/drawing/2014/main" id="{B6E95BBD-D84D-41A9-ACC9-D2745C4FFD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9" name="Straight Connector 36">
              <a:extLst>
                <a:ext uri="{FF2B5EF4-FFF2-40B4-BE49-F238E27FC236}">
                  <a16:creationId xmlns:a16="http://schemas.microsoft.com/office/drawing/2014/main" id="{F66C5593-6222-4CD8-9E7E-FB8147EDBF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365"/>
              <a:ext cx="772751" cy="317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719" name="Group 37">
            <a:extLst>
              <a:ext uri="{FF2B5EF4-FFF2-40B4-BE49-F238E27FC236}">
                <a16:creationId xmlns:a16="http://schemas.microsoft.com/office/drawing/2014/main" id="{76D45FBA-435C-4AD1-B63C-5C06F12B4FD9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2911475"/>
            <a:ext cx="998538" cy="1314450"/>
            <a:chOff x="2858248" y="2893890"/>
            <a:chExt cx="998070" cy="1313816"/>
          </a:xfrm>
        </p:grpSpPr>
        <p:cxnSp>
          <p:nvCxnSpPr>
            <p:cNvPr id="115720" name="Straight Connector 38">
              <a:extLst>
                <a:ext uri="{FF2B5EF4-FFF2-40B4-BE49-F238E27FC236}">
                  <a16:creationId xmlns:a16="http://schemas.microsoft.com/office/drawing/2014/main" id="{66AA164A-E702-4593-855E-FC421EF9A4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1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1" name="Straight Connector 39">
              <a:extLst>
                <a:ext uri="{FF2B5EF4-FFF2-40B4-BE49-F238E27FC236}">
                  <a16:creationId xmlns:a16="http://schemas.microsoft.com/office/drawing/2014/main" id="{469D1563-590D-4562-A68C-D0F64CF5D7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2" name="Straight Connector 40">
              <a:extLst>
                <a:ext uri="{FF2B5EF4-FFF2-40B4-BE49-F238E27FC236}">
                  <a16:creationId xmlns:a16="http://schemas.microsoft.com/office/drawing/2014/main" id="{A39F842B-A515-4490-8D2C-3AF126F1EB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3" name="Straight Connector 41">
              <a:extLst>
                <a:ext uri="{FF2B5EF4-FFF2-40B4-BE49-F238E27FC236}">
                  <a16:creationId xmlns:a16="http://schemas.microsoft.com/office/drawing/2014/main" id="{4BC1880B-E472-40C2-9250-7C3B3F05DB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724" name="Straight Connector 42">
              <a:extLst>
                <a:ext uri="{FF2B5EF4-FFF2-40B4-BE49-F238E27FC236}">
                  <a16:creationId xmlns:a16="http://schemas.microsoft.com/office/drawing/2014/main" id="{C501D479-FE79-49A9-BA43-3090EB4635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7" name="Picture 4">
            <a:extLst>
              <a:ext uri="{FF2B5EF4-FFF2-40B4-BE49-F238E27FC236}">
                <a16:creationId xmlns:a16="http://schemas.microsoft.com/office/drawing/2014/main" id="{E2C10ED2-6D7A-4326-876C-3925C816C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8" name="Title 1">
            <a:extLst>
              <a:ext uri="{FF2B5EF4-FFF2-40B4-BE49-F238E27FC236}">
                <a16:creationId xmlns:a16="http://schemas.microsoft.com/office/drawing/2014/main" id="{BD435188-343D-4BB2-A240-4100265D21DE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6739" name="TextBox 1">
            <a:extLst>
              <a:ext uri="{FF2B5EF4-FFF2-40B4-BE49-F238E27FC236}">
                <a16:creationId xmlns:a16="http://schemas.microsoft.com/office/drawing/2014/main" id="{D353158B-E133-461D-AB70-3331D544C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grpSp>
        <p:nvGrpSpPr>
          <p:cNvPr id="116740" name="Group 4">
            <a:extLst>
              <a:ext uri="{FF2B5EF4-FFF2-40B4-BE49-F238E27FC236}">
                <a16:creationId xmlns:a16="http://schemas.microsoft.com/office/drawing/2014/main" id="{BFB3C9A8-1D53-4CB7-9952-14CE892F837A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2894013"/>
            <a:ext cx="260350" cy="1296987"/>
            <a:chOff x="2420471" y="2893835"/>
            <a:chExt cx="261471" cy="1297165"/>
          </a:xfrm>
        </p:grpSpPr>
        <p:cxnSp>
          <p:nvCxnSpPr>
            <p:cNvPr id="116764" name="Straight Connector 3">
              <a:extLst>
                <a:ext uri="{FF2B5EF4-FFF2-40B4-BE49-F238E27FC236}">
                  <a16:creationId xmlns:a16="http://schemas.microsoft.com/office/drawing/2014/main" id="{A6717FAE-DA3C-4951-B9C6-0118430A85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20471" y="2893835"/>
              <a:ext cx="14349" cy="50330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5" name="Straight Connector 8">
              <a:extLst>
                <a:ext uri="{FF2B5EF4-FFF2-40B4-BE49-F238E27FC236}">
                  <a16:creationId xmlns:a16="http://schemas.microsoft.com/office/drawing/2014/main" id="{37A9EF69-A095-4804-B3C5-E0C3EDA77C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592" y="3638474"/>
              <a:ext cx="14350" cy="55252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6" name="Straight Connector 9">
              <a:extLst>
                <a:ext uri="{FF2B5EF4-FFF2-40B4-BE49-F238E27FC236}">
                  <a16:creationId xmlns:a16="http://schemas.microsoft.com/office/drawing/2014/main" id="{DF579BED-232F-4B02-BD5B-6F385A03E3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0471" y="3346334"/>
              <a:ext cx="253499" cy="314368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6741" name="Group 10">
            <a:extLst>
              <a:ext uri="{FF2B5EF4-FFF2-40B4-BE49-F238E27FC236}">
                <a16:creationId xmlns:a16="http://schemas.microsoft.com/office/drawing/2014/main" id="{E0FD8827-53F1-441A-B639-3A94ACE1A118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894013"/>
            <a:ext cx="998538" cy="1314450"/>
            <a:chOff x="2858248" y="2893890"/>
            <a:chExt cx="998070" cy="1313816"/>
          </a:xfrm>
        </p:grpSpPr>
        <p:cxnSp>
          <p:nvCxnSpPr>
            <p:cNvPr id="116759" name="Straight Connector 25">
              <a:extLst>
                <a:ext uri="{FF2B5EF4-FFF2-40B4-BE49-F238E27FC236}">
                  <a16:creationId xmlns:a16="http://schemas.microsoft.com/office/drawing/2014/main" id="{2C449133-3A5C-451D-9C5F-F5C0AC2308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09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0" name="Straight Connector 26">
              <a:extLst>
                <a:ext uri="{FF2B5EF4-FFF2-40B4-BE49-F238E27FC236}">
                  <a16:creationId xmlns:a16="http://schemas.microsoft.com/office/drawing/2014/main" id="{FAFD542F-35EA-477E-8C57-F588143B87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1" name="Straight Connector 27">
              <a:extLst>
                <a:ext uri="{FF2B5EF4-FFF2-40B4-BE49-F238E27FC236}">
                  <a16:creationId xmlns:a16="http://schemas.microsoft.com/office/drawing/2014/main" id="{7C70EFAF-64EC-414A-B478-F3D4ED5211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2" name="Straight Connector 28">
              <a:extLst>
                <a:ext uri="{FF2B5EF4-FFF2-40B4-BE49-F238E27FC236}">
                  <a16:creationId xmlns:a16="http://schemas.microsoft.com/office/drawing/2014/main" id="{F8E6C973-A27F-4875-AF24-2E668C1A09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63" name="Straight Connector 29">
              <a:extLst>
                <a:ext uri="{FF2B5EF4-FFF2-40B4-BE49-F238E27FC236}">
                  <a16:creationId xmlns:a16="http://schemas.microsoft.com/office/drawing/2014/main" id="{8E037D70-A3C1-49B3-84B3-DC4925AF99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6742" name="Group 31">
            <a:extLst>
              <a:ext uri="{FF2B5EF4-FFF2-40B4-BE49-F238E27FC236}">
                <a16:creationId xmlns:a16="http://schemas.microsoft.com/office/drawing/2014/main" id="{592A1E41-E517-4637-BB16-C184EFC31856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2897188"/>
            <a:ext cx="998538" cy="1312862"/>
            <a:chOff x="2858248" y="2893890"/>
            <a:chExt cx="998070" cy="1313816"/>
          </a:xfrm>
        </p:grpSpPr>
        <p:cxnSp>
          <p:nvCxnSpPr>
            <p:cNvPr id="116754" name="Straight Connector 32">
              <a:extLst>
                <a:ext uri="{FF2B5EF4-FFF2-40B4-BE49-F238E27FC236}">
                  <a16:creationId xmlns:a16="http://schemas.microsoft.com/office/drawing/2014/main" id="{3FE3E1BB-A4E8-4AE9-B463-F01689A04D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897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5" name="Straight Connector 33">
              <a:extLst>
                <a:ext uri="{FF2B5EF4-FFF2-40B4-BE49-F238E27FC236}">
                  <a16:creationId xmlns:a16="http://schemas.microsoft.com/office/drawing/2014/main" id="{418211C9-B607-47E4-8222-BE3B78D5AB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4855"/>
              <a:ext cx="14281" cy="55285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6" name="Straight Connector 34">
              <a:extLst>
                <a:ext uri="{FF2B5EF4-FFF2-40B4-BE49-F238E27FC236}">
                  <a16:creationId xmlns:a16="http://schemas.microsoft.com/office/drawing/2014/main" id="{81FA44BD-B1A4-4F0E-B5F8-779372CCC5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4131"/>
              <a:ext cx="253881" cy="31296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7" name="Straight Connector 35">
              <a:extLst>
                <a:ext uri="{FF2B5EF4-FFF2-40B4-BE49-F238E27FC236}">
                  <a16:creationId xmlns:a16="http://schemas.microsoft.com/office/drawing/2014/main" id="{6CFDDDB1-BF0A-453A-ABCD-EFAE8804D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8" name="Straight Connector 36">
              <a:extLst>
                <a:ext uri="{FF2B5EF4-FFF2-40B4-BE49-F238E27FC236}">
                  <a16:creationId xmlns:a16="http://schemas.microsoft.com/office/drawing/2014/main" id="{9CCF1CDC-9D9F-4BB2-BA0A-488BBF5353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365"/>
              <a:ext cx="772751" cy="317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6743" name="Group 37">
            <a:extLst>
              <a:ext uri="{FF2B5EF4-FFF2-40B4-BE49-F238E27FC236}">
                <a16:creationId xmlns:a16="http://schemas.microsoft.com/office/drawing/2014/main" id="{F835300D-7580-4CFF-B07E-94D947E98664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2911475"/>
            <a:ext cx="998538" cy="1314450"/>
            <a:chOff x="2858248" y="2893890"/>
            <a:chExt cx="998070" cy="1313816"/>
          </a:xfrm>
        </p:grpSpPr>
        <p:cxnSp>
          <p:nvCxnSpPr>
            <p:cNvPr id="116749" name="Straight Connector 38">
              <a:extLst>
                <a:ext uri="{FF2B5EF4-FFF2-40B4-BE49-F238E27FC236}">
                  <a16:creationId xmlns:a16="http://schemas.microsoft.com/office/drawing/2014/main" id="{F5920847-D071-49AD-803D-6E3B76265C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1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0" name="Straight Connector 39">
              <a:extLst>
                <a:ext uri="{FF2B5EF4-FFF2-40B4-BE49-F238E27FC236}">
                  <a16:creationId xmlns:a16="http://schemas.microsoft.com/office/drawing/2014/main" id="{BE3A90EE-16E8-415D-8EC8-3156864EE4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1" name="Straight Connector 40">
              <a:extLst>
                <a:ext uri="{FF2B5EF4-FFF2-40B4-BE49-F238E27FC236}">
                  <a16:creationId xmlns:a16="http://schemas.microsoft.com/office/drawing/2014/main" id="{A539F115-6A3E-434F-BF66-16730DFAA0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2" name="Straight Connector 41">
              <a:extLst>
                <a:ext uri="{FF2B5EF4-FFF2-40B4-BE49-F238E27FC236}">
                  <a16:creationId xmlns:a16="http://schemas.microsoft.com/office/drawing/2014/main" id="{89424115-65EB-49C6-9013-4A27BDBB52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53" name="Straight Connector 42">
              <a:extLst>
                <a:ext uri="{FF2B5EF4-FFF2-40B4-BE49-F238E27FC236}">
                  <a16:creationId xmlns:a16="http://schemas.microsoft.com/office/drawing/2014/main" id="{780BF2E9-6CA2-431A-81ED-A072598B72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6744" name="TextBox 30">
            <a:extLst>
              <a:ext uri="{FF2B5EF4-FFF2-40B4-BE49-F238E27FC236}">
                <a16:creationId xmlns:a16="http://schemas.microsoft.com/office/drawing/2014/main" id="{A52258E7-8375-48F1-98CD-B441A2850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47736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  <a:endParaRPr lang="en-US" altLang="en-US" baseline="-2500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16745" name="TextBox 43">
            <a:extLst>
              <a:ext uri="{FF2B5EF4-FFF2-40B4-BE49-F238E27FC236}">
                <a16:creationId xmlns:a16="http://schemas.microsoft.com/office/drawing/2014/main" id="{2C3163E4-67A6-4E13-896C-C55CC41B8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513" y="477043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16746" name="TextBox 44">
            <a:extLst>
              <a:ext uri="{FF2B5EF4-FFF2-40B4-BE49-F238E27FC236}">
                <a16:creationId xmlns:a16="http://schemas.microsoft.com/office/drawing/2014/main" id="{91A13DEA-5410-4E71-8A73-A3DF840D8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116747" name="TextBox 45">
            <a:extLst>
              <a:ext uri="{FF2B5EF4-FFF2-40B4-BE49-F238E27FC236}">
                <a16:creationId xmlns:a16="http://schemas.microsoft.com/office/drawing/2014/main" id="{97D52B2E-CC99-41B0-A408-9DAD41C6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116748" name="TextBox 46">
            <a:extLst>
              <a:ext uri="{FF2B5EF4-FFF2-40B4-BE49-F238E27FC236}">
                <a16:creationId xmlns:a16="http://schemas.microsoft.com/office/drawing/2014/main" id="{5FDA179E-9F9F-4BE3-A9C6-A4D7B52AB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6065838"/>
            <a:ext cx="323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Shift to the right by 1 bit</a:t>
            </a: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1" name="Picture 4">
            <a:extLst>
              <a:ext uri="{FF2B5EF4-FFF2-40B4-BE49-F238E27FC236}">
                <a16:creationId xmlns:a16="http://schemas.microsoft.com/office/drawing/2014/main" id="{BC6EA026-9A7C-4AB7-8216-4E24C7127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7162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2" name="Title 1">
            <a:extLst>
              <a:ext uri="{FF2B5EF4-FFF2-40B4-BE49-F238E27FC236}">
                <a16:creationId xmlns:a16="http://schemas.microsoft.com/office/drawing/2014/main" id="{CED46440-8557-4FB5-BCF9-B2133D91AD5F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A shifter circuit</a:t>
            </a:r>
          </a:p>
        </p:txBody>
      </p:sp>
      <p:sp>
        <p:nvSpPr>
          <p:cNvPr id="117763" name="TextBox 1">
            <a:extLst>
              <a:ext uri="{FF2B5EF4-FFF2-40B4-BE49-F238E27FC236}">
                <a16:creationId xmlns:a16="http://schemas.microsoft.com/office/drawing/2014/main" id="{1B5CC5A7-B9BD-49B7-8842-46C983B9E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354388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grpSp>
        <p:nvGrpSpPr>
          <p:cNvPr id="117764" name="Group 4">
            <a:extLst>
              <a:ext uri="{FF2B5EF4-FFF2-40B4-BE49-F238E27FC236}">
                <a16:creationId xmlns:a16="http://schemas.microsoft.com/office/drawing/2014/main" id="{4CA99A44-6B3E-44F4-A021-4F3CE64835AC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2894013"/>
            <a:ext cx="260350" cy="1296987"/>
            <a:chOff x="2420471" y="2893835"/>
            <a:chExt cx="261471" cy="1297165"/>
          </a:xfrm>
        </p:grpSpPr>
        <p:cxnSp>
          <p:nvCxnSpPr>
            <p:cNvPr id="117795" name="Straight Connector 3">
              <a:extLst>
                <a:ext uri="{FF2B5EF4-FFF2-40B4-BE49-F238E27FC236}">
                  <a16:creationId xmlns:a16="http://schemas.microsoft.com/office/drawing/2014/main" id="{12D54B3D-979D-43B6-80AA-BB014E3221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420471" y="2893835"/>
              <a:ext cx="14349" cy="50330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6" name="Straight Connector 8">
              <a:extLst>
                <a:ext uri="{FF2B5EF4-FFF2-40B4-BE49-F238E27FC236}">
                  <a16:creationId xmlns:a16="http://schemas.microsoft.com/office/drawing/2014/main" id="{E85B30F6-BC0C-44A2-94C7-80B9FEB7BE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667592" y="3638474"/>
              <a:ext cx="14350" cy="55252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7" name="Straight Connector 9">
              <a:extLst>
                <a:ext uri="{FF2B5EF4-FFF2-40B4-BE49-F238E27FC236}">
                  <a16:creationId xmlns:a16="http://schemas.microsoft.com/office/drawing/2014/main" id="{FF166D70-735E-4C36-9FDF-08C2AC6C64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20471" y="3346334"/>
              <a:ext cx="253499" cy="314368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765" name="Group 10">
            <a:extLst>
              <a:ext uri="{FF2B5EF4-FFF2-40B4-BE49-F238E27FC236}">
                <a16:creationId xmlns:a16="http://schemas.microsoft.com/office/drawing/2014/main" id="{FCDC37F6-5B57-48C7-AB4E-84BB65F9E3EC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894013"/>
            <a:ext cx="998538" cy="1314450"/>
            <a:chOff x="2858248" y="2893890"/>
            <a:chExt cx="998070" cy="1313816"/>
          </a:xfrm>
        </p:grpSpPr>
        <p:cxnSp>
          <p:nvCxnSpPr>
            <p:cNvPr id="117790" name="Straight Connector 25">
              <a:extLst>
                <a:ext uri="{FF2B5EF4-FFF2-40B4-BE49-F238E27FC236}">
                  <a16:creationId xmlns:a16="http://schemas.microsoft.com/office/drawing/2014/main" id="{FFF3CC5B-1237-4584-8F76-463D93B74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09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1" name="Straight Connector 26">
              <a:extLst>
                <a:ext uri="{FF2B5EF4-FFF2-40B4-BE49-F238E27FC236}">
                  <a16:creationId xmlns:a16="http://schemas.microsoft.com/office/drawing/2014/main" id="{D615B49B-DB28-43AA-9A25-DDA4E987D0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2" name="Straight Connector 27">
              <a:extLst>
                <a:ext uri="{FF2B5EF4-FFF2-40B4-BE49-F238E27FC236}">
                  <a16:creationId xmlns:a16="http://schemas.microsoft.com/office/drawing/2014/main" id="{FF69689D-DC52-43CD-A6D9-8B159C09A8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3" name="Straight Connector 28">
              <a:extLst>
                <a:ext uri="{FF2B5EF4-FFF2-40B4-BE49-F238E27FC236}">
                  <a16:creationId xmlns:a16="http://schemas.microsoft.com/office/drawing/2014/main" id="{A164ADF2-B8F8-4DDE-B625-00274C465C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94" name="Straight Connector 29">
              <a:extLst>
                <a:ext uri="{FF2B5EF4-FFF2-40B4-BE49-F238E27FC236}">
                  <a16:creationId xmlns:a16="http://schemas.microsoft.com/office/drawing/2014/main" id="{0751E233-BC28-47B8-B420-EDC998A9CB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766" name="Group 31">
            <a:extLst>
              <a:ext uri="{FF2B5EF4-FFF2-40B4-BE49-F238E27FC236}">
                <a16:creationId xmlns:a16="http://schemas.microsoft.com/office/drawing/2014/main" id="{7C567B0A-0D8C-49B4-957F-6C41305FD792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2897188"/>
            <a:ext cx="998538" cy="1312862"/>
            <a:chOff x="2858248" y="2893890"/>
            <a:chExt cx="998070" cy="1313816"/>
          </a:xfrm>
        </p:grpSpPr>
        <p:cxnSp>
          <p:nvCxnSpPr>
            <p:cNvPr id="117785" name="Straight Connector 32">
              <a:extLst>
                <a:ext uri="{FF2B5EF4-FFF2-40B4-BE49-F238E27FC236}">
                  <a16:creationId xmlns:a16="http://schemas.microsoft.com/office/drawing/2014/main" id="{17509D2F-9936-4ADD-B919-C138F04255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897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6" name="Straight Connector 33">
              <a:extLst>
                <a:ext uri="{FF2B5EF4-FFF2-40B4-BE49-F238E27FC236}">
                  <a16:creationId xmlns:a16="http://schemas.microsoft.com/office/drawing/2014/main" id="{2EAC8C99-CF39-459E-B48E-C146EAE8C0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4855"/>
              <a:ext cx="14281" cy="552851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7" name="Straight Connector 34">
              <a:extLst>
                <a:ext uri="{FF2B5EF4-FFF2-40B4-BE49-F238E27FC236}">
                  <a16:creationId xmlns:a16="http://schemas.microsoft.com/office/drawing/2014/main" id="{FB0A5988-0AD6-4F37-9306-A1204BA0D6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4131"/>
              <a:ext cx="253881" cy="31296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8" name="Straight Connector 35">
              <a:extLst>
                <a:ext uri="{FF2B5EF4-FFF2-40B4-BE49-F238E27FC236}">
                  <a16:creationId xmlns:a16="http://schemas.microsoft.com/office/drawing/2014/main" id="{F8883B75-4E3B-4812-A9DB-1D8F30FC33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88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9" name="Straight Connector 36">
              <a:extLst>
                <a:ext uri="{FF2B5EF4-FFF2-40B4-BE49-F238E27FC236}">
                  <a16:creationId xmlns:a16="http://schemas.microsoft.com/office/drawing/2014/main" id="{17E7AFE7-90C7-4112-855F-F80D9F8E96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365"/>
              <a:ext cx="772751" cy="317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767" name="Group 37">
            <a:extLst>
              <a:ext uri="{FF2B5EF4-FFF2-40B4-BE49-F238E27FC236}">
                <a16:creationId xmlns:a16="http://schemas.microsoft.com/office/drawing/2014/main" id="{61D0B847-FED8-4FA6-97F6-E2EE867D5B14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2911475"/>
            <a:ext cx="998538" cy="1314450"/>
            <a:chOff x="2858248" y="2893890"/>
            <a:chExt cx="998070" cy="1313816"/>
          </a:xfrm>
        </p:grpSpPr>
        <p:cxnSp>
          <p:nvCxnSpPr>
            <p:cNvPr id="117780" name="Straight Connector 38">
              <a:extLst>
                <a:ext uri="{FF2B5EF4-FFF2-40B4-BE49-F238E27FC236}">
                  <a16:creationId xmlns:a16="http://schemas.microsoft.com/office/drawing/2014/main" id="{9AE3EFC4-050D-4956-B4AF-40060FF5A5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594"/>
              <a:ext cx="14281" cy="214210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1" name="Straight Connector 39">
              <a:extLst>
                <a:ext uri="{FF2B5EF4-FFF2-40B4-BE49-F238E27FC236}">
                  <a16:creationId xmlns:a16="http://schemas.microsoft.com/office/drawing/2014/main" id="{BCC27A01-8E68-4E26-BB94-9550FCA997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5522"/>
              <a:ext cx="14281" cy="55218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2" name="Straight Connector 40">
              <a:extLst>
                <a:ext uri="{FF2B5EF4-FFF2-40B4-BE49-F238E27FC236}">
                  <a16:creationId xmlns:a16="http://schemas.microsoft.com/office/drawing/2014/main" id="{F7E7D472-A0DC-4B3A-A3FC-7CFF097BFA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3563"/>
              <a:ext cx="253881" cy="314173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3" name="Straight Connector 41">
              <a:extLst>
                <a:ext uri="{FF2B5EF4-FFF2-40B4-BE49-F238E27FC236}">
                  <a16:creationId xmlns:a16="http://schemas.microsoft.com/office/drawing/2014/main" id="{621E6E9E-EC96-4D73-87AE-F5ABEAD450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622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84" name="Straight Connector 42">
              <a:extLst>
                <a:ext uri="{FF2B5EF4-FFF2-40B4-BE49-F238E27FC236}">
                  <a16:creationId xmlns:a16="http://schemas.microsoft.com/office/drawing/2014/main" id="{F59347CB-A25C-4982-BF07-0032EC90A9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074"/>
              <a:ext cx="772751" cy="31735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7768" name="TextBox 30">
            <a:extLst>
              <a:ext uri="{FF2B5EF4-FFF2-40B4-BE49-F238E27FC236}">
                <a16:creationId xmlns:a16="http://schemas.microsoft.com/office/drawing/2014/main" id="{5A359FFE-203B-4E02-B5BE-5B545013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4773613"/>
            <a:ext cx="3381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  <a:endParaRPr lang="en-US" altLang="en-US" baseline="-2500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17769" name="TextBox 43">
            <a:extLst>
              <a:ext uri="{FF2B5EF4-FFF2-40B4-BE49-F238E27FC236}">
                <a16:creationId xmlns:a16="http://schemas.microsoft.com/office/drawing/2014/main" id="{DBD3FA3A-1D0D-4FFC-ACF8-E7B60123B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2513" y="477043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17770" name="TextBox 44">
            <a:extLst>
              <a:ext uri="{FF2B5EF4-FFF2-40B4-BE49-F238E27FC236}">
                <a16:creationId xmlns:a16="http://schemas.microsoft.com/office/drawing/2014/main" id="{064376B9-C77D-42D5-B373-EE23F39C6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  <p:sp>
        <p:nvSpPr>
          <p:cNvPr id="117771" name="TextBox 45">
            <a:extLst>
              <a:ext uri="{FF2B5EF4-FFF2-40B4-BE49-F238E27FC236}">
                <a16:creationId xmlns:a16="http://schemas.microsoft.com/office/drawing/2014/main" id="{233723E6-4021-460F-BBCF-3C3A829FC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4768850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117772" name="TextBox 46">
            <a:extLst>
              <a:ext uri="{FF2B5EF4-FFF2-40B4-BE49-F238E27FC236}">
                <a16:creationId xmlns:a16="http://schemas.microsoft.com/office/drawing/2014/main" id="{14D38175-C695-467B-9B84-3A3B6456D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6065838"/>
            <a:ext cx="3236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Shift to the right by 1 bit</a:t>
            </a:r>
          </a:p>
        </p:txBody>
      </p:sp>
      <p:grpSp>
        <p:nvGrpSpPr>
          <p:cNvPr id="117773" name="Group 47">
            <a:extLst>
              <a:ext uri="{FF2B5EF4-FFF2-40B4-BE49-F238E27FC236}">
                <a16:creationId xmlns:a16="http://schemas.microsoft.com/office/drawing/2014/main" id="{841AE07C-D321-4E74-9D6F-A55370F9F0A6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925763"/>
            <a:ext cx="998538" cy="1312862"/>
            <a:chOff x="2858248" y="2893890"/>
            <a:chExt cx="998070" cy="1313816"/>
          </a:xfrm>
        </p:grpSpPr>
        <p:cxnSp>
          <p:nvCxnSpPr>
            <p:cNvPr id="117775" name="Straight Connector 48">
              <a:extLst>
                <a:ext uri="{FF2B5EF4-FFF2-40B4-BE49-F238E27FC236}">
                  <a16:creationId xmlns:a16="http://schemas.microsoft.com/office/drawing/2014/main" id="{132410BC-56E5-4709-9503-A04F009E8C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10370" y="3144897"/>
              <a:ext cx="14281" cy="21288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76" name="Straight Connector 49">
              <a:extLst>
                <a:ext uri="{FF2B5EF4-FFF2-40B4-BE49-F238E27FC236}">
                  <a16:creationId xmlns:a16="http://schemas.microsoft.com/office/drawing/2014/main" id="{2347A3C7-3DFA-4D0A-B87F-9C81D2298A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42037" y="3654855"/>
              <a:ext cx="14281" cy="552851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77" name="Straight Connector 50">
              <a:extLst>
                <a:ext uri="{FF2B5EF4-FFF2-40B4-BE49-F238E27FC236}">
                  <a16:creationId xmlns:a16="http://schemas.microsoft.com/office/drawing/2014/main" id="{933EB6A5-B78C-4633-8395-B24CCB43C1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594503" y="3364131"/>
              <a:ext cx="253881" cy="31296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78" name="Straight Connector 51">
              <a:extLst>
                <a:ext uri="{FF2B5EF4-FFF2-40B4-BE49-F238E27FC236}">
                  <a16:creationId xmlns:a16="http://schemas.microsoft.com/office/drawing/2014/main" id="{BC220B91-637E-4EE9-AD1C-388E71587F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896330" y="2893890"/>
              <a:ext cx="14281" cy="212880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779" name="Straight Connector 52">
              <a:extLst>
                <a:ext uri="{FF2B5EF4-FFF2-40B4-BE49-F238E27FC236}">
                  <a16:creationId xmlns:a16="http://schemas.microsoft.com/office/drawing/2014/main" id="{B6A27539-E5F0-4E95-9CEC-843A668D54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58248" y="3135365"/>
              <a:ext cx="772751" cy="31773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7774" name="TextBox 53">
            <a:extLst>
              <a:ext uri="{FF2B5EF4-FFF2-40B4-BE49-F238E27FC236}">
                <a16:creationId xmlns:a16="http://schemas.microsoft.com/office/drawing/2014/main" id="{6B5A5BDC-9609-48D4-9927-097E4D41D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479583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0000FF"/>
                </a:solidFill>
                <a:latin typeface="Times" panose="02020603050405020304" pitchFamily="18" charset="0"/>
              </a:rPr>
              <a:t>0</a:t>
            </a: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2">
            <a:extLst>
              <a:ext uri="{FF2B5EF4-FFF2-40B4-BE49-F238E27FC236}">
                <a16:creationId xmlns:a16="http://schemas.microsoft.com/office/drawing/2014/main" id="{7E2BA073-4BD8-4A1B-9D14-F3BBA6220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1047750"/>
            <a:ext cx="66865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6" name="TextBox 125">
            <a:extLst>
              <a:ext uri="{FF2B5EF4-FFF2-40B4-BE49-F238E27FC236}">
                <a16:creationId xmlns:a16="http://schemas.microsoft.com/office/drawing/2014/main" id="{E46F0522-CA30-4C9D-9321-4898BDFB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4.51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EE1DDF78-45DE-4234-84E8-E858396A941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/>
              <a:t>A barrel shifter circuit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9DDE2-6958-4E51-8D7C-CCAA2A150936}"/>
              </a:ext>
            </a:extLst>
          </p:cNvPr>
          <p:cNvSpPr/>
          <p:nvPr/>
        </p:nvSpPr>
        <p:spPr>
          <a:xfrm>
            <a:off x="76200" y="735227"/>
            <a:ext cx="4114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If the bits that are shifted out are placed into the vacated positions on the left, then </a:t>
            </a:r>
            <a:r>
              <a:rPr lang="en-US" sz="2200" dirty="0">
                <a:solidFill>
                  <a:schemeClr val="accent2"/>
                </a:solidFill>
              </a:rPr>
              <a:t>the circuit effectively rotates the bits of the input vector by a specified number of bit positions</a:t>
            </a:r>
            <a:r>
              <a:rPr lang="en-US" sz="2200" dirty="0"/>
              <a:t>. Such a circuit is often called a barrel shifter.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ED19C8-46DA-419C-A35F-806D68BB734E}"/>
              </a:ext>
            </a:extLst>
          </p:cNvPr>
          <p:cNvSpPr/>
          <p:nvPr/>
        </p:nvSpPr>
        <p:spPr>
          <a:xfrm>
            <a:off x="1905000" y="3197440"/>
            <a:ext cx="7069138" cy="2841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Box 125">
            <a:extLst>
              <a:ext uri="{FF2B5EF4-FFF2-40B4-BE49-F238E27FC236}">
                <a16:creationId xmlns:a16="http://schemas.microsoft.com/office/drawing/2014/main" id="{E46F0522-CA30-4C9D-9321-4898BDFB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4.51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EE1DDF78-45DE-4234-84E8-E858396A941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barrel shifter circuit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9DDE2-6958-4E51-8D7C-CCAA2A150936}"/>
              </a:ext>
            </a:extLst>
          </p:cNvPr>
          <p:cNvSpPr/>
          <p:nvPr/>
        </p:nvSpPr>
        <p:spPr>
          <a:xfrm>
            <a:off x="76200" y="735227"/>
            <a:ext cx="4114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If the bits that are shifted out are placed into the vacated positions on the left, then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 circuit effectively rotates the bits of the input vector by a specified number of bit positions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. Such a circuit is often called a barrel shifter.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AF348-39EB-4437-96D1-8F14D2BEB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8009349" y="4270747"/>
            <a:ext cx="837247" cy="1380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292D87-669B-4CE5-81D1-97C7CC0A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6323036" y="4317895"/>
            <a:ext cx="837247" cy="13809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FAE70C-DF63-49F0-BC04-1C140B4AF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4804008" y="4336158"/>
            <a:ext cx="837247" cy="1380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341CB6-5053-41EC-B488-CCB52B82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V="1">
            <a:off x="3117697" y="4336159"/>
            <a:ext cx="837247" cy="1380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02AC5-2578-403A-B404-51A2DB969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388" y="685800"/>
            <a:ext cx="2771211" cy="24336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5E9542-0DC8-4916-A76E-C61E1B0BBAD8}"/>
                  </a:ext>
                </a:extLst>
              </p14:cNvPr>
              <p14:cNvContentPartPr/>
              <p14:nvPr/>
            </p14:nvContentPartPr>
            <p14:xfrm>
              <a:off x="3136002" y="4918649"/>
              <a:ext cx="60480" cy="72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5E9542-0DC8-4916-A76E-C61E1B0BBA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6948" y="4909604"/>
                <a:ext cx="78226" cy="8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0F29F5-A524-4C96-B6C9-065748E5DE42}"/>
                  </a:ext>
                </a:extLst>
              </p14:cNvPr>
              <p14:cNvContentPartPr/>
              <p14:nvPr/>
            </p14:nvContentPartPr>
            <p14:xfrm>
              <a:off x="3224922" y="4914329"/>
              <a:ext cx="51480" cy="62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0F29F5-A524-4C96-B6C9-065748E5DE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5922" y="4905329"/>
                <a:ext cx="69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F682ED-D2C8-4C57-91E1-64B1A9105B58}"/>
                  </a:ext>
                </a:extLst>
              </p14:cNvPr>
              <p14:cNvContentPartPr/>
              <p14:nvPr/>
            </p14:nvContentPartPr>
            <p14:xfrm>
              <a:off x="3408882" y="4937009"/>
              <a:ext cx="86400" cy="85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F682ED-D2C8-4C57-91E1-64B1A9105B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82" y="4928009"/>
                <a:ext cx="104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AA6FCA-6B1D-42F0-868A-F41F461AA405}"/>
                  </a:ext>
                </a:extLst>
              </p14:cNvPr>
              <p14:cNvContentPartPr/>
              <p14:nvPr/>
            </p14:nvContentPartPr>
            <p14:xfrm>
              <a:off x="3649362" y="4911449"/>
              <a:ext cx="14760" cy="82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AA6FCA-6B1D-42F0-868A-F41F461AA4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40362" y="4902488"/>
                <a:ext cx="32400" cy="10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45208B-4BA2-4490-94BC-0669FACA7FA9}"/>
                  </a:ext>
                </a:extLst>
              </p14:cNvPr>
              <p14:cNvContentPartPr/>
              <p14:nvPr/>
            </p14:nvContentPartPr>
            <p14:xfrm>
              <a:off x="3700482" y="4917209"/>
              <a:ext cx="43560" cy="69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45208B-4BA2-4490-94BC-0669FACA7F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1482" y="4908255"/>
                <a:ext cx="61200" cy="8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F95ED31-0858-4454-B6C3-0530AA18EE46}"/>
                  </a:ext>
                </a:extLst>
              </p14:cNvPr>
              <p14:cNvContentPartPr/>
              <p14:nvPr/>
            </p14:nvContentPartPr>
            <p14:xfrm>
              <a:off x="3944922" y="4877249"/>
              <a:ext cx="10080" cy="101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F95ED31-0858-4454-B6C3-0530AA18EE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35922" y="4868217"/>
                <a:ext cx="27720" cy="119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9C0D316-EC6B-4B00-8A77-3CA6F2DBBF8E}"/>
                  </a:ext>
                </a:extLst>
              </p14:cNvPr>
              <p14:cNvContentPartPr/>
              <p14:nvPr/>
            </p14:nvContentPartPr>
            <p14:xfrm>
              <a:off x="4002162" y="4879049"/>
              <a:ext cx="29520" cy="99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9C0D316-EC6B-4B00-8A77-3CA6F2DBBF8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93051" y="4870049"/>
                <a:ext cx="47378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CB4944A-6D07-4B40-8DDC-27EB681438AC}"/>
                  </a:ext>
                </a:extLst>
              </p14:cNvPr>
              <p14:cNvContentPartPr/>
              <p14:nvPr/>
            </p14:nvContentPartPr>
            <p14:xfrm>
              <a:off x="4793750" y="4877040"/>
              <a:ext cx="60480" cy="72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CB4944A-6D07-4B40-8DDC-27EB681438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84696" y="4867995"/>
                <a:ext cx="78226" cy="8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1404EF6-C449-428A-9499-15E586C70E2A}"/>
                  </a:ext>
                </a:extLst>
              </p14:cNvPr>
              <p14:cNvContentPartPr/>
              <p14:nvPr/>
            </p14:nvContentPartPr>
            <p14:xfrm>
              <a:off x="4882670" y="4872720"/>
              <a:ext cx="51480" cy="62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1404EF6-C449-428A-9499-15E586C70E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73670" y="4863720"/>
                <a:ext cx="69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B57AEAB-EA3E-40F7-A149-A66B0222FD82}"/>
                  </a:ext>
                </a:extLst>
              </p14:cNvPr>
              <p14:cNvContentPartPr/>
              <p14:nvPr/>
            </p14:nvContentPartPr>
            <p14:xfrm>
              <a:off x="5066630" y="4895400"/>
              <a:ext cx="86400" cy="85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B57AEAB-EA3E-40F7-A149-A66B0222FD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57630" y="4886400"/>
                <a:ext cx="104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5C4852E-53A6-4D54-9B8A-790514282F3B}"/>
                  </a:ext>
                </a:extLst>
              </p14:cNvPr>
              <p14:cNvContentPartPr/>
              <p14:nvPr/>
            </p14:nvContentPartPr>
            <p14:xfrm>
              <a:off x="5307110" y="4869840"/>
              <a:ext cx="14760" cy="82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5C4852E-53A6-4D54-9B8A-790514282F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98110" y="4860879"/>
                <a:ext cx="32400" cy="10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EDAC7DB-2CF8-4BDF-8581-CAD24E4FCEFE}"/>
                  </a:ext>
                </a:extLst>
              </p14:cNvPr>
              <p14:cNvContentPartPr/>
              <p14:nvPr/>
            </p14:nvContentPartPr>
            <p14:xfrm>
              <a:off x="5358230" y="4875600"/>
              <a:ext cx="43560" cy="69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EDAC7DB-2CF8-4BDF-8581-CAD24E4FCEF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49230" y="4866646"/>
                <a:ext cx="61200" cy="8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69400BE-9E2B-4819-96F2-F1261FA56DE4}"/>
                  </a:ext>
                </a:extLst>
              </p14:cNvPr>
              <p14:cNvContentPartPr/>
              <p14:nvPr/>
            </p14:nvContentPartPr>
            <p14:xfrm>
              <a:off x="5602670" y="4835640"/>
              <a:ext cx="10080" cy="10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69400BE-9E2B-4819-96F2-F1261FA56D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93670" y="4826608"/>
                <a:ext cx="27720" cy="119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EFB1B5-B2EF-4E76-A12F-1CAF8A4F6783}"/>
                  </a:ext>
                </a:extLst>
              </p14:cNvPr>
              <p14:cNvContentPartPr/>
              <p14:nvPr/>
            </p14:nvContentPartPr>
            <p14:xfrm>
              <a:off x="5659910" y="4837440"/>
              <a:ext cx="29520" cy="99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EFB1B5-B2EF-4E76-A12F-1CAF8A4F67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50799" y="4828440"/>
                <a:ext cx="47378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8FF2104-4E7D-4DE7-893A-1DD9D2C3C247}"/>
                  </a:ext>
                </a:extLst>
              </p14:cNvPr>
              <p14:cNvContentPartPr/>
              <p14:nvPr/>
            </p14:nvContentPartPr>
            <p14:xfrm>
              <a:off x="6317750" y="4877040"/>
              <a:ext cx="60480" cy="72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8FF2104-4E7D-4DE7-893A-1DD9D2C3C2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08696" y="4867995"/>
                <a:ext cx="78226" cy="8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5A9F1EC-2E3F-497F-A33E-4CAE7D8332F4}"/>
                  </a:ext>
                </a:extLst>
              </p14:cNvPr>
              <p14:cNvContentPartPr/>
              <p14:nvPr/>
            </p14:nvContentPartPr>
            <p14:xfrm>
              <a:off x="6406670" y="4872720"/>
              <a:ext cx="51480" cy="626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5A9F1EC-2E3F-497F-A33E-4CAE7D8332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97670" y="4863720"/>
                <a:ext cx="69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FB8061B-9EB8-4105-B32D-B0E52D97421C}"/>
                  </a:ext>
                </a:extLst>
              </p14:cNvPr>
              <p14:cNvContentPartPr/>
              <p14:nvPr/>
            </p14:nvContentPartPr>
            <p14:xfrm>
              <a:off x="6590630" y="4895400"/>
              <a:ext cx="86400" cy="85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FB8061B-9EB8-4105-B32D-B0E52D9742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81630" y="4886400"/>
                <a:ext cx="104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050267A-2B25-4631-AFE5-49E4666EF5B1}"/>
                  </a:ext>
                </a:extLst>
              </p14:cNvPr>
              <p14:cNvContentPartPr/>
              <p14:nvPr/>
            </p14:nvContentPartPr>
            <p14:xfrm>
              <a:off x="6831110" y="4869840"/>
              <a:ext cx="14760" cy="82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050267A-2B25-4631-AFE5-49E4666EF5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22110" y="4860879"/>
                <a:ext cx="32400" cy="10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D503396-21B5-49D9-AC7D-D56857065749}"/>
                  </a:ext>
                </a:extLst>
              </p14:cNvPr>
              <p14:cNvContentPartPr/>
              <p14:nvPr/>
            </p14:nvContentPartPr>
            <p14:xfrm>
              <a:off x="6882230" y="4875600"/>
              <a:ext cx="43560" cy="69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D503396-21B5-49D9-AC7D-D568570657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73230" y="4866646"/>
                <a:ext cx="61200" cy="8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3E84194-3BB3-4C4E-A0D5-9B1A8F70D7FD}"/>
                  </a:ext>
                </a:extLst>
              </p14:cNvPr>
              <p14:cNvContentPartPr/>
              <p14:nvPr/>
            </p14:nvContentPartPr>
            <p14:xfrm>
              <a:off x="7126670" y="4835640"/>
              <a:ext cx="10080" cy="101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3E84194-3BB3-4C4E-A0D5-9B1A8F70D7F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17670" y="4826608"/>
                <a:ext cx="27720" cy="119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542F38B-DDEE-4273-921C-14965385903E}"/>
                  </a:ext>
                </a:extLst>
              </p14:cNvPr>
              <p14:cNvContentPartPr/>
              <p14:nvPr/>
            </p14:nvContentPartPr>
            <p14:xfrm>
              <a:off x="7183910" y="4837440"/>
              <a:ext cx="29520" cy="99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542F38B-DDEE-4273-921C-1496538590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74799" y="4828440"/>
                <a:ext cx="47378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8F08A7F-4410-44D0-9420-4406837CCB61}"/>
                  </a:ext>
                </a:extLst>
              </p14:cNvPr>
              <p14:cNvContentPartPr/>
              <p14:nvPr/>
            </p14:nvContentPartPr>
            <p14:xfrm>
              <a:off x="7994150" y="4884000"/>
              <a:ext cx="60480" cy="72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8F08A7F-4410-44D0-9420-4406837CC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85096" y="4874955"/>
                <a:ext cx="78226" cy="8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D797CD0-72C3-47BA-A410-ABDDCFEAA438}"/>
                  </a:ext>
                </a:extLst>
              </p14:cNvPr>
              <p14:cNvContentPartPr/>
              <p14:nvPr/>
            </p14:nvContentPartPr>
            <p14:xfrm>
              <a:off x="8083070" y="4879680"/>
              <a:ext cx="51480" cy="62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D797CD0-72C3-47BA-A410-ABDDCFEAA4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4070" y="4870680"/>
                <a:ext cx="69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3F2339E-0EE0-44CC-870A-1E1072E618D5}"/>
                  </a:ext>
                </a:extLst>
              </p14:cNvPr>
              <p14:cNvContentPartPr/>
              <p14:nvPr/>
            </p14:nvContentPartPr>
            <p14:xfrm>
              <a:off x="8267030" y="4902360"/>
              <a:ext cx="86400" cy="85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3F2339E-0EE0-44CC-870A-1E1072E618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8030" y="4893360"/>
                <a:ext cx="104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5038D66-B2E2-4F06-86EC-C604A6FC52B1}"/>
                  </a:ext>
                </a:extLst>
              </p14:cNvPr>
              <p14:cNvContentPartPr/>
              <p14:nvPr/>
            </p14:nvContentPartPr>
            <p14:xfrm>
              <a:off x="8507510" y="4876800"/>
              <a:ext cx="14760" cy="82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5038D66-B2E2-4F06-86EC-C604A6FC52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98510" y="4867839"/>
                <a:ext cx="32400" cy="1003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C333280-294F-4E3D-96F3-89E2A609A48D}"/>
                  </a:ext>
                </a:extLst>
              </p14:cNvPr>
              <p14:cNvContentPartPr/>
              <p14:nvPr/>
            </p14:nvContentPartPr>
            <p14:xfrm>
              <a:off x="8558630" y="4882560"/>
              <a:ext cx="43560" cy="69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C333280-294F-4E3D-96F3-89E2A609A4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49630" y="4873606"/>
                <a:ext cx="61200" cy="870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39C0A75-DC1C-43CC-BCD2-D5F44FC70D0A}"/>
                  </a:ext>
                </a:extLst>
              </p14:cNvPr>
              <p14:cNvContentPartPr/>
              <p14:nvPr/>
            </p14:nvContentPartPr>
            <p14:xfrm>
              <a:off x="8803070" y="4842600"/>
              <a:ext cx="10080" cy="101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39C0A75-DC1C-43CC-BCD2-D5F44FC70D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94070" y="4833568"/>
                <a:ext cx="27720" cy="119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D0CD6BE-F172-44F6-905C-43FF4BF2DBDD}"/>
                  </a:ext>
                </a:extLst>
              </p14:cNvPr>
              <p14:cNvContentPartPr/>
              <p14:nvPr/>
            </p14:nvContentPartPr>
            <p14:xfrm>
              <a:off x="8860310" y="4844400"/>
              <a:ext cx="29520" cy="997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D0CD6BE-F172-44F6-905C-43FF4BF2DBD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51199" y="4835400"/>
                <a:ext cx="47378" cy="1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8006648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2">
            <a:extLst>
              <a:ext uri="{FF2B5EF4-FFF2-40B4-BE49-F238E27FC236}">
                <a16:creationId xmlns:a16="http://schemas.microsoft.com/office/drawing/2014/main" id="{7E2BA073-4BD8-4A1B-9D14-F3BBA6220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1047750"/>
            <a:ext cx="6686550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6" name="TextBox 125">
            <a:extLst>
              <a:ext uri="{FF2B5EF4-FFF2-40B4-BE49-F238E27FC236}">
                <a16:creationId xmlns:a16="http://schemas.microsoft.com/office/drawing/2014/main" id="{E46F0522-CA30-4C9D-9321-4898BDFB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4.51 from the textbook ]</a:t>
            </a:r>
          </a:p>
        </p:txBody>
      </p:sp>
      <p:sp>
        <p:nvSpPr>
          <p:cNvPr id="118787" name="Title 1">
            <a:extLst>
              <a:ext uri="{FF2B5EF4-FFF2-40B4-BE49-F238E27FC236}">
                <a16:creationId xmlns:a16="http://schemas.microsoft.com/office/drawing/2014/main" id="{EE1DDF78-45DE-4234-84E8-E858396A941C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/>
              <a:t>A barrel shifter circuit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9DDE2-6958-4E51-8D7C-CCAA2A150936}"/>
              </a:ext>
            </a:extLst>
          </p:cNvPr>
          <p:cNvSpPr/>
          <p:nvPr/>
        </p:nvSpPr>
        <p:spPr>
          <a:xfrm>
            <a:off x="76200" y="735227"/>
            <a:ext cx="41148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If the bits that are shifted out are placed into the vacated positions on the left, then </a:t>
            </a:r>
            <a:r>
              <a:rPr lang="en-US" sz="2200" dirty="0">
                <a:solidFill>
                  <a:schemeClr val="accent2"/>
                </a:solidFill>
              </a:rPr>
              <a:t>the circuit effectively rotates the bits of the input vector by a specified number of bit positions</a:t>
            </a:r>
            <a:r>
              <a:rPr lang="en-US" sz="2200" dirty="0"/>
              <a:t>. Such a circuit is often called a barrel shifter.</a:t>
            </a:r>
          </a:p>
        </p:txBody>
      </p:sp>
    </p:spTree>
    <p:extLst>
      <p:ext uri="{BB962C8B-B14F-4D97-AF65-F5344CB8AC3E}">
        <p14:creationId xmlns:p14="http://schemas.microsoft.com/office/powerpoint/2010/main" val="511820901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2545ccdc-34fc-4cec-a48d-ba29d7877a97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9987</TotalTime>
  <Words>3226</Words>
  <Application>Microsoft Office PowerPoint</Application>
  <PresentationFormat>On-screen Show (4:3)</PresentationFormat>
  <Paragraphs>1331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MS PGothic</vt:lpstr>
      <vt:lpstr>MS PGothic</vt:lpstr>
      <vt:lpstr>Arial</vt:lpstr>
      <vt:lpstr>Calibri</vt:lpstr>
      <vt:lpstr>Times</vt:lpstr>
      <vt:lpstr>Times New Roman</vt:lpstr>
      <vt:lpstr>Times-Roman</vt:lpstr>
      <vt:lpstr>Default Design</vt:lpstr>
      <vt:lpstr>PowerPoint Presentation</vt:lpstr>
      <vt:lpstr>Administrative Stuff</vt:lpstr>
      <vt:lpstr>20-Code Converters</vt:lpstr>
      <vt:lpstr>Encoders (there are several types)</vt:lpstr>
      <vt:lpstr>PowerPoint Presentation</vt:lpstr>
      <vt:lpstr>Priority Encoders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Converter (Definition)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Arithmetic Comparison 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Problems from Chapter 4</vt:lpstr>
      <vt:lpstr>Example 1: SOP vs Decoders</vt:lpstr>
      <vt:lpstr>PowerPoint Presentation</vt:lpstr>
      <vt:lpstr>PowerPoint Presentation</vt:lpstr>
      <vt:lpstr>PowerPoint Presentation</vt:lpstr>
      <vt:lpstr>Example 2: Implement an 8-to-3 binary encoder</vt:lpstr>
      <vt:lpstr>Example 2: Implement an 8-to-3 binary encoder</vt:lpstr>
      <vt:lpstr>PowerPoint Presentation</vt:lpstr>
      <vt:lpstr>Example 3: Implement an 8-to-3 priority encoder</vt:lpstr>
      <vt:lpstr>Example 3: Implement an 8-to-3 priority encoder</vt:lpstr>
      <vt:lpstr>Example 3: Implement an 8-to-3 priority encoder</vt:lpstr>
      <vt:lpstr>Example 3: Implement an 8-to-3 priority encoder</vt:lpstr>
      <vt:lpstr>Example 3: Implement an 8-to-3 priority encoder</vt:lpstr>
      <vt:lpstr>PowerPoint Presentation</vt:lpstr>
      <vt:lpstr>PowerPoint Presentation</vt:lpstr>
      <vt:lpstr>Example 4:Circuit implementation  using a multiplexer</vt:lpstr>
      <vt:lpstr>Example 4:Circuit implementation using a multiplexer</vt:lpstr>
      <vt:lpstr>Example 4:Circuit implementation using a multiplexer</vt:lpstr>
      <vt:lpstr>Example 4:Circuit implementation using a multiplexer</vt:lpstr>
      <vt:lpstr>Some Boolean Algebra Leads To</vt:lpstr>
      <vt:lpstr>PowerPoint Presentation</vt:lpstr>
      <vt:lpstr>Example 5:Circuit implementation  using a 2-to-4 Decoder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232</cp:revision>
  <dcterms:created xsi:type="dcterms:W3CDTF">2003-05-23T15:49:24Z</dcterms:created>
  <dcterms:modified xsi:type="dcterms:W3CDTF">2022-03-09T23:16:17Z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