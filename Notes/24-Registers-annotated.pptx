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p:sldMasterIdLst>
    <p:sldMasterId id="2147483660" r:id="rId4"/>
  </p:sldMasterIdLst>
  <p:notesMasterIdLst>
    <p:notesMasterId r:id="rId103"/>
  </p:notesMasterIdLst>
  <p:handoutMasterIdLst>
    <p:handoutMasterId r:id="rId104"/>
  </p:handoutMasterIdLst>
  <p:sldIdLst>
    <p:sldId id="788" r:id="rId5"/>
    <p:sldId id="773" r:id="rId6"/>
    <p:sldId id="2048" r:id="rId7"/>
    <p:sldId id="1688" r:id="rId8"/>
    <p:sldId id="2125" r:id="rId9"/>
    <p:sldId id="1373" r:id="rId10"/>
    <p:sldId id="2126" r:id="rId11"/>
    <p:sldId id="1729" r:id="rId12"/>
    <p:sldId id="1730" r:id="rId13"/>
    <p:sldId id="1362" r:id="rId14"/>
    <p:sldId id="2128" r:id="rId15"/>
    <p:sldId id="1903" r:id="rId16"/>
    <p:sldId id="1954" r:id="rId17"/>
    <p:sldId id="1963" r:id="rId18"/>
    <p:sldId id="1964" r:id="rId19"/>
    <p:sldId id="2114" r:id="rId20"/>
    <p:sldId id="2113" r:id="rId21"/>
    <p:sldId id="1956" r:id="rId22"/>
    <p:sldId id="2121" r:id="rId23"/>
    <p:sldId id="1957" r:id="rId24"/>
    <p:sldId id="1959" r:id="rId25"/>
    <p:sldId id="2122" r:id="rId26"/>
    <p:sldId id="1960" r:id="rId27"/>
    <p:sldId id="1961" r:id="rId28"/>
    <p:sldId id="1962" r:id="rId29"/>
    <p:sldId id="2115" r:id="rId30"/>
    <p:sldId id="2116" r:id="rId31"/>
    <p:sldId id="2117" r:id="rId32"/>
    <p:sldId id="1906" r:id="rId33"/>
    <p:sldId id="1981" r:id="rId34"/>
    <p:sldId id="2123" r:id="rId35"/>
    <p:sldId id="1967" r:id="rId36"/>
    <p:sldId id="1966" r:id="rId37"/>
    <p:sldId id="1968" r:id="rId38"/>
    <p:sldId id="1979" r:id="rId39"/>
    <p:sldId id="1980" r:id="rId40"/>
    <p:sldId id="1978" r:id="rId41"/>
    <p:sldId id="1977" r:id="rId42"/>
    <p:sldId id="1976" r:id="rId43"/>
    <p:sldId id="1975" r:id="rId44"/>
    <p:sldId id="1971" r:id="rId45"/>
    <p:sldId id="1988" r:id="rId46"/>
    <p:sldId id="1989" r:id="rId47"/>
    <p:sldId id="1990" r:id="rId48"/>
    <p:sldId id="1991" r:id="rId49"/>
    <p:sldId id="1965" r:id="rId50"/>
    <p:sldId id="2119" r:id="rId51"/>
    <p:sldId id="1908" r:id="rId52"/>
    <p:sldId id="1909" r:id="rId53"/>
    <p:sldId id="2000" r:id="rId54"/>
    <p:sldId id="2001" r:id="rId55"/>
    <p:sldId id="2004" r:id="rId56"/>
    <p:sldId id="1916" r:id="rId57"/>
    <p:sldId id="2009" r:id="rId58"/>
    <p:sldId id="2008" r:id="rId59"/>
    <p:sldId id="2003" r:id="rId60"/>
    <p:sldId id="2005" r:id="rId61"/>
    <p:sldId id="2007" r:id="rId62"/>
    <p:sldId id="2006" r:id="rId63"/>
    <p:sldId id="2112" r:id="rId64"/>
    <p:sldId id="2085" r:id="rId65"/>
    <p:sldId id="2082" r:id="rId66"/>
    <p:sldId id="2088" r:id="rId67"/>
    <p:sldId id="2089" r:id="rId68"/>
    <p:sldId id="2124" r:id="rId69"/>
    <p:sldId id="2091" r:id="rId70"/>
    <p:sldId id="2090" r:id="rId71"/>
    <p:sldId id="2092" r:id="rId72"/>
    <p:sldId id="2093" r:id="rId73"/>
    <p:sldId id="2109" r:id="rId74"/>
    <p:sldId id="2110" r:id="rId75"/>
    <p:sldId id="2111" r:id="rId76"/>
    <p:sldId id="1910" r:id="rId77"/>
    <p:sldId id="2030" r:id="rId78"/>
    <p:sldId id="2127" r:id="rId79"/>
    <p:sldId id="2032" r:id="rId80"/>
    <p:sldId id="2031" r:id="rId81"/>
    <p:sldId id="2118" r:id="rId82"/>
    <p:sldId id="2047" r:id="rId83"/>
    <p:sldId id="2129" r:id="rId84"/>
    <p:sldId id="2029" r:id="rId85"/>
    <p:sldId id="2038" r:id="rId86"/>
    <p:sldId id="2039" r:id="rId87"/>
    <p:sldId id="2040" r:id="rId88"/>
    <p:sldId id="2041" r:id="rId89"/>
    <p:sldId id="2013" r:id="rId90"/>
    <p:sldId id="1992" r:id="rId91"/>
    <p:sldId id="2130" r:id="rId92"/>
    <p:sldId id="2067" r:id="rId93"/>
    <p:sldId id="2073" r:id="rId94"/>
    <p:sldId id="2072" r:id="rId95"/>
    <p:sldId id="2071" r:id="rId96"/>
    <p:sldId id="2070" r:id="rId97"/>
    <p:sldId id="2069" r:id="rId98"/>
    <p:sldId id="2068" r:id="rId99"/>
    <p:sldId id="2066" r:id="rId100"/>
    <p:sldId id="2076" r:id="rId101"/>
    <p:sldId id="772" r:id="rId102"/>
  </p:sldIdLst>
  <p:sldSz cx="9144000" cy="6858000" type="screen4x3"/>
  <p:notesSz cx="6858000" cy="9144000"/>
  <p:defaultTextStyle>
    <a:defPPr>
      <a:defRPr lang="en-US"/>
    </a:defPPr>
    <a:lvl1pPr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9pPr>
  </p:defaultTextStyle>
  <p:extLst>
    <p:ext uri="{EFAFB233-063F-42B5-8137-9DF3F51BA10A}">
      <p15:sldGuideLst xmlns:p15="http://schemas.microsoft.com/office/powerpoint/2012/main">
        <p15:guide id="1" orient="horz" pos="912">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0066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260" autoAdjust="0"/>
    <p:restoredTop sz="94690"/>
  </p:normalViewPr>
  <p:slideViewPr>
    <p:cSldViewPr>
      <p:cViewPr varScale="1">
        <p:scale>
          <a:sx n="83" d="100"/>
          <a:sy n="83" d="100"/>
        </p:scale>
        <p:origin x="947" y="51"/>
      </p:cViewPr>
      <p:guideLst>
        <p:guide orient="horz" pos="912"/>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6" Type="http://schemas.openxmlformats.org/officeDocument/2006/relationships/slide" Target="slides/slide12.xml"/><Relationship Id="rId107" Type="http://schemas.openxmlformats.org/officeDocument/2006/relationships/theme" Target="theme/theme1.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notesMaster" Target="notesMasters/notesMaster1.xml"/><Relationship Id="rId108" Type="http://schemas.openxmlformats.org/officeDocument/2006/relationships/tableStyles" Target="tableStyle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viewProps" Target="viewProps.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microsoft.com/office/2016/11/relationships/changesInfo" Target="changesInfos/changesInfo1.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handoutMaster" Target="handoutMasters/handoutMaster1.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presProps" Target="pres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d Maruf" userId="6f647de5-aeca-43cd-b76c-e84c6089bcf4" providerId="ADAL" clId="{6DD2C827-751D-4CB9-919F-D8F6620F550E}"/>
  </pc:docChgLst>
  <pc:docChgLst>
    <pc:chgData name="Ahamed, Md Maruf [E CPE]" userId="6f647de5-aeca-43cd-b76c-e84c6089bcf4" providerId="ADAL" clId="{C2AB552D-BF33-4FFE-904A-23B7F98595A3}"/>
    <pc:docChg chg="custSel addSld delSld modSld sldOrd">
      <pc:chgData name="Ahamed, Md Maruf [E CPE]" userId="6f647de5-aeca-43cd-b76c-e84c6089bcf4" providerId="ADAL" clId="{C2AB552D-BF33-4FFE-904A-23B7F98595A3}" dt="2022-03-25T22:18:34.525" v="119"/>
      <pc:docMkLst>
        <pc:docMk/>
      </pc:docMkLst>
      <pc:sldChg chg="del">
        <pc:chgData name="Ahamed, Md Maruf [E CPE]" userId="6f647de5-aeca-43cd-b76c-e84c6089bcf4" providerId="ADAL" clId="{C2AB552D-BF33-4FFE-904A-23B7F98595A3}" dt="2022-03-25T16:31:27.435" v="28" actId="2696"/>
        <pc:sldMkLst>
          <pc:docMk/>
          <pc:sldMk cId="1865281566" sldId="774"/>
        </pc:sldMkLst>
      </pc:sldChg>
      <pc:sldChg chg="del">
        <pc:chgData name="Ahamed, Md Maruf [E CPE]" userId="6f647de5-aeca-43cd-b76c-e84c6089bcf4" providerId="ADAL" clId="{C2AB552D-BF33-4FFE-904A-23B7F98595A3}" dt="2022-03-25T16:33:00.277" v="38" actId="2696"/>
        <pc:sldMkLst>
          <pc:docMk/>
          <pc:sldMk cId="1420216846" sldId="786"/>
        </pc:sldMkLst>
      </pc:sldChg>
      <pc:sldChg chg="delSp">
        <pc:chgData name="Ahamed, Md Maruf [E CPE]" userId="6f647de5-aeca-43cd-b76c-e84c6089bcf4" providerId="ADAL" clId="{C2AB552D-BF33-4FFE-904A-23B7F98595A3}" dt="2022-03-25T16:33:20.493" v="41" actId="478"/>
        <pc:sldMkLst>
          <pc:docMk/>
          <pc:sldMk cId="212713959" sldId="1373"/>
        </pc:sldMkLst>
        <pc:inkChg chg="del">
          <ac:chgData name="Ahamed, Md Maruf [E CPE]" userId="6f647de5-aeca-43cd-b76c-e84c6089bcf4" providerId="ADAL" clId="{C2AB552D-BF33-4FFE-904A-23B7F98595A3}" dt="2022-03-25T16:33:20.493" v="41" actId="478"/>
          <ac:inkMkLst>
            <pc:docMk/>
            <pc:sldMk cId="212713959" sldId="1373"/>
            <ac:inkMk id="2" creationId="{3275120F-3738-470B-8871-C2A36E821698}"/>
          </ac:inkMkLst>
        </pc:inkChg>
        <pc:inkChg chg="del">
          <ac:chgData name="Ahamed, Md Maruf [E CPE]" userId="6f647de5-aeca-43cd-b76c-e84c6089bcf4" providerId="ADAL" clId="{C2AB552D-BF33-4FFE-904A-23B7F98595A3}" dt="2022-03-25T16:33:08.166" v="40" actId="478"/>
          <ac:inkMkLst>
            <pc:docMk/>
            <pc:sldMk cId="212713959" sldId="1373"/>
            <ac:inkMk id="4" creationId="{4CE209E8-E712-4036-B2B5-CAF168347DDA}"/>
          </ac:inkMkLst>
        </pc:inkChg>
      </pc:sldChg>
      <pc:sldChg chg="del">
        <pc:chgData name="Ahamed, Md Maruf [E CPE]" userId="6f647de5-aeca-43cd-b76c-e84c6089bcf4" providerId="ADAL" clId="{C2AB552D-BF33-4FFE-904A-23B7F98595A3}" dt="2022-03-25T16:32:59.341" v="37" actId="2696"/>
        <pc:sldMkLst>
          <pc:docMk/>
          <pc:sldMk cId="1813635454" sldId="1411"/>
        </pc:sldMkLst>
      </pc:sldChg>
      <pc:sldChg chg="del">
        <pc:chgData name="Ahamed, Md Maruf [E CPE]" userId="6f647de5-aeca-43cd-b76c-e84c6089bcf4" providerId="ADAL" clId="{C2AB552D-BF33-4FFE-904A-23B7F98595A3}" dt="2022-03-25T16:33:02.734" v="39" actId="2696"/>
        <pc:sldMkLst>
          <pc:docMk/>
          <pc:sldMk cId="3498433364" sldId="1412"/>
        </pc:sldMkLst>
      </pc:sldChg>
      <pc:sldChg chg="modSp">
        <pc:chgData name="Ahamed, Md Maruf [E CPE]" userId="6f647de5-aeca-43cd-b76c-e84c6089bcf4" providerId="ADAL" clId="{C2AB552D-BF33-4FFE-904A-23B7F98595A3}" dt="2022-03-25T18:48:01.490" v="77" actId="207"/>
        <pc:sldMkLst>
          <pc:docMk/>
          <pc:sldMk cId="0" sldId="1688"/>
        </pc:sldMkLst>
        <pc:spChg chg="mod">
          <ac:chgData name="Ahamed, Md Maruf [E CPE]" userId="6f647de5-aeca-43cd-b76c-e84c6089bcf4" providerId="ADAL" clId="{C2AB552D-BF33-4FFE-904A-23B7F98595A3}" dt="2022-03-25T18:48:01.490" v="77" actId="207"/>
          <ac:spMkLst>
            <pc:docMk/>
            <pc:sldMk cId="0" sldId="1688"/>
            <ac:spMk id="8194" creationId="{74FCD54D-DBAB-4BC0-9290-774522E42077}"/>
          </ac:spMkLst>
        </pc:spChg>
      </pc:sldChg>
      <pc:sldChg chg="addSp">
        <pc:chgData name="Ahamed, Md Maruf [E CPE]" userId="6f647de5-aeca-43cd-b76c-e84c6089bcf4" providerId="ADAL" clId="{C2AB552D-BF33-4FFE-904A-23B7F98595A3}" dt="2022-03-25T22:18:34.525" v="119"/>
        <pc:sldMkLst>
          <pc:docMk/>
          <pc:sldMk cId="0" sldId="1729"/>
        </pc:sldMkLst>
        <pc:inkChg chg="add">
          <ac:chgData name="Ahamed, Md Maruf [E CPE]" userId="6f647de5-aeca-43cd-b76c-e84c6089bcf4" providerId="ADAL" clId="{C2AB552D-BF33-4FFE-904A-23B7F98595A3}" dt="2022-03-25T22:18:34.525" v="119"/>
          <ac:inkMkLst>
            <pc:docMk/>
            <pc:sldMk cId="0" sldId="1729"/>
            <ac:inkMk id="2" creationId="{0482C64B-B8F6-407E-A283-431009EE6CD7}"/>
          </ac:inkMkLst>
        </pc:inkChg>
      </pc:sldChg>
      <pc:sldChg chg="del">
        <pc:chgData name="Ahamed, Md Maruf [E CPE]" userId="6f647de5-aeca-43cd-b76c-e84c6089bcf4" providerId="ADAL" clId="{C2AB552D-BF33-4FFE-904A-23B7F98595A3}" dt="2022-03-25T19:19:05.462" v="78" actId="2696"/>
        <pc:sldMkLst>
          <pc:docMk/>
          <pc:sldMk cId="0" sldId="1902"/>
        </pc:sldMkLst>
      </pc:sldChg>
      <pc:sldChg chg="addSp">
        <pc:chgData name="Ahamed, Md Maruf [E CPE]" userId="6f647de5-aeca-43cd-b76c-e84c6089bcf4" providerId="ADAL" clId="{C2AB552D-BF33-4FFE-904A-23B7F98595A3}" dt="2022-03-25T22:18:34.525" v="119"/>
        <pc:sldMkLst>
          <pc:docMk/>
          <pc:sldMk cId="0" sldId="1903"/>
        </pc:sldMkLst>
        <pc:inkChg chg="add">
          <ac:chgData name="Ahamed, Md Maruf [E CPE]" userId="6f647de5-aeca-43cd-b76c-e84c6089bcf4" providerId="ADAL" clId="{C2AB552D-BF33-4FFE-904A-23B7F98595A3}" dt="2022-03-25T22:18:34.525" v="119"/>
          <ac:inkMkLst>
            <pc:docMk/>
            <pc:sldMk cId="0" sldId="1903"/>
            <ac:inkMk id="2" creationId="{8137CA3B-6B12-4D10-8718-CF1BEC4D3C29}"/>
          </ac:inkMkLst>
        </pc:inkChg>
      </pc:sldChg>
      <pc:sldChg chg="addSp">
        <pc:chgData name="Ahamed, Md Maruf [E CPE]" userId="6f647de5-aeca-43cd-b76c-e84c6089bcf4" providerId="ADAL" clId="{C2AB552D-BF33-4FFE-904A-23B7F98595A3}" dt="2022-03-25T22:18:34.525" v="119"/>
        <pc:sldMkLst>
          <pc:docMk/>
          <pc:sldMk cId="0" sldId="1906"/>
        </pc:sldMkLst>
        <pc:inkChg chg="add">
          <ac:chgData name="Ahamed, Md Maruf [E CPE]" userId="6f647de5-aeca-43cd-b76c-e84c6089bcf4" providerId="ADAL" clId="{C2AB552D-BF33-4FFE-904A-23B7F98595A3}" dt="2022-03-25T22:18:34.525" v="119"/>
          <ac:inkMkLst>
            <pc:docMk/>
            <pc:sldMk cId="0" sldId="1906"/>
            <ac:inkMk id="2" creationId="{110C0851-2541-4018-AAE1-8B0C65A3B37B}"/>
          </ac:inkMkLst>
        </pc:inkChg>
      </pc:sldChg>
      <pc:sldChg chg="delSp">
        <pc:chgData name="Ahamed, Md Maruf [E CPE]" userId="6f647de5-aeca-43cd-b76c-e84c6089bcf4" providerId="ADAL" clId="{C2AB552D-BF33-4FFE-904A-23B7F98595A3}" dt="2022-03-25T16:39:57.583" v="55" actId="478"/>
        <pc:sldMkLst>
          <pc:docMk/>
          <pc:sldMk cId="0" sldId="1908"/>
        </pc:sldMkLst>
        <pc:inkChg chg="del">
          <ac:chgData name="Ahamed, Md Maruf [E CPE]" userId="6f647de5-aeca-43cd-b76c-e84c6089bcf4" providerId="ADAL" clId="{C2AB552D-BF33-4FFE-904A-23B7F98595A3}" dt="2022-03-25T16:39:57.583" v="55" actId="478"/>
          <ac:inkMkLst>
            <pc:docMk/>
            <pc:sldMk cId="0" sldId="1908"/>
            <ac:inkMk id="2" creationId="{548EE80C-D496-4A4F-8817-148827C94CC2}"/>
          </ac:inkMkLst>
        </pc:inkChg>
      </pc:sldChg>
      <pc:sldChg chg="delSp del">
        <pc:chgData name="Ahamed, Md Maruf [E CPE]" userId="6f647de5-aeca-43cd-b76c-e84c6089bcf4" providerId="ADAL" clId="{C2AB552D-BF33-4FFE-904A-23B7F98595A3}" dt="2022-03-25T19:48:48.222" v="83" actId="478"/>
        <pc:sldMkLst>
          <pc:docMk/>
          <pc:sldMk cId="0" sldId="1909"/>
        </pc:sldMkLst>
        <pc:inkChg chg="del">
          <ac:chgData name="Ahamed, Md Maruf [E CPE]" userId="6f647de5-aeca-43cd-b76c-e84c6089bcf4" providerId="ADAL" clId="{C2AB552D-BF33-4FFE-904A-23B7F98595A3}" dt="2022-03-25T16:40:13.109" v="56" actId="478"/>
          <ac:inkMkLst>
            <pc:docMk/>
            <pc:sldMk cId="0" sldId="1909"/>
            <ac:inkMk id="2" creationId="{711485E7-764C-4347-A2ED-5A6C9022DB66}"/>
          </ac:inkMkLst>
        </pc:inkChg>
        <pc:inkChg chg="del">
          <ac:chgData name="Ahamed, Md Maruf [E CPE]" userId="6f647de5-aeca-43cd-b76c-e84c6089bcf4" providerId="ADAL" clId="{C2AB552D-BF33-4FFE-904A-23B7F98595A3}" dt="2022-03-25T19:48:48.222" v="83" actId="478"/>
          <ac:inkMkLst>
            <pc:docMk/>
            <pc:sldMk cId="0" sldId="1909"/>
            <ac:inkMk id="2" creationId="{C6C01881-E55B-44EE-A7CC-D55F62D63841}"/>
          </ac:inkMkLst>
        </pc:inkChg>
      </pc:sldChg>
      <pc:sldChg chg="addSp">
        <pc:chgData name="Ahamed, Md Maruf [E CPE]" userId="6f647de5-aeca-43cd-b76c-e84c6089bcf4" providerId="ADAL" clId="{C2AB552D-BF33-4FFE-904A-23B7F98595A3}" dt="2022-03-25T22:18:34.525" v="119"/>
        <pc:sldMkLst>
          <pc:docMk/>
          <pc:sldMk cId="0" sldId="1910"/>
        </pc:sldMkLst>
        <pc:inkChg chg="add">
          <ac:chgData name="Ahamed, Md Maruf [E CPE]" userId="6f647de5-aeca-43cd-b76c-e84c6089bcf4" providerId="ADAL" clId="{C2AB552D-BF33-4FFE-904A-23B7F98595A3}" dt="2022-03-25T22:18:34.525" v="119"/>
          <ac:inkMkLst>
            <pc:docMk/>
            <pc:sldMk cId="0" sldId="1910"/>
            <ac:inkMk id="2" creationId="{58C0CD5D-6F11-44AA-9B3A-48C0CA5F2F7B}"/>
          </ac:inkMkLst>
        </pc:inkChg>
      </pc:sldChg>
      <pc:sldChg chg="addSp delSp">
        <pc:chgData name="Ahamed, Md Maruf [E CPE]" userId="6f647de5-aeca-43cd-b76c-e84c6089bcf4" providerId="ADAL" clId="{C2AB552D-BF33-4FFE-904A-23B7F98595A3}" dt="2022-03-25T22:18:34.525" v="119"/>
        <pc:sldMkLst>
          <pc:docMk/>
          <pc:sldMk cId="0" sldId="1916"/>
        </pc:sldMkLst>
        <pc:inkChg chg="add">
          <ac:chgData name="Ahamed, Md Maruf [E CPE]" userId="6f647de5-aeca-43cd-b76c-e84c6089bcf4" providerId="ADAL" clId="{C2AB552D-BF33-4FFE-904A-23B7F98595A3}" dt="2022-03-25T22:18:34.525" v="119"/>
          <ac:inkMkLst>
            <pc:docMk/>
            <pc:sldMk cId="0" sldId="1916"/>
            <ac:inkMk id="2" creationId="{3E6E95BD-39AD-48BD-8966-7F5C1008EEC9}"/>
          </ac:inkMkLst>
        </pc:inkChg>
        <pc:inkChg chg="del">
          <ac:chgData name="Ahamed, Md Maruf [E CPE]" userId="6f647de5-aeca-43cd-b76c-e84c6089bcf4" providerId="ADAL" clId="{C2AB552D-BF33-4FFE-904A-23B7F98595A3}" dt="2022-03-25T16:40:22.541" v="57" actId="478"/>
          <ac:inkMkLst>
            <pc:docMk/>
            <pc:sldMk cId="0" sldId="1916"/>
            <ac:inkMk id="2" creationId="{9A1CC8E4-75AC-4FEA-81F8-C984A3128BBB}"/>
          </ac:inkMkLst>
        </pc:inkChg>
      </pc:sldChg>
      <pc:sldChg chg="addSp delSp">
        <pc:chgData name="Ahamed, Md Maruf [E CPE]" userId="6f647de5-aeca-43cd-b76c-e84c6089bcf4" providerId="ADAL" clId="{C2AB552D-BF33-4FFE-904A-23B7F98595A3}" dt="2022-03-25T22:18:34.525" v="119"/>
        <pc:sldMkLst>
          <pc:docMk/>
          <pc:sldMk cId="0" sldId="1954"/>
        </pc:sldMkLst>
        <pc:inkChg chg="del">
          <ac:chgData name="Ahamed, Md Maruf [E CPE]" userId="6f647de5-aeca-43cd-b76c-e84c6089bcf4" providerId="ADAL" clId="{C2AB552D-BF33-4FFE-904A-23B7F98595A3}" dt="2022-03-25T16:38:14.781" v="51" actId="478"/>
          <ac:inkMkLst>
            <pc:docMk/>
            <pc:sldMk cId="0" sldId="1954"/>
            <ac:inkMk id="4" creationId="{2A2E2A8A-084F-4CDF-834F-EDFE7159C4D1}"/>
          </ac:inkMkLst>
        </pc:inkChg>
        <pc:inkChg chg="add">
          <ac:chgData name="Ahamed, Md Maruf [E CPE]" userId="6f647de5-aeca-43cd-b76c-e84c6089bcf4" providerId="ADAL" clId="{C2AB552D-BF33-4FFE-904A-23B7F98595A3}" dt="2022-03-25T22:18:34.525" v="119"/>
          <ac:inkMkLst>
            <pc:docMk/>
            <pc:sldMk cId="0" sldId="1954"/>
            <ac:inkMk id="4" creationId="{4D69DFF8-2444-4BE9-8360-5AADDC433009}"/>
          </ac:inkMkLst>
        </pc:inkChg>
      </pc:sldChg>
      <pc:sldChg chg="addSp delSp">
        <pc:chgData name="Ahamed, Md Maruf [E CPE]" userId="6f647de5-aeca-43cd-b76c-e84c6089bcf4" providerId="ADAL" clId="{C2AB552D-BF33-4FFE-904A-23B7F98595A3}" dt="2022-03-25T22:18:34.525" v="119"/>
        <pc:sldMkLst>
          <pc:docMk/>
          <pc:sldMk cId="0" sldId="1956"/>
        </pc:sldMkLst>
        <pc:inkChg chg="del">
          <ac:chgData name="Ahamed, Md Maruf [E CPE]" userId="6f647de5-aeca-43cd-b76c-e84c6089bcf4" providerId="ADAL" clId="{C2AB552D-BF33-4FFE-904A-23B7F98595A3}" dt="2022-03-25T16:38:32.518" v="52" actId="478"/>
          <ac:inkMkLst>
            <pc:docMk/>
            <pc:sldMk cId="0" sldId="1956"/>
            <ac:inkMk id="2" creationId="{2BA61AA6-5BF2-4828-90EF-9F751BD77609}"/>
          </ac:inkMkLst>
        </pc:inkChg>
        <pc:inkChg chg="add">
          <ac:chgData name="Ahamed, Md Maruf [E CPE]" userId="6f647de5-aeca-43cd-b76c-e84c6089bcf4" providerId="ADAL" clId="{C2AB552D-BF33-4FFE-904A-23B7F98595A3}" dt="2022-03-25T22:18:34.525" v="119"/>
          <ac:inkMkLst>
            <pc:docMk/>
            <pc:sldMk cId="0" sldId="1956"/>
            <ac:inkMk id="2" creationId="{44574EDB-FBE9-4327-B426-801DDF138F92}"/>
          </ac:inkMkLst>
        </pc:inkChg>
      </pc:sldChg>
      <pc:sldChg chg="addSp">
        <pc:chgData name="Ahamed, Md Maruf [E CPE]" userId="6f647de5-aeca-43cd-b76c-e84c6089bcf4" providerId="ADAL" clId="{C2AB552D-BF33-4FFE-904A-23B7F98595A3}" dt="2022-03-25T22:18:34.525" v="119"/>
        <pc:sldMkLst>
          <pc:docMk/>
          <pc:sldMk cId="0" sldId="1959"/>
        </pc:sldMkLst>
        <pc:inkChg chg="add">
          <ac:chgData name="Ahamed, Md Maruf [E CPE]" userId="6f647de5-aeca-43cd-b76c-e84c6089bcf4" providerId="ADAL" clId="{C2AB552D-BF33-4FFE-904A-23B7F98595A3}" dt="2022-03-25T22:18:34.525" v="119"/>
          <ac:inkMkLst>
            <pc:docMk/>
            <pc:sldMk cId="0" sldId="1959"/>
            <ac:inkMk id="3" creationId="{84699C65-110F-43B8-82AD-CB2C7485F956}"/>
          </ac:inkMkLst>
        </pc:inkChg>
      </pc:sldChg>
      <pc:sldChg chg="addSp delSp modSp">
        <pc:chgData name="Ahamed, Md Maruf [E CPE]" userId="6f647de5-aeca-43cd-b76c-e84c6089bcf4" providerId="ADAL" clId="{C2AB552D-BF33-4FFE-904A-23B7F98595A3}" dt="2022-03-25T22:18:34.525" v="119"/>
        <pc:sldMkLst>
          <pc:docMk/>
          <pc:sldMk cId="0" sldId="1965"/>
        </pc:sldMkLst>
        <pc:spChg chg="mod">
          <ac:chgData name="Ahamed, Md Maruf [E CPE]" userId="6f647de5-aeca-43cd-b76c-e84c6089bcf4" providerId="ADAL" clId="{C2AB552D-BF33-4FFE-904A-23B7F98595A3}" dt="2022-03-25T20:47:42.801" v="118" actId="1037"/>
          <ac:spMkLst>
            <pc:docMk/>
            <pc:sldMk cId="0" sldId="1965"/>
            <ac:spMk id="4" creationId="{E58DDC63-A329-47BA-8D8B-F4C62AF2B6CF}"/>
          </ac:spMkLst>
        </pc:spChg>
        <pc:spChg chg="mod">
          <ac:chgData name="Ahamed, Md Maruf [E CPE]" userId="6f647de5-aeca-43cd-b76c-e84c6089bcf4" providerId="ADAL" clId="{C2AB552D-BF33-4FFE-904A-23B7F98595A3}" dt="2022-03-25T20:47:42.801" v="118" actId="1037"/>
          <ac:spMkLst>
            <pc:docMk/>
            <pc:sldMk cId="0" sldId="1965"/>
            <ac:spMk id="123" creationId="{369DDA4D-774E-4F02-9A74-7566F6C03C4D}"/>
          </ac:spMkLst>
        </pc:spChg>
        <pc:spChg chg="mod">
          <ac:chgData name="Ahamed, Md Maruf [E CPE]" userId="6f647de5-aeca-43cd-b76c-e84c6089bcf4" providerId="ADAL" clId="{C2AB552D-BF33-4FFE-904A-23B7F98595A3}" dt="2022-03-25T20:47:42.801" v="118" actId="1037"/>
          <ac:spMkLst>
            <pc:docMk/>
            <pc:sldMk cId="0" sldId="1965"/>
            <ac:spMk id="124" creationId="{739AA2AD-8981-4242-88EF-06E920368628}"/>
          </ac:spMkLst>
        </pc:spChg>
        <pc:spChg chg="mod">
          <ac:chgData name="Ahamed, Md Maruf [E CPE]" userId="6f647de5-aeca-43cd-b76c-e84c6089bcf4" providerId="ADAL" clId="{C2AB552D-BF33-4FFE-904A-23B7F98595A3}" dt="2022-03-25T20:47:42.801" v="118" actId="1037"/>
          <ac:spMkLst>
            <pc:docMk/>
            <pc:sldMk cId="0" sldId="1965"/>
            <ac:spMk id="125" creationId="{D025FDE8-3DA3-4FB0-B976-47D6DCF39039}"/>
          </ac:spMkLst>
        </pc:spChg>
        <pc:spChg chg="mod">
          <ac:chgData name="Ahamed, Md Maruf [E CPE]" userId="6f647de5-aeca-43cd-b76c-e84c6089bcf4" providerId="ADAL" clId="{C2AB552D-BF33-4FFE-904A-23B7F98595A3}" dt="2022-03-25T20:47:42.801" v="118" actId="1037"/>
          <ac:spMkLst>
            <pc:docMk/>
            <pc:sldMk cId="0" sldId="1965"/>
            <ac:spMk id="126" creationId="{AF896892-EB3A-4307-8F9F-E0467175E111}"/>
          </ac:spMkLst>
        </pc:spChg>
        <pc:spChg chg="mod">
          <ac:chgData name="Ahamed, Md Maruf [E CPE]" userId="6f647de5-aeca-43cd-b76c-e84c6089bcf4" providerId="ADAL" clId="{C2AB552D-BF33-4FFE-904A-23B7F98595A3}" dt="2022-03-25T20:47:42.801" v="118" actId="1037"/>
          <ac:spMkLst>
            <pc:docMk/>
            <pc:sldMk cId="0" sldId="1965"/>
            <ac:spMk id="127" creationId="{280FB5CA-0D79-4842-A2D2-89879F9109E5}"/>
          </ac:spMkLst>
        </pc:spChg>
        <pc:spChg chg="mod">
          <ac:chgData name="Ahamed, Md Maruf [E CPE]" userId="6f647de5-aeca-43cd-b76c-e84c6089bcf4" providerId="ADAL" clId="{C2AB552D-BF33-4FFE-904A-23B7F98595A3}" dt="2022-03-25T20:47:42.801" v="118" actId="1037"/>
          <ac:spMkLst>
            <pc:docMk/>
            <pc:sldMk cId="0" sldId="1965"/>
            <ac:spMk id="128" creationId="{0165C06E-3F7C-4F21-98F5-FE598D46BF1F}"/>
          </ac:spMkLst>
        </pc:spChg>
        <pc:spChg chg="mod">
          <ac:chgData name="Ahamed, Md Maruf [E CPE]" userId="6f647de5-aeca-43cd-b76c-e84c6089bcf4" providerId="ADAL" clId="{C2AB552D-BF33-4FFE-904A-23B7F98595A3}" dt="2022-03-25T20:47:42.801" v="118" actId="1037"/>
          <ac:spMkLst>
            <pc:docMk/>
            <pc:sldMk cId="0" sldId="1965"/>
            <ac:spMk id="129" creationId="{82EEB00E-07EC-4F73-945C-DBA6480CD0CB}"/>
          </ac:spMkLst>
        </pc:spChg>
        <pc:spChg chg="mod">
          <ac:chgData name="Ahamed, Md Maruf [E CPE]" userId="6f647de5-aeca-43cd-b76c-e84c6089bcf4" providerId="ADAL" clId="{C2AB552D-BF33-4FFE-904A-23B7F98595A3}" dt="2022-03-25T20:47:42.801" v="118" actId="1037"/>
          <ac:spMkLst>
            <pc:docMk/>
            <pc:sldMk cId="0" sldId="1965"/>
            <ac:spMk id="130" creationId="{D5D596DC-7F66-4189-A4B7-129B56ADE24A}"/>
          </ac:spMkLst>
        </pc:spChg>
        <pc:spChg chg="mod">
          <ac:chgData name="Ahamed, Md Maruf [E CPE]" userId="6f647de5-aeca-43cd-b76c-e84c6089bcf4" providerId="ADAL" clId="{C2AB552D-BF33-4FFE-904A-23B7F98595A3}" dt="2022-03-25T20:47:42.801" v="118" actId="1037"/>
          <ac:spMkLst>
            <pc:docMk/>
            <pc:sldMk cId="0" sldId="1965"/>
            <ac:spMk id="131" creationId="{0D6C5DB9-2D81-462A-9510-FFD47987BAEE}"/>
          </ac:spMkLst>
        </pc:spChg>
        <pc:spChg chg="mod">
          <ac:chgData name="Ahamed, Md Maruf [E CPE]" userId="6f647de5-aeca-43cd-b76c-e84c6089bcf4" providerId="ADAL" clId="{C2AB552D-BF33-4FFE-904A-23B7F98595A3}" dt="2022-03-25T20:47:42.801" v="118" actId="1037"/>
          <ac:spMkLst>
            <pc:docMk/>
            <pc:sldMk cId="0" sldId="1965"/>
            <ac:spMk id="132" creationId="{46185015-C716-4F36-BA73-1DB4A3EBBF9C}"/>
          </ac:spMkLst>
        </pc:spChg>
        <pc:spChg chg="mod">
          <ac:chgData name="Ahamed, Md Maruf [E CPE]" userId="6f647de5-aeca-43cd-b76c-e84c6089bcf4" providerId="ADAL" clId="{C2AB552D-BF33-4FFE-904A-23B7F98595A3}" dt="2022-03-25T20:47:42.801" v="118" actId="1037"/>
          <ac:spMkLst>
            <pc:docMk/>
            <pc:sldMk cId="0" sldId="1965"/>
            <ac:spMk id="133" creationId="{0F1FB074-F5EB-4876-8FC9-3D0EECDE5DA1}"/>
          </ac:spMkLst>
        </pc:spChg>
        <pc:spChg chg="mod">
          <ac:chgData name="Ahamed, Md Maruf [E CPE]" userId="6f647de5-aeca-43cd-b76c-e84c6089bcf4" providerId="ADAL" clId="{C2AB552D-BF33-4FFE-904A-23B7F98595A3}" dt="2022-03-25T20:47:42.801" v="118" actId="1037"/>
          <ac:spMkLst>
            <pc:docMk/>
            <pc:sldMk cId="0" sldId="1965"/>
            <ac:spMk id="134" creationId="{A04458F5-13DA-4D4A-8C24-54D7556F85A3}"/>
          </ac:spMkLst>
        </pc:spChg>
        <pc:spChg chg="mod">
          <ac:chgData name="Ahamed, Md Maruf [E CPE]" userId="6f647de5-aeca-43cd-b76c-e84c6089bcf4" providerId="ADAL" clId="{C2AB552D-BF33-4FFE-904A-23B7F98595A3}" dt="2022-03-25T20:47:42.801" v="118" actId="1037"/>
          <ac:spMkLst>
            <pc:docMk/>
            <pc:sldMk cId="0" sldId="1965"/>
            <ac:spMk id="135" creationId="{1EE6FC7D-A008-4976-A63D-230B528D640C}"/>
          </ac:spMkLst>
        </pc:spChg>
        <pc:spChg chg="mod">
          <ac:chgData name="Ahamed, Md Maruf [E CPE]" userId="6f647de5-aeca-43cd-b76c-e84c6089bcf4" providerId="ADAL" clId="{C2AB552D-BF33-4FFE-904A-23B7F98595A3}" dt="2022-03-25T20:47:42.801" v="118" actId="1037"/>
          <ac:spMkLst>
            <pc:docMk/>
            <pc:sldMk cId="0" sldId="1965"/>
            <ac:spMk id="136" creationId="{03873DC9-48F9-48F2-95BD-9F91D41D4E53}"/>
          </ac:spMkLst>
        </pc:spChg>
        <pc:spChg chg="mod">
          <ac:chgData name="Ahamed, Md Maruf [E CPE]" userId="6f647de5-aeca-43cd-b76c-e84c6089bcf4" providerId="ADAL" clId="{C2AB552D-BF33-4FFE-904A-23B7F98595A3}" dt="2022-03-25T20:47:42.801" v="118" actId="1037"/>
          <ac:spMkLst>
            <pc:docMk/>
            <pc:sldMk cId="0" sldId="1965"/>
            <ac:spMk id="137" creationId="{32E0497E-2794-4A18-A424-64558C614A05}"/>
          </ac:spMkLst>
        </pc:spChg>
        <pc:spChg chg="mod">
          <ac:chgData name="Ahamed, Md Maruf [E CPE]" userId="6f647de5-aeca-43cd-b76c-e84c6089bcf4" providerId="ADAL" clId="{C2AB552D-BF33-4FFE-904A-23B7F98595A3}" dt="2022-03-25T20:47:42.801" v="118" actId="1037"/>
          <ac:spMkLst>
            <pc:docMk/>
            <pc:sldMk cId="0" sldId="1965"/>
            <ac:spMk id="138" creationId="{B889F317-D973-4B56-9CAC-AF78F9A13330}"/>
          </ac:spMkLst>
        </pc:spChg>
        <pc:spChg chg="mod">
          <ac:chgData name="Ahamed, Md Maruf [E CPE]" userId="6f647de5-aeca-43cd-b76c-e84c6089bcf4" providerId="ADAL" clId="{C2AB552D-BF33-4FFE-904A-23B7F98595A3}" dt="2022-03-25T20:47:42.801" v="118" actId="1037"/>
          <ac:spMkLst>
            <pc:docMk/>
            <pc:sldMk cId="0" sldId="1965"/>
            <ac:spMk id="139" creationId="{17A9A00F-95EF-4DFB-A3C4-38E3DF5F4CAB}"/>
          </ac:spMkLst>
        </pc:spChg>
        <pc:spChg chg="mod">
          <ac:chgData name="Ahamed, Md Maruf [E CPE]" userId="6f647de5-aeca-43cd-b76c-e84c6089bcf4" providerId="ADAL" clId="{C2AB552D-BF33-4FFE-904A-23B7F98595A3}" dt="2022-03-25T20:47:42.801" v="118" actId="1037"/>
          <ac:spMkLst>
            <pc:docMk/>
            <pc:sldMk cId="0" sldId="1965"/>
            <ac:spMk id="140" creationId="{2147545F-4849-4FAF-A7E7-57561B2F77C0}"/>
          </ac:spMkLst>
        </pc:spChg>
        <pc:spChg chg="mod">
          <ac:chgData name="Ahamed, Md Maruf [E CPE]" userId="6f647de5-aeca-43cd-b76c-e84c6089bcf4" providerId="ADAL" clId="{C2AB552D-BF33-4FFE-904A-23B7F98595A3}" dt="2022-03-25T20:47:42.801" v="118" actId="1037"/>
          <ac:spMkLst>
            <pc:docMk/>
            <pc:sldMk cId="0" sldId="1965"/>
            <ac:spMk id="141" creationId="{EDF49D78-C3F8-487D-A718-8AA55B19D8DF}"/>
          </ac:spMkLst>
        </pc:spChg>
        <pc:spChg chg="mod">
          <ac:chgData name="Ahamed, Md Maruf [E CPE]" userId="6f647de5-aeca-43cd-b76c-e84c6089bcf4" providerId="ADAL" clId="{C2AB552D-BF33-4FFE-904A-23B7F98595A3}" dt="2022-03-25T20:47:42.801" v="118" actId="1037"/>
          <ac:spMkLst>
            <pc:docMk/>
            <pc:sldMk cId="0" sldId="1965"/>
            <ac:spMk id="142" creationId="{9E0FC0C4-70B2-4C3D-8308-9E56BE15D1F4}"/>
          </ac:spMkLst>
        </pc:spChg>
        <pc:spChg chg="mod">
          <ac:chgData name="Ahamed, Md Maruf [E CPE]" userId="6f647de5-aeca-43cd-b76c-e84c6089bcf4" providerId="ADAL" clId="{C2AB552D-BF33-4FFE-904A-23B7F98595A3}" dt="2022-03-25T20:47:42.801" v="118" actId="1037"/>
          <ac:spMkLst>
            <pc:docMk/>
            <pc:sldMk cId="0" sldId="1965"/>
            <ac:spMk id="143" creationId="{C5A49DC8-6B17-46AE-A075-938436535E48}"/>
          </ac:spMkLst>
        </pc:spChg>
        <pc:spChg chg="mod">
          <ac:chgData name="Ahamed, Md Maruf [E CPE]" userId="6f647de5-aeca-43cd-b76c-e84c6089bcf4" providerId="ADAL" clId="{C2AB552D-BF33-4FFE-904A-23B7F98595A3}" dt="2022-03-25T20:47:42.801" v="118" actId="1037"/>
          <ac:spMkLst>
            <pc:docMk/>
            <pc:sldMk cId="0" sldId="1965"/>
            <ac:spMk id="144" creationId="{A5765478-095C-4E5A-B33E-25E36486077B}"/>
          </ac:spMkLst>
        </pc:spChg>
        <pc:spChg chg="mod">
          <ac:chgData name="Ahamed, Md Maruf [E CPE]" userId="6f647de5-aeca-43cd-b76c-e84c6089bcf4" providerId="ADAL" clId="{C2AB552D-BF33-4FFE-904A-23B7F98595A3}" dt="2022-03-25T20:47:42.801" v="118" actId="1037"/>
          <ac:spMkLst>
            <pc:docMk/>
            <pc:sldMk cId="0" sldId="1965"/>
            <ac:spMk id="145" creationId="{EC818E60-0ABB-4DD1-BB27-671DB3997B1F}"/>
          </ac:spMkLst>
        </pc:spChg>
        <pc:spChg chg="mod">
          <ac:chgData name="Ahamed, Md Maruf [E CPE]" userId="6f647de5-aeca-43cd-b76c-e84c6089bcf4" providerId="ADAL" clId="{C2AB552D-BF33-4FFE-904A-23B7F98595A3}" dt="2022-03-25T20:47:42.801" v="118" actId="1037"/>
          <ac:spMkLst>
            <pc:docMk/>
            <pc:sldMk cId="0" sldId="1965"/>
            <ac:spMk id="146" creationId="{92555BD5-2188-4CA5-BC1E-6730A8E05519}"/>
          </ac:spMkLst>
        </pc:spChg>
        <pc:spChg chg="mod">
          <ac:chgData name="Ahamed, Md Maruf [E CPE]" userId="6f647de5-aeca-43cd-b76c-e84c6089bcf4" providerId="ADAL" clId="{C2AB552D-BF33-4FFE-904A-23B7F98595A3}" dt="2022-03-25T20:47:42.801" v="118" actId="1037"/>
          <ac:spMkLst>
            <pc:docMk/>
            <pc:sldMk cId="0" sldId="1965"/>
            <ac:spMk id="147" creationId="{C1F3392E-0329-4F90-8C7C-6D72DBC72736}"/>
          </ac:spMkLst>
        </pc:spChg>
        <pc:spChg chg="mod">
          <ac:chgData name="Ahamed, Md Maruf [E CPE]" userId="6f647de5-aeca-43cd-b76c-e84c6089bcf4" providerId="ADAL" clId="{C2AB552D-BF33-4FFE-904A-23B7F98595A3}" dt="2022-03-25T20:47:42.801" v="118" actId="1037"/>
          <ac:spMkLst>
            <pc:docMk/>
            <pc:sldMk cId="0" sldId="1965"/>
            <ac:spMk id="148" creationId="{A1029982-436D-4B1C-9DDE-BF720F93E9D4}"/>
          </ac:spMkLst>
        </pc:spChg>
        <pc:spChg chg="mod">
          <ac:chgData name="Ahamed, Md Maruf [E CPE]" userId="6f647de5-aeca-43cd-b76c-e84c6089bcf4" providerId="ADAL" clId="{C2AB552D-BF33-4FFE-904A-23B7F98595A3}" dt="2022-03-25T20:47:42.801" v="118" actId="1037"/>
          <ac:spMkLst>
            <pc:docMk/>
            <pc:sldMk cId="0" sldId="1965"/>
            <ac:spMk id="149" creationId="{CDAB408E-1EA8-4F45-8727-E2D50DAECA97}"/>
          </ac:spMkLst>
        </pc:spChg>
        <pc:spChg chg="mod">
          <ac:chgData name="Ahamed, Md Maruf [E CPE]" userId="6f647de5-aeca-43cd-b76c-e84c6089bcf4" providerId="ADAL" clId="{C2AB552D-BF33-4FFE-904A-23B7F98595A3}" dt="2022-03-25T20:47:42.801" v="118" actId="1037"/>
          <ac:spMkLst>
            <pc:docMk/>
            <pc:sldMk cId="0" sldId="1965"/>
            <ac:spMk id="150" creationId="{82710F6E-B0F7-4142-9B75-4BEBB393CF60}"/>
          </ac:spMkLst>
        </pc:spChg>
        <pc:spChg chg="mod">
          <ac:chgData name="Ahamed, Md Maruf [E CPE]" userId="6f647de5-aeca-43cd-b76c-e84c6089bcf4" providerId="ADAL" clId="{C2AB552D-BF33-4FFE-904A-23B7F98595A3}" dt="2022-03-25T20:47:42.801" v="118" actId="1037"/>
          <ac:spMkLst>
            <pc:docMk/>
            <pc:sldMk cId="0" sldId="1965"/>
            <ac:spMk id="151" creationId="{01EAC25E-677F-4152-912F-CDA9BF53CFA5}"/>
          </ac:spMkLst>
        </pc:spChg>
        <pc:spChg chg="mod">
          <ac:chgData name="Ahamed, Md Maruf [E CPE]" userId="6f647de5-aeca-43cd-b76c-e84c6089bcf4" providerId="ADAL" clId="{C2AB552D-BF33-4FFE-904A-23B7F98595A3}" dt="2022-03-25T20:47:42.801" v="118" actId="1037"/>
          <ac:spMkLst>
            <pc:docMk/>
            <pc:sldMk cId="0" sldId="1965"/>
            <ac:spMk id="152" creationId="{FAADD4D4-C8B1-415B-9CCE-1151C55B5061}"/>
          </ac:spMkLst>
        </pc:spChg>
        <pc:spChg chg="mod">
          <ac:chgData name="Ahamed, Md Maruf [E CPE]" userId="6f647de5-aeca-43cd-b76c-e84c6089bcf4" providerId="ADAL" clId="{C2AB552D-BF33-4FFE-904A-23B7F98595A3}" dt="2022-03-25T20:47:42.801" v="118" actId="1037"/>
          <ac:spMkLst>
            <pc:docMk/>
            <pc:sldMk cId="0" sldId="1965"/>
            <ac:spMk id="153" creationId="{C90A523B-D833-458E-9C86-630D9D5B3C08}"/>
          </ac:spMkLst>
        </pc:spChg>
        <pc:spChg chg="mod">
          <ac:chgData name="Ahamed, Md Maruf [E CPE]" userId="6f647de5-aeca-43cd-b76c-e84c6089bcf4" providerId="ADAL" clId="{C2AB552D-BF33-4FFE-904A-23B7F98595A3}" dt="2022-03-25T20:47:42.801" v="118" actId="1037"/>
          <ac:spMkLst>
            <pc:docMk/>
            <pc:sldMk cId="0" sldId="1965"/>
            <ac:spMk id="154" creationId="{A413F492-C385-4889-8042-515EF1E16B9D}"/>
          </ac:spMkLst>
        </pc:spChg>
        <pc:spChg chg="mod">
          <ac:chgData name="Ahamed, Md Maruf [E CPE]" userId="6f647de5-aeca-43cd-b76c-e84c6089bcf4" providerId="ADAL" clId="{C2AB552D-BF33-4FFE-904A-23B7F98595A3}" dt="2022-03-25T20:47:42.801" v="118" actId="1037"/>
          <ac:spMkLst>
            <pc:docMk/>
            <pc:sldMk cId="0" sldId="1965"/>
            <ac:spMk id="155" creationId="{3DC5360F-1E2E-4C9C-A395-D84849B729C4}"/>
          </ac:spMkLst>
        </pc:spChg>
        <pc:spChg chg="mod">
          <ac:chgData name="Ahamed, Md Maruf [E CPE]" userId="6f647de5-aeca-43cd-b76c-e84c6089bcf4" providerId="ADAL" clId="{C2AB552D-BF33-4FFE-904A-23B7F98595A3}" dt="2022-03-25T20:47:42.801" v="118" actId="1037"/>
          <ac:spMkLst>
            <pc:docMk/>
            <pc:sldMk cId="0" sldId="1965"/>
            <ac:spMk id="156" creationId="{02E177D1-9D12-4A88-A78C-F83435ADE5CA}"/>
          </ac:spMkLst>
        </pc:spChg>
        <pc:spChg chg="mod">
          <ac:chgData name="Ahamed, Md Maruf [E CPE]" userId="6f647de5-aeca-43cd-b76c-e84c6089bcf4" providerId="ADAL" clId="{C2AB552D-BF33-4FFE-904A-23B7F98595A3}" dt="2022-03-25T20:47:42.801" v="118" actId="1037"/>
          <ac:spMkLst>
            <pc:docMk/>
            <pc:sldMk cId="0" sldId="1965"/>
            <ac:spMk id="157" creationId="{F2FCF5F0-840E-4482-8251-3FD3BE3581C5}"/>
          </ac:spMkLst>
        </pc:spChg>
        <pc:spChg chg="mod">
          <ac:chgData name="Ahamed, Md Maruf [E CPE]" userId="6f647de5-aeca-43cd-b76c-e84c6089bcf4" providerId="ADAL" clId="{C2AB552D-BF33-4FFE-904A-23B7F98595A3}" dt="2022-03-25T20:47:42.801" v="118" actId="1037"/>
          <ac:spMkLst>
            <pc:docMk/>
            <pc:sldMk cId="0" sldId="1965"/>
            <ac:spMk id="158" creationId="{759B6282-4413-4F1F-B0CC-8166CA61FECF}"/>
          </ac:spMkLst>
        </pc:spChg>
        <pc:spChg chg="mod">
          <ac:chgData name="Ahamed, Md Maruf [E CPE]" userId="6f647de5-aeca-43cd-b76c-e84c6089bcf4" providerId="ADAL" clId="{C2AB552D-BF33-4FFE-904A-23B7F98595A3}" dt="2022-03-25T20:47:42.801" v="118" actId="1037"/>
          <ac:spMkLst>
            <pc:docMk/>
            <pc:sldMk cId="0" sldId="1965"/>
            <ac:spMk id="159" creationId="{7B0169B5-B454-452D-ADEB-FF346014E724}"/>
          </ac:spMkLst>
        </pc:spChg>
        <pc:spChg chg="mod">
          <ac:chgData name="Ahamed, Md Maruf [E CPE]" userId="6f647de5-aeca-43cd-b76c-e84c6089bcf4" providerId="ADAL" clId="{C2AB552D-BF33-4FFE-904A-23B7F98595A3}" dt="2022-03-25T20:47:42.801" v="118" actId="1037"/>
          <ac:spMkLst>
            <pc:docMk/>
            <pc:sldMk cId="0" sldId="1965"/>
            <ac:spMk id="160" creationId="{E0AA20A0-79B5-4E8E-84DA-8FAEB2237CD7}"/>
          </ac:spMkLst>
        </pc:spChg>
        <pc:spChg chg="mod">
          <ac:chgData name="Ahamed, Md Maruf [E CPE]" userId="6f647de5-aeca-43cd-b76c-e84c6089bcf4" providerId="ADAL" clId="{C2AB552D-BF33-4FFE-904A-23B7F98595A3}" dt="2022-03-25T20:47:42.801" v="118" actId="1037"/>
          <ac:spMkLst>
            <pc:docMk/>
            <pc:sldMk cId="0" sldId="1965"/>
            <ac:spMk id="161" creationId="{FE558FFB-1885-42FD-8B1A-34C375AC8BAA}"/>
          </ac:spMkLst>
        </pc:spChg>
        <pc:spChg chg="mod">
          <ac:chgData name="Ahamed, Md Maruf [E CPE]" userId="6f647de5-aeca-43cd-b76c-e84c6089bcf4" providerId="ADAL" clId="{C2AB552D-BF33-4FFE-904A-23B7F98595A3}" dt="2022-03-25T20:47:42.801" v="118" actId="1037"/>
          <ac:spMkLst>
            <pc:docMk/>
            <pc:sldMk cId="0" sldId="1965"/>
            <ac:spMk id="162" creationId="{620AB9E0-B2DE-4047-92E7-427FB1606062}"/>
          </ac:spMkLst>
        </pc:spChg>
        <pc:spChg chg="mod">
          <ac:chgData name="Ahamed, Md Maruf [E CPE]" userId="6f647de5-aeca-43cd-b76c-e84c6089bcf4" providerId="ADAL" clId="{C2AB552D-BF33-4FFE-904A-23B7F98595A3}" dt="2022-03-25T20:47:42.801" v="118" actId="1037"/>
          <ac:spMkLst>
            <pc:docMk/>
            <pc:sldMk cId="0" sldId="1965"/>
            <ac:spMk id="163" creationId="{2D179330-F44E-4CEB-8E6B-2C36C86E570B}"/>
          </ac:spMkLst>
        </pc:spChg>
        <pc:spChg chg="mod">
          <ac:chgData name="Ahamed, Md Maruf [E CPE]" userId="6f647de5-aeca-43cd-b76c-e84c6089bcf4" providerId="ADAL" clId="{C2AB552D-BF33-4FFE-904A-23B7F98595A3}" dt="2022-03-25T20:47:42.801" v="118" actId="1037"/>
          <ac:spMkLst>
            <pc:docMk/>
            <pc:sldMk cId="0" sldId="1965"/>
            <ac:spMk id="164" creationId="{6B663D46-B4F6-47E8-B72A-949F656B0B13}"/>
          </ac:spMkLst>
        </pc:spChg>
        <pc:spChg chg="mod">
          <ac:chgData name="Ahamed, Md Maruf [E CPE]" userId="6f647de5-aeca-43cd-b76c-e84c6089bcf4" providerId="ADAL" clId="{C2AB552D-BF33-4FFE-904A-23B7F98595A3}" dt="2022-03-25T20:47:42.801" v="118" actId="1037"/>
          <ac:spMkLst>
            <pc:docMk/>
            <pc:sldMk cId="0" sldId="1965"/>
            <ac:spMk id="165" creationId="{71D53170-71CD-4CE4-96B2-A54F3DD7A2CA}"/>
          </ac:spMkLst>
        </pc:spChg>
        <pc:spChg chg="mod">
          <ac:chgData name="Ahamed, Md Maruf [E CPE]" userId="6f647de5-aeca-43cd-b76c-e84c6089bcf4" providerId="ADAL" clId="{C2AB552D-BF33-4FFE-904A-23B7F98595A3}" dt="2022-03-25T20:47:42.801" v="118" actId="1037"/>
          <ac:spMkLst>
            <pc:docMk/>
            <pc:sldMk cId="0" sldId="1965"/>
            <ac:spMk id="166" creationId="{B6113902-C3DA-4CFA-A618-22096C6EC431}"/>
          </ac:spMkLst>
        </pc:spChg>
        <pc:spChg chg="mod">
          <ac:chgData name="Ahamed, Md Maruf [E CPE]" userId="6f647de5-aeca-43cd-b76c-e84c6089bcf4" providerId="ADAL" clId="{C2AB552D-BF33-4FFE-904A-23B7F98595A3}" dt="2022-03-25T20:47:42.801" v="118" actId="1037"/>
          <ac:spMkLst>
            <pc:docMk/>
            <pc:sldMk cId="0" sldId="1965"/>
            <ac:spMk id="167" creationId="{46AA79FF-54AA-4C1E-A225-6F0B1E4B5F07}"/>
          </ac:spMkLst>
        </pc:spChg>
        <pc:spChg chg="mod">
          <ac:chgData name="Ahamed, Md Maruf [E CPE]" userId="6f647de5-aeca-43cd-b76c-e84c6089bcf4" providerId="ADAL" clId="{C2AB552D-BF33-4FFE-904A-23B7F98595A3}" dt="2022-03-25T20:47:42.801" v="118" actId="1037"/>
          <ac:spMkLst>
            <pc:docMk/>
            <pc:sldMk cId="0" sldId="1965"/>
            <ac:spMk id="168" creationId="{FA569B90-1DD2-445C-B843-164F87076B1F}"/>
          </ac:spMkLst>
        </pc:spChg>
        <pc:spChg chg="mod">
          <ac:chgData name="Ahamed, Md Maruf [E CPE]" userId="6f647de5-aeca-43cd-b76c-e84c6089bcf4" providerId="ADAL" clId="{C2AB552D-BF33-4FFE-904A-23B7F98595A3}" dt="2022-03-25T20:47:42.801" v="118" actId="1037"/>
          <ac:spMkLst>
            <pc:docMk/>
            <pc:sldMk cId="0" sldId="1965"/>
            <ac:spMk id="169" creationId="{4E512441-1807-426E-8BD1-B765F22E2C18}"/>
          </ac:spMkLst>
        </pc:spChg>
        <pc:spChg chg="mod">
          <ac:chgData name="Ahamed, Md Maruf [E CPE]" userId="6f647de5-aeca-43cd-b76c-e84c6089bcf4" providerId="ADAL" clId="{C2AB552D-BF33-4FFE-904A-23B7F98595A3}" dt="2022-03-25T20:47:42.801" v="118" actId="1037"/>
          <ac:spMkLst>
            <pc:docMk/>
            <pc:sldMk cId="0" sldId="1965"/>
            <ac:spMk id="170" creationId="{69205070-452F-451A-9288-1D97D4FB09C8}"/>
          </ac:spMkLst>
        </pc:spChg>
        <pc:inkChg chg="add">
          <ac:chgData name="Ahamed, Md Maruf [E CPE]" userId="6f647de5-aeca-43cd-b76c-e84c6089bcf4" providerId="ADAL" clId="{C2AB552D-BF33-4FFE-904A-23B7F98595A3}" dt="2022-03-25T22:18:34.525" v="119"/>
          <ac:inkMkLst>
            <pc:docMk/>
            <pc:sldMk cId="0" sldId="1965"/>
            <ac:inkMk id="2" creationId="{679B8A4A-37F9-4E2E-9496-6AD13ACF58E5}"/>
          </ac:inkMkLst>
        </pc:inkChg>
        <pc:inkChg chg="del">
          <ac:chgData name="Ahamed, Md Maruf [E CPE]" userId="6f647de5-aeca-43cd-b76c-e84c6089bcf4" providerId="ADAL" clId="{C2AB552D-BF33-4FFE-904A-23B7F98595A3}" dt="2022-03-25T16:39:32.175" v="54" actId="478"/>
          <ac:inkMkLst>
            <pc:docMk/>
            <pc:sldMk cId="0" sldId="1965"/>
            <ac:inkMk id="2" creationId="{BE545546-DD35-4267-BBC7-6BE89251FDBD}"/>
          </ac:inkMkLst>
        </pc:inkChg>
      </pc:sldChg>
      <pc:sldChg chg="addSp delSp">
        <pc:chgData name="Ahamed, Md Maruf [E CPE]" userId="6f647de5-aeca-43cd-b76c-e84c6089bcf4" providerId="ADAL" clId="{C2AB552D-BF33-4FFE-904A-23B7F98595A3}" dt="2022-03-25T22:18:34.525" v="119"/>
        <pc:sldMkLst>
          <pc:docMk/>
          <pc:sldMk cId="0" sldId="1981"/>
        </pc:sldMkLst>
        <pc:inkChg chg="del">
          <ac:chgData name="Ahamed, Md Maruf [E CPE]" userId="6f647de5-aeca-43cd-b76c-e84c6089bcf4" providerId="ADAL" clId="{C2AB552D-BF33-4FFE-904A-23B7F98595A3}" dt="2022-03-25T16:38:57.398" v="53" actId="478"/>
          <ac:inkMkLst>
            <pc:docMk/>
            <pc:sldMk cId="0" sldId="1981"/>
            <ac:inkMk id="2" creationId="{2AE9E18C-DF12-4B20-A50A-E75854B45974}"/>
          </ac:inkMkLst>
        </pc:inkChg>
        <pc:inkChg chg="add">
          <ac:chgData name="Ahamed, Md Maruf [E CPE]" userId="6f647de5-aeca-43cd-b76c-e84c6089bcf4" providerId="ADAL" clId="{C2AB552D-BF33-4FFE-904A-23B7F98595A3}" dt="2022-03-25T22:18:34.525" v="119"/>
          <ac:inkMkLst>
            <pc:docMk/>
            <pc:sldMk cId="0" sldId="1981"/>
            <ac:inkMk id="2" creationId="{A7FF34C1-B11D-4F84-A306-A62F10EF3672}"/>
          </ac:inkMkLst>
        </pc:inkChg>
      </pc:sldChg>
      <pc:sldChg chg="addSp">
        <pc:chgData name="Ahamed, Md Maruf [E CPE]" userId="6f647de5-aeca-43cd-b76c-e84c6089bcf4" providerId="ADAL" clId="{C2AB552D-BF33-4FFE-904A-23B7F98595A3}" dt="2022-03-25T22:18:34.525" v="119"/>
        <pc:sldMkLst>
          <pc:docMk/>
          <pc:sldMk cId="0" sldId="1988"/>
        </pc:sldMkLst>
        <pc:inkChg chg="add">
          <ac:chgData name="Ahamed, Md Maruf [E CPE]" userId="6f647de5-aeca-43cd-b76c-e84c6089bcf4" providerId="ADAL" clId="{C2AB552D-BF33-4FFE-904A-23B7F98595A3}" dt="2022-03-25T22:18:34.525" v="119"/>
          <ac:inkMkLst>
            <pc:docMk/>
            <pc:sldMk cId="0" sldId="1988"/>
            <ac:inkMk id="2" creationId="{8CE98C48-4707-4DED-8B20-69715386E28F}"/>
          </ac:inkMkLst>
        </pc:inkChg>
      </pc:sldChg>
      <pc:sldChg chg="delSp">
        <pc:chgData name="Ahamed, Md Maruf [E CPE]" userId="6f647de5-aeca-43cd-b76c-e84c6089bcf4" providerId="ADAL" clId="{C2AB552D-BF33-4FFE-904A-23B7F98595A3}" dt="2022-03-25T19:37:44.964" v="79" actId="478"/>
        <pc:sldMkLst>
          <pc:docMk/>
          <pc:sldMk cId="0" sldId="1991"/>
        </pc:sldMkLst>
        <pc:inkChg chg="del">
          <ac:chgData name="Ahamed, Md Maruf [E CPE]" userId="6f647de5-aeca-43cd-b76c-e84c6089bcf4" providerId="ADAL" clId="{C2AB552D-BF33-4FFE-904A-23B7F98595A3}" dt="2022-03-25T19:37:44.964" v="79" actId="478"/>
          <ac:inkMkLst>
            <pc:docMk/>
            <pc:sldMk cId="0" sldId="1991"/>
            <ac:inkMk id="2" creationId="{DB391D29-4CBB-42C9-A2E9-50652D0C8CC2}"/>
          </ac:inkMkLst>
        </pc:inkChg>
      </pc:sldChg>
      <pc:sldChg chg="delSp modSp">
        <pc:chgData name="Ahamed, Md Maruf [E CPE]" userId="6f647de5-aeca-43cd-b76c-e84c6089bcf4" providerId="ADAL" clId="{C2AB552D-BF33-4FFE-904A-23B7F98595A3}" dt="2022-03-25T20:16:41.188" v="92" actId="255"/>
        <pc:sldMkLst>
          <pc:docMk/>
          <pc:sldMk cId="0" sldId="1992"/>
        </pc:sldMkLst>
        <pc:spChg chg="mod">
          <ac:chgData name="Ahamed, Md Maruf [E CPE]" userId="6f647de5-aeca-43cd-b76c-e84c6089bcf4" providerId="ADAL" clId="{C2AB552D-BF33-4FFE-904A-23B7F98595A3}" dt="2022-03-25T20:16:41.188" v="92" actId="255"/>
          <ac:spMkLst>
            <pc:docMk/>
            <pc:sldMk cId="0" sldId="1992"/>
            <ac:spMk id="160770" creationId="{ED139CFA-A8FD-4101-8BFE-C864536D2D13}"/>
          </ac:spMkLst>
        </pc:spChg>
        <pc:picChg chg="del">
          <ac:chgData name="Ahamed, Md Maruf [E CPE]" userId="6f647de5-aeca-43cd-b76c-e84c6089bcf4" providerId="ADAL" clId="{C2AB552D-BF33-4FFE-904A-23B7F98595A3}" dt="2022-03-25T20:16:28.141" v="88" actId="478"/>
          <ac:picMkLst>
            <pc:docMk/>
            <pc:sldMk cId="0" sldId="1992"/>
            <ac:picMk id="2" creationId="{4D238992-9E42-4D14-8891-87E34B929DFE}"/>
          </ac:picMkLst>
        </pc:picChg>
        <pc:picChg chg="del">
          <ac:chgData name="Ahamed, Md Maruf [E CPE]" userId="6f647de5-aeca-43cd-b76c-e84c6089bcf4" providerId="ADAL" clId="{C2AB552D-BF33-4FFE-904A-23B7F98595A3}" dt="2022-03-25T20:16:30.228" v="89" actId="478"/>
          <ac:picMkLst>
            <pc:docMk/>
            <pc:sldMk cId="0" sldId="1992"/>
            <ac:picMk id="3" creationId="{4637C3F7-819A-4C13-A447-D3BFD7B8B19A}"/>
          </ac:picMkLst>
        </pc:picChg>
        <pc:picChg chg="del">
          <ac:chgData name="Ahamed, Md Maruf [E CPE]" userId="6f647de5-aeca-43cd-b76c-e84c6089bcf4" providerId="ADAL" clId="{C2AB552D-BF33-4FFE-904A-23B7F98595A3}" dt="2022-03-25T20:16:30.228" v="89" actId="478"/>
          <ac:picMkLst>
            <pc:docMk/>
            <pc:sldMk cId="0" sldId="1992"/>
            <ac:picMk id="4" creationId="{302B3A7E-26DB-4B1F-B033-15E50ADBFF4F}"/>
          </ac:picMkLst>
        </pc:picChg>
        <pc:picChg chg="del">
          <ac:chgData name="Ahamed, Md Maruf [E CPE]" userId="6f647de5-aeca-43cd-b76c-e84c6089bcf4" providerId="ADAL" clId="{C2AB552D-BF33-4FFE-904A-23B7F98595A3}" dt="2022-03-25T20:16:30.228" v="89" actId="478"/>
          <ac:picMkLst>
            <pc:docMk/>
            <pc:sldMk cId="0" sldId="1992"/>
            <ac:picMk id="7" creationId="{ABC4ED8E-B749-4DA4-A7CE-91751C5808F5}"/>
          </ac:picMkLst>
        </pc:picChg>
        <pc:inkChg chg="del">
          <ac:chgData name="Ahamed, Md Maruf [E CPE]" userId="6f647de5-aeca-43cd-b76c-e84c6089bcf4" providerId="ADAL" clId="{C2AB552D-BF33-4FFE-904A-23B7F98595A3}" dt="2022-03-25T16:42:10.742" v="63" actId="478"/>
          <ac:inkMkLst>
            <pc:docMk/>
            <pc:sldMk cId="0" sldId="1992"/>
            <ac:inkMk id="5" creationId="{8A5E42E0-57B8-4E4A-BBB8-FB63DE7A63FF}"/>
          </ac:inkMkLst>
        </pc:inkChg>
      </pc:sldChg>
      <pc:sldChg chg="del">
        <pc:chgData name="Ahamed, Md Maruf [E CPE]" userId="6f647de5-aeca-43cd-b76c-e84c6089bcf4" providerId="ADAL" clId="{C2AB552D-BF33-4FFE-904A-23B7F98595A3}" dt="2022-03-25T19:48:41.983" v="81" actId="2696"/>
        <pc:sldMkLst>
          <pc:docMk/>
          <pc:sldMk cId="0" sldId="2000"/>
        </pc:sldMkLst>
      </pc:sldChg>
      <pc:sldChg chg="del">
        <pc:chgData name="Ahamed, Md Maruf [E CPE]" userId="6f647de5-aeca-43cd-b76c-e84c6089bcf4" providerId="ADAL" clId="{C2AB552D-BF33-4FFE-904A-23B7F98595A3}" dt="2022-03-25T19:48:42.462" v="82" actId="2696"/>
        <pc:sldMkLst>
          <pc:docMk/>
          <pc:sldMk cId="0" sldId="2001"/>
        </pc:sldMkLst>
      </pc:sldChg>
      <pc:sldChg chg="delSp">
        <pc:chgData name="Ahamed, Md Maruf [E CPE]" userId="6f647de5-aeca-43cd-b76c-e84c6089bcf4" providerId="ADAL" clId="{C2AB552D-BF33-4FFE-904A-23B7F98595A3}" dt="2022-03-25T16:40:39.039" v="58" actId="478"/>
        <pc:sldMkLst>
          <pc:docMk/>
          <pc:sldMk cId="0" sldId="2006"/>
        </pc:sldMkLst>
        <pc:inkChg chg="del">
          <ac:chgData name="Ahamed, Md Maruf [E CPE]" userId="6f647de5-aeca-43cd-b76c-e84c6089bcf4" providerId="ADAL" clId="{C2AB552D-BF33-4FFE-904A-23B7F98595A3}" dt="2022-03-25T16:40:39.039" v="58" actId="478"/>
          <ac:inkMkLst>
            <pc:docMk/>
            <pc:sldMk cId="0" sldId="2006"/>
            <ac:inkMk id="2" creationId="{372187CC-82DE-4183-BE09-6F969D279D8B}"/>
          </ac:inkMkLst>
        </pc:inkChg>
      </pc:sldChg>
      <pc:sldChg chg="addSp delSp">
        <pc:chgData name="Ahamed, Md Maruf [E CPE]" userId="6f647de5-aeca-43cd-b76c-e84c6089bcf4" providerId="ADAL" clId="{C2AB552D-BF33-4FFE-904A-23B7F98595A3}" dt="2022-03-25T22:18:34.525" v="119"/>
        <pc:sldMkLst>
          <pc:docMk/>
          <pc:sldMk cId="0" sldId="2030"/>
        </pc:sldMkLst>
        <pc:inkChg chg="add">
          <ac:chgData name="Ahamed, Md Maruf [E CPE]" userId="6f647de5-aeca-43cd-b76c-e84c6089bcf4" providerId="ADAL" clId="{C2AB552D-BF33-4FFE-904A-23B7F98595A3}" dt="2022-03-25T22:18:34.525" v="119"/>
          <ac:inkMkLst>
            <pc:docMk/>
            <pc:sldMk cId="0" sldId="2030"/>
            <ac:inkMk id="2" creationId="{79218C32-E3E6-4A8A-B11A-67D770FFCB00}"/>
          </ac:inkMkLst>
        </pc:inkChg>
        <pc:inkChg chg="del">
          <ac:chgData name="Ahamed, Md Maruf [E CPE]" userId="6f647de5-aeca-43cd-b76c-e84c6089bcf4" providerId="ADAL" clId="{C2AB552D-BF33-4FFE-904A-23B7F98595A3}" dt="2022-03-25T16:41:33.998" v="60" actId="478"/>
          <ac:inkMkLst>
            <pc:docMk/>
            <pc:sldMk cId="0" sldId="2030"/>
            <ac:inkMk id="2" creationId="{8C73BE77-958F-44B5-A161-70453233E2AD}"/>
          </ac:inkMkLst>
        </pc:inkChg>
      </pc:sldChg>
      <pc:sldChg chg="delSp">
        <pc:chgData name="Ahamed, Md Maruf [E CPE]" userId="6f647de5-aeca-43cd-b76c-e84c6089bcf4" providerId="ADAL" clId="{C2AB552D-BF33-4FFE-904A-23B7F98595A3}" dt="2022-03-25T16:42:00.822" v="62" actId="478"/>
        <pc:sldMkLst>
          <pc:docMk/>
          <pc:sldMk cId="0" sldId="2041"/>
        </pc:sldMkLst>
        <pc:inkChg chg="del">
          <ac:chgData name="Ahamed, Md Maruf [E CPE]" userId="6f647de5-aeca-43cd-b76c-e84c6089bcf4" providerId="ADAL" clId="{C2AB552D-BF33-4FFE-904A-23B7F98595A3}" dt="2022-03-25T16:42:00.822" v="62" actId="478"/>
          <ac:inkMkLst>
            <pc:docMk/>
            <pc:sldMk cId="0" sldId="2041"/>
            <ac:inkMk id="2" creationId="{AF151F7A-97E1-4677-B26E-D6B084EEC44B}"/>
          </ac:inkMkLst>
        </pc:inkChg>
      </pc:sldChg>
      <pc:sldChg chg="modSp ord">
        <pc:chgData name="Ahamed, Md Maruf [E CPE]" userId="6f647de5-aeca-43cd-b76c-e84c6089bcf4" providerId="ADAL" clId="{C2AB552D-BF33-4FFE-904A-23B7F98595A3}" dt="2022-03-25T16:31:36.984" v="29"/>
        <pc:sldMkLst>
          <pc:docMk/>
          <pc:sldMk cId="2980452377" sldId="2048"/>
        </pc:sldMkLst>
        <pc:spChg chg="mod">
          <ac:chgData name="Ahamed, Md Maruf [E CPE]" userId="6f647de5-aeca-43cd-b76c-e84c6089bcf4" providerId="ADAL" clId="{C2AB552D-BF33-4FFE-904A-23B7F98595A3}" dt="2022-03-25T16:31:11.197" v="27" actId="20577"/>
          <ac:spMkLst>
            <pc:docMk/>
            <pc:sldMk cId="2980452377" sldId="2048"/>
            <ac:spMk id="207875" creationId="{D583FDE5-0A59-BD41-A182-AC71C16B0812}"/>
          </ac:spMkLst>
        </pc:spChg>
      </pc:sldChg>
      <pc:sldChg chg="addSp delSp">
        <pc:chgData name="Ahamed, Md Maruf [E CPE]" userId="6f647de5-aeca-43cd-b76c-e84c6089bcf4" providerId="ADAL" clId="{C2AB552D-BF33-4FFE-904A-23B7F98595A3}" dt="2022-03-25T22:18:34.525" v="119"/>
        <pc:sldMkLst>
          <pc:docMk/>
          <pc:sldMk cId="0" sldId="2089"/>
        </pc:sldMkLst>
        <pc:inkChg chg="del">
          <ac:chgData name="Ahamed, Md Maruf [E CPE]" userId="6f647de5-aeca-43cd-b76c-e84c6089bcf4" providerId="ADAL" clId="{C2AB552D-BF33-4FFE-904A-23B7F98595A3}" dt="2022-03-25T16:41:01.584" v="59" actId="478"/>
          <ac:inkMkLst>
            <pc:docMk/>
            <pc:sldMk cId="0" sldId="2089"/>
            <ac:inkMk id="4" creationId="{038C5E2C-A3EA-4F8A-B77D-F8BF8FABC257}"/>
          </ac:inkMkLst>
        </pc:inkChg>
        <pc:inkChg chg="add">
          <ac:chgData name="Ahamed, Md Maruf [E CPE]" userId="6f647de5-aeca-43cd-b76c-e84c6089bcf4" providerId="ADAL" clId="{C2AB552D-BF33-4FFE-904A-23B7F98595A3}" dt="2022-03-25T22:18:34.525" v="119"/>
          <ac:inkMkLst>
            <pc:docMk/>
            <pc:sldMk cId="0" sldId="2089"/>
            <ac:inkMk id="4" creationId="{6B61D16C-291C-468E-8F4B-D931780E0652}"/>
          </ac:inkMkLst>
        </pc:inkChg>
      </pc:sldChg>
      <pc:sldChg chg="addSp delSp">
        <pc:chgData name="Ahamed, Md Maruf [E CPE]" userId="6f647de5-aeca-43cd-b76c-e84c6089bcf4" providerId="ADAL" clId="{C2AB552D-BF33-4FFE-904A-23B7F98595A3}" dt="2022-03-25T22:18:34.525" v="119"/>
        <pc:sldMkLst>
          <pc:docMk/>
          <pc:sldMk cId="952612982" sldId="2118"/>
        </pc:sldMkLst>
        <pc:inkChg chg="del">
          <ac:chgData name="Ahamed, Md Maruf [E CPE]" userId="6f647de5-aeca-43cd-b76c-e84c6089bcf4" providerId="ADAL" clId="{C2AB552D-BF33-4FFE-904A-23B7F98595A3}" dt="2022-03-25T16:41:44.582" v="61" actId="478"/>
          <ac:inkMkLst>
            <pc:docMk/>
            <pc:sldMk cId="952612982" sldId="2118"/>
            <ac:inkMk id="3" creationId="{25AD6688-646C-4840-84D9-FC28CB728DCD}"/>
          </ac:inkMkLst>
        </pc:inkChg>
        <pc:inkChg chg="add">
          <ac:chgData name="Ahamed, Md Maruf [E CPE]" userId="6f647de5-aeca-43cd-b76c-e84c6089bcf4" providerId="ADAL" clId="{C2AB552D-BF33-4FFE-904A-23B7F98595A3}" dt="2022-03-25T22:18:34.525" v="119"/>
          <ac:inkMkLst>
            <pc:docMk/>
            <pc:sldMk cId="952612982" sldId="2118"/>
            <ac:inkMk id="3" creationId="{B0F8D70F-F870-4F24-9120-B7933B8170D7}"/>
          </ac:inkMkLst>
        </pc:inkChg>
      </pc:sldChg>
      <pc:sldChg chg="modSp">
        <pc:chgData name="Ahamed, Md Maruf [E CPE]" userId="6f647de5-aeca-43cd-b76c-e84c6089bcf4" providerId="ADAL" clId="{C2AB552D-BF33-4FFE-904A-23B7F98595A3}" dt="2022-03-25T16:32:26.551" v="36" actId="20577"/>
        <pc:sldMkLst>
          <pc:docMk/>
          <pc:sldMk cId="3046622384" sldId="2125"/>
        </pc:sldMkLst>
        <pc:spChg chg="mod">
          <ac:chgData name="Ahamed, Md Maruf [E CPE]" userId="6f647de5-aeca-43cd-b76c-e84c6089bcf4" providerId="ADAL" clId="{C2AB552D-BF33-4FFE-904A-23B7F98595A3}" dt="2022-03-25T16:32:26.551" v="36" actId="20577"/>
          <ac:spMkLst>
            <pc:docMk/>
            <pc:sldMk cId="3046622384" sldId="2125"/>
            <ac:spMk id="8194" creationId="{74FCD54D-DBAB-4BC0-9290-774522E42077}"/>
          </ac:spMkLst>
        </pc:spChg>
      </pc:sldChg>
      <pc:sldChg chg="addSp modSp">
        <pc:chgData name="Ahamed, Md Maruf [E CPE]" userId="6f647de5-aeca-43cd-b76c-e84c6089bcf4" providerId="ADAL" clId="{C2AB552D-BF33-4FFE-904A-23B7F98595A3}" dt="2022-03-25T22:18:34.525" v="119"/>
        <pc:sldMkLst>
          <pc:docMk/>
          <pc:sldMk cId="177381226" sldId="2126"/>
        </pc:sldMkLst>
        <pc:spChg chg="mod">
          <ac:chgData name="Ahamed, Md Maruf [E CPE]" userId="6f647de5-aeca-43cd-b76c-e84c6089bcf4" providerId="ADAL" clId="{C2AB552D-BF33-4FFE-904A-23B7F98595A3}" dt="2022-03-25T18:40:17.711" v="65" actId="20577"/>
          <ac:spMkLst>
            <pc:docMk/>
            <pc:sldMk cId="177381226" sldId="2126"/>
            <ac:spMk id="8194" creationId="{74FCD54D-DBAB-4BC0-9290-774522E42077}"/>
          </ac:spMkLst>
        </pc:spChg>
        <pc:inkChg chg="add">
          <ac:chgData name="Ahamed, Md Maruf [E CPE]" userId="6f647de5-aeca-43cd-b76c-e84c6089bcf4" providerId="ADAL" clId="{C2AB552D-BF33-4FFE-904A-23B7F98595A3}" dt="2022-03-25T22:18:34.525" v="119"/>
          <ac:inkMkLst>
            <pc:docMk/>
            <pc:sldMk cId="177381226" sldId="2126"/>
            <ac:inkMk id="2" creationId="{1C641B36-693E-44CF-B541-B27AE245AAF1}"/>
          </ac:inkMkLst>
        </pc:inkChg>
      </pc:sldChg>
      <pc:sldChg chg="addSp delSp">
        <pc:chgData name="Ahamed, Md Maruf [E CPE]" userId="6f647de5-aeca-43cd-b76c-e84c6089bcf4" providerId="ADAL" clId="{C2AB552D-BF33-4FFE-904A-23B7F98595A3}" dt="2022-03-25T22:18:34.525" v="119"/>
        <pc:sldMkLst>
          <pc:docMk/>
          <pc:sldMk cId="0" sldId="2129"/>
        </pc:sldMkLst>
        <pc:inkChg chg="add">
          <ac:chgData name="Ahamed, Md Maruf [E CPE]" userId="6f647de5-aeca-43cd-b76c-e84c6089bcf4" providerId="ADAL" clId="{C2AB552D-BF33-4FFE-904A-23B7F98595A3}" dt="2022-03-25T22:18:34.525" v="119"/>
          <ac:inkMkLst>
            <pc:docMk/>
            <pc:sldMk cId="0" sldId="2129"/>
            <ac:inkMk id="2" creationId="{51F10B48-AB91-4E12-84DC-10F231A4E4A7}"/>
          </ac:inkMkLst>
        </pc:inkChg>
        <pc:inkChg chg="del">
          <ac:chgData name="Ahamed, Md Maruf [E CPE]" userId="6f647de5-aeca-43cd-b76c-e84c6089bcf4" providerId="ADAL" clId="{C2AB552D-BF33-4FFE-904A-23B7F98595A3}" dt="2022-03-25T20:11:59.703" v="85" actId="478"/>
          <ac:inkMkLst>
            <pc:docMk/>
            <pc:sldMk cId="0" sldId="2129"/>
            <ac:inkMk id="2" creationId="{CAFFA7D2-6E1A-42C4-89EE-47A3AA1F73D6}"/>
          </ac:inkMkLst>
        </pc:inkChg>
      </pc:sldChg>
      <pc:sldChg chg="modSp add">
        <pc:chgData name="Ahamed, Md Maruf [E CPE]" userId="6f647de5-aeca-43cd-b76c-e84c6089bcf4" providerId="ADAL" clId="{C2AB552D-BF33-4FFE-904A-23B7F98595A3}" dt="2022-03-25T20:17:08.481" v="101" actId="1036"/>
        <pc:sldMkLst>
          <pc:docMk/>
          <pc:sldMk cId="512413108" sldId="2130"/>
        </pc:sldMkLst>
        <pc:picChg chg="mod">
          <ac:chgData name="Ahamed, Md Maruf [E CPE]" userId="6f647de5-aeca-43cd-b76c-e84c6089bcf4" providerId="ADAL" clId="{C2AB552D-BF33-4FFE-904A-23B7F98595A3}" dt="2022-03-25T20:17:08.481" v="101" actId="1036"/>
          <ac:picMkLst>
            <pc:docMk/>
            <pc:sldMk cId="512413108" sldId="2130"/>
            <ac:picMk id="2" creationId="{4D238992-9E42-4D14-8891-87E34B929DFE}"/>
          </ac:picMkLst>
        </pc:picChg>
        <pc:picChg chg="mod">
          <ac:chgData name="Ahamed, Md Maruf [E CPE]" userId="6f647de5-aeca-43cd-b76c-e84c6089bcf4" providerId="ADAL" clId="{C2AB552D-BF33-4FFE-904A-23B7F98595A3}" dt="2022-03-25T20:17:04.308" v="98" actId="1036"/>
          <ac:picMkLst>
            <pc:docMk/>
            <pc:sldMk cId="512413108" sldId="2130"/>
            <ac:picMk id="3" creationId="{4637C3F7-819A-4C13-A447-D3BFD7B8B19A}"/>
          </ac:picMkLst>
        </pc:picChg>
        <pc:picChg chg="mod">
          <ac:chgData name="Ahamed, Md Maruf [E CPE]" userId="6f647de5-aeca-43cd-b76c-e84c6089bcf4" providerId="ADAL" clId="{C2AB552D-BF33-4FFE-904A-23B7F98595A3}" dt="2022-03-25T20:17:04.308" v="98" actId="1036"/>
          <ac:picMkLst>
            <pc:docMk/>
            <pc:sldMk cId="512413108" sldId="2130"/>
            <ac:picMk id="4" creationId="{302B3A7E-26DB-4B1F-B033-15E50ADBFF4F}"/>
          </ac:picMkLst>
        </pc:picChg>
        <pc:picChg chg="mod">
          <ac:chgData name="Ahamed, Md Maruf [E CPE]" userId="6f647de5-aeca-43cd-b76c-e84c6089bcf4" providerId="ADAL" clId="{C2AB552D-BF33-4FFE-904A-23B7F98595A3}" dt="2022-03-25T20:17:04.308" v="98" actId="1036"/>
          <ac:picMkLst>
            <pc:docMk/>
            <pc:sldMk cId="512413108" sldId="2130"/>
            <ac:picMk id="7" creationId="{ABC4ED8E-B749-4DA4-A7CE-91751C5808F5}"/>
          </ac:picMkLst>
        </pc:picChg>
      </pc:sldChg>
      <pc:sldChg chg="del">
        <pc:chgData name="Ahamed, Md Maruf [E CPE]" userId="6f647de5-aeca-43cd-b76c-e84c6089bcf4" providerId="ADAL" clId="{C2AB552D-BF33-4FFE-904A-23B7F98595A3}" dt="2022-03-25T19:49:23.335" v="84" actId="2696"/>
        <pc:sldMkLst>
          <pc:docMk/>
          <pc:sldMk cId="1239399353" sldId="2130"/>
        </pc:sldMkLst>
      </pc:sldChg>
    </pc:docChg>
  </pc:docChgLst>
  <pc:docChgLst>
    <pc:chgData name="Ahamed, Md Maruf [E CPE]" userId="6f647de5-aeca-43cd-b76c-e84c6089bcf4" providerId="ADAL" clId="{3F66735F-8B3A-4094-A663-17F02213CE5F}"/>
  </pc:docChgLst>
  <pc:docChgLst>
    <pc:chgData name="Ahamed, Md Maruf [E CPE]" userId="6f647de5-aeca-43cd-b76c-e84c6089bcf4" providerId="ADAL" clId="{6B312F4A-810C-482E-A2B7-2C0D7617F205}"/>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7282" name="Rectangle 2">
            <a:extLst>
              <a:ext uri="{FF2B5EF4-FFF2-40B4-BE49-F238E27FC236}">
                <a16:creationId xmlns:a16="http://schemas.microsoft.com/office/drawing/2014/main" id="{F16A246E-1165-E245-A7EB-0772963E03CB}"/>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3" name="Rectangle 3">
            <a:extLst>
              <a:ext uri="{FF2B5EF4-FFF2-40B4-BE49-F238E27FC236}">
                <a16:creationId xmlns:a16="http://schemas.microsoft.com/office/drawing/2014/main" id="{2440F699-AA4E-4A4F-915B-4E190BCFD039}"/>
              </a:ext>
            </a:extLst>
          </p:cNvPr>
          <p:cNvSpPr>
            <a:spLocks noGrp="1" noChangeArrowheads="1"/>
          </p:cNvSpPr>
          <p:nvPr>
            <p:ph type="dt" sz="quarter" idx="1"/>
          </p:nvPr>
        </p:nvSpPr>
        <p:spPr bwMode="auto">
          <a:xfrm>
            <a:off x="3884613"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97284" name="Rectangle 4">
            <a:extLst>
              <a:ext uri="{FF2B5EF4-FFF2-40B4-BE49-F238E27FC236}">
                <a16:creationId xmlns:a16="http://schemas.microsoft.com/office/drawing/2014/main" id="{EA62CF11-F0EA-0848-BA90-DDCC4F4E76E9}"/>
              </a:ext>
            </a:extLst>
          </p:cNvPr>
          <p:cNvSpPr>
            <a:spLocks noGrp="1" noChangeArrowheads="1"/>
          </p:cNvSpPr>
          <p:nvPr>
            <p:ph type="ftr" sz="quarter" idx="2"/>
          </p:nvPr>
        </p:nvSpPr>
        <p:spPr bwMode="auto">
          <a:xfrm>
            <a:off x="0"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5" name="Rectangle 5">
            <a:extLst>
              <a:ext uri="{FF2B5EF4-FFF2-40B4-BE49-F238E27FC236}">
                <a16:creationId xmlns:a16="http://schemas.microsoft.com/office/drawing/2014/main" id="{ABB4707E-3172-FE4D-BE44-CD82F8236D0E}"/>
              </a:ext>
            </a:extLst>
          </p:cNvPr>
          <p:cNvSpPr>
            <a:spLocks noGrp="1" noChangeArrowheads="1"/>
          </p:cNvSpPr>
          <p:nvPr>
            <p:ph type="sldNum" sz="quarter" idx="3"/>
          </p:nvPr>
        </p:nvSpPr>
        <p:spPr bwMode="auto">
          <a:xfrm>
            <a:off x="3884613"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85064E9-D108-4958-BC0A-32345D0A6B4B}" type="slidenum">
              <a:rPr lang="en-US" altLang="en-US"/>
              <a:pPr>
                <a:defRPr/>
              </a:pPr>
              <a:t>‹#›</a:t>
            </a:fld>
            <a:endParaRPr lang="en-US"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31:37.793"/>
    </inkml:context>
    <inkml:brush xml:id="br0">
      <inkml:brushProperty name="width" value="0.05292" units="cm"/>
      <inkml:brushProperty name="height" value="0.05292" units="cm"/>
      <inkml:brushProperty name="color" value="#FF0000"/>
    </inkml:brush>
  </inkml:definitions>
  <inkml:trace contextRef="#ctx0" brushRef="#br0">15165 6790 1130 0,'0'0'32'0,"0"0"8"0,0 0-32 0,0 0-8 0,0 0 0 0,-6 2 0 15,3 4 78-15,-3-4 14 0,6-2 4 0,-6 3 0 16,0 0-8-16,1-1 0 0,2 1-1 0,-3-1 0 0,6-2-19 0,-6 6-3 15,6-6-1-15,0 0 0 16,0 0-27-16,0 0-5 0,0 0-2 0,0 0 0 0,0 0-21 16,0 0-9-16,3 2 8 0,0 4-8 0,3-4 15 0,2-2-3 15,4 0 0-15,0 0 0 0,3-2 4 0,6 2 0 16,-3-3 0-16,6 0 0 0,-1 3-16 0,-2-2 0 16,3-1 0-16,0 3-10 0,0 0 10 0,0 0 0 0,-1 0 0 15,1 0 0-15,0 0 24 0,0 0 6 0,0 0 2 16,-4 0 0-16,-2 3-22 0,0-3-10 15,-6 2 10-15,0 1-10 0,-3 0 16 0,0 2-4 16,-3 0 0-16,-3 1 0 0,-3 1 3 0,0 1 0 16,-3 0 0-16,-3 0 0 0,3 3-5 0,-3-1-1 15,0 4 0-15,-3-1 0 0,3 5-9 0,-3 1 0 0,3 5 0 0,-3 2 0 16,3 3 0-16,-3 3 0 0,3-3 0 0,0 3 0 16,1-6 0-16,-1 4 0 0,0-1 0 0,0 2 0 15,3-2 0-15,0 1 0 0,-3 1 0 0,3 4 0 16,-3-3-24-16,3-1 4 0,0 4 0 0,0-6 0 15,0-3 4-15,0-2 2 0,0 0 0 0,0-6 0 16,0 1-18 0,0-3-3-16,-3 0-1 0,3 0 0 0,0-3 28 0,0 0 8 0,0 0 0 0,0-2 0 15,0-3-56-15,0 0-5 0,3 0-1 0,-3-3 0 16,3 0 41-16,0-5 8 0,0 0 1 0,0 0 1 16,0 0-33-16,0 0-8 0,0 0 0 0,0 0-748 15</inkml:trace>
  <inkml:trace contextRef="#ctx0" brushRef="#br0" timeOffset="258.173">15350 7369 2084 0,'0'0'46'0,"0"0"10"0,0 0 1 0,0 0 1 0,0 0-46 0,0 0-12 0,0 0 0 0,0 0 0 15,0 0 78-15,3-5 14 16,0 2 2-16,0-2 1 0,6 0-22 0,-3-1-4 0,3 1-1 0,2 0 0 16,4-1-8-16,0-2-1 0,3-2-1 0,6-1 0 15,0 1-58-15,5-4-25 0,4-1 1 0,3-1 1 16,0-3 4-16,-1 1 1 0,1-3 0 0,3-1 0 31,2-1-165-31,1 1-33 0,9 1-6 0</inkml:trace>
</inkml:ink>
</file>

<file path=ppt/ink/ink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31:35.504"/>
    </inkml:context>
    <inkml:brush xml:id="br0">
      <inkml:brushProperty name="width" value="0.05292" units="cm"/>
      <inkml:brushProperty name="height" value="0.05292" units="cm"/>
      <inkml:brushProperty name="color" value="#FF0000"/>
    </inkml:brush>
  </inkml:definitions>
  <inkml:trace contextRef="#ctx0" brushRef="#br0">15278 6835 698 0,'-12'2'20'0,"7"-2"4"0,-1 3-24 0,0 0 0 0,0-1 0 0,0 1 0 15,0-1 52-15,0-2 7 0,0 3 1 0,3 0 0 16,3-3-44-16,0 0-16 0,0 0 11 0,0 0-11 16,0 0-16-16,0 0-8 0</inkml:trace>
  <inkml:trace contextRef="#ctx0" brushRef="#br0" timeOffset="40919.366">21991 7906 1792 0,'-6'11'51'0,"3"-6"10"0,3 3-49 0,0 0-12 0,0 0 0 0,6 3 0 15,0-4 0-15,3 4 0 0,2 0 0 0,4-3 0 16,3-1-8-16,3 4-2 0,0-3 0 0,6-3 0 16,2 1 10-16,1-1 16 0,3 0-4 0,3 0-1 15,-1 1-11-15,4-4-12 0,0 4 2 0,5-4 1 0,1-2 9 0,3 3 12 16,2 0-2-16,7-1-1 0,-4-2-9 0,4 0 0 16,2 0 0-16,4 0 0 0,0 3 30 0,-1-3 4 15,1 0 1-15,2 0 0 0,-2 0-5 0,-4 0-1 16,4 3 0-16,-1-1 0 0,-5 1-29 0,-1 2-21 15,-2-2 3-15,-4 5 1 0,-2-3 27 0,-3 0 6 16,-1 3 0-16,-2 3 1 0,-3-3-17 16,-7 0 0-16,1 0 0 0,-3 2 0 0,0 1 16 0,-4 2-1 15,-2-2 0-15,-3 5 0 16,3-1 1-16,-6 4 0 0,0-1 0 0,-3 1 0 0,-1 2-16 0,-2 0 9 16,0 0-9-16,0 3 8 0,-3-3-8 0,0 6 12 15,-3-1-12-15,0 3 12 0,0 1-4 0,-3 1 0 16,0 1 0-16,0 5 0 0,0-2-8 0,-3 2 8 15,0 2-8-15,0 1 8 0,0 0-8 0,-3 2 0 0,3 3 0 16,-3 5 0-16,3-2 0 0,-3 2 0 0,0 0 0 16,3 3 0-16,-3-2 0 0,0-1 0 15,3 5 0-15,-3 4 0 0,3-1 0 0,0 0 0 0,0 0-9 0,0 6 9 16,0-1 0-16,0 3 0 0,0 3-8 0,3 5 8 16,0-8 0-16,0 6 0 0,0 2-8 0,0 8 8 15,0-11-13-15,0 4 1 0,3-1 0 0,0 8 0 16,0-6-8-16,0-1-2 0,-3-1 0 0,3 10 0 15,-4-10 3-15,4 3 1 0,-3 0 0 0,0 5 0 16,0-8 10-16,0 0 8 0,0 0-12 0,-3 8 12 16,3-8 0-16,-3-2 0 0,0-1 0 15,0 6 0-15,0-6 0 0,-3 1 0 0,3-6 9 0,-3 5-9 16,3-7 10-16,-3-1-10 0,0 1 12 0,0 2-12 16,0-8 8-16,0-2-8 0,0-3 0 0,-2 0 0 0,2-3 0 15,0 0 0-15,-3-2 0 0,3-1 0 16,-3-2 0-16,0-2 0 0,0-4 0 0,-3 1 0 15,3-5 0-15,-3-4 0 0,0-2 0 0,-3 0 0 0,0 1 44 0,0-7 6 16,0 1 1-16,-2 0 0 0,-1-5-31 0,0 2-5 16,-3-5-2-16,0 2 0 0,-3-5-13 0,0 1 0 15,-2-1 0-15,-4-3 0 0,0 1 28 0,-3-3 4 16,0-3 0-16,-5 0 0 0,-1 1 0 0,-6-4 0 16,1 1 0-16,-7-3 0 0,0 0-32 0,1 0 0 0,-7-3 0 15,-5 3 0-15,2-2 0 0,-5 2 0 0,-4-3 0 0,-8 3 0 16,5-3 36-16,-5 3 0 0,-7 0 1 0,-5 0 0 15,3 3-22-15,-7 2-5 0,1 1-1 0,-15 2 0 16,9 0-9 0,-3 2 8-16,-4 1-8 0,-14 5 8 0,12-3 5 0,0 5 1 15,-3-4 0-15,-15 1 0 16,15 1-33-16,-1 3-6 0,-2-3-2 0,-6 5 0 16,18-3-8-16,0 1-1 0,2 0-1 0,-8-4-697 0,12-1-139 15</inkml:trace>
</inkml:ink>
</file>

<file path=ppt/ink/ink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35:36.606"/>
    </inkml:context>
    <inkml:brush xml:id="br0">
      <inkml:brushProperty name="width" value="0.05292" units="cm"/>
      <inkml:brushProperty name="height" value="0.05292" units="cm"/>
      <inkml:brushProperty name="color" value="#FF0000"/>
    </inkml:brush>
  </inkml:definitions>
  <inkml:trace contextRef="#ctx0" brushRef="#br0">4887 8822 972 0,'0'0'21'0,"0"0"5"0,0 0 1 0,0 0 0 0,0 0-27 0,0 0 0 16,0 0 0-16,-3-6 0 0,0 1 21 0,3 5-1 15,3-5 0-15,-3 5 0 0,-3-5 0 0,0-1 0 16,3 6 0-16,-3-2 0 0,-6-4 1 0,6 1 0 16,3 5 0-16,0 0 0 0,0 0 22 0,0 0 4 15,0 0 1-15,0 0 0 0,0 0-2 0,0 0 0 16,0 0 0-16,0 0 0 0,0 0-10 0,0 0-1 15,0 0-1-15,0 0 0 0,6-3-10 0,-6 3-3 16,0 0 0-16,0 0 0 0,0 0-21 0</inkml:trace>
  <inkml:trace contextRef="#ctx0" brushRef="#br0" timeOffset="901.484">5709 8774 1800 0,'0'0'160'0,"0"0"-128"0,0 0-32 0,0 0 0 16,0 0 15-16,0 0-3 0,11 3-1 0,4-1 0 16,6-2 0-16,6 3 0 0,3 0 0 0,5-1 0 15,1 1 1-15,3-3 1 0,3 3 0 0,2-1 0 16,-2 1-3-16,3 0-1 0,-1 2 0 15,4-2 0-15,-4-3 7 0,4 2 2 0,0-2 0 0,2 3 0 16,-2-1-7-16,0 1-2 0,2 0 0 0,1-3 0 16,-1 2-1-16,1-2 0 0,0 3 0 0,2-3 0 15,-5 0 17-15,2 3 3 0,1-3 1 0,3 2 0 0,-4-2-29 16,1 0 0-16,-1 0 0 0,4 3 0 16,-6-3 0-16,2 3 9 0,1-3-1 0,2 2 0 15,-2 1-8-15,0-3 0 0,-1 3-10 0,4-3 10 0,-7 2 8 16,7 1 7-16,-3 0 1 0,5-1 1 15,-5 1-27-15,-1-3-6 0,1 2 0 0,5 1-1 0,-5 0 41 16,3 2 8-16,-1-5 1 0,1 3 1 0,-4 2-21 0,4-2-4 16,-3-1-1-16,2 1 0 0,-2 0 12 0,-1-1 1 15,1 1 1-15,3 2 0 0,-4-2-22 0,-2 2 0 16,2-2 0-16,4 2 0 0,-3-2 12 0,-1-1-3 16,1 1 0-16,2 2 0 0,1 1-9 0,-3-4 0 15,-1 1 9-15,4 2-9 0,-4-5 0 0,1 3-15 16,0-1 3-16,2 1 0 0,-2 0 23 0,-4 2 5 15,4-2 0-15,0-1 1 0,-1-2-27 0,1 3-6 16,-1-3 0-16,4 5-1 0,-3-2 33 0,-1-3 6 16,1 3 2-16,2-1 0 0,-2-2 12 0,0 0 4 0,2 3 0 0,1-1 0 15,-4 1-61 1,1-3-12-16,-1 0-3 0,4 0 0 0,0 0 58 0,-1 0 11 0,1 3 3 0,-1-1 0 31,1-2-57-31,-3 0-11 0,-1 0-3 0,7 0 0 0,-7-2 56 0,4 2 11 0,-4 2 3 0,4-2 0 31,-3 0-52-31,2 0-11 0,-2-2-1 0,5-1-1 0,-2 0 48 0,-3 3 10 0,-1-2 1 0,7 2 1 16,-7-3-43-16,4 1-9 0,-3-1-2 0,5 0 0 16,-5-2 39-16,-4 5 7 0,1-3 2 0,3 3 0 15,-4-5-36-15,1 2-8 0,-4 1 0 0,4-1-1 16,-3 0 33-16,-1 1 8 0,4-1 0 0,-3 3 1 0,-4-3-21 0,1 1-18 16,3-1 3-16,-4 1 1 0,1-4 14 0,0 4 0 15,-1-1 0-15,1 0 0 0,-3 1 13 0,-1-1-1 16,1 0 0-16,-3 1 0 15,3-1-12-15,-4 0 0 0,1 1 0 0,0-1 0 0,2 0 0 0,-2 1 0 16,0-1 0-16,0 1 0 0,-1-1 0 0,1-2 0 16,-3 2 0-16,2 0 0 0,-2 1 0 0,0-1 0 15,0 0 0-15,-1 1 0 0,1 2 0 0,-3-3 0 16,3 0 0-16,-4 1 0 0,4-1 0 0,-3 1 0 0,0-1 0 16,-1 0 0-16,1 1 0 0,-3-1 0 0,3 3 0 15,0-3 0-15,-4 1 16 0,4 2 1 16,-3-3 0-16,3 0 0 0,-4 3-27 0,4-2-6 15,-3-1 0-15,0 3-1 0,-3-5 17 0,-1 5 0 16,4-3 0-16,0 0 0 0,-3 1 0 0,0-1 0 16,2 1 0-16,1 2 0 0,-3-3 0 0,3 3 0 0,0 0 0 0,-1-3 0 15,-2 1 48-15,3 2 12 0,-3 0 4 0,3-3 0 16,-7 3-52-16,1-3-12 0,0 1 0 0,0 2 0 16,3 0 0-16,-3 0 0 0,2 0 0 0,-2 0 0 15,0 2-11-15,0-2-5 0,0 3 0 0,0-3-1 16,2 0 27-16,-2 3 6 0,0-3 0 0,0 0 1 15,0 0-17-15,0-3 0 0,-4 3 0 16,4-3 0-16,0 1-48 16,-3-1-12-16,3 0-4 0,3-5 0 0,-1 0-84 15,-2-5-18-15,27-21-3 0,-9-3-1 0</inkml:trace>
</inkml:ink>
</file>

<file path=ppt/ink/ink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37:08.400"/>
    </inkml:context>
    <inkml:brush xml:id="br0">
      <inkml:brushProperty name="width" value="0.05292" units="cm"/>
      <inkml:brushProperty name="height" value="0.05292" units="cm"/>
      <inkml:brushProperty name="color" value="#FF0000"/>
    </inkml:brush>
  </inkml:definitions>
  <inkml:trace contextRef="#ctx0" brushRef="#br0">17749 6372 979 0,'0'0'21'0,"0"0"5"0,0 0 1 0,0 0 1 0,0 0-28 0,0 0 0 0,0 0 0 0,0 0 0 16,0 0 73-16,0 0 10 0,0 0 1 0,0 0 1 15,0 0-10-15,0 0-3 0,0 0 0 0,0 0 0 16,0-6-7-16,0 6-1 0,0 0-1 0,0 0 0 16,0 0-7-16,0 0-2 0,0 0 0 0,0 0 0 15,0 0-10-15,0 0-3 0,0 0 0 0,0 0 0 16,0 0-8-16,0 0-1 0,0 0-1 0,0 0 0 16,0 0-6-16,0 0-1 0,0 0 0 0,0 0 0 15,0 0-2-15,0 0-1 0,0 0 0 0,0 0 0 16,0 0-2-16,0 0-1 0,0 0 0 0,0 0 0 15,0 0 1-15,0 0 0 0,3-5 0 0,-3 5 0 0,0 0-6 0,0 0-1 16,3 0 0-16,-3 0 0 0,6-3 0 0,0 3 0 16,-3 0 0-16,-3 0 0 0,6 0-1 0,0 3-1 15,0-3 0-15,-3 0 0 0,3 0-1 0,0 0 0 16,-1 3 0-16,1-3 0 0,0 0-9 0,0 2 12 16,0-2-12-16,0 0 12 0,0 3-4 0,3-3-8 15,-3 0 12-15,0 0-4 0,3 0-8 16,0 0 8-16,-3 0-8 0,3 0 8 0,0 0-8 0,0 0 0 15,0 0 9-15,0 0-9 0,2 0 0 0,-2 0 9 16,0 0-9-16,0 0 0 0,0 0 9 0,0 0-9 16,0 0 0-16,0 0 9 0,0 0-9 0,-3 0 0 15,3 0 0-15,0 0 0 0,-3 0 8 0,3 0-8 0,-4 3 0 0,1-3 8 16,3 0-8-16,-3 2 0 0,0-2 9 0,3 0-9 16,-3 0 0-16,0 0 0 0,0 3 0 0,0-3 8 15,0 0-8-15,0 3 0 0,0-3 0 0,0 0 8 16,0 0-8-16,0 2 0 0,-3-2 0 0,3 0 0 15,0 0 0-15,-3 0 9 0,3 3-9 0,0-3 0 16,-1 0 8-16,-2 0-8 0,3 2 0 0,0-2 0 16,-3 0 11-16,3 0-11 0,0 3 10 0,-3-3-10 15,3 0 10-15,0 0-10 0,0 0 10 0,0 0-10 16,0 0 8-16,3 0-8 0,-3 0 0 0,0 0 9 16,0 0-9-16,0 0 0 0,0 3 0 0,0-3 8 15,0 0-8-15,0 0 0 0,-1 0 9 0,1 0-9 16,0 0 0-16,3 0 0 0,-3 0 0 0,0 0 0 15,0 0 0-15,0 0 0 0,0 0 0 0,3 0 8 16,-3 0-8-16,0 0 0 0,3 0 0 0,-3 0 0 16,0 0 0-16,0 0 0 0,0 0 0 0,0 0 0 15,3-3 0-15,-3 3 0 0,-1 0 0 0,1 0 0 0,0 0 0 0,0 0 0 16,0 0 0-16,0-3 0 0,0 3 0 0,0 0 0 16,0-2 0-16,0 2 8 0,0 0-8 0,0 0 0 15,3 0 0-15,-3 0 0 0,0 0 0 0,0 0 9 16,-3-3-9-16,3 3 0 0,0 0 8 0,-3 0-8 15,3 0 0-15,-1 0 0 0,-2 0 10 0,3 0-10 0,0 0 8 16,0 0-8-16,-3-2 8 0,3 2-8 0,0 0 8 0,-3-3-8 16,-3 3 8-16,6 0-8 0,0 0 8 0,0 0-8 15,-3 0 8-15,3 0-8 0,0 0 8 16,-3 0-8-16,3 0 9 0,-6 0-9 0,6 0 10 0,-6 0-10 16,6 0 10-16,-3 0-10 0,3 0 10 15,-3-3-10-15,3 3 8 0,0 0-8 0,0 0 0 0,-6 0 0 16,5 0 0-16,-2 0 8 15,3 0-8-15,0 0 0 0,0 0 0 0,-3 0 0 0,3 0 0 0,0 0 0 16,-3 0 0-16,-3 0 0 0,6 0 0 0,0 0 0 16,0 3-9-16,-3-3-2 0,-3 0 0 0,6 0 0 15,-6 0-33-15,6-3-6 16,-3 3-2-16,3 0 0 0,-6 0-171 0,6 0-34 0</inkml:trace>
  <inkml:trace contextRef="#ctx0" brushRef="#br0" timeOffset="9491.346">16761 3064 1515 0,'0'0'33'0,"0"0"7"0,0 0 2 0,0 0 1 0,0 0-35 0,0 0-8 16,0 0 0-16,0 0 0 0,0 0 104 0,0 0 18 15,0 0 4-15,0 0 1 0,0 0-33 0,0 0-6 16,0 0-2-16,0 0 0 0,0 0-22 0,0 0-5 16,0 0-1-16,0 0 0 0,0 0-21 0,0 0-4 15,0 0-1-15,0 0 0 0,6 3-8 0,-3 2-1 16,3-5-1-16,3 3 0 0,-4-3-8 0,4 0-2 16,3 0 0-16,-3 0 0 0,3 0-4 0,0 0-8 15,0-3 11-15,3 3-11 0,0 0 0 0,0-5 0 16,0 2 0-16,-1 3 0 0,1-3 0 0,-3 1-9 15,0 2 9-15,0 0 0 0,3-6-25 0,-6 4 0 0,3 2 0 0,-3 0 0 32,0-5-39-32,-1 5-7 0,-2 0-1 0,0 0-1 15,0 0-104-15,-6 0-21 0,3 0-4 0,-3 0-651 0</inkml:trace>
  <inkml:trace contextRef="#ctx0" brushRef="#br0" timeOffset="9785.984">16847 3228 1918 0,'0'0'42'0,"0"0"9"0,0 0 1 16,6 0 3-16,-3 0-44 0,3 0-11 0,0-5 0 0,0 5 0 15,0-3 79-15,0 3 13 0,0 0 4 0,0 0 0 0,0 0-42 0,0-5-8 16,0 5-2-16,-4 0 0 0,4-3-24 0,0 3-4 16,3 0-2-16,-3 0 0 0,0 0-14 0,0 0 8 15,3 0-8-15,0 0 0 0,-3 0 8 0,6 0-8 16,-3 0 0-16,0 0 0 0,3 0 0 0,0 0-16 16,-1-8 1-16,4 8 1 15,0-2-138-15,-3-1-27 0,6 0-5 16</inkml:trace>
  <inkml:trace contextRef="#ctx0" brushRef="#br0" timeOffset="10304.991">17392 3064 1893 0,'0'0'41'0,"0"0"9"0,0 0 2 0,0 0 2 0,0 0-43 0,0 0-11 0,0 0 0 0,-6 3 0 16,6-3 81-16,-6 5 15 0,0-5 2 0,3 8 1 16,-3-8-37-16,3 8-7 0,0-5-2 0,-3-1 0 15,3 3-19-15,0 6-4 0,-3-8-1 0,3 2 0 16,0 3-12-16,0-3-2 0,0 1-1 0,0 4 0 0,-3-7-6 16,3 5-8-16,3 0 11 0,-3-3-11 0,0 3 0 0,3 0 0 15,-3 0 0-15,3 0 0 16,0 2 0-16,0-7 0 0,0 5 0 0,3 0 0 15,0-3 0-15,0 0 0 0,-3 3 0 0,6-5 0 0,-3 2 0 0,0-2 0 16,3 2 0-16,0-2 0 0,0-1-16 0,3-2-1 16,-3 3 0-16,3-3 0 0,0 0 0 0,0 0 0 15,0 0 0-15,0-3 0 0,3 1 17 0,-4-1-10 16,4-2 10-16,0 2-8 0,-3-2 8 0,3 2 0 16,0-5 0-16,-3 6 0 0,3-4 15 15,0 1 1-15,0-3 1 0,-3 3 0 0,0-3 15 0,-1 0 4 16,1 0 0-16,0 0 0 0,-3 0 3 0,0-2 1 15,0-1 0-15,0 3 0 0,-3-5-8 0,0 5 0 16,-3-5-1-16,0 2 0 0,0 1-9 0,0-1-2 16,-3-2 0-16,0 5 0 0,-3 0-6 0,0-5-2 0,0 2 0 0,0 6 0 15,-3-3-12-15,0 0 8 0,-2 0-8 0,2 3 0 16,-3-1 0-16,0 4 0 0,3-6 0 0,-3 8-10 31,3-6-22-31,-3 4-5 0,3-3-1 0,-3 2 0 16,3 0-143-16,0 3-29 0,1-2-6 0</inkml:trace>
  <inkml:trace contextRef="#ctx0" brushRef="#br0" timeOffset="18554.426">14606 5940 597 0,'0'0'16'0,"0"0"5"0,0 0-21 0,0 0 0 15,0 0 0-15,0 0 0 0,0 0 56 0,0 0 6 16,0 0 2-16,0 0 0 0,0 0 3 0,0 0 1 16,0 0 0-16,0 0 0 0,0 0-21 0,0 0-4 15,0 0-1-15,0 6 0 0,0-6-19 0,0 0-4 16,0 0-1-16,0 0 0 0,0 0 33 0,0 0 6 15,0 0 2-15,-3 5 0 0,3-5-12 0,0 0-3 0,0 0 0 0,0 0 0 16,0 0-15-16,0 0-3 0,0 0-1 0,0 0 0 16,0 0 15-16,0 0 4 0,0 0 0 0,-3 5 0 15,3-5-20-15,0 0-3 0,0 0-1 0,0 0 0 16,0 0 30-16,0 0 6 0,0 0 0 0,0 0 1 16,0 0-40-16,0 0-8 0,0 0-1 0,0 0-8 15,0 0 55-15,-3-3 4 0,3 3 1 0,-3-5 0 16,0 0-24-16,3 0-5 0,-3-1-1 0,3-2 0 15,-3 3 6-15,3 0 2 0,0-3 0 0,0 0 0 16,0 0-30-16,3 0-8 0,-3 0 0 0,0 0 0 16,3-2 0-16,-3 2 0 0,0-3 0 0,3 0 0 15,-3 1 0-15,0 2 0 0,0-5 0 0,3 5 0 16,-3-5 52-16,0 2 10 0,3 0 2 0,-3 1 0 16,3-1-64-16,-3-2-12 0,3 2-2 0,-3-2-1 15,3 3 24-15,0-4 5 0,-3 1 1 0,3 0 0 16,-3 0-15-16,3-1 0 0,0 1 0 0,0 0 0 15,-3 0 0-15,2 0 0 0,-2-3 0 0,3-3 0 16,0 3 0-16,-3 0 0 0,3-2 0 0,0-1 0 0,0 1 0 16,0-1 0-16,0 1 0 0,0-1 0 15,-3 1 0-15,3 2 0 0,0 0 0 0,-3 0 0 0,0 3 31 0,0 0 3 16,0-3 1-16,0 5 0 0,0-5-5 0,0 6-1 16,-3-4 0-16,3 4 0 0,0-3-29 0,0-1 0 15,-3 1 0-15,3 0 0 0,0 2 0 0,-3-4 0 16,3 4 0-16,-3-5 0 0,3 3 0 0,-3 0-10 15,3-1 0-15,0 4 0 0,-3-1 10 0,3-2 0 0,0 2 0 16,0 1 0-16,0-1 0 0,-3 1 0 0,3 2 0 0,0-3 0 16,0 3 0-16,0-2 0 0,0 2 0 0,0 0 0 15,0 0 0-15,-3 2 0 0,3-1 0 0,0-1 0 16,0 5 0-16,-3-8 0 0,3 6 0 0,0 0 0 16,0 0 11-16,-3-3-3 0,3 5 0 0,0-5 0 15,3 3-8 1,-3-1 0-16,0 1 0 0,0 2 0 0,0-4 0 0,0 4-12 0,0-5 2 0,0 3 1 15,0 2 9-15,0 3 0 16,0-5 0-16,0 5 0 0,0-6 0 0,0 6 12 0,0-5-2 0,0 5-1 16,3-3-9-16,-3 1-17 0,3-3 4 0,-3 5 1 15,0 0 12-15,0 0 0 0,3-3 0 0,0 0 0 16,-3 3 0-16,3-2 0 0,3-1-8 0,-6 3 8 16,3 0 0-16,3 0 0 0,0-3 0 0,-6 3 0 15,6 0-8-15,0 0 8 0,0 0 0 0,0 0-9 16,3 0 9-16,-3 0 0 0,3 0 0 0,-3 0 0 15,3 0 15-15,0 0 1 0,0 0 1 0,2 0 0 0,1 0-17 16,0 0 0-16,0 0 0 0,0 0 0 0,0 0 0 16,0 0 0-16,3 0 0 0,-3 0 0 0,3 0-16 0,-1 0-8 15,1 3 0-15,-3-3-1 0,3 0 17 0,-3 3 8 16,3-3-8-16,0 2 8 0,0-2 0 0,3 3 0 16,-4 0 0-16,4-3-8 15,0 5-21-15,-3-5-4 16,6 0-1-16,-3 0 0 0,0 2 34 0,-1-2 0 0,1 3 0 0,0-3 0 0,0 3 0 15,-3-1 0-15,3-2 0 0,0 3 0 0,-1-3 0 0,1 0 0 16,-3 3 0-16,0-3 0 0,0 2 0 0,0-2 0 0,-3 0 0 16,3 0 0-16,0 0 0 0,-1 0 0 15,4 0 0-15,-3 0 0 0,3 0 0 0,-3 0 0 0,3 0 0 0,-3 3 0 16,3-3 14-16,-1 0 10 0,1 0 1 0,0 0 1 31,0 0-42-31,0 0-8 0,3 3-1 0,-3-3-1 0,-1 2 26 0,4-2 0 16,-3 0 0-16,0 0 0 0,3 3 0 0,0-3 0 0,2 0 0 0,1 0 0 15,3 0 0-15,0 0 0 0,0 0 0 0,5 0 0 16,1 0 12-16,-3 0 7 0,3-3 1 0,2 3 1 16,-2 0-21-16,-3-2 0 0,3 2 0 0,2-3 0 15,-2 3 0-15,0 0 0 0,5-3 0 0,1 3 0 16,-3 0 0-16,3-2 0 0,-4 2 0 0,1-3 0 16,-3 3 0-16,-1 0 0 0,1-3 0 0,3 3 0 0,-3-2 0 0,2-1 0 15,1 3 0-15,3-3 0 16,-3 3 0-16,-1-2 0 0,-2 2 0 0,3 0 0 15,-6 0 0-15,2-5 0 0,1 5 0 0,0-3 0 0,2 3 0 0,-2-3 0 16,3 3 0-16,0 0 0 0,-1-2 0 16,1-1 0-16,-3 0 0 0,0 3 0 0,-4 0 0 15,1-2 0-15,0 2 0 0,3-3 0 0,-1 3 0 16,1 0 0-16,0-3 0 0,3 3 0 16,-4 0 0-16,1 0 0 0,0-2 0 0,0 2 0 0,-4 0 0 0,-2 0 0 15,3 0 0-15,0 0 0 0,-1 2 0 0,4-2 0 16,-3 0 0-16,6 3 0 0,-4-3 0 0,-2 0 0 15,6 0 0-15,-3 3 0 0,-4-1 0 0,-2-2 0 0,0 3 0 16,3 0 0-16,-4-1 0 0,1-2 0 0,0 3 0 16,3 5 0-16,0-8 0 0,-4 2 0 0,4 1 0 0,0 0 0 15,-3-1 0-15,2 1 0 0,-2-3 0 0,0 5 0 16,0-2 0-16,-3 0 0 0,2-1 0 0,1-2 0 16,-3 3 0-16,3 0 0 0,3 2 0 0,-1-5 0 15,-2 0 0 1,3 3 0-16,0-1 0 0,-1 1 0 0,1-1 0 0,-3-2 0 0,3 3 0 15,-6 0 0-15,2-3 0 0,1 2 0 0,0-2 0 16,0 0 0-16,2 0 0 0,1 3 0 0,0-3 0 16,3 3 0-16,-3-1 0 0,-1-2 0 0,1 3 0 0,0 0 0 15,0-3 0-15,-1 0 0 0,-2 0 0 0,0 0 0 16,3 0 0-16,-1 0 0 0,1 0 0 0,3 5 0 16,3-5 0-16,-7 0 0 0,4 3 0 0,3-1 0 15,-6-2 0-15,-1 0 0 0,1 3 0 0,0-3 0 16,-3 0 0-16,3 0 0 0,-1 0 0 0,1 3 0 0,3-3 0 15,0 0 0-15,-4 2 0 0,4 1 0 0,-3-1 0 0,3-2 0 16,-7 3 0-16,4-3 0 0,-3 0 0 0,0 0 0 16,0 0 0-16,-1-3 0 0,4 3 0 0,0 0 0 15,0 0 0-15,-1 0 0 0,1 3 0 0,-3-3 0 16,3 0 0-16,-1 3 0 0,-2-1 0 0,-3-2 0 16,0 0 0-16,3 0 0 0,-4 0 0 0,4 0 0 15,0 0 0-15,-3 0 0 0,3 0 0 16,-1 0 0-16,1 0 0 0,0 0 0 0,0 0 0 15,-3 3 0-15,2 0 0 0,-2 2 0 0,0-5 0 16,-3 0 0-16,3 0 0 0,-3 0 0 0,-1 0 0 0,4 0 0 16,-3 0 0-16,0 0 0 0,0 0 0 0,3 0 0 15,-4 0 0-15,1 0 0 0,3 0 0 0,-3 0 0 16,0 0 0-16,-1 0 0 0,1 0 0 0,0 3 0 0,0-3 0 16,0 0 0-16,0 0 0 0,-3 0 0 0,-1 0 0 0,4 0 0 15,-3 0 0-15,0-3 0 16,3 3 0-16,0 0 0 0,-1 0 0 0,1 0 0 0,0 0 0 0,3 0 0 15,-3 0 0-15,3 0 0 0,-4 0 0 0,1 0 0 16,0 0 0-16,0 0 0 0,3 3 0 0,-3-3 0 16,-4 0 0-16,4 0 0 0,-3 0 0 0,0 0 0 15,3-3 0-15,-3 3 0 0,3 0 0 0,-4-5 0 16,4 5 0-16,0 0 0 0,-3 0 0 0,3 0 0 16,0 0 0-16,-4 0 8 0,4 0-8 0,-3 5 0 15,0-5 0-15,3 0 0 0,-6 0 0 0,3 0 0 16,-4 0 0-16,1 0 0 0,0 0 0 0,0 0 0 15,0 0 0-15,0 0 0 0,-3 0 0 0,3 0 0 16,-3 0 0-16,2 0 0 0,-2 0 0 0,3 0 0 0,0 0 0 16,-3 0 0-16,0 0 0 0,3 3 8 0,-3-3-8 15,0 0 0-15,3 2 0 0,-4-2 0 16,1 3 0-16,0 0 0 0,0-3 0 0,-3 2 0 16,3 1 0-16,0-1 0 0,-3 1 0 0,3 0 0 0,-3 2 0 0,3-5 0 15,-3 3 0-15,2-1 0 0,1 4 0 0,-3-4 0 16,0 1 0-16,0 0 0 0,0-1 0 0,0 4 0 15,0-4 0-15,0 1 0 0,-3 2 0 0,3-2 0 16,-3-1 0-16,0 1 8 0,3 0-8 0,-4-1 0 0,1 1 8 16,0 2-8-16,0-2 0 0,0 0 0 0,0 2 0 15,0 0 8-15,0-2-8 0,0-1 0 0,-3 4 0 0,3-1 0 16,0 0 0-16,0 1 9 0,0-1-9 0,-3 0 0 16,3 1 8-16,0-1-8 0,0 0 0 0,-3 0 0 15,3 3 0-15,-3-2 0 0,3-1 0 0,-3 3 0 16,0-3 0-16,0 0 0 0,2 3 0 15,1-2 0-15,-3-1 8 0,0 3-8 0,3-3 0 0,-3 0 0 16,0 3 8-16,3-2-8 0,-3-1 0 0,3 0 0 16,-3 1 0-16,3 2 0 0,-3-1 0 0,0-4 0 15,0 5 0-15,3-3 0 0,-3 3 0 0,3 0 0 16,-3-3 0-16,0 1 0 0,0-1 0 0,0 3 0 16,0-3 0-16,0 3 0 0,0-2 8 0,0-1-8 15,0 3 0-15,0-3 8 0,-3 0-8 0,3 3 0 16,0-2 8-16,-3-1-8 0,3 3 0 0,-3-3 0 15,3 3 9-15,-3 0-9 0,3-3 0 0,-3 3 9 0,3 0-9 16,-3 0 0-16,0 0 0 0,3 0 0 0,-3 0 0 0,0 0 8 16,3 0-8-16,-3 0 0 0,0 0 8 0,0 0-8 15,2 0 8-15,-2-1-8 0,0 1 0 0,3 0 0 16,-3 0 8-16,0 0-8 0,3 0 0 0,-3 0 0 16,0 0 9-16,3 0-9 0,-3 0 0 15,0 0 0-15,3-3 0 0,-3 3 8 0,0-3-8 16,3 3 0-16,-3-2 0 0,0 2 8 0,0-3-8 0,0 3 0 15,0-3 0-15,0 3 0 0,3-3 0 16,-3 3 9-16,0 0-9 0,0-3 0 0,0 3 8 16,0 0-8-16,0-2 0 0,0 2 0 0,0-1 9 0,0-1-9 15,0 2 0-15,0-3 9 0,0 3-9 0,0-3 10 16,0 1-10-16,0 1 10 0,0-1-10 0,0 4 0 16,0-7 9-16,0 5-9 0,0-3 8 0,0 1-8 0,0 1 10 0,0 1-10 15,0-2 9-15,0 2-9 0,0-3 8 0,0 3-8 16,0-3 9-16,0 3-9 15,0-3 10-15,0 3-10 0,3 0 8 0,-3 0-8 0,0-3 0 0,3 3 9 16,-3 0-9-16,0 0 0 0,0 0 0 0,0-2 8 16,0-1-8-16,0 3 0 0,0 0 0 0,3-3 8 15,-3 3-8-15,0 0 0 0,0 0 9 0,3-3-9 16,-3 3 0-16,0-3 9 0,0-5-9 0,0 8 0 16,0-2 8-16,3-1-8 0,-3 3 0 0,0-8 0 15,3 5 9-15,-3 0-9 0,0 3 0 0,3-2 9 16,-3-1-9-16,0-5 8 0,0 5-8 0,0 0 8 15,0-5-8-15,0 8 0 0,3-2 9 0,-3-1-9 16,0-5 0-16,0 5 0 0,0 3 0 0,3-2 8 16,-3-6-8-16,0 5 0 0,0 0 0 0,0 3 8 0,0-8-8 15,0 5 0-15,0 1 0 0,3-1 0 0,-3-5 0 16,0 5 8-16,0-5-8 0,3 6 0 16,-3-1 0-16,0-5 8 0,0 5-8 0,0-5 0 0,3 5 0 0,-3 1 0 15,0-6 0-15,0 8 8 16,0-6-8-16,0 6 0 0,0-8 0 0,0 5 0 0,0-5 0 0,0 6 8 15,0 2-8-15,3-3 0 0,-3-5 0 0,0 5 8 16,0 1-8-16,0-6 0 0,0 5 0 0,0 0 0 0,3 3 0 16,-3-3 0-16,0 1 0 0,0-1 8 0,0 0-8 15,0-5 0-15,0 6 0 0,0-1 8 0,0 0-8 0,0 0 0 16,0-5 0-16,3 8 8 0,-3-2-8 0,0-4 0 16,0-2 0-16,0 8 9 0,0-2-9 0,0-1 0 15,0-5 11 1,0 5-11-16,0 0 10 0,0 1-10 0,3-4 9 0,-3-2-9 15,0 6 8-15,0-1-8 0,0-5 0 0,3 5 8 16,-3 1-8-16,0-1 0 0,0-5 8 0,3 5-8 16,-3 0 0-16,0 1 8 0,0-6-8 0,3 8 0 0,-3-8 9 0,0 5-9 15,0-5 0-15,0 5 9 0,3 1-9 0,-3-6 0 16,3 5 9-16,-3-5-9 0,0 2 0 0,0-2 9 16,0 6-9-16,0-6 0 0,0 0 9 0,3 8-9 15,-3-8 0-15,0 5 0 0,0-5 0 0,0 8 8 16,0-8-8-16,3 5 0 0,-3-5 8 0,0 0-8 15,0 6 0-15,0-1 8 0,0-5-8 0,3 5 0 16,-3-5 0-16,0 0 0 0,0 0 0 0,0 5 8 0,0-5-8 0,0 0 0 16,3 6 0-16,-3-6 8 0,0 0-8 0,0 0 0 15,0 0 0-15,0 5 0 0,0-5 0 0,0 0 0 16,0 0 0-16,0 0 0 0,0 0 0 0,0 0 0 16,0 0 0-16,0 0 0 0,0 0-12 0,0 0-6 15,0 0-2-15,3-5 0 16,0-3-124-16,3-3-24 15,-3-2-6-15</inkml:trace>
  <inkml:trace contextRef="#ctx0" brushRef="#br0" timeOffset="31615.884">16936 3747 1551 0,'0'0'34'0,"0"0"7"0,0 0 2 0,0 0 1 0,-3-3-36 0,3 3-8 0,0 0 0 0,0 0 0 16,0 0 110-16,0 0 20 0,0 0 4 0,-3-5 1 16,3 5-41-16,0 0-8 0,0 0-2 0,3-5 0 15,-3 5-19-15,3-3-4 0,3 0-1 0,-3 3 0 16,6-2-16-16,-3 2-3 0,3-3-1 0,0 3 0 16,0 0-20-16,6-5-4 0,-3 2 0 0,6 3-1 0,-1 0-15 0,1-5 0 15,3 5 0-15,0-3 0 16,0 3 0-16,0 0 0 0,-1 0 0 0,1 0 0 0,-3 0 0 15,0 3 8-15,-3-3-8 0,0 0 0 16,-3 0-19-16,-3 5-6 0,0-5-2 0,0 0 0 16,-4 0-28-16,-5 0-5 0,0 0-2 0,0 0 0 15,0 0-107-15,0 0-22 0,0 0-4 0,0 0-693 16</inkml:trace>
  <inkml:trace contextRef="#ctx0" brushRef="#br0" timeOffset="31884.995">17023 3916 1526 0,'0'0'43'0,"0"0"10"0,0 0-42 0,0 0-11 0,0 0 0 0,0 0 0 16,0 0 101-16,0 0 19 0,0 0 3 0,0 0 1 16,0 0-51-16,-3 8-9 0,3-8-3 0,0 0 0 15,3 5-20-15,-3-5-4 0,0 0-1 0,3 3 0 16,3 2-6-16,-3-2-2 0,3 0 0 0,-1-3 0 15,4 2-5-15,-3 1-2 0,6-3 0 0,-3 0 0 16,3 0-9-16,0 0-1 0,0 0-1 0,3 0 0 16,0 0-10-16,0-3 0 0,-1 1 9 0,4-1-9 15,0 0 0-15,0-2 0 0,0 2 0 0,0-2 8 16,0-3-46 0,-1 3-9-16,1-3-1 0,0 0-662 0,0 0-132 0</inkml:trace>
  <inkml:trace contextRef="#ctx0" brushRef="#br0" timeOffset="32207.445">17642 3673 1602 0,'0'0'35'0,"0"0"7"0,0 0 2 0,0 0 1 0,0 0-36 0,0 0-9 16,0 0 0-16,0 0 0 0,0 0 113 0,0 0 21 15,0-3 4-15,0 3 1 0,0 0-35 0,0 0-8 16,0 0 0-16,0 0-1 0,0 0-25 0,0 0-5 0,0 0-1 15,0 0 0-15,0 0-13 0,0 0-3 0,0 0-1 0,0 0 0 16,0 0-7-16,0 0-2 0,0 0 0 0,0 3 0 16,0 2-12-16,0 3-2 0,0 0-1 0,0 0 0 15,0 5-8-15,0-2-2 0,0 2 0 0,0 0 0 16,0 3-13-16,0 0 11 0,0 2-11 16,0 1 10-16,0-3-10 0,0 2 0 0,0-5 0 0,0 3 0 15,0-2 0-15,0-1 0 0,0 0 8 0,-3-2-8 16,3-1 0-16,0-2 0 15,0 0-12-15,0 0 12 16,0 0-94-16,0-3-11 0,0-5-3 0,0 6-749 0,-3 1-151 0</inkml:trace>
  <inkml:trace contextRef="#ctx0" brushRef="#br0" timeOffset="48071.85">14588 7263 1861 0,'0'0'40'0,"0"0"9"0,0 0 2 0,0 0 2 0,0 0-42 0,0 0-11 0,0 0 0 0,0 0 0 16,0 0 92-16,0 0 17 0,0 0 3 0,0 0 1 16,0 0-37-16,0 0-8 0,0 0-2 0,0 0 0 15,0 0-8-15,0 0-2 0,0 0 0 0,3 8 0 16,-3-3-18-16,3 3-4 0,-3 0-1 0,0 0 0 15,3 0-15-15,-3 0-3 0,0 3-1 0,-3-1 0 16,3 1-14-16,0 2 9 0,0 0-9 0,0 1 8 16,0 2-8-16,-3-1 0 0,3 1 0 0,0 3 0 15,0-3 0-15,0 0 0 0,0 2 0 0,0 1 0 16,0-6 0-16,0 3 0 0,0-3 0 0,0 0 0 0,0-2 0 16,0 2-9-16,0-5 0 0,0 2 0 15,0-2-17-15,0 0-3 0,0 0-1 16,0 0 0-16,0 0-26 0,0-3-4 15,0 1-2-15,0-1 0 0,0-5-147 0,0 0-30 16,0 0-5-16,0 0-2 0</inkml:trace>
  <inkml:trace contextRef="#ctx0" brushRef="#br0" timeOffset="48434.619">14612 7276 1609 0,'0'0'35'0,"0"0"7"0,0 0 2 0,-6-2 2 0,6-3-37 0,0 5-9 0,-3-3 0 0,3 3 0 15,0 0 100-15,-3-5 19 0,3 5 3 0,0 0 1 16,-3-3-36-16,3 3-7 0,0 0-2 15,0 0 0-15,-6 0-18 0,0 0-4 0,3 0-1 0,3 0 0 16,-6 0-22-16,0 3-4 0,0-1-1 0,3 4 0 16,-3-4-17-16,0 6-11 0,0-3 12 0,0 3-12 15,0-2 0-15,0 2 0 0,0 0 0 0,-3-1 0 16,0 1 0-16,1 0-12 0,-1 0 0 0,3 0 0 16,-3 0-36-16,3 3-8 15,0-3 0-15,-3 0-1 0,3 2-128 0,0-2-26 0,0 0-5 16</inkml:trace>
  <inkml:trace contextRef="#ctx0" brushRef="#br0" timeOffset="48789.489">14460 7724 2005 0,'0'0'44'0,"0"0"8"0,0 0 3 0,0 0 2 0,6-3-45 0,0 3-12 0,0 0 0 0,3 0 0 15,-3 0 89-15,2-3 16 0,-2 3 3 0,3-2 1 16,-3 2-31-16,3 0-6 0,0 0-2 0,-3 0 0 16,6-3-26-16,-6 3-6 0,3 0-1 0,0 0 0 15,0 0-26-15,0-3-11 0,0 3 8 0,0-2-8 16,2 2 0-16,1 0 0 0,0-3 0 0,0 3 0 16,0 0-8-16,0 0-8 0,0-2 0 0,0-1-1 15,0 0-131-15,-3 1-25 0,3-1-6 16</inkml:trace>
  <inkml:trace contextRef="#ctx0" brushRef="#br0" timeOffset="51324.639">18603 6581 1036 0,'0'0'23'16,"0"0"5"-16,0 0 0 0,0 0 1 0,0 0-29 0,0 0 0 0,0 0 0 0,0 0 0 0,0 0 108 0,0 0 16 16,0 0 4-16,0 0 0 0,0 0 0 0,0 0 0 15,0 0 0-15,0 0 0 0,0 0-52 0,0 0-9 16,0 0-3-16,0 0 0 0,0 5-22 0,0 3-5 15,0 0-1-15,0-3 0 0,0 3-6 0,0 3-2 16,0-3 0-16,0 5 0 0,0-3-12 0,0 4-4 16,0-1 0-16,-3 3 0 0,3 0-12 0,0-3-16 15,0 3 3-15,0 0 1 0,0-1 12 0,0 1 0 0,0-2 0 0,0 1 0 16,0-1 0-16,0-1 0 16,0 3 0-16,0-3 0 0,0 0 0 0,0 0 0 0,0-2 0 0,0 2 0 15,-3-2 0-15,3-1 0 16,0 1 0-16,0 0 0 0,0-4 0 0,0 4 0 15,-3-3 0-15,3 0 0 16,0-3-54-16,0 1-8 0,-3-1-2 0,3 0-614 0,0-5-123 0</inkml:trace>
  <inkml:trace contextRef="#ctx0" brushRef="#br0" timeOffset="51609.921">18612 6607 1728 0,'0'0'38'0,"0"0"8"0,0 0 2 0,0 0 0 0,0-5-39 0,0-1-9 15,-3 1 0-15,3 3 0 0,0 2 104 0,0 0 20 16,0 0 3-16,0 0 1 0,0 0-46 0,0 0-9 16,0 0-1-16,0 0-1 0,0 0-23 0,0 0-4 15,-6 0 0-15,0 2-1 0,6-2-23 0,-6 5-5 16,0-2-1-16,0 5 0 0,0-3-14 0,3 3 0 15,-2 0 0-15,-4 0 0 16,3 0 0-16,0 0 0 0,0 3 0 0,-3-1 0 0,3 1-16 0,-3-1-5 16,3 1-2-16,-3 0 0 15,3-1-96-15,-3-2-19 0,3 3-4 0,0-1-856 0</inkml:trace>
  <inkml:trace contextRef="#ctx0" brushRef="#br0" timeOffset="51970.004">18437 7052 1580 0,'0'0'35'0,"0"0"7"0,0 0 2 0,0 0 0 0,3 5-36 0,0-2-8 15,2-1 0-15,-5-2 0 0,6 3 114 16,0-3 21-16,0 0 4 0,0 2 1 0,0-2-39 0,0 0-7 16,0 0-2-16,3 3 0 15,0-3-25-15,-3 0-6 0,3 0-1 0,0 0 0 0,0-3-22 0,-3 3-5 16,3 0-1-16,0-2 0 0,-4 2-20 0,4 0-12 15,0-3 12-15,0 3-12 0,0-2 0 0,0-1 0 16,0 0 0-16,0 1 0 16,3-1-71-16,0 0-21 0,0 1-4 0,3-1-1037 0</inkml:trace>
  <inkml:trace contextRef="#ctx0" brushRef="#br0" timeOffset="58563.168">24217 6845 1839 0,'0'0'40'0,"0"0"9"0,0 0 2 0,0 0 1 0,0 0-42 0,0 0-10 0,0 0 0 0,0 0 0 0,0 0 107 0,0 0 19 16,0 0 4-16,0 0 1 0,0 0-46 0,0 0-9 16,0 0-1-16,0 0-1 0,-3 3-14 0,3-3-4 15,-3 8 0-15,0-3 0 16,0 0-16-16,0 1-4 0,3-1-1 0,-3 3 0 0,3-3-11 0,-3 0-3 15,0 3 0-15,3 0 0 0,-3 0-6 0,3 0-2 16,-3 3 0-16,0-1 0 0,3 1-2 0,-3 0-1 16,3 2 0-16,0 3 0 0,-3-3-10 0,3 0 8 15,0 3-8-15,0-3 8 0,0 3-8 0,0-3 0 16,0 1 0-16,0 1 0 0,0-4 0 0,0 2 0 16,0-2 8-16,3-1-8 0,-3 1 0 0,0-3 0 0,0 0 0 15,0 0 0 1,0 0-22-16,0-3-3 0,0-5-1 0,3 5 0 15,-3-5-121-15,0 0-24 0,0 0-5 0,0 6-975 0</inkml:trace>
  <inkml:trace contextRef="#ctx0" brushRef="#br0" timeOffset="71453.244">23443 2522 1347 0,'0'0'38'0,"0"0"9"0,0 0-38 0,0 0-9 0,0 0 0 0,0 0 0 16,-6 0 105-16,6 0 19 0,-6 0 4 0,0 0 1 15,6 0-44-15,-9 0-9 0,3 0-1 0,1 0-1 16,-1 5-22-16,-3-5-5 0,0 0-1 0,0 0 0 16,-3 0-6-16,3 0-2 0,-3 0 0 0,0 0 0 15,-3 0-8-15,3-5-2 0,-3 5 0 0,1 0 0 16,-4 0-3-16,0 0-1 0,-3 0 0 0,0-3 0 16,3 3-2-16,-3 0-1 0,1 0 0 0,-4 0 0 15,3 3-1-15,-3-6-1 0,0 3 0 0,1 0 0 16,-7 0-3-16,0-5 0 0,-3 2 0 0,-5-2 0 15,2 5-4-15,-3-3 0 0,3 0-1 0,-2 3 0 16,-1 0-2-16,3 0 0 0,-2 0 0 0,-7-2 0 16,0 2-9-16,1-5 8 0,-4 5-8 0,0 0 8 15,4 0-8-15,-1 0 10 0,0 0-10 0,-5-3 10 16,2 3-10-16,-2 0 12 0,-1-5-12 0,0 5 12 0,4-3-12 16,-1 3 0-16,4 0 9 0,-7-5-9 0,3 2 0 0,-2 3 8 15,-1-5-8-15,-2 2 0 0,2 0 0 0,3 1 8 16,4 2-8-16,-10-6 0 0,6 4 0 0,-5 2 0 15,2-5 0-15,-5 2 8 0,8 3-8 0,-2 0 0 16,-1-5 0-16,-3 5 0 0,1-3 0 0,-4 3 0 0,1-5 0 16,-7 2 0-16,13 3 0 0,-7 0 0 0,0-3 0 15,-5 1 0-15,2 2 0 0,-2 0 0 0,2 0 0 0,1 0 0 16,-1 0 0-16,4 0 0 0,-7 0 0 0,-2-6 0 16,5 6 0-16,4 0 0 0,2 0 0 0,-5 0 0 15,-1 0 0-15,0 0 0 0,1 0 0 0,-4 6 0 16,10-6 0-16,-4 0 0 0,1 0 0 0,-7 0 0 15,4 0 0-15,-1 0 0 0,1 0 0 0,-1 0 0 16,6 0 0-16,-2 0 0 0,-4 0 0 0,-5 0 0 16,5 0 0-16,1 0 0 0,5 2 0 0,-5-2 0 15,2 0 0-15,-2 0 0 0,-1 0 0 0,-5 0 0 16,11 0 0-16,-2 3 0 0,5-3 0 0,-6 0 0 16,1 0 0-16,-1-3 0 0,1 3 0 0,-4 3 0 15,7-3 0-15,2 0 0 0,0 0 0 0,-2 0 0 16,2 0 0-16,-2 0 0 0,-1 0 0 0,0 0 0 15,7 0 0-15,2 3 0 0,1-3 0 0,-7 0 0 16,3 0 0-16,-2 0 0 0,-1 0 0 0,0 0 0 0,7 0 0 16,-1 0 8-16,4 0-8 0,-7 0 0 0,0 0 0 0,1-3 0 15,-1 3 0-15,-6 0 8 0,10 0-8 0,-1 0 0 16,3 0 0-16,1 0 0 0,-1 0 0 0,-3 0 0 16,1 0 0-16,-4-3 0 0,4 3 0 0,-1 0 0 15,3 0 0-15,1 0 0 0,2 0 0 0,0-2 8 16,0 2-8-16,-5 0 0 0,2 0 0 15,0 0 8-15,-2-6-8 0,2 6 0 0,0 0 0 0,7 0 8 16,-1 0-8-16,-3 0 0 0,4 0 0 0,-4 0 8 16,0 0-8-16,1 0 0 0,-1 0 0 0,0 0 0 15,0 0 0-15,1 0 8 0,5 0-8 0,0 0 0 16,1 6 8-16,-4-6-8 0,0 0 0 0,-3 0 0 16,-2 0 0-16,-4 0 8 0,6 2-8 0,1-2 0 15,-4 3 0-15,3 5 8 0,4-8-8 0,-4 3 0 16,0-3 0-16,-5 5 0 0,2-5 0 0,-3 3 0 0,4 2 0 0,-4-3 0 15,3 4 0-15,4 2 0 0,2-3 0 0,-6 3 0 16,0-8 0-16,4 8 0 0,-7-5 0 0,0 2 0 16,4 3-12-16,2-3-6 0,0 3-2 0,1 0 0 15,5 0 32-15,0 5 7 0,-2-10 1 0,-4 5 0 16,0 0-20-16,3 2 0 0,1-2 0 0,-4 0 0 16,6 0-12-16,3-5-7 0,1 7-1 0,-1-2 0 15,6-5 32-15,3 5 7 0,-3-3 1 0,1 3 0 16,-1-3-20-16,3 3 0 0,-3 0 0 0,3-5 0 15,-2 5 0-15,2-3 0 0,0 0 0 0,3 3 0 16,-3-8 0-16,3 8 0 0,0-5 0 0,1 0 0 16,-1 4 0-16,3-7 0 0,0 8 0 0,3-5 0 15,0 2 0-15,-3-2 0 0,3 2 0 0,3 1 0 16,-2 1 0-16,5-4 0 0,-3 2 0 0,0 3 0 0,0 0 0 16,0 0 0-16,3 0 0 0,-3 0 0 0,3 0 0 0,-3 0 0 15,3 3 0-15,0-3 0 16,0 2 0-16,0 1-9 0,0 5 9 0,0-6 0 0,3 9 0 0,0-3-8 15,-3 5 8-15,4-3 0 0,-1 3 0 0,0 1 0 16,3-1 0-16,0 8-8 0,0-8 8 0,0 0 0 16,0 3 0-16,0 0 0 0,0 0 0 0,3 2-10 0,-3-2 10 15,3 5 0-15,-1 3 0 0,1 5 0 0,0 2 0 0,0-1 0 16,0 1 0-16,3-2-8 0,-3 0 8 0,3 6 0 16,0-6 0-16,-3 5 0 0,0 3 0 0,3 8 0 15,-3-5 0-15,3 2 0 16,-3-3 0-16,3 9 0 0,-3-8 0 0,3 7 0 15,-3 1 0-15,0 7 0 0,3-5 0 0,-3-2 0 0,3 2 0 16,-3 6 0-16,0-1 0 0,3-2 0 0,-3 3 0 0,0 4 0 16,3-7 0-16,-3 3 0 0,0-1 0 0,2 11 0 15,-2-5 12-15,0-3-4 0,3 0-8 0,-3 3 12 16,0 0-3-16,0 0-1 0,0 5 0 0,0 0 0 16,0-10 3-16,0 2 0 0,0 8 0 0,0 5 0 15,0-7 4-15,-3-4 1 0,3-1 0 0,0 7 0 16,-3 2-1-16,3-4 0 0,0-1 0 0,-3 1 0 15,3-6 0-15,-3 3 0 0,0 10 0 0,0 0 0 16,0-10-5-16,0-3-1 0,0 3 0 0,-3 8 0 16,3 0 3-16,0-3 0 0,-3-5 0 0,0 2 0 0,0-2-4 15,0 2 0-15,0 6 0 0,3 0 0 0,-3-14 8 16,0 6 0-16,-3 2 1 0,3 9 0 0,0-9-17 0,0-2 0 16,0-5 0-16,0 7 0 0,0 0 0 15,0 1-12-15,3-3 1 0,-3 5 1 16,0-13 10-16,3 2 0 0,-2 6 0 0,-1 8 0 0,3-9 0 15,-3-4 0-15,3-3 0 0,-3 2 8 0,3 1-8 16,-3 2 0-16,3 0 0 0,0 3 0 16,0-14 0-16,-3 1 0 0,3 0 0 0,0 4 8 0,-3 1-8 0,3-2 0 15,0-1 0-15,0-3 8 0,3-7-8 0,-6 0 0 16,3-1 0-16,0 9 0 0,0-3 0 0,0 0 0 16,0-3 0-16,0-3 8 0,0-4-8 0,0-3 0 15,0-1 0-15,-3 4 8 0,3-4-8 0,0 6 0 16,0-2 0-16,0 2 0 0,0-6 0 0,3-2 0 0,-3-2 0 15,0-6 0-15,3 0 0 0,-3-3 0 0,0 1 0 0,0 2 8 16,0-5-8-16,0 5 0 0,3-3 0 0,-3 6 0 16,0-3 0-16,3-2 0 0,-3-1 0 0,0 1 8 15,3-4-8-15,0-4 0 0,0-1 0 0,-1 1 0 16,1-6 0-16,3 0 0 0,-3 1 0 0,0-4 0 16,3 1 0-16,-3-3 0 0,3 0 0 0,3 0 0 15,-3-1 0-15,3 1 0 0,0-2 0 0,3-1 0 16,0 0 0-16,0 1 0 0,3-4 0 15,-1 4 0-15,4-6 0 0,0 2 0 0,3 1 0 0,0-1 0 16,0 4 0-16,0-4-10 0,2 1 10 0,-2 0 0 16,-3-6 0-16,3 3 0 0,3-3 0 0,0 1 0 15,2-1 0-15,4 0-8 0,6-2 8 0,0 3 0 0,2-4 0 16,1 4 0-16,0-4-8 0,-4 1 8 0,1 0 0 16,-3-1 0-16,2 1 0 0,4 2 0 0,0-2 0 0,3 3 0 15,2-1 0-15,4-2 0 0,-6 2 0 0,-1-2-8 16,-5 2 8-16,6 0 0 0,-1 3 0 0,4-2 0 15,3 2 0-15,2-3 0 0,-2 3 0 0,-4 0 0 16,1-3 0-16,0 6 0 0,-4-3 0 0,7 3-8 16,3-3 8-16,5 2 0 0,-2-2 0 0,-1 3 0 15,-5-3 0-15,3 3 0 0,-1-1 0 0,1 1 0 16,8 2 0-16,1-2 0 0,-4 0-8 0,1-1 8 16,-6 3 0-16,8 1 0 0,-2-1 0 0,5 0 9 0,1-2 1 15,2 2 0-15,-5 1-10 0,-4-4-16 16,4 4 4-16,11-1 1 0,-2 0 11 0,-4 0 0 15,1-2 0-15,2 2 0 0,1 1 0 0,2-4 0 16,3 4 0-16,1-1 0 0,-7-2 0 0,1-1 0 16,8 3 0-16,6 1-8 0,-8-4 8 0,-1 4 0 15,1-4 0-15,8 4 0 0,-3-1 0 0,-2 0 0 0,-4-2 0 0,13 2 0 16,-4-2 0-16,0 2 17 0,-2-2-2 0,8-1-1 16,-9 1-22-16,7 0-5 0,-1-1-1 0,6 1 0 15,-14 0 14-15,5-1 0 0,9 1 0 0,0 0 0 16,-14-1 0-16,2 1 0 0,7-3 0 0,5 2 0 15,-12 1 0-15,4 0 0 0,-7-3 0 0,12 2 0 16,-2-2 0-16,-1 3 0 0,-12-3 0 0,16 3 0 16,-7-3 8-16,0 0 5 0,-2 2 1 0,5-2 0 0,-9 0-14 15,4 0 0-15,2 0 0 0,3 0 0 0,-14 0-10 0,2 0-5 16,7-2-1-16,2 2 0 0,-6 0 16 0,-2 0 0 16,-4-3 0-16,10 3 0 0,-4-3 8 0,0 1 7 15,-5 2 1-15,5-3 1 0,-5 0-33 16,-1 1-8-16,3-1 0 0,4 1-1 0,-13-1 25 0,1 0-10 15,2 1 10-15,7-1 0 0,-4 0 0 16,-2 1 0-16,-4-1 0 0,4-2 0 0,-4 2 16 0,-2-2 9 16,5 2 3-16,3 1 0 15,-11-1-46-15,0 0-9 0,-1-2-1 0,7 2-1 0,-4-2 21 0,4 2 8 16,-4 3 0-16,-2-2-9 16,-4-1-19-16,1 0-3 0,2 1-1 0,7 2 0 0,-4 0 49 0,-5 0 10 15,-4-3 1-15,4 3 1 0,-4-3-21 0,4 3-8 16,3-2 0-16,-1 2 0 0,-2 0 0 0,-7 0 0 0,-2 0 0 15,2-3 0 1,-5 3-28-16,3 0 0 0,-1 0 1 0,4 0 0 0,-3 0 39 0,-7 0 7 0,1 0 1 0,-3 0 1 16,-1 0-21-16,-2-2 0 0,-3 2-10 0,3 0 10 15,-4-3-19-15,1 3 3 0,-3-3 1 0,3 1 0 16,-7 2 15-16,1 0 8 0,-3 0 0 0,0 0-8 16,0 0 0-16,-7-3 0 0,4 3 0 0,-6-3 0 15,0 1 0-15,0 2 0 0,-3-3 0 16,3 0 0-16,-3-2 0 0,-1 2-9 0,-2 1 9 0,3-4-8 15,-3 4 8-15,3-3-12 0,-3-1 12 0,0 4-12 16,0-6 12-16,0 2 8 0,0-2-8 0,0 3 11 16,-3-3-11-16,3 0 0 0,0 0 0 0,-3 0 0 15,2-2 0-15,-2-1 0 0,3-2 0 0,-3 2 0 16,-3-4 0-16,3-4 0 0,-3 0 0 0,3-2 0 16,-3 0 0-16,0-5 0 0,0 2 0 0,0-3 0 0,-3 4 0 15,3-4 0-15,0 3 0 0,-3-2 0 0,3-1 0 16,-3 4 0-16,3-4 0 0,-3-2 0 0,0-3 0 0,3-2 0 15,-3-1 0-15,3-4 0 16,-3 2-49-16,3 0-12 0,-3 0-3 0,0 0 0 16,3 2 103-16,-3 1 20 0,0-3 4 0,3-6 1 0,0 1-52 0,0-3-12 15,0 0 0-15,-3-2 0 0,3 4 0 0,0-2 0 16,0 6 0-16,0-9 0 0,0 0 0 0,-3 1 0 16,3-6 0-16,0 0 0 0,0 8 0 0,-3-3 0 15,3 3 0-15,0-5 0 0,0 2 0 16,-3-5 0-16,2 0 0 0,-2-2 0 0,3 2 0 0,-3 5 0 15,3 1 0-15,-3-4 0 0,0 1 0 0,0-3 0 16,0 0 0-16,0-2 0 0,0 2 0 0,0 5 0 0,0 1 0 0,0-4 0 16,0 1 0-16,0-3 0 15,0 0 0-15,0 0 0 0,0 3 0 0,0 5 0 0,0-3 0 0,0 1 0 16,3-4 0-16,-3 1 0 0,0-3 0 0,0 0 0 16,3 8 13-16,-3-2 0 0,3 2 0 0,-3-3 0 15,0 3-4-15,3-2-1 0,-3-4 0 0,0-2 0 16,3 6 0-16,-3 2 0 0,0 0 0 15,0-3 0-15,3 8 0 0,-3-5-8 0,0-2 12 0,3-1-4 16,-3 1 0-16,3 2 0 0,-3 0 0 0,0 0 0 16,3 5-8-16,-3-2 12 0,0-1-12 0,3-4 12 0,-3 2-12 15,0-3 10-15,3 3-10 0,-3-3 10 0,0 6-2 0,0 2-8 16,0 1 12-16,0-6-4 0,0 2-8 0,3 1 0 16,-3-6 0-16,0 1 0 0,0 4 0 0,0 4 0 15,0-4 0-15,0 1 0 0,-3 2 0 0,3-5 0 16,-3 0 0-16,0-2 0 0,3-1 0 15,-3 6 0-15,0-3 0 0,0 3 0 0,0 2 0 0,0-3 0 16,0 4 0-16,0-9 0 0,0 3 0 0,0 0 0 16,0 3 0-16,0-6 0 0,1 6 0 0,-4 5 0 15,3-3 0-15,-3 0 0 0,3 3 0 0,0-10 0 16,-3 2 8-16,0 0-8 0,0 5 0 0,0-2 0 16,0 5 0-16,0 0 0 0,0 2 0 0,0 1 0 15,0-3 0-15,0-3 0 0,0-2 0 0,0 2 0 16,-3 0 0-16,3 3 0 0,0 0 0 0,-3 8 0 15,4-5 0-15,-4 5 0 0,3 0 0 0,0 0 0 0,-3-3 0 16,0 0 0-16,3 3 0 0,0-8 0 0,0 8 0 16,-3-8 0-16,3 5 0 0,-3 3 0 0,3 2 0 0,0 4 0 15,0-6 12-15,0 2 1 0,0 1 0 16,-3 4 0-16,3-4-13 0,1 0-18 0,-4-1 4 0,3-2 1 16,0 0 13-16,-1450 2 13 0,2897 1-2 0,-1447 2-1 15,0-5-10-15,-3 5 0 0,0 3 0 16,0 0 0-16,0-6 0 0,-3 4 0 0,3 4 0 15,-3-2 0-15,1 2 0 0,-1-2 0 0,0 3 0 0,-3-6 0 16,0 5 0-16,0-4 0 0,0 1 0 0,0 1 0 16,0-3 0-16,1 3-12 0,-4 0 0 0,3 3 1 15,0 4 11-15,0-4 0 0,0 2 0 0,0 5 0 16,3-5 0-16,0 3 0 0,-2 0 0 0,2 0 0 0,3 2 0 16,-3 3 0-16,0-8 0 0,0 6 0 15,0 2 0-15,0-3 14 0,0 1-3 0,-3 2-1 0,4 0-10 0,-1 0 0 16,0 0 0-16,0 0 0 0,3 0 0 0,-3 0 0 15,0 0 0-15,0-2 0 0,0 2 0 0,0-3 0 16,3 6 0-16,-5-3 0 0,2-5-11 0,0 5 3 16,0 0 0-16,0 0 0 0,3 0 8 0,-3-5 0 15,0 5 0-15,3 0 0 0,-3 0 0 0,3 0 0 16,0 0 0-16,1 3 0 0,-1-3 0 0,0 0 0 16,0 0 0-16,0 3 0 0,0-3 0 0,3 0 8 15,0 0-8-15,-3 0 11 0,3 2-11 0,0-1 0 16,-3 1 0-16,3-2 0 0,0 6 0 0,-3-9 0 15,6 8 0-15,-6-4 0 0,4-1 0 0,-4 2 0 0,0-2 0 0,0 3 0 16,0 2 0-16,0-5 0 0,3 3 0 16,-3 3 0-16,0-9 0 0,3 8 0 15,-3-2 0-15,-3 2 0 0,3-5 0 0,3 3 0 0,-3 2 0 16,1-4 0-16,-1 4 0 0,3 0 0 0,-3-2 0 16,0 2 0-16,0-5 0 0,3 3 0 0,-3 2 0 0,3-4 0 15,0 1 0-15,0 1-9 0,0 2 9 0,0-5-10 16,-3 0 10-16,3 3 0 0,3-3 0 0,-6 3 0 15,3-3 0-15,1 0 0 0,-1 0 8 0,0 0-8 16,0 0 0-16,0 3 0 0,0-3 0 0,0 0-8 16,0 3 8-16,3-3 0 0,-3 5 8 0,0-5-8 0,3 0 0 15,-3 6 0-15,3-1 0 0,-3-5 0 16,3 3 0-16,0 2 0 0,0-2 0 0,-3 2 0 0,3-2 0 16,3 5 0-16,0 0-9 0,-3-3 9 0,-3-2-11 0,6 5 3 15,0 0 0-15,-3 0 0 16,3 0-6-16,-3-5-1 0,3 5 0 0,-6-3 0 15,6 3-17-15,-3-5-3 0,0 2-1 16,0-5 0-16,0 3-154 0,-2-3-31 0</inkml:trace>
</inkml:ink>
</file>

<file path=ppt/ink/ink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39:11.808"/>
    </inkml:context>
    <inkml:brush xml:id="br0">
      <inkml:brushProperty name="width" value="0.05292" units="cm"/>
      <inkml:brushProperty name="height" value="0.05292" units="cm"/>
      <inkml:brushProperty name="color" value="#FF0000"/>
    </inkml:brush>
  </inkml:definitions>
  <inkml:trace contextRef="#ctx0" brushRef="#br0">7983 4064 1267 0,'0'0'28'0,"0"0"5"0,0 0 2 0,0 0 1 15,0 0-36-15,0 0 0 0,0 0 0 0,0 0 0 16,0 0 58-16,0 0 5 0,0 0 1 0,0 0 0 0,0 0 0 15,0 0 0-15,3 6 0 0,0-4 0 16,3 1 0-16,0-1 0 0,-3 1 0 0,0 0 0 0,2-1-52 16,1 1-12-16,-3-3 0 0,3 0 0 0,-3 3 0 0,3-3 0 15,0 2 0-15,0-2 0 0,0 6 0 0,0-6 0 16,0 0 0-16,0 0 0 0,0 0 0 0,3 0 0 16,-3 0 0-16,6 0 0 0,-3 0 0 0,3 0 0 15,-1 2 0-15,4-2 0 0,-3 0 0 0,3 0 0 16,0 0 0-16,3 6 0 0,-3-6 36 0,3 0 5 15,0 2 1-15,-1-2 0 0,1 3-33 0,0-3-9 16,0 3 0-16,-3-1 0 0,3 1 21 0,-3-1 0 16,-1 4 0-16,1-6 0 0,0 0-21 0,-3 0 0 15,3 0 0-15,-3 0 0 0,3 0 0 0,-3 0 0 0,0 0 0 16,2 0 0-16,1-6 0 0,-3 6 0 0,6-2 0 0,-3 2 0 16,3 0 8-16,0 0-8 0,3 0 10 15,-4 0-10-15,-2 0 14 0,3 0-3 0,0 0-1 0,3 0 0 16,-3 2-1-16,-3-2 0 15,2 6 0-15,1-6 0 0,-3 0-26 0,-3 0-6 0,3 0-1 0,0 0 0 16,-3 0 71-16,3-6 13 0,-3 4 4 0,2 2 0 16,1-3-52-16,0 1-12 0,3-1 0 0,-3 3 0 15,3 0 0-15,-3-3 0 0,3 3 0 0,-1-2 0 16,-2 2 0-16,3 0 0 0,0 0-12 0,0 0 12 16,-3 0 0-16,3 0 0 0,-3 2 0 0,-1-2 0 15,1 3 0-15,0-3 8 0,0 0-8 0,0 0 0 16,-3 0 0-16,0 0 0 0,0-3 8 0,3 3-8 15,-7-2 0-15,4 2 0 0,3 0 0 0,-3-6 0 0,3 4 0 0,0 2 0 16,-3 0 0-16,6-6 0 0,-3 6 0 16,-1-2 0-16,-2 2 0 0,3-3 0 0,0 3 11 0,0 0 2 15,3 0 1-15,-6 0 0 0,3 3-14 0,-3-3 0 16,2 2 0-16,-2-2 0 0,0 0 8 0,0 6-8 16,0-6 0-16,0 0 0 0,-3 0 0 15,3 2 8-15,0-2-8 0,-3 0 0 0,3 0 0 0,-3 0 0 16,-1 0 0-16,1 0 0 0,0 0 0 0,3 0 0 15,-3-2 0-15,0 2 0 0,3 0-12 0,-3 0-4 16,3-6-2-16,-3 6 0 0,3-2 18 0,0 2 0 16,-1-3 0-16,1 3 0 0,0 0 12 0,0 0 7 0,0 0 1 0,0 0 0 15,0 0-20-15,0 0 0 0,-3 3 0 0,3-3 0 16,0 0 0-16,-4 0 0 0,4 2 0 0,-3-2 0 16,0 0 8-16,-3 6-8 0,3-6 0 0,0 0 0 15,0 0 11-15,-3 2-11 16,3-2 10-16,-3 0-10 0,3 6 0 0,-3-6 8 15,0 0-8-15,0 0 0 0,0 0 0 0,0 2 8 0,-1-2-8 0,-2 0 0 16,0 0 8-16,-3 0-8 0,6 0 0 0,-6 0 0 16,3 3 0-16,-3-3 8 0,6 0-8 0,-6 0 0 15,0 0 0-15,3 0 11 0,-3 0-11 0,0 0 10 16,3 3-10-16,-3-3 8 0,0 0-8 0,0 0 8 16,6 2-8-16,-6-2 10 0,3 3-10 0,-3-3 10 15,0 0-10-15,0 0 8 0,3 0-8 0,3 8 8 16,-6-8-8-16,0 0 10 0,0 0-10 0,3 0 10 15,-3 0-10-15,6 8 0 0,-6-8 0 0,0 0 0 16,3 2 9-16,-3-2-9 0,3 3 10 0,-3-3-10 0,6 5 8 16,-3 1-8-16,-3-1 0 0,0-5 9 0,3 8-9 0,0-6 0 15,-3-2 0-15,3 8 0 0,-3-2 0 0,3 2 8 16,-3-3-8-16,0 3 0 0,0 0 8 0,0-3-8 16,0 3 8-16,0 0-8 0,0 0 11 0,0 0-3 15,0 0-8-15,0 0 12 0,0 0-12 16,-3 0 11-16,3 0-11 0,0-1 10 15,0 4-10-15,-3-3 0 0,3-3 0 0,-3 3 8 0,3 0-8 0,0 0 0 16,-3 0 0-16,3-3 0 0,-3 1 0 0,0 2 0 0,3-3 0 16,-3 3 8-16,3-3-8 0,0 0 0 15,-3 3 0-15,3-2 0 0,-3-1 0 0,3 3 0 0,0-8 0 16,0 5 0-16,0-5 0 0,0 5 0 0,0-5 0 16,0 0 0-16,0 6-14 0,0-6-8 15,3 2-2-15,-3-2 0 16,3 3-201-16,-3-3-41 0</inkml:trace>
  <inkml:trace contextRef="#ctx0" brushRef="#br0" timeOffset="2221.954">10084 4136 1267 0,'0'0'28'0,"0"0"5"0,0 0 2 0,0-6 1 0,0 6-36 0,3-2 0 15,-3-4 0-15,0 6 0 0,3-5 58 0,-3 5 5 16,0-5 1-16,0 5 0 0,0 0-16 0,0 0-2 15,0 0-1-15,3-3 0 0,-3 3-2 0,0 0-1 16,6 0 0-16,-6 0 0 0,3-2-1 0,-3 2 0 0,6 0 0 16,0 0 0-16,-6 0-33 0,6 0-8 15,0 0 0-15,3 0 0 0,-3 0 0 0,3 0 0 16,-3 0 0-16,3 2 0 0,-1-2 0 0,4 0 0 0,-3 0 0 16,3 0 0-16,3 0 9 0,0 0 0 15,0 0 0-15,3 0 0 0,0 0-9 0,-1-2 12 0,1 2-12 0,0 0 12 16,3 0-12-16,-3 0 0 0,3 0 0 15,-3 0 0-15,-1 0 0 0,4 0 0 0,-3 0 0 16,3-6 0-16,-3 4 0 0,6-4 0 0,-4 4 0 0,7-1 8 16,0 0-8-16,3 3 0 0,3-2 0 0,2 2 0 15,1 0 0-15,0 0 0 0,-4 0 0 0,4-3 0 16,3 0 0-16,0 1 0 0,5-1 0 0,1 3 0 16,2 0 13-16,-2 0 1 0,3 0 0 0,-1 0 0 15,-5-2 4-15,6 2 1 0,-1-6 0 0,7 6 0 16,-4 0-5-16,1 0-1 0,0 0 0 0,-1 0 0 15,-5 0-4-15,0-2-1 0,5 2 0 0,1 0 0 16,-1 0 0-16,1 0 0 0,0 0 0 0,-4 0 0 16,-2 0 1-16,0 0 0 0,-1 0 0 0,7-6 0 15,-4 6-9-15,4 6 10 0,-3-6-10 0,-1 0 10 0,-2 0-10 16,-3 0 0-16,2 0 9 0,1 0-9 0,3-6 0 16,-4 4 8-16,7 2-8 0,-4 2 0 15,-2-2 12-15,-3 0-1 0,-4-2-1 0,7 2 0 0,-3-3 0 0,2 3 0 16,1 0 0-16,3 0 0 0,-4 0 1 0,-2 0 0 15,-3 0 0-15,2 0 0 0,-5-3-11 0,3 1 12 16,2 2-12-16,1 0 12 0,-3-3-12 0,2 3 0 16,-2 0 9-16,0 0-9 0,0 0 0 0,-4 0 8 0,-2 0-8 15,3-3 0-15,-1 1 0 0,1 2 8 16,0-3-8-16,3 3 0 0,-1 0 0 0,1 0 0 0,-6 0 0 16,2 0 8-16,-2 0-8 0,-3 0 0 0,0 0 0 0,-1 0 8 15,1-2-8-15,0 2 8 0,0 0-8 0,3 0 8 16,-1 0-8-16,-2 0 9 15,0 2-9-15,3-2 10 0,-7 3-10 0,1-3 0 0,0 2 0 0,0-2 8 16,-1 0-8-16,1 0 0 0,0 0 0 0,0 0 0 16,3 0 0-16,-1 3 8 0,4-3-8 0,0 3 0 15,-3-3 0-15,-4 2 0 0,4 1 8 0,-3-3-8 16,0 3 0-16,-3-1 0 0,2-2 0 0,-2 0 0 16,3 0 0-16,0 0 0 0,3 0 0 0,-1 0 8 15,1-2-8-15,3 4 0 0,-3-2 0 0,2 0 0 16,-2 6 0-16,0-6 0 0,0 0 0 0,-1 0 0 15,1 0 0-15,0 0 0 0,0-6 0 0,2 6 0 16,4-2 0-16,-3 2 0 0,0-3 0 0,2 3 0 16,-2 0 0-16,0 0 0 0,0 0 0 0,-4 0 0 0,1 0 0 15,0 0 0-15,0-3 9 0,2 3-9 0,1-2 9 16,0 2-9-16,0-3 12 0,2 3-12 0,-2 0 15 0,0 0-4 16,0 0-1-16,-1 0 0 0,-5 0-10 0,3-3 0 15,-3 1 0-15,2 2 0 16,-2-3 0-16,3 1 0 0,3 2 0 0,-1 0 8 0,-2 0-8 15,3 0 8-15,-3 0-8 0,0 0 8 0,-1 0-8 16,-2 0 0-16,0-6 9 0,-3 6-9 0,2-2 8 0,1 2-8 16,0 0 10-16,0 0-10 0,0-6 8 0,2 6-8 15,-2-2 0-15,0 2 9 0,0 0-1 0,0 0-8 16,-4 2 12-16,1-2-4 0,0 0-8 0,-3 0 0 0,0-2 0 16,-1 2 0-16,1 0 0 0,-3 0 8 0,3 0-8 15,0 0 8-15,3 0-8 0,-4 0 0 16,1 0 0-16,3 0 8 0,0 0-8 0,-3 0 0 15,0 0 9-15,2 2-9 0,-2-2 9 0,0 6-9 0,-3-6 12 0,0 0-12 16,0 2 0-16,0-2 0 0,-1 6 0 0,1-6 0 16,-3 0 0-16,0 0 0 0,3 0 0 0,-3 0 0 15,3 0 0-15,2 0 0 0,-2 0 0 0,3 0 0 16,0 0 0-16,3 2 0 0,-3-2 0 0,2 3 0 16,-2-3 0-16,-3 2 0 0,3 1 0 0,0-3 0 15,0 3 0-15,-3-1 10 0,-1-2-10 0,1 3 8 16,-3-3-8-16,3 0 0 0,0 0-10 0,0 0 10 15,0 0 0-15,-1 0 0 0,4 0 0 0,0 0 0 16,0 0 0-16,0 0 0 0,0 0 0 0,-1 0 0 16,1 0 0-16,0 0 0 0,-3 3 0 0,3-3 0 15,-6 2 0-15,3-2 0 0,-1 0 0 0,1 6 0 16,-3-6 0-16,0 0 0 0,0 0 8 0,0 0-8 16,0-6 0-16,-3 6 0 0,2 0 0 0,1-2 0 15,3 2 0-15,-3-3 0 0,3 3 10 0,0 0-10 0,0 0 8 0,-3 0-8 16,2 0 8-16,1 0-8 0,-3 0 8 0,3 0-8 15,0 3 0-15,-3-3 8 0,0 2-8 0,0-2 12 16,2 0-12-16,-5 6 12 0,3-6-12 0,0 0 0 16,-3 0 0-16,3 0 0 0,-3 0 0 0,0 0 0 15,-3 0 0-15,3 0 0 0,2 0 0 0,-2 0 0 16,0 0 0-16,0 0 0 0,3 0 0 0,0 0 0 16,-3 0 0-16,0 0 0 0,3 0 0 0,-1 0 0 0,-2 0 8 15,3 0-8-15,-3 0 0 0,0 0 0 0,0 0 0 16,0 0 0-16,3 0 0 0,-6 0 0 15,3 0 0-15,-3 0 8 0,2 0-8 0,-2 0 8 0,0 0-8 16,-3 0 8-16,3 0-8 0,-3 2 0 0,0-2 0 0,0 0 0 16,-3 0 8-16,3 0 0 0,-6 0 0 0,6 0 0 15,0 6-8-15,-6-6 8 0,0 0-8 16,0 0 8-16,3 0-8 0,-3 0 8 0,0 0-8 0,6 0 8 16,-6 0-8-16,0 0 0 0,0 0 9 0,0 0-9 15,0 0 0-15,0 0 9 0,6 0-9 0,-6 0 0 16,0 0 8-16,0 0-8 0,0 0 0 0,0 0 0 15,0 0 8-15,0 0-8 0,0 0 0 0,0 0 0 16,3 2 8-16,-3-2-8 0,0 0 0 0,6 0 0 16,-6 0 8-16,0 0-8 0,0 0 0 0,0 0 0 15,6 3 10-15,-6-3-10 0,0 0 8 0,0 0-8 0,0 0 8 0,0 0-8 16,0 0 0-16,0 0 8 0,0 0-8 0,3 5 0 16,-3-5 0-16,0 0 0 0,0 0 0 0,3 3 0 15,-3-3 8-15,0 0-8 0,6 5 0 16,-6-5 0-16,0 0 0 0,0 11 0 0,3-9 0 0,-3-2 0 15,0 8 0-15,0-2 0 0,0-6 0 0,3 7 0 16,-3 1 0-16,0-2 0 0,0-6 0 0,0 8 0 16,0 0 0-16,2-3 0 0,-2-5 0 0,0 10 0 15,0-4-9-15,3-1 9 16,-3 3-87-16,0-3-10 0,0-5-3 0,0 11-1120 0</inkml:trace>
  <inkml:trace contextRef="#ctx0" brushRef="#br0" timeOffset="5940.637">8504 3014 1728 0,'0'0'38'0,"0"0"8"0,0 0 2 16,-3-5 0-16,3 2-39 0,0-5-9 0,0 8 0 0,0-5 0 0,0 5 156 0,0 0 28 15,0-6 7-15,0 6 1 0,0-2-103 0,0 2-20 0,0-6-4 16,0 6-1-16,0 0 0 0,0 0 0 16,0 0 0-16,0 0 0 0,0 0-51 0,0 0-13 0,0 0 0 0,0 0 0 15,0 0 54-15,0 0 8 0,0 6 2 0,0-1 0 16,0 6-64-16,-3 2 0 0,3-5-9 0,0 5 0 16,-3 3 9-16,3-3 12 15,0 6-2-15,-3-4-1 0,3 4-9 0,-3-6 0 16,3 3 0-16,-3 0 0 0,3 0 0 0,-3-3 0 15,3 0 0-15,-3 3 0 0,3-3 0 0,-3 3-16 0,3 0 4 16,-3-5 1-16,3 7 11 0,0-7 16 0,0 2-4 0,0 3-1 16,0-5-19-16,3 4-4 0,-3-4-1 0,0 2 0 15,3 0 21-15,0-2 4 0,0 0 0 0,0-1 1 16,0-2-13-16,3 3-18 0,0-3 4 0,0 0 1 16,0 0 21-16,-1-3 4 0,7 0 0 0,-3-2 1 15,3 5-13-15,0-8 0 0,0 2 0 0,3-2 0 16,-3 6 0-16,3-6 0 0,0 0 0 0,2 0 0 15,-2 0 0-15,-3 0 8 0,3 0-8 0,-3-6 0 0,0 6 0 16,-3 0-13-16,3 0 1 0,-3-2 0 16,0 2-86-16,-3 0-17 0,3 0-3 0,-1-6-1131 15</inkml:trace>
  <inkml:trace contextRef="#ctx0" brushRef="#br0" timeOffset="14960.058">23184 5342 974 0,'0'0'28'0,"0"0"5"0,0 0-33 0,0 0 0 0,0 0 0 0,0 0 0 0,0-2 119 0,0 2 17 16,3-6 3-16,0 1 1 16,-3 5-35-16,0-3-6 0,3-2-2 0,0 0 0 15,-3 5-19-15,0-3-4 0,3-2-1 0,-3 5 0 16,3-3-17-16,-3 3-3 0,0-5-1 0,0 5 0 15,3-5-4-15,-3 5 0 0,3-6-1 0,-3 4 0 0,0-4-17 0,0 6-3 16,3-5-1-16,-3 0 0 16,0 5 2-16,0-5 0 0,3-1 0 0,-3 6 0 0,0-2-6 0,0-6-1 15,0 2 0-15,0 1 0 0,0 5-3 0,3-5-1 16,-3-1 0-16,0 1 0 0,0 0 1 0,0 0 0 16,0-1 0-16,0 1 0 0,0-3-2 0,0 5 0 15,0-4 0-15,0 1 0 0,0-2-1 0,0 3-1 16,-3-3 0-16,3-3 0 0,0 4-4 0,0-4-1 15,0 0 0-15,0 1 0 0,-3-3 1 0,3 2 0 16,0-2 0-16,0-3 0 0,0 3-1 0,0-3 0 16,-3 5 0-16,3-7 0 0,0 2-1 0,-3 0 0 0,3 3 0 15,0-3 0-15,-3 3-8 0,3 2 8 0,0-5-8 16,-3 3 8-16,3 0-8 0,-3-3 0 0,0 0 0 0,3 3 8 16,-3-3-8-16,0 0 0 0,3 0 0 0,0 3 8 15,-3-8-8-15,3 2 0 0,0-5 0 16,0 3 8-16,0-5-8 0,0 4 0 0,0-4 0 15,0 2 0-15,0 3 8 0,0 0-8 0,0 2 0 0,0-4 8 16,0 4-8-16,0 1 0 0,0 4 0 0,0-7 8 16,0 3-8-16,0-1 0 0,0-2 0 0,-3 0 0 15,3 0 0-15,0-6 8 0,0 6-8 0,0-8 0 16,0 0 0-16,0 2 8 0,0 3-8 0,0 1 0 16,0-1 0-16,0 3 0 0,0-1 8 0,0 7-8 0,0-9 0 15,0 5 0-15,0 1 0 0,0-3 0 0,0-1 0 16,0-1 0-16,0-4 0 0,0-2 0 0,0 5 0 15,0-5 0-15,0-3 0 0,0 3 0 0,0 8 0 16,0-5 0-16,0 2 0 0,0 0 0 0,3 3 0 0,-3 0 0 16,0-1 0-16,0 1 0 0,0 3 0 0,0-9 0 15,3 1 0-15,-3-1 0 0,0-2 0 0,0 0 0 16,0-3 0-16,0 3 0 0,0 3 0 0,0 2 0 16,3 0 8-16,-3-2-8 0,0 7 0 0,0-2 0 15,0 0 0-15,-3 5 0 0,3-5 0 0,0 0 0 16,0 0 0-16,0-3 0 0,-3 0 0 15,3-5 0-15,0 2 0 0,0 1 0 0,0-1 0 0,0 4 0 16,0 1 0-16,0 1 0 0,0 0 0 0,0 3 0 0,0-1 0 16,-3 3 0-16,3 0 0 0,0 0 0 0,0 1 0 15,-3 1 0-15,3-2 0 0,0-2 0 0,0-1 0 16,0 1 0-16,-3-1 0 0,3-2 0 0,0 3 0 0,0-1 0 16,0-2 0-16,0-3 0 0,0 3 8 0,0 5-8 15,0-5 0-15,0 2 0 0,0 4 0 0,0 4 0 16,0-8 0-16,0 9 0 0,0-6 0 0,0 3 0 15,3 0 0-15,-3-1 0 0,0 4 0 0,0-3 0 16,0 5 0-16,0-8 0 0,3 2 0 0,-3 1 0 16,0 3 0-16,0-9 0 0,0 3 0 0,0 0 8 15,0 1-8-15,3-7 0 0,-3 6 0 0,0-2 8 16,0-1-8-16,3 4 0 0,-3 1 0 0,0-2 0 16,0 3 0-16,3 0 0 0,-3 2 0 0,0-2 0 0,0 5 0 15,0-5 0-15,0 5 8 0,0 0-8 16,0 0 0-16,3 0 0 0,-3-2 0 0,0 2 8 15,0 0-8-15,3 0 0 0,-3 5 0 0,0-7 8 16,0 7-8-16,0-5 0 0,0 3 0 0,0 2 0 16,0-5 0-16,0 3 0 0,0 0 0 0,0 2 0 0,0-5 0 0,0 3 0 15,0 2 0-15,0-5 0 0,0 8 0 0,0-5 0 16,0 0 8-16,-3 2-8 0,3-5 0 0,0 3 0 16,0 5 0-16,-3-3 0 0,3-5 0 0,0 8 0 15,0-5 0-15,-3-1 0 0,3 4 0 0,0 2 0 16,0-8 0-16,-3 3 0 0,3 5 0 15,0-3 0-15,0 3 0 0,-3-5 0 0,3 5 0 0,0-8 0 0,0 8 0 0,-3-6 0 16,0 4-14-16,3 2 2 0,-3-5 0 0,3 5 0 31,0-3-12-31,-3-5-1 0,0 3-1 0,3-1 0 16,0-2-103-16,0 6-21 0,0-6-4 0</inkml:trace>
  <inkml:trace contextRef="#ctx0" brushRef="#br0" timeOffset="15729.958">23729 1641 2052 0,'0'0'45'0,"0"0"10"0,0 0 1 0,-6 2 1 0,0 3-45 0,0-5-12 0,-3 3 0 0,3 2 0 15,-3 1 58-15,0 2 10 0,0 0 1 0,0 0 1 16,1-1-32-16,-1 7-6 0,-3 2-2 0,3-3 0 16,0 5-15-16,0 1-3 0,0-1-1 0,0 1 0 15,3-1-11-15,0 1 0 0,3-3 0 0,0 5 0 16,0-5 0-16,3-3 0 0,0-2 0 0,0 2 0 16,3 0 0-16,0-2 0 0,0 2 0 0,3-5 0 15,0 0 0-15,3 0 0 0,-3 0 0 0,3-3 0 16,3 0 0-16,-3-2 0 0,3 2 0 0,0-5 0 15,-1 0 23-15,1 0-1 0,3-5 0 0,-3 2 0 16,3 3 16-16,-3-8 3 0,3 3 1 0,-3-3 0 16,0 0-4-16,-3 0-1 0,2-5 0 0,-2 0 0 0,-3 2-16 0,3-2-3 15,-3-3-1-15,0-5 0 0,0 5 38 0,0-5 7 16,0-6 2-16,-3 4 0 0,0-1-52 0,0 3-12 16,0-3 0-16,-3 3 0 0,3 5 25 0,-3-5 3 15,-3 5 0-15,3 2 0 0,-3 1-16 0,0 3-2 16,-3-4-1-16,0 1 0 0,0 5-9 0,0 0 12 15,-3 0-12-15,0 0 12 0,0 0-12 0,-5 3 0 0,2 0 0 16,-3 2 0-16,0-2 0 0,0 2 0 0,0 3 0 0,0 0 0 16,3 0-17-16,-3 3 1 0,3-3 0 0,1 5 0 31,-1-5-23-31,3 8-4 0,3-8-1 0,-3 5 0 16,6 3-131-16,-3 0-26 0,3 0-6 0</inkml:trace>
  <inkml:trace contextRef="#ctx0" brushRef="#br0" timeOffset="16720.305">23985 1839 1933 0,'0'0'42'0,"0"0"9"0,0 0 1 0,0 0 4 0,0 0-45 0,-6 0-11 0,6 0 0 0,-6 3 0 16,6-3 88-16,0 0 15 0,-6 5 3 0,3-2 1 16,0 2-67-16,0 3-12 0,0-3-4 0,0 3 0 15,0 0-15-15,3 0-9 0,-3 0 10 0,3 0-10 16,0 5 0-16,-3-5 0 0,3 0 0 0,0 0 0 15,0 5 0-15,0-5 0 0,3 5 0 0,-3-5 0 16,3 0-21-16,-3 0-1 0,3 0 0 0,3-3 0 16,-3 3-5-1,3-5-1-15,0 2 0 0,0-2 0 0,0 2 9 0,3-5 2 0,-3 0 0 0,3 0 0 16,0 0 17-16,3-5-8 0,-3 2 8 0,-1 3 0 16,1-5 0-16,0 2 0 0,3-5 8 0,-3 3-8 15,0-3 43-15,0 0 2 0,-3 0 1 0,0 0 0 16,0-5 22-16,0 5 4 0,-3-5 0 0,3 5 1 15,-3-5-11-15,0 2-2 0,0-2-1 0,-3 0 0 16,3 2-22-16,-3-2-4 0,3 5-1 0,-3-8 0 16,0 5-12-16,0 1-2 0,0 2-1 0,0 0 0 0,0-3-9 15,0 9-8-15,3-4 12 0,-3 6-12 0,0 0 27 0,0 0-2 16,0 0 0-16,0 0 0 0,0 0-25 0,-3 6 0 16,0 7 0-16,0-5 0 0,0 2-14 0,0 4-8 15,0 2-2-15,0-3 0 0,0 3 16 0,0-3 8 16,3 0-10-16,-3 3 10 15,3-5-28-15,-3 2 0 0,3 0 0 0,0-2 0 16,3-1-35-16,-3-2-6 0,0 0-2 0,3 0 0 16,0-3 28-16,0 3 6 0,0-5 1 0,3-3 0 15,0 5-10-15,0-5-2 0,3-5 0 0,-1 2 0 16,1-5 12-16,3 3 1 0,0-3 1 0,-3-5 0 0,0 5 19 0,0-5 4 0,0 2 1 16,-3-7 0-16,3 2 59 0,-3 0 12 15,0-5 3-15,3-1 0 0,-3-1 0 0,0-1 0 0,2-5 0 16,-2 2 0-16,0 3 13 0,0 1 3 0,-3-4 1 0,3 9 0 15,-3 4-34-15,0-1-7 0,0 1-2 0,-3 1 0 16,0 3-6-16,0 4-2 0,0-2 0 0,0 3 0 16,0 2-8-16,0 3-2 0,0 0 0 0,0 0 0 15,0 0-8-15,0 0-3 0,0 0 0 0,0 0 0 16,0 8-9-16,0-2 0 0,0 2 9 0,0-1-9 16,0 4 0-16,0 2 0 0,0 3 0 0,0 3 8 15,0-1-8-15,0 9 0 0,0-4 0 0,0 7 0 16,3-1 0-16,-3 0 0 0,0 0 0 0,3-8 0 15,-3 3-15-15,3 0-1 0,-3-3 0 0,0 3 0 16,0-3-16-16,0 0-4 0,0 0-1 0,-3-2 0 16,3 7-22-16,-3-5-4 0,3-5-1 0,-3 5 0 15,0-5 0-15,0 0 0 0,0 0 0 0,0-3 0 16,3 0-160-16,-3-5-33 0,-9 14-7 0,9-14 0 0</inkml:trace>
  <inkml:trace contextRef="#ctx0" brushRef="#br0" timeOffset="16942.363">24292 2043 2188 0,'0'0'48'0,"0"0"11"0,-6-3 1 0,3-2 1 0,-3 2-49 0,3-5-12 15,0 8 0-15,0-8 0 0,0 8 105 0,3 0 19 16,0 0 3-16,0-8 1 0,0 8-79 0,3-2-15 0,-3 2-3 0,3-3-1 16,-3 3 6-16,3-5 0 0,3 2 1 0,0 3 0 15,0 0-12-15,-1 0-2 16,1-5-1-16,0 5 0 0,3 0-14 0,0 0-8 0,3-3 10 0,0 3-10 15,0 0 0-15,3 0-8 0,3-5-1 0,0 5 0 32,-1-3-169-32,4 3-34 0,27 0-6 0,-15-5-2 0</inkml:trace>
  <inkml:trace contextRef="#ctx0" brushRef="#br0" timeOffset="17350.96">24741 1932 1552 0,'0'0'44'0,"-6"5"10"0,0-5-43 0,0 0-11 15,0 5 0-15,0-5 0 16,0 3 118-16,3 2 22 0,-3-2 4 0,3 2 0 0,0-2-64 0,-3 2-12 16,3 3-4-16,0-3 0 0,1 3-23 0,-1 0-5 15,0-5 0-15,0 5-1 16,0 2-14-16,0-2-2 0,0 3-1 0,0-3 0 0,0 2-18 0,0 1 10 15,3-3-10-15,0 2 8 0,-3 1-8 0,3 2 0 16,0-5 0-16,3 0 8 0,-3 5-8 0,3-5 0 16,-3 0 0-16,3-3 0 0,0 3 0 0,0 0-17 15,3-5 4-15,-3 2 1 0,3-2 12 0,-1-3 0 0,1 0 0 0,0 0 0 16,3-3 0-16,-3 3 0 16,3-5 0-16,0 2 0 0,0-5 48 0,0 0 13 0,0 1 3 15,0 1 0-15,0-2-30 0,0-5-6 16,0 5 0-16,-3-5-1 0,3 2 16 0,-4-2 3 15,1 5 1-15,0-5 0 0,-3 2-7 0,0-2 0 0,0 5-1 0,-3-5 0 16,-3 5-16-16,3-5-3 0,-3 5-1 0,-3 0 0 16,0 0-10-16,-2 0-1 0,2 0-8 0,-3 0 12 15,-3 3-12-15,3-3-8 0,-3 0 8 0,0 3-13 16,-3 2-95 0,3 3-20-16,-3-8-3 0,-3 8-1125 0</inkml:trace>
  <inkml:trace contextRef="#ctx0" brushRef="#br0" timeOffset="19207.932">14504 5620 1335 0,'0'0'29'0,"0"0"7"0,0 0 0 0,0 0 2 0,0 0-30 0,0 0-8 0,0 0 0 0,0 0 0 15,0 0 88-15,0 0 17 0,0 0 3 0,0 0 1 16,0 0-43-16,0 0-9 0,0 0-1 0,-3-5-1 16,3 5-7-16,0 0 0 0,-3-3-1 0,3 3 0 15,-2-5-2-15,-1 0 0 0,0-1 0 0,0 4 0 16,3 2-5-16,0-6 0 0,-3 1-1 0,3 0 0 16,0-3 25-16,-3 3 4 0,3-1 2 0,0-2 0 15,0 0-70-15,0 0 0 0,0 0-12 0,0 1 0 16,0-1 27-16,0-3 5 0,0 0 0 0,0-2 1 15,0 3-1-15,0-4-1 0,0 1 0 0,0 0 0 16,0 0 0-16,0-1 0 0,0 1 0 0,0 0 0 16,0-3-1-16,0 3 0 0,0 2 0 0,0-2 0 15,0-3-1-15,-3 6 0 0,3-9 0 0,0 6 0 16,-3 0-2-16,3-3-1 0,0 3 0 0,-3-3 0 16,3 2-5-16,-3-9-1 0,3 1 0 0,-3-1 0 15,3-4-8-15,-3-2 8 0,3-3-8 0,0 3 8 16,-3 0-8-16,3 3 0 0,0-3 0 0,-3-1 0 15,3 4 0-15,-3-3 0 0,0 0 0 0,3-6 0 0,-3 1 0 0,3-3 0 16,0-3 0-16,0 1 0 0,0 2 0 0,0 2 0 16,0 3 0-16,0-5 0 0,0 3 0 0,0 2 0 15,0-5 0-15,0-8 0 0,3 5 0 0,-3-2 0 16,0 2 0-16,3 1 0 0,-3 2 0 0,0 2 0 0,0 4 0 16,0-6 0-16,-3 2 8 0,3 3-8 0,0-10 8 15,0 2-8-15,0 3 11 0,0-5-3 16,-3 5-8-16,3 3 12 0,0-1-4 0,-3 6 0 15,3 0-8-15,-3-6 12 0,3 6-12 0,0-2 11 16,-3-6-11-16,3 0 10 0,0 0-10 0,-3-1 0 0,3 1 0 16,-3 8 8-16,3-5-8 0,-3 7 0 0,0-2 9 0,3 8-9 15,-3-8 0-15,0 3 0 0,3-1 0 0,-3-2 0 16,3 0 0-16,0-5 0 0,-3 2 0 0,3 3 8 16,0-3-8-16,0 3 0 0,0 8 0 0,0-1 0 15,0-1 0-15,-3 2 0 0,3 2 0 0,0 0 0 16,0 1 0-16,0-1 0 0,0 1 0 0,0-1 0 15,0 1 8-15,0-1-8 0,0 1 8 0,3-1-8 16,-3 1 12-16,0-1-3 0,0 1 0 0,3 2 0 16,0 0-1-16,-3 0-8 0,3 0 12 0,0 3-4 15,0 5-8-15,0-5 8 0,-3 5-8 0,3-5 8 16,0 5 2-16,-3 0 0 0,3 0 0 0,0 3 0 0,0-3-10 0,0 5 0 16,0-8 0-16,-3 9-11 0,3-6 11 0,0 0 0 15,0 3 0-15,-3 2 0 16,3-8 18-16,0 9 2 0,0-6 1 0,-3 2 0 15,3-1-21-15,-3 1 0 0,3 4 0 0,-3-6 0 0,0 2 0 0,3 4 0 16,-3-6 0-16,0 0 0 0,3 3 0 0,-3-1 0 16,0-2 0-16,0 6 0 0,0-6 0 0,0 0 0 15,0 2 0-15,0-1 0 0,0-1 0 0,0 0 0 0,0 2 0 0,-3-2 0 16,3 1 0-16,0 1 0 0,0 4 0 0,0-6 0 16,-3 2 0-16,3-2 0 15,0 3 0-15,0 2 0 0,0 3 0 0,0-5 0 16,0 5 0-16,-3-2 0 0,3 2 0 0,0-6 0 15,0 6 0-15,0 0 0 0,0 0-9 0,0 0-7 0,0 0 0 0,0 0-1 32,0 0-12-32,0 0-3 0,0 0 0 0,0 0 0 15,3-5-61-15,-3 5-13 0,0 0-2 0,0 0-764 0,6 0-153 0</inkml:trace>
  <inkml:trace contextRef="#ctx0" brushRef="#br0" timeOffset="19764.068">14996 2342 1818 0,'0'0'40'0,"0"0"8"0,-6 0 1 0,0 0 3 0,6 0-42 0,-6 0-10 0,0 2 0 16,3 4 0-16,-3 2 94 0,3-6 17 15,-3 9 3-15,3-3 1 0,-3 0-51 0,0 5-9 16,0-5-3-16,0 8 0 0,0-8-41 0,3 8-11 0,-3-3 0 0,3 3 0 15,0 0 32-15,3 2 5 0,-3 1 1 0,3-1 0 16,3 3-29-16,-3-2-9 0,3-3 0 0,3 2 0 16,-3-2 0-16,3-3 0 0,0-2 0 0,0-1 0 15,0 1 0-15,3-3 0 0,-3 0 0 16,3-3 0-16,0-2 21 0,0 0 4 0,3-3 1 16,-3 0 0-16,2-3-26 0,-2 0 0 0,3-5 0 0,0 3 0 15,-3-6 56-15,3 1 7 0,-3-1 1 0,3-2 0 16,-3 0-52-16,0-3-12 0,-3 0 0 0,0 0 0 15,-3-5 54-15,0 5 8 0,0-5 2 0,-3 5 0 16,-3-2-32-16,3 2-7 0,-3 0-1 0,-3 3 0 16,0 2-38-16,0-2-8 0,0 0-2 0,-3 2 0 15,0-2 71-15,0 5 13 0,0 0 4 0,-3 0 0 16,3 3-75 0,0-3-14-16,0 2-3 0,0 4-1 0,3-6-5 0,-2 8-1 0,-1-6 0 15,3 6 0-15,0 0-74 16,6 0-15-16,-6 0-4 0,6 0-716 0,0 0-144 0</inkml:trace>
  <inkml:trace contextRef="#ctx0" brushRef="#br0" timeOffset="20538.262">15272 2503 2170 0,'0'0'48'0,"0"0"9"0,0 0 3 0,0 0 1 16,0 0-49-16,0 0-12 0,0 0 0 0,0-5 0 0,0 5 96 0,0 0 16 0,3-5 3 0,-3 5 1 16,0 0-55-16,0 0-10 0,0 0-3 0,0 0 0 15,0 0-20-15,0 0-4 0,0 0 0 0,0 0-1 16,0 5-11-16,0 3-3 0,0 0 0 0,0 0 0 16,0 2-9-16,0 6 0 0,-3-8 9 0,3 5-9 15,0 3 0-15,0 0 0 0,0-3 0 0,0 3 0 16,3-5-12-16,0 7 0 0,0-10 0 15,3 5 0 1,-3-2-23-16,3-3-5 0,0 0 0 0,0 2-1 16,0-7-7-16,0 2 0 0,0 3-1 0,0-8 0 0,0 3 18 15,-3-3 4-15,3 0 1 0,0 0 0 0,-3-3 26 0,3 3-8 0,0-5 8 0,0 2 0 16,-3-2 0-16,3 2 0 0,-3-4 0 0,0 1 0 16,-1-2 52-16,1 0 10 0,-3-2 2 0,3 2 0 15,-3-3-1-15,3 3 0 0,-3-5 0 0,0 0 0 16,3 2-15-16,-3-7-4 0,3 7 0 0,-3-5 0 15,0 6-17-15,0-1-4 0,0 3-1 0,0-2 0 0,0 2-10 16,0 5-3-16,0-5 0 0,0 8 0 0,0 0-9 0,0 0 0 16,0 0 9-16,0 0-9 0,0 0 0 0,-3 11 0 15,0-3 0-15,3 5 0 0,-3 0 0 0,3 0 0 16,0 3 0-16,0 0-12 16,0-3-15-16,0 3-3 0,3-3-1 0,0 3 0 15,0-3-30-15,3-2-7 0,-3 2 0 0,3-2-1 16,0-1-25-16,3-7-5 0,-3 2-1 15,0 3 0-15,3-8-22 0,-3 3-5 0,3-3-1 0,0 0 0 16,0-3 116-16,0 3 24 0,3-8 4 0,-4 3 0 0,4 2 0 0,-3-7 0 16,0-1 0-16,3 3 0 0,-3-8 54 0,0 3 10 0,0-3 3 15,-3 3 0-15,3-8 16 0,-3 5 3 0,0-8 1 16,0 6 0-16,0-3-25 0,0 2-5 0,0-2-1 0,-1 5 0 16,-2-3-20-16,3 4-4 0,-3-1 0 15,3 0-1-15,-3 3-15 0,0-3-4 0,0 8 0 0,0-5 0 16,-3 5-8-16,3 0-1 0,-3 0-1 0,3 2 0 15,-3 1-2-15,0 5 0 0,0 0 0 0,0 0 0 16,0 0-8-16,0 0-8 0,0 0 9 0,0 11-9 16,3-3 0-16,-3 8 8 0,0-3-8 0,3-3 0 15,-3 4 0-15,3 2 0 0,-3-1 0 0,0 7 0 16,0-1-14-16,0 3 1 0,0 2 0 0,0-2 0 16,0 2-19-16,3 1-3 0,-3-1-1 0,0-2 0 15,0-3-50 1,0 0-10-16,0-5-3 0,0 0 0 0,0 0-23 15,0-3-5-15,0 0-1 0,-3-2 0 0,3 0-60 0,-3-3-12 0,-3 2-2 16,6-10-1-16</inkml:trace>
  <inkml:trace contextRef="#ctx0" brushRef="#br0" timeOffset="20748.382">15656 2688 1728 0,'-9'-10'38'0,"4"7"8"0,-1 0 2 0,0-2 0 0,0 5-39 0,3-8-9 16,-3 8 0-16,0-5 0 0,3 2 104 0,3 3 20 0,0 0 3 0,0 0 1 15,0 0-26-15,0 0-5 16,0 0-1-16,0 0 0 0,0 0-45 0,0 0-10 0,3 0-1 16,3 0-1-16,0 0-11 0,3 0-1 0,-3 0-1 0,2 0 0 15,1 0-8-15,0 0-2 0,3 0 0 0,-3 0 0 16,0 0-8-16,3 0-8 0,-3 0 9 0,3 0-9 16,-3 0 0-16,3-5-15 0,0 2 2 0,0 1-822 15,-1-1-164-15</inkml:trace>
  <inkml:trace contextRef="#ctx0" brushRef="#br0" timeOffset="21022.014">15966 2498 1552 0,'0'0'44'0,"0"0"10"0,0 0-43 0,0 0-11 0,0 0 0 0,0 0 0 16,0 0 207-16,0 0 39 0,0 0 8 0,0 0 2 15,0 0-154-15,0 0-30 0,0 0-7 0,0 2-1 16,0 9 0-16,0-8 0 0,3 2 0 0,-3 3 0 0,3-3 0 0,0 3 0 16,0 3 0-16,-3 2 0 0,3 0-51 0,-3-2-13 15,3 2 0-15,-3 3 0 0,0 0 0 0,0 2 0 16,0-2 0-16,-3-3 0 0,3 3 0 0,0-2 0 16,-3 1 0-16,0-4 0 0,3 0 54 0,-3 4 8 15,0-4 2-15,0 0 0 16,0 4-154-16,3-7-30 0,-3 3-7 0,3 0-785 15,3-3-158-15</inkml:trace>
  <inkml:trace contextRef="#ctx0" brushRef="#br0" timeOffset="35533.785">10947 10354 1267 0,'0'0'28'0,"0"0"5"0,0 0 38 16,0 0-71-16,0 0 0 0,0 0 0 0,0 0 0 0,-6 0 58 0,6 0 5 15,0 0 1-15,-6 0 0 0,6 0-3 0,0 0 0 0,0 0 0 0,0 0 0 16,-5-3-46-16,5 3-15 0,0 0 8 0,-3-5-8 16,3 5 44-16,0 0 6 15,0 0 1-15,0 0 0 0,0 0-31 0,0 0-5 0,0 0-2 16,0 0 0-16,0 0 18 0,0 0 3 0,0 0 1 0,0 0 0 16,0 0-19-16,0 0-3 15,0 0-1-15,0 0 0 0,0 0-12 0,0 0 0 0,3-3 8 0,-3 3-8 16,3-2 15-16,-1-4 0 0,1 6 0 0,3-2 0 15,-3-1-15-15,0 0 0 16,6 3 0-16,-3-2 0 0,-3-1 0 0,6 3 0 0,-3-3 0 0,3 3 0 16,0-2 0-16,0-1 0 0,0 0 0 0,3 3 0 15,-3 0 0-15,3-2 0 0,2-1 0 0,-2 3 0 16,0-2 0-16,3 2 0 0,-3 0 0 0,3-3 0 16,-3 3 0-16,0-3 0 0,3 3 0 0,-3 0 0 15,2 0 0-15,-2 0 0 0,0 0 0 0,0 0 0 16,0 0 0-16,0 0 0 0,0 0 0 0,-3 0 0 15,3 0 0-15,-3 0 0 0,0 0 0 0,0 0 0 16,2 0 0-16,-2 0 0 0,0 0 0 0,3 0 0 16,-3 0 0-16,3 0 0 0,0 0 0 0,0 0 0 15,0 0 0-15,0 0 0 0,0 0 0 0,2 0 0 0,-2 0 0 16,3 0-8-16,0 0 8 0,0 0-13 0,0 0 13 16,0 0 0-16,0 0 0 0,-3 0 0 15,2 0 0-15,1 0 0 0,0 0 0 0,-3 0 0 0,3 0 0 0,0 0 0 16,-3 0 12-16,0-2-12 0,0-1 0 0,-1 3 0 15,1-3 0-15,0 3-12 0,0-2 12 0,0-1 8 16,3 0 0-16,-3 3-8 0,3-2 0 0,0-1 0 16,0 0 0-16,-1 3 0 0,4-2 0 0,0-1 0 15,0 0-10-15,0 3 10 0,3-2 0 0,-3 2 0 0,-1-3 0 0,1 3 0 16,0-2 0-16,3 2 0 0,-3-3 0 0,0 3 0 16,-3 0 0-16,-1-3 0 0,1 3 0 0,0-2 0 15,3-1 0 1,-3 0 0-16,0 1 0 0,0-1 0 0,3 0 0 0,-1 1 0 0,4-1 0 15,-3-2 0-15,3 2 0 0,0 0 0 0,0 1 0 16,2 2 0-16,1-3 0 0,-3 1 0 0,0-1 0 0,0 3 0 16,3-3 0-16,-7 1 0 0,1-1 0 15,-3 3 0-15,3-3 0 0,-3 1 0 0,0-1 0 0,3 3 0 16,0 0 0-16,-4-3 0 0,4 3 0 0,3 0 0 16,0 0 0-16,-3 0 0 0,3 0 0 0,0 3 0 15,-1-3 0-15,1 3 0 0,0-3 0 0,0 2 0 16,0 1 0-16,-3-3 0 0,-1 3 0 0,1-1 0 15,0-2 0-15,-3 3 0 0,0-3 0 0,0 0 0 16,3 3 0-16,-3-3 0 0,2 0 0 0,1 2 0 0,0-2 0 16,3 0 0-16,-3 0 0 0,3 3 0 0,2-3 0 0,-2 0 0 15,0 2 0-15,3-2 0 0,-3 3 0 0,0-3 0 16,-1 0 0-16,1 3 0 0,-3-3 0 0,0 0 0 16,0 0 0-16,-3 0 0 0,0 0 0 0,2-3 0 15,1 3 0-15,0 0 0 16,0-3 0-16,3 3 0 0,0-2 0 0,-3 2 0 15,5 0 0-15,-2-3 0 0,3 3 0 0,0 0 0 0,-3 0 11 0,3 0-3 16,-4 0-8-16,1 0 12 0,0 0-12 0,-3 0 11 16,0-2-11-16,0 2 10 0,-1-3-10 0,1 3 0 15,0-3 9-15,0 3-9 0,0 0 0 0,3-2 8 16,0-1-8-16,2 3 0 0,-2-3 0 0,0 3 0 16,3 0 0-16,0 3 8 0,-1-3-8 0,-2 0 0 15,3 0 0-15,-3 3 0 0,-3-3 0 0,0 0 0 16,0 0 0-16,-4 0 0 0,4 0 0 0,0 0 0 0,0-3 0 15,0 3 8-15,0 0-8 0,0-3 0 0,2 3 0 0,1 0 0 16,0-2 0-16,0 2 0 0,3 0 0 0,0 0 0 16,-4 0 0-16,1 0 0 0,3 0 0 0,-3 2 8 15,0-2-8-15,-3 0 0 0,-1 0 0 0,1 0 0 16,0-2 0-16,3 2 0 0,-3-3 0 0,0 3 0 16,3 0 0-16,-1 0 0 0,-2 0 0 0,3 0 0 15,3 0 0-15,-3 0 0 0,0 0 0 0,2 0 0 16,-2 0 0-16,0 0 0 0,0 3 0 0,0-3 8 15,-3 0-8-15,2 0 0 0,-5 0 0 0,3 0 0 16,-3-3 0-16,0 3 0 0,3 0 0 0,0 0 0 16,-3-3 0-16,2 3 0 0,1 0 0 0,3 0 0 0,0-2 0 0,0 2 0 15,0 0 0-15,2 0 0 0,-2 0 0 0,0 0 0 16,0 2 0-16,0-2 0 0,0 0 0 16,-1 0 8-16,-2 0-8 0,0 0 0 15,-3 0 8-15,0 0-8 0,0 0 10 0,0-2-10 0,0 2 10 16,-1 0-10-16,4-3 10 0,0 3-10 0,-3 0 8 0,3 0-8 15,0-3 0-15,0 1 0 0,2 2 0 0,-2 0 8 16,3 0-8-16,0 0 0 0,-3 0 0 0,3 0 0 16,0 0 0-16,-4 0 0 0,1 0 0 0,-3 0 0 15,3 0 0-15,-3 0 0 0,0-3 0 0,0 3 0 0,-3 0 8 16,2 0-8-16,1 0 0 0,0-2 0 0,0 2 0 0,0-3 0 16,3 3 9-16,-3 0-9 0,3 0 8 0,-1 0-8 15,-2 0 0-15,6 0 0 16,-3 0 8-16,0 0-8 0,0 0 0 0,-3 0 0 15,2 0 0-15,4 0 8 0,-3 0-8 0,-3 0 0 0,0 0 0 0,0 0 0 16,-3 0 0-16,3 0 0 0,-3 0 0 0,-1 0 8 16,1 0-8-16,0 0 0 0,0 0 0 0,0 0 0 15,3 0 0-15,-3 0 0 0,3 0 0 0,-3 0 0 16,3 0 0-16,-1 0 0 0,1 0 0 0,0 0 0 16,0 0 0-16,0 0 0 0,3 0 0 0,-3 0 0 15,0 0 0-15,-1 0 8 0,1 0-8 0,3 0 0 16,-3 0 0-16,0-3 0 0,-3 3 0 0,3 0 0 15,-3 0 0-15,0 0 0 0,-4 0 0 0,4-2 0 16,-3 2 0-16,3-3 8 0,-3 3-8 0,3 0 0 16,-3 0 0-16,0 0 0 0,3 0 8 0,-3-3-8 0,3 3 0 15,-3 0 0-15,2 0 9 0,1 0-9 0,-3 0 8 0,3 0-8 16,0 0 8-16,0 0-8 0,0 0 0 0,3 0 0 16,-3 0 0-16,0 3 8 0,0-3-8 0,-1 0 0 15,1 0 0-15,0 0 0 0,0 0 0 0,-3 0 0 16,3 3 0-16,0-1 8 0,-3-2-8 0,3 0 0 15,-3 3 0-15,0-3 0 0,0 0 8 0,2 0-8 16,-5 0 10-16,3 0-10 0,-3 0 10 0,3 0-10 0,-3 0 10 0,0 0-10 16,3 0 11-16,-3 0-11 0,3 0 12 15,-3 0-12-15,0 0 13 0,0 0-4 16,0 0-1-16,3 0 0 0,-3 0 0 0,0 0 0 16,0 0 0-16,2 0 0 0,-2 0 0 0,3 0-8 15,-3 0 12-15,0 0-4 0,3-3-8 0,-3 3 0 16,3 0 9-16,0 0-9 0,0 0 8 0,-3 0-8 0,3 0 10 15,-3 0-10-15,3 0 13 0,-3 0-3 0,3 0-1 0,-3 0 0 16,-1 0-1-16,4 0-8 0,-3 0 12 0,0 0-4 16,3 0-8-16,-3 0 12 0,3 0-12 0,-3-2 12 15,0 2-12-15,0-3 12 0,0 3-12 0,0 0 12 16,0 0-12-16,0 0 8 0,0 0-8 0,0 0 8 16,-3 0 0-16,3 0-8 0,0 0 12 0,0 0-4 15,0 0-8-15,-1 0 10 0,-2 0-10 0,3 0 10 16,0 0-10-16,0 0 8 0,0 0-8 0,-3 0 8 15,0 0-8-15,3 0 0 0,-3-3 9 0,0 3-9 16,3 0 0-16,-3 0 8 0,3 0-8 0,-6 0 0 16,3 0 0-16,0 0 9 0,-3 0-9 0,6 0 0 15,0 0 10-15,-6 0-10 0,3 0 8 0,-3 0-8 16,0 0 0-16,6 0 8 0,0 0-8 0,-6 0 0 16,0 0 0-16,6 0 0 0,-6 0 0 0,3 3 0 15,-3-3 0-15,0 0 0 0,6 0 8 0,-6 0-8 16,6 0 0-16,-6 0 0 0,0 0 0 0,6 3 0 15,-6-3 0-15,0 0 0 0,0 0-9 0,0 0 9 16,0 0-110-16,0 0-15 0,0 0-3 0</inkml:trace>
  <inkml:trace contextRef="#ctx0" brushRef="#br0" timeOffset="43778.615">8867 7724 806 0,'0'0'17'0,"0"0"4"0,0 0 1 0,0 0 2 0,0 0-24 0,0 0 0 0,0 0 0 0,0 0 0 16,0 0 107-16,0 0 17 0,0 0 3 0,0 0 1 16,0 0-52-16,0 0-9 0,0 0-3 0,0 0 0 15,0 0 52-15,0 0 9 0,0 0 3 0,0 0 0 16,0 0-72-16,0 0-13 0,0 0-3 0,0 0-1 15,0 0 9-15,-3 5 3 0,3-5 0 0,0 5 0 16,0-5-7-16,-3 6-2 0,3-6 0 0,-3 5 0 16,3 3-14-16,0-3-2 0,0 0-1 0,0 3 0 15,0 0-11-15,0-2-2 0,0-1-1 0,0 3 0 16,0 0-11-16,0 0 12 0,0 0-12 0,0 0 12 16,0-1-12-16,3 4 8 0,-3-3-8 0,0 3 8 15,3-1 5-15,-3-2 1 0,0 3 0 0,3-1 0 16,0-2-14-16,-3 5 0 0,3-5 0 0,-3 3 0 15,3 0 0-15,-3-4 0 0,3 7 0 0,-3-6 0 16,3 2 0-16,-3-2 0 0,3 3 0 0,-3-1 0 16,3 1 0-16,-3-1 0 0,3-2 0 0,-3 6 0 0,0-1 0 15,3-3 0-15,-3 1 0 0,0 0 0 0,3 2 0 16,-3-3 0-16,0 4 0 0,0-1 0 0,0-3 0 0,0 4 0 16,2 2 0-16,-2-3 0 0,0 3 0 0,0 0 0 15,3-1 0-15,-3 4 0 0,0-3 0 0,3 0 0 16,-3 0 0-16,0-1 0 0,3 1 0 0,-3 0 0 15,3-3 0-15,-3 1 0 0,3-1 0 0,-3 0 0 0,3 0 0 0,0 3 0 16,-3-3 54-16,3 1 8 0,0-1 2 0,-3 0 0 16,3 0-52-16,0 3-12 0,-3-2 0 0,3 1 0 15,-3-1 0-15,3 1 0 0,0 1 0 0,-3 0 0 16,3 3 0-16,0-3 0 0,0 2 0 0,0 1 0 16,-3-3 0-16,3-1 0 0,0 4 0 0,-3-1 0 15,3-2 0-15,0-2 0 0,0 1 0 0,-3-1 0 16,3-1 0-16,-3 0 0 0,3-2 0 0,-3 2 0 15,3 0 0-15,-3 0 0 0,3 1 0 16,-3-1 0-16,3 0 0 0,-3 0 0 0,3 1 0 0,-3 1 0 16,3 1 0-16,-3 0 0 0,0 0 0 0,3 3 0 15,0-1 0-15,-3 1 0 0,3-1 0 0,0 3 0 16,-3-2 0-16,3-1 0 0,-3-2 0 0,0 0 0 16,0 3 0-16,3-3 0 0,-3-1 0 0,0-1 0 15,0 2 0-15,0-3 0 0,0 3 0 0,0-3 0 0,3 0 0 16,-3 3 0-16,0-3 0 0,0 3 0 0,0 0 0 0,0 2 0 15,0 1 0-15,0 2 0 0,0 3 0 0,0-3 0 16,0 3 0-16,0-3 0 0,0 0 0 0,0 0 0 16,0-2 0-16,0-1 0 0,0 1 0 0,0 0 0 15,0-4 0-15,0 4 0 0,0-1 0 0,0 1 0 16,0 0 0-16,0-1 0 0,0 3 0 0,0 3 0 16,0 0 0-16,0 2 0 0,0 1 0 0,0-3 0 15,0 2 0-15,3 0 0 0,-3-2 0 16,0-3 0-16,3 1 0 0,-3-1 0 0,0 0 28 15,0 0 2-15,3-2 1 0,-3 2 0 16,0 0-50-16,0 3-9 0,3 0-3 0,-3 2 0 0,0 3 50 0,3 0 9 16,-3 0 3-16,0 0 0 0,2 1-31 0,1-7 0 0,-3 4 0 15,3-3 0-15,0 0 0 0,-3-3 0 16,0 0 0-16,3 3 0 0,-3-3 0 0,3 3 0 16,-3 2 0-16,0 3 0 0,3 0 0 0,0 3 0 0,-3 0 0 0,3-3 0 15,0 0 0-15,0-5 0 0,-3 2 0 0,3-2 0 16,0-3 8-16,-3 3-8 0,3-3 0 0,-3 3 0 15,3-3 0-15,-3 3 8 0,0 3-8 0,3 2 0 16,-3 0 0-16,0 0 0 0,3 0 0 0,-3 0 0 16,0-2 9-16,3-1-9 0,-3-2 8 0,0-3-8 15,3 0 8-15,-3-2-8 0,3 2 8 0,-3 0-8 16,0 0 0-16,0 0 8 0,0 0-8 0,0 6 0 16,0-3 8-16,0 2-8 0,0-2 0 0,0 5 8 15,0-5-8-15,0 0 0 0,3 0 0 0,-3-3 8 16,0-3-8-16,3 1 0 0,-3-3 0 0,0 0 0 15,3-1 0-15,-3-1 8 0,0 2-8 0,0-1 8 16,3 1-8-16,-3-2 12 0,0 1-12 0,0 1 12 0,3 0-4 16,-3 3-8-16,0-3 12 0,0 2-4 0,0-2-8 15,0 2 10-15,3 1-10 0,-3-3 10 16,0 0-2-16,0 0 0 0,3-1 0 0,-3 1 0 0,0-5-8 0,0 2 12 16,3 0-12-16,-3-2 12 0,0 0-12 0,0-1 10 15,0-2-10-15,0 3 10 0,0-3-10 0,0 0 8 16,0-1-8-16,0 1 8 0,-3 0-8 15,3 0 8-15,0 3-8 0,0-3 8 0,-3 0-8 0,3 2 8 0,0-2-8 16,-3 0 8-16,3 3-8 0,-3-3 0 0,3 2 9 0,-3-2-9 16,3 0 0-16,0 3 0 0,-3-3 0 0,3 2 8 15,0-2-8-15,-3 3 0 0,3-3 0 0,0 0 0 32,0 0-33-32,0-3-8 0,0 0-2 0,0-5 0 15,0 0-17-15,0 0-3 0,0 0-1 0,0 0 0 16,6-2-204-16,9-14-42 0,9-8-8 0,-18 16-642 15</inkml:trace>
  <inkml:trace contextRef="#ctx0" brushRef="#br0" timeOffset="44402.434">9376 11830 1958 0,'0'0'43'0,"0"0"9"0,0 0 1 0,0 0 3 0,0 0-45 0,0 0-11 0,0 0 0 0,0 0 0 16,0 0 104-16,0 0 20 0,0 0 3 0,0 0 1 15,0 0-52-15,-3 8-9 0,3-3-3 0,0 3 0 16,0 0 0-16,-3 0 0 0,3 3 0 0,-3 2 0 15,3 0-51-15,0 1-13 0,-3 4 0 0,3-2 0 16,0 2 0-16,0 4 0 0,0-4 0 0,0 3 0 16,0-2 0-16,0-1 0 0,0-2 0 0,0 3 0 15,0-1 0-15,0 1 0 0,0-1 0 0,0 1 0 16,0-1 0-16,0 4 0 0,3-1 0 0,-3 0 0 0,0 3-12 0,0-3 12 16,3 0-12-16,-3 3 12 15,3-6-51-15,-3 4-3 0,0-7-1 16,3 1 0-16,-3-2-109 0,0-4-23 0,3 1-4 0,-6-3-1 0</inkml:trace>
  <inkml:trace contextRef="#ctx0" brushRef="#br0" timeOffset="44952.197">9492 12259 1758 0,'0'0'50'0,"0"0"10"0,0 0-48 0,-3-5-12 0,3 5 0 0,0-6 0 16,0 6 116-16,0-5 20 0,0 5 4 0,0-5 0 16,0 5-45-16,3-3-10 0,0-2-1 0,-3 5-1 15,6-3-28-15,-3 1-6 0,3 2-1 0,-6 0 0 16,6 0-17-16,-3 0-4 0,3 2-1 0,0 1 0 16,-1-1-10-16,-2 1-1 0,3 2-1 0,0 1 0 15,-3 2-14-15,0 0 9 0,3 2-9 0,-3 1 8 16,0-1-8-16,0 4 0 0,0-1 0 0,-3 0 0 15,3 0 0-15,-3 0-9 0,6 1 0 0,-6-1 0 16,0-2-22-16,0-1-4 16,0 1-1-16,-3-3 0 0,3 0-2 0,-3-1-1 15,3 1 0-15,0-2 0 0,0-6 5 0,0 0 1 0,0 0 0 16,0 0 0-16,0 0 16 0,0 0 3 0,0 0 1 0,0 0 0 0,0 0 21 0,3-6 5 16,0 1 1-16,0 0 0 0,0-3-22 0,0-3-5 15,3 3-1-15,-3-2 0 0,0-1 34 16,3 1 8-16,-3-4 0 0,3 4 1 0,0-1 9 15,-3 1 2-15,3-1 0 0,0 0 0 0,0 4-8 0,-3-4 0 16,3 3-1-16,-3 0 0 0,2 0-8 0,-2 3-2 16,3 0 0-16,-3-1 0 0,3 4-5 0,-3-4 0 15,3 6-1-15,-3-2 0 0,0 2-1 0,-3 0 0 16,6 0 0-16,0 0 0 0,-6 0-2 0,3 2 0 16,-3-2 0-16,6 8 0 0,0-2-12 0,-3 1 11 0,0 1-11 0,0 0 10 15,0 0-10-15,0 3 0 0,0-1 9 0,0 1-9 16,-3 0 0-16,3 2 0 0,0-3 0 0,0 1 0 15,-3 2-16-15,3-2-4 0,-3 2 0 0,0-2-1 32,3-1-39-32,-3 1-8 0,-3-3-2 0,3 2 0 15,0-2 5-15,0 0 1 0,0 0 0 0,0 0 0 0,0-5-69 16,3 2-14-16,-3 0-2 0</inkml:trace>
  <inkml:trace contextRef="#ctx0" brushRef="#br0" timeOffset="45928.142">9941 12240 1728 0,'0'0'38'0,"0"0"8"0,0 0 2 0,0 0 0 0,0 0-39 0,0 0-9 0,0 0 0 0,0 0 0 15,0 0 104-15,0 0 20 0,0 0 3 0,0 0 1 16,0 0-5-16,0 0-1 0,0 0 0 0,3 6 0 15,-3-6-52-15,3 8-10 0,0-3-3 0,0 3 0 16,-3 2-17-16,3-2-3 0,-3 3-1 0,3 2 0 16,-3-2-10-16,0 2-2 0,0 3-1 0,0-3 0 0,0 3-7 0,0 0-2 15,0-3 0-15,0 3 0 0,0 0-14 16,0-3 9-16,-3 0-9 0,3-2 8 16,0-1-8-16,0 1 0 0,-3 0 9 0,3-3-9 0,0 0 0 0,0-1 0 15,0 1 0-15,0-2 0 0,-3-1 0 0,3 3-10 16,0-3 1-16,0-2 0 15,0-3-33-15,0 5-6 0,0-5-2 0,3 8 0 16,-3-8-186-16,3 3-36 0</inkml:trace>
  <inkml:trace contextRef="#ctx0" brushRef="#br0" timeOffset="47758.652">17588 7491 622 0,'0'0'13'0,"0"0"3"0,0 0 1 0,0 0 2 0,0 0-19 0,0 0 0 15,0 0 0-15,0 0 0 0,0 0 44 0,0 0 6 16,0 0 1-16,0 0 0 0,0 0 10 0,0 0 3 15,0 0 0-15,0 0 0 0,0 0-52 0,0 0-12 16,0 0 0-16,0 0 0 0,0 0 54 16,0 0 8-16,-3 5 2 0,3-5 0 0,0 0-1 0,-3 3 0 15,3-3 0-15,0 0 0 0,-6 5-14 0,6-5-2 16,-3 3-1-16,3-3 0 0,0 0-9 0,-6 5-1 16,3 0-1-16,3-5 0 0,-3 6-6 0,3-6-1 0,-3 5 0 0,3-5 0 15,-3 3 0-15,3-3 0 16,-3 5 0-16,3-5 0 0,-2 8 0 0,2-8-1 15,0 5 0-15,0-5 0 0,0 0-4 0,-3 3-1 0,3-3 0 0,0 0 0 16,0 0 3-16,0 5 1 0,0-5 0 0,0 0 0 16,3 5-4-16,-3-5-1 0,2 6 0 0,-2-6 0 15,3 2 3-15,3 1 1 0,-6-3 0 0,3 2 0 16,3 1-6-16,-6-3-2 0,3 3 0 0,3-3 0 16,0 0 0-16,-3 2 0 0,3-2 0 0,-6 0 0 15,3 0-5-15,3 0 0 0,-6 0-1 0,3 3 0 16,3-3-11-16,0 0 8 0,-6 0-8 0,3 3 8 15,3-3-8-15,-6 0 10 0,0 0-10 0,3 0 10 16,-3 0-10-16,0 0 8 0,3 0-8 0,-3 0 8 16,0 0-8-16,0 0 0 0,0 0 0 0,0 0 8 15,6 2-8-15,-6-2 0 0,0 0 9 0,0 0-9 16,3 0 0-16,-3 0 0 0,0 0 0 0,0 0 0 16,0 0 0-16,0 0 0 0,0 0 0 0,0 0 0 15,0 0 0-15,0 0 0 0,0 0 0 0,0 0 0 0,0 0 0 0,0 0 0 16,0 0 0-16,0 0 8 15,0 0-8-15,0 0 0 0,0 0 0 0,0 0 0 0,0 0 0 0,0 0 0 16,0 0 0-16,0 0 0 0,0 0 0 0,0 0 0 16,0 0 0-16,0 0 0 0,0 0 0 0,0 0 0 15,0 0 0-15,0 0 0 0,0 0 0 0,0 6 0 16,0-6 0-16,0 0 0 0,0 0 0 0,0 0 0 0,0 0 0 16,-6 5 8-16,6-5 0 0,0 0 0 15,0 0 0-15,-3 5 0 0,3-5-8 0,0 0 11 16,0 0-11-16,-6 6 12 0,6-6-12 0,-3 2 12 15,3-2-12-15,0 0 12 0,0 0-12 0,-3 5 0 16,3-5 9-16,-3 6-9 0,3-6 0 0,0 0 0 0,-3 5 0 16,3-5 8-16,-3 8-8 0,3-8 0 15,0 0 0-15,0 5 8 0,0-5-8 0,0 6 0 0,0-6 0 0,0 5 0 16,0-5 0-16,0 8 0 0,0-8 0 0,0 5 0 16,0-5 0-16,0 5 0 0,0-5 0 0,0 0 0 15,0 6 0-15,0-6 0 0,0 8 0 0,0-8 0 16,-3 5 0-16,3-5 0 0,0 8 0 0,0-8 0 15,0 5 0-15,0-5 0 0,0 8 0 0,0-3 0 16,0-5 0-16,3 6 0 0,-3-6 0 0,0 8 0 16,0-8 0-16,0 5 0 0,0-5 0 0,0 0 0 0,3 5 0 15,-3-5 0-15,0 8 0 0,0-8 8 0,0 0-8 16,0 5 0-16,0-5 0 0,0 0 8 0,0 0-8 16,0 0 0-16,0 0 0 0,0 0 0 0,0 0 0 0,0 0-12 15,0 0 2-15,0 0 0 16,0 0-186-16,0 0-38 0</inkml:trace>
  <inkml:trace contextRef="#ctx0" brushRef="#br0" timeOffset="49636.619">17630 7599 1276 0,'0'0'36'0,"0"0"8"0,0 0-35 0,0 0-9 0,-3 6 0 0,0-1 0 16,3-5 112-16,-3 5 21 0,3 0 4 0,-3 1 1 15,0-1-59-15,0 3-12 0,-3-5-3 0,3 5 0 16,0-3-13-16,0 3-3 0,0-3-1 0,0 3 0 16,0 0-24-16,-3 0-5 0,3 0-1 0,0 0 0 15,-3 0 38-15,0 2 7 0,3-2 2 0,-3 3 0 16,3 2-52-16,-2 0-12 0,2 1 0 0,-3 1 0 15,0 1 0-15,3 3 0 0,0-1 0 0,0 1 0 16,0 2 8-16,0 0-8 0,0 0 11 0,0 1-11 16,0-4 0-16,0 1 0 0,3-1 0 0,-3 1-12 0,3-4 12 0,-3 4 0 15,3 0 0-15,0-1 0 0,-3 1 0 0,3-1 0 16,0 3 0-16,0 6 0 0,0-3 0 0,0 5 0 16,0 0 0-16,0 2 0 0,3-1 22 0,-3-4 7 15,3-2 2-15,0 2 0 0,0-2-20 0,0 0-11 16,0-3 12-16,0 3-12 0,3-3 10 15,-3 3-10-15,0-3 8 0,0 6-8 0,0-1 9 0,0 0-9 0,3 1 10 16,-3-1-10-16,2-2 9 0,1 0-9 0,-3-3 8 16,3 0-8-16,0-2 9 0,-3-3-9 0,3 0 10 0,0 0-10 15,0-3 8 1,0 0-8-16,0 0 0 0,0-2 9 0,0-1-9 0,3 1 12 0,0-3-12 16,-3 0 12-16,3 0-12 0,0 0 0 0,0 0-10 0,-3-3 10 15,5 0 0-15,-2 1 0 16,0-1 0-16,0-3 0 0,3 1 0 0,-3 2 0 0,0-5 0 15,0 3 0-15,0-3 8 0,0 0-8 0,0 0 0 0,3-3 0 16,-3 3 0-16,2-2 0 0,1-1 0 0,0-2 0 16,3 2 0-16,0 3 0 0,0-5 0 0,0 5 0 15,3-5 0-15,-3 2 0 0,2 0 0 0,1 1 0 16,0-1 0-16,0 0 0 0,0 1 0 0,-3-1 0 16,3 3 0-16,-4-3 0 0,1 1 0 0,-3 2 0 15,0 0 0-15,0-3 0 0,0 3 0 0,-3-3 0 16,0 1 0-16,3 2 0 0,-6-3 9 0,3 3-9 15,0 0 0-15,-3 0 0 0,2 0 0 0,-2 0 0 0,3 0 0 0,-3 0 17 16,0 0-3-16,3 0-1 0,-3 3-13 16,0-3-18-16,3 2 4 0,-3-2 1 0,3 3 13 15,-3-3 0-15,0 0 0 0,0 3 0 0,0-1 0 0,0 1 0 16,-6-3 0-16,6 3 0 0,0-3 0 0,-6 0 0 16,0 0 0-16,6 5 0 0,-4-2 48 0,-2-3 13 15,6 2 3-15,-6-2 0 16,3 3-52-16,-3-3-12 0,0 0 0 0,6 5 0 0,-3 1 0 0,-3-1 0 15,0-5 0-15,3 8 0 0,-3-3 0 0,3 0 0 16,-3 1 0-16,3-1 0 0,-3 3 0 0,0-3 0 16,0 3 0-16,3 0 0 0,-3 0 0 0,0 3 0 15,3-4 0-15,-3 1 0 0,0 3 0 0,3-3 0 0,-3 5 0 0,0-2 0 16,0-1 0-16,0 1 0 0,0 0 0 0,3 2 0 16,-3-3 0-16,0 1 0 0,3-1 0 0,-3 4 0 15,3-6 0-15,-3 2 0 0,3-2 0 0,-3 3 0 16,3-1 0-16,0 1 0 0,-3 0 0 0,3-4 0 15,0 4 0-15,-3 0 0 0,3-3 0 16,0 5 0-16,-3-5 0 0,3 5 0 0,0-2 0 0,-3 2 0 16,3 0 32-16,0 0 4 0,0 3 1 0,0 3 0 15,-3-1-28-15,3 3-9 0,0 0 0 0,-3 1 0 16,3-1 0-16,0 3 0 0,0-3 0 0,0 0 0 16,0-3 0-16,-3 1 0 0,3 0 0 0,0-1 0 15,-3 1 0-15,3 2 0 0,0 0 0 0,-3 3 0 16,3 0 27-16,0 5-2 0,0 2 0 0,-3 4 0 15,2-3-25-15,4 2 0 0,-3-2 0 0,0-1 0 16,0-1 0-16,0 1 0 0,0-2 0 0,0 6 0 16,0-3 0-16,0 7 0 0,0-2 0 0,-3 6 0 0,3-1 0 0,0-5 0 15,-3 0 0-15,3 0 0 0,0-2 24 0,-3-1 0 16,3 0 0-16,0 6 0 0,0 2-12 0,-3 1-2 16,3 2-1-16,-3-3 0 0,3-2 1 0,-3-3 0 15,0-3 0-15,3 6 0 0,-3-6 0 0,0 3 0 16,0 6 0-16,3-1 0 15,-3 0-2-15,0 1-8 0,3-6 12 0,-3 0-4 0,0-3-8 0,3-2 10 16,-3 0-10-16,3-1 10 0,-3 1-10 0,0 2 8 0,0 4-8 0,-3-1 8 16,3 0-8-16,0-3 0 0,-3-2 9 15,3 0-9-15,-3-6 9 0,3 0-9 0,-3-4 12 16,3 1-12-16,-3-1 9 0,0-1-9 0,3 0 0 0,-3 3 9 16,0 0-9-16,3 2 0 0,-3-2 0 15,3 2 8-15,-3 1-8 0,3-1 0 16,0-2 0-16,-3-3 8 0,3 0-8 0,0-2 0 0,0-3 0 15,0 0 0-15,0-3 0 0,0 0 0 0,0 0 8 0,0-2-8 16,0 2 0-16,0-2 0 0,3-1 0 0,-3-2 0 16,0 3 0-16,0-1 0 0,3-2 0 0,-3 3 0 15,3-3 0-15,-3 2-14 0,0-2 5 0,3 0 1 16,-3 3-18 0,0-3-3-16,0 0-1 0,3 0 0 0,-3 0-21 15,0 0-4-15,0 0-1 0,0-3 0 16,0 0-84-16,0 0-16 0,0-5-4 0,0 0-656 0,0 0-132 0</inkml:trace>
  <inkml:trace contextRef="#ctx0" brushRef="#br0" timeOffset="50077.537">18797 11716 1736 0,'0'0'49'0,"0"0"11"0,0 0-48 0,0 0-12 0,0 0 0 0,0 0 0 15,0 0 115-15,0 0 21 0,0 0 4 0,0 0 0 16,0 0-36-16,0 0-8 0,-3 6-2 0,3 2 0 15,0-3-29-15,0 3-5 0,0 0-2 0,0 0 0 16,0 0-18-16,3 2-3 0,-3 1-1 0,0 0 0 16,3 2-8-16,0 3-3 0,-3-1 0 0,3 4 0 15,-3 2-10-15,0 3-3 0,3-3 0 0,-3 3 0 16,0 0-12-16,0 0 11 0,0-3-11 0,0 0 10 16,0-3-10-16,0-2 0 0,0 0 0 0,0 0 8 15,0-3-8-15,0 3 0 0,0-3 0 0,0 1 0 16,0-1 0-16,0-3 0 0,0 1 0 0,0 2 0 15,3-5-18-15,-3 3 1 0,0-3 0 0,0 0 0 16,0 0-26-16,0-3-5 16,0-5 0-16,0 0-1 0,0 0-142 0,0 0-28 0,0 0-5 15</inkml:trace>
  <inkml:trace contextRef="#ctx0" brushRef="#br0" timeOffset="50707.243">18978 11854 1220 0,'0'0'34'0,"0"0"9"0,0-8-35 0,0 3-8 0,0 0 0 0,3-1 0 16,-3 1 101-16,0 5 19 0,0 0 3 0,0 0 1 16,0 0-29-16,0-3-6 0,0 3-1 0,0 0 0 15,0 0-22-15,0 0-5 16,0 0-1-16,0 0 0 0,0 0-8 0,0 0-3 15,0 0 0-15,0 0 0 0,0 0-1 0,6 3-1 0,-3 2 0 16,0 1 0-16,-3 1-5 0,3-1-1 0,-3 2 0 0,3 2 0 16,-3 1-33-16,0 2-8 0,0 0 0 0,0 1 0 15,0 1 0-15,0 1 0 0,0 0 0 0,0-3 0 16,0 3 31-16,0-2 4 0,0-1 1 0,-3 0 0 16,3 0-7-16,0-2-1 0,0-1 0 0,-3 1 0 15,3-3-28-15,0 3 0 0,-3-4 0 0,3 1 0 16,-3-2-13-16,3-1-9 0,0 0-2 0,-3 1 0 15,3-6 24-15,0 0 0 0,0 0 0 0,0 0 0 16,0 0 22-16,0 0-1 0,0 0 0 0,0 0 0 16,0 0-21-16,0 0 0 0,0 0 0 0,0 0 0 0,0 0-14 0,0 0-7 15,0 0-2-15,0-6 0 0,3-2 23 16,-3 3 0-16,0-3 10 0,3 0-10 16,0-2 20-16,-3-1-2 0,3 0-1 0,0 1 0 0,3-1-17 15,-3-2 0-15,0 2 0 0,3 1 0 16,0-1 0-16,0 3 0 0,-3-2 0 0,3 2 0 15,3 0 0-15,-3 0 0 0,0 3 0 0,0-1 0 0,3 1 0 0,-1 2 0 16,-2 1 0-16,0 2 0 0,3 0 0 0,0 0 0 16,0 0 0-16,-3 2 0 0,0 1 0 0,3 0 0 15,-3-1 0-15,0 4 0 0,0-1 33 0,0 0 3 0,-3 3 1 0,0 0 0 16,3 0-28-16,-3 0-9 0,-3 3 0 0,3-1 0 16,-3 1 27-16,0-1-2 0,0 1 0 0,0 2 0 15,0-5-25-15,0 3 0 0,0-1 0 0,-3-2 0 16,0 3 0-16,3-3 0 0,0 0 0 0,-3 0 0 31,3-1-46-31,0-1-14 0,-3-1-4 0,3 3 0 0,0-3 52 0,0-5 12 0,-3 8 0 0,3-8 0 31,0 0-61-31,0 0-10 0,3 6-1 0,-3-6-1 0,6 0-188 0,3 0-38 0</inkml:trace>
  <inkml:trace contextRef="#ctx0" brushRef="#br0" timeOffset="51271.598">19407 11994 1728 0,'0'0'38'0,"0"0"8"0,0 0 2 0,-3 6 0 0,3-6-39 0,-3 8-9 0,0-3 0 0,0 3 0 15,0-3 104-15,0 3 20 0,0-3 3 0,0 3 1 16,0 0-15-16,0-3-2 0,0 3-1 0,0 0 0 16,0 0-74-16,0-2-14 0,3 2-3 0,-3-1-1 15,0-1 14-15,0 2 4 0,3-3 0 0,-3 3 0 16,3 0-36-16,0-3 0 15,-3 6 0-15,3-3 0 0,0 0 0 0,0 0 0 0,3-1 0 0,-3 1 0 16,3 0 0-16,-3-2 0 0,3 2 10 0,0-3-10 16,3 0 0-16,-3 0 0 0,0 1 0 0,3-4 0 31,-3 4-28-31,0-4-7 0,3-2-1 0,-6 0-1 0,6 3 37 0,-6-3 0 0,6-3 0 0,0 3 0 16,3-2 0-16,-3 2 0 0,3-6 0 0,-3 4 0 15,0-4 0-15,3 1 0 0,-1 0 0 0,-2 0 0 16,0-3 0-16,3 2 0 0,-3-2 0 0,0 0 0 15,0 1 44-15,0-1 16 0,0-3 3 0,0 3 1 16,0-3-52-16,0 4-12 0,-3-4 0 0,3 0 0 16,-3 1 54-16,-3-3 8 0,3-1 2 0,-3 1 0 0,0 0-64 15,-3 0 0-15,0-3-14 0,0 3 2 0,-3-1 12 16,0 1 14-16,0 2-3 0,-3 1-1 16,0-1-10-16,0 3-16 0,-3 0 4 0,0 1 1 15,1 1-84-15,-1 1-17 0,0 0-3 16,0 2-724-16,0 3-145 0</inkml:trace>
  <inkml:trace contextRef="#ctx0" brushRef="#br0" timeOffset="52157.073">18785 11447 1418 0,'0'0'40'0,"0"0"9"0,0 0-39 0,0 0-10 0,0 0 0 0,0 0 0 16,0 0 135-16,0 0 25 0,0 0 4 0,0 0 2 15,0 0-48-15,0 0-10 0,0 0-1 0,-3 2-1 0,3-2-31 0,-3 6-7 16,0-1 0-16,3 0-1 16,-3 3-19-16,3 0-3 0,0-3-1 0,0 3 0 0,0 0-13 15,0 0-3-15,0 0-1 0,3 3 0 16,-3-1-9-16,0 1-2 0,0-1 0 0,3 4 0 0,-3-4-5 0,0 1-2 15,3-1 0-15,-3 1 0 0,0 0-9 0,3-1 8 16,-3 1-8-16,3-1 8 0,0-2-8 0,-3 3 0 16,3-3 0-16,0 0 0 0,-3 0-11 0,3-3-7 15,0 3-2-15,-3-3 0 0,3 0 32 0,0 3 7 16,0-2 1-16,0-1 0 0,0 0-20 0,-3 1 0 16,3-1 0-16,-3 0 0 0,3 0 0 0,-3 1 0 0,0-6 0 0,0 0 0 15,2 5 0-15,-2-5-11 16,0 0 2-16,0 5 0 15,0-5-97-15,0 0-19 0,0 0-4 0,0 0-658 0,0 0-131 0</inkml:trace>
  <inkml:trace contextRef="#ctx0" brushRef="#br0" timeOffset="74823.065">9129 3125 1263 0,'0'0'28'0,"0"0"5"0,0 0 2 0,-3 3 1 0,3-3-36 0,-3 2 0 16,3-2 0-16,0 0 0 0,0 0 110 0,0 0 15 16,0 0 3-16,0 0 1 0,0 0-1 0,-3 6 0 15,3-6 0-15,0 0 0 0,3 5-51 0,-3-5-10 16,6 5-3-16,0-2 0 0,-3-3 0 0,3 5 0 16,3-5 0-16,-1 0 0 0,-2 0-51 0,3 0-13 0,3 0 0 0,-3 0 0 15,6-5 0-15,-3 5 0 0,3-3 0 16,0 3 0-16,0 0 0 0,2 0 0 15,-2-5 0-15,3 5 0 0,0-3 0 16,0 1 0-16,3 2 0 0,-3-3 0 0,-1 3 12 0,-2-3-1 16,0 3 0-16,0 0 0 15,-3-2-46-15,0 2-9 0,-3 0-1 0,-3-3-1 16,0 3-44-16,-6 0-9 0,0 0-1 0,0 0-1 16,0 0-143-16,0 0-28 0</inkml:trace>
  <inkml:trace contextRef="#ctx0" brushRef="#br0" timeOffset="75072.278">9257 3294 1724 0,'0'0'38'16,"-6"0"8"-16,-3 3 2 0,3 2 0 0,-3-5-39 0,3 0-9 0,0 3 0 0,0-1 0 16,6-2 105-16,0 0 19 0,0 0 4 0,0 0 1 0,-3 3-52 0,3-3-10 15,0 0-3-15,0 0 0 16,0 0-51-16,0 0-13 0,0 0 0 0,3 5 0 0,0 3 54 0,3-5 8 15,0 2 2-15,0-5 0 0,0 3-52 0,3-3-12 16,0 0 0-16,0 3 0 0,0-3 0 0,0 0 0 16,2-3 0-16,1 3 0 0,0-3 21 0,3 3 2 15,3-5 0-15,0 2 0 0,6-2-37 0,-4 2-7 16,4-2-2-16,6 0-773 0,-3 2-154 16</inkml:trace>
  <inkml:trace contextRef="#ctx0" brushRef="#br0" timeOffset="75539.171">9953 3006 1530 0,'0'0'33'0,"0"0"7"0,0-8 2 15,0 5 2-15,0 3-36 0,0-5-8 0,-3 0 0 0,3-1 0 0,0 6 141 0,0-2 27 16,0-6 4-16,0 8 2 15,0 0-56-15,0 0-11 0,0 0-3 0,0 0 0 0,0-5-36 0,0 5-7 16,0 0-1-16,0 0-1 0,0 0-22 0,0 0-4 16,0 0-1-16,0 0 0 0,0 7-10 0,3 1-2 15,-3 0-1-15,0 6 0 0,3-1-2 0,-3-3 0 16,3 9 0-16,-3-3 0 0,0-3-2 0,3 3-1 16,-3 0 0-16,0 5 0 0,0-8-3 0,0 6-1 15,0-1 0-15,-3-2 0 0,3-3-10 0,-3 3 8 0,0 0-8 16,3 0 8-16,-3 0-8 0,0 2 0 15,3-2 0-15,-3 5 8 0,0-7-8 0,0 4 0 0,3 1 0 0,-3-1 0 32,0-2-104-32,3 3-14 0,0-4-2 0,0-4-1131 0</inkml:trace>
  <inkml:trace contextRef="#ctx0" brushRef="#br0" timeOffset="82581.813">8507 12812 1824 0,'-3'13'76'0,"3"0"-60"16,-3 1 17-16,3-1 4 0,0 3 1 0,0 0 0 16,0-1-10-16,0 4-1 0,0 0-1 0,0 2 0 15,0-3 20-15,0 3 4 0,0 1 1 0,-3 1 0 16,0 1-32-16,0 3-7 0,3-1 0 0,-3 3-1 16,0-2-11-16,0 2 0 0,3 3 0 0,-3-1 8 15,0-2 0 1,0 3-8-16,3 3 12 0,-3-4-4 0,0 4-8 15,3-1 0-15,-3 0 0 0,3 1 0 0,0-3 0 0,0 2 0 16,3-2 0-16,0 0 0 0,0-3-8 0,3 0 8 0,0 0-10 0,3 0 10 16,0-5 0-16,3 0 0 0,2-3-8 0,1 0 8 15,3 0-19-15,3-2-1 0,3-1 0 0,6-2 0 16,-1-3-12-16,4 0-2 0,0-2-1 0,8 0 0 16,-2-3 16-16,0-3 3 0,3-3 1 0,5 1 0 15,1 0 5-15,2-3 1 0,4-3 0 0,3 0 0 16,-4-2-1-16,1 3 0 0,2-6 0 0,4 2 0 15,-4-2 10-15,4 3 0 0,2-3 0 0,7 0 0 16,-7 0 0-16,7 0-8 0,-1 0 8 0,7 0 0 16,-7-2 0-16,4 2 0 0,-1 0 0 0,6 0 0 0,-5 0 0 15,2 0 0-15,4 0 0 0,2 3 0 16,0 0-33-16,1-1-2 0,-1 1 0 0,9 2 0 0,-5 1 56 0,2-1 11 0,0 1 3 0,16-1 0 16,-13 3-35-16,3-3 0 0,0 3 0 0,16 0 0 31,-13 0-21-31,3 0-11 0,3 0-3 0,9 0 0 0,-8 0 56 0,-1 3 11 0,3-3 3 15,15 3 0-15,-15-1-27 0,3 1-8 0,1-3 0 0,17 5 0 16,-15-2 16-16,0-1-4 0,3 4-1 0,18-1 0 16,-18 0 13-16,3-2 2 0,3 2 1 0,15 3 0 15,-15-3-3-15,0 1 0 0,3 2 0 0,15-3 0 16,-18 3-9-16,3-3-3 0,0 0 0 0,21 3 0 16,-21-2-12-16,0-1 8 0,3 0-8 0,18 3 0 15,-18-2 8-15,-3 1-8 0,6 1 0 0,15 0 0 16,-18-2 8-16,0 2-8 0,0-3 0 0,21 3 0 15,-24-3 0-15,3 0 8 0,3 3-8 0,15-2 0 16,-18-1 0-16,-3 0 0 0,6-2 0 0,12 2 0 16,-18 0 0-16,-3-2 0 0,3 0 0 0,15-1 0 15,-24 1 0-15,3 0 0 0,0 2 0 0,12-2 0 16,-20-1 0-16,2-2 0 0,0 3 0 0,9-3-10 16,-15 3-2-16,-3-3 0 0,-3 0 0 0,13 0 0 15,-16 0-21-15,-3 0-5 0,0 0-1 0,4 0 0 16,-13 2 39-16,-3-2 0 0,1 0 0 0,-1 0 0 15,-8 0 0-15,-7 0 0 0,0 0 0 0,1-2 0 16,-9 2 0-16,-4-6 0 0,-5 4 0 0,-1-4 0 16,-5 4 0-16,-3-6 0 0,-4 2 0 0,-5-2 0 15,-3-2 24-15,-6 2 12 0,-3-3 2 0,0 1 1 16,-4-3-11-16,-2-1-3 0,-3-2 0 0,-3 1 0 0,0-1 31 0,0-3 7 16,-3 1 1-16,3-1 0 0,-6-2-12 0,3-3-1 0,-3 3-1 15,-3-3 0-15,3-2-13 0,-3-1-2 16,0-2-1-16,0 0 0 0,0-5-10 0,0 2-3 15,3-5 0-15,-3 0 0 0,0 0-5 16,0-3-2-16,3 0 0 0,0-2 0 0,0 2-6 0,0-5-8 0,3 0 11 0,0-5-11 16,0 2 8-16,3 1-8 0,0-1 0 0,0-5 0 15,3 0 0-15,3 0 0 0,0-5 0 0,0 0 0 16,3 2-16-16,-4-2 4 0,4 3 0 0,3-6 0 16,-3 0-28-16,3-3-6 0,0-4-1 15</inkml:trace>
</inkml:ink>
</file>

<file path=ppt/ink/ink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41:35.690"/>
    </inkml:context>
    <inkml:brush xml:id="br0">
      <inkml:brushProperty name="width" value="0.05292" units="cm"/>
      <inkml:brushProperty name="height" value="0.05292" units="cm"/>
      <inkml:brushProperty name="color" value="#FF0000"/>
    </inkml:brush>
  </inkml:definitions>
  <inkml:trace contextRef="#ctx0" brushRef="#br0">8015 7565 1538 0,'0'0'32'0,"0"0"8"0,0 0-32 0,0 0-8 0,0 0 0 0,0 0 0 15,0 0 89-15,0 0 17 0,0 0 3 0,0 0 1 16,0 0-31-16,3 5-7 0,-3-5 0 0,3 5-1 16,-3-5-30-16,3 6-5 0,0-4-2 0,0 4 0 15,0-4-15-15,-3-2-3 0,3 6-1 0,3-4 0 16,-3 1-5-16,3 0-1 0,0-1 0 0,0 1 0 16,0 0-9-16,0 2 12 0,3-3-12 0,-3 1 12 15,6 0-4-15,-3-1-8 0,0 1 12 0,3 2-4 16,-1-2-8-16,1 0 0 0,3-1 9 0,3 1-9 15,-3 0 0-15,6 2 8 0,0-2-8 16,2-1 0-16,1 1 0 0,3-3 0 0,0 2 0 0,3 1 0 16,-4-3 0-16,4 3 0 0,-3-1 0 0,3 1-8 15,2 0 8-15,1-3 0 0,3 2 0 0,0 1 0 16,2-3 0-16,1 3 0 0,3 2 8 0,2-2-8 16,-5-1 9-16,3-2-9 0,-4 3 12 0,7-3-12 15,-3 3 13-15,-1-1-4 0,4 1-1 0,0 2 0 16,-1-2 3-16,-5-1 0 0,3 1 0 0,2 0 0 15,-2-1-3-15,0 1 0 0,2 2 0 0,1-2 0 0,-3 0-8 16,-1-1 10-16,1 1-10 0,-3-1 10 16,-1 1-10-16,4 0 0 0,-3-3 0 0,0 2 0 15,2 1 0-15,-2 0 8 0,3-1-8 0,-4 1 0 16,1 0 0-16,0-1 0 0,-7-2 0 0,7 3 0 0,-3-3 0 0,2 0 0 0,-2 0 8 16,6 0-8-16,-3 0 0 0,-1 0 0 0,1 3 0 0,0-3 0 15,-4-3 0-15,1 3 0 0,-3-3 0 0,6 1 8 16,-4-1-8-16,1 3 0 0,3-3 0 0,-1 3 0 15,-2-2 0-15,0 2 0 0,0-3 0 0,-4 3 0 16,1 0 0-16,0-3 0 0,-3 1 0 0,-1-1 0 16,1 0 0-16,0 1 0 15,0 2 0-15,2-3 0 0,-5 3 0 16,3 0 0-16,0 0 0 0,-1 0 0 0,-2 0 0 0,0 0 0 0,0 0 0 16,-3-2 0-16,2 2 0 0,-2-3 0 0,3 3 0 0,0 0 0 15,-3 0 0-15,2 0 8 0,1 0-8 0,0 0 0 16,-3 0 0-16,3 3 0 0,-1-3 0 0,-2 2 0 15,0-2 0-15,0 0 0 0,-3 0 0 0,-1 0 0 16,1-2 0-16,0 2 0 0,0-3 0 0,0 3 0 16,3 0 0-16,-7 0 0 0,4 0 8 0,0 0-8 15,-3 3 0-15,0-3 0 0,3 0 0 0,-3 0 8 16,-1 2-8-16,1-2 0 0,0 0 0 0,0 3 0 16,0-3 0-16,-3 0 0 0,3 0 0 0,-4 0 0 15,1 0 0-15,0 0 8 0,0-3-8 0,-3 3 0 16,3 0 0-16,0-2 0 0,0 2 0 0,0-3 0 15,-1 3 0-15,1 0 0 0,0-3 0 0,3 3 0 16,-3 0 0-16,0 0 0 0,3 0 8 0,-3 0-8 16,2 0 0-16,-2 0 0 0,3 0 0 0,0 0 0 15,-3 0 0-15,3 0 0 0,0 0 0 0,-3 0 0 16,-1 0 0-16,1 0 0 0,0 0 0 0,0-2 0 0,0 2 0 16,-3-3 0-16,3 3 9 0,-3 0-9 15,0-3 12-15,2 3-3 0,-2 0 0 0,3 0 0 16,-3 0 2-16,0 0 0 0,0 0 0 0,0 0 0 0,0 0-11 15,-3 0 12-15,3 0-12 0,-3 0 12 0,-1 0-12 0,4 0 10 16,-3 0-10-16,0 0 10 0,0 0-10 0,-3 3 10 0,3-3-10 0,-3 0 10 16,3 0-10-16,-3 0 0 0,0 0 9 15,0 0-9-15,0 0 0 0,0 0 0 0,0 0 0 0,0 0 0 16,0 0 0-16,-3 0 0 0,2 0 0 0,1 3 8 16,0-3-8-16,0 2-10 0,-3-2 10 0,3 0-13 15,-3 0-42 1,0 0-8-16,3 0-1 0</inkml:trace>
  <inkml:trace contextRef="#ctx0" brushRef="#br0" timeOffset="1696.052">14588 7689 1398 0,'0'0'59'15,"0"0"-47"-15,0 0 71 0,0-5 14 16,0 0 3-16,0 5 1 0,0-6-41 0,0 6-9 0,0-5-2 0,0 5 0 31,0 0-27-31,0 0-6 0,0 0 0 0,0 0-1 0,0 0-15 0,0 0 9 16,3-3-9-16,-3 3 8 0,6 0-8 0,0 0 8 0,0 0-8 0,0 0 8 15,0 3-8-15,2 0 0 0,-2-3 9 0,3 2-9 16,0 1 11-16,3 0-3 0,-3-3 0 0,3 2 0 16,0 1-8-16,0 0 10 0,0-3-10 0,3 2 10 15,-3 1-10-15,2-3 0 0,1 3 0 0,3-1 8 16,-3-2-8-16,3 3 0 0,-3 0 0 0,3-1 8 16,0-2-8-16,-1 0 0 0,1 0 0 0,3 0 0 15,-3 0 0-15,3 0 0 0,0 0 0 16,-1 0 0-16,4 3 0 0,0-3 0 0,3 0 0 0,-3 0 0 15,2 2 0-15,1 1 10 0,3-3-10 0,0 3 10 16,-3-3 1-16,2 0 0 0,1 0 0 0,0 0 0 16,0 0-2-16,2-3 0 0,4 3 0 15,0-3 0-15,0 3-9 0,2-2 10 0,1 2-10 0,0 0 10 16,-1-3-10-16,-2 1 0 0,3-1 9 0,-1 0-9 16,1-2 0-16,0 2 0 0,2 1 0 0,1-1 0 15,0 0 0-15,-3-2 0 0,2 2 0 0,1 1 0 16,-3-1 0-16,2-2 8 0,-2 5-8 0,6-3 0 15,-4 1 0-15,-2-1 0 0,6 0 0 0,-4 1 0 16,-2 2 0-16,0-3 0 0,-4 0 0 0,1 3 0 16,0-2 0-16,3-1 0 0,-1 3 0 0,1-3 0 0,-3 1 0 0,2 2 9 15,-2 0-9-15,3-3 0 16,-7 3 16-16,1 0-4 0,0 0-1 0,0 0 0 16,-1 0 10-16,-2-3 3 0,0 3 0 0,3 0 0 0,-6 0-1 15,2 0 0-15,-2 0 0 0,3 0 0 0,-6 0-10 0,-1 0-1 0,1 0-1 16,0 0 0-16,-3 0-11 0,0 3 12 0,0-3-12 15,-1 0 12-15,1 0-12 0,0 0 10 0,0 0-10 0,-3 0 10 16,3 0-2-16,-1 0 0 16,1 0 0-16,-3 3 0 0,0-3-8 0,3 0 10 15,-3 0-10-15,0 0 10 0,-1 0-10 0,1 0 0 0,-3 0 9 0,3 0-9 16,0 2 0-16,-3-2 9 0,-3 0-9 0,3 3 0 16,-1-3 9-16,1 0-9 0,0 3 0 0,0-3 9 15,0 0-9-15,3 2 0 0,-3-2 0 0,0 3 8 16,2-3-8-16,-2 0 0 0,3 0 0 0,-3 3 0 15,0-3 0-15,0 0 8 0,0 2-8 0,3-2 0 16,-4 3 0-16,1-3 0 0,3 0 0 0,-3 3 0 16,-3-3 0-16,3 2 0 0,0-2 0 0,-3 0 0 15,3 3 0-15,-1-3 0 0,1 0 0 0,-3 2 0 16,3-2 0-16,0 3 0 0,0-3 8 0,3 0-8 16,-3 3 0-16,0-3 0 0,-1 0 0 0,1 2 0 15,0-2 0-15,3 0 0 0,-3 0 0 0,0 3 8 16,0-3-8-16,-3 0 0 0,2 0 9 0,1 0-9 15,0 3 0-15,0-3 9 0,0 0-9 0,0 0 0 16,0 2 8-16,-3-2-8 0,0 0 0 0,2 0 0 16,-2 0 0-16,3 0 0 0,0 0 8 0,-3 0-8 15,3 3 0-15,0-3 0 0,-3 0 0 0,3 0 0 16,-1 0 0-16,1 0 0 0,-3 0 0 0,3 0 0 16,-3 3 0-16,0-3 0 0,3 0 0 0,-3 0 0 15,0 2 8-15,0-2-8 0,-1 3 0 0,1-3 0 16,0 0 8-16,0 0-8 0,0 0 0 0,0 3 0 0,0-3 0 0,-3 2 0 15,3-2 8-15,0 0-8 0,-3 0 0 0,0 3 8 0,2-3-8 0,-2 0 0 16,0 0 9-16,0 0-9 0,0 0 0 0,0 0 9 16,0 0-9-16,0 0 0 0,0 0 9 0,0-3-9 15,0 3 0-15,0 0 9 0,0 0-9 0,0 0 0 16,-1 0 8-16,1 0-8 0,0 0 0 0,0 0 0 16,0 0 0-16,0 0 8 0,0 0-8 0,0 0 0 15,0 0 9-15,-3 0-9 0,3 0 0 16,0 0 9-16,0 0-1 0,0 3-8 15,-1-3 12-15,1 0-4 0,-3 0 0 0,3 0 0 0,0 0 0 0,-3 0 0 16,3 3 0-16,0-3 0 0,-3 0 0 0,3 2 0 16,-3-2 1-16,0 0 0 0,3 3 0 0,-3-3 0 15,0 0-1-15,3 2 0 0,0-2 0 0,-1 3 0 16,-2-3-8-16,3 3 10 0,-3-3-10 0,0 0 10 16,0 2-10-16,0-2 0 0,-3 3 9 0,3-3-9 15,0 0 8-15,-3 0-8 0,3 0 8 0,0 3-8 16,-3-3 0-16,3 2 0 0,-3-2 0 0,3 0 8 15,-3 3-8-15,3-3 0 0,-3 0 0 0,-3 0 0 16,6 3 0-16,0-3 0 0,-6 0 0 0,3 2 0 16,-3-2 0-16,0 0 0 0,6 0 0 0,-6 0 0 0,0 0-16 15,0 0-5-15,0 0-1 0,0 0 0 16,0 0-84-16,0 0-17 0,0 0-3 0</inkml:trace>
  <inkml:trace contextRef="#ctx0" brushRef="#br0" timeOffset="3816.036">7372 2987 1288 0,'0'0'54'16,"0"0"-43"-16,-5 3 85 15,5-3 18-15,-6 3 3 0,6-3 1 0,0 0-35 0,0 0-7 0,0 0-2 0,0 0 0 16,0 0-18-16,0 0-4 16,0 0-1-16,0 8 0 15,0-8-11-15,3 5-1 0,0-5-1 0,2 3 0 16,1 2-11-16,0-5-3 0,3 0 0 0,-3 0 0 15,3 0-8-15,0 0-1 0,0 0-1 0,0 0 0 16,0 0-14-16,0 0 11 0,3 0-11 0,0 0 10 0,0 0-10 0,-1 0 0 16,1-5 0-16,0 5 0 0,0 0 0 15,0 0 0-15,3-3 0 0,0 3 0 0,0 0 0 0,-3 0 0 16,3 0 0-16,2 0 0 0,-2 0 0 0,0-5 0 0,0 5 0 16,3 0 0-16,0-3 0 0,0 3 0 0,2-3 0 0,1 3 0 15,3 0 0 1,0-2 0-16,0 2 0 0,3-3 0 0,2 3-9 0,-2 0 9 15,0 0 0-15,6-3 0 0,-4 3 0 16,1-2 0-16,0 2 0 0,6 0 0 0,-4-6 0 0,1 6 0 0,6-2 0 16,0 2 0-16,-4 0 0 0,4 0 0 0,0 0 0 15,-1-6 0-15,-2 4 0 0,0 2 0 0,-1 0 0 0,4-5 0 16,-3 2 0-16,3 3 0 0,-1 0 0 0,1 0 0 16,-3 0 0-16,-1 0 0 0,-2 0 0 0,6 0 0 15,-6 0 0-15,2-3-8 0,1 3 8 0,0 0 0 16,-3 0 0-16,5 0 0 0,-2 3 0 0,0 0 0 15,-1-3 0-15,-2 0 0 0,0 5 0 0,3-5 0 16,-4 0 0-16,1 0 0 0,3 0 0 0,-1 0 0 16,-2 0 0-16,3 0 0 0,0 2 0 0,-1 4 0 15,-2-6 0-15,0 0 0 0,0 0 0 0,-1 0 0 16,1 0 0-16,0 0 0 0,0 0 0 0,2 0 0 16,-2 2 0-16,3-2 0 0,-1 6 0 0,1-6 0 15,-3 0 0-15,0 0 0 0,-4 2 0 0,4-2 0 16,0 0 0-16,0 0 0 0,-1 0 0 0,1 0 0 15,0 0 0-15,3 3 0 0,-4-3 0 0,4 0 0 16,-3 0 0-16,0 0 0 0,-1 0 0 0,1-3 0 0,-3 3 0 16,3 0 0-16,-1 0 9 0,4 0-9 0,0 0 0 15,-3 0 0-15,2 0 0 0,4-2 0 0,-3 2 0 16,-4 0 0-16,4 0 8 0,-3 0-8 0,3-6 0 16,-4 4 0-16,4 2 0 0,0 0 8 0,-1-6-8 0,1 6 10 0,3 0-10 0,-3 0 10 15,-1-2-10-15,-2 2 8 16,0 0-8-16,0 0 8 0,-1-5-8 0,1 5 8 0,3-3-8 15,-1 3 8-15,-2-3-8 0,3 3 0 0,-3 0 0 16,-1 0 0-16,1 0 8 0,-3 0-8 0,0 0 0 0,2 0 8 16,-2-2-8-16,0 2 0 0,3-3 0 0,-1 3 0 15,1 0 0-15,0 0 10 0,0 3-10 0,-1-6 10 16,1 3-10-16,-3 0 0 0,0 0 9 0,2 0-9 16,-2 0 0-16,0 0 9 0,0-3-9 0,0 3 0 15,-1-2 9-15,1 2-9 0,0 0 0 0,0 0 9 16,-1 0-9-16,1 2 8 0,-3-2-8 0,3 0 8 15,-7 0-8-15,4 0 0 0,-6-2 0 0,3 2 0 16,0 0 0-16,0 0 8 0,-4 0-8 0,4-6 0 16,0 6 0-16,0 0 0 0,-3 0 8 0,2 0-8 15,-2 6 0-15,3-6 0 0,-6 0 9 0,3 0-9 16,-3 0 0-16,3 0 9 0,-4 0-9 0,4 0 0 16,-3 0 9-16,-3 0-9 0,3 0 0 0,-3 0 9 15,3 0-9-15,-1 0 0 0,1 0 0 0,0 0 0 16,0 0 0-16,0 0 0 0,3 0 0 0,-3 0 0 15,2 0 0-15,-2 0 0 0,3 0 0 0,0 0 0 0,-3 0 0 0,3 0 0 16,-4 0 0-16,1 0 0 0,0 0 0 0,-3 0 0 0,3 0 0 16,-3-6 0-16,0 6 0 15,0 0 0-15,-1-2 0 0,4 2 8 0,-3 0-8 0,3 0 0 16,-3 0 0-16,0-6 0 0,3 6 0 0,-3 0 0 16,2 0 0-16,-2 0 0 0,0 0 0 0,0 0 0 0,0 0 0 0,-3 0 0 15,3 0 0-15,-3 0 0 16,0 0 0-16,-1 6 0 0,1-6 0 0,0 0 8 15,0 0-8-15,0 0 0 0,-3 0 0 0,0 0 0 0,0 0 0 16,0 0 0-16,0 0 0 0,0 0 0 0,-3 0 8 0,3 0-8 16,-3 0 0-16,-1 0 0 0,1 0 0 15,0 0 0-15,0 0 0 0,0 0 0 0,0 0 0 16,0 0 8-16,0 0-8 0,0 0 0 0,0 0 0 0,0 0 0 16,0 0 0-16,-3 0 0 0,6 0 9 0,-6 0-9 15,3 0 0-15,-6 0 9 0,3 0-9 0,-3 0 0 16,6 0 9-16,-3 0-9 0,-3 0 0 0,6 0 9 15,-6 0-9-15,6 0 0 0,-3 0 0 0,-3 0 0 16,6 0 8-16,-3 0-8 0,-3 0 0 0,5 2 8 16,1-2-8-16,-3 0 0 0,0 0 0 0,-3 0 8 15,6 6-8-15,-6-6 0 0,3 0 0 0,-3 0 0 16,6 0 9-16,-6 0-9 0,3 0 10 0,-3 0-10 16,6 0 10-16,-6 0-10 0,6 2 10 0,-6-2-10 15,3 0 10-15,-3 0-10 0,6 0 10 0,-6 0-10 16,9 3 0-16,-9-3 8 0,6 3-8 0,-6-3 0 0,3 2 0 0,-3-2 11 0,6 0-11 15,-6 0 10-15,6 3-10 0,-6-3 10 0,3 3-10 0,-3-3 10 16,6 5-10-16,-6-5 8 0,3 2-8 16,-3-2 8-16,6 6-8 0,-6-6 0 0,0 0 0 0,3 2 8 15,0 4-8-15,-3-6 0 0,3 2 0 0,-3 4 0 32,0-6 0-32,3 8 0 0,-3-3 0 0,0 3 0 0,0-6 0 0,0 4 0 0,0-1 0 15,0 3 0 1,-3-5 0-16,3 2 0 0,0 3 0 0,-3-6 0 0,3-2 0 0,0 6 0 0,0-6 0 0,-3 5 0 15,3 3 0-15,0-8 0 0,-3 8 0 0,0-5 0 16,3-3 0-16,0 8-9 0,0-8 9 0,-3 5-13 16,3-5-8-16,0 0-2 0,0 0 0 0,0 0 0 15,0 0-40-15,0 0-8 0,0 0-1 0</inkml:trace>
  <inkml:trace contextRef="#ctx0" brushRef="#br0" timeOffset="5549.5">13963 2934 1444 0,'0'0'30'0,"-3"-2"6"0,3 2-28 0,0 0-8 0,-6-6 0 0,6 6 0 15,0 0 113-15,0 0 22 0,-3-2 4 0,3 2 1 16,0 0-44-16,0 0-9 0,0 0-2 0,0 0 0 16,0 0-36-16,0 0-7 0,0 0-2 0,0 0 0 15,0 0-26-15,0 0-6 0,0 0 0 0,0 0-8 16,0 0 9-16,6 0-9 0,-3 2 0 0,3 4 9 16,0-6-9-16,0 0 0 0,0 2 0 0,-1-2 0 15,1 6 0-15,3-6 0 0,-3 0 0 0,3 0 0 16,0 0 0-16,3 2 0 0,-3-2 0 0,3 0 0 15,0 0 0-15,0 0 0 0,-3-2 0 16,3 2 0-16,-1 0 0 0,1 0 0 0,3-6 0 0,-3 6 0 16,3-2-9-16,0 2 9 0,0 0 0 0,3-6 0 15,0 4-8-15,2 2 8 0,1-3 0 0,3 3 0 16,-3-2 0-16,6 2 0 0,-1 0 0 0,1 0 0 16,0 0 0-16,3-6 0 0,3 6 0 0,-1-2 0 15,1 2 0-15,3-6-8 0,-1 4 8 0,7-4 0 0,-3 4 0 16,0 2 0-16,-1-6 0 0,4 4 0 15,-3-1 0-15,-1 0 0 0,1 3 0 0,3-7 0 16,-7 7 0-16,4-6 0 0,3 4 0 0,-1-4 0 16,-2 4 0-16,0 2 8 0,-3-8-8 0,5 5 9 15,-5 0-9-15,0-2 8 0,2 3-8 0,1-4 8 16,-3 4-8-16,2 2 10 0,-2-6-10 0,3 1 10 0,-3 2-10 16,-4 1 8-16,1-1-8 0,3 0 8 15,-3-2 0-15,-1 2 0 0,1 3 0 0,0-5 0 0,0 3 4 16,2 2 0-16,-2-6 0 0,0 4 0 15,-4-1-12-15,4 3 12 0,-3-3-12 0,0-2 12 0,0 5-12 0,-1-3 8 16,4 3-8-16,0 0 8 0,-3 0-8 0,2-5 0 0,-2 2 0 0,3 3 8 16,-3 0-8-16,-1 0 0 0,4-5 9 0,-3 5-9 15,-3-3 0-15,-1 3 9 0,1 0-9 0,3-5 0 16,-3 5 11-16,0-2-11 0,2 2 10 0,-2-3-10 16,0 3 9-16,0 0-9 0,2-3 8 0,-2 3-8 15,0 0 8-15,-3-5-8 0,3 5 0 0,-4 0 8 16,1-3-8-16,0 3 10 15,0 0-10-15,0 0 10 0,-3 0-10 0,2 0 0 0,1 0 0 0,3 0 0 16,-3 0 0-16,0 0 8 0,-1 0-8 0,1 0 0 16,0-5 0-16,3 5 0 0,-3 0 8 0,2 0-8 15,-2 0 0-15,3 0 0 0,-3 5 0 0,3-5 0 16,-1 0 0-16,1 0 0 0,3 0 0 0,0 0 0 16,-1 3 0-16,-2-3 0 0,3 0 0 0,0 0 0 15,-3 0 0-15,-1 5 0 0,1-5 0 0,0 0 0 16,0 0 0-16,0 0 0 0,2 3 0 0,1-3 0 15,0 0 0-15,-3 3 0 0,5-6 0 0,-2 6 0 16,-3-3 0-16,3 0 0 0,-4-3 0 0,4 3 8 0,-6 0-8 0,3 0 0 16,-3 0 0-16,-1 0 0 15,4 0 0-15,-3 3 8 0,3-3-8 0,0-3 0 0,-1 3 0 16,1 0 0-16,0 0 8 0,0 0-8 0,0 0 0 0,-1 0 0 0,-2 0 9 0,3 3-9 16,-3-3 0-16,0 0 9 0,-1 0-9 0,1 2 0 15,0-2 8-15,3 0-8 0,-3 0 0 0,2 5 0 16,1-5 8-16,-3 0-8 15,3 0 0-15,3 0 0 0,-7 0 0 0,4 0 0 16,0 0 8-16,-3 0-8 0,0 0 0 0,-1 3 8 16,1-3-8-16,0 0 0 0,3 0 8 0,-3 0-8 15,2 0 0-15,1 0 0 0,0 5 0 0,0-5 0 16,-3 0 0-16,2 0 0 0,1 0 8 0,-3 3-8 0,0-3 0 16,0 0 0-16,-1 5 0 0,-2-5 0 0,0 0 0 0,0 0 0 15,0 3 8-15,3-3-8 0,-4 0 0 0,4 5 0 16,-3-5 0-16,3 0 0 0,0 0 8 0,0 3-8 15,-4-3 0-15,1 3 0 0,3-3 0 0,-3 2 0 16,0-2 0-16,-3 6 0 0,2-6 0 0,-2 0 0 16,0 0 0-16,0 2 0 0,-3-2 0 0,3 5 0 15,-3-5 0-15,2 0 0 0,1 0 0 0,0 0 0 16,-3 3 0-16,3-3 0 0,-3 0 0 0,3 5 0 16,0-5 0-16,-4 0 0 0,4 0 0 0,-3 3 0 15,0-3 12-15,0 3-12 0,0-1 12 0,0 1-12 16,-3-3 0-16,2 3 0 0,-2-3 0 0,0 2 0 15,0-2 0-15,0 6 0 0,0-6 0 0,-3 0 0 16,0 0 0-16,0 0 0 0,0 0 0 0,0 0 0 0,0 0 8 16,0 0-8-16,2 0 0 0,-2 2 0 15,0-2 0-15,3 0 0 0,-3 0 8 0,0 0-8 0,3 0 0 16,-3 0 8-16,0 0-8 0,0 6 0 16,0-6 8-16,0 0-8 0,0 2 0 0,-1-2 0 15,1 5 0-15,0-5 8 0,0 0-8 0,0 0 0 16,0 3 9-16,0-3-9 0,0 0 0 0,-3 0 9 15,3 3-9-15,-3-3 8 0,0 2-8 0,3 4 8 0,-3-6 0 0,0 0-8 0,-3 0 12 0,3 2-4 16,-6-2-8-16,5 6 0 0,-2-6 0 0,-3 0 0 16,6 0 0-16,-3 2 0 0,3-2 0 0,-6 0 8 15,3 6-8-15,-3-6 0 0,3 0 0 0,3 2 8 16,-6-2-8-16,3 5 0 0,0-5 0 0,-3 0 8 16,6 3-8-16,-6-3 0 0,3 3 0 0,0 5 0 15,-3-8 0-15,6 0 0 0,-3 8 0 0,0-6 8 16,-3-2-8-16,6 6 0 0,-3-4 0 0,-3-2 0 15,3 6 0-15,0-4 8 0,0 3-8 0,-3 1 0 16,3 2 0-16,-3-6 8 0,3 4-8 0,-3-1 0 16,0 0 0-16,0 6 8 0,0-9-8 0,0 4 0 15,0 2 0-15,-3-6 0 0,3 6 8 0,0-2-8 16,-3 2 0-16,3-3 0 0,0 3 0 0,-3-3 0 16,3 3 0-16,-3 0 0 0,3-5 0 0,-3 2 0 15,3 3 0-15,-3-3 8 0,3 3-8 0,-3-5 0 16,3-3 0-16,0 8 0 0,0-3 0 0,-3 0 0 15,3-5 0-15,0 0 0 0,0 0 0 0,0 0 0 16,0 0 0-16,0 5 0 0,0-5-9 0,0 0 9 16,0 0-44-16,0 11-3 0,0-11 0 0,0 0 0 15,0 0-169-15,0 0-35 0</inkml:trace>
  <inkml:trace contextRef="#ctx0" brushRef="#br0" timeOffset="7960.648">6078 2919 1788 0,'0'0'51'0,"0"0"10"16,0 0-49-16,0 0-12 0,0 0 0 0,0 0 0 16,0 0 55-16,0 0 8 0,0 0 1 0,0 0 1 15,0 0-24-15,0 0-5 0,0 0 0 0,0 0-1 16,0 0-5-16,0 0-1 0,0 0 0 0,0 0 0 16,6 2-29-16,0-2 0 0,0 3 0 0,-3-1 0 15,2 4 36-15,1-6 0 0,0 0 1 0,0 2 0 16,-3 4-8-16,3-6-1 0,3 2-1 0,-3 4 0 15,3-6-27-15,0 0 0 0,3 2 0 0,0 1 0 16,0 0 0-16,0-1-17 0,0-2 2 0,-1 6 1 16,4-1 22-16,-3-5 5 0,0 2 1 0,3 4 0 0,-3-6-14 15,3 2-12-15,-3-2 3 0,0 6 0 16,2-4 9-16,-2 1 9 0,3-3-1 0,-3 5-8 16,3-5 14-16,-3 3-4 0,3-3-1 0,-3 3 0 15,0-3-1-15,0 0 0 0,-1 5 0 0,1-5 0 16,3 0-18-16,-3 0-4 0,3 0-1 0,0 0 0 15,-3 0 40-15,0 0 8 0,3 0 2 0,-3 0 0 0,2 0-22 0,1 0-4 16,0-5-1-16,-3 5 0 16,3 0 11-16,-3 0 1 0,0-3 1 0,3 3 0 0,-3 0-21 15,0 0-10-15,-1-3 1 0,1 3 0 0,-3 0 9 0,3 0 0 0,-3-2 0 16,3 2 8-16,-3 0-8 0,0-3 0 0,0 3 8 16,0 0-8-16,0 0 0 0,-3 0 9 0,3 0-9 0,-4 0 0 15,1 0 0-15,3 0 0 0,-3-3 0 0,0 3 0 16,0 0 0-16,0 0 0 15,0 0 0-15,0 0 0 0,3 0 0 0,-3 0 0 0,3-2 0 16,-3 2 0-16,0 0 0 0,3 0 0 0,-3 0 0 0,3 0 0 16,-3 0 0-16,0 0 0 0,2 0 0 0,-2 0 0 15,3 0 0-15,-3 0 0 0,0 0 0 0,3 0 0 16,-3 0 0-16,3 0 0 0,-3 0 0 0,0 0 0 16,0 0 0-16,0 0 0 0,0 0 0 0,0 0 0 15,0 2 0-15,0-2 0 0,0 0 0 0,0 0 0 16,0 0 0-16,-1 3 0 0,1-3 0 0,-3 3 0 15,3-3 0-15,0 2 0 0,0-2 0 0,0 0 0 16,-3 3 0-16,-3-3 0 0,6 0 0 0,0 3 0 16,0-3 0-16,0 0 0 0,0 5 0 0,-3-5 0 15,3 0 0-15,0 0 0 0,-3 0 0 0,3 0 0 16,0 0 0-16,0 0 0 0,0 0 0 0,-3 3 0 16,3-3 0-16,-3 0 0 0,3 0 0 0,-4 5 0 15,1-5 0-15,3 0 0 0,0 0 0 0,0 0 0 16,-3 0 58-16,3 0 5 0,-3 0 1 0,0 0 0 15,3 0-52-15,-3 0-12 0,3 0 0 0,-3 0 0 0,0 0 0 16,3 0 0-16,-6 0 0 0,6 0 0 0,-6 0-11 0,6 0-5 0,-3 0 0 16,-3 0-1-16,6 0 27 0,0 0 6 0,-3 0 0 0,-3 0 1 15,6 0-17 1,0 0 0-16,-3 0 0 0,-3 0 0 16,6 0-48-16,0 0-12 0,-3-5-4 0</inkml:trace>
  <inkml:trace contextRef="#ctx0" brushRef="#br0" timeOffset="8625.922">6765 2336 1949 0,'3'-2'82'16,"0"-4"-66"-16,0 1 115 0,0 3 22 0,0-6 5 0,0 2 1 16,-3 6-76-16,0-2-15 0,0 2-4 0,0 0 0 15,0-6 0-15,0 6 0 0,3-2 0 0,-3 2 0 16,0 0-23-16,0 0-5 0,0 0 0 0,0 0-1 15,0 0-5-15,0 0-1 0,0 0 0 0,0 0 0 16,3 8-29-16,0-6-8 0,0 6-1 0,0 0 0 16,-3 3 9-16,3-3 0 0,-3 2-9 0,0 4 9 15,0-1 0-15,0-3 0 0,0 4 0 0,0-1 0 16,0 0 0-16,0 3 0 0,0-8 0 0,0 5 0 16,0 3 0-16,0-5 0 0,3 2 0 0,-3 0 0 15,3-2-8-15,0 2 8 0,0 0 0 0,0-5 0 16,0 5 0-16,0-5 0 0,0 0 0 0,0 3 0 15,3-1 0-15,-3-2 0 0,3-5 0 0,0 5 0 16,-3-3 0-16,3-2 0 0,-1 2 0 0,1 0 0 16,0-5 0-16,3 3 0 0,-3-3 8 0,3 5-8 15,0-5 0-15,3 0 0 0,-3 0 9 0,0 0-9 16,3 0 0-16,0 0 9 0,0-5-9 0,3 5 0 16,-4-3 0-16,4 3 0 0,-3-5 0 0,3 5 0 15,0-3 0-15,-3 1 0 0,3-1 0 0,-3 3 0 16,3 0-46-16,-4-5-10 0,1 2-1 0,3-2-1 15,-3 2-56-15,3 3-11 0,0-5-3 0</inkml:trace>
  <inkml:trace contextRef="#ctx0" brushRef="#br0" timeOffset="11744.615">10742 3974 1284 0,'0'0'27'0,"0"0"5"15,0 0-32-15,0 0 0 0,0 0 0 0,0 0 0 16,0 0 92-16,0 0 12 0,0 0 3 0,0 0 0 15,0 0-19-15,0 0-4 0,0 0-1 0,0 0 0 0,0 0-14 0,0 0-2 0,0 0-1 0,0 0 0 16,0 0-4 0,0 0-1-16,0-2 0 0,3-4 0 0,-3 6-13 0,0-5-2 15,3-3-1-15,-3 3 0 0,0-3-9 0,0 3-1 0,0-1-1 16,0-2 0-16,0-5-8 0,3 3-2 0,-3-1 0 0,0 0 0 16,0-2-4-16,3 0 0 0,-3 0-1 15,0-3 0-15,0 0 1 16,0 0 1-16,-3-2 0 0,3-1 0 0,-3 1 9 15,0 2 2-15,0 0 0 0,0 0 0 0,0 0-11 0,0 0-1 16,0-2-1-16,-3 2 0 0,3 0-4 0,-3-3-1 0,0 3 0 16,3-2 0-16,-3-3-6 0,3 0 0 0,-3-6-8 0,3 1 12 15,-3-1-12-15,1 3 11 0,-1-5-11 0,3 5 10 16,-3 3-10-16,3-5 0 0,0 7 9 0,-3-2-9 16,3 5 8-16,-3-5-8 0,0 5 8 0,3-5-8 15,-3 5 0-15,0-5 9 0,3-3-9 0,-3 3 0 16,3-8 8-16,-3 0-8 0,3-6 0 0,-3 4 0 15,3 2 10-15,0 5-10 0,0-5 8 0,0 0-8 16,0 2 0-16,0 3 0 0,0 0 0 0,0-5 0 16,0 0 0-16,3-5 0 0,-3-3 8 0,0 0-8 15,3 5 0-15,0-5 0 0,0 0 0 0,0 3 0 16,0 2 0-16,0 0 0 0,0 3 0 0,3 0 0 16,-3-8 0-16,3 0 0 0,0 0 0 0,0-6 0 15,0 6 10-15,0 3-10 0,3 2 12 0,0 0-12 16,-3 3 14-16,3 0-4 0,-3 3-1 0,3 2 0 15,-3-8 0-15,0 6 0 0,0-3 0 0,0-3 0 16,0 3-9-16,-3 0 10 0,3-3-10 0,0 3 10 16,-3 2-10-16,3 6 0 0,0 3 0 0,-3-4 8 15,0 7-8-15,3 1 0 0,-3 1 0 0,0 3 8 16,3 2-8-16,-3-6 0 0,0 6 0 0,0 0 0 0,-3 3 0 0,3 0 0 0,0 5 0 0,0 0 0 16,0 0-22-16,0 0 3 0,0 0 1 0,0 0 0 31,0 0-34-31,0 0-6 0,0 0-2 0,0 0 0 15,0 10-97-15,0 1-20 0,0 2-4 0</inkml:trace>
  <inkml:trace contextRef="#ctx0" brushRef="#br0" timeOffset="13408.171">17311 4040 1713 0,'0'0'48'0,"3"-5"12"0,-3 3-48 0,0-4-12 0,0 4 0 0,0-6 0 15,3 2 69-15,-3 1 12 0,0 0 3 0,3-1 0 16,-3 1-21-16,0 3-4 0,3-6-1 0,-3 0 0 15,0 2-9-15,0 1-1 0,0-3-1 0,0 0 0 16,0 0-4-16,3 0-1 0,-3 0 0 0,0-2 0 16,0-1-10-16,0-2-3 0,0 0 0 0,0-3 0 15,0-3-11-15,0 1-2 0,0-1-1 0,0 1 0 16,-3-3-15-16,3 2 8 0,0-2-8 0,0-3 0 16,-3 3 8-16,3-3-8 0,0 0 0 0,0 0 0 15,-3 1 0-15,3-4 8 0,-3 1-8 0,3-3 0 16,-3 0 8-16,3-1-8 0,0-4 11 0,-3 0-11 15,3 2 16-15,-3 3-3 0,3-3-1 0,-3 3 0 16,3 0 0-16,0 0 0 0,-3 2 0 0,3-4 0 16,0-1-2-16,0 0-1 0,0-2 0 0,-2-3 0 15,2 5-9-15,0 3 8 0,0-6-8 0,-3 4 8 16,3 1-8-16,0 1 8 0,0 0-8 0,-3-3 8 16,3 3-8-16,0-5 10 0,-3 2-10 0,3-2 10 15,0 2 0-15,0 3 0 0,0-5 0 0,-3 4 0 0,3 4-1 16,-3-3 0-16,3 0 0 0,0 2 0 15,0-2 1-15,0 3 0 0,0-3 0 0,0-6 0 16,0 6-2-16,0 0 0 0,0-3 0 0,0 3 0 0,0 0 0 16,0 5-8-16,0-2 12 0,0 2-4 0,0 3-8 15,-3 0 8-15,3 2-8 0,0-2 8 0,0-3-8 0,0 6 8 16,0-1-8-16,0-2 8 0,-3 0-8 0,3 5 0 16,0-5 0-16,0 0 0 0,-3 5 8 0,3 0-8 0,0-3 0 0,0 9 8 15,0-4-8-15,0 1 0 0,0 3 0 0,0 2 0 16,0-3 0-16,0 9 0 0,0-6 0 15,0 2 0-15,0 6-20 0,0 0 0 0,0 0 0 0,0 0 0 16,0 0-37-16,0 0-7 16,0 0-2-16,3 6 0 0,3-4-186 0,0 4-38 0</inkml:trace>
  <inkml:trace contextRef="#ctx0" brushRef="#br0" timeOffset="14564.7">23866 4088 1347 0,'0'0'38'0,"0"0"9"0,0 0-38 0,0 0-9 0,0 0 0 0,0 0 0 15,-3-5 69-15,0 2 12 0,0-2 3 0,3 5 0 16,-3-3-1-16,3 1 0 0,-3-6 0 0,0 2 0 16,3 1-4-16,-3 0-1 0,3-3 0 0,-3 3 0 15,3-3-39-15,0 0-8 0,-3 0-2 0,3-3 0 16,0 3 7-16,-3-5 0 0,0 2 1 0,3-2 0 16,-3 0-37-16,0-3 0 0,3 0-9 0,-3 0 9 15,0-2 0-15,3-1 0 0,-3-2 14 0,0 0-4 16,3 0-2-16,-3-3 0 0,3 3 0 0,-3-3 0 15,3 0 3-15,-3 3 0 0,0-6 0 0,0 1 0 16,0 0 0-16,0 2 0 0,0-5 0 0,-2-3 0 16,2 0 1-16,0 0 0 0,-3-2 0 0,3-3 0 15,0 3-3-15,-3 2 0 0,3 0 0 0,-3 0 0 16,3 3 0-16,0-5 0 0,0 2 0 0,0-2 0 16,3 2-1-16,-3-5 0 0,3 0 0 0,-3 0 0 15,3 0 0-15,-3 8 0 0,3-8 0 0,0 7 0 16,0-7 0-16,0 8 0 0,0-8 0 0,3 3 0 15,-3-3-8-15,0 0 0 0,3 0 0 0,-3 0 0 16,0 0 8-16,3 5-8 0,0 3 0 0,-3-8 8 16,3 8-27-16,-3-6-5 0,0 1-2 0,3-3 0 15,-3 2 50-15,3-2 9 0,-3 3 3 0,3-3 0 0,0 5-26 0,-3 0-10 0,3 3 8 0,0 0-8 16,-3 0 8-16,0 3-8 0,0-1 0 16,0-2 8-16,0 0-8 0,0 0 8 0,0 0-8 0,3 0 8 15,-3 5-8-15,0-5 0 0,3 8 0 16,-3-3 8-16,0 3-8 0,0 5 0 15,0-3 0-15,0 3 8 0,0 3-8 16,0 2 0-16,0-2 0 0,0 0 0 0,0 2 0 0,-3 3 8 0,3 3-8 16,0-3 0-16,0 0 0 0,-3 3 0 0,3 5 0 0,0 0 0 15,0 0-19-15,0 0-2 0,0 0-1 0,0 0 0 16,0 0-83-16,0 0-17 0,0 0-3 0</inkml:trace>
  <inkml:trace contextRef="#ctx0" brushRef="#br0" timeOffset="15107.92">24178 1479 1838 0,'0'0'38'0,"0"0"10"0,0 0-39 15,0 0-9-15,0 0 0 0,0 0 0 0,-3 5 71 0,0 3 12 0,3-8 2 0,-2 3 1 16,-1 5-44-16,3 0-9 0,-3 2-1 0,0 1-1 16,0 2-15-16,0-5-4 0,0 5 0 0,0 3 0 15,0-8-12 1,0 5 0-16,0 3 8 0,-3-2-8 0,3-4 0 0,0 9 0 0,0-9 8 15,0 6-8-15,3 3 0 0,0-9 0 0,0 9 0 0,0-3 0 16,0-3-9-16,3-3 9 0,0 4-13 0,0-1 5 16,0-2-4-16,3-4 0 0,0 1 0 0,0 3 0 15,3-8 12-15,-3 2 0 0,-1-2 0 0,4 2-8 16,-3-5 17-16,3-5 4 0,-3 5 1 0,3-3 0 16,-3-2 42-16,0-3 8 0,3 2 1 0,-3-2 1 15,0-2 5-15,0 2 1 0,0-5 0 0,0-3 0 16,-3 3-23-16,3-3-4 0,0 2-1 0,0-1 0 15,-3-1-16-15,0 3-4 0,3-3-1 16,-4-3 0-16,1 9-6 0,-3-6-1 0,0 2 0 0,0 1 0 16,0 5-5-16,-3-8-2 0,3 8 0 0,-2-5 0 15,-4 5-9-15,3 0 10 0,0 0-10 0,-3 0 10 16,0-2-10-16,3 7 0 0,-3-5 0 0,0 3 0 0,0 2 0 16,0 3-16-16,0-5 3 0,0 5 0 15,0 0-31-15,0 0-5 0,0 5-2 0,-3-2 0 16,3 2-93-16,0-2-20 0,-3 5-3 0</inkml:trace>
  <inkml:trace contextRef="#ctx0" brushRef="#br0" timeOffset="16409.524">24461 1643 1919 0,'0'0'80'15,"0"0"-64"1,0 0 100-16,0 0 19 0,0 0 4 0,-6-2 1 16,6 2-60-16,0 0-12 0,-6 0-3 0,0 0 0 15,6 0-31-15,-6 2-6 0,0 3-2 0,0 3 0 16,1-2-18-16,2 2-8 0,-3 0 8 0,0 2-8 16,3 1 0-16,-3 5 0 0,3-6 0 0,-3 3 0 15,3 3 0-15,0-2 0 0,0 1 0 0,0-1 0 16,3-1-17-16,0 3-6 0,0-8-1 0,0 5 0 15,3-5-12-15,-3 0-2 0,3 0-1 0,0-3 0 0,3 3 17 16,-3-5 3-16,3 2 1 0,0-2 0 16,0 2 18-16,0-5 0 0,0 0 0 0,-1 0 0 15,1-5 0-15,3 2 0 0,0 3 8 0,-3-8-8 0,3 3 27 16,0 2-1-16,0-8 0 0,-3 3 0 0,3 1 16 16,-3-1 3-16,0 0 1 0,0 0 0 0,0 0-4 0,0-5-1 15,-3 5 0-15,0 0 0 0,0-6-4 16,0 4-1-16,3-3 0 0,-6 5 0 0,3 0-11 0,-1-3-2 0,-2 1-1 0,3 4 0 15,0-2-10-15,-3 6-3 0,3-4 0 16,-3 6 0-16,0 0-9 0,0 0 0 0,0 0 0 0,0 0 0 16,0 0 0-16,0 0 0 0,-3 6 0 0,3 4 0 15,-3-2 0-15,0 5 0 0,1-5 0 0,-1 6 0 16,3-1-20-16,-3-3 4 0,0 4 1 0,3-1 0 16,0-2-18-16,0 2-4 0,0-5-1 0,0 0 0 15,3 0-5-15,0-3-1 0,0 3 0 0,-1-8 0 16,1 2 13-16,3-2 3 15,0 0 0-15,3 0 0 0,-3-2 20 0,0 2 8 0,3-6 0 16,0-1-9-16,-3 4 9 0,3-5 0 0,-3-5 0 0,0 5 0 16,3 0 22-16,-3-5 3 0,0-1 1 0,3 4 0 15,-3-9 13-15,0 9 2 0,-1-4 1 0,-2-1 0 16,3-1-6-16,0 3 0 0,-3-1-1 0,3-2 0 16,0 8-8-16,0-5-2 0,-3 3 0 0,3 4 0 15,-3-2-6-15,0 0-2 0,-3 1 0 0,3 7 0 16,-3 0-6-16,0 0-2 0,0 0 0 0,0 0 0 15,0 0-9-15,0 0 0 0,0 0 9 0,0 2-9 16,0 11 0-16,-3-5 0 0,3 6 0 0,-3-4 8 16,0 9-8-16,0-3 0 0,0-1 0 0,0 7 0 15,3-1 0-15,-3-3-15 0,0 3 4 0,0 1 1 16,0-6-21-16,3 5-4 0,-3-8-1 0,3 3 0 16,0-3-26-16,0-2-6 0,0 2 0 0,3-5-1 15,-3 0 6-15,0-3 2 0,3 3 0 0,-3-8 0 0,0 0 31 0,0 0 6 0,0 0 2 16,0 0 0-16,0 0 22 15,0 0 0-15,0 0 0 0,0 0 0 0,0 0 0 0,0 0 0 0,-9-5 8 0,3 2-8 16,0 3 28-16,-3-8 0 0,4 3 0 0,-1 2 0 16,0-2 10-16,-3-3 2 0,3 3 1 0,0 2 0 15,0-5-9-15,3 0-3 0,-3 3 0 0,3 5 0 16,0-8-14-16,3 8-3 0,-3-5-1 16,3 5 0-16,0 0-11 0,0 0 0 0,3-3 0 15,-3-2 0-15,6 5 0 0,0-3 0 0,0 3 0 0,0 0 0 16,0 0-8-16,3 0 8 0,0 0 0 0,0 0 0 15,2 3 0-15,1-3 0 0,0 0-9 0,3 0 9 16,-3 0 0-16,3 0 0 0,0 0 0 0,0 0 0 16,0 0 0-16,-1 5 0 0,-2-5 0 0,3 0 0 15,-3 3 0-15,-3-3 0 0,0 5 0 0,0-5 0 16,-3 2 0-16,0 4 0 0,-3-4 0 0,0 9 0 16,0-8 0-16,-3 2 11 0,-3 3-11 0,3 0 10 15,-3-3-10-15,3 3 8 0,-3-5-8 0,0 5 8 16,0-3-8-16,0 3 0 0,3-3 0 0,-3 3 8 15,3-5-8-15,0-3 0 0,3 5 0 0,-3 3 0 16,6-5 0-16,-3 2 0 0,3 0 0 0,3-2 0 16,-3-3-8-16,3 5 8 0,0-5 0 0,-1 0 0 15,1 0 0-15,0 0 0 0,3-5 0 0,-3 5 0 16,3-3 8-16,-3-2 7 0,0 5 1 0,-3-8 0 16,3 8 5-16,-3-8 2 0,3 3 0 0,-6 2 0 0,3-5-1 15,-3 3 0-15,3 0 0 0,-3 2 0 16,-3-5-7-16,3 0-2 0,-3 0 0 0,0-2 0 15,0-1-13-15,0 3 11 0,-3-3-11 0,0 3 10 16,0 6-10-16,0-6 0 0,0 0 0 0,0 3 0 16,-3-3-33-16,-3 2-6 0,0 4-1 0,0-3 0 15,-6 2-132-15,0 3-28 0,-3-5-4 0</inkml:trace>
  <inkml:trace contextRef="#ctx0" brushRef="#br0" timeOffset="17225.696">17582 2204 1599 0,'0'0'68'16,"0"0"-55"-1,0 0 120-15,-3 5 24 0,-3-2 5 0,0 2 1 16,3 1-71-16,-3-4-15 0,0 4-2 0,4 2-1 16,-4-1-36-16,3 1-7 0,-3 6-2 0,3-6 0 15,-3-1-19-15,3 7-10 0,0-4 10 0,0 4-10 16,0-7 0-16,3 7 0 0,0-6 0 0,0 0 0 15,0 0 0-15,3-1 0 0,0 1 0 0,3 0 0 16,0-2 0-16,0-1 0 0,0 3 0 0,2-8 0 0,1 3-17 16,0-3 0-16,3 0 0 0,0 0 0 0,0 0 17 15,0-3 0-15,3-2 0 0,0 2 0 0,0-2 48 0,-3-3 12 16,2 0 4-16,1 0 0 0,-3-3 0 16,-3 1 0-16,3 2 0 0,-3-6 0 0,-3 1-52 15,0 3-12-15,0-6 0 0,-3 3 0 0,3-3 54 16,-3 2 8-16,0-1 2 0,-3-7 0 15,0 7-52-15,0 1-12 0,0-2 0 0,-3-2 0 0,0 7 0 0,0-5 0 16,0 6 0-16,0-1 0 0,-3 3 0 0,0 3 0 0,3-3 0 0,-6 3 0 16,3 2 0-16,-6-2 0 0,3 2 0 0,0 3 0 15,0 0 0-15,-3 0 0 0,4 0 0 0,-4 3 0 16,3-3-25-16,-3 5-8 16,3-2-2-16,-3 2 0 0,3 0-17 0,3 3-4 15,-3 0-1-15,3 0 0 0,0 0-82 0,0 0-16 0,3 5-3 16</inkml:trace>
  <inkml:trace contextRef="#ctx0" brushRef="#br0" timeOffset="18239.533">17892 2249 1824 0,'0'0'76'15,"0"0"-60"-15,0 0 140 0,0 0 29 0,0 0 6 0,0 0 1 16,0 0-72-16,-6-3-13 0,6 3-3 15,0 0-1-15,0 0-63 0,-6 3-12 0,6-3-2 0,-6 5-1 16,3 1-25-16,-3-4 0 0,3 6 0 0,0-2 0 16,-3 1 0-16,3 1 0 0,0 0 0 0,-3 6 0 15,6-6 0-15,-3-1 0 0,0 1 0 0,0 0 0 16,3 6 0-16,0-9 0 16,3 5 0-16,-3-2 0 0,3-2 0 0,0 2 0 0,0-3 0 0,3 3 0 15,-3-5-46 1,3 2-14-16,0-3-4 0,3 4 0 0,-3-6 52 0,3 0 12 0,0 0 0 0,0 0 0 15,0-6 0-15,0 4 0 0,0 2 0 0,2-5 0 16,-2 2 0-16,0-5 0 0,0 3 0 0,0-1 0 16,-3 4 0-16,3-4 0 0,-3-2 0 0,-3 6 0 15,3-6 48-15,-3 3 13 0,0-1 3 0,0 4 0 16,0-6-52-16,-3 2-12 0,3-2 0 0,-3 3 0 16,3 3 54-16,-3-4 8 0,0-2 2 0,3 6 0 15,-3-4-52-15,0 6-12 0,0-2 0 0,0 2 0 16,0 0 8-16,0 0-8 0,0 0 11 0,0 0-11 15,0 0 8-15,0 0-8 0,0 0 0 0,0 0 0 16,0 8 0-16,0-6 0 0,0 6-13 0,-3 0 5 0,3 3 8 16,0-9 0-16,0 6 0 0,3 0 0 0,-3-2 0 15,3 2 0-15,-3-1 0 0,3-1 0 16,3 2-54-16,-3-8-9 0,3 2-1 0,0 4-1 16,2-6 14-16,-2 0 3 0,3 0 1 0,0-6 0 0,0 4 28 15,0-4 6-15,0-2 1 0,0 6 0 0,0-9 12 16,0 3 0-16,3 0-10 0,-3 0 10 15,-3 0 0-15,0 1 0 0,0-7 0 0,-1 6 0 0,1-5 44 0,0 3 16 0,-3 2 3 16,3-6 1-16,-3-1-52 0,0 1-12 0,3 1 0 16,-6 2 0-16,3-2 54 0,0 0 8 0,0 2 2 0,0-2 0 15,0 5-52-15,-3 0-12 0,3 0 0 0,-3 0 0 16,3 8 0-16,-3 0 0 0,0 0 0 0,0 0 0 16,0 0 28-16,0 3 4 0,0 10 0 0,3-5 0 15,-3 5-24-15,0 3-8 0,0 6 0 0,0-7 9 16,0 7-9-16,0-7 0 0,0 7 0 0,0-4 0 15,0 1 0-15,0-3 0 0,0-3 0 0,0 3-11 16,0-3-17-16,0 3-3 0,0-6-1 0,0 1 0 16,0 0-24-16,3 2-6 0,-3-5-1 0,0 0 0 15,0 0-103-15,3-1-21 0,-3-1-4 0,0-6-1 16,0 0 0-16,0 0 0 0,0 0 0 0,0 0 0 16,0 0 96-16,0 0 18 0,0 0 4 15,0 0 1-15,0 0 26 0,0 0 6 0,0 0 1 16,0-6 0-16,0 4 122 0,0-3 25 0,-3 2 5 0,0-5 0 15,0 0 54-15,0 5 10 0,0 1 3 0,0-6 0 16,3 3-52-16,-3 2-11 0,3 3-1 0,0 0-1 16,-3-5-70-16,3 5-13 0,0 0-3 0,0 0-1 15,0 0 21-15,0 0 5 0,0 0 1 0,0 0 0 16,6-3-35-16,0 3-7 0,-3 0-2 0,3 0 0 0,0 0-10 0,3 0 0 16,-3 0 0-16,3 0 0 0,3 0 0 0,-3 0 0 0,3 0 0 15,-1 0 0-15,4-5 0 0,0 5 0 0,0-6 0 16,0 4 0-1,0 2-203-15,3-6-42 0,-3 4-9 0</inkml:trace>
  <inkml:trace contextRef="#ctx0" brushRef="#br0" timeOffset="18433.888">18570 2342 1609 0,'0'0'143'0,"0"0"-115"16,0 0 107-16,0 0 21 0,0 0 4 0,0 0 0 16,0 0-25-16,0 0-6 0,0 0-1 0,0 0 0 15,0 0-51-15,-2 2-10 0,-1 6-3 0,0-2 0 16,0 2 0-16,3-3 0 0,-3 3 0 0,0 0 0 15,3 0-53-15,-3-3-11 0,3 3 0 0,-3 0 0 16,3 0 0-16,-3 0 0 0,0 0 0 0,0 0 0 16,0 5 15-16,0-5-2 0,-3 0 0 0,3 5 0 15,0-3-13-15,-3 1-12 0,3 0 3 0,0-1 0 16,0 6-93-16,3-8-18 0,-3 0-4 0</inkml:trace>
  <inkml:trace contextRef="#ctx0" brushRef="#br0" timeOffset="19299.248">10992 2212 2066 0,'-9'-3'43'0,"9"3"10"15,-6 0-42-15,6 0-11 0,-6 0 0 0,0 0 0 0,6 0 104 0,-6 8 20 0,-3-2 3 0,3-4 1 16,3 6-52-16,-3 0-9 0,1 5-3 0,2 1 0 16,0-4-51-16,0 3-13 0,0 3 0 0,0 0 0 15,0 3 0-15,0-3 0 0,3-1 0 0,0 1 0 16,0 3 0-16,0-3 0 0,3-3 0 0,-3 3 0 16,3-3 0-16,3 3 0 0,-3-5 0 0,3-1 0 15,-1 1 0-15,4-3 0 0,-3 0 0 16,3 2 0-1,0-7-48-15,0 2-13 0,0-5-3 0,3 0 0 16,-3 0 52-16,3 0 12 0,0-8 0 0,0 3 0 0,0-3 0 0,2 0 0 0,1 0 0 16,-3-5 0-16,3 0 44 0,0 2 12 0,-3-2 3 0,0 0 0 15,0-3-11-15,0 2-1 0,0-1-1 0,-4-1 0 16,-2 2-3-16,0-1-1 0,0-7 0 0,-3 7 0 16,0-7-9-16,-3-1-1 0,0 1-1 0,0-1 0 15,-6 1-10-15,3 1-1 0,-3 0-1 0,-3 3 0 16,-2 4-7-16,-1-2-2 0,-3 3 0 0,0 5 0 15,-3 0-20-15,0 3-4 0,-3 2-1 0,0 3 0 16,1 0 15-16,2 3 0 0,0 2 0 0,0-2 0 16,3 5 0-16,3 0 0 0,-3 2 0 0,6-2 0 15,1 3-54-15,2 0-8 0,0-1-2 0,3 3 0 16,0-2-51-16,0 2-10 0,3 3-3 0</inkml:trace>
  <inkml:trace contextRef="#ctx0" brushRef="#br0" timeOffset="20096.519">11308 2334 1721 0,'0'0'72'0,"0"0"-57"16,0 0 112-16,0 0 22 0,0 0 5 0,0 0 1 15,0 0-22-15,0 0-4 0,0 0-1 0,0 0 0 16,0 0-51-16,0 0-10 0,0 0-3 0,-3 2 0 16,0 4-51-16,0 2-13 0,0-6 0 0,0 6 0 15,3 3 54-15,-3-3 8 0,0 0 2 0,0 0 0 16,3 0-52-16,-3 5-12 0,0-5 0 0,3 5 0 15,-3-5-48-15,3 2-13 0,0 4-3 0,0-1 0 16,3-2 52-16,-3-1 12 0,3 1 0 0,-3 2 0 16,3-5-54-16,3 5-8 0,-3-5-2 0,0 0 0 15,3-5-7-15,0-1-1 0,-3 6-1 0,3-8 0 16,-1 0 14-16,1-5 3 0,0 2 1 0,0 1 0 16,-3-1 44-16,3-5 11 0,0 0 0 0,0 0 0 0,-3 0 41 15,3 3 11-15,0-3 1 0,-3 0 1 0,3-3 9 0,-3 4 1 16,0-1 1-16,0 0 0 15,0 5 7-15,0-8 0 0,0 3 1 0,0 6 0 16,-3-6-58-16,3 3-15 0,-3 2 0 0,0-5 0 0,0 8 54 0,3-5 8 16,-3 5 2-16,0 0 0 0,0 0-52 0,0 0-12 0,0 0 0 0,0 0 0 15,0 0 0-15,0 0 0 0,0 5 0 0,0 3 0 16,0 0 0-16,0 0 0 0,0 2 0 16,0 1 0-16,3 0 0 0,-3 2 0 0,0-5 0 15,3 5 0 1,0-5-48-16,0 0-13 0,3 0-3 0,-3 0 0 15,3-3-40-15,2-2-8 0,-2-3-1 0,3 5-1 16,0-10 23-16,3 2 5 0,0-2 1 0,-3-3 0 0,3 0 54 0,0 0 11 0,0 0 3 0,0-5 0 16,0 5 26-16,-4 0 6 0,4-5 1 0,0 2 0 15,-3 0 60-15,-3 1 13 0,3-3 3 0,-3 5 0 16,0-5 0-16,0 2 1 0,-3-2 0 0,3 5 0 16,-3-5-25-16,0-1-6 0,0 4-1 0,0-4 0 15,0 7-14-15,-3-9-3 0,3 8-1 0,-3-6 0 16,0 7-13-16,3-1-2 0,-3 0-1 0,0 2 0 15,0 6-9-15,0 0-2 0,0 0 0 0,0 0 0 16,0 0-5-16,0 8-2 0,0 0 0 0,0 5 0 16,0 1-9-16,0-4 0 0,0 6 0 0,0 3 0 15,0-3 0-15,3-1 0 0,-3 1 0 0,0 3 0 16,3 2 0-16,-3 3-12 0,0-3 2 0,3 3 1 0,-3-3 9 16,0 3-8-16,3 0 8 0,-3-3-8 15,3 5-51-15,-3-10-9 0,3 5-3 0,0-5 0 16,0-5-91-16,-3 2-18 0,3-5-4 0</inkml:trace>
  <inkml:trace contextRef="#ctx0" brushRef="#br0" timeOffset="20290.769">11709 2643 2066 0,'-11'-13'43'0,"5"5"10"0,3 3-42 16,0 2-11-16,0-7 0 0,0 7 0 0,3-5 112 0,0 0 21 0,0 3 4 0,0 2 1 15,0-5-60-15,3 3-12 0,-3 0-2 0,3 2-1 16,0 3-31-16,0 0-7 0,3-5-1 0,-1 5 0 15,1-3-11-15,0 3-2 0,0 0-1 0,3 0 0 16,-3 0-10-16,3 0 0 0,0 0 0 0,0 3 8 16,0-3-8-16,3 0-11 0,0 5 3 0,0-5 0 15,0 0-174-15,-1 3-34 0,1 2-8 16</inkml:trace>
  <inkml:trace contextRef="#ctx0" brushRef="#br0" timeOffset="20634.068">11945 2593 1530 0,'0'0'68'0,"0"0"13"0,0 0-65 0,0 0-16 0,0 0 0 0,0 0 0 15,0 0 125-15,6 0 22 0,-4 0 4 0,1-5 1 16,3 2-44-16,0 3-9 0,0-8-2 0,0 3 0 16,0 0-25-16,0 2-6 0,3-5-1 0,0 3 0 15,0-3-16-15,0 5-3 0,0-5-1 0,0 3 0 16,-3 0-3-16,3 2-1 0,-3-5 0 0,3 8 0 16,-4-5-9-16,1 2-1 0,0 0-1 0,-3 3 0 15,3 0-12-15,-3 0-2 0,3 0-1 0,-3 3 0 0,0 0-15 16,3 2 11-16,0-2-11 0,-3 2 10 15,0 3-10-15,-3 0 0 0,3 5 0 0,-3-2 0 16,0 2 0-16,0 3-19 0,0 0 3 0,0 2 1 16,-3-2-15-16,0 0-3 0,0 0-1 0,0 5 0 15,0-5 2-15,-3 2 0 0,3-7 0 0,0 7 0 0,0-7 23 0,0 2 9 16,0 1 0-16,0-4-9 0,3 1 9 16,0-1 0-16,0-2 8 0,0 0-8 0,3-3 12 0,0 1-1 15,3 2-1-15,0-6 0 0,3 4 0 0,-3-4 0 0,3-2 0 16,3 6 0-16,0-6-1 15,3 0 0-15,0 0 0 0,5 2 0 0,4 3-27 0,3-5-6 16,6 0 0-16,3 3-1 0,-1 0 33 0,1-1 6 0,3 4 2 0</inkml:trace>
  <inkml:trace contextRef="#ctx0" brushRef="#br0" timeOffset="23008.629">6780 5628 1579 0,'0'0'32'0,"0"0"10"0,0 0-34 0,0 0-8 0,0 0 0 0,0 0 0 16,0 0 104-16,0 0 20 0,0 0 3 0,0 0 1 15,0 5-52-15,0 1-9 0,0 2-3 0,0-3 0 16,0 3 0-16,0-3 0 0,-3 3 0 0,3 0 0 16,0 3-45-16,0-4-10 0,0 1-1 0,0 6-8 15,3-4 0-15,-3 1 0 0,0 2-10 16,3 3 10-16,-3 0 0 0,0 0 0 0,0 2 0 0,0 3 0 15,3-2 0-15,-3 2 0 16,0 0 0-16,3 3 0 0,-3 0 0 0,0 2 0 0,0 1 0 0,0-1 0 16,0 1 32-16,0-3 15 0,0 2 2 0,0 3 1 15,0 0-24-15,3 6-5 0,-3 2-1 0,0 2 0 16,3 1-20-16,-3-3 9 0,0 0-9 0,0 5 0 16,0-2 34-16,0 5 0 0,0 0 0 0,0 3 0 15,0-3-14-15,0 2-4 0,3-2 0 0,-3 6 0 16,3-1-16-16,-3 0 10 0,0 3-10 0,0 3 8 15,-3-3 5-15,3-1 1 0,0 4 0 0,-3 2 0 16,0 0 3-16,0 3 1 0,0 3 0 0,0 5 0 16,0-11-4-16,-3 0-1 0,0-2 0 0,3 7 0 15,-3-2-4-15,0 5-1 0,3 0 0 0,-3 6 0 16,0-4-8-16,1 4 12 0,2-3-12 0,-6 5 12 16,6-8-12-16,-3-5 10 0,0 2-10 0,3 3 10 0,-3-2-10 15,3 2 10-15,0 3-10 0,0 5 10 16,0-3-2-16,0 1-8 0,3-1 12 0,-6 3-4 15,6-13 0-15,-3 0-8 0,3-3 12 0,0 3-4 16,-3-3 2-16,3 6 0 0,0-1 0 0,0 6 0 0,3-11 2 0,-3-2 0 16,0 0 0-16,0-1 0 0,3-2-4 15,0 0 0-15,0 0 0 0,0 0 0 0,0-8-8 0,0-3 10 0,3-5-10 16,0 3 10-16,-3 2 1 0,3-2 0 0,0 5 0 0,-3-3 0 16,3-7-11-16,0-4-12 0,-1-2 2 0,-2-5 1 15,0-3 9-15,3 1 0 0,-3-7 0 0,0 1 0 16,0-2 0-16,3-1 11 0,-3-5-1 0,0 2 0 15,3-4-70-15,-3-1-15 0,3 0-2 0,0-2-1 16,-3-8-146-16,3-1-30 0</inkml:trace>
  <inkml:trace contextRef="#ctx0" brushRef="#br0" timeOffset="24577.609">13013 5707 1485 0,'0'0'31'0,"0"0"7"0,0 0-30 0,0 0-8 0,0 0 0 0,0 0 0 16,0 0 72-16,0 0 14 0,0 0 2 0,0 0 1 16,0 8 31-16,0-5 7 0,0-3 1 0,3 5 0 31,-3 1-103-31,3-1-25 0,0-2 0 0,0 4 0 0,-3-1 56 0,3 2 7 15,0-3 1-15,-3 6 0 0,3-3-52 0,0 2-12 0,-3 1 0 0,3 2 0 16,-3 3 0-16,3-3 0 0,0 3 0 0,-3 2 0 16,0 1 0-16,3-1 0 0,-3 1 0 0,0 2 0 15,0-2 0-15,3-1 0 0,-3 1 0 0,0 2 0 16,0 0 0-16,0 3 0 0,0 0 0 0,-3 5 0 16,3 3 0-16,0 5 0 0,0 2 0 0,0 4 0 15,0-4 0-15,3-2 0 0,-3-2 0 0,3 7 0 16,-3 0 0-16,3 3 0 0,0 3 0 0,0 2 0 15,0-5 28-15,0 6 2 0,0-4 1 0,3 6 0 16,-3-3 1-16,0 6 1 0,3-1 0 0,-3 6 0 16,2-8-33-16,1 0-16 0,0 0 2 0,0 5 0 15,0 1 22-15,0-1 5 0,0 5 1 0,0 3 0 16,0-7-2-16,0-1-1 0,0-3 0 0,0 6 0 16,0-5-3-16,0 5 0 0,0 0 0 0,-3 5 0 15,3-5 3-15,0-1 0 0,-3-1 0 0,3 4 0 16,0-7 0-16,-3-1 0 0,3-2 0 0,-1 5 0 15,-2 1 1-15,3-4 1 0,-3 6 0 0,3 0 0 16,0-8-1-16,0-3 0 0,-3 0 0 0,3 3 0 0,0-2-12 16,-3 1 0-16,0 4 0 0,0 0 0 0,0-6 17 0,3-3 7 0,-3-2 2 0,-3 6 0 15,3-6 10-15,0 2 1 0,0 1 1 0,0 5 0 16,0-8-38-16,0-3 0 0,0 1-14 0,-3 2 4 16,3-3 10-16,0 0 12 0,-3 1-2 0,3 2-1 15,-3 0 3-15,3-3 0 0,0 3 0 0,0 0 0 16,0-5-12-16,0-1-17 0,0-4 4 15,0 2 1-15,0 2 12 0,0 4 0 0,0-1 0 0,-1 3 0 16,1-5 26-16,0-3 8 0,3-6 2 0,-3 1 0 16,0-3-36-16,0 0 0 0,0-2 0 0,0 2 0 15,0-3 0-15,0 4 0 0,3-1 0 0,-3 2 0 16,3-4 0-16,0-1-14 0,-3-2 1 0,3-3 0 16,3-5-32-16,-3-3-7 0,0-2 0 0,3-3-1 15,3-5-152-15,0-3-31 0,-1-6-5 0</inkml:trace>
  <inkml:trace contextRef="#ctx0" brushRef="#br0" timeOffset="25878.866">19475 5718 850 0,'3'-11'17'0,"-3"11"6"0,3-5-23 0,0 0 0 0,0 0 0 0,0-1 0 16,0 1 56-16,0-3 6 0,0 3 2 0,-3-1 0 16,3 1 0-16,0 0 0 0,-3 0 0 0,3-1 0 15,-3 6-1-15,0 0 0 0,0-5 0 0,0 5 0 16,0 0 1-16,0 0 1 0,0 0 0 0,0 0 0 15,0 0-15-15,0 0-3 0,0 0-1 0,0 0 0 16,0 0-12-16,6 3-2 0,-3-1-1 0,3 4 0 16,-6-6-7-16,3 5-2 0,0 0 0 0,0 0 0 15,0 1-4-15,0 2-1 0,0-3 0 0,-3 0 0 16,3 3-2-16,0 0-1 0,-3 0 0 0,3 0 0 16,-3 3-5-16,0-3-1 0,3 5 0 0,-3-3 0 15,0 4-8-15,0 1 10 0,3-1-10 0,-3 4 10 16,0 1-10-16,0-1 0 0,0 1 0 0,0 2 0 15,0 0 0-15,0-2 0 0,0-1 0 0,3 3 8 16,-3 0-8-16,0-2 0 0,3 2 0 0,-3 3 0 16,3 2 0-16,-3-2 0 0,3 3 0 0,0 2 0 15,0 3 12-15,0 5 0 0,3 0 0 0,-3 2 0 0,-1-4 15 0,4 2 3 0,0-5 1 0,-3 7 0 16,3 1-3-16,0 2-1 16,0 3 0-16,3 0 0 0,-3 0-1 0,0 0 0 15,0 3 0-15,0-1 0 0,0 1-4 0,0 0-1 0,0 2 0 0,0 3 0 16,0-3-4-16,0 0-1 15,0 3 0-15,0 3 0 0,0-1 0 0,0 1 0 0,-4 2 0 16,4 0 0-16,-3-2-1 0,0 0-1 16,0-3 0-16,0 5 0 0,0-3-3 0,0 6-1 15,0 0 0-15,0 5 0 0,-3-8 3 0,3-2 1 0,0 0 0 16,-3 4 0-16,3-4-2 0,-3 2 0 0,3 3 0 0,-3 3 0 16,3-6-1-16,-3 0-1 0,0 0 0 0,0 3 0 15,3-5-1-15,-3-1 0 0,3 1 0 0,-3 2 0 16,3-3-1-16,-3 4 0 0,3-1 0 0,0 3 0 15,0-8 4-15,-3-3 0 0,3 0 0 0,0 3 0 16,0-3 0-16,0 3 0 0,0 0 0 0,0 0 0 16,0-5-12-16,3-1-16 0,-3-2 4 0,3 0 1 15,-3 0 11-15,3 0 0 0,0 0 0 0,-3 3 0 16,3-3 0-16,-1-3 0 0,4 1 0 0,-3-1 0 16,0-8 0-16,0 1 0 0,3-3 0 0,-3 2 0 15,-3 0 0-15,3 3 0 0,0 0 0 0,0 3 0 0,0-6 0 16,0-4 0-16,-3 1 0 0,3-4 0 15,-3-3 21-15,0-6 7 0,0 1 0 0,-3-3 1 16,3-3-46-16,-3-3-10 0,0 1-1 0,0 0-1 16,0-6-219-16,0-5-44 0</inkml:trace>
  <inkml:trace contextRef="#ctx0" brushRef="#br0" timeOffset="27218.571">20621 9798 1792 0,'0'0'51'0,"0"0"10"15,0 0-49-15,0 0-12 0,0 0 0 0,0 0 0 16,0 0 105-16,0 0 19 0,0 0 3 0,0 8 1 16,0-3-52-16,0 6-9 0,0 0-3 0,0 2 0 15,-3 3 0-15,3 0 0 0,0 2 0 0,0 6 0 16,0-3-51-16,0 3-13 0,0-3 0 0,0 3 0 0,0 0 54 0,0-3 8 16,0 0 2-16,-3-3 0 0,3 4-52 0,0-4-12 0,0 1 0 0,-3 2 0 15,3-3 0-15,0 4-12 0,-3-1 3 0,3 0 0 16,0 0 9-16,0-2 0 0,0-1 0 15,-3 1-8 1,3-4-20-16,0 1-4 0,0-2-1 0,0-4 0 0,0-2-109 16,0 3-22-16,0-6-4 0,3 0 0 0,-3-5-54 15,0 0-10-15,3 0-3 0,3 0 0 0,-3 0 30 0,3-2 5 16,0-4 2-16,0 1 0 0,3-3 142 0,-3 3 29 0,0 0 6 0,0-3 1 16,0 0 183-16,0 0 37 0,0-3 7 0,0 3 1 15,0-2-20-15,0-1-4 0,-3 3 0 0,3-2-1 16,-3-4-30-16,3 4-5 0,0-1-2 0,0 1 0 15,-1-1-66-15,4 0-12 0,-3 3-4 0,0 0 0 16,3 1 0-16,-3-1 0 0,3 2 0 0,0 1 0 16,0 0-51-16,0 2-13 0,0 3 0 0,0-3 0 15,0 3 0-15,0 0 0 0,0 0 0 0,-3 3 0 16,2 0 0-16,-2 2 0 0,3 0 0 0,-3 1 0 16,0-1 0-16,-3 3 0 0,3 2 0 0,0 1 0 15,-3-3 54-15,0 5 8 0,0-2 2 0,0-1 0 16,-3 4-103-16,0-4-20 0,3 3-4 0,-3-2-1 15,0 2 52-15,-3-2 12 0,3-1 0 0,0 4 0 16,-3-6 0-16,3-1 0 0,0 1 0 0,-3 0 0 0,3-2 0 16,0-6 0-16,0 0 0 0,-3 5 0 0,3-5 0 15,0 0 0-15,0 0 0 0,0 0 0 0,0 0 0 16,0 0 0-16,0 0 0 0,6-3 0 0,-3-2 0 0,3 0 0 16,-3-3 0-16,3 0 0 0,0 0 0 0,0 0 0 0,-3-3 0 15,3 3 0 1,0 0 0-16,-3-2 0 0,3-1 0 0,0 3 0 15,0 0 0-15,-1-2 0 0,1 2 0 0,0 0 0 0,0 0 0 0,3 3 0 0,-6-1 0 0,3 1 0 16,0 0 0-16,0 2 0 0,0-2 0 0,0 5 0 16,-3 0 0-16,-3 0 0 0,6 3 0 0,-6-3 0 15,6 2 48-15,0 6 13 0,-3-3 3 0,0 3 0 16,0 0-52-16,-3 3-12 0,0 0 0 0,3 2 0 16,-3-3 0-16,0 4 0 0,-3-4 0 0,3 3 0 15,0-2-48-15,0 0-13 0,0-1-3 0,0 1 0 16,0-1 52-16,0-2 12 15,3-2 0-15,-3 1 0 0,3-1-54 16,0-1-8-16,0 0-2 0,0-2 0 0,3 0-51 0,0-3-10 0,0 2-3 16,-1-2 0-16,4-2 52 0,0 2 9 0,3-6 3 0,0 4 0 15,-3-1 51-15,3-2 13 0,0-1 0 0,0 1 0 16,0 0 48-16,0 0 13 0,-3-3 3 0,-1 0 0 16,1 2 0-16,0 1 0 0,-3-3 0 0,0 3 0 0,0 0 0 15,-3-1 0-15,3-2 0 0,-3 3 0 16,0 2 0-16,-3 1 0 0,0 2 0 0,0 0 0 15,0 0-52-15,0 0-12 0,0 0 0 0,0 0 0 16,0 0 0-16,0 0 0 0,0 0 0 0,-3 5 0 0,0 3 0 0,0 0 0 16,3 0 0-16,-3 0 0 0,3 0 0 15,0 0 0-15,0 0 0 0,0 0 0 16,3-3-48-16,0 0-13 0,0 3-3 0,0-3 0 0,3 1 52 0,0-4 12 0,0 4 0 0,0-4 0 16,0-2 0-16,3 0 0 0,0 0 0 0,-3 0 0 15,0 0 0-15,0 0 0 0,0-2 0 0,2-1 0 16,-2 0 0-16,0 1 0 0,0-4 0 15,0 1 0-15,0 0 48 0,0 0 13 0,0-3 3 0,-3 0 0 16,3 0-52-16,-3-6-12 0,3 4 0 0,-3-3 0 16,0 2 54-16,-3-2 8 0,3 0 2 0,-3 2 0 15,0-2-52-15,0 2-12 0,0 1 0 16,-3-1 0-16,0 3 0 0,0 0 0 0,-3 0 0 0,3 3 0 16,-3 2 0-16,-3-2 0 0,3 5 0 0,-3-3 0 15,0 3 0-15,0 0 0 0,-2 0 0 0,-1 3 0 16,-3-3-151-16,0 5-33 15,-3-2-6-15</inkml:trace>
  <inkml:trace contextRef="#ctx0" brushRef="#br0" timeOffset="27940.594">13989 10134 1652 0,'-5'-5'34'0,"2"0"9"0,0-1-35 0,3 6-8 0,0-5 0 0,0 5 0 15,0 0 96-15,0 0 18 0,0 0 3 0,0 0 1 16,0 0-27-16,0 0-6 0,0 0-1 16,0 0 0-16,-3 8-22 0,3 3-5 15,-3-1-1-15,3 3 0 0,-3 6-14 0,3-1-3 0,0 6-1 0,-3 0 0 16,3 2-16-16,0 6-3 0,0 0-1 0,-3 2 0 31,3-2-6-31,0-5 0 0,0-1-1 0,0 1 0 0,0-6-11 0,0 2 12 16,0-4-12-16,0 2 12 0,0 0-12 0,-3 1 0 0,3-4 0 15,0 3 0-15,0 0 0 0,0-2-12 0,0 2 0 0,0-2 1 16,0-4-58-16,3-1-12 16,-3-1-3-16,0 0 0 0,3-2-60 0,-3-3-12 0,0 0-2 15</inkml:trace>
  <inkml:trace contextRef="#ctx0" brushRef="#br0" timeOffset="28819.165">14647 10584 904 0,'3'-8'38'16,"-3"3"-30"-1,3-1 4-15,0 4 2 0,0-6 0 0</inkml:trace>
  <inkml:trace contextRef="#ctx0" brushRef="#br0" timeOffset="31086.252">14201 10491 2067 0,'0'0'87'15,"0"0"-70"1,0 0 140-16,0 0 28 0,0 0 6 0,0 0 1 15,0 0-103-15,0 0-20 0,0 0-4 0,0 0-1 16,0 6-44-16,0 2-10 0,0-3-2 0,0 3 0 16,-3 0-8-16,3 2 10 0,0-2-10 0,0 3 10 15,0-1-10-15,0 1 0 0,0 0 0 0,0 2 8 16,-3-3-18-16,3 4-4 0,0-1-1 0,0 0 0 16,-3 0 15-16,3 1 0 0,0-1 0 0,-3 0 0 15,3 0 0-15,-3 1 0 0,3-4 0 0,-3 1 0 0,3-1 0 0,-3-2 0 16,3-2 0-16,0-6 0 15,0 0-8-15,0 0 8 0,0 0-13 0,0 0 5 16,0 0 8-16,0 0 9 0,0 0-1 0,0 0-8 0,0-6 0 16,0 1 0-16,3-3 0 0,-3-3 0 0,3 1 0 15,-3-1 0-15,3 1 0 0,0-1 0 0,0-2 0 0,3 2 0 16,0 1 0-16,0-1 0 0,0 0 0 0,3 1 0 16,-3 2 0-16,3 0 0 0,-1-3 58 0,1 6 5 0,0 0 1 0,0 0 0 15,0-1-52-15,0 4-12 0,0-1 0 0,-3 0 0 16,3 1 0-16,-3 2 0 0,0 2 0 0,0 1 0 15,3-3 0-15,-3 3 0 0,0 2 0 0,0-2 0 16,0 2 0-16,-1 3 0 0,1-3 0 0,0 6 0 16,-3-3 0-16,0 5 0 0,0-3 0 0,0 4 0 15,-3-1 0-15,0 3 0 0,3 0 0 0,-3 0 0 16,0-3-48-16,-3 5-13 0,3-4-3 16,0-1 0-16,-3 0 52 0,3-2 12 0,0-1 0 0,-3-2 0 15,3 0-75-15,0 0-12 0,0-3-2 0,0 3-1 16,3-5-129-16,0 2-25 0</inkml:trace>
  <inkml:trace contextRef="#ctx0" brushRef="#br0" timeOffset="31365.149">14644 10558 2310 0,'0'0'48'0,"0"-6"11"16,-3 1-47-16,3 5-12 0,0-5 0 0,0 5 0 15,0 0 104-15,0 0 20 0,0 0 3 0,0 0 1 0,0 0-24 16,0 0-4-16,0 0 0 0,0 0-1 0,0 0-56 0,0 0-11 0,0 0-3 0,0 0 0 16,-3 8 28-16,0-3 6 0,0 3 1 0,3 0 0 15,-3 0-52-15,0 0-12 0,3 2 0 0,-2 1 0 16,-1 2 0-16,0 0 0 0,0 0 0 0,0 6 0 16,0-3 8-16,0 2-8 0,0 1 11 0,0-1-11 15,0 1 0-15,3 0 0 0,-3-1 0 16,3-2 0-16,0 0-16 0,0-3-6 0,0-2-2 15,0-1 0 1,0-2-35-16,3 0-7 0,-3 0-2 0,0 0 0 0,3-3-136 16,-3-2-27-16,0-3-5 0</inkml:trace>
  <inkml:trace contextRef="#ctx0" brushRef="#br0" timeOffset="32073.787">7486 10229 1675 0,'0'0'71'16,"-6"0"-57"-1,0 0 113-15,6 0 22 0,-6 0 5 0,6 0 1 0,-6 0-45 0,6 0-9 0,0 0-1 0,0 0-1 31,0 0-47-31,0 0-8 0,0 0-3 0,0 0 0 0,-3 3 19 0,0 2 3 0,3 1 1 0,0 2 0 16,0 2-52-16,0 3-12 0,0 1 0 0,0 4 0 16,3 3 0-16,-3 3 0 0,0 3 0 0,3 2 0 15,-3-5 25-15,0 2 3 16,0-2 0-16,0 0 0 0,0 2-28 16,0-2 0-16,0 2 0 0,0 1 0 0,0 2-9 0,-3 3-7 0,3 2-2 15,0-2 0 1,-3-3-103-16,3-5-21 0,0 2-4 0</inkml:trace>
  <inkml:trace contextRef="#ctx0" brushRef="#br0" timeOffset="32544.914">7634 10838 2450 0,'0'-21'51'0,"0"13"12"16,3 0-51-16,-3 0-12 0,3-3 0 0,0 1 0 15,0 2 106-15,0-3 18 0,0 1 4 0,-3 2 1 16,3 3-59-16,0-1-12 0,-3 1-2 0,3 0-1 16,-3 5-23-16,0 0-4 0,0 0 0 0,0 0-1 15,6 5-12-15,-3 3-3 0,3 0 0 0,-3 2 0 16,0 4-12-16,0-1 0 0,0 0 0 0,0 3 0 16,-3-3-29-16,3 0-9 0,-3 1-2 0,0-4 0 15,3 1-37-15,-3 2-8 0,0-5-2 0,0 3 0 16,3-3-37-16,-3-3-7 0,0-5-1 0,0 0-1 15,0 0 55-15,0 0 11 0,0 0 3 0,0 0 0 16,0 0 51-16,0 0 13 0,0 0 0 0,0 0 0 0,6-3 48 0,-3 1 13 16,3-1 3-16,-3-2 0 0,3-1 0 0,-3 1 0 15,0-3 0-15,0 3 0 0,3-3 0 0,0 0 0 0,-3-3 0 16,3 3 0-16,-4-2 0 0,4 2 0 16,0-3 0-16,0 3 0 0,0 0-20 0,0 0-4 15,0 3-1-15,-3 0 0 0,3 0-14 0,0 2-2 16,0 0-1-16,-6 3 0 0,6 3-6 0,0 0 0 15,0 2-1-15,0 3 0 0,0 0-5 16,0 2-1-16,0 1 0 0,0-1 0 0,-3 4 1 0,0-1 0 0,0 0 0 16,0 0 0-16,-3-2-33 15,0 2-6-15,0-2-2 0,0-1 0 0,0 1 17 0,-3 0 3 0,3-4 1 0,0 4 0 16,-3-3-94 0,3 0-18-16,0-3-4 0,-3 3-1 0,3-8-109 15,0 0-23-15</inkml:trace>
  <inkml:trace contextRef="#ctx0" brushRef="#br0" timeOffset="33122.242">8066 10843 1997 0,'3'-18'41'0,"0"12"11"0,-3-1-41 0,0-1-11 0,3-3 0 0,-3 3 0 15,0 0 119-15,3-2 21 0,-3 2 5 0,3-3 1 16,-3 3-42-16,3 0-9 0,0 0-2 0,0 0 0 15,0 3-34-15,0-3-7 0,0 3-2 0,0-1 0 16,0 1-13-16,0 3-2 0,3-1-1 0,-6 3 0 16,0 0-12-16,3 0-2 0,-3 0-1 0,6 5 0 15,0 0-8-15,-3 3-2 0,0 0 0 0,-1 0 0 16,1 3-9-16,0 2 0 0,0 0 0 0,-3 3 0 16,3 0-13-16,-3 0-5 0,0 0-1 0,0 0 0 15,-3-3-32-15,3 3-6 16,-3-3-2-16,0 3 0 0,-2 0-54 0,2-3-11 15,0 0-3-15,-3 3 0 0,0-5-1 16,3 2 0-16,-3-2 0 0,0-1 0 0,0 1 52 0,3-1 9 16,0-2 3-16,-3 0 0 0,3 3 51 0,0-6 13 0,3 3 0 0,-3-3 0 15,0 3 28-15,3-8 8 0,0 6 1 0,0-6 1 16,0 5 23-16,0-5 5 0,3 2 1 0,-3-2 0 16,3 6 1-16,-3-6 0 0,3 0 0 0,3 2 0 15,-3-2-2-15,3 0 0 0,0-2 0 0,0 2 0 16,0 0-10-16,0 0-1 0,0-3-1 0,0 3 0 15,2 0-29-15,1-3-5 0,-3 3-2 0,3 0 0 16,0-2-18-16,3 2 0 0,-3-3 0 0,0 1 0 16,3 2-78-16,0-3-13 0,0 0-2 0</inkml:trace>
</inkml:ink>
</file>

<file path=ppt/ink/ink7.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43:18.379"/>
    </inkml:context>
    <inkml:brush xml:id="br0">
      <inkml:brushProperty name="width" value="0.05292" units="cm"/>
      <inkml:brushProperty name="height" value="0.05292" units="cm"/>
      <inkml:brushProperty name="color" value="#FF0000"/>
    </inkml:brush>
  </inkml:definitions>
  <inkml:trace contextRef="#ctx0" brushRef="#br0">14880 1701 2067 0,'-3'-8'87'16,"-3"3"-70"0,3 3 87-16,-3-6 16 0,-3 0 4 0,0 2 1 0,0 4-46 0,-3-4-10 0,0 1-1 0,-3 2-1 15,-3 3-54-15,0-5-13 0,1 5 0 0,-1 0 0 16,0 5 0-16,0-5 0 0,0 3 0 0,3 2 0 15,0 1 0-15,3 2 0 0,1 0 0 0,2 0 0 16,0-1 0-16,3 1 0 0,3 6 0 0,0-6 0 16,0 5 0-16,6-3-13 0,-3 9 4 0,6-9 1 15,0 6-2 1,0 3 0-16,3-3 0 0,0-3 0 0,2 3 23 0,1 0 5 0,3-3 1 16,0 3 0-16,-3-3-34 0,3 3-6 15,0-3-2-15,-3-5 0 0,0 8 23 0,-3-8 0 0,2 5 0 16,-5-2 0-16,0-1 0 0,-3 1 0 0,-3-3 0 0,0 5 0 15,-3-5 19-15,-3 5 1 0,-3-5 1 0,1 0 0 16,-4 5-21-16,0-5 0 0,-3 0 0 0,-3 5 0 16,3-5 0-16,-3 0-10 0,3 0 1 0,-3 5 0 15,4-5 9-15,2-5 12 0,0 5-2 0,0-3-1 16,0-2-9-16,3-3 0 0,-3 3 0 0,6-1 0 16,0-2 0-16,6 0 0 0,-6-5 0 0</inkml:trace>
  <inkml:trace contextRef="#ctx0" brushRef="#br0" timeOffset="1245.22">15028 1974 1371 0,'0'0'28'0,"0"0"8"0,6 0-36 0,0 0 0 0,0-5 0 0,0 5 0 16,3-3 95-16,-3 3 12 0,3-5 2 0,0 2 1 16,3 3-22-16,-3-5-5 0,3 2-1 0,0-2 0 15,-4 2-2-15,4-2-1 0,0 0 0 0,-3 2 0 16,-3-5-13-16,3 3-2 0,-3 2-1 0,0-2 0 16,-3 2-12-16,-3 3-3 0,-3-5 0 0,3 5 0 15,-3-5-6-15,0 2-2 0,-3-2 0 0,0 2 0 16,-3 3-20-16,0-5-4 0,0 5 0 0,-3-3-1 15,4 3-15-15,-4 3 11 0,0-3-11 0,-3 5 10 16,3-5-10-16,0 3 0 0,0 2 0 0,0-2 0 16,0 2 0-16,0 0 0 0,3 3 0 0,1-5 0 15,-1 5 0-15,3 0 0 0,0 2 0 0,0-2 0 16,3 0 0-16,0 0-12 0,0 5 4 0,0-5 8 16,3 0-17-16,3 3 4 0,-3-1 1 0,3-2 0 0,3 0-8 15,0 0 0-15,0 0-1 0,0-3 0 0,3 3 1 0,-1 0 1 16,4-5 0-16,0 2 0 0,0-5 10 0,3 5 9 15,0-5-13-15,0 0 5 16,3 0-3-16,0 0 0 0,-1 0 0 0,1-5 0 16,-3 5 11-16,3-5 0 0,-3 2 0 0,0-2 0 15,-3 2 0-15,0-5 0 0,-1 3 0 0,-2 0 0 0,-3 2 14 0,3-5-2 16,-3 3 0-16,-3 2 0 0,3-5 40 16,-3 0 7-16,-3 3 1 0,3-3 1 15,-3 0-49-15,0 0-12 0,0 3 0 0,0-3 0 0,3 0 0 0,-3 0 0 0,0 0 0 16,3 3 0-16,-3-3 0 0,3 3 0 0,0 2 0 0,0-5 0 15,0 0 18-15,0 3 1 0,0 0 0 0,0-3 0 16,0 5-19-16,3-5 0 0,-3 3 0 0,3-1 0 16,0 4 0-16,0-6 0 0,0 3 0 0,3 2 0 15,-3-5-19-15,2 8 3 0,-2-5 0 0,3-1 0 16,0 4 16-16,-3 2 0 0,3 0 0 0,-3 0 0 16,0 0 0-16,0 0 0 0,0 0 0 0,0 2 0 15,0 4 0-15,-3-1 0 0,0-2 0 0,0 2 0 16,0 3 0-16,0 0 0 0,0 0 0 0,-3 0 0 15,3 0 0-15,-3 0 0 0,0 2 0 0,0-2 0 16,0 3 0-16,-3-3 0 0,3 2 0 0,0-2 0 16,0 0 0-16,-3 0 0 0,3 0 0 0,-3 0 0 15,3 0 0-15,-3-3 0 0,3 3 0 0,0 0 0 16,-3 0 0-16,3-3 0 0,0 3 0 0,0 0 0 16,0-3 0-16,3 3 0 0,-3 0 0 0,3-5 0 15,0 2 0-15,3 3 0 0,-3-3 0 0,3-2 0 0,-3 2 0 16,6 3 0-16,-4-8 0 0,1 3 0 15,3 2 0-15,0-5 0 0,0 3 0 0,0-3 0 16,0 5 0-16,0-5 0 0,0 0 0 0,3 0 0 16,-3-5 0-16,3 5 0 0,0-3 0 0,0 3 0 0,-1-5 0 0,1 2 0 15,0 3 0-15,0-8 0 0,-3 8 0 0,3-8 0 0,-3 3 0 0,3 0 0 16,-3-3 0-16,0 0 0 0,0 0 0 0,0 0 0 16,-4 0 0-16,4 0 0 0,0 0 0 0,-3-2 0 15,3-1 0-15,-3 3 0 0,0-5 0 0,3 5 0 16,-3-5 48-16,0 2 12 0,-3-2 4 0,3 5 0 15,-3-5-52-15,0 5-12 0,0-5 0 16,0 2 0-16,-3 0 0 0,0 3 0 0,0-2 0 16,0 2 0-16,-3 3 0 0,0-3 0 0,0 2 0 0,0 4 0 15,3 2 30-15,-3-5 3 0,3 5 1 0,-6 0 0 16,6 0-3-16,-6 5-1 0,0-5 0 0,0 8 0 16,3-6-47-16,-3 9-10 15,3-3-1-15,0 2-1 0,3 1 21 0,-3 0 8 0,3 2 0 0,-3 0-9 16,3-2-19-16,3 2-3 0,-3 0-1 0,3 3 0 15,0-5 32-15,0-1 0 0,0 1 0 0,3 2 0 16,0 0 0-16,0-5 0 0,0 3 0 0,0 2 0 16,0-5 0-16,3 5 0 0,-3-5 0 0,3 0 0 15,-3 0 0-15,0 0 0 0,3 0 0 0,-4-3 0 16,1 0-21-16,0-2 1 0,0 2 1 0,-3-5 0 16,3 0-123-16,0 0-25 0,0-5-5 0</inkml:trace>
  <inkml:trace contextRef="#ctx0" brushRef="#br0" timeOffset="1427.455">15865 1577 2245 0,'-6'-3'95'0,"0"-2"-76"16,3 2 49-16,3 3 11 0,0 0 1 0,0 0 1 15,0 0-13-15,0 0-4 0,0 0 0 0,0 0 0 16,0 0-51-16,0 0-13 0,6 0 0 0,0 0 0 31,3 3-151-31,0 2-33 0</inkml:trace>
  <inkml:trace contextRef="#ctx0" brushRef="#br0" timeOffset="2236.902">16356 1945 2428 0,'6'-3'102'16,"0"-7"-82"-1,0 7 106-15,-3-5 21 0,3 0 4 0,0 0 1 16,-3-2-72-16,3-1-13 0,-3-2-3 0,0 5-1 16,0-8-19-16,-1 3-4 0,-2-3-1 0,0 3 0 0,0-3-16 0,-2 2-3 15,-1 4-1-15,-3-3 0 16,0 5-4-16,-3 0-1 0,0-3 0 0,-3 9 0 15,-3-6-3-15,0 8-1 0,0-6 0 0,-3 6 0 16,0 6-10-16,1-6-11 0,-1 8 3 0,0-6 0 16,0 9 8-16,6-1 0 0,-3 4 0 0,3-1 0 0,3-3 0 0,0 9 0 15,-2-3 0-15,5 5 0 16,3-5-53-16,0 0-9 0,3 5-2 0,3-5 0 0,0 0 52 0,0 2 12 16,6-2 0-16,-1 0 0 15,1-8-54-15,0 5-8 0,3-5-2 0,-3-3 0 16,3 3 0-16,0-8 0 0,0 3 0 0,-3-3 0 0,3 0 52 0,-3-3 12 0,3 3 0 15,-4-5 0-15,-2 0 0 0,3 2 0 16,-3-5 0-16,0 3 0 0,-3 2 48 0,3-5 12 16,-3 3 2-16,0-3 1 0,0 0-18 0,0 0-3 0,0 0-1 0,0 3 0 15,0-3-14-15,-3 0-3 0,3 3-1 0,0-3 0 16,-3 5-12-16,0 3-3 0,3-5 0 0,-3 5 0 16,0 0-8-16,0 0 0 0,0 0 0 0,0 0 0 15,0 0 0-15,-3 5 0 0,3 3 0 0,-3 0 0 16,3 3 0-16,-3-1 0 0,3-2 0 0,0 3 0 15,0 2 0-15,0-5 0 0,0 5 0 0,3-5 0 16,-3 5 0-16,3-5-14 0,3 0 3 0,-3 0 1 16,3 5 10-16,0-5 0 0,0-5 0 0,0 5 8 15,3-3-8-15,0-5 0 0,0 5 0 0,-1-5 0 16,4 0 0-16,0-5 0 0,0 5 0 0,0-8 0 16,3 0 0-16,-3 0 0 0,3-2 0 0,0-1 0 15,-3-5 0-15,-1 3 0 0,1-8 0 0,0 0 0 16,0-3 0-16,0 0 0 0,0-5 0 0,0-5 0 0,0 2 0 15,3-5 0-15,-3 0 0 0,2-6 0 16,1 6 51-16,-3 0 9 0,0 6 1 0,0-7 1 16,-3 1-46-16,0 0-16 0,-6-5 9 0,0 0-9 0,-3 10 15 15,0 3-3-15,-6 5 0 0,0 3 0 0,0 5 31 0,-3 3 5 16,3 0 2-16,-6 5 0 0,3 5-40 16,-3 3-10-16,0 3 0 0,1 5 0 15,-1 5-24-15,3 0-8 0,-3 6 0 0,0 2-1 0,6 5 23 0,-3 6 10 0,6-3-8 16,-3 8 8-16,6-8 0 0,-3 3-8 0,6-3 8 0,-3 5 0 15,6-4 0-15,-3 1-8 0,3 4 8 0,3 2 0 16,0-6 0-16,3 7 0 0,0-1 0 0,0-3 0 16,-1-8 0-16,4 1 0 0,0-3 0 0,0-3 0 15,0-8-16-15,0 3 3 0,-3-3 0 0,3-5 0 16,-3 3-78-16,0-3-15 0,-1-3-3 0</inkml:trace>
  <inkml:trace contextRef="#ctx0" brushRef="#br0" timeOffset="2792.652">17335 1656 1883 0,'0'0'39'0,"0"0"10"0,0 0-39 0,0 0-10 0,0 0 0 0,0 0 0 16,0 0 94-16,0 6 17 0,-3 2 3 0,3 0 1 16,0 2-36-16,-3 1-7 0,3-1-2 0,0 4 0 15,0 1-19-15,0-1-4 0,0 2-1 0,0 5 0 16,0-8-14-16,-3 5-2 0,3 1-1 0,0-3 0 16,0 0-17-16,-3-3-4 0,3 3-8 0,0-3 12 15,0-2-12-15,-3 2 8 0,0-5-8 0,3 0 0 16,-3 0 0-16,0 0 8 0,3-3-8 0,0-5 0 15,0 0-124-15,0 0-28 0,0 0-6 0</inkml:trace>
  <inkml:trace contextRef="#ctx0" brushRef="#br0" timeOffset="2936.338">17398 1408 1824 0,'-6'-11'76'16,"3"3"-60"-16,-3 0 89 0,3 3 19 0,3 0 3 0,-3 2 1 15,3 3-52-15,0 0-9 0,0 0-3 0,0 0 0 16,0 0-117-16,0 0-24 0,0 0-5 0</inkml:trace>
  <inkml:trace contextRef="#ctx0" brushRef="#br0" timeOffset="3436.036">17460 1651 1941 0,'0'0'40'0,"6"0"10"16,0 0-40-16,-3 5-10 0,3-5 0 0,0 0 0 15,0 6 110-15,0-6 20 0,3 2 4 0,-3 6 1 16,3-2-71-16,-3 4-15 0,0 1-2 0,3-1-1 16,-3 4-21-16,2 1-4 0,-2 1-1 0,3 3 0 15,-3-3-11-15,-3 5-9 0,3-5 12 0,-3 0-12 16,0-1 21-16,0 4-2 0,0-8-1 0,-3 2 0 15,0 0-18-15,0-2 0 0,0-3 0 0,-3 2 0 16,0-2 0-16,3 0 0 0,-3-5 0 0,3-3 0 16,0 0 0-16,0 0 0 0,0 0 0 0,0 0 0 0,0 0 0 15,0 0 0-15,0 0 0 0,-6-3 0 0,3-2 0 0,3 2 0 16,-3-5 0-16,3-2 0 0,0-1 55 16,0 3 7-16,3-5 2 0,0-3 0 0,0-3-52 15,3 4-12-15,3-7 0 0,-3 4 0 0,3-1 0 0,3 1 0 0,-3-3 0 0,3 5 0 16,0 3 0-16,-3-3 0 0,2 8 0 0,1-5 0 31,0 5 0-31,-3 0 0 0,0 2 0 0,3 4 0 0,-6-4 54 0,3 6 8 0,-3-5 2 0,0 5 0 16,-3 0-52-16,-3 0-12 0,6 5 0 0,-3 3 0 15,3 0 0-15,-3 6 0 0,0-1 0 0,0 3 0 16,0-1 0-16,0 1 0 0,0 6 0 0,0-1 0 16,0 0 0-16,-3 3 0 0,2-3 0 0,-2 0 0 15,3-5 0-15,-3 5 0 0,0-5 0 0,0 0 0 16,0-3-8-16,0 3-5 0,0-3-1 0,0 3 0 15,3-3-70 1,-3-5-13-16,0 3-3 0</inkml:trace>
  <inkml:trace contextRef="#ctx0" brushRef="#br0" timeOffset="3674.294">18082 1953 2310 0,'0'0'48'0,"0"0"11"0,0 0-47 16,0 0-12-16,0 0 0 0,0 0 0 15,0 0 104-15,6 0 20 0,0-3 3 0,0 3 1 0,0 0-52 0,3 0-9 0,0-5-3 16,0 5 0 0,0 0 0-16,0-3 0 0,0 3 0 0,0 0 0 0,0 0-51 0,0-5-13 0,2 5 0 0,-2 0 0 15,3 0 0-15,0-5 0 0,0 5 0 0,0 0 0 16,0-3 0-16,0 3 0 0,0-5 0 0,0 5 0 15,0-3-118 1,-1 3-26-16,1-5-6 0</inkml:trace>
  <inkml:trace contextRef="#ctx0" brushRef="#br0" timeOffset="4349.072">19398 1686 2038 0,'3'-14'58'0,"-3"6"12"0,0 0-56 0,0 0-14 0,0 1 0 0,-3-1 0 16,3 0 92-16,-3 2 16 0,-3-2 4 0,0 0 0 15,0 3-42-15,-3 3-8 0,-3-4-2 0,0 6 0 16,-2-2-35-16,-1-4-7 0,0 6-2 0,-3 0 0 15,0 0-16-15,0 0 0 0,-3 6 0 0,3-4 0 16,4-2 0-16,-1 6 0 0,3 1 0 0,0-4 0 16,3 2-8-16,6 3 8 0,0-2 0 0,3 2-9 15,3 0 9-15,0-1-8 0,6 7 8 0,0-4-8 16,3 4 8-16,3-1 0 0,0-3 0 0,2 6-8 16,-2-3 8-16,0 3 0 0,0 3 10 0,0-3-10 15,-3-3 12-15,0 3-3 0,-3-6-1 0,0 4 0 16,-3-1 0-16,-3 0 0 0,-1-2 0 0,-2 2 0 15,-2-5 0-15,-4 5-8 0,0-5 12 0,-6 3-4 16,0-1 6-16,-3-2 1 0,0 0 0 0,-6 0 0 16,3 0-15-16,-3-3 11 0,1-2-11 0,-1 2 10 15,3 3 16-15,0-8 3 0,3 8 1 0,-3-8 0 16,6 3-75-16,1-3-15 0,2 2-4 0</inkml:trace>
  <inkml:trace contextRef="#ctx0" brushRef="#br0" timeOffset="5203.544">19440 1842 2108 0,'0'0'44'0,"6"0"10"0,3-3-43 0,-3 3-11 0,2 0 0 0,4 0 0 16,0 0 76-16,0 0 12 0,6-5 4 0,0 5 0 15,0-6-36-15,0 4-6 0,2-4-2 0,1 4 0 16,0-3-6-16,0-3-2 0,0 5 0 0,-3-8 0 15,-1 9-15-15,-2-6-3 0,0 0-1 0,-3 0 0 16,-3 3-4-16,0-3-1 0,-3 0 0 0,-3 2 0 16,0 4 7-16,0-4 1 0,-3-1 0 0,0 1 0 15,-3 4 3-15,-3-4 1 0,3 4 0 0,-3-4 0 16,-3 4-11-16,-3 2-1 0,3-6-1 0,-6 6 0 16,1 0-15-16,2 0 0 0,-3 6 0 0,0-6 0 15,0 2 0-15,0 4 0 0,3 2 0 0,0 0 0 16,3 5 0-16,0-5 0 0,3 8 0 0,3-3 0 15,3 3-28-15,0 0-9 0,6-1-2 0,0 4 0 16,3-3 39-16,0-3 0 0,6 3 0 0,0-5 0 16,0 2-59-16,0-5-4 0,3 5-1 0,-1-5 0 15,-2-3 52-15,3-2 12 0,0 2 0 0,-3-2 0 0,0-3 0 0,0 0 0 0,-3 0 0 0,3-3 0 16,-4 3 0-16,1-5 0 0,0 2 0 0,-3 3 0 16,0-5 0-16,0-3 0 0,-3 3 0 0,3-3 0 15,-3 0 0-15,-3 5 0 0,3-7 0 0,-3 2 0 16,3 0 48-16,-3-3 13 15,0 0 3-15,3 1 0 16,0-3-52-16,0-1-12 0,0 4 0 0,-1-3 0 0,4-1 0 0,-3 4 0 0,3 2 9 16,0-5-9-16,0 5 0 0,0 0 0 0,3-3 8 15,0 3-8-15,-3 0 0 0,3 6 0 0,-3-4 0 0,0 4 0 16,-1-4 0-16,1 6 0 0,0-5 0 0,0 5 0 16,-3 0 0-16,0 0 0 0,0 0 0 0,0 5 8 15,-3-5-8-15,0 6 0 0,0-4 0 0,0 6 0 16,0 0 8-16,-3 0-8 0,0 3 0 0,3 5 8 15,-3-3-8-15,3-3 0 0,-3 6 0 0,0-2-11 16,3 1-3-16,0 4-1 0,0-8 0 16,0 2 0-16,0 0-32 0,0-2-6 15,3 2-2-15,0-8 0 0,0 3 44 0,0 0 11 0,3-5 0 0,-4 2 0 16,4-5 0-16,0 3 0 0,0-3 0 0,0-3 0 16,3 3 0-16,-3-5 0 0,3 2 0 0,-3-2 0 15,3-3 49-15,-3 5 12 0,3-10 3 0,-3 5 0 16,-1 0-43-16,1-5-8 0,-3 5-1 0,0-8-1 15,0 5 21-15,-3 1 4 0,3-6 0 0,-3 3 1 16,0-1-9-16,-3 4-1 0,3-3-1 0,-3 5 0 16,3-6-12-16,-3 7-2 0,0-1-1 0,3 0 0 15,-3 2-11-15,0 6 0 0,3-2 9 0,-3 2-9 16,0 0 0-16,0 0 0 0,3 2 0 0,3 4 0 16,0 2 0-16,-3 0 0 0,3 5 0 0,0-5 0 0,-3 8 0 0,3-1 0 15,0 1 0-15,0 3 0 0,0-3 0 0,0 0 0 0,0-1 0 0,2 4 0 16,-2-8 0-16,0 2 0 0,0 0 0 0,0-2 0 31,0 2-13-31,3-5-1 0,-3 0 0 0,0-3 0 16,3 3-22-16,-3-5-4 0,0 2 0 0,0-5-1 0,0 0-146 15,0 0-29-15,0-8-5 0</inkml:trace>
  <inkml:trace contextRef="#ctx0" brushRef="#br0" timeOffset="5371.189">20574 1611 2318 0,'-6'-21'48'0,"-3"5"11"0,6 0-47 0,-3 3-12 0,3-3 0 0,0 8 0 16,0-5 82-16,0 5 14 0,3 0 4 0,0 3 0 15,0 5-48-15,0-3-8 0,0 3-3 0,0 0 0 16,0 0-41-16,0 0 0 0,3 0 0 0,3 3 0 16,-3 2-107-16,3-5-23 0,0 8-5 0</inkml:trace>
  <inkml:trace contextRef="#ctx0" brushRef="#br0" timeOffset="6136.027">21065 1765 2628 0,'3'-11'75'0,"0"1"15"16,-3 2-72-16,3-3-18 0,-3 1 0 0,-3 2 0 0,3-6 74 15,-3 7 11-15,0-7 3 0,0 4 0 16,-3 4-32-16,0-7-7 0,0 5-1 0,-3 0 0 16,0 0-20-16,0 3-4 0,-3 2 0 0,0-2-1 0,1 2-14 0,-4 3-9 0,0-5 12 0,-3 5-12 15,0 0 0-15,0 5 0 0,-3-5 0 0,4 8 0 16,-1-5 0-16,3 2 0 0,-3 3 0 0,3 0 0 16,3 0-14-16,3 5-3 0,0 1-1 0,3-4 0 15,3 9-14-15,0-3-4 16,3-1 0-16,3 7 0 0,0-6-20 0,6 5-4 0,0-8 0 15,0 3-1 1,3-6-1-16,3 1 0 0,0-3 0 0,0 0 0 0,0-6 42 0,-1 4 9 0,-2-6 2 0,3 0 0 16,-3-6 9-16,0 4 12 0,-3-6-2 0,0 0-1 15,0 3 41-15,-3-9 8 0,0 7 2 0,0-4 0 16,0 0-16-16,0 1-2 0,0-3-1 0,-3-1 0 16,2 4-13-16,-2 2-4 0,0-5 0 0,0 5 0 15,0 0-10-15,0 2-2 0,0 4-1 0,-3 2 0 16,0 0-11-16,0 0 8 0,0 0-8 0,0 0 8 15,0 0-8-15,3 8 0 0,-3 0 0 0,0 2 0 16,0 3 0-16,3 1 0 0,0 2 0 0,-3-1 0 16,3 4 0-16,0-3 0 0,0 0 0 0,0-3 0 15,0 3-13-15,3-3 1 0,0-2 1 0,0 2 0 16,0 0-1-16,3-5-1 0,0-5 0 0,3 5 0 16,-3-3 3-16,3-5 1 0,2 0 0 0,1 0 0 0,0-5 9 0,0 2-8 15,3-5 8-15,0 0-8 0,0 0 8 16,0-5 0-16,-1-3 0 0,1 3 0 0,0-8 0 0,-3 5 11 15,3-8-3-15,-3 3 0 0,-3 0 19 16,0-3 3-16,-1-3 1 0,1-2 0 16,-3 5 5-16,0-5 0 0,3 0 1 0,-3-3 0 0,0-2-9 0,-3-6-3 15,3 3 0-15,-6-5 0 0,0 5-6 0,0 8-2 16,-3 0 0-16,-3 5 0 0,0 3 2 0,0 5 0 0,-3 3 0 0,0-1 0 16,0 12-3-16,0-6-1 0,0 8 0 0,0-5 0 15,0 10-15-15,0-5 0 0,0 8 0 0,0 0 0 16,0 5 0-16,0-3 0 0,0 9 0 0,3 0 0 15,-2 7 0-15,2-2 0 0,3 5-10 0,-3 3 10 16,3-3 0-16,3 0 0 0,-3 0 0 0,3-3-8 16,0 1 8-16,-3-1 0 0,2-4 0 0,1 1 0 15,0 1 0-15,0 3 0 0,0-4 0 0,0 1 0 16,3 3-10-16,-3-6 10 0,0-3-12 0,0 1 12 16,0-3-75-16,0 0-8 0,0-3-1 0,0-5-1 15,0 2-129-15,-3 1-26 0</inkml:trace>
  <inkml:trace contextRef="#ctx0" brushRef="#br0" timeOffset="6877.617">22229 1540 2108 0,'-9'-3'44'0,"9"3"10"15,0 0-43-15,-6 0-11 0,6 0 0 0,-6 0 0 16,0 0 91-16,0 0 16 0,3 0 3 0,-3 3 1 0,0 2-56 16,-3 3-11-16,6-3-3 0,-3-2 0 0,0 5-21 0,0 0-4 0,0 3 0 0,0-3-1 15,1-1-15-15,2 1 11 16,0 6-11-16,0-6 10 15,0 2-10-15,3 3 0 0,0 1 0 0,0-4 0 16,3 3 0-16,3 1 0 0,-3-4 0 0,2 3 0 0,4 1 0 16,0-6-9-16,0 0 9 0,3 0 0 0,-3-3 0 0,3-3 0 15,-3 4 0-15,3-4 0 0,0-4 0 0,3 2 0 16,-1-6 0-16,1-1 0 0,0 4 24 0,0-10 6 0,0 5 1 16,0 0 0-16,0-5 10 0,-3-1 3 0,3 4 0 15,-4-3 0-15,-2-1 7 0,0 4 1 0,0-4 1 16,-3 1 0-16,-3 3-20 0,0-4-4 0,-3 1-1 0,0 3 0 15,-6-4-12-15,0 1-4 0,0 5 0 16,-3-8 0-16,-3 8-4 0,1-5-8 0,-1 5 11 16,-3 0-11-16,0 0 12 0,0 0-12 0,0 3 12 0,0-3-12 15,0 8 0-15,0-5 0 0,4 2 0 0,-1 3 0 16,0 0-15-16,0 3 0 0,0 2 0 0,3-5 0 16,0 8-29-16,0-8-5 0,3 5-2 15,3 3 0-15,0 0-171 0,3 0-34 0</inkml:trace>
  <inkml:trace contextRef="#ctx0" brushRef="#br0" timeOffset="7612.167">22610 1524 2366 0,'-3'-8'49'0,"3"8"12"0,0-5-49 0,-3-3-12 16,3 5 0-16,-3-5 0 15,3 3 118-15,-3 2 21 0,3 3 4 0,0 0 1 0,-3-5-72 0,3 5-13 0,0 0-3 0,0 0-1 16,0 0-33-16,0 0-6 0,0 0-2 0,0 0 0 31,0 0-14-31,-3 5 8 0,0 3-8 0,-3 0 0 0,3 0 0 0,0 0 0 0,0 5 0 0,3-2 0 16,-3 2 0-16,3 0 0 0,-3-2 0 0,3 2 0 31,3 0-28-31,-3-2-8 0,3 0-1 0,0 5-1 16,0-9-21-16,3 7-4 0,0-6-1 0,3 0 0 0,-3 0 52 0,3-1 12 15,0-1 0-15,0-6 0 16,2 2-54-16,1-4-8 0,0 2-2 0,0-6 0 0,3 1 52 0,0-3 12 0,-3 0 0 15,3 0 0-15,-3 0 39 0,0 0 10 0,-1 1 3 0,1-1 0 16,-3 0 12-16,3-6 2 16,-3 1 1-16,0 5 0 0,-3-8-11 0,0 3-3 0,0 0 0 0,0-3 0 15,-3 0-22-15,3 3-5 0,-3-3-1 0,0 0 0 16,0 3-13-16,0 2-4 0,0-2 0 0,-3 5 0 16,3 0-8-16,-3 3 12 0,0 5-12 0,0 0 12 15,0 0-12-15,0 0 0 0,0 0 0 0,0 8 0 16,-3 5 0-16,3 0 0 0,-3-2 0 0,0 2 0 15,0 3 0-15,0 0 0 0,0 2 0 16,0-2 0-16,3 0-11 0,-3 0-4 0,3 3-1 0,0-4 0 16,0-4-20-16,3 8-5 0,0-4-1 0,3-1 0 15,0-4-16-15,0 4-3 16,3-1-1-16,3-5 0 0,-1 0-24 0,4-6-5 0,3 4-1 0,0-4 0 16,0-4 4-16,0 2 1 0,3-8 0 0,-1 0 0 15,-2 0 43-15,6-5 8 0,-3-3 1 0,0 2 1 16,3-1 34-16,-4-1 0 0,1 2 0 0,-3-7 0 15,3-3 55-15,-3 3 8 0,0-8 1 0,-3 0 1 16,-1-3 19-16,1-2 3 0,-3-3 1 0,3 5 0 16,0-2-19-16,-6 5-3 0,3-1-1 0,-3 1 0 0,-3 3-16 0,0 5-3 15,-3-6-1-15,0 3 0 0,0 3-2 0,-3 5-1 0,0 1 0 16,0 1 0-16,0 6-7 0,-3 3-2 0,0 2 0 0,3 3 0 16,0 0-14-16,-6 3-3 0,0 8-1 0,0-3 0 15,0 8-15-15,0-3 0 0,0 3 0 0,0 5 0 16,0-3 0-16,0 1 0 0,0 5 0 0,0-1 0 15,3 7 0-15,-3 4 0 0,3 3 0 0,0 0 0 16,-3 0-12-16,3 0 4 0,0 0 8 0,0-5-13 16,3-3-7-16,-3 0-2 0,0-2 0 0,3-4 0 15,-3 1-6-15,0 3-2 0,3-3 0 0,-3-3 0 16,1-3-19-16,-1 1-4 0,0 2-1 0,0-11 0 16,3 4-123-16,-3-1-25 0,3-10-5 0</inkml:trace>
  <inkml:trace contextRef="#ctx0" brushRef="#br0" timeOffset="7807.073">23163 1508 2218 0,'-9'-5'46'0,"4"2"11"16,2-5-45-16,3 3-12 0,0 5 0 0,3-3 0 15,5-2 97-15,1 0 18 0,3 2 3 0,3 3 1 0,3-5-39 0,0 2-8 0,6 3-2 16,0-5 0-1,-1 2-24-15,1 3-5 0,0-5-1 0,3 2 0 16,-3-2-25-16,-1-3-6 0,1 3-1 0,3 2 0 0,3-2-24 0,0-3-4 0,5 3-2 0</inkml:trace>
  <inkml:trace contextRef="#ctx0" brushRef="#br0" timeOffset="16406.731">13245 1715 2413 0,'0'-8'101'0,"3"2"-81"16,-3-2 59-16,0 3 11 0,0 5 2 15,0 0 1 1,0 0-21-16,0 0-5 0,0 0-1 0,0 0 0 0,0 0-32 0,0 0-6 0,0 11-2 0,-3-1 0 16,3 4-13-16,0 1-2 0,-3 7-1 0,3-1 0 15,-3 3-10-15,0-1 10 0,0 4-10 0,-3 2 10 16,4-5-10-16,-1 5 0 0,-3 0 9 0,3 0-9 16,-3 0 0-16,3 0 0 0,-3 0 0 15,0 8 0-15,3-7 0 0,-3 1 0 0,0-2 0 16,0 1 8-16,3-7-24 0,-3-2-5 0,3 1-1 0,0-6 0 31,3-3-159-31,0 3-32 0,0-8-7 0</inkml:trace>
  <inkml:trace contextRef="#ctx0" brushRef="#br0" timeOffset="16580.113">13445 2114 2310 0,'-6'-16'48'0,"3"8"11"16,0 3-47-16,-3 2-12 0,3-2 0 0,0 0 0 15,3 5 136-15,0 0 24 0,-3-3 6 0,3 3 1 16,0 0-90-16,0 0-17 0,0 0-4 0,0 0-1 0,0 0-35 16,0 0-8-16,0 0 0 0,0 0-1 15,0 0-11-15,0 0-14 0,0 0 3 0,0 0 1 16,0 0-217-16,0 0-43 0</inkml:trace>
  <inkml:trace contextRef="#ctx0" brushRef="#br0" timeOffset="17228.625">12954 3540 2415 0,'0'-2'68'0,"0"-6"16"15,0-3-68-15,0 6-16 0,3 0 0 0,0-3 0 16,3 0 70-16,-1 0 10 0,4 0 3 0,-3 3 0 16,6-9-30-16,0 6-5 0,3 0-2 0,0 1 0 0,0-1-15 0,0 0-3 15,3 2-1-15,-1 1 0 0,1 2-9 0,-3-2-2 0,3 2 0 0,-3 3 0 16,0 0-28-16,-3 0-5 0,0 8-2 0,-3-5 0 15,-1 5 19 1,1 3 0-16,-3-3 0 0,0 2 0 0,0 1 0 16,-6 5 0-16,0-3 0 0,0 3 0 15,-3-3 0-15,-3 5 0 0,0-2 0 0,-3 3 0 16,-2-3-55-16,-1-3-7 0,-3 3-2 0,0 0 0 0,0 0 52 0,0-3 12 16,-3 3 0-16,3 0 0 0,0 2 0 0,1-2 0 0,-1 0 0 15,3 0 0-15,0 0 0 0,3-3 0 0,3 3 0 0,0-3 0 16,0 0 0-16,3-5 0 0,3 5 0 0,0-5 0 15,0 0 0-15,6 0 0 0,-3 0 0 0,3 0 0 16,3 0 0-16,0-5 0 0,3 2 0 0,0 0 0 16,0-2-20-16,2-3 0 0,1 2-1 0,0-2 0 15,3 0 29-15,-3 0 5 0,6 0 2 0,-3-2 0 16,0 2-7-16,-4-6-8 0,4 4 11 0,0-1-11 16,-3-2 0-16,0 2 0 0,3-5 0 0</inkml:trace>
  <inkml:trace contextRef="#ctx0" brushRef="#br0" timeOffset="17420.497">13558 3760 2500 0,'0'0'52'0,"0"0"12"0,0 0-52 16,0 0-12-16,0 0 0 0,0 0 0 0,0-5 113 0,0 5 20 0,0 0 4 0,0-3 1 15,0 3-62-15,3-8-13 16,-3 8-3-16,0 0 0 15,0 0-41-15,3-8-9 0,0 6-2 0,-3 2 0 16,3-6-17-16,3 4-4 0,-3-1-1 0,3-2 0 16,0 2-194-16,3-2-40 0</inkml:trace>
  <inkml:trace contextRef="#ctx0" brushRef="#br0" timeOffset="18293.22">15377 3310 2066 0,'0'-8'43'0,"3"0"10"0,-3 0-42 0,0-5-11 0,0 5 0 0,0 0 0 16,-3 0 104-16,3 0 20 0,-3 3 3 0,-3 0 1 15,0-3-52-15,0 5-9 0,-3-2-3 0,0 2 0 16,-3 3 0-16,-3 0 0 0,0 0 0 0,-6 0 0 16,4 0-51-16,-4 3-13 0,0 2 0 0,-3 3 0 15,3-5 0-15,-3 5 0 0,4 2 0 0,-1-2 0 16,3 3-11-16,0-1-5 0,3 6 0 0,6-3-1 16,0 3 27-16,3-2 6 0,3 4 0 0,3-2 1 15,3 3-17-15,3-4 0 0,3 1 0 0,3 5 0 16,3-10-26-16,6 8-9 0,0-9-1 0,2 9-1 15,-2-11 27-15,3 2 10 0,3 1 0 0,-3-1-9 16,-3-2 9-16,-1 3 0 0,-2-3 0 0,0 2 0 0,-6-2-24 0,-3 0 1 16,0-2 0-16,-3 1 0 0,-3 1 40 0,0-2 8 15,-3 2 2-15,-3 0 0 0,-3-3-16 0,0 3-3 16,-3-6-8-16,0 6 12 0,-6-5-4 0,0 5 0 16,-3-5-8-16,1 2 12 0,-1-2-12 0,-3 2 8 0,0-5-8 15,-3 5 0-15,3-2 22 0,1-1-2 16,2 1 0-16,0-3 0 0,3 3-20 0,0 2 0 0,3-5 0 15,3 0 0-15,0 0-17 0,3 0-8 16,0-5-2-16,6 5 0 0,0-6-127 16,0-1-26-16,6 4-4 0</inkml:trace>
  <inkml:trace contextRef="#ctx0" brushRef="#br0" timeOffset="19172.658">15391 3583 1862 0,'0'0'39'0,"0"0"8"15,6 0-38-15,0 2-9 0,0-2 0 0,3 3 0 16,0-3 83-16,3 0 14 0,3-3 3 0,0 3 1 16,0-2-67-16,3 2-14 0,2-8-2 0,-2 8-1 15,3-8 27-15,-3 0 4 0,3 3 2 0,0-1 0 16,0-2-15-16,-4 0-3 0,-2-2-1 0,0 5 0 15,0-3-2-15,-6 0 0 0,0 0 0 0,-3-3 0 16,0 3-9-16,-3 0-1 0,0 0-1 0,0 0 0 16,-3 0 37-16,-3 3 7 0,0-3 2 0,0 6 0 0,0-9-52 15,-6 6-12-15,0 2 0 0,0 0 0 0,0-5 8 16,0 8 0-16,0-5-8 0,-3 5 12 0,0 0-12 0,1 5 0 16,-1-5 0-16,0 8 0 15,-3-5 0-15,6 5 0 0,-3 3-13 0,3-1 4 0,0 1 9 16,3-1 0-16,0 4 0 0,3-1 0 0,0 3 0 0,3-6 0 0,3 1 0 15,0 5 0 1,3-6-53-16,3 1-9 0,0 5-2 0,0-6 0 0,6 1-4 16,-3-3-2-16,6 2 0 0,-1-2 0 0,-2-2-11 0,3-4-3 15,-3 4 0-15,3-1 0 0,-3-5 52 0,0 0 9 0,-3-5 3 0,0 2 0 16,-1 0 20-16,-2-2 0 0,0 2 0 0,0-2 0 16,0 0 15-16,-3-1 4 0,0-1 1 0,0 1 0 15,0-2 33-15,-3 6 7 0,3-6 2 0,-3 0 0 16,0 0 23-16,0 0 5 0,-3 3 1 0,3-3 0 15,0 0-73-15,0-3-18 0,0 1 0 0,3 2 0 16,0 0 0-16,0-6 0 0,0 7 0 0,0-7 0 16,2 4 0-16,1 4 0 0,0-7 0 0,3 3 0 15,-3 2 28-15,3 2 3 0,3-2 0 0,-3 1 0 16,0-1-21-16,0 2-10 0,0 1 10 0,-4 2-10 16,1 3 10-16,0 0-10 0,0 0 10 0,0 0-10 15,-3 3 8-15,-3 2-8 0,3 1 0 0,-3 2 9 16,0-1-9-16,0 1 0 0,0 0 0 0,-3 6 0 15,3-4 0-15,-3 1 8 0,3 5-8 0,-3-6 0 0,0 1 0 16,3 5 0-16,0-6 0 0,0 1 0 0,0-1 0 16,0 4-11-16,0-6 1 0,3 5 0 0,0-5-4 0,0 0-1 15,3 0 0-15,-3 0 0 0,2-3 3 0,1-3 1 0,0-2 0 16,0 6 0-16,0-6 0 0,3 0 0 0,0-6 0 16,0 4 0-16,3-3 11 0,-3-1 0 0,3 1 0 15,-4 0 0-15,1-3 0 0,0 2 0 0,0-1 0 0,0-1 0 16,-3 2 49-16,-3-2 12 0,3 0 3 0,-3-2 0 15,-3 2-12-15,0-3-1 0,0 1-1 16,-3-1 0-16,0 3-21 0,0-2-4 0,0-1-1 16,0 3 0-16,-3-2-24 15,3 4-11-15,-3-2 1 0,0 3 0 0,3 5 10 0,0 0 0 0,0 0 0 0,0 0 0 16,0 0 0-16,0 0 0 0,0 5 0 0,-3 3 0 16,0 0 0-16,3 3 0 0,0-1 0 0,3 4 0 15,0-4 8-15,0 3 4 0,0 1 1 0,0-4 0 16,0 3-13-16,3 1 0 0,-3-6 0 0,3 5 0 15,0-3 0-15,-3-2-12 0,3 3 12 0,0-1-13 16,-1-2-10-16,1-2-1 0,0-1-1 0,0 0 0 16,-3 1-71-16,3-1-13 0,0-5-3 0</inkml:trace>
  <inkml:trace contextRef="#ctx0" brushRef="#br0" timeOffset="19356.964">16505 3162 2542 0,'-9'-13'72'0,"0"5"16"0,3 0-71 15,0 3-17-15,3 2 0 0,0-2 0 0,3 5 48 0,0 0 7 0,0 0 1 0,0 0 0 16,0 0-43-16,3-3-13 0,3 3 8 0,3 3-8 31,-3 2-100-31,3-5-24 0,3 5-5 0</inkml:trace>
  <inkml:trace contextRef="#ctx0" brushRef="#br0" timeOffset="20133.596">16910 3472 2310 0,'3'-8'48'0,"-3"8"11"0,3-8-47 0,-1 0-12 0,1 2 0 0,0-1 0 16,0-1 104-16,0-6 20 0,0 6 3 0,0-5 1 15,-3 3-52-15,3-4-9 0,-3 6-3 0,0-7 0 16,0 4 0-16,-3 0 0 0,0 1 0 0,0-1 0 16,-3 3-51-16,0 0-13 0,-2 0 0 0,-1 0 0 15,-3 6 40-15,0-1 6 0,0-2 1 0,-3 2 0 16,-3 3-38-16,0 0-9 0,-3 3 0 0,1 2 0 16,-1-2 0-16,0 5 0 0,0 2 0 0,3-2-11 15,3 3 11-15,-2 7-8 0,5-4 8 0,3 1-8 16,0 4-10-16,6 0-2 0,-3-1 0 0,6 1 0 15,0-1-13-15,0 1-3 0,6-4-1 0,-3 1 0 16,6-2-11-16,0-4-3 0,0 1 0 0,2-3 0 16,1 0-6-16,0-6-2 0,3 4 0 0,-3-4 0 0,0-2 47 15,0 0 12-15,0-2 0 0,-3-1 0 0,0 0 49 0,0 1 12 16,-1-6 3-16,-2 0 0 0,0 0-52 0,0 0-12 16,0 3 0-16,0-9 0 0,0 4 0 0,-3 2 0 0,3-3 0 0,0-2 0 15,0 2 54-15,-3 4 8 0,3-7 2 0,0 6 0 16,-3 0-52-16,3 0-12 0,-3 3 0 15,0 3 0-15,-3 2 0 0,0 0 0 0,6 0 0 16,-6 0 0-16,6 2 0 0,-3 6 0 0,-3 3 0 16,3-1 0-16,0 4 0 15,-3-1 0-15,3 3 0 0,0-3 0 16,-3 3-48-16,3 0-13 0,0-6-3 0,3 9 0 0,-4-9 52 0,4 1 12 0,-3 5 0 16,3-6 0-16,0-2 12 0,3 3 6 0,-3-3 1 0,0-6 0 15,0 1-19-15,3 0 0 0,-3-3 0 0,3-3-9 16,0 0 9-16,0 1 0 0,0-6 0 0,0 0 0 15,3-3-12-15,-1 1-3 0,1-3-1 0,3-1 0 16,0-2 16-16,0-2 0 0,0-1 0 0,0-4 0 16,0-4 48-16,0 1 13 0,-4-3 3 0,4-1 0 15,0-4 0-15,-3 5 0 0,0 0 0 0,0 0 0 16,0-6-52-16,-3 6-12 0,0-8 0 0,0 3 0 16,-3-3 20-16,0 5 0 0,-1-8 1 0,-2 9 0 15,-3 1-10-15,0 7-3 0,-3-1 0 0,-2 5 0 16,-1 3 2-16,0 8 0 0,-3-5 0 0,0 11 0 15,0-4-10-15,-3 4 0 0,3 4 0 0,-3 4 0 16,0 2 0-16,-3-1 0 0,3 7 0 0,3 2 0 16,1 7-11-16,-1 4 11 0,3 5-8 0,0 2 8 15,6-2-8-15,0-1 8 0,3-1-8 0,0-1 8 0,3 0 24 0,3-5 9 16,-1 2 3-16,1 3 0 0,0 0-36 16,3-2 0-16,-3 2 0 0,3 0 0 15,-3 0-44-15,0-2-16 0,0-4-4 0,0 1 0 0,-3-5 52 0,0-3 12 0,0-3 0 0,0-3 0 31,0-2-105-31,0 0-19 0,-1-2-3 0</inkml:trace>
  <inkml:trace contextRef="#ctx0" brushRef="#br0" timeOffset="20614.3">17844 3326 1653 0,'0'0'69'0,"0"5"-55"15,0 3 94-15,0-2 18 0,0 1 4 0,0 4 1 16,0-3-36-16,3 3-7 0,-3-1-2 0,3 3 0 16,0-2-37-16,-3 2-7 0,3 0-2 0,-3 3 0 15,3-2-20-15,-3-1-4 0,3 3 0 0,-3-6-1 16,0 3 11-16,3 1 2 0,-3-4 1 0,0-2 0 16,3 3-29-16,-3-3-21 0,0 0 3 0,0 0 1 15,0 0-24 1,0-8-5-16,0 0-1 0</inkml:trace>
  <inkml:trace contextRef="#ctx0" brushRef="#br0" timeOffset="20772.939">17975 3146 2066 0,'-21'-26'43'0,"15"18"10"15,-3 0-42-15,4-3-11 0,2 6 0 0,-3-8 0 16,3 5 91-16,3 2 16 0,-3-2 3 0,3 6 1 15,0-6-79-15,0 3-15 0,0 5-3 0,3-3-1 16,0-2-151-16,3 5-30 0</inkml:trace>
  <inkml:trace contextRef="#ctx0" brushRef="#br0" timeOffset="21209.131">18032 3302 2120 0,'0'0'60'0,"3"3"13"0,0 2-58 0,0 3-15 0,0 0 0 0,0 0 0 16,3 0 70-16,0 2 11 0,-1-2 3 0,1 3 0 15,0 0-44-15,0 4-9 0,0-4-2 0,0 2 0 16,0 1-29-16,0-4-8 0,0 3-1 0,0 1 0 16,-3-1 9-16,0-3 0 0,0 4 0 0,0-4 0 15,-3 1 16-15,0-1 6 0,0 1 1 0,0-3 0 16,-3 2 14-16,3-2 3 0,-3 0 1 0,0-2 0 15,0-1-58 1,3-5-12-16,0 0-3 0,0 0 0 0,0 0 32 0,0 0 0 0,0 0 0 16,0 0 0-16,0 0 12 0,0 0 0 0,0 0-1 0,0-5 0 15,3-1 11-15,-3 4 2 0,3-6 1 0,3 0 0 16,-3 0 4-16,3-3 1 0,3 3 0 0,-3-2 0 16,3-1-6-16,0 1-2 0,-3-6 0 0,3 5 0 15,-1 1-6-15,1-4 0 0,0 4-1 0,0-1 0 16,0 3 7-16,0 0 2 0,0 0 0 0,0 3 0 15,3 2 3-15,-6 3 1 0,3 0 0 0,0 3 0 16,-3 2-12-16,0 3-1 0,3 0-1 0,-4 0 0 16,1 3-14-16,0-1-16 0,0 4 3 0,-3-1 1 15,3 3 12-15,0-6 0 0,0 1 0 0,-3 5 0 0,3-6 0 16,0 4 0-16,0-1 0 0,-3 0 0 16,3 3-105-16,0-6-19 0,0 1-3 0</inkml:trace>
  <inkml:trace contextRef="#ctx0" brushRef="#br0" timeOffset="21478.539">18707 3633 2310 0,'-3'-5'97'0,"3"5"-77"16,0 0 86-16,0-6 18 0,0 1 3 0,3 2 1 15,3 1-24-15,0-4-4 0,0 4 0 0,6-3-1 16,0 2-43-16,3 0-9 0,3 1-2 0,0-1 0 15,3 0-9-15,-4 3-3 0,4-2 0 0,0 2 0 16,3-6-13-16,-6 6-4 0,3-2 0 0,-1 2 0 16,1 0-16-16,3 0 8 0,-3-6-8 0,0 6 0 15,3 0 0-15,-4-2 0 0,1 2 0 0,0-5 0 16,-3 2-11-16,-3 3-9 0,0-3-1 0,0 1-1 16,-1-1-71-16,-2 3-15 0,0-3-2 0</inkml:trace>
  <inkml:trace contextRef="#ctx0" brushRef="#br0" timeOffset="22251.385">20184 3435 1172 0,'0'15'33'0,"3"7"7"15,-3-9-32-15,0 3-8 0,3 0 0 0,-3 5 0 16,0-5 26-16,3 5 3 0,-3-5 1 0,0 5 0 16,0-3-9-16,3 1-1 0,-3-3-1 0,0 5 0 15,0-5 27-15,0 5 6 0,0-5 0 0,0 0 1 16,0 0-25-16,0 2-6 0,0-7-1 0,-3 2 0 0,3 0 18 16,0-5 3-16,-3 0 1 0,3 0 0 0,0-3 45 0,0-5 8 0,0 0 3 15,0 0 0-15,0 0-11 0,0 0-1 0,-3-5-1 16,3-6 0-16,-3 1-14 0,3-1-4 0,0-5 0 0,0-2 0 31,0-1 0-31,0 1-1 0,0-1 0 0,0-2 0 16,0 0-48-16,3-3-10 0,0 3-1 0,-3-6-8 15,3 1 0-15,0 5 0 0,0-8-10 0,0 2 10 0,0-2 23 16,3 3 12-16,-3-1 2 0,3-2 1 0,2 5-19 16,-2 3-4-16,3 0-1 0,3 0 0 0,-3 5-4 0,6 5-1 15,-3-5 0-15,0 6 0 0,3 2-1 0,0 0 0 0,3 3 0 0,-4-1 0 16,1 4-8-16,0-1 10 0,0 3-10 0,-3 0 10 15,0 3-10-15,0-1 0 0,-3 4 0 0,0-1 8 16,0 3-8-16,-3 0 0 0,-1 2 0 0,-2 6 0 16,-3-8 0-16,0 5 0 0,-3 3 0 0,-2-2 0 15,-1 4-12-15,-3-2 3 0,0 3 0 0,-6-4 0 16,3 1-6-16,-6-2-1 0,3-1 0 0,-6 3 0 16,3-6-11-16,1 1-2 0,-1-1-1 0,0-2 0 15,3 0-24-15,3-2-5 0,-3-1-1 0,3-3 0 16,3 4-175-16,-3-4-35 0</inkml:trace>
  <inkml:trace contextRef="#ctx0" brushRef="#br0" timeOffset="24012.026">20723 3487 1824 0,'6'-5'38'0,"-1"0"8"15,-2 0-37-15,3-3-9 0,0-3 0 0,3 3 0 16,-3 0 104-16,0-2 20 0,3-1 3 0,-3 3 1 0,0-3 0 0,3 4 0 0,-3-7 0 0,0 6 0 16,0 0-52-16,0-5-9 0,-3 3-3 0,0 4 0 15,-3-7-32-15,0 5-8 0,0 3 0 0,-3-3-1 16,0 5 2-16,-3-5 1 0,-3 3 0 0,0 0 0 16,-3 2-11-16,-3 3-3 0,0-3 0 0,-3 6 0 15,4 0-12-15,-4-1 8 0,0 1-8 0,0 2 0 16,3 3 0-16,3-5 0 0,-3 5-8 0,6 0 8 15,-3 2-20-15,7-2 2 0,-1 3 1 16,0-1 0-16,3 1-16 16,0 0-3-16,3 5-1 0,0-6 0 15,6 1-19-15,-3 5-4 0,3-6-1 0,2 3 0 16,1 1-31-16,0-6-5 0,3 2-2 0,0 1 0 0,0-3 28 16,3-6 6-16,-3 4 1 0,3-4 0 0,-3 1 50 0,0-3 14 0,-1-3 0 0,1 3 0 15,-3-2 16-15,0 2 9 0,0-8 2 0,0 8 0 16,0-8 37-16,0 2 7 0,-3 1 1 0,3-3 1 15,-3 6-17-15,0-6-3 0,0 2-1 0,0 1 0 16,0 0-25-16,0 2-6 0,-1 0-1 0,-2-2 0 16,-3 5-20-16,6 0 0 0,0 0 0 0,-3 5 0 15,3-5 0-15,0 3-20 0,-3 2 4 0,3 3 1 16,3-2 15-16,0 2 0 0,0-3 0 0,0 3 0 0,0 0 0 0,0 0 0 16,3 0 0-16,-3-6 0 0,0 4 0 0,2-1 0 15,-2 3 0-15,3-8 0 0,-3 8 0 0,0-8 0 16,0 0 0-16,0 2 0 0,-3-2 0 0,3-2 0 0,-3 2 0 15,0-6 0-15,0 4 0 16,0 2 0-16,-3-8 0 0,3 0 0 16,-3 3 0-16,3-3 0 0,-3 0 0 0,0-3 0 0,-1 1 27 0,1 2 8 15,0-6 1-15,-3 1 1 0,3 3-15 0,0-4-3 16,0 1-1-16,0 3 0 0,0-6-8 0,3 2-2 16,-3 1 0-16,3 3 0 0,-3-1-8 0,3-2 0 15,0 5 0-15,0-3 0 0,0 3 0 0,3 0 0 0,0 0 0 0,0 3 0 16,0 0 0-16,3 2 0 0,-3-2 0 0,2 2-11 15,-2 3 11-15,3-5 0 0,-3 2 10 0,0 3-10 16,0 0 0-16,0 3 0 0,0 2 0 0,-3-5 0 16,3 8 0-16,-3-5 0 0,0 2 0 0,-3 0 0 15,0 6 0-15,0-3 0 0,0 5 0 0,-3-2 0 16,3 2-45-16,-3 0-15 0,0 3-4 16,0 0 0-16,0 3 52 0,0-4 12 0,0-1 0 0,0 2 0 15,3-1-54-15,0 1-8 0,0-3-2 0,0 1 0 16,-1 2 0-16,4-8 0 0,-3 5 0 0,3-5 0 15,0-6 52-15,0 6 12 0,3-5 0 0,-3 2 0 16,3-2 0-16,3-3 0 0,0 0 0 0,0 0 0 16,0 0 0-16,3-3 0 0,2-2 0 0,1 2 0 15,0-5 37-15,3 6 11 0,0-6 1 0,0-3 1 16,0 3-4-16,-1-2-1 0,1-4 0 0,-3 1 0 16,0 3 8-16,-3-6 2 0,3 3 0 0,-3-3 0 15,-4 2-8-15,1-1-2 0,0-4 0 0,-3 3 0 16,0 0-6-16,0 0-2 0,-3 0 0 0,0 3 0 15,0 0-9-15,-3 0-3 0,0 2 0 0,0 3 0 0,-3-2-5 0,0 2 0 16,-3 0-1-16,-3 0 0 16,3 5-4-16,-6-5-1 0,3 3 0 0,-3 2 0 0,-3 1-14 0,0 2 8 0,0 0-8 0,-2 0 0 15,2 2 0-15,0 1 0 0,0 0 0 0,3 2 0 16,-3 0-8-16,3 3-2 0,3 0 0 0,0-3 0 16,0 3-11-16,3 3-3 0,3 2 0 0,0-5 0 15,0 5-10 1,3 3-2-16,3-3-1 0,0 3 0 0,0-2-21 0,0 1-4 15,3-7-1-15,0 3 0 0,3 0 8 16,-3-4 2-16,0-4 0 0,3 2 0 0,-4-2 40 0,1-3 13 16,-3 0 0-16,3 0-10 0,-3-3 21 0,-3 3 4 0,3-5 1 0,-3 2 0 15,0-2 16-15,3 3 4 0,-3-6 1 0,0 5 0 16,0-5-9-16,-3 5-3 0,3-5 0 0,0 3 0 16,-3 2-13-16,0 3-4 0,6-5 0 0,-6 5 0 15,0 0-8-15,0 0 0 0,6 0 0 0,-6 0 0 16,3 5 0-16,0 3 0 0,0 0-8 0,0 0 8 15,0 6 0-15,0-7-11 0,0 4 11 0,3 2-8 16,-3 1 8-16,3-4 0 0,-3 3-9 0,2 1 9 16,-2-4-11-16,3 3 3 0,0-5 0 0,0 3 0 15,0-3-2-15,3 0 0 0,-3 0 0 0,0 0 0 16,3-6 10-16,0 1 0 0,-3-3-9 0,3 3 9 16,0-3 0-16,0-3 0 0,0 3 0 0,0-3 0 0,0 1 8 15,-1-6 0-15,1 0 0 0,0 0 0 0,0-3 8 16,0 1 2-16,3-9 0 0,0 3 0 0,-3-2 3 0,3-1 1 15,-3-2 0-15,0-3 0 0,3 3 7 16,-3-3 2-16,2 0 0 0,-2-2 0 0,0 2-3 16,0-2-1-16,-3 2 0 0,0 0 0 0,0-5-8 15,0 0-2-15,0 0 0 0,-3 0 0 0,-3 5-4 0,3-5-1 16,-3 2 0-16,3 1 0 0,-3 5-1 16,0 5-1-16,-3-3 0 0,3 9 0 0,-3-6-2 0,3 10-8 15,-3-1 12-15,0-1-4 0,3 8-8 0,0 0 0 0,0 0 0 16,0 0 8-16,-6 2-8 0,0 6 0 0,3 0 0 0,-3 3 0 15,0 5 0-15,3 5-11 0,-3-3 11 0,3 9-8 16,3-6 8-16,-3 5 0 0,3 1 0 0,0 2-8 16,0 0 0-16,0-5 0 0,0 5 0 0,3-5 0 15,0 2-9-15,0-2-2 0,0 0 0 0,0 2 0 16,0-5 3-16,3 3 1 0,-3-3 0 0,3-2 0 16,0 0 7-16,-3-4 8 0,3-4-13 0,0 2 5 15,0-5 8-15,0-3 0 0,3 1 0 0,-3-6-8 16,3 0 8-16,0-3 0 0,-1-5 0 0,4 0 0 15,3-2 0-15,-3-4 0 0,3-1 0 0,0-4 0 16,0 0 0-16,0-2 0 0,0 0 0 0,-4 0 0 16,4 0 0-16,0 2 12 0,-3-7-4 0,3 2 0 15,-3 0 3-15,0-5 1 0,0-5 0 0,0 2 0 16,-3-2 1-16,0 2 1 0,-1-5 0 0,1 2 0 16,-3 6-1-16,0 3 0 0,-3 5 0 0,0-1 0 15,0 1-3-15,-3 5-1 0,0 3 0 0,-3 0 0 16,3 5 1-16,-3 0 0 0,0 5 0 0,3 3 0 15,0 0-10-15,-9 0 10 0,3 3-10 0,0 2 10 16,-2 3-10-16,2 6 0 0,0-7 0 0,-3 9 0 0,3 6 0 16,0-1 0-16,0-3-9 0,3 9 9 0,-3 2 0 15,3 0-8-15,3 5 8 0,-3-2 0 0,3 0 0 0,-3-3 0 0,3 0 0 16,0-5 0-16,0 0-9 0,3-3 9 0,-3-3 0 16,0 6-9-16,3-8-13 0,-3 5-2 0,3-5-1 15,-3 0 0 1,3 0-75-16,0-3-16 0,-3 0-2 0,3 0-1 15,3-5-101-15,0 0-21 0</inkml:trace>
  <inkml:trace contextRef="#ctx0" brushRef="#br0" timeOffset="24621.488">22648 3236 1413 0,'0'0'60'0,"0"0"-48"16,6 0 117-16,-3-3 24 0,3 3 5 0,3 0 1 15,-3 0-43-15,6 0-8 0,-3 0-1 0,3 0-1 16,0-2-31-16,3 2-7 0,-3 0 0 0,0-3-1 16,2 3-38-16,1 0-7 0,-3 0-2 0,3-5 0 15,-3 2-12-15,0 3-8 0,0-5 8 0,-3 2-8 16,0 3 13-16,-3-5-1 0,0 2-1 0,0-2 0 16,-3 2 16-16,-3-2 3 0,0 0 1 0,-3 2 0 15,0-2-1-15,0 2 0 0,-3-2 0 0,-3 2 0 16,0 1-11-16,0 2-3 0,-3-3 0 0,0 3 0 0,0 3-16 15,-3-3 10-15,3 2-10 0,-3 1 8 16,4 2-8-16,-1 3 0 0,0 0 0 0,0-3-11 16,3 6 11-16,0 2-8 0,0-5 8 0,0 5-8 15,6 3 8-15,-3-3-8 0,3 3 8 0,3 0-8 0,-3 0 8 16,3 0 0-16,3 2 0 0,-3-2-8 0,6-2 8 16,0 1-8-16,0-4 8 0,3 0-8 0,0-3 8 0,3 0 0 15,0-1-9-15,3-7 9 0,0 0 0 0,2 0 0 0,4-5 0 16,0 3 0-16,3-6 0 0,0 0 0 0,-1 0 0 0,4-3 0 15,-6 1 0-15,3-6 0 0,-3 2 0 16,0-1 0-16,2 1 0 0,-2-7 0 0,3 5 8 0,-3-8-8 16,0 6 9-16,0-1 0 0,-1-2 0 0,1 0 0 15,0-5 19-15,-3-3 3 0,0 2 1 0,0-2 0 16,-3-5-4-16,-1 2 0 0,-2-3 0 0,0 4 0 16,-3 2-5-16,-3 5-2 0,0 3 0 0,-3-3 0 15,0 11-3-15,-6-3-1 0,0 5 0 0,0 0 0 16,-3 6-3-16,0 3-1 0,-3-4 0 0,0 6 0 15,0 0-13-15,-3 6 0 0,1 1 0 0,-1 1 0 16,3 3 0-16,-3 8 0 0,0-9 0 0,3 11-10 16,0 6 10-16,0-3 0 0,3 5-9 0,-3 2 9 15,6 4 0-15,-3-6 0 0,3-5-9 0,0 2 9 16,0 1 0-16,3-1 0 0,0-7 0 0,0-1 0 16,0 1 0-16,0-1 0 0,3 1 0 0,0-1 0 0,0-7-15 15,0 7 1-15,3-7 0 0,-3 2 0 16,3 0-90-16,0-5-19 0,3-2-3 0</inkml:trace>
  <inkml:trace contextRef="#ctx0" brushRef="#br0" timeOffset="25323.699">23741 3165 1949 0,'0'0'82'0,"0"0"-66"32,-6 0 85-32,0 0 17 0,0 0 3 0,0 2 1 15,-3 1-46-15,0 2-8 0,3-5-3 0,-3 3 0 0,0 2-35 0,0 3-7 0,-2-5-2 0,2 5 0 16,0 2-13-16,0-2-8 0,0 0 8 0,0 3-8 16,3-1 0-16,0 1 0 0,3-1 0 0,0 6 0 15,0-5 0-15,3 2 0 0,3 0 0 0,0 1-8 16,0 1 8-16,3-4-10 0,3 2 10 0,0 1-10 15,3-4-5-15,3-2-1 0,-1-3 0 16,1 3 0-16,3-2 16 0,0-6-9 16,0 0 9-16,0 0-8 0,0 0 8 15,0-6 0-15,-4 1 0 0,-2 0 0 0,3-1 28 16,-3-2 0-16,-3 3 1 0,3-5 0 0,-6-1 23 0,3 0 4 0,0 3 0 0,-3-7 1 16,-3 1-8-16,3 1-1 0,-3 0-1 0,-3 2 0 15,0-5-19-15,0 3-4 0,0 0-1 0,-3 0 0 16,0 2-15-16,-3-2-8 0,3 2 8 0,-3-2-8 15,-3 5 0-15,3-5 8 0,-3 5-8 0,0 0 0 16,0-2 0-16,0 2 0 0,0 5 0 0,0-5-12 16,-3 3-4-16,3 2 0 0,-2 3-1 0,-1 0 0 15,3 0-21-15,0 0-4 0,3 0-1 0,0 0 0 16,6 0-101-16,0 0-21 0,0 0-4 0</inkml:trace>
  <inkml:trace contextRef="#ctx0" brushRef="#br0" timeOffset="26224.299">23949 3175 1751 0,'27'0'36'0,"-18"0"9"0,-3 0-36 0,3-5-9 0,-3 2 0 0,0 3 0 0,0-2 140 0,-3-1 27 0,3 3 5 0,-3-5 0 16,-3 5-50-16,6-3-10 0,-3-2-3 0,-3 5 0 15,0 0-40-15,0 0-8 0,0 0-1 0,0 0-1 16,0 0-31-16,0 0-5 0,0 0-2 0,0 0 0 16,0 0-21-16,0 0 9 0,0 8-9 0,-3-3 0 15,0 3 0-15,0 0 0 0,0 0 0 16,3 0 0-1,-3 0 0-15,3 2 0 0,-3-2 0 0,3 0 0 16,0-3-25-16,3 6-3 0,0-3 0 0,0 5 0 16,3-8-22-16,0 3-5 0,2 0-1 0,-2 0 0 0,3-5 3 15,0 2 0-15,0 0 0 0,0-2 0 0,0 0 37 0,0-3 7 0,0 0 9 0,-3-3-13 16,3 0 13-16,0 1 10 0,0-1-2 0,-3-2 0 16,3 2 32-16,-4-5 7 0,1 3 1 0,0 0 0 15,0-1-5-15,-3 1-1 0,0-3 0 0,3 0 0 16,-3 0-7-16,0 0-2 0,0 3 0 0,0 0 0 15,0-3-13-15,-3 5-4 0,3-5 0 0,-3 8 0 16,0 0-16-16,0 0 10 0,0 0-10 0,0 0 8 16,0 0-8-16,0 0 0 0,3 8 0 0,0-5 0 15,0 2 0-15,-3 3 0 0,3 0 0 0,-3 0 0 16,3 5 0-16,0-5-11 0,0 0 11 0,-3 5-8 16,3-5-12-16,0 0-1 0,0 3-1 0,0-1 0 15,3-2-6-15,-3 3 0 0,3-1-1 0,0-7 0 16,3 2 11-16,-3-2 2 0,5 2 1 0,-2-5 0 15,0 0 6-15,0-5 1 0,0 2 0 0,0-2 0 16,0 2 8-16,0-7 0 0,0 2 0 0,0-3 0 16,0 1 0-16,0-1 0 0,0 3 0 0,-3-5 8 0,3 0 4 15,-4 2 2-15,1-5 0 0,3 3 0 0,-3 0 12 0,0-6 2 16,3 6 1-16,-3-8 0 0,0-3-1 0,3 3-1 16,-3-5 0-16,0-1 0 0,3 1-7 0,-3 2-2 0,3-5 0 0,-3 2 0 15,0 9-4-15,0-3-1 0,0 5 0 0,-3 0 0 16,0 5 3-16,-1 3 0 0,1 0 0 0,-3 6 0 15,0 2-1-15,0 0 0 16,0 0 0-16,0 0 0 0,0 8-15 0,0 2 8 16,-3 1-8-16,3 7 0 0,-2 1 0 0,-1 5 0 15,3-3 0-15,-3 5 0 0,3 1 0 0,-3 2 0 0,3-5 0 0,0 2 0 16,-3 1 0-16,3-1 0 0,0-2 0 0,0 2 0 16,0-2-12-16,0 5-3 0,0-5 0 0,0 2 0 15,0-2-9 1,0 5-1-16,0-7-1 0,-3 4 0 0,3-5 4 0,0-2 1 0,0-3 0 0,0-3 0 15,0 3-9-15,0-8-2 16,0 0 0-16,0-6 0 0,0-2-13 0,0 0-3 0,0 0-1 0,0 0 0 16,0 0 1-16,6-2 1 0,-3-4 0 0,0 4 0 15,0-6 28-15,-1-6 6 0,-2 7 1 0,0-7 0 16,0 1 12-16,-2 3 10 0,-1-6-2 0,0 2 0 16,0-1 16-16,0-4 2 0,-3 0 1 0,3 4 0 15,-3 1 10-15,3-2 3 0,-3 3 0 0,3 0 0 16,0 2-1-16,3 1 0 0,-3 2 0 0,6 0 0 15,-3 0-7-15,3 3-2 0,3 2 0 0,0-5 0 16,0 3-7-16,3 2-2 0,0-2 0 0,-1 2 0 16,4 1-2-16,-3-4-1 0,3 6 0 0,0-2 0 15,0-1-10-15,3-2-8 0,-3 2 9 0,0 3-9 0,3-5 0 0,-1 2 0 0,1-2 0 0,3 2 0 32,0-2-29-32,-3 5-9 0,3-8-2 0,0 8 0 15,0-5-161-15,-1 2-33 0</inkml:trace>
  <inkml:trace contextRef="#ctx0" brushRef="#br0" timeOffset="32300.222">13031 5099 1824 0,'-6'2'38'0,"0"4"8"15,6-6-37-15,0 0-9 0,-6 0 0 0,6 0 0 16,0 0 104-16,0 0 20 0,0 0 3 0,0 0 1 15,0 0 0-15,0 0 0 0,0 0 0 0,0 0 0 16,0-3-103-16,3-2-25 0,3 2 0 0,0-2 0 16,6 2 32-16,0-2 0 0,0 2 1 0,3-2 0 15,0 2-1-15,-1 1-1 0,4-1 0 0,0 0 0 16,-3 3-31-16,0-2-8 0,3 2-1 0,-3 2 0 0,-3-2 9 0,-1 3 12 16,-2 2-2-16,0-2-1 0,-3 2-9 0,0 1 0 15,0 2 0-15,0-1 0 0,-6 1 0 0,3 0 0 0,-3 3 0 16,-3-3 0-1,0 0-49-15,0 2-12 0,-3-2-3 0,0 3 0 0,0-3 52 16,-3 2 12-16,0-2 0 0,1 0 0 0,-1 0 0 0,0 0 0 16,0-3 0-16,3 1 0 0,-3-1 0 0,0 0 0 15,3 1 0-15,0-4 0 0,6-2 0 0,0 0 0 0,0 0 0 0,0 0 0 16,0 0-10-16,0 0 1 0,0 0 0 0,6 6 0 16,0-1 9-16,3-2 0 0,0-1 0 15,0 1 8-15,3-3 0 0,-3 2 1 0,2 1 0 0,-2 0 0 16,3-1-9-16,-3 1 0 0,0-3 0 0,0 3 0 15,0 5 0-15,0-8 0 0,-3 2 0 0,3 1 0 16,-3 2 0-16,-3 1 0 0,3-1 0 0,-3 0 0 16,0 3 0-16,0 0 0 0,0 0 0 0,-3 0 0 15,0 2 0-15,0 1 0 0,-3 2 0 0,0 0 0 16,0 1 16-16,0-1 12 0,-3 0 1 0,0 3 1 16,-3-3-30-16,0 1 0 0,0 1 0 0,-3-1 0 15,0 1 0-15,0-1 0 0,-3-4 0 0,1 4 0 16,-4-1 8-16,0-3-8 0,-3 1 0 0,0 0 9 15,0-4 18-15,3 1 3 0,-2 0 1 0,2-2 0 16,0 2-31-16,3-3 0 0,0 0 0 0,0 0 0 16,3 1 0-16,0-4-8 0,3 1-1 0,1 0 0 15,2-1 9-15,0-2 12 0,6 0-2 0,0 0-1 16,0 0-109-16,0 0-23 0,0 0-4 0</inkml:trace>
  <inkml:trace contextRef="#ctx0" brushRef="#br0" timeOffset="32546.135">13632 5514 2795 0,'0'0'58'0,"0"0"14"0,0 0-57 0,0 0-15 0,0 0 0 0,0 0 0 16,0 0 105-16,0 0 19 0,0 0 3 0,0 0 1 15,0 0-52-15,0 0-9 0,0 0-3 0,0 0 0 16,0 0-51-16,0 0-13 0,0 0 0 0,0 0 0 16,0 0 0-16,0 0 0 0,0 0 0 0,0 0 0 15,0-2-48-15,3-4-13 0,0 1-3 0</inkml:trace>
  <inkml:trace contextRef="#ctx0" brushRef="#br0" timeOffset="36352.647">15478 5194 1580 0,'0'0'67'0,"0"0"-54"16,0 0 104-16,0 0 21 0,0 0 4 0,0 8 1 15,0-3-75-15,0 3-16 0,0 0-2 0,0 3-1 16,0-1-39-16,0 4-10 0,0-4 0 0,0 6 0 15,-3-3 0-15,0 6 0 0,3-1 0 0,-3 1 0 16,0 2 0-16,0 3 0 0,0 0 0 0,0-1 0 16,0 1 0-16,3-3 0 0,0-2 0 0,-3-1 0 15,3 1 0-15,0-3 0 0,-3-3 0 0,3 0 0 16,0-2 0-16,-3 0 0 0,3-1 0 0,0-2 0 16,0-3 32-16,0 1 4 0,0-6 0 0,0 0 1 15,0 0-8-15,0 0-1 0,0 0-1 0,0 0 0 16,0 0 29-16,0-6 7 0,-3-2 1 0,3-2 0 0,0-3 0 15,0-3 0-15,0 0 0 0,0-5 0 16,0-3-52-16,0-3-12 0,3-4 0 0,-3 2 0 16,3-1 0-16,0 1 0 0,0 0 0 0,3 3 0 15,-3-1 54-15,3-2 8 0,0 3 2 0,3-3 0 0,-3 2-52 16,3-2-12-16,0-3 0 0,2 3 0 0,-2 3 8 16,3-1-8-16,0 3 11 0,0 3-11 0,0 3 0 0,0 5 0 15,0-3 0-15,0 8-12 0,3-3 12 0,-6 6 16 16,2 0-3-16,-2 2-1 0,0 0-12 0,0 3 0 0,0 0 0 0,0 6 0 15,0-4 0-15,-3 3 0 0,0 6 0 0,0-3 0 16,0 3 0-16,-3 2-10 0,0 3 10 0,0 0-12 16,-3 2-5-16,-3-2-2 0,3 3 0 0,-3-1 0 15,-3-2-4-15,0 2-1 0,0-2 0 0,0 0 0 16,-3-3 10-16,0 1 2 0,0-1 0 0,-3-3 0 16,3 1-8-16,-3-3-2 0,1 0 0 0,-1 0 0 15,3-3-30-15,-3 3-5 16,3-5-2-16,3 2 0 0,0-5-206 0,6 0-42 0</inkml:trace>
  <inkml:trace contextRef="#ctx0" brushRef="#br0" timeOffset="37521.076">16115 5149 1364 0,'0'0'28'0,"0"0"7"0,0-5-35 0,0 5 0 0,3-5 0 16,-3-1 0-16,0 1 116 0,3 0 17 0,-3-1 3 0,0-2 1 16,3 3-22-16,-3 0-5 0,0 0-1 0,3-3 0 15,-3 2-19-15,0-2-4 0,0 3-1 0,0-3 0 16,-3 0-16-16,3 3-3 0,0-6-1 0,-3 6 0 16,0-3-25-16,0 3-6 0,0 2-1 0,0-5 0 15,0 3-7-15,-3 0-2 0,0 2 0 0,0 0 0 16,0 1-12-16,0-1-2 0,0 3-1 0,-3 0 0 15,0 0-24-15,3 0-5 0,-6 3 0 0,3-1-1 16,1 4 21-16,-1-1 0 0,-3 3 0 0,3 0 0 16,-3 0 0-16,3 2 0 0,0 1 0 0,0 2 0 15,0 0 0-15,0 1 0 0,0 1 0 0,3 1 0 16,0-2 0-16,0-1 0 0,3-3 0 0,1 4 0 16,-1-4-56-16,3 3-6 0,-3-5-2 0,3 3 0 15,0-3 52-15,0 0 12 0,3 0 0 0,-3 0 0 16,0-3 0-16,3 6 0 0,-1-9 0 0,-2 4 0 15,0-6 0-15,3 5 0 0,-3-5 0 0,3 8 0 16,0-3-54-16,-3 0-8 0,0-5-2 0,3 8 0 16,0-2 52-16,-3-6 12 0,3 5 0 0,-3-5 0 15,3 5 0-15,0 0 0 0,-3-5 0 0,6 6 0 0,-6-6 0 16,6 2 0-16,0-2 0 0,-3 3 0 16,3-3 0-16,0 0 0 0,0-3 0 0,3 3 0 0,-3-2 0 0,3-1 0 15,-3-2 0-15,3 2 0 0,0-2 0 0,-3 0 8 16,2-1 0-16,1 4-8 0,0-9 52 0,-3 6 4 0,3-3 1 15,-3-3 0-15,0 1-45 0,0-1-12 0,0-2 0 16,0 0 0-16,-3-1 53 0,3 1 9 16,-3 0 2-16,0 2 0 0,0-2-52 0,0 3-12 0,0-1 0 15,-3 0 0-15,3 3 0 0,-3 0 0 0,3 1 0 0,-3-1 0 16,3 5 0-16,-3 3 0 0,0 0 0 0,0 0 0 16,0 0 54-16,0 0 8 0,0 0 2 0,0 0 0 15,0 0-103-15,0 5-20 0,0 1-4 0,0 4-1 16,3-2 80-16,-3 3 15 0,0-1 3 0,3 3 1 15,-3-2-35-15,0 2 0 0,3-2 0 0,0 2 0 16,-3-2 0-16,3 2-17 0,0-3 3 0,0 1 1 16,0 0-7-16,3-3 0 0,-4 0-1 0,1-1 0 15,3-1 6-15,-3-1 2 0,3 0 0 0,0 1 0 16,0-6 13-16,0 0 0 0,0 0 0 0,0 0-9 16,0 0 9-16,0 0 0 0,0-8 8 0,0 5-8 15,0 0 0-15,0-2 8 0,0 0-8 0,3 2 0 16,-6-5 12-16,3 6-3 0,-3-9 0 0,3 3 0 15,-3-3-9-15,0 4 0 0,2-4 0 0,-2 0 0 16,0 3 33-16,3-7 5 0,-3 1 1 0,3 1 0 0,0 0-24 16,3-3-5-16,-3 0-1 0,3 0 0 0,0 0-9 15,0 3 0-15,3 0 0 0,-3 0 0 0,3-1 8 0,0 4-8 0,-3-1 8 16,2 3-8-16,-2 3 0 0,0 0 0 0,0 2 0 0,0-2-11 16,-3 2 11-16,3 1 0 0,-3-1 0 0,0 3 0 15,-3 3 0-15,3-3 0 0,-3 2 0 0,0 6-8 16,0-5 8-16,-3 5-12 0,3 0 12 15,-3 0-12-15,0 2 0 16,0 1 0-16,0-1 0 0,3 6 0 0,-3-5-3 16,0 2-1-16,0 0 0 0,0 0 0 0,0 3 0 0,0-5 0 0,0 0 0 15,0 4 0-15,0-4 0 0,0 0 0 0,3-1 0 16,-3 1 0-16,0-1-1 0,3 1-1 0,-3-3 0 0,3 2 0 16,0 1 4-16,0 0 1 0,0-9 0 0,0 6 0 15,0 0 0-15,3-3 0 0,-1 1 0 0,-2 2 0 16,3-8 13-16,0 2 0 0,0 1 0 0,0 0 0 15,0-1 0-15,0-2 0 0,3 0 0 0,-3 0 0 16,3 0 0-16,-3 0 0 0,3 0 0 0,3-2 0 16,-3-1-122-16,3 0-22 0,0 1-4 15</inkml:trace>
  <inkml:trace contextRef="#ctx0" brushRef="#br0" timeOffset="39371.843">16954 5099 1957 0,'-3'-8'82'0,"0"3"-66"16,3-1 105-16,-3-2 21 0,0 3 4 0,0-3 1 15,0 3-63-15,0-3-13 0,0-3-3 0,-3 3 0 16,3 0-14-16,0 3-3 0,-2-5-1 0,-1 2 0 16,0 2-24-16,0-2-5 0,0 3-1 0,-3-3 0 15,0 0-20-15,0 6 0 0,0-4 0 0,0 4 0 16,-3-1 56-16,0 3 6 0,0 0 2 0,-3 3 0 16,1-1-52-16,-1 4-12 0,3-1 0 0,-3 3 0 15,3 2 0-15,-3 4 0 0,3 4 0 0,0-5 0 16,3 6-48-16,0-1-13 0,3 1-3 0,4-1 0 15,-1 1 52-15,3 0 12 0,3-4 0 0,-3 1 0 16,5-2-54 0,4-1-8-16,0 0-2 0,0-2 0 0,3-4 52 0,3 1 12 0,0 0 0 0,0-2 0 15,0 2-54-15,3-8-8 0,-4 2-2 0,1 1 0 16,0-3 64-16,-3 0 0 0,0-3 16 0,0 3-3 16,-3-2-13-16,0-4 8 0,0 4-8 0,0-1 0 15,-3-2 31-15,0-3 0 0,-3 2 0 0,2 1 0 0,-2-3 5 16,0 0 2-16,0 0 0 0,-3 0 0 0,3 1-14 0,0-1-2 15,-3 0-1-15,3 0 0 0,-3 2-11 0,0 1-2 16,3 2-8-16,-3 3 12 0,0 0-12 0,0 0 0 0,0 0 0 16,0 0 0-1,0 0 0-15,0 0 0 0,0 0 0 0,3 8 0 0,0-2 0 0,0 2 0 0,0 0 0 0,0 0 0 16,0 2-11-16,0-2 11 0,0 3-10 0,0-1 10 16,0-2-20-16,3 3 3 0,-3-3 0 0,0 0 0 15,3-3-5-15,-3 3-1 0,3-3 0 0,0-2 0 16,-3 2 23-16,3-2 0 0,0-1 0 0,-3 4 0 15,3-6 0-15,0 0 0 0,0 0 0 0,-1 0 0 16,1-6 0-16,0 4 0 0,0-4 0 0,0 1 0 16,0 0 0-16,0-3 0 0,0 3 0 0,0-6 0 15,0 0 47-15,0 1 13 0,-3-3 4 0,3-3 0 16,0 0-52-16,-3-5-12 0,3 0 0 0,-3-1 0 16,3-7 54-16,-3 3 8 0,3-6 2 0,-3 3 0 15,3 5-52-15,-3-2-12 0,0 4 0 0,-3 4 0 16,3-6 37-16,-3 11 5 0,0-6 1 0,0 6 0 15,0 0-24-15,0 0-5 0,-3 2-1 0,0 1 0 16,3 2-4-16,-3 0-1 0,3 2 0 0,-3 4 0 16,3 2-8-16,0 0 0 0,0 0 0 0,0 0 0 15,0 0 0-15,0 0 0 0,0 2 0 0,-3 6 0 16,3 3 0-16,3-1 0 0,-3 4 0 0,0-1 0 0,3 0 0 0,0 0-16 16,0 1 4-16,3 4 1 0,-3 1-10 0,-1-1-3 15,1 3 0-15,3 3 0 16,-3 0-11-16,3 0-2 0,0-3-1 0,0 0 0 15,0 0-2-15,0-7 0 0,0-1 0 0,-3 0 0 0,3-2 25 16,0-3 5-16,-3-3 1 0,3 0 0 0,0 0 9 16,-3-5-12-16,3 0 12 0,-3 0-12 0,3 0 12 0,0-8 16 15,-3 1-4-15,3-1-1 0,-3-3 7 0,3 0 2 0,0-4 0 0,-4 1 0 16,1-2 9-16,3-2 3 0,-3-1 0 16,0 6 0-16,0-8-32 0,0 5 8 0,0-5-8 0,0 5 0 15,-3-2 42-15,3 7 6 0,-3-8 0 0,3 6 1 16,-3 3-31-16,0-4-6 0,0 6-2 0,0 1 0 15,0-1-10-15,0 2 10 0,0 1-10 0,0 5 10 16,0 0-10-16,0 0 0 0,0 0 0 0,0 0 0 16,0 0 0-16,3 5 0 0,-3 6 0 0,0-6 0 15,3 3 0-15,-3 3 0 0,0 2 0 0,0-2 0 16,0 4 0-16,0 1 0 0,0 0 0 0,3 5 0 16,-3-2 0-16,0 2 0 0,3 3-10 0,-3-3 10 15,3 0-11-15,-3 0 11 0,3 0-12 0,-3-2 12 16,3 0-23-16,-3-1 3 0,3-2 0 0,-3 2 0 15,3-7-11-15,0 2-1 0,0 0-1 0,0-2 0 16,0 0 33-16,0-1 0 0,0-2 0 0,0 0 0 16,3-3-14-16,-3 1 4 0,0 2 1 0,3-3 0 15,0 0 9-15,0-2 0 0,0 0 0 0,0-1 0 16,2 1 0-16,1-1 0 0,0 1 0 0,0 0-8 16,0-3 0-16,0 2 0 0,0-2 0 0,3-2 0 15,-3 2 21-15,3-3 5 0,0 3 1 0,-3-3 0 0,3 1-19 16,-1-1 0-16,1-2 0 0,-3 2 0 0,3-2 0 15,0 0 0-15,-3-1 0 0,3 1 0 16,-3 0 0-16,0-3-14 0,0 3 2 0,0-1 1 0,-3-2 11 0,0 0 14 16,2 0-3-16,-2-2-1 0,0 2-10 0,-3-3 0 0,3 1 0 0,-3-1 0 15,0 1 34-15,0 2 2 0,-3-3 0 0,3 0 0 16,-3 4-20-16,-3-4-4 0,3 3-1 0,-3-3 0 16,3 3-3-16,-3 3 0 0,0-3 0 0,0 3 0 15,-3 2 1-15,3-5 0 0,-3 6 0 0,0-1 0 16,1 0-9-16,-1 3 0 0,0-2 0 0,-3 4 0 15,3 1 0-15,-3 2 0 0,0 3 0 16,0-5 0-16,0 5 0 16,0 2 0-16,0-2 0 0,0 6 0 0,0-6-21 15,3 5-7-15,0 0 0 0,0-2-1 16,3 2-5-16,0 0-1 0,3-2 0 0,-2-1 0 0,2 1 35 0,2-3 0 0,1 0 0 0,3 0 0 16,0 0 0-16,0-3 0 0,3 3 0 0,-3-3 0 0,3 0 0 15,0 1 0-15,3 2 0 0,0-8 0 16,-3 2 0-16,3-2 0 0,0 3 0 0,0-3 0 15,-1-3 0-15,1 3 0 0,0-2 0 0,0-4 0 16,0 1 0-16,-3 0 0 0,3-3 0 0,-3 0 0 16,0 3 0-16,0-9 0 0,-3 1 0 0,3 0 0 15,-3-3 0-15,2-2 0 0,-2-1 0 0,0-5 0 16,3 0 30-16,-3-5 13 0,3-2 2 0,-3-1 1 0,0 3-22 0,0 2-5 16,0 1-1-16,0-1 0 0,-3 3-18 0,3 6 0 0,-3-9 0 15,0 6 0-15,0 3 0 0,-3-1 0 0,0 1 0 0,-3-1 0 16,0 3 55-16,0 3 7 0,0 3 2 0,0-1 0 15,0 6-52-15,-3-1-12 0,3 6 0 0,3 0 0 16,-6 6 0-16,0 4 0 16,0 1 0-16,0 5 0 0,0 0 0 0,0-1 0 0,3 4 0 0,3 2 0 15,-3-2 0-15,3 2 0 0,0-3 0 0,3 6 0 16,-3 3 0-16,3 2 0 0,3 5 0 0,-3-5 0 16,3 0 0-16,-3 0 0 0,3 1 0 15,0-4 0-15,0-2 0 0,-3-3 0 0,3-2 0 0,0-1 0 31,0-5-48-31,0 0-13 0,0-2-3 0,0 0 0 16,-3-1-51-16,3-2-10 0,0-3-3 0</inkml:trace>
  <inkml:trace contextRef="#ctx0" brushRef="#br0" timeOffset="39892.574">18591 5006 2310 0,'0'0'48'0,"0"0"11"0,0 0-47 0,0 0-12 0,0 0 0 0,0 0 0 15,0 0 104-15,0 0 20 0,0 0 3 0,0 0 1 16,0 0-52-16,0 0-9 0,0 0-3 0,0 0 0 16,0 0-51-16,6 8-13 0,-3-5 0 0,0 5 0 15,0 2 0-15,0 6 0 0,0 0 0 0,0 0 0 16,-3 2 18-16,3 1 1 0,0 0 0 0,-3-1 0 15,3 1-19-15,0-1 0 0,-3 1 0 0,3-1 0 16,-3-2-12-16,0 0-5 0,3 0-2 0,-3 0 0 16,0-6-87-16,3 1-18 0,-3-1-3 15</inkml:trace>
  <inkml:trace contextRef="#ctx0" brushRef="#br0" timeOffset="40073.26">18698 4929 2437 0,'-5'-18'69'0,"-4"-1"15"0,3 1-67 16,0-1-17-16,0 1 0 0,3 2 0 0,0 0 70 0,0 0 10 0,3 3 3 0,-3 0 0 15,3 2-67-15,3-2-16 0,0 8 0 0,0-6 0 16,0 3 0-16,0 0 0 0,3 3 0 0,0 2 0 31,0 3-201-31,3 0-44 0,-4 3-9 0</inkml:trace>
  <inkml:trace contextRef="#ctx0" brushRef="#br0" timeOffset="40494.258">18847 4916 1918 0,'-3'13'40'0,"3"-13"9"0,0 6-39 0,0-1-10 0,0 0 0 0,3 3 0 16,-3-2 106-16,3 2 19 0,-3 2 4 0,3-5 1 16,0 3-54-16,3 0-10 0,-3 3-2 0,3 2-1 15,-3-2-24-15,3 2-5 0,-3 0-1 0,3 0 0 16,-3 1-21-16,3 1-12 0,-3 1 12 0,3-2-12 15,-3 1 9-15,0-1-9 0,0-1 0 0,0 5 9 16,-3-7-9-16,0 2 0 0,0-2 0 0,0 2 0 16,0-5 0-16,0 3 0 0,0-3 0 0,-3-1 0 15,3-1-8-15,0 2 8 0,0-8 0 0,0 8 0 16,0-8 0-16,0 0 0 0,0 0 0 0,0 0 0 16,0 0 0-16,0 0 0 0,0 0 0 0,3-8 0 15,0 5 0-15,3-2 0 0,-3-1 8 0,0 1-8 16,3-3 12-16,0-2 1 0,0-1 0 0,-4-2 0 15,4 2 11-15,0-2 1 0,0 2 1 0,0-7 0 0,0 5 2 16,3-3 0-16,-3 0 0 0,3-3 0 0,-3 6-4 0,3-3-1 16,3 3 0-16,-3 0 0 0,0 2-6 0,3 1-1 15,-3 2 0-15,2 2 0 0,-2 4 0 0,3 2-1 16,-3 0 0-16,0 5 0 0,0 0-15 0,-3 6 8 0,0 2-8 0,0-2 0 16,0 7 0-16,-3-7 0 0,0 5 0 0,0 2 0 15,0-2 16-15,-3 0-4 0,0 0 0 0,0-3 0 16,0 3-27-16,0-3-5 0,0 0-2 0,0 1 0 31,0 2-89-31,0-8-17 0,0 5-4 0</inkml:trace>
  <inkml:trace contextRef="#ctx0" brushRef="#br0" timeOffset="40715.417">19404 5263 2553 0,'0'0'53'0,"0"0"12"0,3-3-52 0,3 1-13 0,0 2 0 0,0-6 0 16,3 4 105-16,0-1 19 0,3-2 3 0,-4 5 1 15,4-3-52-15,3 0-9 0,-3 1-3 0,3 2 0 16,0-3-51-16,-3 3-13 0,3-3 0 0,-3 1 0 16,0 2 21-16,-1-3 2 0,1 1 0 0,-3-1 0 0,0 0-37 15,0 1-7-15,0-1-2 0,0 0 0 16,-3 1-84-16,3 2-17 0,-3-3-3 0</inkml:trace>
  <inkml:trace contextRef="#ctx0" brushRef="#br0" timeOffset="41507.358">20612 4988 1792 0,'0'8'51'0,"0"5"10"0,0-3-49 16,3 4-12-16,-3 4 0 0,0-5 0 0,3 6 54 0,0-1 8 0,-3 4 2 0,3-1 0 15,0-3 0-15,0 4 0 0,0-4 0 0,0 3 0 16,0-5-52-16,0 3-12 0,0-4 0 0,0 7 0 16,0-9 0-16,0 5-15 0,0-2 3 0,0 0 1 15,0 0 11-15,0 0 16 0,-3 0-4 0,3-3-1 16,-3 3-11-16,0-8 0 0,3 2 0 0,-3-2 0 15,0-2 50-15,0-6 8 0,0 0 2 0,0 0 0 16,0 0 6-16,0 0 2 0,-3-6 0 0,-3 1 0 16,3-3-55-16,0-2-13 0,3-1 0 0,-3-2 0 15,0-3 54-15,3 0 8 0,-3 0 2 0,3-2 0 16,0-1-52-16,0 1-12 0,0 2 0 0,3-6 0 16,0 1 0-16,0 0 0 0,0-3 0 0,0-2 0 15,3-1 54-15,0-7 8 0,0 0 2 0,3 2 0 16,0 0-52-16,0 6-12 0,0-3 0 0,3 7 0 15,-1 1 0-15,1 8 0 0,3-3 0 0,0 3 0 16,-3 5 0-16,6-3 0 0,-3 3 0 0,0 3 0 16,-3 0 0-16,-1 0 0 0,1 2 0 0,0 3 0 15,-3 0 0-15,0 3 0 0,0-1 0 0,-3 1 0 16,0 2 0-16,0 3 0 0,-3 0 0 0,0 3 0 16,-3-1 0-16,0 1 0 0,0 2 0 0,-3 0 0 15,0 6 0-15,-3-3 0 0,-3 2 0 0,0 1 0 16,-3-1 0-16,0 3 0 0,0-2 0 0,-2-1 0 15,-4 1 0-15,3-3 0 0,-3-3 0 0,-3 3 0 16,6-6-48-16,-3 1-13 0,3-3-3 0,1 0 0 16,2 0-51-16,6-3-10 0,-3 0-3 0</inkml:trace>
  <inkml:trace contextRef="#ctx0" brushRef="#br0" timeOffset="43187.642">21252 5057 2508 0,'3'-6'71'0,"0"1"16"0,3-3-70 0,-3 3-17 0,3-3 0 0,-3 2 0 15,0 1 106-15,3-5 18 0,-3 2 3 0,0 0 1 16,0 0-103-16,-3 0-25 0,3 0 0 0,0 0 0 16,-3 0 56-16,0 0 7 0,0 0 1 0,-3 0 0 15,0 3-52-15,0-3-12 0,0 3 0 0,-3-1 0 16,0 1 54-16,-3 0 8 0,0 0 2 0,0-1 0 15,-2 4-52-15,-1 2-12 0,0-3 0 0,0 3 0 16,-3 0 0-16,3 0 0 0,-3 3 0 0,3-1 0 16,0 1-48-16,0 2-13 15,4 0-3-15,-1 3 0 0,0 3 52 0,6-6 12 0,-3 3 0 0,6 3 0 16,0-1-54-16,0 1-8 0,3 0-2 0,3 2 0 16,0-3 0-16,3 1 0 0,-1 2 0 0,4-2 0 15,-3-3 12-15,3 0 3 0,0 2 0 0,0-7 0 16,-3 0 11-16,0 2 2 0,0-5 1 0,0 2 0 15,-3-2 44-15,3 0 9 0,-3 0 2 0,-3-2 0 16,2-1-20-16,-5 3 0 0,3-2 0 0,0-1 0 16,0 0 55-16,0-2 7 0,0 0 2 0,0 2 0 0,0 0 0 15,0 1 0-15,0-1 0 0,-3 3 0 0,6-3-52 0,-3 3-12 0,3-2 0 16,0 4 0-16,0-2 0 0,0 6 0 0,0-4 0 0,0 4 0 16,0-1 0-16,0 0 0 0,3 3 0 15,-3 0 0-15,3 0 0 0,-3 0 0 0,0 0 0 16,2-3 0-16,-2 3 0 0,0-3-18 0,3 3 4 0,-3-5 1 15,0 2 21-15,0-2 4 0,0 0 0 16,0-1 1-16,-6-2-13 16,3 0 0-16,-3 0 0 0,6-2 0 0,-6 2 0 0,6-3 0 15,-3-2 0-15,0 2 0 0,0-5 0 0,0 3 0 0,0-3 0 0,0-3 0 16,-3 3 0-16,3-2 0 0,0-1 0 0,0 3 0 16,0-8 54-16,0 6 8 0,0-1 2 0,0-5 0 15,3 3-52-15,0 5-12 0,0-8 0 0,-1 6 0 16,1-1 0-16,0 0 0 0,0 1 0 0,0 2 0 15,3 0 0-15,0 0 0 0,-3 3 0 0,3 0 0 16,0-1 0-16,-3 4 0 0,3-1 0 0,0 3 0 16,-3 0 0-16,0 0 0 0,0 0 0 0,-6 0 0 15,6 0 0-15,0 3 0 0,-3 2 0 0,-1 0 0 16,1 0 0-16,0 3 0 0,-3 3 0 0,3-3 0 16,-3 2-35-16,0 4-9 0,0-1-3 0,3 0 0 15,-3 3 24-15,0-3 5 0,3 3 1 0,-3 0 0 16,3 0-38-16,0 0-7 0,3-3-2 0,-3 0 0 15,3-2 30-15,-3-1 6 0,3 1 0 0,0 0 1 16,3-6 43-16,-3 3 9 0,3-6 2 0,0 6 0 16,3-8-51-16,-3 0-9 0,3 0-3 0,2 0 0 15,-2 0 36-15,3-8 17 0,-3 6-1 0,0-3-1 0,3-1 5 16,-3-2 0-16,3 0 1 0,0 0 0 0,0-2 35 0,2-3 6 16,-2-1 2-16,3-1 0 0,-3 1-52 0,3-2-12 15,-3 3 0-15,0-3 0 0,0 0 54 0,-4 3 8 16,1-3 2-16,-3 3 0 0,0 2-52 0,0-2-12 15,-6 3 0-15,0-1 0 0,0 3 54 0,-3 0 8 0,-3 3 2 16,0-6 0-16,-3 3-52 0,-3 3-12 0,0-3 0 0,-3 6 0 16,0-1 0-16,-2-5 0 0,2 5 0 0,-3 3 0 15,-3-2 0-15,6 4 0 0,-3-2 0 16,3 3 0-16,0 0 0 0,0 2 0 0,3 0 0 0,1 0-10 16,2 1-2-16,0 2-1 0,0 0 0 0,6 0 0 15,-3 0-3-15,6 2-1 0,-3-2 0 0,6 3 0 16,0-3-11-16,0 2-1 0,0 1-1 0,2-3 0 15,1 0 30-15,0-3 0 0,3 0 0 0,-3 3 0 16,3-5 0-16,0-3 0 0,-3 0-8 0,3 0 8 16,0 0 0-16,-3-3 0 0,3 3 0 0,-4-5 0 15,1 0 0-15,0-1 0 0,0 4 0 0,0-4 0 16,-3 1 0-16,3 0 0 0,-3 2 0 0,3-5 0 16,-3 3 0-16,3 2 0 0,-3-2 0 0,0 2 0 15,0 1 0-15,-3-1 0 0,0 3 0 0,-3 0 0 16,0 0 0-16,6 0 0 0,-6 0 0 0,3 3 0 15,0-1 0-15,0 4 0 0,-3 1 0 0,3-1 0 16,-1 2 0-16,-2 2 0 0,3-2 0 0,0 3 0 16,-3 2 0-16,3 0 0 0,0 3 0 0,0-5 0 15,0 2 0-15,0 0 0 0,3 0 0 0,-3 3 0 16,3-8-51-16,0 3-10 0,-3-1-3 0,3 1 0 0,0-3 52 0,0-3 12 0,0 1 0 16,0-4 0-16,3 1 0 0,-3-1 0 0,0-2 0 0,3-2 0 15,-3-1 0-15,0 1 0 0,2-4 0 16,-2-2 0-16,0 0 0 0,3-8 0 0,-3 6 0 0,0-6 0 15,0 0 0 1,0-2 0-16,0-1 0 0,0-2 0 0,0 2 48 0,-3 1 13 0,3-1 3 0,-3-2 0 16,3 8-19-16,-3-8-3 0,0 5-1 0,0 0 0 15,0-2-17-15,0-1-4 0,0 0-1 0,0 1 0 16,0-1-8-16,-3-2-2 0,3-3 0 0,-3 6 0 16,0-3-1-16,-3 5-8 0,3 0 12 0,-3 3-4 15,0 2-8-15,0 1-17 0,0 2 4 0,0 5 1 16,3 3 12-16,0 0 0 0,-6 8 0 0,0 3 0 15,3-1 0-15,-3 6 0 0,0 3 0 0,3 2 0 16,0-3 0-16,3 1 0 0,-3-1 0 0,6 1 0 16,-3-3 0-16,3 0 0 0,3-1 0 0,-3 1 0 15,3-2-54-15,3-1-8 0,-3-3-2 0,3 4 0 16,0-6 64-16,0 2 0 0,2-2 0 0,-2 0 13 16,3-5-13-16,0 2 0 0,-3-2 0 0,3-1 0 15,0-2-11-15,-3-2 11 0,3-1-10 0,0-2 10 16,0 2 0-16,-3-8 0 0,-1 3 0 0,1 1 0 15,-3-4 0-15,3 0 0 0,-3-2 0 0,0 0 0 16,0-3 45-16,0-3 15 0,0-2 4 0,-3 3 0 16,3-11-52-16,0 0-12 0,-3-3 0 0,3 0 0 0,0 3 13 0,0 0 0 15,0 2 0-15,-3 1 0 0,3 2-13 16,-3 8 11-16,0-5-11 0,-3 8 10 0,0 2-2 0,0 1 0 16,0 2 0-16,-3 2 0 0,3 6 0 0,0 0 0 0,0 0 0 0,0 0 0 15,-6 6-8-15,0-1 0 16,0 3 0-16,0 5 0 15,-3-2 0-15,3 7 0 0,0 1 0 0,0 7 0 0,3-2-9 0,0 5 9 0,0 3 0 16,0 2 0-16,3-2-8 0,0 0 8 0,0 0 0 16,3-1 0-16,0-4-12 0,-3-3 4 0,3-3 8 0,0 0-13 15,3-2-6-15,-3 2-1 0,0-3 0 0,3 1 0 16,-3-3-35 0,3 2-7-16,0-7-2 0,-3-1 0 0,3 1-153 0,0-6-31 15,3 0-7-15</inkml:trace>
  <inkml:trace contextRef="#ctx0" brushRef="#br0" timeOffset="43813.076">22720 4895 1398 0,'0'-8'59'0,"3"6"-47"15,-3 2 106-15,0-6 22 0,3 4 4 0,-3 2 0 16,3-3-50-16,3 3-10 0,-3-5-3 0,3 5 0 16,0 0-24-16,3 0-5 0,-3 0 0 0,2 0-1 15,4 0-3-15,0 5 0 0,3-5 0 0,-3 3 0 16,3-3 1-16,-3 2 0 0,3-2 0 0,0 3 0 15,-3-3-19-15,-1 0-4 0,4 0-1 0,-3-3 0 16,-3 3-10-16,3-2-3 0,-3-1 0 0,-3 3 0 16,3-5 24-16,-3 2 4 0,-3 0 0 0,3-2 1 15,-6 5 6-15,0-5 1 0,3-1 0 0,-3 6 0 0,-3-5-9 16,3 0-2-16,-3-3 0 0,0 5 0 0,0-2-17 0,-3 2-4 0,0-2-1 16,-3 2 0-16,3 1-15 0,-3 2 8 0,0 0-8 0,0 2 0 15,-3 1 0-15,0 0 0 0,4 2 0 0,-4 0 0 16,3 6 0-16,-3-6-10 0,3 3 10 0,0 0-12 15,3 8-1-15,0-8-1 16,3 5 0-16,0 3 0 0,0-3-3 0,6 6-1 16,0-1 0-16,0 1 0 15,3-3-6-15,3 2-2 0,0-2 0 0,0 0 0 0,0-5 7 0,3-1 2 0,-1-2 0 16,1 0 0-16,3-5 17 0,0-1-12 0,0-2 12 16,3-2-10-16,0-1 10 0,0-5 0 0,2-3 0 0,1 1 0 15,0-3 0-15,0-3 0 0,3 0 0 0,3-3 0 16,-7 1 0-16,4-1 0 0,-3 6 0 0,-3-11 8 15,3 6 12-15,-6-1 4 0,2-2 0 0,-2 0 0 16,-3-6 11-16,0 1 2 0,0-6 1 0,-3-2 0 16,0 2-9-16,0-2-1 0,-3-1-1 0,0 1 0 15,-3 7-3-15,0-2 0 0,0 5 0 0,-3 3 0 16,-3 3-8-16,3 2-3 0,-6 3 0 0,3-1 0 16,-3 9-1-16,3-5-1 0,-3 4 0 0,0 4 0 15,6 2-11-15,-9 2 0 0,3 4 0 0,-3 4 0 16,0-2 0-16,-3 3 0 0,3 2-10 0,0 5 10 15,1 6 0-15,-1 5-9 0,3-2 9 0,-3 7 0 16,3 1 0-16,3-1 0 0,-3 0 0 0,0 1-8 16,3-6 8-16,3-3 0 0,-3 1 0 0,3-9 0 15,0 4 0-15,0-4 0 0,3 3 0 0,-3-2-8 16,0-1-13-16,3-2-3 0,-3 3 0 0,3-3 0 16,0-3-68-16,0 0-15 0,0 0-2 0,0-5-1 15,6 0-124-15,0-3-25 0</inkml:trace>
  <inkml:trace contextRef="#ctx0" brushRef="#br0" timeOffset="45405.427">23705 4869 2437 0,'0'0'69'0,"0"0"15"0,6-6-67 0,-3 4-17 0,-3 2 0 0,3-3 0 15,0 0 70-15,-3 3 10 0,3-5 3 0,-3 5 0 16,0 0-15-16,0 0-4 0,0 0 0 0,0 0 0 31,0 0-51-31,0 0-13 0,0 0 0 0,0 0 0 16,0 0 0-16,0 0 0 0,0 0 0 0,-6 5 0 0,0 3 0 0,0-2 0 0,0 2 0 0,0 0 0 15,0 2 0-15,0 1 0 0,0-1 0 0,0 1 0 16,0 2 9-16,3 3-1 0,3-3 0 0,-2 6 0 16,2-3-8-16,2-1-11 0,1-1 3 15,0 4 0-15,3-7 8 0,0-1 0 0,3-2 0 0,0 0 0 16,0 0 0-16,0-3 0 0,3-2 0 0,0 0 0 15,0-3 0-15,3 0 0 0,-3-3 0 0,-1 0 0 16,4-2 0-16,-3-3 0 0,3 0 0 0,0 0 0 16,0-2 49-16,0-1 12 0,0-5 3 0,-3 6 0 15,2-1-52-15,-2-5-12 0,-3 0 0 0,3 3 0 16,-6 3 19-16,3-4 1 0,-3 1 0 0,-3 0 0 16,0 5 1-16,0-5 1 0,-3 2 0 0,-3 3 0 15,0 3-10-15,-3-6-1 0,0 3-1 0,-3 0 0 16,0 1 0-16,-3-1 0 0,0 2 0 0,1 1 0 15,-4 2-10-15,0-2 0 0,0 5 0 0,3-3 8 16,-3 3-8-16,3 0 0 0,0 3 0 0,0-3 0 16,3 5-49-16,-2-2-12 0,2 0-3 15,3 2 0-15,0 3 0 0,0-5 0 0,3 2 0 0,3 0 0 16,3 3-102-16,3-3-21 0,3 6-4 0,0-6-1 16,2 1 103-16,4-4 20 0,3 3 4 0,3-2 1 15,0-3 0-15,3 3 0 0,3-6 0 0,-4 3 0 0,1-3 52 16,0 3 12-16,0-2 0 0,-3-1 0 0,-4 3 87 15,-2-2 14-15,-3-1 3 0,0 0 1 0,-3 1 27 16,0-1 4-16,-3-2 2 0,0 2 0 0,0 0-31 0,-3-2-7 0,3 2 0 0,-3 1-1 16,-3 2-33-16,3-3-6 0,-3 3-2 0,0 0 0 15,0 0-29-15,0 0-5 0,0 0-2 0,0 0 0 16,0 0-22-16,0 0 8 0,0 0-8 0,0 0 0 16,0 5 0-16,3 1 0 0,-3-1 0 0,3 3 0 15,-3-3 20-15,0 3 2 0,3 0 1 0,0 0 0 16,-3 0-70-16,3 3-13 15,0-4-4-15,0 4 0 0,0-6 52 0,0 3 12 0,3 0 0 0,-1 0 0 16,-2 0 0-16,3-5 0 0,0 2 0 0,0-2 0 31,-3-3-54-31,3 0-8 0,0 0-2 0,0-3 0 0,0 0 52 0,0 1 12 0,0-1 0 0,0-5 0 16,0 0 48-16,0 3 13 0,0 0 3 0,0-3 0 16,-3 0-52-16,3 2-12 0,0-1 0 0,0-1 0 15,-3 5 0-15,3-8 0 0,-1 3 0 0,1 3 0 16,0-3 54-16,-3 3 8 0,3 0 2 0,-3-3 0 15,3 2-52-15,-3 1-12 0,0 2 0 0,3 1 0 16,-6 2 0-16,0 0 0 0,0 0 0 0,0 0 0 16,0 0 0-16,0 0 0 0,0 5 0 0,3 0 0 15,-3 3 0-15,0 3 0 0,-3-6 0 0,3 6 0 16,0-1-48-16,-3 4-13 0,3-1-3 0,0 0 0 16,3 0 52-16,-3 1 12 0,3-1 0 0,0-3 0 15,0 4-54-15,0-4-8 0,3-5-2 0,0 3 0 16,0 0 8-16,3-5 0 0,0 0 1 0,0-3 0 15,3-3 13-15,-3 0 2 0,2-5 1 0,4 0 0 0,-3 3 11 16,0-8 3-16,3 2 0 0,0 1 0 16,-3-3 25-16,3-1-10 0,-3 1 10 0,0 0 0 0,-1 0 16 0,-2-3 11 15,3 3 1-15,-3-3 1 0,0-3 30 0,0 1 5 16,0-4 2-16,-3 1 0 0,0-3-4 0,0 1-1 16,-3-4 0-16,3-2 0 0,-3 3-13 0,3-1-4 0,-3 1 0 0,0 2 0 15,0 3-11-15,0 5-2 0,-3 0-1 0,3 5 0 16,-3 3-11-16,0 3-3 0,0 0 0 0,0 5 0 15,0 0-8-15,0 0-8 0,-3 8 9 0,0 5-9 16,0 3 0-16,0 5 0 0,0 6 0 0,0-1 0 16,0 3 0-16,3 0 0 0,-3 0 0 0,0 6 0 15,3-11 0-15,0 2 0 0,-3-2 0 0,3 5 0 16,-3-8 0-16,0 6 0 0,0-1 0 0,3 3 0 16,-3-2-16-16,3 2-4 0,-3 0 0 0,0 0 0 15,3-3-18-15,-3-2-4 0,0-3-1 0,3 0 0 16,-3-2-17-16,3-3-3 0,-3-3-1 0,0 0 0 15,3-2-51-15,0-3-10 0,-3-3-3 0,3-5 0 16,0 0-102-16,0 0-21 0,0 0-4 0,0 0-1 16,6-8 13-16,-3-2 3 0,0-1 0 0,0 0 0 15,0-4 164-15,-3-1 34 0,0 0 6 0,-3 0 2 16,3-3 175-16,-3 1 35 0,-3-3 8 0,3 2 0 16,-3-2 8-16,0 0 0 0,3 2 1 0,-3 1 0 15,0 2-42-15,3 3-9 0,0-1-2 0,-3 1 0 16,6 8-34-16,-3-6-7 0,3 6-2 0,0 0 0 15,0 5-41-15,0-3-8 0,3 1-1 0,3-4-1 0,-3 6-13 16,3-2-2-16,3 2-1 0,-3 0 0 0,3 0-6 0,0 0 0 0,0 0-1 16,3 0 0-16,0 0-14 0,3-3-9 0,-1 3 12 0,4 0-12 31,0 0-18-31,3 0-10 0,0-5-3 0</inkml:trace>
  <inkml:trace contextRef="#ctx0" brushRef="#br0" timeOffset="46037.822">24595 5496 1774 0,'0'0'75'0,"0"0"-60"31,0 0 101-31,0 0 20 0,-3 5 4 0,0 3 0 0,3 3-60 0,0-1-13 0,-3 1-3 16,3 2 0-16,0 0-51 0,0 3-13 0,0 0 0 0,3 0 0 16,-3-3 0-16,3 0 0 0,0 0 0 0,0-2 0 15,0 0 54-15,0-3 8 0,3 0 2 0,0-1 0 16,0-1-52-16,0 4-12 0,0-10 0 0,0 3 0 16,3 0 50-16,3-3 7 0,-3-3 2 0,5 3 0 15,-2-3-43-15,6-2-16 0,0 0 11 0,3-1-11 16,0-1 42-16,0 1 2 0,2 1 1 0,1-6 0 15,0 3-21-15,0-2-4 0,0-1 0 0,-1 1-1 16,-2-4-19-16,-3-1 0 0,3-1 0 0,-3 0 0 16,-3-3-48-16,3 3-12 0,-4-5-4 0,-2 5 0 15,0 1-51-15,-3-4-10 0,-3 3-3 0,-3 6 0 16,0-4-102-16,-6 6-21 0</inkml:trace>
  <inkml:trace contextRef="#ctx0" brushRef="#br0" timeOffset="46359.11">24842 5562 2214 0,'0'0'46'0,"0"0"11"0,-3 3-45 0,-3-1-12 0,6-2 0 0,-3 8 0 16,3-8 73-16,-3 3 13 0,0 2 2 0,0 0 1 15,0 1-20-15,3-1-4 0,-3 0-1 0,3 6 0 16,0-6-51-16,0 3-13 0,0-3 0 0,0 6 0 15,0-6 0-15,0 3 0 0,3-3 0 16,-3 1 0-16,3 2 0 0,0-3 0 0,0-2 0 0,3 2 0 16,-3 0 54-16,6-2 8 0,-3 2 2 0,3-2 0 15,0-1-52-15,0 6-12 0,3-8 0 0,0 0 0 16,0 3 54-16,3-3 8 0,-1 0 2 0,1 0 0 16,0 0-64-16,0-3 0 0,3-2-9 0,-3 2 0 15,6-2 9-15,-3 2 0 0,2-2 0 0,1 3 0 16,0-4-46-16,0 1-7 0,3 0-2 0,-3-1 0 15,-1 1-109-15,1 0-23 0,-3-1-4 0</inkml:trace>
  <inkml:trace contextRef="#ctx0" brushRef="#br0" timeOffset="47283.318">13308 6761 2508 0,'3'-6'71'0,"0"1"16"0,3 0-70 0,-3-1-17 0,0 1 0 0,0 0 0 16,0 2 55-16,0-2 7 0,-3 5 2 0,0 0 0 16,0 0-7-16,0 0-1 0,0 0 0 0,0 0 0 15,0 0-36-15,0 0-7 0,-3 5-1 0,0 3-1 16,-3 3-11-16,0-1 0 0,-3 3 0 0,0 3 0 15,-3-2-12-15,-3-1 12 0,0 3-12 0,-3-3 12 16,-2 3-20-16,-1-6 4 0,0 4 1 0,-3-1 0 16,0 0 29-16,3 0 6 0,1 1 0 0,-1-1 1 15,6 0-68-15,0 0-13 0,0 3-4 16,3-5 0-16,3 2 52 0,0 0 12 0,3-2 0 0,3-1 0 16,0-2 0-16,3 3 0 0,0-3 0 0,3 0 0 15,3-3 0-15,3 3 0 0,0-3 0 0,3 3 0 16,3-5 0-16,0 2 0 0,6 0 0 0,0-2 0 15,2 0 15-15,1-1 5 0,0-2 2 0,3 0 0 16,0 0-35-16,-4 3-7 0,1-6-2 0,0 3 0 16,0-2 22-16,0-1 0 0,-1 0 0 0,1 1 0 15,0-1 0-15,-6-2 0 0,3 0 0 0,-3-1 0 0,-3 1-19 16,-4 0 1-16,1-3 0 0</inkml:trace>
  <inkml:trace contextRef="#ctx0" brushRef="#br0" timeOffset="47581.947">13361 6811 1797 0,'-3'-8'76'0,"-2"3"-61"16,2-1 96-16,-3 1 19 0,6 5 4 0,0 0 1 16,0 0-7-16,0 0 0 0,0 0-1 0,0 0 0 15,0 0-50-15,-3 5-9 0,0 3-3 0,0 0 0 16,3 0-17-16,0 3-4 0,0-1-1 0,0 3 0 15,0 3-11-15,3-2-3 0,-3 1 0 0,3 4 0 16,0 2-6-16,0 3-2 0,0 5 0 0,0 0 0 16,-1 3-11-16,4 2-2 0,-3 1-8 0,3 2 12 15,0-8-12-15,0 0 8 0,0-3-8 0,0 4 0 16,0-7 0-16,-3 4 0 0,0-1 0 0,3 3 0 16,-3-2-30-16,0-1-6 0,-3 3 0 15,3 1-1-15,-3-7-22 0,3-1-4 0,-3-1-1 0,0-5 0 16,3-3-153-16,-3 0-31 0</inkml:trace>
  <inkml:trace contextRef="#ctx0" brushRef="#br0" timeOffset="47759.771">13745 7284 2997 0,'0'0'85'0,"0"0"19"0,0 0-84 0,0 0-20 0,0 0 0 0,0 0 0 15,0 0 53-15,0 0 7 0,0 0 0 0,0 0 1 16,0 0-40-16,0 0-8 0,0-5-1 0,0 2-1 16,3-2-33-16,0 0-6 0,0 0-2 0</inkml:trace>
  <inkml:trace contextRef="#ctx0" brushRef="#br0" timeOffset="48541.567">15314 6954 1990 0,'0'0'41'0,"0"0"11"0,0 0-42 0,0 0-10 0,0 0 0 0,0 0 0 15,0 8 69-15,3 0 12 0,-3 2 3 0,0 3 0 16,3 3-24-16,0 5-4 0,-3 1 0 0,3 4-1 16,0-2-40-16,0 2-15 0,0 1 11 0,0-1-11 15,0-2 8-15,0-3-8 0,0 3 0 0,-3-3 9 16,3 0-9-16,0-2 0 0,0-1 9 0,-3-2-9 15,3 0 0-15,-3 0 0 0,0 0 0 0,3-3 0 16,-3 0 0-16,0-2 0 0,0-3 0 0,-3 0 0 16,3-3 0-16,0-5 0 0,0 0 0 0,0 0 0 15,0 0 45-15,0-5 11 0,0-6 3 0,3 3 0 16,-3-5-21-16,0 0-4 0,3-3-1 0,-3-3 0 16,0 4-13-16,0-7-4 0,0 1 0 0,0-3 0 15,3 1-5-15,-3-6-2 0,0-1 0 0,3-4 0 16,-3 2-9-16,0-5 12 0,3 0-12 0,0 0 12 15,-3 3 0-15,3 2 0 0,-3 3 0 0,3 0 0 16,0 0 2-16,0 0 1 0,-1-1 0 0,1 4 0 16,0 0-2-16,3-1 0 0,0 1 0 0,3 2 0 0,-3 5 0 15,6 1 0-15,0 2 0 0,0 3 0 0,3 2 3 16,0 3 0-16,0 3 0 0,2 5 0 0,-2 2-16 0,3 1-12 16,-3 5 3-16,0 0 0 0,-3 5 9 0,0 3 0 0,0 3 0 0,-3 2 0 15,0-3 0-15,-4 3 0 0,-2 1 0 0,0-4 0 16,-3 1 0-16,0-1-10 0,-3 1 10 0,-2-3-13 15,-1-1-1-15,-6-1 0 0,0-1 0 16,-3 0 0-16,-3-2 0 0,0 2 0 0,-3-2 0 16,-3 2 0-16,4-5-6 0,-1 5 0 0,0-2-1 0,0-1 0 15,3 1-5-15,3-3-1 16,1 0 0-16,2 0 0 0,0-3-103 0,6-3-21 16,-3-2-4-16</inkml:trace>
  <inkml:trace contextRef="#ctx0" brushRef="#br0" timeOffset="51027.232">15963 6819 2066 0,'0'0'43'0,"3"-3"10"0,0 0-42 0,3 1-11 0,-3-1 0 0,-3 3 0 15,3-2 104-15,3-4 20 0,-3 4 3 0,-3 2 1 16,3-6-52-16,-3 6-9 0,3-5-3 0,-3 0 0 15,0 5 0-15,0-6 0 0,0 1 0 0,-3 0 0 16,0 0-51-16,-3-1-13 0,0 1 0 0,-3 2 0 16,0-2 54-16,0 2 8 0,-3 1 2 0,-3-1 0 15,3 3-52-15,-2 0-12 0,-1 0 0 0,-3 0 0 16,3 5 0-16,3-2 0 0,-3 2 0 0,0 1 0 16,6 2 0-16,-3-3 0 0,6 3 0 0,-3 0 0 15,4 2-48-15,-1-2-13 0,3 3-3 0,0-1 0 16,3 1 41-16,0 0 8 0,0-4 2 0,3 4 0 15,0 0-37-15,3-3-7 0,-1 0-2 0,1-3 0 16,3 0-23-16,0 0-5 0,0-2-1 0,3 0 0 16,0-1 28-16,-3-2 6 0,3 0 1 15,0 0 0-15,0-2 41 0,-3 2 12 0,0-3 0 0,-1 0 0 0,1 1 32 0,0-4 12 16,-3 4 1-16,3-3 1 0,-3 2-5 16,0-2-1-16,0 2 0 0,0 0 0 0,0-2 20 0,-3 0 3 15,3-1 1-15,0 4 0 0,-3-4 0 0,3 4 0 16,0-1 0-16,-3 1 0 0,3-1-64 0,-6 3-24 15,6 0 0-15,0 3 1 0,0-3 23 0,-1 2 0 16,1 1 0-16,0-1 0 0,3 4 19 16,-3-4 1-16,3 4 1 0,0 2 0 0,-3-6-36 15,3 4-7-15,0-1-2 0,0 0 0 0,-3 0 39 0,3-2 7 16,0 0 2-16,-3-1 0 16,0 4-44-16,3-6-8 0,-4 2-1 0,-2-2-1 0,3 0 30 0,-3 0 0 0,3 0 0 0,-6 0 0 15,3-2 0-15,-3 2 0 0,0 0 0 0,3-3 0 16,0 0 28-16,0-2-2 0,-3 2 0 0,3-2 0 15,0 0-26-15,-3 0 0 0,0-1 0 0,3 1-11 16,0 0 11-16,0-3 0 0,0 2 10 0,0-1-10 16,0-1 24-16,3 0 0 0,0-3-1 0,0 3 0 15,0-2-37-15,3 2-7 0,-3-3-2 0,3 0 0 16,0 1 23-16,3-1 0 0,-4 1 0 0,4-1 0 16,0 3 47-16,-3 0 13 0,3 3 4 0,-3 0 0 15,3-1-64-15,-3 4-28 0,0-1 3 0,-3 3 0 16,0 5 40-16,-3-2 8 0,3 5 1 0,-3 0 1 15,-3 2-25-15,3 1 0 0,-3 2 0 0,0-2 0 16,0 2-46-16,0 0-14 16,-3 1-4-16,3-4 0 0,0 3 52 0,0 1 12 0,0-1 0 0,0 0 0 15,0 0 0-15,3-2 0 0,0-1 0 0,0 1 0 16,0 0-19-16,2-3-1 0,1 0 0 0,0 2 0 0,0-2 12 16,3 0 8-16,-3-3-12 0,3 1 12 15,3-1 0-15,-3 0 0 0,3-2 0 0,0-3 0 0,-3 0 0 0,3 0 0 16,0-3 0-16,-1 0 9 15,4 1 6-15,-3-6 1 0,3 3 0 0,0-3 0 0,0 0-16 0,0 0 11 16,0 0-11-16,3 0 10 16,-4 0 43-16,1-3 9 0,0 3 2 0,0 1 0 0,-3-4-52 0,3 0-12 0,-3 1 0 0,-3-3 0 15,3-1 54-15,-1 4 8 0,-2-6 2 0,-3 3 0 16,0-3-46-16,0-3-9 0,-3 1-1 0,-3-1-8 16,0 3 23-16,0 0-3 0,-3 1 0 0,0-1 0 15,0 2-3-15,-6 4-1 0,3-1 0 0,-5 6 0 16,-1 0 4-16,-3 2 1 0,0 3 0 0,0 3 0 15,-3 2-21-15,3 0-10 0,0 6 1 0,-3-1 0 16,4 4 9-16,2 2 12 0,3-1-2 0,0 1-1 31,3 0-32-31,0 0-6 0,3 0-2 0,3-3 0 0,0 3 4 0,3-3 1 16,0 1 0-16,3-4 0 0,3 1-5 0,0-3-1 16,0 0 0-16,3-1 0 0,-1-1-5 0,1-4-2 15,0 1 0-15,0 0 0 0,0-1 39 0,0-2 0 0,0-2 0 0,0 2 0 16,-3-3 0-16,0 0 0 0,0 1 0 0,0-1 0 15,-4 0 0-15,4-2 0 0,-3-3 0 0,0 3 0 16,-3 0 0-16,3-1 0 0,-3-2 0 0,3 3 0 16,-3 0 0-16,0 0 0 0,0-3 0 0,0 2 0 15,0 4 0-15,3-1 0 0,-3 0 0 0,-3 3 0 16,0 0 0-16,0 0 0 0,3 0 0 0,-3 0 0 0,3 3 0 16,3 2 15-16,-3 1-1 0,0 2 0 0,3 0-14 15,-3-1 0-15,3 4 0 0,-3 0 0 0,3-3 0 0,0 2 0 16,-3 1 0-16,3-1 0 0,0-2-11 0,-1 0 2 0,-2 0 0 15,3 0 0-15,0 0 0 16,0-3 0-16,0 1 0 0,0-1 0 0,0-2 9 16,0-1 0-16,3 1-9 0,-3-3 9 0,3 0 0 15,0-3 0-15,0 1 0 0,0-1 0 16,3-2 0-16,-3-3 0 0,2 2 0 0,1-2 0 0,-3-2 0 0,3 2 12 0,0-5-4 0,0-1 0 16,-3 1-8-16,0-3 0 0,3 0 0 15,-3-5 0-15,-3 0 53 0,3-3 9 0,-3-5 2 0,-1 3 0 16,1-1-52-16,0-2-12 0,-3 3 0 0,0-1 0 15,0 3 54-15,0 6 8 0,-3-3 2 0,3 5 0 16,-3 0-52-16,0 0-12 0,0 0 0 0,0 3 0 16,0 0 0-16,-3 5 0 0,3-3 0 0,0 6 0 15,-3-3 0-15,3 5 0 0,0 3 0 0,0 0 0 16,0 0 0-16,0 0 0 0,0 0 0 0,-3 6 0 16,0 4 0-16,0 1 0 0,0 2 0 0,3 3 0 15,0-3 0-15,0 3 0 0,3-3 0 0,-3 6 0 16,3 2 0-16,3 0 0 0,-3 3 0 0,3 0 0 15,0 0 0-15,0-1 0 0,3 1 0 0,-3-3 0 16,0 1-48-16,3-7-13 0,-3-1-3 0,0-1 0 16,0-3 47-16,0-2 9 0,0 0 8 0,0-2-12 15,0-4 12-15,0-2 0 0,2 0 0 0,-2-2-8 16,0-4 8-16,0-2 0 0,0 0 0 0,0-5 0 16,0 0 0-16,0-3 0 0,0-2 0 0,0-1 0 0,0 1 0 15,-3-6 12-15,0 0-4 0,3 3 0 16,-3 0-8-16,0 2 0 0,3-2 0 0,-3 0 0 15,0 2 52-15,0 1 10 0,0-1 2 0,-3 1 0 0,3-1-52 0,-3-2-12 16,0 2 0-16,0 1 0 16,0 5 0-16,0-1 0 0,0 4 0 0,-3 2 0 0,3 3 0 0,0 5 0 0,0 0 0 0,0 0 0 15,0 8 0-15,0 5 0 0,-3 3 0 0,3 2 0 16,0 1 0-16,0-1 0 0,0 1 0 0,3 2 0 16,-3 0 0-16,3-2 0 0,0 2 0 0,-3 0 0 15,3 3 0-15,0 0 0 0,0 2 0 16,0 1 0-16,0-4 0 0,0-2 0 0,3 3 0 0,-4-5 0 15,4-1-48 1,-3-4-13-16,3 1-3 0,0-4 0 16,-3 0 0-16,0-3 0 0,3-3 0 0,-3 3 0 0,0-6 51 0,3 4 13 0,-3-4 0 15,-3-2 0-15,3 3 0 0,-3-3 0 0,6 0 0 0,0-3 0 16,-3 3 0-16,3-2 0 0,0-1 0 0,-3-2 0 16,3 2 0-16,3-2 0 0,-3 0 0 0,3-1 0 15,0 1 0-15,-1 0 0 0,1-3 0 0,3 0 0 16,0 0 0-16,0 0 0 0,0-3 0 0,3 3 0 15,-3-2 0-15,0 2 0 0,0-3 0 0,0 3 0 16,-1 0 0-16,1-2 0 0,0-1 0 0,0 3 0 16,0-2 0-16,-3-1 0 0,0 1 0 0,0-1 0 15,-3 0 0-15,0 1 0 0,0-1 0 0,0 3 0 16,-3 0 49-16,0-2 12 0,0 4 3 0,-3 1 0 0,0 0-52 0,0 5-12 16,0 0 0-16,-6-3 0 0,6 3 54 0,-6-2 8 0,0 2 2 0,-3 0 0 15,3 2-52-15,-3 4-12 0,0-1 0 16,3 3 0-16,-3 0 0 0,0 2 0 0,0 4 0 0,3-1 0 15,-3 3 0-15,3 2 0 16,3 3 0-16,-3-2 0 16,6 2 0-16,-2-2 0 0,2-1 0 0,2 1 0 15,-2-4-48-15,3-1-13 0,3-1-3 0,0-2 0 0,0-1 52 0,0-2 12 16,3-3 0-16,-3 3 0 0,3-5 0 0,0 0 0 16,0-3 0-16,3 0 0 0,-3-3 0 0,3 0 0 0,0 1 0 0,0-4 0 15,2-2 0-15,4 0 0 0,0 1 0 0,0-7 0 16,0 4 0-16,0-6 0 0,0-3 0 0,-1 1 0 15,-2-1 0-15,0-2 0 0,0-3 0 0,-3 0 0 16,-3 3 12-16,0 0-2 0,0 0 0 0,-3 0 0 16,0 2 8-16,0 3 2 0,0 1 0 0,-3-1 0 15,0 0 2-15,-1 0 1 0,-2 0 0 0,0 0 0 16,0 6-12-16,0-1-3 0,0 3 0 0,-2 0 0 16,2 8 2-16,0 0 0 0,0 0 0 0,0 0 0 15,-6 8-10-15,-3 0 0 0,3 3 9 0,0 2-9 16,0 0 0-16,0 0 9 0,3 0-9 0,0 3 0 15,0 3 0-15,3-1 0 0,0 4 0 0,-3 1 0 16,3 1 0-16,0 0 0 0,3 0 0 0,-3 2 0 16,3-5 0-16,-3 1-19 0,3-4 3 0,0 1 0 15,0-6-57-15,3 0-11 0,-3-2-3 0,3-1 0 16,0-2-65-16,3 0-12 0,-1-3-4 0</inkml:trace>
  <inkml:trace contextRef="#ctx0" brushRef="#br0" timeOffset="51536.096">18725 6594 2508 0,'0'0'71'0,"0"0"16"0,0 0-70 16,0 0-17-16,0 0 0 0,0 0 0 15,0 0 55-15,0 0 7 0,-3-3 2 0,3 3 0 0,0 0 0 0,0 0 0 0,0 0 0 0,0 0 0 16,0 0-27-16,0 0-5 0,0 0 0 0,0 0-1 31,0 0-15-31,3 5-4 0,3 3 0 0,-3 3 0 16,0 2-12-16,0 3 11 0,0 3-11 0,-3-1 10 15,3 1-10-15,0-1 0 0,-3 3 0 0,0-5 0 16,0 3-28-16,3-3-2 0,0-3 0 0,-3 0 0 16,3-2-143-16,-3-3-29 0,3 0-6 0</inkml:trace>
  <inkml:trace contextRef="#ctx0" brushRef="#br0" timeOffset="51704.999">18850 6462 2381 0,'-24'-38'49'0,"19"25"13"0,-4 0-50 16,3 0-12-16,3 0 0 0,-3-1 0 0,3 1 90 0,3 0 15 0,0 2 3 0,0 1 1 15,3-1-87-15,3 1-22 0,-3-1 0 0,3 3 0 16,0 3-121-16,2-1-29 0,-2 1-6 0</inkml:trace>
  <inkml:trace contextRef="#ctx0" brushRef="#br0" timeOffset="52127.86">19005 6488 1580 0,'0'5'67'16,"0"3"-54"-16,0-5 143 15,3 2 29-15,-3-5 6 0,3 8 1 16,0-3-103-16,3 1-20 0,-3-1-4 0,0 3-1 15,3 2 0-15,-3 1 0 0,3 0 0 0,-3-1 0 16,0 6-51-16,3-3-13 0,-3 3 0 0,3 3 0 0,-3-1 0 0,0-2 0 0,0 3 0 16,0-3 0-16,0-1 0 0,-1 1 0 0,1 0 0 0,-3-3 0 15,3-2 0-15,-3 0 0 0,0-3 0 0,3 2 0 16,-3-5 0-16,0 3 0 0,0-2 0 0,0-6 0 16,0 0 0-16,0 0 0 0,0 0 0 0,0 0 0 15,0 0 0-15,0 0 0 0,0 0 0 0,0 0 0 16,3-6 0-16,0 1 0 0,3 0 0 0,0-1 0 15,0-1 0-15,-3-1 0 0,3 0 0 0,0 0 0 16,0-6 54-16,3 4 8 0,0-3 2 0,0-1 0 16,0 1-52-16,3 0-12 0,0-3 0 0,0 5 0 15,-1-2 54-15,1 0 8 0,0 2 2 0,0 4 0 16,0-4-52-16,0 8-12 0,-3-2 0 0,0 2 0 16,0 3 0-16,0 3 0 0,0 0 0 0,-3 2 0 15,0 3 0-15,-1 2 0 0,-2 1 0 0,3 2 0 16,-3 0 54-16,0 3 8 0,-3 0 2 0,3 0 0 15,0-3-103-15,-3 3-20 0,3 0-4 0,-3-3-1 16,0 3 52-16,3-3 12 0,0 1 0 0,-3-1 0 16,3-3-208-16,0 4-38 15,0-4-8-15</inkml:trace>
  <inkml:trace contextRef="#ctx0" brushRef="#br0" timeOffset="52330.998">19636 6864 2310 0,'9'-3'97'0,"3"0"-77"16,-3 3 132-16,3-2 28 0,0-1 4 0,0 0 2 15,0 3-92-15,-1-2-18 0,1-3-4 0,0 2-1 16,0 0-34-16,-3 1-6 0,3-4-2 0,0 4 0 16,0-4-21-16,0 4-8 0,3-4 0 0,-4 4 0 31,7-3-15-31,-3 2-9 0,3-2-1 0,-3-1-1 15,6 4-194-15,0-4-40 0</inkml:trace>
  <inkml:trace contextRef="#ctx0" brushRef="#br0" timeOffset="53021.193">20916 6493 2508 0,'3'-2'71'0,"-3"2"16"0,0-3-70 0,0 3-17 0,3-5 0 0,-3 5 0 16,-3-6 55-16,0 1 7 0,0 0 2 0,0 2 0 16,-3-2 0-16,0 2 0 0,-3-2 0 0,3 2 0 15,-6 1-52-15,3 2-12 0,-2 0 0 0,-4 0 0 16,3 2 0-16,-3 1 0 0,-3 0 0 0,3-1 0 16,3 4 0-16,-3-4 0 0,3 3 0 0,1 1 0 15,-1-1 0-15,6 0 0 0,0 3 0 0,0-2 0 16,3 2 0-16,3-3 0 0,0 3 0 0,6 2 0 15,0-2 0-15,0 3 0 0,6 2 0 0,-1-2 0 16,1 2 0-16,3 0 0 0,0 3 0 0,3 0 0 16,0-3 0-16,-3 3 0 0,3 0 0 0,-3 0 0 15,-1 0 0-15,-2-3 0 0,0 0 0 0,0 3 0 16,-3-3 0-16,-3-2 0 0,0-1 0 0,-3 4 0 16,-3-6 0-16,0 2 0 0,-3 1 0 0,0-3 0 15,-6 0 0-15,0-1 0 0,-3 1 0 0,-3-2 0 16,-3-1 0-16,-2 0 0 0,-1-2 0 0,-3 2 0 15,0-2 0-15,3 0 0 0,-2-1 0 0,-1 1 0 16,3-1 8-16,3-2 0 0,0 3-8 0,3-3 12 16,3 0-12-16,0 0 0 0,6-3 0 0,-2 3 0 15,8 0 0-15,-3-5-8 0,3 0 8 0,0-6-13 16,3 3-143-16,3-2-29 0,-1-1-6 0</inkml:trace>
  <inkml:trace contextRef="#ctx0" brushRef="#br0" timeOffset="53802.366">21008 6716 1824 0,'6'5'76'0,"0"0"-60"15,0-2 89-15,0-1 19 0,3 1 3 0,0 0 1 16,3-1-52-16,0 1-9 0,3-3-3 0,-3 0 0 16,5 0 0-16,1-3 0 0,-3 1 0 0,3-1 0 15,0 0-51-15,0-2-13 0,0 0 0 0,0-3 0 16,-4 3 54-16,1-3 8 0,-3 0 2 0,0 0 0 15,0 0-52-15,-3 0-12 0,0 0 0 0,0 0 0 16,-3 0 0-16,0 0 0 0,-3 3 0 0,0-3 0 16,-3 0 54-16,3 3 8 0,-6-1 2 0,0 1 0 15,0-3-52-15,-3 3-12 0,0 0 0 0,-3-1 0 16,3 1 28-16,-3 2 2 0,0-2 1 0,0 2 0 16,0 1-50-16,-3 2-9 0,3-3-3 0,-3 6 0 15,4-1 50-15,-1 4 9 0,-3-1 3 0,3 3 0 16,0 0-50-16,3 5-9 0,-3-2-3 0,6 2 0 15,0 3 31-15,0 2 0 0,3-2 0 0,3 3 0 16,0-1-57-16,3-2-6 0,3-3-1 16,0 3 0-16,0-3 52 0,3-2 12 0,-3 0 0 0,2-3 0 15,1 0 0-15,-3-1 0 0,3 1 0 0,0-5 0 0,0 0 0 0,0-1 0 16,0 1 0-16,0-3 0 0,0 0 0 0,-3 0 0 0,2-3 0 0,-2 1 0 16,3-1 0-16,-3-2 0 0,3-1 0 0,0 4 0 15,3-6 0-15,-3 3 0 0,3-3 0 0,-3 0 0 16,3 0 0-16,-4-3 0 0,4 1 0 0,0-1 0 15,-3 0 0-15,3-2 8 16,-3 3 0-16,3-4-8 0,-3 1 22 0,0 3-2 16,-1-4-1-16,-2 4 0 0,3-1 2 15,-3 1 1-15,0 2 0 0,0 0 0 0,-3 0-5 0,3 2-1 16,-3 4 0-16,-3-1 0 0,3-2-16 0,-3 5 0 0,-3 0 0 0,0 0 0 16,0 0 55-16,0 0 7 0,0 0 2 0,3 5 0 15,0 0-52-15,-3 3-12 0,3 3 0 0,-3-3 0 16,0 3 0-16,3-1 0 0,-3 1 0 0,3-1 0 15,0 3 0-15,0-2 0 0,0 0 0 0,0-1 0 32,0 1-48-32,0-1-13 0,3-2-3 0,-1 0 0 0,1 0 52 0,-3 0 12 0,3-3 0 0,0 1 0 15,0-4 0-15,3 4 0 0,-3-6 0 0,3 2 0 16,-3-2 0-16,0 0 0 0,3-2 0 0,-3 2 0 16,0-6 0-16,3 4 0 0,-3-4 0 0,0 1 0 15,3 0 0-15,-3-3 0 0,0 3 0 0,-1-3 0 16,1 0 0-16,-3 0 0 0,3 0 0 0,0 0 0 15,-3 0 25-15,0 0 8 0,3 0 2 0,-3 3 0 16,0 0-19-16,3 2-3 0,-3 0-1 0,-3 3 0 16,6-2-12-16,-6 2 0 0,6 2 0 0,-3 1 0 15,3 2 0-15,-3 0 0 0,0 3-9 0,0 0 9 16,0 3 0-16,0 0 0 0,-3-4 0 0,0 4 0 0,3 0-14 16,-3-3 3-16,3 0 1 0,0-3 0 15,3 3-91-15,0-6-19 0,3 4-3 0</inkml:trace>
  <inkml:trace contextRef="#ctx0" brushRef="#br0" timeOffset="53994.765">22184 6586 2986 0,'-15'-11'84'0,"6"1"20"0,-3-1-84 0,3-2-20 0,4 5 0 0,-1-3 0 15,0 1 56-15,3 2 6 0,3 0 2 0,0 0 0 16,0 0-51-16,3 3-13 0,3-1 0 0,-3 1 0 15,2 3 0-15,1-1 0 0,0 0 0 0,0 1 0 16,0-1-25-16,0 6-7 0,0-3-2 0,3 2 0 16,0 4-156-16,0-1-31 0,3 0-7 0</inkml:trace>
  <inkml:trace contextRef="#ctx0" brushRef="#br0" timeOffset="54807.17">22372 6710 2284 0,'3'6'64'0,"3"-6"16"0,-3 0-64 0,5 0-16 0,-2 0 0 0,0-3 0 0,3 0 96 0,-3 1 16 16,3-4 3-16,0 1 1 15,-3-3-44-15,3 3-8 0,0-1-1 0,-3-1-1 0,3-1-3 0,-3 0-1 0,0-3 0 16,3 3 0-16,-6 0-7 16,3-2-2-16,-3-1 0 0,0 0 0 0,-3 1-11 0,0 2-2 0,0-3-1 15,0 1 0-15,-3 2-7 0,-3-3 0 0,0 3-1 16,-3 3 0-16,0-3-7 0,0 3-2 0,-3 0 0 0,-3-1 0 15,0 4-10-15,-3 2-8 16,-3 0 12-16,1 0-12 0,-1 2 0 16,0 4 0-16,0-1 0 0,3 3 0 0,0 2 0 0,4 1 0 0,-1-1 0 15,6 6-9-15,0 0-8 0,0 0-2 0,6 3 0 16,0-1 0 0,3 3-6-16,0-2-2 0,3 2 0 0,3-2 0 15,0-1-1-15,3-2-1 0,0-3 0 0,3 0 0 0,-1-2-4 16,4 0-1-16,0-3 0 0,0-3 0 0,0 0 14 0,0-2 2 0,0-1 1 0,-3-2 0 15,3 0 17-15,-1 0 0 0,-2-2 0 0,0-1 0 16,0 0 0-16,-3-2 0 0,0-3 8 0,0 3-8 16,0 0 19-16,-3-3 1 0,0 0 0 0,0-3 0 15,0 3-1-15,0-2 0 0,0-1 0 0,0 3 0 16,-3 0-9-16,0 0-2 0,2 0 0 0,-2 0 0 16,0 3-8-16,0 2 8 0,0-2-8 0,-3 5 8 15,0 0-8-15,0 0 0 0,0 0 0 0,0 0 0 16,3 5 0-16,0 1 0 0,0 2 0 0,0 0 0 15,0 0 0-15,0 2 0 0,0-2 0 0,0 3 0 16,0-3-15-16,3 0 2 0,-3 2 0 0,3-2 0 16,0 0-7-16,0 0 0 0,0-3-1 0,3 3 0 15,-3-3 4-15,3-2 1 0,0 2 0 0,0-5 0 16,-1 3 0-16,4-6 1 0,0 3 0 0,0-2 0 0,0-4 3 16,3-1 1-16,0-1 0 0,0-6 0 15,-3 4 11-15,3-6 0 0,-1 0 0 0,-2-3 0 0,0 1 0 0,-3-6 0 16,0 0 0-16,0 1 0 15,-3 1 28-15,-3-1 2 0,3 1 0 0,-3-1 0 0,0-1 6 0,0 3 2 0,0-1 0 16,-3-1 0-16,0-4-7 0,0-2-2 0,0 0 0 0,0-5 0 16,0 4-5-16,0-1-2 0,-3-1 0 0,0 3 0 15,3 5-7-15,-3 3-2 0,0 5 0 0,0 3 0 16,0-1-1-16,0 4-1 0,0 5 0 0,0-3 0 16,0 5-11-16,3 3 10 0,0 0-10 0,-6 3 10 15,0 2-10-15,-3 3 0 0,3 2 0 0,0 6 0 16,3 6 0-16,-3 1 0 0,3 9 0 0,3 0 0 15,0 0 0-15,3 2 0 0,3-2 0 0,0-3 0 16,0 0 0-16,3-3 0 0,0-2 0 0,0 3 0 16,0-3 0-16,0 2 0 0,0 3 0 0,0 0 0 15,-3-2 0-15,3-1 0 0,-3 1 0 0,0-4-11 16,0-1-17-16,-4-7-4 0,1 1-1 16,0-2 0-16,0-4-60 0,0 1-12 0,0-3-3 0,-3-3 0 15,0-5-128-15,0 0-25 0</inkml:trace>
  <inkml:trace contextRef="#ctx0" brushRef="#br0" timeOffset="56095.621">23634 6477 2166 0,'-6'0'91'0,"-3"0"-73"16,3 0 99-16,-3 3 20 0,3-3 4 0,-3 3 1 16,3-3-65-16,-3 2-13 0,0 1-2 0,0 2-1 15,0-2-34-15,0 5-7 0,1-3-2 0,-1 6 0 16,0-1-18-16,3 1 8 0,-3 2-8 0,3 3 0 16,0 0 0-16,0 2 0 0,3 1 0 0,0-1 0 15,0 1 0-15,3 2 0 0,0-5 0 0,0 3 0 16,3-4 0-16,0 1 0 0,3-2 0 0,0-1 0 15,0-3 0-15,3 1 0 0,3 0 0 0,-3-4 0 16,2-1 0-16,4-1 12 0,0-2-3 0,0 2 0 16,0-5-1-16,0 0-8 0,3-3 12 0,-3 3-4 15,2-2 13-15,-2-4 3 0,0 4 0 0,-3-6 0 16,0 3 2-16,0-3 1 0,0-3 0 0,-3 0 0 16,0 1 5-16,-3-3 0 0,0-3 1 0,-3 0 0 15,0-3-5-15,-3 3-2 0,0-5 0 0,0 3 0 0,-6-1-10 16,3 1-1-16,-6-3-1 0,0 2 0 0,0 3-6 0,-3 3 0 15,-3-3-8-15,-3 3 12 0,-3 2-12 0,1 3 0 0,-1 0 0 16,0 3 0 0,3 0-31-16,0-1 1 0,3 4 0 0,0 2 0 15,4 0-34-15,2 0-6 0,3 0-2 0,6 0 0 16,0 0-32-16,3 5-6 0,0 0-2 0,6 1 0 16,5-1-90-16,4 3-18 0,3-3-4 0,0 3-1 0,6-3 134 15,-1 1 27-15,4 2 6 0,-3-6 1 0,0 4 57 0,0-4 11 0,-1 1 2 16,-2-3 1-16,-3 0 86 0,0 0 18 0,3 0 3 0,-6-3 1 15,-1 1 8-15,-2-1 2 0,-3 0 0 16,0 1 0-16,-3-1-23 0,0-2-4 0,-3 2-1 0,3 0 0 16,-6 1-24-16,0-1-6 0,0 1-1 0,-3 2 0 15,0 0-29-15,0 0-5 0,0 0-2 0,0 0 0 16,0 0-20-16,0 0-4 0,0 0-1 0,0 0 0 16,0 0-12-16,-6 5 0 0,0 3 0 0,0 0 0 15,0 2 0-15,0 1 0 0,3 2 0 0,0 0 0 16,0 3 0-16,3 0-15 0,0 0 5 0,3 2 1 15,0-2-13-15,0 0-2 0,3-3-1 0,3 3 0 16,-3-5-14-16,3-1-2 0,0 1-1 0,3-6 0 16,-3 1 11-16,2-1 3 0,-2-2 0 0,3-1 0 15,0-2 18-15,0-2 10 0,-3-1-10 0,3 0 10 0,0-2 0 16,-3-3 0-16,0 3 0 0,0-3 0 0,0-3 9 0,0 3 5 0,-1-2 1 16,-2-1 0-16,3 1 14 0,-3-4 3 0,0 4 1 0,0-3 0 15,-3 2-3-15,3-2-1 0,0-1 0 0,-3 4 0 16,3-1-9-16,-3 1-1 0,0-1-1 0,3 3 0 15,-3 0-7 1,0 3-2-16,0 2 0 0,-3 3 0 0,0 0-9 0,0 0 8 16,0 0-8-16,0 0 8 0,0 0-8 0,0 8 0 15,-3 3 0-15,3 2 0 0,-3 0 0 16,0 3 0-16,0 0 0 0,0 0 0 0,3 2-15 0,-3 1-1 0,0-1-1 16,3-2 0-1,0 0-16-15,0 0-3 0,0-3-1 0,0-2 0 16,3 0-9-16,0-4-2 0,0 1 0 0,3-2 0 0,0-4 3 15,3 4 0-15,0-6 0 0,3 0 0 0,0 0 11 0,2-3 2 16,1-2 1-16,3-1 0 0,-3-2 15 0,0-2 2 0,3-3 1 0,-3-1 0 16,-3-1 13-16,-1-1 15 0,1-3-3 0,0 1-1 15,-3-4 18-15,0 4 4 0,0-1 1 0,-3-2 0 16,3 3 18-16,-3-1 3 0,3 3 1 0,-6-2 0 16,3-1-12-16,0 1-3 0,0-1 0 0,0 1 0 15,0-3-11-15,0 2-2 0,-1-2-1 0,-2 0 0 16,3 5-7-16,-3-3-2 0,0 6 0 0,-3 0 0 15,3 5-3-15,-3 3-1 0,3 2 0 0,-3 3 0 16,0 0-6-16,0 11-8 0,-3 2 11 0,3 3-11 16,0 2 8-16,-3 3-8 0,0 3 0 0,3 0 0 15,-3 0 8-15,3-3-8 0,0 3 0 0,-3 0 0 16,3-1 0-16,0 4 0 0,-3 2 0 0,3 0 0 16,-3 0 0-16,1 0 0 0,2 0 0 0,-3-2 0 15,0-3 0-15,3-3-22 0,-3 0 3 0,0-2 1 16,0-4-37-16,0 1-7 0,3-3-2 0,-3 1 0 15,3-4-25-15,-3-2-6 0,3 0-1 0,0-3 0 16,0-5-116-16,0 0-24 0,0 0-5 0</inkml:trace>
  <inkml:trace contextRef="#ctx0" brushRef="#br0" timeOffset="56242.421">24521 6813 1778 0,'-3'-15'79'0,"-3"-4"16"0,3 1-76 0,3 2-19 0,-3-6 0 0,3 4 0 16,0-1 157-16,3-2 28 0,0 3 6 0,3-1 1 15,0 3-70-15,0 0-14 0,3 1-2 0,-3 1-1 16,5 4-50-16,-2-1-11 0,3 1-1 0,0-1-1 15,0 6-27-15,3-3-6 0,0 3-1 0,3-1 0 16,0 1-8-16,2 2 0 0,4 1 0 0,0-1 0 16,3 0-117-1,3 3-23-15,-1-2-4 0</inkml:trace>
  <inkml:trace contextRef="#ctx0" brushRef="#br0" timeOffset="56713.132">24274 7499 2310 0,'-15'-8'48'0,"9"5"11"0,6 3-47 0,0 0-12 0,0 0 0 0,0-5 0 16,0 5 104-16,3-5 20 0,3-1 3 0,3 4 1 16,3-4-52-16,5 4-9 0,1-4-3 0,6 4 0 15,0 2-24-15,6-3-6 0,2 0-1 0,4 3 0 16,0-2-18-16,0 2-4 0,-1 0-1 0,7-3 0 16,0 3-10-16,-1-2 0 0,7 2 0 0,-3-3 8 15,-4 3-8-15,-2 0 0 0,-3 0 0 0,-4 0 0 16,-5 0-20-16,0 0-7 0,-6-3-1 0,0 3 0 15,-6 3-150-15,-3 0-30 16,-1-3-7-16</inkml:trace>
  <inkml:trace contextRef="#ctx0" brushRef="#br0" timeOffset="56904.6">24446 7777 2613 0,'9'2'74'0,"6"-2"16"16,0 3-72-16,6-3-18 0,0 0 0 0,3 0 0 16,2-3 82-16,1 1 13 0,6-4 2 0,3 4 1 0,-1-4-60 0,7 4-12 0,0-1-2 15,-1-2-1-15,-2 2-23 0,0-2-10 0,-4-3 1 16,7 3 0-16,-3-1-63 16,5 1-12-16,4-3-2 0</inkml:trace>
  <inkml:trace contextRef="#ctx0" brushRef="#br0" timeOffset="65677.861">12221 1863 1683 0,'-12'0'71'0,"1"5"-57"15,2-2-14-15,0 2 0 0,3 3 0 0,-3-5-10 16,3 2-10-16,0-2-3 0,3 2 0 0,-3 0 0 16,3-2 53-16,0 5 10 0,0-3 3 0,0 3 0 15,0 0 9-15,0 5 1 0,3-5 1 0,-3 8 0 16,0-3-18-16,0 3-4 0,3-3-1 0,0 3 0 16,0-3 3-16,3 3 1 0,0 0 0 0,0-3 0 15,3 3-26-15,0-3-9 0,0 3 0 0,3-8 9 16,0 5 3-16,3-5 1 0,0 0 0 0,6-5 0 15,-1-3 0-15,4 0 0 0,0-3 0 0,3-5 0 16,3 0 23-16,5-5 5 0,1-3 1 0,6-5 0 16,3 0-11-16,-1-3-3 0,7-5 0 0,2-8 0 15,1 8-28-15,0-8 0 0,2 0-8 0,7-8 8 16,-7 8-22-16,1 0 2 0,-4 0 1 0,4-6 0 16,-3 6-27-16,-7-5-6 0,1 5 0 0,0-3-1 15,-7 3-26-15,-2 0-5 0,-6 3 0 0,0 2-1 16,-7 3-11-16,-5 5-3 0,3 3 0 0</inkml:trace>
  <inkml:trace contextRef="#ctx0" brushRef="#br0" timeOffset="66067.174">12564 1871 2267 0,'0'0'47'0,"3"-3"12"0,3 0-47 0,0 1-12 0,5 2 0 0,-2 0 0 16,3 0-40-16,0 0-11 0,3 0-1 0,-6 2-1 15,3 4 42-15,0-1 11 0,-3 3 0 0,-3 0 0 16,0 0 0-16,-3 0 0 0,0 0 0 0,0 5 0 15,-3 0 0-15,-3-5 0 0,0 8 0 0,0-3 0 16,-3 3 0-16,0-5 0 0,0 2 0 0,0 3 0 16,3-3 45-16,-3 3 11 0,3 2 3 0,3-7 0 15,0 5-43-15,0-3-16 0,3 0 11 0,3-2-11 16,0-1 24-16,3-2 0 0,3 0-1 0,3 0 0 0,-1-2-37 16,7-4-7-16,3 4-2 0,3-12 0 0,3-2 23 15,5 0 0-15,4-8 0 0,12-2 0 0,5-1 0 0,4-2 0 16,8-5 0-16,13-6 0 15,-7 0-158-15,6-2-27 0</inkml:trace>
</inkml:ink>
</file>

<file path=ppt/ink/ink8.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44:50.323"/>
    </inkml:context>
    <inkml:brush xml:id="br0">
      <inkml:brushProperty name="width" value="0.05292" units="cm"/>
      <inkml:brushProperty name="height" value="0.05292" units="cm"/>
      <inkml:brushProperty name="color" value="#FF0000"/>
    </inkml:brush>
  </inkml:definitions>
  <inkml:trace contextRef="#ctx0" brushRef="#br0">6366 4638 1579 0,'0'0'32'0,"0"0"10"0,0 0-34 0,0 0-8 0,0 0 0 0,0 0 0 15,0 0 104-15,0 0 20 0,0 0 3 0,0 0 1 16,0 0-40-16,0 0-7 0,0 0-1 0,0 0-1 16,0 6-24-16,0-1-5 0,0-5-1 0,0 11 0 15,0-11 12-15,0 2 3 0,3 4 0 0,-3-1 0 16,0 0-52-16,3-2-12 0,-3 2 0 0,0 6 0 15,3-9 0-15,-3 4 0 0,3-1 0 0,-3 0 0 16,3 0 54-16,-3 3 8 0,3-2 2 0,-3-1 0 16,0 0-64-16,0 3-24 0,0 3 0 0,0-9 1 15,0 6 23-15,0 0 0 0,3 0 0 0,-3 3 0 16,0-3 0-16,0 2 0 0,0-2 0 0,0 6 0 16,0-7 19-16,3 1 1 0,-3 3 1 0,3 0 0 15,-3-3-33-15,0 2-8 0,3 1 0 0,-3-1-1 16,0-2 21-16,3 3 0 0,-3-1 0 0,0 4 0 15,0-4 0-15,0 1 0 0,0-1 0 0,0 4 0 16,0-4 0-16,0 3 0 0,0-2 0 0,3 2 0 16,-3-2 0-16,0 2 0 0,0-2 0 0,0 2 0 15,0-3 0-15,0 1 0 0,3 0 0 0,0 2 0 16,-3-3 0-16,0 1 0 0,0-3 0 0,0 3 0 0,3-1 0 16,-3 1 0-16,3-3 0 0,-3 2 0 0,0 1 0 15,3-3 0-15,-3 2 0 0,0 1 0 0,0-3 0 16,3 2 0-16,-3-2 0 0,0 0 0 0,3 3 0 15,-3-3 0-15,0 2 0 0,0-2 0 0,0 0 0 16,0 3 0-16,3-1 0 0,-3-2 0 16,0 3 0-16,0 0 0 0,0-1 0 0,0 1 0 0,0-1 0 15,3 1 0-15,-3-3 0 0,0 2 0 0,0 1 0 0,0 0 0 16,0-1 0-16,0 1 0 0,0 2 0 0,0-2 0 16,0-4 0-16,0 7 0 0,-3-6 0 0,3 2 0 0,0 1 0 0,0-1 0 15,-3 1 0-15,3 0 0 0,0-1 0 0,0 3 0 16,0-2 0-16,0 0 0 0,0-4 0 0,0 4 0 15,0 0 0-15,0-3 0 0,0 0 0 0,0 2 0 16,0 3 0-16,3-7 0 0,-3 2 0 0,0 2 0 16,0-2 0-16,0 3 0 0,0-3 0 0,0 2 0 15,0 1 0-15,3-1 0 0,-3 1 0 0,0 0 0 16,3-1 0-16,-3 1 0 0,0-1 0 0,0 1 0 16,0-1 0-16,0 1 0 0,3 2 0 0,-3-2 0 15,0-1 0-15,0 1 0 0,0-3 0 0,0 3 0 16,0-1 0-16,0-2 0 0,0 3 0 0,0-1 0 15,0-2 0-15,3 0 0 0,-3 3 0 0,3-1 0 16,-3-2 0-16,0 0 0 0,0 3 0 0,0-3 0 16,0 0 0-16,0 0 0 0,0-3 0 0,3 3 0 15,-3-3 0-15,0 3 0 0,0-3 0 0,0 1 0 16,0 2 0-16,0-3 0 0,0 0 0 0,0 3 0 16,0-3 0-16,0 1 0 0,0 2 0 0,0-3 0 0,0 0 0 15,3 3 0-15,-3-3 0 0,0 1 0 16,3 2 0-16,-3-3 0 0,0 0 0 0,3 1 0 15,-3-1 0-15,0 0 0 0,0-5 0 0,3 5 0 16,-3 1 0-16,3-1 0 0,3 0 0 0,-3-2 0 0,0 2 0 0,-3-5 0 16,3 5 0-16,0-2 0 0,0 2 0 0,-1-2 0 0,1 0 0 0,-3-3 0 15,6 2 0-15,0 1 0 0,0 0 0 0,0-3 0 16,0 2 0-16,0 1 0 0,0-3 0 0,0 3 0 16,3-3 0-16,0 0 0 0,-3 0 0 0,3 0 0 15,3 0 0-15,-3 0 0 0,0 0 0 0,3 0 0 16,-1 0 0-16,1 0 0 0,3 0 0 0,-3 0 0 15,3-3 0-15,0 3 0 16,3 0 0-16,0 0 0 0,-1-3 0 0,1 3 0 16,0 0 0-16,3 0 0 0,-3 0 0 0,3 0 0 0,0 0-9 0,-1 3 9 15,4-3 0-15,3 0 0 0,3 3 0 0,0-3 0 16,-1 0 0-16,7 2 0 0,-3 1 0 0,-1 0 0 16,4-1 0-16,-3 1 0 0,0 2 0 0,5-2 0 15,-5 2 0-15,3-2 9 0,3 2-9 0,-1 0 8 16,-2-2-8-16,3 2 0 0,-4-2 0 0,4 2 8 15,-6 0-8-15,0 1 0 0,-1-1 0 0,1-2 8 16,0 2-8-16,0 0 0 0,2-2 9 0,1 2-9 16,-3 1 0-16,2-4 0 0,-2 1 0 0,0-1 8 15,-3 1-8-15,2 2 0 0,-2-2 0 0,0 2 0 16,3-2 0-16,-1 0 9 0,1-1-9 0,3 1 0 16,-3 0 8-16,-1-1-8 0,4-2 0 0,-3 0 0 15,0 3 0-15,-4-3 8 0,4 2-8 0,-3 1 0 16,3-3 11-16,-4 3-11 0,4-3 10 0,0 2-10 0,0-2 9 15,-1 3-9-15,1-3 8 0,0 3-8 16,0-3 9-16,-4 0-9 0,-2 0 10 0,6 0-10 16,-6 0 9-16,2 0-9 0,1 0 8 0,3 0-8 0,-3 0 8 0,2 0-8 15,1 0 0-15,0 0 8 0,0 0-8 0,-4-3 10 16,1 3-10-16,3-3 10 0,-3 3-10 16,-1-2 10-16,1 2-10 0,0 0 10 0,3-3-10 0,-1 3 8 15,1-3-8-15,0 1 8 0,0 2-8 0,-1-3 10 0,1 1-10 0,3-1 10 16,-6 3-10-16,-4-3 0 0,4 1 0 0,0-1 8 15,3 3-8-15,-3-5 8 0,5 2-8 0,-2 0 8 16,0 1-8-16,-1-1 0 0,1-2 9 16,-3 0-9-16,0 2 0 0,-3 0 9 0,-1 1-9 0,1-1 0 15,0-2 11-15,-3 2-11 0,3 0 10 0,-1 1-10 16,1-1 9-16,0-2-9 0,0 2 8 0,-1-2-8 16,1 2 0-16,-3-2 0 0,0 2 8 0,-3-2-8 15,0 2 0-15,-1-2 0 0,-2 2 0 0,0 1 8 16,0-4-8-16,-3 4 0 0,3-1 0 0,0 0 0 15,-4 1 8-15,1-3-8 0,3 2 0 0,0 0 8 16,-3 1-8-16,0-1 0 0,0 0 0 0,0 1 0 16,-1-4 0-16,-2 4 8 0,0-1-8 0,0 0 0 15,0 3 0-15,0-2 0 0,0-1 8 0,-3 0-8 16,3 1 0-16,-3 2 0 0,0-5 0 0,3 5 0 16,-4-6 0-16,1 4 8 0,-3-1-8 0,3 0 0 15,0 1 0-15,-3-1 0 0,3 0 8 0,-3 1-8 16,0-4 0-16,0 4 0 0,0-1 0 0,0-2 0 15,0 2 0-15,0-2 8 0,-3 0-8 0,3 2 0 0,-3-2 0 16,3 2 0-16,-3-2 8 0,0 2-8 0,2-2 0 16,-2 0 0-16,0-1 9 0,-3 1-9 0,3 0 0 0,0-1 9 15,-3-2-9-15,3 3 0 0,-3 2 8 0,3-2-8 0,-3 0 0 16,0 0 0-16,0-1 0 0,3 1 0 0,-3-3 0 16,0 3 0-16,3 0 8 0,-3-3-8 0,0 0 0 15,0 0 0-15,3 0 0 0,-3-3 0 0,0 3 0 0,0 0 0 16,0-2 0-16,0-1 0 0,0 1 0 15,0-1 0-15,0 0 8 16,0-2-8-16,0 0 0 0,0 0 0 0,0-3 0 16,0 3 0-16,0-6 0 0,0 3 0 0,0 0 8 0,0 0-8 0,0 1 0 0,0-1 0 15,0 0 0-15,0 3 0 0,0-1 0 0,-3 1 0 16,3 0 0-16,0 0 0 0,0-1 0 0,0 1 0 16,0 0 0-16,0 0 0 0,0-1 0 0,0 4 0 15,0-3 0-15,0-3 0 0,0 3 0 0,0-1 0 16,0 1 0-16,0-3 0 0,0 3 0 0,-3-3 0 15,3 3 0-15,-3-3 0 0,0 0 0 0,0 0 0 16,0 0 11-16,0 1-11 0,0-4 10 0,-2 3-10 16,2 3 13-16,-3 0-3 0,3-1-1 0,0 1 0 15,0 0-9-15,-3 2 0 0,3 1 0 0,0-1 8 16,-3 1-8-16,3-1 0 0,0-2 0 0,-3 5 8 16,3-5-8-16,0 5 0 0,0-6 0 0,0 4 0 15,0 2 0-15,0-3 0 0,0 3 0 0,0-5 0 0,0 5 0 16,0-2 0-16,0 4 8 0,0-7-8 0,0 3 0 15,0-1 0-15,0 0 0 0,0 3 0 16,3-2 0-16,-3-1 8 0,0 1-8 0,3-1 0 16,0 3 0-16,-3-2 8 0,3-1-8 0,0 0 0 0,0 1 0 15,3-1 8-15,-3 3-8 0,3-2 0 16,-3-1 0-16,3 1 0 0,-3 2 8 0,3 0-8 16,0-3 0-16,-3 3 0 0,3 0 0 0,0 3 0 0,3-6 0 15,-3 3 0-15,0 3 0 0,-3-3 0 0,3 3 0 0,0-3 0 16,0 3 0-16,-3-3 8 0,3 2-8 0,0 1 0 0,-3 0 0 0,3-3 0 15,-3 0 8-15,0 3-8 0,3-3 0 0,-3 2 8 16,0 4-8-16,3-9 0 0,-3 6 9 16,0 0-9-16,3-1 0 0,-3-2 9 0,0 6-9 0,3-6 0 15,-3 3 9-15,0-1-9 0,3 1 0 0,-3 0 9 16,0-1-9-16,0 1 0 0,0 0 0 0,0 0 8 16,0-1-8-16,0 1 0 0,0 0 0 0,0-1 0 15,0 1 0-15,0 0 0 0,0 2 8 0,0-2-8 16,0 5 0-16,0-3 0 0,0 3 0 0,-3-5 0 15,3 5 0-15,0-3 0 0,0 3 0 0,0 0 0 16,0 0 0-16,0 0 0 0,0-2 0 0,0 2 0 16,0 0-27-16,0 0-1 0,0 0 0 0,0 0 0 15,0 0-104-15,0 0-20 0,3 0-5 0</inkml:trace>
  <inkml:trace contextRef="#ctx0" brushRef="#br0" timeOffset="1954.729">10882 6237 1645 0,'0'0'69'0,"0"0"-55"15,0 0 101-15,0 0 20 0,0 0 4 0,0 0 1 16,0 0-67-16,0 0-13 0,0 0-2 0,6 0-1 15,0 0-29-15,0 0-7 0,0 0-1 0,0 2 0 16,3-2-4-16,-3 0 0 0,2 0-1 0,1 3 0 16,0-3-6-16,3 3-1 0,0-3 0 0,0 0 0 15,3 2-8-15,0-2 0 0,0 3 0 0,0-3 0 16,2 0 0-16,-2 0 0 0,0 0 0 0,3 0 0 16,0 0 0-16,-3 0 0 0,3 0 0 0,0 0 0 15,-1 0 0-15,1 0 0 0,0 0 0 0,0 0 0 16,0 0 0-16,0 0 0 0,0 0 0 0,-1-3 0 15,4 3 0-15,3-2 0 16,0 2 0-16,0 0 0 0,2 0 0 0,1 0 0 0,3 0 0 0,3 0 0 16,0 2 0-16,-1-2 0 0,1 0 0 0,6 0 0 15,-1 0 0-15,1 0 0 0,3 0 0 0,5 0 0 16,-2 3 0-16,0-3 0 0,-1 0 12 0,7 0-4 16,-6 0-8-16,2 0 0 0,1 0 9 0,-1 0-9 15,1 0 9-15,0 0-9 0,-4 0 12 0,4 0-12 16,-3 0 14-16,-1 0-4 0,-2 0-1 0,3-3 0 15,-4 3 2-15,1 0 0 0,0 0 0 0,-1 0 0 16,-2-2-3-16,-3 2 0 0,-1 0 0 0,4 0 0 16,-6-3 0-16,3 3-8 0,-1-3 12 0,4 3-4 0,-6 0 0 15,2 0 0-15,1 0 0 0,0 0 0 0,0 0 2 16,-7 0 0-16,4 0 0 0,0 0 0 16,0 0-10-16,-4 0 0 0,7 0 0 0,-3 3 0 15,0-3 0-15,-1 3 0 0,4-3 0 0,-3 0 0 0,-3 2 0 16,2-2 0-16,-2 3 0 0,0-3 0 15,0 2 0-15,-1-2 0 0,1 0 0 0,0 3 0 16,3-3 0-16,-4 3 0 0,4-3 0 0,3 2 8 0,-3 1-8 0,-4-3 0 0,4 3 0 0,-3-3 0 16,0 0 0-16,-4 0 0 15,4 0 0-15,-3 0 0 0,3 0 8 0,0 0-8 0,-1 0 0 16,1 2 8-16,0-2-8 0,0 0 8 0,-1 0-8 0,1 0 8 16,-3 0 1-16,3 0 0 0,-4 0 0 0,1 0 0 15,0 0-1-15,3 0 0 0,3 0 0 0,-4 0 0 16,4 3-8-16,-3-3 10 0,3 0-10 0,-1 0 10 15,1 0-10-15,-3 0 8 0,0 0-8 0,2 0 8 16,-2 0-8-16,0 0 0 0,3 0 9 0,2 0-9 16,-2 0 0-16,0 0 0 0,3 0 0 0,-1 0 8 15,-2 0-8-15,0 0 0 0,0 0 0 0,-4 0 0 16,4 0 0-16,-3 0 0 0,3-3 0 0,-1 3 0 16,-2 0 9-16,3 0-9 0,0-2 12 0,-1 2-12 15,-2 0 13-15,0 0-4 0,0 0-1 0,-1 0 0 16,-5 0-8-16,3-3 0 0,-3 3 0 0,0-3 0 15,-1 3 0-15,-2-2 8 0,3 2-8 0,0-3 0 16,-3 0 0-16,0 3 0 0,-4-2 8 0,1-1-8 16,0 3 0-16,-3-2 8 0,0 2-8 0,0-3 8 15,-3 3-8-15,3-3 0 0,-4 3 0 0,1 0 0 16,-3 0 8-16,3 0-8 0,-3-2 8 0,0 2-8 16,3 0 8-16,-3-3-8 0,0 3 8 0,0-3-8 0,0 3 9 0,0 0-9 0,0-2 10 15,-4 2-10-15,4 0 8 0,0-3-8 0,-3 3 0 16,3-3 9-16,0 1-9 0,-3 2 0 0,3-3 0 0,0 0 0 15,0 3 0-15,0-2 0 0,-3 2 0 16,3 0 0-16,0-3 0 0,-3 1 0 0,0 2 0 16,-1-3 0-16,1 0 8 0,0 1-8 0,-3-1 0 15,3 0 8-15,-3 3-8 0,3-2 0 0,-3-1 0 0,0 0 8 16,-3 3-8-16,3-2 8 0,0-4-8 16,0 4 8-16,0-4 0 0,0 1 0 0,-3 0 0 0,3 0 0 15,-3-1-8-15,0-2 10 0,0 3-10 0,0-3 10 16,-3 0-10-16,3 3 0 0,-3-3 9 0,3 0-9 15,-3-3 8-15,0 4-8 0,0-4 8 0,0 0-8 16,0 1 0-16,0-1 8 0,-3-2-8 0,3 0 0 16,0-1 0-16,0 1 8 0,0 0-8 0,0-3 0 15,0 0 0-15,0-2 0 0,0 2 0 0,1-3 8 16,-1 1-8-16,3 2 0 0,-3-3 0 0,0 4 8 16,3-1-8-16,-3 2 8 0,3-1-8 0,-3 1 8 15,3-2-8-15,0 6 0 0,-3-3 8 0,0-3-8 16,0 3 8-16,0-1-8 0,-3-2 8 0,0 1-8 15,0-1 13-15,0-3-1 0,-3 1-1 0,0-1 0 16,3 1 1-16,-3-4 0 0,0 1 0 0,0-3 0 16,0 6-12-16,3-3 0 0,-3 0 0 0,1 2 8 0,2 1-8 15,-3 2 0-15,3-3 0 0,0 3 0 0,0 3 0 0,0 0 0 16,3 0 8-16,-3 5-8 16,3-8 0-16,-3 5 0 0,3 1 0 0,0-6 0 0,0 5 0 0,0-2 0 15,0 2 8-15,0-2-8 0,0 3 0 0,0-4 0 0,0 1 0 16,0 0 0-16,0 0 0 15,3-1 0-15,0 1 8 0,-3-3-8 0,3 0 0 16,0 1 0-16,0 1 0 0,0-2 8 0,0 3-8 0,0-3 0 0,0 0 9 16,0 3-9-16,0 0 0 0,0 0 8 0,0-1-8 0,0 4 0 15,0 2 0-15,0-8 9 0,0 6-9 0,0 2 0 16,0-6 8-16,0 4-8 0,0-1 0 0,0 1 0 16,0-1 8-16,0 0-8 0,0 1 0 0,0-3 0 15,0 2 8-15,0 0-8 0,0-2 0 0,-3 0 0 16,3 2 8-16,0-2-8 0,0 3 0 0,-3-4 0 15,3 1 8-15,0 0-8 0,0 0 0 16,-3-1 0-16,3 1 8 0,0 3-8 0,0-4 0 16,-3 1 0-16,3 3 0 0,0-1 0 0,0 0 8 0,-3 1-8 15,3 2 0-15,-3 0 0 0,3 0 8 0,0 0-8 16,0 3 0-16,-3-1 0 0,3 1 0 0,0 3 0 16,0 2 0-16,0-6 0 0,0 6 0 0,-3 0 0 15,3 0 0-15,0 0 0 0,0 0 0 0,0 0-9 16,0 0-27-16,0 0-6 0,0 0-1 0,0 0 0 15,0 0-135-15,0 0-27 0,3 3-6 0</inkml:trace>
  <inkml:trace contextRef="#ctx0" brushRef="#br0" timeOffset="3837.762">16222 6237 1637 0,'0'0'34'0,"0"0"8"0,0 0-34 0,0 0-8 0,3-6 0 0,0 4 0 16,3-4 101-16,-3 4 19 16,0-1 3-16,3 0 1 0,0 1-45 0,-3-1-9 0,3 1-2 0,0 2 0 15,0 0-27-15,0-3-5 0,-1 3-2 0,1 0 0 16,3 0-14-16,0 0-2 0,0 3-1 0,0-3 0 16,3 0-4-16,0 2-1 0,0 1 0 0,0-3 0 15,0 2-2-15,3 1-1 0,-1 0 0 0,-2-1 0 16,3-2-1-16,3 3 0 0,0 0 0 0,-3-1 0 15,0-2-8-15,0 3 0 16,-1-3 0-16,1 3 0 0,3-3 0 0,0 0 8 0,0 0-8 16,3 0 0-16,0 0 0 15,2 0 0-15,4 0 0 0,0 0 0 0,3 0 0 0,0 2 0 0,-1-2 8 0,4 3-8 16,3-3 0-16,-1 0 10 0,1 0-10 0,3 0 10 16,3 0-10-16,2 0 8 0,1 0-8 0,5 0 8 15,-2 0-8-15,-3 0 0 0,2 0 0 0,1 0 0 16,0 0 0-16,2 0 0 0,1 0 0 0,5 0 0 15,-8 0 0-15,3-3 0 0,-4 3 9 0,7 0-9 16,-4 0 13-16,1 0-1 0,0 0-1 0,5 0 0 16,-8-2-2-16,2 2 0 0,-5-3 0 0,6 3 0 15,-4-3-1-15,1 3-8 0,0-2 12 0,2-1-4 16,-2 0 1-16,-7 3 0 0,4-2 0 0,0-1 0 16,-4 0-9-16,1 1 10 0,3-3-10 0,-1 2 10 0,-2 0-10 15,0 3 12-15,-1-2-12 0,-2-1 12 0,0 0-12 0,-3 1 12 16,-1-4-12-16,4 4 12 15,-3-1-12-15,-1 0 8 0,1 1-8 0,3-1 8 16,-6 0 0-16,2 3-8 0,1 0 12 0,-3 0-4 0,2 0 0 16,-5-2-8-16,3-1 12 0,0 1-4 15,-1 2-8-15,-2-3 8 0,6 3-8 0,-3-3 8 0,-4 3-8 0,1 0 10 16,3 0-10-16,-6 0 10 0,-1 0-2 0,1-2 0 0,0-1 0 16,-3 0 0-16,3 3-8 15,2-2 10-15,-2-1-10 0,0 3 10 0,0-3-10 0,0 3 0 0,2 0 9 16,-2 0-9-16,-3 0 0 0,3 0 8 0,-3 0-8 0,-1 0 0 15,1 0 0-15,-3 0 9 0,0-2-9 0,3 2 0 16,-3 0 8-16,-1-3-8 0,4 0 0 0,0 3 0 16,0-2 0-16,3 2 0 0,-4-3 8 0,4 3-8 15,0 0 0-15,0 0 0 0,-3 0 0 0,2 0 0 16,-2 0 0-16,0 0 0 0,-3 0 0 0,3-3 0 16,-1 3 0-16,1 0 0 0,3-2 0 0,0 2 0 15,-3-3 0-15,2 3 0 0,-2 0 0 0,0 0 0 16,3 0 0-16,-3 0 0 0,-3 3 0 0,2-3 0 15,-2 0 8-15,0 0-8 0,0 0 0 0,-3 0 0 16,0-3 0-16,-1 3 0 0,-2 0 0 0,0-2 0 16,0 2 0-16,-3 0 0 0,3-3 0 0,-3 0 0 0,0 3 9 15,-3 0-9-15,3-2 0 0,-4 2 9 0,1 0-9 0,0-3 0 0,-3 3 0 0,0-3 0 16,0 3 8-16,0 0-8 16,0-2 8-16,-6 2-8 0,0 0 8 15,3-3-8-15,-3 3 8 0,0 0-8 16,6 0 9-16,-6 0-9 0,3-3 10 0,-3 3-10 15,0-2 8-15,0 2-8 0,3-6 0 0,-3 1 9 16,0 3-9-16,0-4 0 0,0 4 9 0,-3-4-9 0,3 1 0 0,-3 0 0 16,3-1 0-16,-3 1 8 0,0-3-8 0,3 3 0 0,0-3 0 15,-3 0 8-15,0 0-8 0,3 0 8 0,-3 0-8 16,0 0 8-16,0 0-8 0,0-2 8 0,0-1-8 16,0 1 8-16,0-4-8 0,-3 4 0 0,3-3 0 0,0-1 8 15,-3 1-8-15,3 0 0 0,0-3 8 0,-3 3-8 16,4 2 8-16,-1-2-8 0,0 0 8 0,0-1-8 15,0 4 0-15,0-3 9 0,3 2-9 16,-3 0 0-16,0 1 9 0,0 2-9 0,0-3 0 0,-3 1 9 16,3-1 3-16,-3 1 0 0,0 2 0 15,0-6 0-15,3 6-1 0,-3-2 0 0,0-1 0 0,0 1 0 16,3-3-11-16,-3 2 12 0,0 0-12 0,0 1 12 16,3-3-12-16,-3 2 10 0,0-2-10 0,0 2 10 15,3-2-10-15,-3 2 8 0,1-2-8 0,2 3 8 16,-3-1-8-16,3 0 0 0,0-2 0 0,-3 3 8 15,3-1-8-15,0 0 0 0,-3-2 0 0,3 3 0 16,0-1 0-16,0 3 0 0,0-3 8 0,-3 1-8 16,3-1 0-16,3 3 0 0,-3 0 0 0,0-2 0 15,3 2 0-15,-3 0 0 0,0 3 0 0,0-6 8 16,0 3-8-16,0 0 0 0,3 0 0 0,-6 0 8 16,3-2-8-16,0 2 0 0,0-3 0 0,0 1 8 15,0-1-8-15,0 0 0 0,0 4 0 0,0-4 0 0,3 0 0 0,-3 3 8 16,0-5-8-16,3 3 0 0,-3-1 0 15,3-2 8-15,0 0-8 0,-3-1 0 0,3 1 0 16,0 0 0-16,0 0 8 0,0-1-8 16,-3 1 0-16,3 0 0 0,0 0 0 0,0 2 8 0,0-2-8 15,0 2 0-15,0 1 0 0,0-4 0 0,0 7 0 0,0-4 8 0,0 0-8 16,0 3 0-16,0 1 0 0,0-4 0 0,0 3 8 0,0-3-8 16,0 3 0-16,0 1 0 0,0-1 0 0,0 0 0 15,0 0 0-15,0-3 0 0,0 6 0 0,0-6 0 16,0 1 0-16,3 2 0 0,-3 0 8 15,0 0-8-15,0 0 0 0,0-3 0 16,0 3 0-16,0-2 0 0,0 2 0 0,0-3 0 0,0 1 8 0,0-1-8 16,0 3 0-16,0 0 0 0,0-5 0 0,0 5 0 15,0 0 0-15,3 0 0 0,-3-2 0 0,0 4 0 16,3-2 0-16,-3 3 0 0,0-3 0 0,3 3 0 16,-3 0 0-16,0 2 0 0,3-2 0 0,-3-1 0 15,3 4 0-15,-3 2 0 0,0-3 0 0,0 3 0 16,0 0-11-16,0 0 3 0,0 0 0 0,0 0 0 15,0 0-79-15,0 0-15 0,0 0-3 16,0 0-1-16,0 0-137 0,0 0-27 0</inkml:trace>
  <inkml:trace contextRef="#ctx0" brushRef="#br0" timeOffset="7424.553">6477 6604 2066 0,'0'0'43'0,"-6"-5"10"16,3 2-42-16,0-2-11 0,-3 0 0 0,3 0 0 0,-3-1 156 0,3 1 28 0,0 0 7 0,-3 2 1 16,3-2-103-16,-3 2-20 0,0-2-4 0,0 2-1 15,0 3-52-15,-3-2-12 0,3-1 0 0,-3 3 0 16,0 0 12-16,0 3 4 0,0-3 2 15,-2 5 0 1,2 0-7-16,-3 0-2 0,0 3 0 0,0 0 0 0,-3 3-9 0,3 2 0 0,0 3 0 0,0 0 0 31,0 2-16-31,3-2-8 0,4 3-1 0,-1-1-1 0,0-2 26 0,3 0 0 0,3 3 0 0,0-6 0 16,3 0 0-16,0 0 0 0,3-2 0 0,-1-1 0 16,4-2-22-16,0-2 1 0,3 2 0 0,0-6 0 15,0 4-36-15,3-4-7 16,3-2-2-16,0 0 0 0,2-2-12 0,1-4-2 15,0-2-1-15,0 3 0 0,0-3 19 16,0-2 4-16,-3-1 1 0,-1 0 0 0,1 1 21 16,0-3 4-16,-3-1 0 0,-3 1 1 0,0 0 76 0,-3 2 15 0,0-2 4 0,-3 2 0 15,0-2 0-15,-3 0 0 0,-3 2 0 0,3-2 0 16,-3 3 51-16,-3-1 10 0,3 0 3 0,-3 3 0 16,0-2-52-16,0 2-9 0,0 3-3 0,0-1 0 15,0 4-44-15,0-1-10 0,3 3-2 0,0 0 0 16,0 0 15-16,0 0 2 0,0 0 1 0,0 0 0 15,0 0-14-15,-6 5-2 0,3 3-1 0,0 0 0 16,0 0-9-16,3 3 0 0,0 2 9 0,0 0-9 16,0 3 0-16,0 3 0 0,0-1 0 0,3 3 8 15,-3-2-8-15,0-1 0 0,3 1 0 0,-3-1 0 16,3-2 0-16,-3 3 0 0,3-3 0 0,-3 0-8 16,3-1-11-16,-3-1-1 0,3 2-1 0,-3-3 0 15,3 0-53-15,-3 0-10 0,3 0-3 0,-3-2 0 16,3-3-84-16,0 0-17 0,0 0-3 0</inkml:trace>
  <inkml:trace contextRef="#ctx0" brushRef="#br0" timeOffset="7950.68">6810 6763 2508 0,'0'-10'71'0,"-3"-4"16"0,3 4-70 0,0-1-17 0,0 1 0 0,0 2 0 15,0 2 84-15,0-2 14 0,0 3 2 0,0 5 1 16,0 0-59-16,0 0-12 0,0 0-2 0,0 0-1 15,0 0 24-15,0 0 5 0,0 8 0 0,0 0 1 16,0 3-36-16,0-1-7 0,0 3-2 0,-3 1 0 16,3-4-12-16,-3 3 8 0,3 1-8 0,-3 2 0 15,3-3 0-15,-3 0 0 0,3 0 0 0,0 0 0 16,-3 1 0-16,3-1 0 0,0-2 0 0,0 2-10 16,0-3-9-16,3 1-1 0,-3-3-1 0,3 2 0 15,0-2 5-15,-3-2 0 0,3 2 1 0,-3-8 0 16,3 2 15-16,-3-2 0 0,6 3 0 0,-3-3-9 15,3 0 9-15,0-3 0 0,3 1 0 0,-3-1 0 16,0-5 0-16,0 3 0 0,0-3 8 0,-1 0-8 16,1-3 15-16,3 1-2 0,-3-1 0 0,0 1 0 15,3-1 4-15,-3-2 1 0,0 2 0 0,0 1 0 16,0-4-18-16,0 6 0 0,0-2 0 0,0-1 0 0,0 3 55 16,-3 3 7-16,3 0 2 0,-3-1 0 0,0 1-64 15,-3 5 0-15,0 0 0 0,0 0-10 16,0 0 10-16,0 0 9 0,0 0-1 0,0 0-8 15,0 0 0-15,-3 5 0 0,-3 1 0 0,3 2 0 16,-3 0 0-16,0 0 0 0,0-1 0 0,0 1 0 0,0 3 12 0,0 0-4 16,0-4 0-16,3 4-8 0,-3 0 0 0,3-3 0 0,0 0 0 15,0 2 0-15,3-2 0 0,0 0 0 0,3-3 0 0,-3 3 0 16,6-2 0-16,-3-1 0 0,3 0 0 0,0 0 0 16,3 1 0-16,-3-1 0 0,6-2-11 0,-3-1 11 15,0 1 0-15,0 0 0 0,0-1 0 0,2 1 0 16,-2-3 0-16,0 2 0 0,3-2 0 0,-3 3 0 15,3-3-109 1,0 0-15-16,-3-3-4 0</inkml:trace>
  <inkml:trace contextRef="#ctx0" brushRef="#br0" timeOffset="15279.924">10218 3133 1444 0,'0'0'30'0,"0"0"6"0,0 0-28 0,0 0-8 0,0 0 0 0,0 0 0 16,0 0 81-16,-6 3 15 0,6-3 4 0,0 0 0 16,0 0 10-16,0 0 2 0,0 0 1 0,0 0 0 15,-6 2-27-15,6-2-6 0,0 0 0 0,0 0-1 16,0 0-63-16,0 0-16 0,0 0 0 0,0 0 0 15,-3 8 54-15,3-8 8 0,0 0 2 0,0 3 0 16,3 2-52-16,-3-5-12 0,6 8 0 0,0-5 0 16,0-1 10-16,0 1-1 0,0 2 0 0,3-5 0 15,0 3-9-15,0-3-12 0,0 0 2 0,3 5 1 16,0-5 30-16,-1 0 7 0,1 0 0 0,0 0 1 16,3-5 5-16,-3 5 1 0,3 0 0 0,-3-3 0 15,3 3-35-15,0 0 0 0,-4-5 0 0,4 5 0 16,-3-3-12-16,0 1-10 0,0 2-2 0,0-3 0 15,0 3 39-15,0 0 7 0,-3 0 2 0,3 0 0 0,0-5-24 16,-1 5 0-16,-2 0 0 0,3 0 0 16,0 0 0-16,-3-3 0 0,0 3 0 0,3 0 0 0,-3 0 0 15,0 0 0-15,3 0 0 0,-3 0 0 0,0 0 20 0,0 0-1 16,-1 0 0-16,1 0 0 0,0 0-11 0,3 0-8 0,-3 3 9 0,0-3-9 16,0 0 9-16,0 0-9 0,0 0 8 0,0 0-8 15,0 0 0-15,-3 0 8 0,0 0-8 0,3 0 0 16,-3 0 8-16,-1 0-8 0,1 0 0 0,0 0 8 15,0 0-8-15,3 0 0 0,-3 0 0 16,0 0 0-16,0 0 0 0,0 0 0 0,0 0 8 16,-3 0-8-16,3 0 0 0,0-3 0 0,-3 3 9 15,3 0-9-15,0 0 0 0,-3 0 0 0,3 0 0 0,-3 0 0 16,3 0 0-16,-3 0 0 0,3 0 0 0,-6 0 0 16,3 0-13-16,3-5-7 0,-1 5-2 0,-2-3 0 15,0 3-149-15,3 0-29 0,-3-5-7 16</inkml:trace>
  <inkml:trace contextRef="#ctx0" brushRef="#br0" timeOffset="19552.658">15326 3194 566 0,'0'0'24'0,"0"0"-24"16,0 0 64-16,0 0 9 0,0 0 2 0,0 0 0 15,0 0 29-15,0 0 7 0,0 0 1 0,0 0 0 16,0-3-26-16,0 3-5 0,0 0-1 0,0 0 0 16,0 0-64-16,0 0-16 0,0 0 0 0,0-8 0 15,0 8 61-15,0-5 9 0,0 5 2 0,0 0 0 16,0 0-28-16,0 0-4 0,0 0-2 0,0 0 0 15,0 0-16-15,0 0-3 0,0 0-1 0,0 0 0 16,0 0-18-16,0 0 0 0,0 0 0 0,0 0 0 16,0 0 0-16,0 0 0 0,0 0 0 0,0 0 0 15,0 0 0-15,0 8 0 0,0-3 0 0,0-5 0 16,0 3 0-16,0-3 0 0,0 0 0 0,0 0 0 16,0 0 0-16,0 0 0 0,0 0 0 0,0 5 0 15,0-5 17-15,0 0 0 0,0 0 0 0,0 0 0 0,0 0-27 16,0 0-6-16,0 0 0 0,0 0-1 0,0 0 55 15,0 0 11-15,0 0 3 0,0 0 0 16,0 0-32-16,0 0-7 0,0 0-1 0,3-3 0 0,-3 3 42 0,0 0 8 0,0 0 2 0,0-5 0 16,0 5-64-16,3-5-18 0,-3 2-1 0,0 3 0 15,0 0 19-15,0-5 11 0,0 5-2 0,0-3 0 16,0 3 1-16,0 0 0 0,0-5 0 0,0 5 0 16,0 0-10-16,0 0 0 0,0 0 0 0,0 0 0 15,0 0 0-15,0 0 0 0,0 0 0 0,0 0 0 16,0 0 0-16,0 0 0 0,0-5 0 0,0 5 0 15,0 0 19-15,0 0 1 0,0 0 1 0,0 0 0 16,0 0-33-16,0 0-8 0,0 0 0 0,0 0-1 16,0 0 21-16,0 0 0 0,0 0 0 0,0 0 0 15,0 0 47-15,6 0 13 0,-6 0 4 0,6 0 0 16,-3 0-52-16,3 0-12 0,0 0 0 0,0 0 0 16,-3 0 0-16,3 0 0 0,0 0 0 0,0 0 0 15,-1 0 0-15,1 0 0 0,3 0 0 0,0 0 0 16,0 0 0-16,0 2 0 0,0-2 0 0,3 0 0 15,-3 0 0-15,0 0 0 0,3 0 0 0,0 0 0 16,-3 0-20-16,5 0-8 0,-2 0 0 0,-3 0-1 16,3 0 29-16,0 0 0 0,0 0 0 0,0 0 0 15,0-2 0-15,0 2 0 0,3 0 0 0,-3 0 0 16,-4 0 0-16,4 0 0 0,0 0 8 0,0 0-8 0,-3 0 0 16,3-3 0-16,-3 3 0 0,3 0 0 0,-3 0 8 15,0-5-8-15,0 5 0 0,0 0 0 0,0-3 24 16,-4 3-3-16,4 0 0 0,0 0 0 0,-3 0-21 0,3 0 0 0,0 0 0 15,-3 0 0 1,3 0 0-16,0 0 0 0,-3 0 0 0,3 0 0 16,-3 0 0-16,3 0 0 0,-3 0 0 0,3 0 0 0,-3 0 0 0,2 0 0 15,-2 0 0-15,3 0 8 0,-3 0-8 0,3 0 9 0,0 0-9 0,-3 0 10 16,3 0-10-16,-3 0 8 0,3 0-8 16,0 0 8-16,-3 0-8 0,3 0 0 0,-3 0 0 15,3 0 0-15,-3 0 8 0,0 0-8 0,-1 0 8 0,4 0-8 16,-3 0 0-16,0 0 8 0,0 0-8 0,0 0 0 15,0 0 11-15,0 0-3 0,0 0-8 0,0 0 12 16,-3 0-12-16,3 0 11 0,0 0-11 0,0 0 10 16,-3 0 20-16,3 0 4 0,-3 0 1 0,-3 0 0 15,6 0-35-15,-6 0 0 0,3 0 0 0,-3 0 0 16,6 0-12-16,-6 0-8 0,3 0-3 0,-3 0 0 16,6 3 23-16,-6-3 0 0,3 0 0 0,-3 0 0 15,0 0 0-15,6 0 0 0,-6 0 0 0,0 0 0 16,0 0 0-16,3 0-12 0,-3 0 2 0,0 0 1 15,0 0-49-15,0 0-10 0,5 0-1 0</inkml:trace>
  <inkml:trace contextRef="#ctx0" brushRef="#br0" timeOffset="22910.907">20458 3125 1109 0,'0'0'23'0,"0"0"5"0,0 0-28 0,0 0 0 0,0 0 0 0,0 0 0 16,0 0 43-16,0 0 2 0,0 0 1 0,0 0 0 16,0 0-32-16,0 0-6 0,0 0-8 0,-3 5 11 15,3-5-3-15,0 0-8 0,0 0 12 0,0 0-4 16,3 6-8-16,-3-6 12 0,3 5-12 0,-3-5 12 16,3 5-12-16,-3-5 0 0,6 3-10 0,-6-3 10 15,6 5 0-15,-6-5 15 0,3 0-2 0,-3 0 0 16,5 0-13-16,-5 0 8 0,6 0-8 0,-6 0 0 15,0 0 12-15,0 0-3 0,3 0-1 0,-3 0 0 16,0 0 26-16,0 0 5 0,0 0 1 0,0 0 0 0,0 0 13 16,0 0 3-16,0 0 1 0,0 0 0 15,0 0-21-15,0 0-5 0,0 0-1 0,0 0 0 0,0 0-14 0,0 0-4 0,0 0 0 16,0 0 0-16,0 0-4 0,0 0 0 0,0 0-8 0,0 0 12 16,0 0-12-16,0 0 9 0,0 0-9 0,-6 0 8 15,6 0 8-15,0 0 0 0,-6 3 1 0,6-3 0 16,0 0 2-16,-5 0 0 0,5 0 0 0,0 0 0 15,0 0 4-15,-6 5 1 0,6-5 0 16,0 0 0-16,0 0-2 16,0 0 0-16,0 0 0 0,0 0 0 0,0 0-4 0,0 0-1 0,0 0 0 0,0 0 0 15,0 0-5-15,0 0-2 0,0 0 0 0,0 0 0 16,0 0 6-16,0 0 0 0,0 0 1 0,0 0 0 16,0 0 3-16,0 0 0 0,6 0 0 0,-3 0 0 15,2 0-8-15,1 0-2 0,-3 0 0 0,3 0 0 16,0 0-10-16,-3 0-14 0,3 0 3 0,0 0 1 15,-3 0 59-15,3 0 12 0,0 0 3 0,0 0 0 16,3 0-64-16,-3 0-26 0,0 0 2 0,3 0 0 16,-3 0 24-16,0 0 9 0,0 0 0 0,0 0 0 15,0 0 1-15,-1 0 0 0,1 0 0 0,0 0 0 16,0 0-10-16,0-5 12 0,0 5-12 0,0 0 12 16,3 0-12-16,-3 0 12 0,0 0-12 0,3 0 12 15,-3 0-12-15,0 0-9 0,3 0 9 0,0 0-13 16,-3 0 13-16,3-3 0 0,-3 3 0 0,3 0 0 0,-1 0 12 15,-2 0 6-15,3 0 1 0,0 0 0 16,-3 0-19-16,0 0 0 0,3 0 0 0,-3 0 0 16,3 0 8-16,0 0-8 0,-3 0 0 0,3 0 0 0,-3 0-11 15,3 0-9-15,-3 0-1 0,3 0-1 0,-3 0 42 0,-1 0 8 0,1 0 1 16,0 0 1-16,0 0-30 16,0 0 0-16,0 0 0 0,0 0 0 0,-3 0 9 0,3 0-1 15,0 0 0-15,-3 0 0 0,3 0-8 0,0 0 0 16,-3 0 0-16,3 0 0 0,0 0 26 15,-3 0 0-15,3 0 0 0,-3 0 0 0,0 0-26 16,3 0-14-16,-3 0 2 0,-3 0 0 0,6 0 12 0,-3 0 0 0,-3 0 0 0,3 0 10 16,-3 0-10-16,6 0 0 0,-4 0 0 0,-2 0 8 15,3 0-8-15,-3 0 12 0,6 3-12 0,-6-3 12 16,3 0-12-16,-3 0 0 0,6 0 0 0,-6 0-11 16,3 0 11-16,-3 0 0 0,6 0 0 0,-6 0 0 15,0 0-22-15,0 0 1 0,3 0 0 0,-3 0 0 16,0 0-120-16,0 0-24 0,0 0-5 0</inkml:trace>
  <inkml:trace contextRef="#ctx0" brushRef="#br0" timeOffset="31335.915">24470 2556 2038 0,'0'-8'58'0,"-3"3"12"16,3 2-56-16,0-5-14 0,0 3 0 0,-3 0 0 15,3 2 104-15,0-5 19 0,0 8 3 0,-3-5 1 16,3 5-48-16,-3-6-10 0,3 6-1 0,0 0-1 15,0 0-31-15,0 0-5 0,0 0-2 0,0 0 0 16,-6 0-13-16,0 6-4 0,3-1 0 0,-3 3 0 16,0 0-12-16,0 5 0 0,1-2 0 0,-1 5 0 15,0 2 0-15,0 1 0 0,0-1 0 0,0 3 0 16,0 3 0-16,3-8 0 0,0 5 0 0,0-5 0 16,0 5 0-16,0-8-8 0,3 3 8 0,-3 0 0 15,3-3-20-15,3-2 4 0,-3 0 0 0,3-1 0 0,-3-2 4 16,6-3 2-16,-3 1 0 0,3 2 0 0,0-6 10 0,0-2 0 15,3 6-9-15,0-6 9 0,-1 0 0 16,1-6 0-16,3 4 0 0,0-6 0 16,-3 2 18-16,3 1 2 0,0-3 0 0,0 0 0 0,0 0 11 0,0 0 2 15,-3-5 1-15,3 3 0 0,-4-4 5 0,-2 1 1 0,3 0 0 0,-3-3 0 16,0 5-10-16,-3-7-2 0,0 7 0 0,0-7 0 16,-3 2-16-16,3 0-4 0,-3 0-8 15,-3 0 12-15,0 3-12 0,0 0 11 0,0 0-11 0,0 2 10 16,-3 3-10-16,-3 0 0 0,3 0 0 15,-2 3 0-15,-1 5 0 0,-3-5-9 0,3 2 0 0,-3 3 0 32,0 0-18-32,3 0-3 0,-3 3-1 0,0 2 0 15,3-2-77-15,0 2-16 0,0 3-4 0</inkml:trace>
  <inkml:trace contextRef="#ctx0" brushRef="#br0" timeOffset="32102.728">24732 2540 1811 0,'0'0'37'0,"0"-8"11"0,3 3-39 15,-3 0-9-15,3 2 0 0,-3-5 0 0,3 8 100 0,-3 0 19 0,0-8 3 0,0 8 1 16,0-5-46-16,0 5-9 0,0 0-1 0,0 0-1 16,0 0-22-16,0 0-5 0,0 0-1 0,0 0 0 15,0 0-18-15,0 0-4 0,0 0-1 0,-3 8 0 16,0 0-15-16,0 0 0 0,0 2 0 0,0 6 0 16,0-5 0-16,0 2 0 0,0 3 0 0,-3-3 0 15,3 3 0-15,0 0-8 0,3-3 8 0,-3 3 0 16,3 0-8-16,-3-3 8 0,3 0-12 0,0 0 12 15,3-5-36-15,-3 3 0 0,3 0 0 0,0-4 0 16,0 1-4-16,0 0 0 0,0 0-1 16,0-5 0-16,3 0 23 0,-3-1 5 0,3-2 1 0,0 0 0 15,0 0 12-15,0-2 0 0,0-1 0 0,3 0-9 16,-3-2 9-16,3 2 0 0,0-5 10 0,-3 3-10 16,2-3 25-16,1 0-1 0,0 0 0 0,-3 0 0 15,0-5 20-15,0 5 3 0,0-5 1 0,0 0 0 16,0-3-3-16,0 5 0 0,0-10 0 0,0 5 0 0,-3 3-5 15,0-3 0-15,3 0-1 0,-3 3 0 16,0 0-9-16,0 2-2 0,0 1 0 0,0 2 0 16,-3 0-4-16,3 2 0 0,-3 4-1 0,0 2 0 0,0 0-7 0,3-8 0 0,-3 8-1 15,0 0 0-15,0 0-7 0,0 0-8 0,0 0 11 16,0 0-11-16,0 8 9 0,0 5-9 0,3-5 0 16,-3 3 9-16,0 2-9 0,-3 3 0 15,3 2 0-15,0-2 0 0,-3-3 0 0,3 6 0 16,-3-1 0-16,0 1 0 0,3-3 0 15,-3 2 0-15,0-4-9 0,3 1 9 16,-3 1-15-16,0 0 1 0,0-3 0 0,0 1 0 0,0 1-9 0,0-4-1 16,3 0-1-16,-3-1 0 0,0 3-24 0,0-7-5 15,3 4-1-15,-3-2 0 0,0 0-109 0,0-3-23 0,3 1-4 16</inkml:trace>
  <inkml:trace contextRef="#ctx0" brushRef="#br0" timeOffset="33006.531">25086 2350 1736 0,'3'-6'73'0,"0"4"-58"16,0-4 126-16,0 4 26 0,0-4 5 0,-3 6 0 16,6-2-62-16,-3-1-13 0,-3 3-2 0,0 0-1 15,3-2-34-15,-3 2-6 0,0 0-2 0,0 0 0 16,6 2-20-16,-6-2-5 0,3 3-1 0,0 5 0 16,0 0-14-16,0 0-2 0,-3 0-1 0,3 5 0 15,-3-3-9-15,-3 4 8 0,3-1-8 0,-3 3 8 16,3 0-8-16,-3-1 0 0,0 7 0 0,3-1 0 15,-3 3 0 1,0 2 0-16,0-5 0 0,0 6 0 0,0-1 0 0,0-5 0 0,0 3-10 0,0-3 10 16,0 1-24-16,0-4 2 0,0 1 0 0,0 4 0 15,0-9-24-15,-3 1-5 0,3-1-1 0,-3 2 0 16,3-6 42-16,0 1 10 0,-2-1 0 0,2 4 0 16,-3-7-156-16,3 7-28 0,0-6-7 0</inkml:trace>
  <inkml:trace contextRef="#ctx0" brushRef="#br0" timeOffset="33257.665">25021 2683 2079 0,'-6'-5'59'0,"0"-1"13"0,0 1-58 15,3 0-14-15,0 2 0 0,3 3 0 0,0 0 92 0,0 0 15 0,0 0 3 0,0 0 1 16,0 0-36-16,0 0-7 0,0 0-2 0,6 0 0 15,-3 0-10-15,3 0-1 0,3 0-1 16,-3 0 0-16,3 0-13 0,-3 0-2 0,3 3-1 0,0-3 0 16,2 0-12-16,-2 0-2 0,3 0-1 0,-3 0 0 15,3-3-14-15,0 3-9 0,-3 0 12 0,3 0-12 16,0 0 0-16,-3-5 0 0,3 5 0 0,-1-3 0 16,-2 3-122-16,0 0-18 15,0-5-4-15</inkml:trace>
  <inkml:trace contextRef="#ctx0" brushRef="#br0" timeOffset="36573.114">24967 3136 1759 0,'0'0'74'16,"-6"0"-59"-16,0 2 112 16,3 1 22-16,3-3 5 0,-9 5 1 15,3-5-78-15,1 8-15 0,-1-5-3 0,0 2-1 0,0 0-30 0,0 3-7 0,0 0-1 16,0 3 0 0,3-3-12-16,-3-3-8 0,3 3 8 0,0 0-8 15,0-3 0-15,3 3 0 0,0-3 0 0,0 3 0 0,3 0 0 16,0-5 0-16,3 2 0 0,-3 0-8 15,3 1 8-15,3-4 0 0,-3 1 0 0,0-3 0 16,0 5 0-16,2-5 0 0,1 0 0 0,-3-5 0 0,0 5 34 0,0-3 2 0,0 1 1 0,-3-1 0 16,3 0 15-16,-6 3 4 0,3-5 0 0,-3 0 0 15,3 2-4-15,-3-2 0 0,3 2 0 0,-3-5 0 16,-3 3-14-16,3 5-3 0,0-5-1 0,-3 2 0 16,-3-2-13-16,3 2-2 0,0-2-1 0,-3 2 0 15,3 3-10-15,-3 0-8 0,0-5 12 0,0 2-12 16,0 3 9-16,1 0-9 0,-1 0 0 0,6 0 9 15,-9 3-9-15,3 2 0 0,3-5 0 0,3 0 0 16,-6 3 0-16,6-3 0 0,-3 5-8 0,3-5 8 16,0 0-9-16,0 8 9 0,0-8-12 0,3 3 12 15,3 2-22-15,0 0 2 0,0-2 1 0,3 2 0 16,-1-5 0-16,4 0 0 0,-3 3 0 0,0-3 0 16,3 0 19-16,-3-3-12 0,0-2 12 0,0 2-10 15,0-2 10-15,0 2 0 0,-3-2 0 0,0 0 0 16,0 2 13-16,-3-5 2 0,0 0 0 0,-3 3 0 15,0 0 10-15,0 2 3 0,-3-5 0 0,3 3 0 16,-3 2-8-16,-3-5 0 0,3 6-1 0,-3-1 0 16,0 3-9-16,0-5-2 0,0 5 0 0,-3 0 0 15,0 5-8-15,0-5 8 0,0 0-8 0,0 3 8 0,-3-1-8 16,3 6 0-16,1-5 0 0,-4 2 0 0,3-2 0 0,3 2 0 16,0 0 0-16,0 1 0 0,3 4-9 0,3-7 9 0,0 2-12 15,0 3 12-15,3-3-24 0,0 1 1 0,3-1 1 0,-3 3 0 16,3-3-2-16,3-2-1 0,-3 2 0 0,5-2 0 31,-2-1 9-31,0-2 3 0,3 0 0 0,-3 0 0 0,0 0 13 0,0-2 0 0,0 2 0 0,-3-3 0 16,0-2 0-16,0 2 0 0,0-2 0 0,-3 2 0 15,3-5 24-15,-3 3-1 0,-3 0-1 0,3 2 0 16,-3-5 5-16,-3 0 1 0,3 3 0 0,-3 0 0 16,0-3-8-16,0 5 0 0,0-5-1 0,-3 3 0 15,0 2-7-15,0-2 0 0,0 2-1 0,0 1 0 16,0 2-3-16,-3 0 0 0,0 0 0 0,0 2 0 15,0-2-8-15,0 8 0 0,-3-8 0 0,4 3 8 16,-1 2-8-16,0 3 0 0,3-5 0 0,0 2 0 16,0 0 0-16,3 3 0 0,3-5-8 0,-3 5 8 15,6-3-12-15,-3 0 1 0,6 1 1 0,-3 4 0 16,3-7-5-16,0 2-1 0,-3-2 0 0,6 2 0 16,-3-2 5-16,2-1 1 0,-2-2 0 0,3 3 0 15,0 0 10-15,-3-3 0 0,3-3 0 0,0 0-8 16,0 1 8-16,-3-1 0 0,0 3 0 0,0-8 0 15,0 3 0-15,-3 2 0 0,0-5 10 0,0 3-10 16,0 0 17-16,-3-3-2 0,3 5-1 0,-3-5 0 16,0 0 3-16,-3 3 1 0,3 0 0 0,-3 2 0 15,0-5-5-15,-3 3-1 0,3 2 0 0,-3-5 0 0,0 6-2 16,-3 2-1-16,3-3 0 0,-3 3 0 0,0 0-1 0,0 0 0 16,0 0 0-16,-3 3 0 15,1-3-8-15,-1 2 0 0,0 6-10 0,0-5 10 0,3 2 0 0,0-2 0 0,0 2-8 16,0 0 8-1,3 1 0-15,0-4 0 0,0 6 0 0,3 0 0 0,3-8-12 0,3 8 12 16,0-5-13-16,0 2 5 0,3 0-4 0,0 3 0 0,3-5 0 16,0 2 0-16,3-5 4 0,-3 3 0 0,3-3 0 0,-3 5 0 15,3-5 8-15,-1-5 0 0,1 5-9 0,-3-3 9 16,0-2 0-16,0 2 0 0,-3-2 0 0,3 0 0 16,-3-1 0-16,-3 1 8 0,3 0-8 0,-3-3 8 15,0 5 3-15,0-7 0 0,-3 2 0 0,3 0 0 16,-3 0 1-16,-3 5 0 0,3-7 0 0,-3 2 0 15,0 5-4-15,0-5 0 0,0 3 0 0,-3 0 0 16,3 2-8-16,-3 0 8 0,0 3-8 0,0-2 8 16,-3 2-8-16,3 2 0 0,-3-2 0 0,0 6 8 15,3-4-8-15,-2 1 0 0,-1 2 0 0,0 3 0 16,3-5 0-16,0 2 0 0,0 0 0 0,0 3 0 16,3 0-8-16,0-5 8 0,3 5-10 0,0-3 10 15,0 0-16-15,3 3 4 0,0 0 0 0,3-5 0 16,-3 5-1-16,3-6 0 0,3 4 0 0,-3-1 0 15,3 0 13-15,-1-2-12 0,-2 2 12 0,3-5-12 16,0 0 12-16,-3 0 0 0,0 0 0 0,3 0 0 16,-3-5 0-16,0 2 0 0,0 3 0 0,0-5 0 15,0 2 12-15,-3-2-12 0,3 2 12 0,-3-2-12 0,3 0 15 16,-3 2-4-16,0-5-1 0,0 0 0 16,-3 6-10-16,0-4 12 0,0 6-12 0,0-5 12 0,0 5-12 15,0 0 0-15,0-8 0 0,0 8 0 0,-3-5-12 0,3 5-5 0,-3-3-1 16,0-5 0-1,-3 6-107-15,3-1-22 0,0 3-4 0</inkml:trace>
  <inkml:trace contextRef="#ctx0" brushRef="#br0" timeOffset="39997.145">6078 2305 1824 0,'0'0'38'0,"0"0"8"16,0 0-37-16,0 0-9 0,0 0 0 0,0 0 0 16,-3-8 125-16,3 8 23 0,0 0 5 0,0 0 1 15,-6 0-55-15,6 0-11 0,0 0-3 0,0 0 0 16,0 0-22-16,0 0-5 0,0 0-1 0,-3 2 0 16,-3 4-26-16,3-4-6 0,0 4-1 0,3 2 0 15,-3-3-5-15,3 5-2 0,0-2 0 0,-3 6 0 16,3-1-27-16,0-3-6 0,0 4 0 0,0 2-1 15,0-1 33-15,0 4 6 0,0-3 2 0,0 0 0 16,3 5-24-16,-3 0 0 0,0 0 0 0,3-2 0 16,-3-1 0-16,0 1 0 0,3 2 0 0,-3 0 0 0,0-5 0 15,3 0 0-15,-3 2 0 0,0-2 0 16,3-3-28-16,-3-2-6 0,3 2-2 0,-3 3 0 16,0-3-148-16,3-2-29 0,-3 0-7 0</inkml:trace>
  <inkml:trace contextRef="#ctx0" brushRef="#br0" timeOffset="40568.246">6176 2741 1789 0,'0'0'37'0,"0"0"9"0,0 0-37 0,0-5-9 0,0 5 0 0,0-3 0 15,0 3 100-15,0-5 17 0,0 5 4 0,0-3 1 16,0 3-46-16,0 0-10 0,0 0-2 0,3-5 0 16,-3 5-16-16,0 0-4 0,6 0-1 0,0 0 0 15,0 5-18-15,-3-5-3 0,0 3-1 0,3 2 0 16,-3 3-11-16,0-5-2 0,0 7-8 0,0-2 12 16,0 0-12-16,0 0 8 0,-1-2-8 0,1 2 0 15,-3-1 8-15,0 1-8 0,0 0 0 0,0 0 0 16,0 0 8-16,0 0-8 0,0-3 0 0,0 1 9 15,-3 2-9-15,3-8 0 0,0 8 0 0,0-8 0 16,0 0 0-16,0 0 0 0,0 0 0 0,0 0 0 16,0 0 11-16,0 0 0 0,0 0 0 0,0 0 0 15,0 0 12-15,0 0 2 0,0-8 1 0,0 2 0 16,0 1 2-16,3-3 1 0,-3 6 0 0,3-6 0 0,0-3-4 16,0 3-1-16,0 0 0 0,3-2 0 0,-3 2 0 15,3 2-1-15,0-2 0 0,-3 0 0 0,3 0-3 0,0-2-1 16,0 7 0-16,0-5 0 0,0 0-3 15,3 8 0-15,-3-8 0 0,0 3 0 16,0 3 0-16,0-1-1 0,0 3 0 0,0-3 0 0,0 3-1 0,2 3 0 0,-2-3 0 0,0 3 0 16,0-3-5-16,3 7-1 0,-3-7 0 0,0 8 0 15,0-5-8-15,0 2 8 0,0 3-8 0,-3-5 8 16,3 7-8-16,-3-2 0 0,3-5 9 0,-3 5-9 16,0 0 0-16,-3 3 0 0,3-4 0 0,0 1 0 15,-3-2 10-15,3 4-2 0,0-4-8 0,-3 2 12 16,0-1-12-16,3 1-8 0,-3 0 8 0,0 0-13 15,0 0 3-15,0-3 1 0,0 3 0 0,0 0 0 16,3-2-139-16,-3 2-28 16,3-6-6-16</inkml:trace>
  <inkml:trace contextRef="#ctx0" brushRef="#br0" timeOffset="48798.058">6096 3175 1652 0,'0'0'34'0,"0"0"9"0,0 0-35 0,0 0-8 0,0 0 0 0,0 0 0 15,0 0 117-15,0 0 22 0,0 0 4 0,0 0 1 16,0 0-36-16,0 0-8 0,0 0 0 0,-6-5-1 16,6 5-28-16,0 0-6 0,0 0-1 0,-6-3 0 15,6 3-20-15,0 0-5 0,-6 3-1 0,6-3 0 16,-3 5-14-16,-3-2-4 0,6-3 0 0,-3 5 0 15,0 3-20-15,3-5 0 0,-3 5 0 0,3-3 0 16,0 0 0-16,0 3 0 0,3-5 0 0,-3 2 0 16,3 0 0-16,-3-5 0 0,3 3 0 0,3 0 0 15,-3-1 0-15,3 1 0 0,0-3 0 0,0 0 0 16,-1 0 0-16,1 0 0 0,0-3 0 0,-3 1 0 16,3-1 0-16,-3 0 0 0,3 1 0 0,-6 2 0 15,0-3 0-15,0 3 0 0,3-5 0 0,-3 5 0 16,3-3 0-16,-3-5 0 0,0 3 0 0,-3 0 0 15,3-1 56-15,-3 4 6 0,0-1 2 0,0-2 0 16,-3 2-56-16,3 3-8 0,-3-5-8 0,3 2 8 16,3 3 0-16,-6 0 0 0,6 0 8 0,-5 0-8 15,-1 0 8-15,0 0-8 0,6 0 0 0,-9 3 9 16,6 2-9-16,-3-2 0 0,3 2 0 0,-3 0 0 16,6 1-10-16,-3-1 10 0,3 3 0 0,0-3-9 15,0 3 9-15,3-5 0 0,-3 2 0 0,3 0 8 16,0-2-16-16,0 2-4 0,0-2 0 0,3 2 0 15,-3-5 12-15,3 0 0 0,-3 0-9 0,6 0 9 0,-4-5 0 0,1 5 0 0,0-3 0 0,0 3 0 16,0 0 0-16,0-8 0 0,-3 6 0 16,3-1 0-16,0 0 0 0,0-2 0 0,-3 5 8 15,0-8-8-15,0 3 13 0,-3 2-2 0,3-5-1 0,-3 8 0 16,-3-2-10-16,3-4 0 16,-3 1 0-16,0 0 0 0,0 2 0 0,0 3 0 0,0-5 0 0,-3 2 0 15,0 3 0-15,0-5 0 0,3 2 0 0,-3 3 0 16,6 0 30-16,-9 0 4 0,3 0 1 0,1 0 0 31,2 3-56-31,-6 2-11 0,6-2-3 0,-3 2 0 0,3 3 35 0,-3-5 0 0,3 2 0 0,0 0 0 16,3 3 0-16,0 0 0 0,0-5 0 0,0 5 0 15,3-6 0-15,-3 4 0 0,3-1 0 0,0 0 0 16,3-2 0-16,-3 2 0 0,3-5 0 0,0 3 0 16,-3 2 0-16,2-5 0 0,1 0 0 0,0 0 0 15,0 0 0-15,0 0 0 0,0-5 0 0,0 2 0 16,0 3 0-16,0-5 0 0,0 2 0 0,0-5 0 15,-3 6 0-15,3-4 0 0,-3 1 0 0,0 5 0 16,0-8 44-16,-3 8 16 0,3-5 4 0,-3-3 0 16,0 3-52-16,0-1-12 0,-3 1 0 0,0 0 0 15,0 2 0-15,0-2 0 0,-3 2 0 0,3-2 0 16,-3 2 0-16,0 1 0 0,3-1 0 0,-3 3 0 16,0-5 0-16,6 5 0 0,-6 0 0 0,6 0 0 15,-3-3-100-15,3 3-22 0,-6 3-5 0</inkml:trace>
</inkml:ink>
</file>

<file path=ppt/ink/ink9.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46:56.111"/>
    </inkml:context>
    <inkml:brush xml:id="br0">
      <inkml:brushProperty name="width" value="0.05292" units="cm"/>
      <inkml:brushProperty name="height" value="0.05292" units="cm"/>
      <inkml:brushProperty name="color" value="#FF0000"/>
    </inkml:brush>
  </inkml:definitions>
  <inkml:trace contextRef="#ctx0" brushRef="#br0">4839 12849 1956 0,'0'0'56'0,"0"0"11"0,0 0-54 0,0 0-13 0,0 0 0 0,3 5 0 15,-3 1 66-15,3-1 10 0,-3 0 3 0,6 6 0 16,-3-1-63-16,-3-4-16 0,3-1 0 0,-3 8 0 16,-3 0 0-16,0-5 0 0,-3 0 0 0,3 3 0 15,3 2 90-15,0 3 15 0,3 0 3 0,-3 0 1 16,0 5-81-16,0 0-17 0,0 3-3 0,0 2-8 15,0 1 8-15,0-1-8 0,3 3 0 0,-6-2 0 16,3-1 0-16,-6-2 0 0,0 0 0 16,3 0 0-16,0-1 12 0,3-1-12 0,3 1 12 0,-3 1-12 15,3-3 0-15,-3 1 0 0,0-1 0 0,3 3-12 16,0-3 12-16,0 0 0 0,3 0 0 0,-3-2 0 16,3-1-9-16,-6 1 1 0,0-3 0 0,0 13 0 15,0-11 8-15,0-10 0 0,0 0 0 0,0 0 0 16,-3-3-97-16,-3 1-18 0,6-6-3 0</inkml:trace>
</inkml:ink>
</file>

<file path=ppt/ink/ink10.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48:39.055"/>
    </inkml:context>
    <inkml:brush xml:id="br0">
      <inkml:brushProperty name="width" value="0.05292" units="cm"/>
      <inkml:brushProperty name="height" value="0.05292" units="cm"/>
      <inkml:brushProperty name="color" value="#FF0000"/>
    </inkml:brush>
    <inkml:context xml:id="ctx1">
      <inkml:inkSource xml:id="inkSrc28">
        <inkml:traceFormat>
          <inkml:channel name="X" type="integer" max="9600" units="cm"/>
          <inkml:channel name="Y" type="integer" max="7200" units="cm"/>
          <inkml:channel name="T" type="integer" max="2.14748E9" units="dev"/>
        </inkml:traceFormat>
        <inkml:channelProperties>
          <inkml:channelProperty channel="X" name="resolution" value="336.48792" units="1/cm"/>
          <inkml:channelProperty channel="Y" name="resolution" value="378.54889" units="1/cm"/>
          <inkml:channelProperty channel="T" name="resolution" value="1" units="1/dev"/>
        </inkml:channelProperties>
      </inkml:inkSource>
      <inkml:timestamp xml:id="ts1" timeString="2022-03-25T21:53:07.301"/>
    </inkml:context>
  </inkml:definitions>
  <inkml:trace contextRef="#ctx0" brushRef="#br0">21901 2884 1552 0,'0'0'44'0,"0"0"10"0,0 0-43 0,0 0-11 0,0 0 0 0,0 0 0 15,0 0 46-15,0 0 7 0,3 3 2 0,0 5 0 16,-3 0-37-16,3 0-7 0,-3 0-2 0,0 5 0 15,3-5-9-15,-3 2 0 0,3 1 0 0,0 5 0 16,0-6 0-16,0 1 0 0,0 5 0 0,0-8 0 16,3 0 0-16,0 0 0 0,-3 0 0 0,3-3 0 15,0-3 32-15,3 4 4 0,-3-6 0 0,3 0 1 16,0-6 31-16,0 4 7 0,2-6 1 0,1 0 0 16,0-3-24-16,3 1-5 0,0-3-1 0,0 2 0 15,0-2-22-15,0 0-5 0,3 2-1 0,-4-2 0 16,4-1-18-16,-3 1 8 0,3 3-8 0,-3-9 0 15,0 9 0-15,3-6 0 0,-3 2 0 0,2-1 0 0,-2 1 16 16,0 1-3-16,0 3-1 0,0-4 0 0,-3 1-29 16,0 5-7-16,0-2 0 0,-3 4-1 15,-3-2-15-15,-1 0-4 0,1 3 0 0,-6 2 0 16,0 3-50-16,0 0-10 0,0 0-3 0</inkml:trace>
  <inkml:trace contextRef="#ctx0" brushRef="#br0" timeOffset="335.053">22125 2844 1299 0,'0'0'55'0,"0"0"-44"16,0 0 72-16,0 0 14 0,0 0 3 0,-3 6 1 15,3 2-29-15,0 0-7 0,-3-6-1 0,3 6 0 16,0-3-32-16,-3 3-8 0,3 0 0 0,0 0-1 15,0-2-8-15,0 2-2 0,0-1 0 0,0 1 0 16,3 0-2-16,-3-2-1 0,3 2 0 0,3 0 0 16,-3-3 13-16,2 3 2 0,1-6 1 0,0 4 0 15,0-1 14-15,0-2 2 0,3-1 1 0,0 1 0 16,0-3 1-16,-3 3 0 0,3-6 0 0,-3 3 0 16,3-3-16-16,0 1-4 0,0-1 0 0,3-2 0 15,0-1-14-15,-1 4-10 0,4-6 12 0,0 0-12 16,0 0 0-16,3 3 0 0,0-3 0 0,0 0 0 15,2-3-16-15,-2 3-6 0,3 0-2 0,3 0 0 16,-3 0-92-16,0 3-20 0,2-3-3 0</inkml:trace>
  <inkml:trace contextRef="#ctx0" brushRef="#br0" timeOffset="39737.883">5673 12648 1220 0,'15'3'108'0,"-6"-3"-86"16,-3 2 50-16,-3-2 9 0,-3 0 3 0,0 0 0 16,0 0-68-16,0 0-16 0,0 0 0 0,0 0 0 15,0 0 59-15,0 0 8 0,0 0 1 0,0 0 1 16,0 0-41-16,0 0-9 0,0 0-2 0,0 0 0 15,0 0-4-15,0 0-1 0,-3-5 0 0,3 5 0 16,0 0-4-16,0 0 0 0,-3-5-8 0,3 5 12 0,0 0-12 16,-3-3 11-16,-3 0-11 0,6 3 10 15,0 0-10-15,0 0 12 0,0 0-12 0,0 0 12 0,6 0-12 0,-6 0 10 0,0 0-10 0,0 0 10 16,0 0 2-16,0 0 1 0,0 0 0 0,0 0 0 16,0 0-3-16,0 0-1 0,0 0 0 0,0 0 0 15,0 0 0-15,0 0 0 0,0 0 0 0,0 0 0 16,0 0 7-16,0 0 2 0,0 0 0 0,0 0 0 15,0 0-2-15,0 0-1 0,0 0 0 0,3 3 0 16,-3-3-1-16,0 0 0 0,3 5 0 16,-3-5 0-16,0 0 3 0,-3 6 1 0,0-4 0 0,3-2 0 15,0 0-18-15,0 0 0 0,3 5 0 0,-3-5 0 16,0 0 0-16,0 0 0 0,0 0 0 0,0 0 0 16,0 0 0-16,0 0 0 0,-3 6 0 0,3-6 0 15,0 0 0-15,0 0 0 0,0 0 0 0,-78 8 0 16,-59-6 0-16,42 1 0 0,-42-3 0 0,-101 3 0 15,116-1 0-15,98-2 0 0,21 3 0 0,-6-3 0 16,9 0 0-16,-6 0 0 0,3 3 0 0,-6-1 0 16,9-2 0-16,0 0 0 0,0 0 0 0,0 0 0 15,0 0 0-15,0 0 0 0,0 0 0 0</inkml:trace>
  <inkml:trace contextRef="#ctx0" brushRef="#br0" timeOffset="43964.625">17526 3670 2184 0,'0'0'45'0,"0"0"11"0,0 0-44 0,3-5-12 0,-3 2 0 0,3-2 0 16,-3 5 107-16,0-3 19 0,0 3 4 0,0 0 1 15,0 0-49-15,3-3-10 0,-3 3-1 0,0 0-1 16,0 0-28-16,0 0-6 0,0 0 0 0,0 0-1 15,3 0-10-15,3 3-1 0,-3 2-1 0,0 1 0 16,-1 2-7-16,-2 0-2 16,3 2 0-16,-3 1 0 0,3 5-6 0,-3 0 0 0,0 2-8 0,0 3 12 15,0 0-12-15,0 3 0 0,0-3 0 0,0 3 0 16,-3-3 0-16,3-5 8 0,0 5-8 0,-3-7 0 16,3 4 0-16,0-2 0 0,-2-3 0 0,2 3 0 15,-3-3 8-15,0 1-8 0,0-4 0 0,0 3 0 16,0 1 0-16,0-4 0 0,0 1 0 0,0-1 0 15,3 4-11-15,-3-6-8 0,0 5-1 0,3-5-1 16,0 2-117-16,0-2-23 0,3 3-5 16</inkml:trace>
  <inkml:trace contextRef="#ctx0" brushRef="#br0" timeOffset="44644.17">18749 3842 2048 0,'0'0'43'0,"-3"-3"9"0,3 3-42 0,-3-5-10 0,0 2 0 0,3 3 0 16,-3-5 118-16,3 5 22 0,-3 0 4 0,3 0 0 15,-3-5-57-15,3 5-12 0,0 0-3 0,-3-3 0 16,3 3-22-16,-6 3-5 0,6-3-1 0,-6 5 0 16,0 0-32-16,0 3-12 0,3 3 9 0,0 2-9 15,-2-2 0-15,2 2 0 0,0 0 0 0,0 3 0 16,3-3 0-16,0 1 0 0,0 1 0 0,3-4 0 15,0 0 0-15,0 4 0 0,2-4 0 0,1 0 0 0,0 5 0 16,3-11 0-16,3 5 0 0,-3-2 0 16,6-2 0-16,-3 2 0 0,3-6 0 0,3 3 0 0,-3-2 0 0,2-3 0 15,1 0 0-15,-3 0 0 0,3-3 0 0,0 1 0 0,-3-3 0 16,0-1 0-16,-3 4 0 0,-1-9 0 0,1 3 0 16,0 0 0-16,-3 0 44 0,0-2 16 15,0-1 3-15,-3 0 1 0,0-4-52 0,0 1-12 0,-3 1 0 0,0-5 0 16,0-1 0-16,0 1 0 0,-3-4 0 15,0 1 0-15,-3 0 0 0,0 0 0 0,0 2 0 16,-3 1 0-16,0-1 54 0,0 6 8 16,-3-3 2-16,0 3 0 0,0 5-103 15,-3-5-20-15,0 5-4 0,1 3-1 0,-4 2 52 0,-3-5 12 0,0 8 0 0,0-5 0 32,0 2-105-32,0 3-19 0,3 0-3 0</inkml:trace>
  <inkml:trace contextRef="#ctx0" brushRef="#br0" timeOffset="45269.693">20133 3744 2149 0,'0'0'44'0,"-6"3"12"0,6-3-44 0,-6 0-12 16,6 0 0-16,-6 5 0 0,0-2 99 0,0 2 17 0,3-2 4 0,-2 2 1 15,-1 3-57-15,0-3-12 0,0 3-3 0,-3 3 0 16,3-1-23-16,-3 6-5 0,3-5-1 0,0 7 0 16,0-5-11-16,0 3-9 0,3-2 12 0,-3 1-12 15,3 1 0-15,3-2 0 0,0 1 0 0,0-4 0 16,3 2 0-16,3 0 0 0,-3 1 0 0,6 2 0 15,-3-8 0-15,6 2 0 0,0-2 0 0,0 3 0 16,0-3 0-16,2-6 0 0,4 3 0 0,-3 1 0 16,0-6-21-16,3 0-2 0,-3-3 0 0,0 0 0 15,3 1 70-15,-1-3 13 0,1-3 4 0,3 2 0 16,0-4-52-16,0 2-12 0,0 3 0 0,-4-9 0 16,4 4 30-16,-3-1 3 0,-3 1 1 0,0-9 0 15,-3 3 1-15,0 0 0 0,-3 0 0 0,-3-7 0 16,0 1-35-16,-3 1 0 0,-3-5 0 0,0 2-9 15,-3 3 37-15,0-3 7 0,-6 3 1 0,0 5 1 16,-3 0-23-16,-3-2-5 0,-3 2-1 0,0 2 0 0,0 4 9 16,-2 2 2-16,-1-3 0 0,0 3 0 15,3 3-67-15,-3 0-12 0,0-1-4 0,3 6 0 0,-2-2 52 16,2 2 12-16,-3 2 0 0,0-2 0 16,3 6-105-16,0-4-19 0,1 6-3 0</inkml:trace>
  <inkml:trace contextRef="#ctx0" brushRef="#br0" timeOffset="46011.93">21565 3728 1845 0,'-12'-5'38'0,"12"5"10"0,-9 0-38 16,3 0-10-16,0 0 0 0,-3 0 0 0,3 0 100 0,0 0 17 0,-3 0 4 0,4 3 1 16,-4-1-46-16,3 1-8 0,-3 0-3 0,0 7 0 15,3-7-25-15,-3 5-6 0,3 2-1 0,0 1 0 16,-3 2-14-16,0-2-3 0,3 2-1 0,-3 0 0 16,3 0-15-16,0 3 9 0,-3-3-9 0,3 3 8 15,0-2-8-15,1 1 0 0,2 1 0 0,-3-2 8 16,3 1-8-16,3-1 0 0,-3 2 0 0,6-3 0 15,-3 0 0-15,3-2 0 0,3-1 0 0,-3 1 0 16,2-1 0-16,1-2 0 0,3-2 0 0,-3-1 0 16,3 0 0-16,0-2 0 0,0-1 0 0,3 1 0 15,3-3 10-15,-3-3 6 0,3 1 2 0,3-4 0 16,-1 1 10-16,1 3 3 0,0-6 0 0,3 0 0 16,-3 0-3-16,3 0 0 0,-3 3 0 0,-1-9 0 15,-2 4 3-15,0-4 0 0,-3-1 0 0,0 1 0 16,-3-4-6-16,0 2-1 0,-3-5 0 0,-3 2 0 15,0-5-4-15,-3 3-2 0,0-5 0 0,-6 5 0 16,0 2-7-16,0-5-2 0,-6 6 0 0,0 2 0 16,0 0-9-16,-6 5 0 0,0 1 9 0,-2 2-9 0,-4 3-8 15,-3 2-7-15,0 3-1 0,-3 3 0 16,-2 2-104-16,-4 3-20 0,-3 2-5 0</inkml:trace>
  <inkml:trace contextRef="#ctx0" brushRef="#br0" timeOffset="91309.48">17612 4810 1516 0,'0'0'32'0,"0"0"6"0,0 0-30 0,0 0-8 0,0 0 0 0,0 0 0 16,0 0 119-16,0 0 22 0,0-5 5 0,0 5 1 16,0 0-32-16,0 0-7 0,0 0 0 0,0 0-1 15,0 0-29-15,0 0-6 0,0 0 0 0,0 0-1 16,0 0-23-16,0 0-5 0,0 0-1 0,0 0 0 16,-3 5-18-16,-3 1-4 0,0-1-1 0,0 0 0 15,0 6-7-15,-3-6 0 0,3 3-1 0,0 0 0 16,0 3-11-16,0-3 12 0,1 2-12 0,-1 3 12 15,0 3-12-15,3-3 0 0,0 3 0 0,0 3 0 16,3-1 0-16,0 4 0 0,3-1 0 0,0-3 0 16,3 1 0-16,3 2 0 0,-1-5 0 0,1 2 0 15,3-4 0-15,0-1 0 0,3-3 0 0,0 1 0 16,3-6-8-16,0 1 8 0,0-1 0 0,-1-2 0 16,1-3 0-16,0 0 0 0,0 0 0 0,0-3 0 15,0-2 0-15,0 2 0 0,-1-5 0 0,4 0 0 16,-3-3 0-16,0 1 0 0,0-3 0 0,0-1 0 15,-3-1 17-15,-3 1 2 0,2-4 0 0,-2 2 0 16,-3-3 9-16,-3 1 1 0,0-1 1 0,-3 1 0 16,0-1-6-16,-3 6-2 0,-3-5 0 0,0 7 0 15,-3-8-10-15,-3 6-3 0,-3 3 0 0,0-4 0 0,-2 4-20 16,-1 2-4-16,-3-3-1 0,3 3 0 0,-3 0 16 0,0 0 0 16,0 6 0-16,3-6 0 0,1 3 0 15,-4 2 0-15,3 0 0 0,0 1 0 16,-3 2-54-16,3 0-8 0,-3 0-2 0,6 2 0 15,1-2-51-15,-1 3-10 0,3 0-3 0</inkml:trace>
  <inkml:trace contextRef="#ctx0" brushRef="#br0" timeOffset="91853.029">18963 4707 2310 0,'0'-5'48'0,"0"2"11"0,0 3-47 0,0-8-12 0,0 3 0 0,0 5 0 16,0-5 104-16,0 5 20 0,3-3 3 0,-3 3 1 15,0 0-52-15,0 0-9 0,0 0-3 0,0 0 0 32,0 0-51-32,0 0-13 0,0 5 0 0,3 3 0 0,0 0 54 0,-3 3 8 0,3 2 2 0,0 3 0 15,-3-3-52-15,3 0-12 0,0 3 0 0,-3 3 0 16,3-9 0-16,-3 6 0 0,3-2 0 0,-3 1 0 16,0 4 0-16,3-1 0 0,-3 1 0 0,0 2 0 15,3 3 0-15,-3 0-12 0,0 0 3 0,3 2 0 16,-3 1 9-16,3-4 0 0,0-2 0 0,-3 1 0 15,3-1 0-15,0-5 12 0,-3 0-2 0,3-1-1 16,0-4-9-16,-3 0 0 0,3 2 0 0,3-5 0 16,-3 0-120-16,3 0-25 0,3 0-6 0</inkml:trace>
  <inkml:trace contextRef="#ctx0" brushRef="#br0" timeOffset="92498.818">20306 4818 2501 0,'0'0'71'0,"-6"-2"15"0,3-1-69 0,-3 3-17 0,0-3 0 0,0 3 0 15,0 0 75-15,-3 0 11 0,3 0 2 0,-3 3 1 16,3 0-45-16,-3-1-10 0,3 4-2 0,-2-1 0 16,2 3-15-16,-3-3-3 0,3 3-1 0,-3 0 0 15,3 0-13-15,0 3 8 0,0-1-8 0,-3 1 0 16,6 2 0-16,0-2 0 0,0 7 0 0,3-7 0 16,0 5 0-16,0-1 0 0,0 1 0 0,3 3 0 15,0-1 0-15,0-2-8 0,6 0 8 0,-3 0 0 16,3-3 0-16,0 0 0 0,0-2-8 0,3-3 8 15,2 0 0-15,1 0 0 0,3-6 0 0,0 6 0 16,3-8 0-16,3 0 0 0,0 0 0 0,-1 0 0 16,1-8 0-16,-3 3 9 0,0 0-9 0,0-3 8 15,-3 0 8-15,-1-5 0 0,-2 2 1 0,-3-2 0 16,3 0 16-16,-6-3 3 0,3 0 1 0,-3 0 0 16,-3-2-3-16,3 2-1 0,-3-3 0 0,-3 3 0 15,0 3-12-15,0-5-2 0,-3 2-1 0,0 0 0 0,0 3-8 0,-3-1-2 16,-3 1 0-16,0 0 0 0,-3 0-8 0,0-1 12 15,0 4-12-15,-6-6 12 0,0 5-12 0,-3 1 0 0,0-1 0 16,-2 3 0-16,-4 0-10 16,-3 6-4-16,0-6-1 0,0 2 0 15,1 4-25-15,-1 2-4 0,3 0-2 0,-3 0 0 16,6 2-66-16,1 1-12 0,2 2-4 0</inkml:trace>
  <inkml:trace contextRef="#ctx0" brushRef="#br0" timeOffset="93204.593">21648 4781 2100 0,'-9'-8'44'0,"9"8"10"0,0 0-43 16,-3-2-11-16,-3 2 0 0,6 0 0 0,-6 0 116 0,1-6 22 0,-1 6 4 0,0-2 1 16,0 2-69-16,0 2-14 0,0-2-2 0,0 6-1 15,-3-4-29-15,3 1-7 0,-3 5-1 0,3-3 0 16,-3 6-12-16,0-3-8 0,0 2 8 0,0 1-8 15,0 0 0-15,0-1 0 0,1 3 0 0,2 1 0 16,0-1 0-16,0 3 0 0,3 0 0 0,0 2 0 16,3-2 0-16,0 5 0 0,0-2 0 0,3 2 0 15,3-3 0-15,0 1-8 0,3-1 8 0,-1-2 0 16,4-3 0-16,3 3-8 0,0-5 8 0,3-3 0 16,0 0 0-16,0-6 0 0,3 6 0 0,-1-8 0 15,1 0 0-15,0 0 0 0,-3-5 0 0,3 2 11 16,-3-4-1-16,2 1 0 0,-5-4 0 0,3 4 0 15,-3-10 20-15,0 3 4 0,0-3 1 0,-3 1 0 16,0-1 4-16,0 0 1 0,-3-3 0 0,2 1 0 16,-5 2-4-16,3 0-1 0,-3 0 0 0,-3 0 0 15,0 3-10-15,-3-3-1 0,-3 3-1 0,0 0 0 16,0-1-11-16,-3 1-3 0,-3 0 0 0,0 2 0 16,1-2-9-16,-4 0 10 0,0 2-10 0,0 1 10 15,0-3-10-15,0 2 0 0,0 3 0 0,0 3 8 0,-3-6-8 16,0 8-16-16,1 1 4 0,-7-1 1 15,3 6-29-15,-6-3-5 0,3 5-2 0,-6 0 0 16,1 3-177-16,-1 3-35 0</inkml:trace>
  <inkml:trace contextRef="#ctx0" brushRef="#br0" timeOffset="105749.755">19207 5826 1459 0,'0'0'61'0,"0"0"-49"31,-5-2 115-31,-1-1 22 0,0 3 5 0,0-2 1 0,0-1-40 0,0 3-8 0,0-3-2 0,0 3 0 31,0 0-22-31,-3 0-5 0,3 3-1 0,0-3 0 0,-3 5-26 0,3-2-6 16,-3 2-1-16,0 0 0 15,3 1-16-15,0 2-4 0,-3 2-1 0,4-2 0 0,-1 3-12 0,0 2-3 0,0 0 0 0,3 0 0 16,0 1-8-16,0-1 12 0,3 3-12 0,0-3 12 16,3 0-12-16,0 3 0 0,0-3 0 0,0 1 0 15,6-4 0-15,0 3 0 0,-1-2 0 16,4 0 0-16,0-3 0 0,3-1 0 0,0-1 0 0,0-1 0 15,0 0 0-15,3-2 0 0,0 0 10 0,2-3-10 16,-2 0 10-16,0 0-10 0,3-3 8 0,-3 0-8 16,0-2 16-16,-1 0-1 0,1-3-1 15,-3-3 0-15,0 3 8 0,0-2 2 0,-3-1 0 0,0-2 0 16,0 0 1-16,-3-1 1 0,-3 1 0 0,3-3 0 16,-6 0-26-16,2 1-11 0,-2-4 1 0,-3-2 0 15,0 2 59-15,-3 1 12 0,0-1 3 0,1 1 0 16,-4 2-52-16,0 0-12 0,-3 3 0 0,0 0 0 15,0 2 0-15,0 0 0 0,-3 1 0 0,0 2 0 16,0 3 0-16,0-3 0 0,-3 2 0 0,3 1 0 16,1 0 0-16,-4 2 0 0,3 0 0 0,-3 3 0 15,3 0-48-15,0 0-13 0,0 3-3 0,0 2 0 16,3 3-51-16,-3-5-10 0,3 5-3 0</inkml:trace>
  <inkml:trace contextRef="#ctx0" brushRef="#br0" timeOffset="106364.651">20577 5718 2306 0,'-3'-3'65'0,"3"3"15"15,0-8-64-15,0 8-16 0,0-5 0 0,0 5 0 16,-3-5 96-16,3 5 16 0,0 0 4 0,0 0 0 15,0 0-45-15,0 0-9 0,0 0-2 0,0 0 0 0,0 0-24 0,0 0-4 0,0 0-2 0,0 0 0 32,0 0-14-32,0 0-4 0,3 8 0 0,-3 2 0 0,0-4-2 0,3 2-1 0,-3 2 0 0,0 1 0 15,3 2-1-15,-3 3-8 0,0 0 12 0,3 0-4 16,-3 2-8-16,0 1 8 0,0-1-8 16,0 3 8-16,0-2-8 0,3-3 0 0,-3 2 0 15,0 1 8-15,0-3-8 0,0 0 0 0,0-1 0 0,0-1 8 16,0-1-8-16,0 0 0 0,0-2 0 15,0-1 0-15,0 1 8 0,0-3-8 16,0 0 0-16,0-3 8 0,0 3-8 0,3-3 0 0,-3 1 0 0,3-1 0 31,-3 0-100-31,0-5-23 0,3 5-4 0,-3-5-1 0,0 0-153 0,0 0-31 16</inkml:trace>
  <inkml:trace contextRef="#ctx0" brushRef="#br0" timeOffset="107586.834">21833 5819 1744 0,'0'0'36'0,"-3"-6"8"0,3 6-35 0,0-5-9 0,-3 0 0 0,0 2 0 16,0-2 119-16,0-1 21 0,0 4 5 0,0-3 1 15,0 2-45-15,0-2-9 0,3 5-1 0,-6-3-1 16,0 0-22-16,0 1-4 0,-3-1 0 0,3 0-1 16,-3 1-22-16,0 2-4 0,1 0-1 0,-1 0 0 15,3 0-16-15,-3 2-3 0,0 1-1 0,0-3 0 16,0 5-8-16,0 1-8 0,0-1 9 0,0 3-9 15,0 0 0-15,-3 2 0 0,3 1 0 0,-3 2 0 16,4 3 0-16,-1 0 0 0,0 0 0 0,0 0 0 16,0 0 0-16,3-1 0 0,0 1 0 0,0 0 0 0,3 0 0 15,3 0-8-15,-3-3 8 0,3 0 0 0,3-2 0 16,0 2-8-16,3-2 8 0,0-1 0 0,0-2 0 16,6 0-8-16,-3-2 8 0,3 1 0 0,2-4 0 15,1 2 0-15,0-2-8 0,3 0 8 0,0-1 0 0,0-2 0 16,3-2 0-16,-1-1 0 0,1 0 0 0,0-2 0 0,0 0 0 15,0 0 0-15,0-3 17 16,-1 0-2-16,-2 0-1 0,3-3 0 0,-6 3 12 16,0-5 2-16,0 2 1 0,-3-2 0 0,-3-3 4 0,-3 0 1 0,0 0 0 0,0-2 0 15,-3-1-10-15,-3 1-3 0,0-3 0 0,-3 2 0 16,0 1-11-16,-3-1-2 0,0 3-8 0,0 0 12 16,-3 1 4-16,-3 4 0 0,3-2 0 0,-3 2 0 15,0 3-16-15,-3 3 0 0,3 0 0 0,0-1 0 16,-2 6-48-16,2-8-13 15,-3 8-3-15,3-2 0 0,-3 2 0 0,0 2 0 16,3-2 0-16,-3 3 0 0,0 2-204 0,1-5-42 0</inkml:trace>
  <inkml:trace contextRef="#ctx0" brushRef="#br0" timeOffset="111651.822">17779 5813 1516 0,'0'0'32'0,"0"0"6"0,-6-2-30 0,6 2-8 0,-3 0 0 0,-3 0 0 15,6 0 113-15,-6-3 22 0,0 0 4 0,6 3 1 16,-6 0-36-16,0-2-8 0,6 2 0 0,-6 0-1 15,6 0 5-15,0 0 2 0,0 0 0 0,0 0 0 16,0 0-30-16,-6 0-7 0,6 0-1 0,0 0 0 16,-3 2-51-16,3-2-13 0,0 0 0 0,-6 3 0 15,6-3 0-15,-3 8 0 0,3 0 0 0,0 0 0 16,0 0 54-16,0 5 8 0,0-2 2 0,0 2 0 16,0 0-52-16,3 3-12 0,-3 0 0 0,0 2 0 15,0-2 0-15,0 3 0 0,3-3 0 0,-3 2 0 16,0-2 0-16,0 2 0 0,0-2 0 0,0 0 0 15,0 0 0-15,0 0 0 0,0 0 0 0,0 0 0 0,0 0 0 16,0-1 0-16,0 1 0 0,0 0 0 16,0 0 0-16,0 0 0 0,0-3 0 0,0 0 0 0,0 1 0 15,0-1 0-15,3-3 0 0,-3 4 0 0,0-6 0 0,-3 0-8 0,3 0 8 16,0-1-13 0,-3-1-12-16,3-1-3 0,0-5 0 0,0 5 0 15,0-5-154-15,0 0-31 0,0 0-7 0</inkml:trace>
  <inkml:trace contextRef="#ctx0" brushRef="#br0" timeOffset="116951.016">19455 6917 1386 0,'0'0'28'0,"0"0"8"0,0 0-28 0,-3-6-8 0,3 6 0 0,-3-5 0 15,3 5 101-15,0-5 19 0,0-1 4 0,0 6 1 16,0-2-15-16,0 2-3 0,0-5-1 0,0 5 0 16,3-6-5-16,-3 6-1 0,0-5 0 0,0 5 0 15,0 0-24-15,0 0-6 0,0 0-1 0,0 0 0 16,0 0-17-16,0 0-3 0,0 0-1 0,0 0 0 16,0 0-12-16,0 0-2 0,0 0-1 0,0 0 0 15,0 0-9-15,0 0-3 0,3 5 0 0,0 3 0 16,0-3-5-16,-3 3 0 0,2 0-1 0,1 3 0 15,-3 0-5-15,0 2-1 0,0 3 0 0,3-1 0 16,-3 7-9-16,0-1 0 0,0 0 9 0,0 3-9 16,0 0 0-16,0-3 0 0,0 0 0 0,0 0 8 15,0-2-8-15,0-1 0 0,0-2 0 0,0-3 0 16,3 1 0-16,-3-1 0 0,0-3 0 0,3 1 0 16,-3-3 0-16,0 2 0 0,3-2 0 0,-3-2 0 15,3 2-19-15,-3-3-5 0,3 0 0 0,-3-5-1 16,3 5-33-16,3-2-6 0,-3 2-2 0,3-2 0 15,0 0-155-15,0-3-31 0,0 0-7 0</inkml:trace>
  <inkml:trace contextRef="#ctx0" brushRef="#br0" timeOffset="117647.87">20666 6977 2277 0,'0'0'64'0,"0"0"15"0,0 0-63 15,0 0-16-15,0 0 0 0,0 0 0 16,0 0 99-16,-6-2 17 0,6 2 3 0,-3-3 1 0,3 3-60 0,-6 0-11 0,0 3-2 0,0-1-1 16,0 4-21-16,0-1-4 0,0 3-1 0,0 0 0 15,0 3-9-15,1-1-3 0,-1 3 0 0,0 1 0 16,0 1-8-16,0 1 0 0,3 3 9 0,-3-3-9 16,3 2 0-16,0-2 0 0,0 3 0 0,3-3 0 15,-3-1 0-15,3-1 0 0,0-1 0 16,0 0 0-16,3-2 0 0,0-1 0 15,0 3 0-15,0-5 0 0,0 0 0 0,3 0 0 16,0-2 0-16,0 2-8 0,0-6 8 0,2 1 0 0,1-1 0 16,0-2 0-16,3 0-8 0,0 0 8 0,0-2-8 0,3-1 8 15,3 1 0-15,0-4 0 0,0 4 0 0,-1-4 0 16,1 1 0-16,0-3 0 0,3 3 0 0,-3-3 0 16,-3 0 0-16,0-3 8 0,-1-2 0 0,-2 0 0 15,0-3 5-15,0 0 2 0,-3 0 0 0,0-5 0 16,-3 3 0-16,0-1 0 0,0-2 0 0,-3 0 0 15,0 0-3-15,-3 2 0 0,0-2 0 0,-3 5 0 16,-3-3-4-16,0 4 0 0,-3 1-8 0,0 1 12 16,-3 0-12-16,-3 2 11 0,0 1-11 0,1 2 10 15,-4 0-10-15,-3 0-12 0,0 0 2 0,0 3 1 16,3-1-21-16,-3 4-4 0,1-4-1 0,-1 6 0 16,3-2-69-16,0-1-13 0,0 3-3 0</inkml:trace>
  <inkml:trace contextRef="#ctx0" brushRef="#br0" timeOffset="118242.765">21958 6835 1531 0,'0'0'64'15,"0"0"-51"1,0 0 120-16,0 0 24 0,0 0 5 0,0 0 1 15,0 0-45-15,0 0-9 0,0 0-1 0,0 0-1 16,0 0-38-16,0 0-7 0,0 0-2 0,0 0 0 16,0 0-20-16,0 0-5 0,0 5-1 0,0 3 0 0,0 0-7 0,0 0-2 15,0 0 0-15,0 2 0 0,0 1-8 0,-3-1-1 0,3 4-1 0,0 2 0 16,0-1-7-16,-3 4-8 0,3-1 11 0,-3 4-11 16,3-1 9-16,0 3-9 0,-3-3 0 0,3 3 9 15,0-3-9-15,0 0 0 0,0-3 0 16,0 1 0-16,0-3 0 0,0-3 0 0,0 3 0 15,3-3 0-15,-3-2 0 0,0-1 0 16,3-2 0-16,-3 0 0 16,0 0-20-16,0 0-10 0,3-3-2 0,-3 1 0 15,0-6-98-15,3 8-20 0,-3-8-4 0</inkml:trace>
  <inkml:trace contextRef="#ctx0" brushRef="#br0" timeOffset="119097.095">17710 6927 1545 0,'0'0'32'0,"0"0"8"0,0 0-32 15,3-5-8-15,0 2 0 0,-3 1 0 0,0 2 112 0,3-6 20 16,-3 4 4-16,0 2 0 0,3-6-24 0,-3 6-4 0,3-2-2 0,-3 2 0 16,3-6-28-16,-3 6-6 0,0 0 0 0,0 0-1 15,0 0-19-15,0 0-3 0,0 0-1 0,0 0 0 16,0 0-14-16,0 0-3 15,0 0-1-15,0 0 0 0,6 6-6 0,-3-1-2 0,0 0 0 0,-3 3 0 16,3 3-4 0,-3-1-1-16,3 4 0 0,-3-1 0 0,0 8-7 15,3-2-2-15,-3 7 0 0,0-2 0 0,3 0-8 0,-3 2 8 0,0 1-8 16,0-1 8-16,0-2-8 0,0-3 0 0,0 0 0 0,-3-2 0 16,3-1 0-16,0-2 0 0,0 0 8 0,0-3-8 15,0 3 12-15,0-3 0 0,0 1 0 0,0-4 0 16,0 3-12-16,0 1 0 0,0-4 0 0,0 1 0 15,0-3 0-15,0 2 0 0,0-2 0 0,3 0 0 16,-3-3-49-16,3 1-12 16,0-1-3-16,-3-5 0 0,3 5-70 15,0-2-14-15,3 0-4 0</inkml:trace>
  <inkml:trace contextRef="#ctx0" brushRef="#br0" timeOffset="126593.091">21833 6665 1792 0,'0'0'51'0,"0"0"10"16,-6 0-49-16,6 0-12 0,-6-2 0 0,6 2 0 0,0 0 54 16,0 0 8-16,0 0 2 0,0 0 0 15,0 0-52-15,0 0-12 0,0 0 0 0,0 0 0 0,0 0 0 0,0 0 0 0,0 0 0 0,0 0 0 32,0 0 0-32,3 5 0 0,3-2 0 0,0 2 0 15,3-3 0-15,0 1 0 0,3 0 0 0,2-1 0 16,1 1 0-16,3 2 0 0,3-5 0 0,0 3 0 15,3 0 0-15,-3-1 0 0,5-2 0 0,-2 3 0 0,0 0 0 0,-3-1 0 16,0-2 0-16,-3 3 0 0,-4-3 0 0,1 3 0 16,-3-3 0-16,0 2 0 0,-3 1 0 15,-3-1 0-15,3-2 0 0,-3 3 0 0,-3 0 0 0,3-1 0 0,-3-2 0 16,3 3 0-16,-6-3 0 0,3 5 0 0,0 1 0 16,-3-6 0-16,3 5 0 0,0 0 0 0,0 1 0 0,-3-1 0 15,3 0 0-15,-3 3 0 0,3-3 0 0,-3 3 0 16,0 0 54-16,3 3 8 0,-3-3 2 0,0 2 0 15,2 1-64-15,-2-1 0 16,0 4-9-16,0-1 0 0,0 0 9 0,-2 3 0 0,2 0 0 0,0 2 0 16,-3 4 0-16,3 4 0 0,0 1 0 0,-3 4 0 15,3-4 0-15,-3 2 12 0,3 0-2 0,-3-3-1 16,3 1-9-16,-3-1-9 0,3-2 9 0,-3 0-13 16,3 0 13-16,-3-3 0 0,3-3 0 0,0 4 0 15,0-4 0-15,0 1 8 0,0-1 0 0,0 1-8 16,0-1 0-16,0 1 0 0,0-3 0 0,0-3 0 15,3 3 0-15,-3-6-20 0,0 4 2 0,3-4 1 16,-3 1 17-16,0-3 0 0,0 2 0 0,-3-4 0 16,3 1 10-16,0-1 6 0,0-6 0 0,0 0 1 15,0 0-30-15,-6 2-7 0,6-2 0 0,0 0-1 16,-6 0 33-16,0 0 8 0,0-2 0 0,0-1 1 0,0-2-21 16,-3 0 0-16,0-1 0 0,0 1 0 0,-3-3 0 0,-3-3 0 15,0 1 0-15,-2 2 0 0,-4-5 38 0,0 2 3 16,-6 1 1-16,3-4 0 0,-2 4-22 0,-1 2-4 0,-3-3 0 0,0 1-1 15,6 2-7 1,1 0 0-16,-1 0-8 0,-3 0 12 0,3 0 0 16,-3 0 0-16,-2 0 0 0,2 0 0 15,0 5-12-15,0-2-16 0,0 0 3 0,4 2 1 0,2 1 60 0,3-1 13 0,3 0 3 0,-3 3 0 16,6-2-52-16,0 2-12 0,3-3 0 0,1 0 0 31,2 3-48-31,0-2-13 0,3-1-3 0,3 3 0 0,0 0 52 0,0 0 12 0,0 0 0 0,-3-3 0 16,3 3 0-16,0-5 0 0,0 0 0 0,0 0 0 15,0-1 0-15,3 1 0 0,0 0 0 0,0-1 0 16,0-2 0-16,0 0 0 0,3 1 0 0,-3-1 0 16,2-3 0-16,4 0 0 0,-3-2 0 0,3 0 0 15,3-6 0-15,0-2 0 0,3-3 0 0,0-2 0 16,0 0 48-16,3-4 13 0,-1 1 3 0,1 0 0 16,0 3-52-16,0 2-12 0,0 3 0 0,0-3 0 15,-6 5 0-15,3-2 0 0,-4 3 0 0,-2-1 0 16,-3 3 0-16,3-2 0 0,-3 2 0 0,0 0 0 15,0 0 0-15,-3 3 0 0,0 0 0 0,0 0 0 16,-3-1 0-16,3 4 0 0,0-1 0 0,-3 3 0 16,3 0 0-16,-3 0 0 0,0 0 0 0,3 3 0 15,-3 2 0-15,0 3 0 0,0-5 0 0,0 5 0 16,0 0 0-16,0 0 0 0,0 0 0 0,0 0 0 16,0 0 0-16,0 0 0 0,0 0 0 0,0 0 0 15,0 0 0-15,3-2 0 0,-3 2 0 0,0 0 0 16,0 0 0-16,0 0 0 0,0 0 0 0,3-3 0 15,-3 3-48-15,3 0-13 0,3-3-3 0,0 3 0 16,-3 0 52-16,3 0 12 0,0 0 0 0,3 0 0 16,0-2-105-16,-1 2-19 0,4-3-3 0</inkml:trace>
  <inkml:trace contextRef="#ctx0" brushRef="#br0" timeOffset="130600.138">16040 2876 851 0,'-6'-2'36'15,"0"-6"-36"1,1 2 109-16,-1-2 15 0,0 3 4 0,0-3 0 16,0 0-25-16,0 6-5 0,3-9-1 0,-3 3 0 15,0 5-10-15,3-5-3 0,0 1 0 0,0-1 0 16,0 2-25-16,0 1-6 0,0 2-1 0,3-5 0 15,0 8-15-15,0 0-3 0,0 0-1 0,0 0 0 16,0 0-9-16,0 0-1 0,0 0-1 0,0 0 0 16,0 0-11-16,-6 8-3 0,3 0 0 0,3 6 0 15,-3-7-8-15,3 7 0 0,0 2 0 0,0-6 0 0,0 9-8 16,0-1 8-16,0 1 0 0,0 5 0 16,3-3 0-16,-3 3 0 0,3-1 0 0,0 4 0 0,3-6 0 15,-3 3 0-15,3-8 0 0,-3 2 0 16,3 1 0-16,0-3 0 0,0-3-9 0,0 0 9 15,0 0-31-15,3-2-2 0,-3 2-1 0,2-8 0 0,1 3 34 0,0 0 0 16,0 0 0-16,0-5 0 16,0 2 0-16,0-2 16 0,3-1-2 0,0 1 0 15,-3 0-14-15,3-3 0 0,0 2-9 0,2-2 9 0,-2 0-13 0,0 0 3 0,0 0 1 0,3 0 0 16,0 0 9-16,-3-2 0 0,3 2 0 0,0 0 0 16,0-3 0-16,-4 3 0 0,1-3 0 0,3 1 0 15,-3 2 0-15,0-3 0 0,-3 3 8 0,3-5-8 16,0 5 0-16,-3-3 0 0,0 3 0 0,0 0 8 15,0 0-8-15,-1 0 0 0,-2 0-11 0,3 0 11 16,-3 0 0-16,3 0 0 0,-3-5 0 0,6 2 10 16,-6 3-10-16,3 0 0 0,0-5 0 0,0 2 0 15,0 1 0-15,0 2 0 0,0-3 0 0,0 0 0 16,-4 1 0-16,1-1 0 0,0-5-10 0,0 3 10 16,0 2 0-16,0-2 0 0,0 2 0 0,0-2 0 15,0 0 0-15,-3 2 0 0,0-5 0 0,3 3 0 16,-3-3 0-16,3 0 0 0,-3 0 0 0,0 0 0 15,3-3 0-15,-3 1 0 0,3-3 0 0,-3-3 0 16,3 3 22-16,-3-6 10 0,3 6 3 0,-3-8 0 16,3 5-23-16,-3-3-12 0,2 1 12 0,-2-1-12 15,0 3 17-15,3 0-3 0,-3 1-1 0,0-1 0 16,0-3-2-16,-3 3-1 0,3 0 0 0,-3 1 0 0,0-7-10 16,0 6 0-16,0-2 0 0,0 2 0 15,-3 0 53-15,3 0 9 0,-3-2 2 0,0 2 0 0,0 0-52 16,-3 3-12-16,3 2 0 0,-2 1 0 0,2-1 0 0,-3 3 0 15,0 0 0-15,0 0 0 0,0 3 0 0,-3 5 0 0,3-8 0 0,-3 8 0 16,0 0-9-16,0-5-5 0,-3 5-1 16,0 5 0-16,-3-5 15 0,-3 0 0 0,1 0 0 0,-7 3-9 15,0 2 21-15,-3-5 4 0,0 0 0 16,-2 3 1-16,-4 2-17 0,0 0 0 0,0 3 0 0,-2-8 0 16,2 8 0-16,3-5 0 0,-3 5 0 0,4-3 0 15,-1 0 0-15,3 3 0 0,0 0 0 0,1-5 0 16,2 5-23-1,3 2-8-15,3-7-1 0,0 5-1 0,3-3 1 0,3 0 1 16,3 3 0-16,1 0 0 0,2-5 31 0,3 5 0 0,0-3 0 0,3 1 0 31,3 1-108-31,0 1-16 0,3 0-4 0</inkml:trace>
  <inkml:trace contextRef="#ctx0" brushRef="#br0" timeOffset="131956.59">17252 3421 1326 0,'0'0'28'0,"-3"-5"5"0,3 5-33 16,0 0 0-16,-3-5 0 0,3 5 0 15,0 0 63-15,0 0 5 0,0 0 2 0,0 0 0 16,3-3-37-16,3 0-7 0,-3 3-2 0,3-5 0 16,3 5-11-16,0 0-2 0,3 0-1 0,-1 0 0 15,4 0 3-15,3 0 1 0,-3 0 0 0,6 0 0 16,3 0-6-16,0 0-8 0,5-3 11 0,1 3-11 0,0-5 12 0,0 3-12 15,-1-4 12-15,4 4-12 0,-3-1 16 0,-3 0-4 16,-4 1-1-16,1-1 0 0,-3 0-11 0,0 3-14 0,-3-5 3 16,-6 2 1-16,3 3 59 15,-6 0 12-15,2 0 3 0,-5 0 0 0,0 0-52 0,0 0-12 16,-6 0 0-16,3 8 0 0,-3-8 18 0,3 3 1 0,-3 2 0 0,0 1 0 16,0 2-3-16,-3-1 0 0,0 1 0 0,0-2 0 15,3 2 11-15,-3 2 1 0,3-2 1 0,0 3 0 16,-3 5-29-16,3-8-21 0,0 5 3 0,0 3 1 15,0-6 27-15,0 9 6 0,0-3 0 16,0 0 1-16,-3 5-27 0,3-5-6 0,0 2 0 0,0 6-1 16,0-6 17-16,-3 9-10 0,3-6 10 0,0 6-8 15,-3-4 8-15,3 4 0 0,0-1 0 0,-3 1-8 16,3-1 8-16,0 3 0 0,0-8 0 0,0 3 0 16,0-3 0-16,-3 1 0 0,3-1 0 0,0 3-8 15,-2-9 0-15,2 1 0 0,-3 0 0 0,0 0 0 16,0 3 8-16,0-6 0 0,0 3 0 0,0-3 0 15,0 3 0-15,0-6 0 0,0 1 0 0,-3 5 0 16,3-8 0-16,0 0 0 0,-3 2 0 0,3 1 0 16,-3-8 0-16,0 4 8 0,3-1-8 0,-3-1 0 15,-3 0 0-15,3 1 9 0,0-1-9 0,0-5 0 0,-3 0 12 16,3 3-4-16,-3-3 0 0,1 0-8 0,-1 0 12 0,-3 0-4 16,0 0 0-16,0 0-8 0,-3 0 14 0,0-3-4 15,-3 3-1-15,0 0 0 0,1 0-9 0,-1 0 0 0,-3 0 9 0,3 0-9 16,-3 0 0-16,3 0 0 0,-3 0 0 0,4 0 0 31,-4 0 36-31,3 3 2 0,0-3 1 0,0 0 0 0,3 0-19 0,0 2-3 16,-2-2-1-16,2 0 0 15,3 3 2-15,-3-3 0 0,3 0 0 0,0 0 0 0,3 0-18 0,-3 0-11 0,3 0 2 16,0 0 0-16,3 0 58 0,0 0 12 16,6 0 3-16,0 0 0 0,0 0-52 0,0 0-12 0,-6-3 0 0,6 3 0 15,-2-2 0-15,2 2 0 0,0-8 0 0,0 2 0 16,0 1 0-16,2-3 0 0,1 3 0 0,0-3 0 15,3-5 0-15,-3 2 0 0,3-2 0 0,-3 0 0 16,3-1 0-16,0-1 0 0,-3-1 0 0,3 0 0 16,0-5 0-16,-3-1 0 0,3 1 0 0,-3-3 0 15,3 1 8-15,0-4 0 0,-3-2-8 0,3-3 12 16,-3 1-12-16,3-1-8 0,-3-3 8 0,0 4-13 16,0 2 13-16,-3 2 0 0,0-2 0 0,0 3 0 15,0-1 0-15,-3 1 15 0,3 2-3 0,-3-5-1 16,0 5-2-16,0 3 0 0,0-3 0 0,-3 3 0 15,3 0-9-15,0-1 0 0,-3 7 0 0,3-4 0 16,0 3 0-16,-3 6 0 0,3-6 0 0,0 5 0 16,0 3-8-16,0 0 8 0,0 0 0 0,0 3 0 15,3 2 0-15,0 3-9 0,0-5 9 0,0 5 0 16,0 0-10-16,0 0 10 0,0 0-8 0,0 0 8 16,0 0-9-16,0 0 9 0,0 0-10 0,0 0 10 15,6 0-14-15,-3 5 3 0,3-5 1 0,-3 6 0 16,3-1-30-16,0 0-7 0,-3 0-1 0,3 3 0 15,0 0-130-15,3-2-26 0,-3-1-6 0</inkml:trace>
  <inkml:trace contextRef="#ctx0" brushRef="#br0" timeOffset="134398.659">18648 4453 851 0,'0'0'36'0,"0"0"-36"15,0 0 58-15,0 0 5 0,0 0 1 0,6 0 0 16,-3 0 31-16,3 0 6 0,0 0 2 16,0-5 0-16,0 5-27 0,3 0-4 0,-1-3-2 0,1 3 0 15,0-5-41-15,3 2-8 0,0 3-1 0,0-2-1 16,3 2 33-16,0-3 8 0,0 0 0 0,3 3 1 15,-1 0-29-15,4-2-5 0,0 2-2 0,0-3 0 16,0 0-7-16,0 3-2 0,2-2 0 0,-2-1 0 16,3 3 8-16,0 0 2 0,0-5 0 0,0 5 0 15,-1 0-26-15,1-3 0 0,-3 3 0 0,3 0 0 16,-6 0 0-16,2 0 0 0,-2 0 0 0,0 3-11 16,-3-3 11-16,-3 0 0 0,0 5 10 0,0-5-10 15,-3 3 0-15,0-3 0 0,3 2 0 0,-6 1 0 16,-1 0 0-16,1-3 0 0,0 2 0 0,-3 1 0 15,0 0 25-15,-3-3-1 0,3 5 0 0,0 0 0 16,0 3-13-16,-3-8-3 0,0 3-8 0,0 5 12 16,3-3-12-16,-3 0 11 0,0 3-11 0,0 0 10 15,0 3-37-15,0-3-7 0,0 2-2 0,-3 4 0 16,3-1 59-16,0 3 11 0,-3 0 2 0,3 2 1 16,-3 1-29-16,0 2-8 0,3 3 0 0,-3-1 0 15,0 1 0-15,3 3 0 0,-3-6 0 0,0 5 0 16,3-2 0-16,-3-3 0 0,3 0 0 0,0 1 0 0,-3-1 0 15,3 0 0-15,0 0 0 0,0 0 0 16,3-2 23-16,-3-1 3 0,0 6 1 0,0-11 0 16,0 6-44-16,0-3-9 0,0 2-2 0,0-7 0 0,0 5 28 0,0-3 0 15,0-2 0-15,-3 2 0 0,1-3 0 0,2 1 0 16,-3-3 0-16,0 3 0 0,0-4 0 0,-3-1 9 16,0 2-9-16,3 0 0 0,-3-3 8 0,0 0-8 0,3 0 0 15,-3 1 0-15,0-1 8 0,-3-2-8 0,3 2 0 0,-3-2 0 16,0-1 0-16,-3 4 0 0,3-6 8 0,-3 2-8 15,1 1 0-15,-1-3 8 16,-3 0-8-16,3 5 0 0,-3-5 18 16,0 3-3-16,0-1-1 0,-3 1 0 0,0 0-6 0,1-1 0 0,2 1-8 0,-6 2 12 15,3 1 1-15,0-4 0 0,0 1 0 0,0 0 0 16,1-1-1-16,-1 1-1 0,0 0 0 0,0-1 0 16,3 1-1-16,0-3 0 0,0 2 0 0,3 1 0 15,1 0 10-15,2-1 3 0,0 1 0 0,0 0 0 16,3-1-23-16,0-2 0 0,6 0 0 0,0 0 0 15,0 0 0-15,0 0 0 0,0 0 0 0,0 0 0 16,0 0 0-16,0 0 0 0,3 6 0 0,3-4 0 16,-6-2 0-16,6 3 0 0,-3-3 0 0,-3 0 0 15,6 0 0-15,-6 0 0 0,6 0 0 0,0-3 0 16,-6 3 0-16,3-5-8 0,0 0 0 0,-3-1 0 16,2 1 8-16,-2 0 8 0,0 0-8 0,-2-3 11 15,2 0-11-15,-3 0 12 0,0-3-12 0,0-2 12 16,0 0-12-16,0-1 0 0,0-1 0 0,-3-4-11 15,3-2 11-15,-3-3 0 0,0-2 0 0,0-4 0 16,0 1 0-16,0 3 0 0,-3-6 0 0,3 3 0 0,-3 3 0 16,3-1 0-16,-3 1 0 0,3-1 0 15,-3 3 0-15,3-2 0 0,0-1 0 0,1-2 0 0,-1 0 0 16,-3 0 0-16,3 0 0 0,0-3 0 16,0 8 14-16,3-7 5 0,0 7 1 0,-3 0 0 0,3 3-32 0,0 0-7 0,0 5-1 15,3 0 0-15,-3 0 20 0,3 3 0 0,0-3 0 0,0 3 0 16,0 0 0-16,0 2 0 0,0 3 0 0,3-5 0 15,0 2 0-15,0 3 0 0,0 3 0 0,0-3 0 16,0 0 0 0,3 0 0-16,0 6 0 0,0-4 0 0,3 4 0 0,0-1 0 0,2 3 0 0,-2-5 0 15,6 2 0-15,-3 3 0 0,3 0 0 0,3 3 0 16,0-3 0-16,0 5 0 0,-1-5 0 0,4 3 0 16,3 2-44-16,0 0-4 0,3 0-2 0</inkml:trace>
  <inkml:trace contextRef="#ctx0" brushRef="#br0" timeOffset="135628.758">20333 5562 836 0,'0'0'24'0,"-6"-3"4"16,0 1-28-16,0-1 0 0,3 0 0 0,-3 1 0 15,0-4 108-15,3 4 16 0,0-1 4 0,3 3 0 16,-6-3-52-16,3-2-9 0,0 0-3 0,3 5 0 16,-3-3 13-16,3 3 3 0,-3-5 0 0,3 5 0 15,0 0-26-15,0 0-5 0,3-5-1 0,0 2 0 16,0 0-19-16,6 1-4 0,0-4-1 0,0 4 0 15,6-1 13-15,3 0 3 0,-1 1 0 0,7-1 0 16,-3-2-40-16,6 2-10 0,0-5-1 0,2 3 0 16,1 2 11-16,0-2 0 0,-3 0 0 0,5-1-8 15,-2 1 8-15,0 0 0 0,0 5 0 0,0-8 0 16,-4 5 0-16,-2 1 0 0,0-1 0 0,-3 3 8 0,-3 0-8 0,-3 0 0 0,-4 0 8 16,1 0-8-16,-6 0 10 0,3 0-2 0,-6 3-8 15,3-1 12-15,-6-2-12 0,0 0 0 16,0 0 0-16,0 3 0 0,3 5 0 0,-3-3 0 0,-3 3 0 0,3 0 0 15,0 0 22-15,-3 0 2 0,0 0 0 0,3 2 0 16,-3 1-24-16,3 0 0 16,-3 2 0-16,3 3 0 0,0-3 0 0,-3 3 0 0,3 2 0 0,-3-2 0 15,3 3 0-15,-3-1-8 0,3 1 8 0,-3 2 0 16,3-3 0-16,0 4 0 0,-3 1 0 16,3 1 0-16,-3 0 0 0,3 0 0 0,-3 2 0 0,0 1 0 15,0-1-13-15,0-2 2 0,3 3 1 0,-2-4 0 16,-4-1 1-16,3-1 0 0,0 0 0 0,0-3 0 15,3 1 9-15,-3-1 0 0,0-2 0 0,3 0-8 16,0 3 8-16,-3-3-10 0,3-1 10 0,0-1-10 16,0 2 10-16,0-3 0 0,0 3 0 0,0-6 0 15,0 3 0-15,0 1 0 0,0-4 0 0,-3 1 0 16,3-3 0-16,0 0 8 0,-3-3-8 0,3 3 0 16,-3-5 0-16,3-3 9 0,0 0-9 0,0 0 0 15,-6 5 16-15,6-5-3 0,-6 0-1 0,0 0 0 16,0 0-12-16,0-3-16 0,0 1 3 0,0-1 1 15,0 0 60-15,-3-2 13 0,3 0 3 0,-3-1 0 16,0 1-52-16,0 0-12 0,-2-3 0 0,-1 0 0 16,0 3 0-16,-3-3 0 0,3 0 0 0,-3 0 0 0,3 0 19 15,-3 0 1-15,-3 0 0 0,1 0 0 0,-1 0-10 0,0 0-2 16,-3-2 0-16,0 2 0 0,0-3 7 0,-2 1 1 0,2-1 0 16,-3 3 0-16,0 0 3 0,0 0 1 0,0 0 0 0,4 3 0 15,-4-3-12-15,3 0-8 16,3 3 12-16,-3-3-12 0,3 3 14 0,4-3-4 0,-1 0-1 0,-3 2 0 15,6-2-9-15,-3 3 0 16,0-3 0-16,3 3 0 16,0-3 0-16,3 0 0 0,0 0 0 0,0 0 0 0,1 0 0 0,2 0-20 0,0 0 3 0,-3-2 1 15,6-3 16-15,-3-1 0 0,3 1 0 0,-3 0 0 16,3-3 0-16,3-3 0 0,-3 1 0 0,0-1 0 16,3 1 0-16,0-1 0 0,3-2 0 0,-3 3 0 15,3-3 0-15,0 2 0 0,0-2 0 0,0 0 0 16,3-1 10-16,0 1 6 0,0-2 0 0,0 1 1 15,0-1-17-15,3-1 0 0,-4 0 0 0,4 3 0 16,0 2 0-16,0 1 0 0,0 4 0 0,0-1-9 16,0 1 9-16,0 4-12 0,3 2 12 0,-3-5-12 15,3 5-19-15,-3 0-4 0,3 0-1 0,-1 3 0 16,4-1-101-16,-3 1-21 0,3 0-4 0</inkml:trace>
  <inkml:trace contextRef="#ctx0" brushRef="#br0" timeOffset="-169688.878">23839 14085 1824 0,'0'0'38'0,"0"0"8"0,0 0-37 0,0 0-9 0,0 0 0 0,0 0 0 15,0 0 81-15,-3-6 15 0,0 1 2 0,0 0 1 16,3-1-56-16,-3 1-11 0,3-3-3 0,-3 3 0 15,3-3 33-15,0 0 6 0,0 0 2 0,0 0 0 16,0-2-29-16,0-1-5 0,0-2-2 0,0 0 0 16,0-1-4-16,3 1-1 0,-3 0 0 0,0-3 0 15,0 3-8-15,0-3-1 0,0-3-1 0,0 4 0 16,0-4 1-16,-3 0 0 0,3 1 0 0,0-3 0 16,-3 0-2-16,3-3 0 0,0-3 0 0,0-2 0 15,0 0-7-15,0 0-2 0,0-3 0 0,0 1 0 16,0 1 0-16,0-1 0 0,0 2 0 0,0-3 0 15,3 0-9-15,-3-2 8 0,0-1-8 0,3-4 8 16,-3-1-8-16,0 0 0 0,3 0 0 0,-3-2 0 16,0 2 0-16,3 1 8 0,-3-1-8 0,0-2 0 15,3-1 0-15,-3-4 0 0,3-1 0 0,0 1 0 16,-3-1 0-16,3 6 0 0,-3-1 0 0,3-2 0 16,-3-2 8-16,0-1-8 0,0-5 0 0,0 0 8 15,0 6-8-15,0 2 0 0,0 2 0 0,0-2 0 16,0 0 0-16,0-2 0 0,-3-1 0 0,3 0 0 15,0 1 0-15,0 7 0 0,0-2 0 0,0 2 0 0,0 3 0 0,-3 0 0 0,0 3 0 16,3-4 0-16,-3 4 0 16,3 0 0-16,0-3 0 0,-3 2 8 15,3 3-8-15,0 3 0 0,0 3 0 0,0 2 0 0,0 3 0 0,0 2 8 16,0 4-8-16,0-4 0 0,0 6 0 0,0 2 0 16,0 1 0-16,0 2 0 0,0 0-9 0,0 0-1 15,0 3 0-15,0 2 0 0,0 3-30 16,0 0-5-16,0 0-2 0,0 0 0 0,0 0-93 0,0 0-20 0,0 0-3 15</inkml:trace>
  <inkml:trace contextRef="#ctx0" brushRef="#br0" timeOffset="-164766.727">19458 14108 999 0,'0'0'42'16,"0"0"-34"0,0 0 80-16,0 0 15 0,0 0 3 0,0 0 1 0,0 0-5 0,0 0-1 15,0 0 0-15,0 0 0 16,0 0-22-16,0 0-5 0,0 0-1 0,0 0 0 0,0 0-7 16,0 0-2-16,0 0 0 0,0 0 0 15,0 0 0-15,0 0 0 0,0 0 0 0,0 0 0 0,0-5-51 0,3-3-13 0,-3 3 0 0,0-3 0 16,2-3 54-16,-2 3 8 0,0-5 2 0,0 3 0 15,0-4-22-15,0 1-4 0,0-3-1 0,0 0 0 16,0-2-8-16,0 2-1 0,0-2-1 16,0-1 0-16,0 3-27 0,0-2 0 0,-2-1 0 15,-1-2 0-15,3 0 0 0,-3 0 0 0,0-6 0 0,0 1 0 16,3-6 0-16,-3 0 0 0,0-2 0 0,0-1 0 16,0 1 0-16,0 2 0 0,3 0 0 0,-3-2 0 15,0 2 0-15,-3-2 0 16,3 0 0-16,0-6 0 0,0 0 28 0,0-2 0 0,3-3 0 15,-3 0 0-15,0 3-28 0,0-1 0 0,3 3 0 0,-3-5 0 16,3 1-27-16,-3-1 3 0,3-3 0 0,0-2 0 16,0 5 24-16,0 0 0 0,0 2 0 0,0-4 0 15,0 2 0-15,0 0 0 0,0 0 0 0,3-3 0 16,-3 6 21-16,3-3 10 0,0 2 1 0,-3-2 1 16,3 3-1-16,0 0-1 0,0 2 0 0,0-5 0 15,0 3-31-15,0-3 0 0,0 2 0 0,0-1 0 16,0 4 0-16,0 3 0 0,0 2 0 0,0-2 0 15,0 3 0-15,-3 0 0 0,3-4 0 0,0 1 0 16,0 0 0-16,-3 3 0 0,3 0 0 0,0 2 0 16,0 0 0-16,-3 6 0 0,0-1 0 0,0 3 0 15,2 1 0-15,-2-1 0 0,0 0 0 0,0-3 0 0,-2 1 0 16,2 0 8-16,0-4-8 0,0 4 0 16,0 0 0-16,0 2 0 0,0 0 0 0,0 3 0 0,0 0 0 0,0 5 0 15,0 0 0-15,0 3 0 0,-3-1 0 16,3 1 0-16,0 3 0 0,0-1 0 15,0 0 0-15,0 3 0 0,0 0 0 0,0 1 0 0,0 1-24 0,0 1 0 0,0 5-1 0,0 0 0 32,0 0-62-32,0 0-12 0,0 0-2 0,0 0-1 15,0 0-123-15,0 0-25 0</inkml:trace>
  <inkml:trace contextRef="#ctx0" brushRef="#br0" timeOffset="-163697.658">15516 14048 1178 0,'3'10'24'0,"-3"-10"6"16,0 0-30-16,3 5 0 0,-3-5 0 0,0 0 0 15,0 0 98-15,0 0 14 0,0 0 2 0,0 0 1 16,0 0-18-16,0 0-3 0,0 0-1 0,0 0 0 15,0 0-19-15,0 0-4 0,0 0-1 0,0 0 0 16,0 0 13-16,0 0 2 0,0 0 1 0,0-7 0 16,0 1-42-16,0-2-9 0,0 0-2 0,0 0 0 15,0-2 8-15,0-1 0 0,0-2 1 0,-3 2 0 16,3-2-13-16,0 0-4 0,-3-3 0 0,3 3 0 16,0 0-9-16,-2-1-3 0,2-1 0 0,0 1 0 0,0-2-4 15,-3 3 0-15,3-5-8 0,0 2 12 16,0-3-4-16,0-2-8 0,0 0 11 0,0-5-11 15,0-4 8-15,0-1-8 0,3-4 0 0,-1-2 0 0,-2 3 0 16,3 2 0-16,0-2 0 0,0-1 0 16,-3-2 0-16,3 0 0 0,0-3 0 0,0-5 0 0,0 3 0 15,0-3 0-15,0-2 0 0,0-4 0 0,0 4 0 0,3-4 10 0,-3 1-10 0,0-3 12 16,0 0-12-16,3 0 0 0,-3-2 0 16,0-3 0-16,0 2 0 0,3 0 0 0,-3 1 0 0,0-3 0 15,0 5 0-15,3 0 0 0,-3 0 0 16,0-5 0-16,0 2 0 0,0-2 0 15,3 0 0-15,-3-6 0 0,0 11 0 0,0 0 0 0,0 3 0 0,0-5 0 16,0 2 0-16,0-3 0 0,0-2 0 0,-1 0 0 16,-2 5 0-16,0 2 0 0,3 4 0 0,-3-3 0 15,0 2 0-15,-3-5 0 0,3 0 0 0,0-3 0 16,-2 11 0-16,2 1 0 0,0 1 0 0,-3 1 0 16,3-1 0-16,-3 1 0 0,3-3 0 0,0 0 0 15,-3 3 0-15,0 5 0 0,3 0 0 0,-3-3 0 16,3 8 0-16,-3 1 0 0,3 1 0 0,0-1 0 15,0-1 29-15,0 0 4 0,0 0 1 0,0 1 0 16,0 2-54-16,3-1-12 0,-3 4-1 0,0 0-1 16,3 2 34-16,-3 5 0 0,0 1 0 0,3 2 0 15,-3 0 22-15,0 3 11 0,3 2 3 0,-3 1 0 16,0-1-36-16,3 0 0 0,-3 3 0 0,0 3 0 16,3 0-8-16,-3 0-6 0,0 5-1 0,0 0 0 15,0 0-4-15,0 0-1 0,0 0 0 0,0 0 0 16,0 0-137-16,0 0-28 0,0 0-6 0</inkml:trace>
  <inkml:trace contextRef="#ctx0" brushRef="#br0" timeOffset="-162774.731">11412 14021 1792 0,'0'0'51'0,"0"0"10"0,-3 5-49 0,3-5-12 0,-3 6 0 0,3-6 0 16,-3 5 105-16,3-5 19 0,0 0 3 0,0 0 1 16,-6 5-52-16,6-5-9 0,0 0-3 0,0 0 0 15,0 0 0-15,-3-2 0 0,3 2 0 0,-6-6 0 16,3 1-51-16,-3 0-13 0,3-6 0 0,3 3 0 15,-3-5 0-15,3 0 0 0,0-3 0 0,0-3 0 16,0 4 0-16,0-4 0 0,0-2 0 0,0 0 0 16,0-3 0-16,0-3 0 0,0 1 0 0,3-8 0 15,-3-3 0-15,0-6 0 0,3-4 0 0,-3-1 0 16,0 0 0-16,3 3 0 0,-3-2 0 0,3-6 0 16,-3-3 0-16,3-2 0 0,-3-8 0 0,3-3 0 15,0 0 0-15,0 0 0 0,0-5 0 0,0-2 0 16,0 4 0-16,3 3 0 0,-3 1 0 0,3-9 0 0,0 5 0 15,-3 1 0-15,3-6 0 0,-3-7 0 16,2 7 54-16,1-3 8 0,-3-4 2 0,3-4 0 16,0 9-64-16,-3-3-18 0,3-3-1 0,0 1 0 15,0 7 31-15,0 6 5 0,-3-1 2 0,3-5 0 16,0 9-19-16,-3 4 0 0,0 1 0 0,0-6 0 0,3 5 0 0,-3 1 0 0,0-1 0 16,0-2 0-16,0 13 0 0,-3 6 0 15,0 2 0-15,0 5 0 0,0 3 0 0,0 2 0 0,0 4 0 16,0 2 0-16,-3 2 0 0,3 3 0 15,-3 3 0-15,0 5 0 0,3 0 0 0,-3 8 0 0,3-2 0 0,0 10 0 32,0 0-150-32,0 0-34 0,3 10-6 0</inkml:trace>
  <inkml:trace contextRef="#ctx1" brushRef="#br0">21327 15736 0,'44'8'15</inkml:trace>
  <inkml:trace contextRef="#ctx0" brushRef="#br0" timeOffset="-155755.272">23836 10653 1379 0,'0'0'58'16,"0"0"-46"0,0 0 120-16,-3-6 25 0,3 6 5 0,0 0 1 15,-6-2-65-15,6 2-13 0,0 0-2 0,0 0-1 16,0 0 8-16,0 0 2 0,0 0 0 0,0 0 0 15,0 0-45-15,0 0-9 0,0 0-2 0,0 0 0 16,0 0-28-16,0 0-8 0,0 0 0 0,0 0 0 16,0 0 37-16,-3 2 7 0,3 4 0 0,-3 2 1 15,3-3-25-15,-3 3-6 0,3 0-1 0,0 2 0 16,0 1-5-16,0 0-8 0,3-1 11 0,-3 1-11 16,0 2 9-16,3 3-9 0,-3-3 0 0,0 3 9 0,3 0-9 0,-3 0 0 15,3-3 0-15,0 3 8 0,-3-3-8 16,3 3 0-16,0 0 0 0,-3-3 8 0,3 3-8 0,-3 0 0 0,0 0 0 15,0 0 0-15,3-1 0 0,-3 1 0 16,3 0 0-16,0 3 0 0,-3-3 0 0,3 0 0 0,0 2 0 16,-3 1 0-16,0-1 0 0,3 1 0 0,-3-4 0 0,0 4 0 15,0-3 0-15,0 2 0 0,0-4 0 0,0 1 0 16,0 1 0-16,0-2 8 0,0-1-8 0,-3 0 8 16,3-2-8-16,-3 2 0 0,0-3 0 0,3 4 0 15,-3-4 0-15,0 1-16 0,3-1 4 0,-3 4 1 16,0-4 11-16,3 1 16 0,-3-1-4 0,0 1-1 15,3-3-11-15,-3 3-16 0,3-4 4 0,0 4 1 16,0-6 11-16,0 3 0 0,0-2 0 0,0-1 0 16,0 0 0-16,0 0 0 0,0-5 0 0,3 6 0 15,-3-6-128-15,0 0-24 0,0 0-5 0</inkml:trace>
</inkml:ink>
</file>

<file path=ppt/ink/ink1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1:56:53.282"/>
    </inkml:context>
    <inkml:brush xml:id="br0">
      <inkml:brushProperty name="width" value="0.05292" units="cm"/>
      <inkml:brushProperty name="height" value="0.05292" units="cm"/>
      <inkml:brushProperty name="color" value="#FF0000"/>
    </inkml:brush>
  </inkml:definitions>
  <inkml:trace contextRef="#ctx0" brushRef="#br0">19502 3286 1862 0,'0'-16'39'0,"0"16"8"15,3-2-38-15,0-1-9 0,0-5 0 0,3 3 0 16,-3 2 104-16,3-5 18 0,0 6 4 0,0-1 1 16,0 0-35-16,0 1-6 0,0-1-2 0,0 3 0 0,-6 0-31 0,3-5-6 0,-3 5-2 0,0 0 0 15,6 5-45 1,-3-2 0-16,0 2-15 0,-3 3 4 15,0 5 35-15,0-2 8 0,-3 7 0 0,-3 1 1 16,3 2-23-16,-3 5-10 0,0 4 8 0,-3 1-8 0,3 1 0 16,0-3 0-16,-3-2 0 0,3 2 0 0,-3-3 0 15,3 1 0-15,0-6 0 0,0 3 0 16,3-1-32-16,0-1-1 0,0-1-1 0,3 0 0 0,0-2 34 16,3 2 0-16,0-3 0 0,0 1 0 0,6-1 16 0,0-2 11 15,0-5 1-15,6 2 1 0,0-5-29 0,0 2 0 0,3-4 0 16,2 4 0-16,1-7 0 0,3-3 0 0,-3 5 0 0,3-5 0 15,-3-5 0-15,-1 5 8 16,1-3-8-16,0-2 0 0,-3 0 0 0,3-1 0 0,0 4 0 0,-1-1 0 16,-2-5-72-16,3 3-18 0,0-3-3 15</inkml:trace>
  <inkml:trace contextRef="#ctx0" brushRef="#br0" timeOffset="586.937">20419 3265 2187 0,'0'0'62'0,"0"-5"14"0,0 5-61 16,3-3-15-16,-3-2 0 0,0 5 0 0,0 0 76 0,0 0 13 0,3-3 3 0,-3 3 0 15,0 0-44-15,0 0-8 0,0 0-1 0,3 8-1 16,-3-5-14-16,3 7-4 0,-3 1 0 0,0 2 0 16,0 0-12-16,0 6-8 0,0 2 8 0,0 3-8 15,-3 2 0-15,3-2 9 0,-3 0-9 0,0 3 0 16,3-4 0-16,0-1 0 0,-3-1 0 15,3 0 0-15,0-3 8 0,-3 1-8 16,3-3 0-16,-3-3 0 0,3 3 8 0,0-3-8 0,-3 3 0 16,3-8 0-16,0 3 0 0,-3-4 0 15,3 4 0-15,-3-3 0 0,3-5 0 0,0-3-11 0,0 0 0 0,0 0 0 16,0 0 11-16,0 0 0 0,0 0 0 0,0 0 0 16,0-3 49-16,0-5 12 0,0-5 3 0,0 5 0 15,3-5-52-15,0 2-12 0,0 0 0 0,0 1 0 16,3-9 49-16,-3 9 7 0,0-11 2 0,3 5 0 15,-3-8-36-15,3 3-7 0,0-8-2 0,0 0 0 16,0-1-13-16,0-1 11 0,0 2-11 0,2 2 10 16,-2 3-10-16,0 0 0 0,0 3 0 0,0 3 0 15,0 2 0-15,3 0 0 0,-3 3 0 0,0 2 0 16,3-5 0-16,-3 6 0 0,0 2 0 0,3-3 0 16,-3 6 0-16,0-3 0 0,3 0 0 0,0 8 0 0,-3-8 0 15,2 6 0-15,1 2-8 0,0-3 8 0,0 3-20 0,0 0 0 16,0 3 0-16,0 2 0 15,-3 0-112-15,0 3-21 0,0 0-5 0</inkml:trace>
  <inkml:trace contextRef="#ctx0" brushRef="#br0" timeOffset="844.138">20464 3503 2048 0,'0'0'43'0,"0"0"9"0,0 0-42 15,0 0-10-15,0 0 0 0,0 0 0 0,0 0 92 0,3-2 17 0,0-4 3 0,0 4 1 16,3-6-35-16,2 5-7 0,1-2-2 0,0 0 0 16,0-1-19-16,3 4-4 0,-3-6-1 0,3 2 0 15,-3 1-13-15,3 2-4 0,0-4 0 0,0 1 0 16,0 4-14-16,-1-6-3 0,1 2-1 0,3 1 0 16,0 2-10-16,0-2 0 0,0 2 0 0,3-2-11 15,-3 3 11-15,-1 2 9 0,1 0-1 0,-3 0-8 16,0 2 0-16,0 3 0 0,-3-2-10 0,0 2 10 15,0 1-153-15,-6 4-23 0,0-2-5 16</inkml:trace>
  <inkml:trace contextRef="#ctx0" brushRef="#br0" timeOffset="1117.479">20490 3715 1910 0,'-9'3'40'0,"1"2"9"0,-1-2-39 15,3-1-10-15,3 1 0 0,3-3 0 16,0 0 101-16,0 0 19 0,0 0 3 0,0 0 1 0,0 0-34 16,0 0-6-16,0 0-2 0,0 8 0 0,0-8-19 0,6 5-4 0,-3-5-1 0,3 3 0 15,0 2-14-15,2-5-2 0,-2 3-1 0,3-3 0 16,0 2-10-16,0-2-3 0,3 0 0 0,-3 3 0 16,0 0-9-16,0-3-3 0,0 0 0 0,3 2 0 15,-3-2-6-15,3 0-2 0,-1 0 0 0,1 0 0 16,3 0-8-1,-3 0 0-15,3 0 0 0,3 3 0 0,-3-3 0 0,3 3 0 0,-3-3 0 16,-1 0 0-16,4 0-104 16,-3 2-14-16,3-2-2 0</inkml:trace>
  <inkml:trace contextRef="#ctx0" brushRef="#br0" timeOffset="6080.369">19612 4276 1523 0,'0'0'32'0,"0"0"7"0,0 0-31 0,0 0-8 0,0 0 0 0,0 0 0 16,0 0 101-16,0 0 19 0,0 0 4 0,0 0 1 15,0 0-22-15,0 0-5 0,0 0-1 0,0 0 0 16,0 0-10-16,0 0-3 0,0 0 0 0,0 0 0 15,0 0-20-15,0 0-4 0,0 0 0 0,0 0-1 16,0 0-18-16,0 0-3 0,0 0-1 0,0 0 0 16,0 0-8-16,0 0-1 0,3 3-1 0,-3-3 0 15,0 5-2-15,0-5 0 0,0 5 0 0,3 0 0 16,-3 6-6-16,0-8-2 0,0 5 0 0,0 0 0 16,0-1-4-16,3 4-1 0,-3-3 0 0,0 3 0 15,0-1-12-15,0 1 0 0,0-1 8 0,0 4-8 0,3-1 0 16,-3 0 0-16,0 0 0 0,0 1 0 15,0-1 0-15,0 0 0 0,0 0 0 0,0 0 0 16,0 3 0-16,0 0 0 0,0 0 0 0,0 0 0 16,0-3 0-16,-3 3 8 0,3 3-8 0,0-9 0 0,-3 6 0 15,3-3 0-15,0 0 0 0,0 1 0 0,-3-4 0 16,3 1 0-16,0-1 0 0,0 4 0 0,0-9-14 0,0 0-9 0,0 3-1 16,0 3-1-16,0-9 25 0,0 4 0 0,0-6 9 15,3 5-9 1,-3 0-34-16,0-5-14 0,3 6-2 0,-3-6-1 15,3 2-125-15,-3-2-24 0,6 3-6 0</inkml:trace>
  <inkml:trace contextRef="#ctx0" brushRef="#br0" timeOffset="15402.69">20681 4408 1299 0,'0'0'55'0,"0"0"-44"16,0 0 69-16,0 0 13 0,0 0 3 0,-6 0 1 16,0 0-27-16,0 3-6 0,-3 2 0 0,3-2-1 15,-3-1-31-15,0 6-7 0,-3-2-1 0,0 4 0 16,1-2 0-16,-4 0 0 0,0 3 0 0,0-1 0 15,-3 1-12-15,0 2-2 0,-3 0-1 0,1 1 0 16,-1 1-9-16,-3 4 8 0,3-3-8 0,-3 5 8 16,3-2-8-16,1-4 0 0,2 7 0 0,-3-7-11 15,6 1-25-15,-3-2-4 0,3-1-2 16,0 3 0-16,0-11-113 0,4 6-22 0</inkml:trace>
  <inkml:trace contextRef="#ctx0" brushRef="#br0" timeOffset="15699.997">20223 4406 2030 0,'0'0'57'0,"0"0"14"0,0 0-57 0,0 0-14 0,0 0 0 0,0 10 0 31,2-5 54-31,1 3 8 0,0 0 2 0,0 0 0 15,3 3-2-15,0-3 0 0,0 2 0 0,0 1 0 0,3 0-30 0,0 2-5 0,0 0-2 0,0 3 0 16,0 2-9-16,0-2-1 0,0 5-1 0,0 1 0 16,0-1-6-16,0 3-8 0,-1-6 11 0,1 3-11 15,3-2 8-15,0-1-8 0,0-2 0 0,-3 3 0 16,3-9 0-16,0 4 0 0,0-1 8 0,-3 0-8 16,3-2 0-16,-3-1 0 15,2-2 0-15,-2 0 0 0,0 3-82 16,0-3-23-16,0-3-5 0</inkml:trace>
  <inkml:trace contextRef="#ctx0" brushRef="#br0" timeOffset="19008.923">19621 5184 1340 0,'6'-8'28'0,"-6"8"7"0,0 0-35 0,3-3 0 15,3-2 0-15,-6 5 0 16,3-3 92-16,-3 3 11 0,3-5 2 0,-3 5 1 0,0 0-27 0,0-3-6 0,0 3-1 0,0 0 0 15,0 0-5-15,0 0-2 0,0-3 0 0,0 3 0 16,0 0-15-16,0 0-3 0,-6-8-1 0,0 8 0 16,6 0-12-16,-9-2-2 0,3 2-1 0,0 0 0 15,-3 0-7-15,3 0 0 0,-2 2-1 16,2-2 0-16,-3 3-3 0,3 2-1 0,-3-2 0 0,0 0 0 16,3-1 1-16,-3 4 1 0,3-1 0 0,0 0 0 15,0 1-21 1,0 1 0-16,0-1 0 0,0 2 0 0,3 0 0 0,-3 2 0 0,3-2 0 15,0 3 0-15,3-3-9 0,0 2-7 0,0 1 0 16,0-1-1-16,3 4 27 0,0-9 6 0,0 6 0 0,0-1 1 16,3 1-17-16,0-1 0 0,0-2 0 15,3 3 0-15,0-1-31 16,0-2-9-16,0-2-3 0,3 2 0 0,-3-3 23 0,3 0 5 0,-1 0 1 0,1-2 0 16,0-3 2-16,0 3 1 0,3-6 0 0,0 3 0 15,0 0 11-15,-3-3 0 0,3-2 0 0,-3 2-8 16,2 1 8-16,-2-6 0 0,0 0 0 0,0 0 0 15,-3 0 0-15,0 0 8 0,0 0-8 16,0 0 11-16,-3 0-11 0,0-2 0 0,0-1 0 0,0 1 0 16,-3 2 53-16,0-8 9 0,3 3 2 0,-6 5 0 15,3-8-52-15,-3 5-12 0,0-2 0 0,0 2 0 16,-3 1 54-16,3-1 8 0,-3 1 2 0,0 2 0 16,0-3-52-16,0 3-12 0,-3-2 0 0,0 2 0 15,0 0 0-15,0 2 0 0,0-4 0 0,-3 2 0 16,0 0 0-16,0 3 0 0,0-1 0 0,-3 1 0 15,0 0 0-15,0-1 0 0,1 4 0 0,-1 2 0 16,0-3 0-16,0 3 0 0,0 0 0 0,0 3 0 16,0-1-48-16,0 4-13 0,3-4-3 0,-3 6 0 15,3 0-153-15,3 0-31 0,-2 0-7 0</inkml:trace>
  <inkml:trace contextRef="#ctx0" brushRef="#br0" timeOffset="21361.904">20413 5186 1018 0,'0'0'43'0,"0"0"-35"15,0 0 80-15,-6-2 16 0,0-1 4 0,0 3 0 16,6 0-35-16,-6-3-6 0,0 1-2 0,6 2 0 15,-9 0 1-15,3-3 0 16,6 3 0-16,-6 0 0 0,-3 0-7 0,4 0-2 0,5 0 0 0,-6 3 0 16,-3-3-18-16,3 0-4 0,0 2-1 0,-3-2 0 15,3 3-12-15,-3 0-2 0,3-1-1 0,0 3 0 16,-3-5-5-16,3 6-1 0,-3-4 0 0,3 4 0 16,0 2-2-16,0-3-1 0,0 3 0 0,0 0 0 15,0 0-10-15,1 0 0 0,-1 0 0 0,0 0 0 16,3-1 0-16,0 4 0 0,0 0 0 0,0-6 0 15,0 6 0-15,3-4 0 0,-3 1 0 0,3 0 0 16,3 3 0-16,-3-3 0 0,3 0 0 0,0 2 0 16,3-2-10-16,-3-2 10 0,3 2 0 0,0-1-9 15,-1-1 9-15,4-1-8 0,0-2 8 0,0 2-8 16,3-2 8-16,0-3 0 0,3 2 0 0,0-4 0 16,0-1 0-16,3 0-8 0,-1 1 8 0,1-4 0 15,0 1 0-15,0 0 0 0,3 0 0 0,-3-1 0 16,0-2 0-16,-1 3 11 0,-2-3-11 0,0 0 12 15,0 0 12-15,-6 0 4 0,3 0 0 0,-3 0 0 16,-3 0 10-16,0-2 2 0,0 2 1 0,-3-3 0 16,0 1-2-16,-3-1-1 0,0 1 0 0,0-1 0 15,0 0-12-15,-3 1-2 0,0-3-1 0,-3 5 0 16,3-3-9-16,-3 3-2 0,-3 0 0 0,3 0 0 16,0 0-4-16,-3 3-8 0,3-3 11 0,-3 3-11 0,3 0 0 15,-3 2 0-15,3-2 0 0,-3 2 0 0,1 0 0 0,2 1 0 16,-3 2 0-16,3 0 0 0,-3 0-14 0,3 0-3 15,0 2-1-15,-3 1 0 16,3 2-36-16,0 1-7 0,-3-1-2 0,3 0 0 16,-3 3-174-16,3 0-35 0</inkml:trace>
  <inkml:trace contextRef="#ctx0" brushRef="#br0" timeOffset="22610.584">19642 5689 1314 0,'0'0'37'0,"0"0"8"0,0 0-36 0,0 0-9 0,0 0 0 0,0 0 0 16,0 0 104-16,0 0 20 0,0-5 3 0,0 5 1 15,0-6-52-15,0 6-9 0,0 0-3 0,0 0 0 16,0-5 0-16,0 5 0 0,0 0 0 0,0 0 0 15,-3-5-51-15,3 5-13 0,0 0 0 0,-6-3 0 16,6 3 46-16,-9-3 6 0,3 3 2 0,0-2 0 16,0 2-24-16,-3 0-5 0,3 2-1 0,1-2 0 15,-1 3-8-15,0 0-1 0,0-1-1 0,0 4 0 16,0-1-6-16,0-2-8 0,0 2 11 0,-3 3-11 16,3 0 31-16,0-3-1 0,3 3 0 0,-3 0 0 15,3 3-30-15,0-4 0 0,-3 4 0 0,3 0 0 16,0-3 0-16,0 2 0 0,0 1 0 0,0 2 0 15,3-5 0-15,0 2 0 0,0 1 0 0,0 0 0 16,3-3 0-16,-3 2 0 0,3-2 0 0,-3 0 0 16,3 0 0-16,3-3 0 0,-3 3 0 0,3-2 0 15,0-4-27-15,3 3-11 0,-3-2-2 0,3 0-1 16,3-3 28-16,-3 0 13 0,3-3-12 0,2 0 12 16,-2 1-10-16,3-3 10 0,-3-1 0 0,3-2-9 0,0 3-4 15,0-3-1-15,0 0 0 0,0 0 0 16,-3 0 14-16,-1 0 0 0,1 0 0 0,0-2 0 15,-3 2 0-15,0-5 0 0,-3 2 0 0,0 0 0 0,0 1 0 16,-3-1 0-16,0 1 0 0,0-4 0 16,-3 4 48-16,3-1 13 0,-3 3 3 0,-3-2 0 0,3-1-52 0,-3 1-12 0,0-1 0 15,0 3 0-15,0-3 0 0,-3 4 0 0,0-1 0 16,-3 2 0-16,3-2 0 0,0 6 0 0,-3-6 0 0,0 5 0 16,3-2 0-16,-3 2 0 0,4 1 0 0,-4-4 0 15,3 6 0-15,0-2 0 0,-3-1 0 0,3 3 0 16,0 0 0-16,-3 0 0 0,3 0 0 0,-3 3 0 15,3-1-48 1,0-2-13-16,0 6-3 0,0-4 0 16,-3 4-60-16,6-1-12 0,-3 3-2 0</inkml:trace>
  <inkml:trace contextRef="#ctx0" brushRef="#br0" timeOffset="23429.133">20401 5662 1616 0,'0'0'46'0,"0"0"10"16,0 0-45-16,0 0-11 0,0 0 0 0,0 0 0 0,0 0 73 0,0 0 13 15,0 0 2-15,0 0 1 0,0 0-29 0,0 0-5 0,0 0-2 16,0 0 0-1,0 0-6-15,0 0-2 0,0 0 0 0,0 0 0 0,0 0-6 0,0 0-2 0,0 0 0 16,0 0 0-16,0 0-13 16,0 0-2-16,0 0-1 0,0 0 0 0,0 0-5 0,0 0 0 0,0 0-1 0,0 0 0 15,0 0-1-15,3 8 0 0,-3-2 0 0,0 2 0 16,3 0-14-16,-3-1 11 0,0 1-11 0,0 3 10 16,0 0-10-16,0 2 0 0,0 0 0 15,0 0 0-15,-3 1 0 0,3 1 8 0,0 1-8 0,-3 0 0 16,0-3 0-16,3 3 0 0,-3 0 8 15,0-3-8-15,0 1 0 16,3-1 0-16,-3 0 0 0,0 0 0 0,0-2 0 0,3-1 0 0,-3-2 0 0,0 3 0 16,3-6 0-16,0 3 0 0,-3 0 0 0,3-3 0 15,0 1-40-15,-3-1-1 0,3-5 0 16,0 5 0-16,0-5-19 0,0 6-3 0,0-6-1 16,0 5 0-16,3-2-102 0,-3-3-21 15</inkml:trace>
</inkml:ink>
</file>

<file path=ppt/ink/ink1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2:01:25.160"/>
    </inkml:context>
    <inkml:brush xml:id="br0">
      <inkml:brushProperty name="width" value="0.05292" units="cm"/>
      <inkml:brushProperty name="height" value="0.05292" units="cm"/>
      <inkml:brushProperty name="color" value="#FF0000"/>
    </inkml:brush>
    <inkml:brush xml:id="br1">
      <inkml:brushProperty name="width" value="0.05292" units="cm"/>
      <inkml:brushProperty name="height" value="0.05292" units="cm"/>
      <inkml:brushProperty name="color" value="#00B0F0"/>
    </inkml:brush>
    <inkml:brush xml:id="br2">
      <inkml:brushProperty name="width" value="0.05292" units="cm"/>
      <inkml:brushProperty name="height" value="0.05292" units="cm"/>
      <inkml:brushProperty name="color" value="#7030A0"/>
    </inkml:brush>
    <inkml:brush xml:id="br3">
      <inkml:brushProperty name="width" value="0.05292" units="cm"/>
      <inkml:brushProperty name="height" value="0.05292" units="cm"/>
      <inkml:brushProperty name="color" value="#002060"/>
    </inkml:brush>
  </inkml:definitions>
  <inkml:trace contextRef="#ctx0" brushRef="#br0">10587 10161 1170 0,'0'0'24'0,"0"0"6"0,0 0-30 0,0 0 0 0,0 0 0 0,0 0 0 16,0 0 70-16,0 0 8 0,0 0 2 0,0 0 0 16,0 0-42-16,0 0-8 0,0 5-2 0,0-5 0 15,0 0 29-15,3 5 6 0,-3-5 1 0,3 6 0 16,-3-6-39-16,3 5-7 0,-3-5-2 0,0 5 0 16,0-5 26-16,3 3 5 0,-3-3 1 0,0 0 0 15,0 0-36-15,3 5-12 0,-3-5 9 0,0 0-9 16,3 5 27-16,-3-5 0 0,0 0 0 0,0 6 0 15,0-6 5-15,0 0 0 0,0 0 1 0,0 0 0 16,0 0-33-16,0 0 0 0,0 0 0 0,0 0 0 16,0 0 28-16,0 0-2 0,0 0 0 0,0 0 0 15,0 0 0-15,0 0 0 0,0 0 0 0,0 0 0 16,0 0 5-16,0 0 1 0,0 0 0 0,0 0 0 16,0 0-4-16,0 0-1 0,0 0 0 0,0 0 0 15,0 0-1-15,0 0 0 0,3-3 0 0,-3 3 0 16,3-3-5-16,0-2-1 0,0 0 0 0,-3 5 0 15,0-6-4-15,3 1-2 0,-3 0 0 0,3 2 0 16,-3-2-2-16,0-3 0 0,0 3 0 0,3-3 0 16,-3 2-3-16,0-1-1 0,3-1 0 0,-3 0 0 0,0-3 0 15,3 3-8-15,-3 0 12 0,0-2-4 16,0-1-8-16,3-2 0 0,-3 0-12 0,0-1 12 0,0-2 0 0,3 1 0 16,-3-4 0-16,0 1 0 0,0-1 0 0,3 0 18 0,-3-2-2 15,3 3 0-15,-3-3-16 0,0 5 8 0,0-3-8 0,3 1 0 16,-3-1 8-1,0 3-8-15,3 0 0 0,-3-2 0 0,3-1 0 0,-3 4 0 16,3-7 0-16,-3 4 0 0,3-6 8 16,0 0-8-16,-3 0 0 0,3-2 0 0,0-1 0 15,0 1 0-15,-3 0 0 0,3-1 0 0,0 1 0 16,2 4 0-16,-2-1 0 0,0-1 0 0,0 3 0 0,3-3 0 0,-3-3 0 0,0-2 0 16,0 0 8-16,0 0-8 0,0-3 0 0,0 1 0 15,0-1 0-15,0 0 0 0,0 3 0 0,0 0 0 16,0 2 0-16,-3 1 0 0,3-1 0 0,-3 1 0 15,3 0 0-15,-3-4 0 0,0 1 0 0,3-2 0 16,-3-1 0-16,0 0 0 0,3-2 0 0,-3 2 0 16,0 0 8-16,3 6-8 0,-3-3 0 0,3 2 0 15,-3 1 0-15,0-1 0 0,0-2 0 0,0 0 0 16,0-3 0-16,3-2 0 0,-3-3 0 0,0 2 0 16,3 4 0-16,-3-1 0 0,3 3 0 0,-3 0 0 15,3 2 0-15,0-2 0 0,0 3 0 0,-3-6 0 16,3 3 0-16,0-6 0 0,0 1 0 0,0-3 0 15,0 5 0-15,0 0 0 0,0-2 0 0,0 5 0 16,0 0 0-16,-3 0 0 0,3 0 0 0,0 0 0 16,0-1 0-16,-3-1 0 0,3-1 0 0,0-2 0 15,-3-1 0-15,2 3 0 0,-2-2 0 0,3 0 0 16,-3 5 0-16,3-1 0 0,-3 1 0 0,3 3 0 16,-3-3 0-16,3 2 0 0,0-2 0 0,0-3 0 0,-3 3 0 0,3-2 0 15,0-4 0-15,-3 3 0 0,3 1 0 16,0 4 0-16,0 1 8 0,-3-3-8 15,3 2 0-15,0 1 0 0,0-1 0 0,0-2 0 0,-3 3 0 0,3-3 0 0,0-3 0 16,-3 0 0 0,0 3-24-16,3 0-1 0,-3-3-1 0,3 3 0 0,-3 0 26 0,3 0 0 0,-3 2 0 0,3-2 0 15,-3 3 17-15,0-3 9 0,0 2 2 0,0-2 0 16,0 0-28-16,0-3 0 0,0 0 0 0,0 1 0 16,0 2-17-16,0 0-9 15,0-1-2-15,0 4 0 0,0-1 28 0,0 1 0 0,0 0 0 0,0-4 0 16,0 1 17-16,0 0 9 15,0-3 2-15,3 1 0 0,-3-1-28 0,0 3 0 0,0-3 0 0,0 3 0 16,0 0 0-16,0 2 0 0,3 1 0 0,-3 0 0 16,0-1 0-16,0 1 0 0,0 2 0 0,0-5 0 15,0 2-17 1,0-2-9-16,0 3-2 0,0-3 0 0,0 2 45 0,0 1 9 0,3 2 2 0,-3 0 0 16,0 0-28-16,0 3 0 0,3 0 0 0,-3 2 0 15,0 1 0-15,0-3 0 0,0 2 0 0,-3 1 0 16,3-1 0-16,0 1 0 0,0-1 8 0,0 1-8 15,0-1-21-15,0-2-7 0,0 5 0 0,0-5-1 16,0 5 29-16,0-3 0 0,0 6 0 0,0-8 0 16,0 8 17-16,3-3 10 0,-3 3 1 0,0 2 1 15,3-5-29-15,-3 6 0 0,0 2 0 0,0-3 0 0,0 1 0 0,0 2 0 16,3-3 0-16,-3 0 0 0,0 3 0 0,0 1 8 16,0-4-8-16,-3 3 0 0,3 3 0 0,0-3 0 15,0 2 0-15,0-1 0 0,0 1 0 0,0 1 0 0,0 0 0 0,0 5 0 16,0 0 8-1,-3-6-8-15,3 4 0 0,0 2 0 0,0 0 0 0,-3-6 0 16,3 6 0-16,0 0 0 16,0 0-16-16,0 0-2 0,0 0-1 0,0 0 0 15,0 0-104-15,0 0-21 0,0 0-4 0</inkml:trace>
  <inkml:trace contextRef="#ctx0" brushRef="#br0" timeOffset="1993.136">15409 10256 1314 0,'0'0'37'0,"0"0"8"16,0 0-36-16,0 0-9 0,0 0 0 0,0 0 0 16,0 0 89-16,0 0 16 0,0 0 3 0,0 0 1 15,0 0-28-15,0 0-5 0,0 0-2 0,0 0 0 0,0 0-52 0,0 0-10 0,0 0-3 0,0 0 0 31,0 0 31-31,0 0 5 0,0 0 2 0,0 0 0 0,0 0-24 0,0 0-5 0,0 0-1 16,0 0 0-16,0 0-17 0,0 0 0 0,0 0 0 0,0 0 0 16,0 0 0-16,0 0 0 0,0 0 0 0,0 0 0 15,0 0 44-15,0 0 4 0,0 0 2 0,0 0 0 16,0 0-29-16,0 0-5 0,3-5-2 0,-3-1 0 16,0 1 40-16,0 0 8 0,0-3 2 0,0 2 0 15,0 1-52-15,3 0-12 0,-3 0 0 0,0-3 0 16,0 0 8-16,0 2 0 0,0-1-8 0,0-1 12 15,0-3 4-15,0 3 1 0,0-3 0 0,0 1 0 16,0-1 0-16,0 1 0 0,-3-4 0 0,3 1 0 16,-3-3 5-16,3 1 1 0,0-4 0 0,-3-2 0 15,3 0-23-15,0-1 0 0,0-1 0 0,-3-1 0 16,3 0 0-16,-3 0 0 0,3 0 0 0,0 1-8 16,0-1 8-16,0 0 0 0,0 0 0 0,0-2 0 15,0-1 0-15,0 1 0 0,0-3 0 0,0-3 0 16,0 0 0-16,3-2 0 0,-3-1 0 0,3 1 0 15,-3 0 0-15,0 2 0 0,3 0 0 0,-3-2 0 16,3-1 0-16,0-2 0 0,-3 0 0 0,3-3 0 16,0 1 0-16,0-1 0 0,0 0 0 0,0-2 0 15,0 5 0-15,0 0 0 0,0 0 0 0,0-3 0 16,0 1 0-16,0-4 8 0,0-4-8 0,0 2 0 16,0 2 0-16,0 4 0 0,0-1 0 0,0 0 0 15,-3 3 0-15,3-3 0 0,-3-2 0 0,3 0 0 0,-3-1 0 16,0 4 0-16,0-4 0 0,3 4 0 0,-3-1 0 15,0 6 0-15,0-3 0 0,0 0 0 16,0-3 0-16,0-2 0 0,-3-1 0 0,3-2 0 16,-3 6 0-16,3 2 0 0,-3-1 0 0,0 1 0 0,3 3 0 0,-3 0 0 15,0-3 0-15,0 0 0 0,0-1 0 16,3-1 0-16,-3-4 0 0,0-2 0 0,3 8 0 0,-3 3 0 0,3 2 0 16,0-5 0-16,-3 3 0 0,3-1 8 0,-3-2-8 0,0-2 0 15,3 2 0-15,0 0 0 16,0 0 0-16,0 0 0 0,0 2 0 0,0 3 0 0,0 1 0 0,0-1 0 15,0 0 0-15,0-2 0 0,0-3 0 0,0 0 0 16,0 2 0-16,0-2 0 0,0 3 0 0,0-1 0 16,3 1 0-16,-3 5 0 0,0 0 0 0,3 0 0 15,-3 0 0-15,0-3 0 0,3 0 0 0,-3 0 0 16,0 1 0-16,3-4 0 0,-3 1 0 0,0 2 0 16,3 3 8-16,-3 2-8 0,3 1 8 0,-3 0-8 15,3-1 0-15,-3 3 0 0,0-2 0 0,3-1-8 16,-3-2 8-16,3-3 0 0,-3 1 0 0,3-1 0 15,-3 3 0-15,3 0 0 0,0 0 0 0,-3 0 0 16,3 2 0-16,0 3 0 0,-3-2 0 0,3 2 0 16,-3 3 0-16,0-3 0 0,3 0 0 0,-3-2 0 15,0-1 0-15,0 1 0 0,0-3 0 0,0 0 0 16,0 2 0-16,0 3 0 0,0-2 0 0,3 2 0 16,-3 3 0-16,0 2 0 0,0-2 0 0,0 3 0 15,0-1 0-15,-3 1 0 0,3 2 0 0,0 0 0 16,-3-3 0-16,3 1 8 0,-3 2-8 0,3-5 0 15,0 2 0-15,-3 1 0 0,3-3 0 0,0 2 8 0,0 3-8 0,0-5 0 16,0 5 0-16,0-2 0 0,0 2 0 0,0 0-10 0,0 3 10 16,0 2-13-16,0-5 13 0,0 6 8 0,0-1 0 15,0 0-8-15,0 1 8 0,0 2-8 0,0-5 0 0,0 2 0 16,0 1 0-16,0-1 0 0,0 3 8 0,0 0-8 16,0-3 0-16,-3 4 0 0,3-4 8 0,0 3-8 15,-3 3 0-15,3-8 0 0,0 5 0 0,-3-3 0 16,3 6 8-1,0-6-8-15,-3 1 0 0,3 2 0 0,0 0 0 0,-3 0 0 16,3 0 0-16,0 0 0 0,0 3 0 0,0-1 0 0,0 4 0 0,0-6 0 16,0 8-40-1,0 0-4-15,0 0-2 0</inkml:trace>
  <inkml:trace contextRef="#ctx0" brushRef="#br0" timeOffset="3719.804">20303 10237 1337 0,'0'0'28'0,"0"0"6"16,0 0-34-16,0 0 0 0,0 0 0 0,0 0 0 16,0 0 109-16,0 0 15 0,0 0 4 0,0 0 0 15,0 0-52-15,0 0-9 0,0 0-3 0,0 0 0 0,0 0-29 0,0 0-7 16,0 0 0-16,0 0-1 15,0 0 8-15,0 0 1 0,0-5 1 0,0 5 0 16,3-5-29-16,-3 5-8 0,0-3 0 0,0-2 0 16,0 5 52-16,0-5 10 0,0-1 2 0,0 6 0 15,0-5-52-15,0 5-12 0,0-5 0 0,0-1 0 16,0 1 54-16,0 0 8 0,0 2 2 0,-3-2 0 16,3 0-52-16,0-1-12 0,0 1 0 0,0-3 0 0,0 3 16 0,0-1 0 0,0 1 0 0,0-3 0 15,0 0-2-15,0 3 0 0,-3-3 0 16,3 0 0-16,0-2 16 15,-3 2 3-15,3-3 1 0,0 0 0 0,0 1-34 0,-3-3 0 16,3-3 0-16,0 0 0 0,0-3 0 0,0 1 0 0,0-3 0 16,0-1 0-16,0 1 8 0,0 0-8 0,0 0 0 15,0-3 0-15,0 3 8 0,0 0-8 0,0 0 0 0,0-6 0 16,0 3 8-16,-3-2-8 0,3-1 0 0,0-2 0 16,0-2 8-16,0-4-8 0,0-2 0 15,0 0 0-15,0 3 0 0,0-1 0 0,0 1 0 0,0 0 0 16,0-1 0-1,0-2 0-15,0-3 0 0,3 1 0 0,-3-4 0 0,0 1 0 0,3 0-13 0,0-1 5 16,-3 1 8-16,3 0 14 0,-3 2-3 0,3-5-1 16,-3 0-10-16,3-3 0 0,-3 1 0 0,0-6 0 15,3 8 0-15,-3 0 0 0,0 3 8 0,3-6-8 16,-3 0 0-16,0-2 0 0,3 0 0 0,-3-6 0 16,0 9 0-16,3-1 0 0,-3 6 0 0,0-9 0 15,3 6 0-15,-3-8 0 0,0 1 0 0,0-4 0 16,3 6 0-16,-3 5 0 0,0 0 0 0,3-3 0 15,-3 3 0-15,3-5 0 0,-3-3 0 0,3 0 0 16,-3 5 0-16,3 3 0 0,-3 3 0 0,0-6 0 0,3 3 0 0,-3 0 8 16,0-2-8-16,3-3 0 0,-3 5 0 0,0 2 0 0,3 1 0 0,-3 0 0 15,3-1 0-15,-3 4 0 0,0-4 8 0,2-2-8 16,-2 6 0-16,0-6 0 0,3 2 0 0,-3-2 0 16,3 3 0-16,-3 5 0 0,0 2 0 0,-3-2 0 15,3 0 0-15,0-2 0 0,3-1 0 0,-3 0 0 16,0 1 0-16,0 2 0 0,3 2 0 15,-3-2 0-15,0 3 0 0,0 2 0 0,0 0 0 0,0-2 0 16,0-1 0 0,0-4 0-16,0-1 0 0,0 0 0 0,0 3 0 0,0 3 8 0,0 2-8 0,0 0 0 15,0 1 0-15,0 2 0 0,0-1 8 0,0-1-8 16,0-1 0-16,0-2 0 0,0-1 0 0,0-2 0 16,0 3 0-16,0 2 0 0,3 3 0 0,-3-6 0 15,0 6 0-15,0 0 0 0,3 3 0 0,-3-3 0 16,0 2 0-16,0-2 0 0,0-3 0 0,0 1 0 15,0-1 0-15,3 0 0 0,-3 0 0 0,3 1 0 16,0 4 0-16,-3-2 0 0,3 5 0 0,0 0 0 16,-3 3 0-16,3 0 0 0,0 0 9 0,-3 0-9 15,3 0 0-15,0-1 8 0,0-1-8 0,0 1 0 16,-3-1 0-16,3 1 0 0,-3 1 0 0,3 3 0 16,-3-1 0-16,3 1 0 0,0 4 0 0,-3-1 8 15,3 4-8-15,-3 0 0 0,0 1 0 0,3 2 0 16,-3 0 0-16,3 0-8 0,-3 5 8 0,3-2-12 15,-3 5-28-15,0 0-7 0,3-3-1 0</inkml:trace>
  <inkml:trace contextRef="#ctx0" brushRef="#br0" timeOffset="5928.318">25128 10221 836 0,'0'0'24'0,"0"0"4"0,0 0-28 0,0 0 0 0,0 0 0 0,0 0 0 15,0 0 57-15,0 0 6 0,0 0 1 0,0 0 0 16,0 0 0-16,-6-2 0 15,6 2 0-15,0 0 0 0,0 0 0 0,0 0 0 0,0 0 0 0,0 0 0 16,0 0 0-16,0 0 0 0,0 0 0 0,0 0 0 16,-3-3 0-16,3 3 0 0,0 0 0 0,0 0 0 15,0 0-16-15,0 0-2 0,-3-5-1 0,3 5 0 16,0 0-21-16,0 0-4 0,0-5 0 0,0 5-1 16,0 0 22-16,0-6 5 0,0 1 1 0,0 5 0 15,0-5-24-15,0 5-5 0,3-6-1 0,-3 6 0 16,0-5-17-16,0 0 0 0,3 2 0 0,-3 3 0 15,0-5 0-15,0 0 0 0,3-1 0 0,-3 1 0 16,0 0 55-16,0 2 7 0,3-5 2 0,-3 3 0 16,0 0-52-16,3-1-12 0,-3 1 0 0,0-3 0 15,3 3 0-15,-3-1 0 0,0 1 0 0,0-3 0 16,3 0 0-16,-3 3 0 0,0-3 0 0,0-2 0 16,0 2 0-16,0-3 0 0,0 0 0 0,0 1 0 15,0-3 54-15,0 2 8 0,0-2 2 0,0-3 0 0,0 3-52 16,0-3-12-16,0 0 0 0,0 0 0 15,0 0 0-15,0 0 0 0,0 0 0 0,0 1 0 16,0 1 0-16,0-2 0 0,0 1 0 0,0-1 0 16,0 0 0-16,3 0 0 0,-3 0 0 0,0 0 0 0,3-5 0 15,-3 2 0-15,0-2 0 0,0 0 0 0,0-3 0 0,0-2 0 0,3-3 0 16,-3 0 0-16,0 5 0 0,3-3 0 0,-3 4 0 16,0-4 0-16,3 3 0 0,-3 0-18 0,0 1 4 0,3-1 1 15,-3-3 13-15,0-2 0 0,0 0 0 0,0-3 10 16,0 1-10-1,3-1 0-15,-3 0 0 0,0-2 0 0,3 5 0 16,-3 0 0-16,0 2 0 0,0-2 0 0,3 3 0 0,-3-1 12 0,0 1 0 16,3-6 0-16,-3 3-12 0,3-6-14 0,-3 1 3 15,3-3 1-15,-3 5 10 0,0 0 0 0,3 3 0 16,-3 0 0-16,0 0 0 0,0 3 0 0,0-1 8 0,0-2-8 16,0 0 8-16,0-3-8 0,0-2 8 0,0-1-8 15,0 1 0-15,0 2 8 0,0 1-8 0,0-1 0 16,0 0 10-16,-3 6-2 0,3-4-8 0,-3 1 12 15,0 0-12-15,3 0 0 0,-3-3 0 0,0-2-10 16,0 2 10-16,3-2 0 0,-3-1 0 0,0 1 0 16,0 5 0-16,0 0 0 0,0 2 0 0,0-2 0 15,0 3 0-15,0-1 0 0,0 1 0 0,0-1 0 16,3-2 0-16,-3-2 0 0,0-1 0 0,3-3 0 16,0 6 0-16,-3 0 0 0,3 3 0 0,0-3 0 15,0 2 0-15,-3 1 0 0,3 2 0 0,-3 0 0 0,3-2 0 16,0-1 0-16,0 1 0 0,-3-1 0 15,3-2 0-15,-3 0 0 0,3 0 0 0,-3 0 0 16,3 0 0-16,0 5 0 0,0 0 0 0,-3-2 0 0,3 4 0 0,0-1 0 0,0 1 0 16,-3-1 0-16,3-1 0 0,0 0 0 0,0 0 0 15,-3-2 0-15,3-1 0 0,0-2 0 16,0 3 0-16,-3-3 0 0,3 2 0 0,0 3 0 16,0 1 0-16,0-1 0 0,-3 0 0 0,3 3 0 0,0-3 0 15,0 3 8-15,-3-3-8 0,3 3 0 16,0-3 0-16,-3 0 0 0,3 0 0 15,0-2 0-15,0-1 0 0,0 1 0 0,0-1 0 0,0 4 0 0,3-1 0 0,-3 0 0 16,0 3 0-16,3 0 0 0,-3 0 0 0,0-1 0 16,3 4 0-16,-3-3 0 0,0 0 0 0,3-1 0 15,-3-1 0-15,0-1 0 0,3-3 0 0,-3 1 0 16,3 2 0-16,-3 0 0 0,0-2 0 0,3-1 0 16,-3 6 0-16,0 0 0 0,3 0 0 0,-3 0 0 15,0 2 0-15,0 1 0 0,0 2 0 0,0-3 0 16,0 1 0-16,0-1 0 0,0 1 0 0,0-1 0 15,3-2 0-15,-3 0 0 0,0 0 0 0,3-3 0 16,-3 3 0-16,3-1 0 0,0-1 0 0,0 1 0 16,0 1 0-16,0 3 0 0,0-1 0 0,0 1 0 15,0 2 0-15,0 0 0 0,0 0 0 0,0 0 0 16,-3 0 0-16,3 0 0 0,0 1 0 0,-3-1 0 16,3-3 0-16,0 3 0 0,-3 0 0 0,3-5 0 15,0 5 0-15,-3-7 0 0,3 1 0 0,0 4 0 16,-3-3 0-16,3 2 0 0,0 1 0 0,-3-1 0 15,3 1 0-15,0 2 0 0,0 0 0 0,-3 0 0 16,3 3 0-16,-3 0 0 0,0-3 0 0,2 2 8 0,-2 1-8 16,3 0 0-16,-3 0 0 0,3-1 8 0,-3 1-8 0,0 0 0 15,3 0 0-15,-3-3 0 0,0 3 0 0,3-3 0 16,-3 0 0-16,0 0 0 0,3 3 0 0,-3 0 0 0,0-6 0 16,0 8 0-16,3-7 0 0,-3 5 0 0,0 2 0 0,0-2 0 15,0 0 0-15,0 2 0 0,0 1 0 0,0-1 8 16,0 3-8-16,0 0 0 0,0 0 0 0,0 0 0 15,0 3 0 1,0-3 0-16,0 5 0 0,0-7 0 0,0 4 0 0,0 4 0 0,0-3 0 16,0 5 0-16,0-6 0 0,0 1 0 0,0 2 0 0,0 3 0 15,0-5 0-15,0 5 0 0,0-3 0 0,0 3 0 16,0 0 0-16,0 0 0 0,0 0 0 0,0 0 0 16,0 0-32-16,0 0-2 0,0 0 0 0,0 0 0 15,0 0-164-15,0 0-33 0</inkml:trace>
  <inkml:trace contextRef="#ctx0" brushRef="#br0" timeOffset="7255.814">24402 4247 1968 0,'-6'0'41'0,"6"0"9"0,-6-5-40 0,6 5-10 0,0 0 0 0,-9 0 0 15,3 5 72-15,0-5 12 0,0 2 2 0,0 6 1 0,0 0-52 16,0 3-11-16,3 0-1 0,-3-1-1 0,0 6-12 0,0-3-2 0,3 3-8 16,0-3 12-16,-3 1-12 0,3 4 0 15,3-5 0-15,-3 3 0 16,3 0 0-16,-3-3 0 0,3 1 0 0,3-1 0 15,-3 0 0-15,3-2 0 0,-3 2 0 0,3-3 0 16,3 1-11-16,-3-3 2 0,3 0 0 0,0-3 0 0,0 0 9 16,3 1-12-16,-3-4 12 0,3-2-12 0,0-2 12 0,0-1 8 0,0 0-8 15,3-2 11-15,0-5 31 16,-1 2 6-16,1-3 2 0,3 0 0 0,-3-2 21 0,0 0 4 0,3-3 1 16,-3 0 0-16,0-2-28 0,0-1-4 0,0-7-2 15,0 2 0-15,-4 0-18 0,1-2-3 0,0-3-1 0,-3-1 0 16,0 4-8-16,-3-1-1 0,3 1-1 15,-6 2 0-15,3 6-2 0,-6-3-8 16,3 5 12-16,-6-3-4 0,3 3-8 0,-3 3 12 0,-3 0-12 0,3 2 12 16,-3 1-12-16,-2 2 8 0,2 0-8 0,-3 2 8 15,0-1-8-15,0 7 0 0,-3-8 0 16,0 8 0-16,3 0 0 0,0 2 0 0,0 4 0 0,0-4 0 16,4 3-13-16,-1-2 5 0,0 5 8 0,3 0-13 15,0 3 0-15,0-1 0 0,0-2 0 0,3 5 0 16,0 1-3-16,0-7-1 0,3 7 0 0,0 2 0 15,0-3-1-15,6 13 0 0,0 1 0 0,-3-22 0 16,0 6 3-16,3 2 1 0,0 0 0 0,0 0 0 16,3 1 14-16,-3-4-9 0,2 3 9 0,1 1-8 15,0-4 8-15,0 1 0 0,0 2 0 0,0-8-8 16,-3 3 8-16,3 0 0 0,0 0 0 0,-3 0 0 16,3 0 0-16,-3-3 0 0,-3 1 0 0,3 4 0 15,-3-7 0-15,3 2 0 0,-3 0 0 0,-3 3 8 16,3-2-8-16,-3-6 8 0,0 5-8 0,0 0 8 15,0 0-8-15,0-5 0 0,-3 8-8 0,0-2 8 16,-3-4-16-16,3 6 3 0,-3-5 0 0,0 2 0 16,0-5-30-16,0 3-5 0,0 0-2 0,6-3 0 15,-6 0-122-15,6 0-24 0,-6 2-4 0</inkml:trace>
  <inkml:trace contextRef="#ctx0" brushRef="#br0" timeOffset="7646.038">24732 4331 1925 0,'0'0'40'0,"0"0"10"0,0 0-40 0,0 0-10 0,0 0 0 0,0 0 0 16,0 0 95-16,0 0 17 0,0 0 3 0,0 0 1 16,0 11-48-16,0-8-10 0,0 2-2 0,0 3 0 15,0-3-29-15,-3 3-7 0,3 0 0 0,-3 0-1 16,3-3-19-16,-3 3 8 0,3 0-8 0,0 0 0 15,0 0 0-15,0-3 0 0,0 3 0 0,0 0 0 16,3 0 0-16,0-2 0 0,0-1 0 0,3 0 0 16,-3-2 0-16,3 2 0 0,0 0 0 0,0-5 0 15,0 3 0-15,3-3 8 0,-3 0-8 0,3 0 0 16,0 0 21-16,-3-3-2 0,2 3-1 0,-2 0 0 16,3-5 15-16,-3 2 3 0,0 1 1 0,0-4 0 15,0 4-3-15,-3-3-1 0,3 2 0 0,-3 0 0 16,-3-5-6-16,3 0-2 0,-3 0 0 0,-3 0 0 15,3 3-13-15,-3-8-2 0,0 5-1 0,0 0 0 16,-3 0-9-16,3-5 0 0,-3 2 0 0,0 6 0 16,0-8 0-16,-3 5-17 0,0-3 2 0,4 6 1 15,-4-3-34-15,0 0-8 0,-3 0 0 0,3 6-1 16,-3-1-145-16,0 0-29 0,0 1-5 0</inkml:trace>
  <inkml:trace contextRef="#ctx0" brushRef="#br0" timeOffset="8709.487">20848 4702 1838 0,'-3'-13'38'0,"3"7"10"0,-3 1-39 0,3 0-9 0,-3-3 0 0,3 5 0 15,-3 1 103-15,0-6 18 0,0 2 4 0,3 6 1 16,-3-2-44-16,3 2-9 0,-6-3-1 0,6 3-1 15,-6 0-13-15,3 0-2 0,-3 3-1 0,0 2 0 16,0 6-55-16,0-9 0 0,0 6 0 0,0 3 0 16,0-1 0-16,0-2 0 0,3 3 0 0,-3 2 0 15,3-2 0-15,0-1 0 0,0 1 0 0,0-1 0 16,0 1 0-16,3 0 0 0,0-3 0 0,0 2 0 16,0-2 0-16,3 0 0 0,0-3 0 0,0 6 11 15,0-8-60-15,3-1-12 0,0 3-3 0,-3-5 0 16,3 0 52-16,0 0 12 0,3 0 0 0,-3-2 0 15,3-1 0-15,-3-2 12 0,3-3-3 0,0 3 0 16,0-1 11-16,0-2 3 0,0 0 0 0,-1-2 0 16,-2-1 12-16,0 1 2 0,3-6 1 0,-3 3 0 0,-3-3 1 15,3-3 0-15,-3 1 0 0,0-1 0 0,0-2-8 16,0 2-2-16,-3-2 0 0,0 5 0 0,-3-5-14 16,0 5-3-16,0-2-1 0,-3 7 0 0,3-5-11 0,-3 6 10 15,-3-1-10-15,3 3 10 0,-3-2-10 0,4 2 8 0,-4 3-8 0,0 2 8 16,3 0-8-16,-3 3 0 0,0-5 0 0,-3 5 0 15,3 0 0-15,0 5 0 0,0-5 0 16,0 3-11-16,3 0 11 0,0 2-12 0,0 3 12 16,0-3-12-16,3 3-6 0,0 3-2 15,0-4 0-15,1 4 0 0,-1 2 20 0,3-2 0 0,3 2 11 0,-3 3-11 16,2 0 0-16,4 0-16 0,0 0 2 0,0-1 0 16,3-1 2-16,0 2 1 0,3-3 0 0,0 3 0 15,3-6 11-15,-3 1-8 0,3-1 8 0,0 4-8 16,-1-9 8-16,1 3 0 0,0-3 0 0,0 6 0 15,0-9 0-15,-3 4 0 0,3-1 0 0,-3 0 0 16,0-2 0-16,0 2 0 0,-4-2 0 0,1 0 0 16,0 2 0-16,-3-3 0 0,3 1 0 0,-6 0 0 15,3 2 0-15,-3-2 0 0,-3-3 0 0,3 5 8 16,-3-5-8-16,0 0 0 0,0 5 8 0,-3 1-8 0,3-6 0 16,-3 5 8-16,-3 0-8 0,3 0 0 15,-3 1 0-15,0-4 8 0,3 4-8 0,-6-4 0 16,6 4-9-16,-3-6-7 0,6 0 0 0,-8 5-1 15,2-5-40-15,6 0-8 0,-6 0-2 0</inkml:trace>
  <inkml:trace contextRef="#ctx0" brushRef="#br0" timeOffset="8981.435">21175 4678 2024 0,'6'-16'42'0,"-6"14"10"0,0-6-41 16,3 2-11-16,-3 1 0 0,0 0 0 0,0 5 132 0,3-6 24 0,-3 6 4 0,0 0 2 15,0 0-46-15,0 0-8 0,0 0-3 0,0 0 0 16,0 0-61-16,0 0-13 0,0 0-3 0,0 0 0 16,0 0-10-16,0 0-2 0,3 8-1 0,-3 0 0 15,3 0-2-15,0 3 0 0,-3 2 0 0,3-2 0 16,-3 2-4-16,0 0-1 0,0 0 0 0,0 1 0 16,0-1-8-16,-3 3 0 0,3-3 9 0,0 3-9 15,-3-6 0-15,3 4 0 0,0-1 0 0,-3-3 8 16,3 4-8-16,-3-1 0 0,3-5 0 0,-3 5 0 15,3-2-17-15,-3-3-2 0,3 2 0 0,0 1 0 16,0-3-96-16,0 2-19 16,0-2-4-16</inkml:trace>
  <inkml:trace contextRef="#ctx0" brushRef="#br0" timeOffset="10144.381">15936 4630 2030 0,'-9'0'57'0,"0"0"14"0,3-5-57 0,0 5-14 0,0-2 0 0,-2 2 0 16,2 0 54-16,6 0 8 0,-6 2 2 0,0 3 0 15,0-2-8-15,0 5 0 0,3-3-1 0,-3 9 0 16,3-9-32-16,-3 8-7 0,3 0 0 0,0 1-1 15,0 1-15-15,0 1 9 16,0 0-9-16,3 3 8 0,-3-6-8 0,3 5-14 0,0-2 3 0,0 3 1 16,3-6 10-16,-3 3 0 0,3 0 0 0,-3-3 0 15,3 3 0-15,3-3 0 0,-3 3 0 16,3-5 0-16,-3-1 0 0,3 6 0 16,0-11 0-16,0 6 0 0,3-6 0 0,-3 1 0 0,3-1 0 15,-1 0 0-15,-2-5 0 0,6 0 0 0,-3-5 0 0,3 0 0 16,0-3 0-16,-3 0 0 0,3-3 0 0,0 1 0 15,3-4 49-15,-3 4 12 0,-1-6 3 0,4 0 0 16,-3 0 0-16,0-2 0 0,-3-4 0 0,0 4 0 16,0-9-52-16,-3 4-12 0,0-1 0 0,-3-3 0 15,0 1 54-15,-3-3 8 0,0 2 2 0,0 3 0 16,-3-2-52-16,-3 2-12 0,0 3 0 0,0 0 0 16,-3 5 24-16,0 0 3 0,-3 3 0 0,0 2 0 15,0-2-27-15,-2 5 8 0,-1 3-8 0,0 2 0 16,-3-5-9-16,3 8-7 0,-3 0-2 0,0 0 0 15,3 3-46-15,1 2-8 0,-1-2-3 0,3 5 0 16,0 0 9-16,0 2 2 0,3-2 0 16,0 3 0-16,3-1-161 0,3 6-32 0,-3-2-7 0,3 1 0 15,3-1 13-15,-3-1 3 0,3 3 1 0,0-3 0 16,0 0 147-16,0 0 28 0,0-2 7 0,0 2 1 0,3-5 102 16,-3 3 21-16,0-3 4 0,0 0 1 0,3-3 51 0,-3 3 10 15,3-3 3-15,0-2 0 0,0 2 0 0,3 0 0 0,0 1 0 16,3-6 0-1,0 2 0-15,0 1 0 0,0-3 0 0,3 3 0 16,0-1-52-16,2-2-9 0,1 0-3 0,0 3 0 0,0-3 8 0,0 0 0 0,0 0 1 16,0 3 0-16,0-3-35 0,0 2-7 0,-4-2-2 15,4 3 0-15,0 0-10 0,-3 2-3 0,0-5 0 0,0 2 0 16,0 4-8-16,-3-4-8 0,0 1 12 0,3 5-12 16,-3-3 8-16,-1 1-8 0,1 1 0 0,-3 1 0 15,3-2 8-15,-3 2-8 0,0 0 0 0,0 0 0 16,-3-1 0-16,0 1 0 0,0 0 0 0,0 3 0 15,-3-6 0-15,0 3 0 0,0 0 0 0,0 0 0 16,-3 0 0-16,3-3 0 0,-3 3 0 0,0 0 0 16,0 0 0-16,3-8 0 0,-3 3 0 0,3-3 0 15,-6 5-44-15,6-5-16 0,0 0-4 0,0 0 0 16,0 0-153-16,0 0-31 0,0 0-7 0</inkml:trace>
  <inkml:trace contextRef="#ctx0" brushRef="#br0" timeOffset="10571.433">16353 4821 2206 0,'0'0'63'0,"3"-3"13"15,0-2-61-15,-3 0-15 0,3-1 0 0,0 4 0 0,3-6 95 16,-3 5 16-16,3-2 3 0,-3 0 1 16,3-1-32-16,0 4-7 0,0-4 0 0,0 4-1 0,-1-6-24 0,1 5-5 0,0-2-1 0,0 2 0 15,0 1-17-15,-3-1-4 0,3 0-1 0,0 1 0 16,0 2-12-16,0 0-3 0,0 0 0 0,-3 0 0 15,3 0 0-15,-3 0-8 0,-3 0 12 16,3 5-4-16,0 0-8 0,0 3 0 0,-3 3 0 0,0-3 0 16,0 0 0-16,0 5 0 0,-3 0 0 0,-3 0 0 15,0-2-15-15,0 2-5 0,0 0 0 0,-3 1-1 16,3-1-18 0,0 0-3-16,-3 3-1 0,3-5 0 0,0-1 35 0,0 3 8 15,0 1 0-15,4-1 0 0,-1-3 0 0,0 1 0 0,3-3 0 0,0 0 0 16,3 0 0-16,0-3 0 0,2 0 0 0,1 1 0 15,0-4 0-15,3-2 0 0,0 3 0 0,3 0 0 16,0-3 19-16,0 0 5 0,0 0 2 0,0-3 0 16,0 0-11-16,0 1-3 0,-1-1 0 0,1-2 0 15,3 2-12-15,-3-2 8 0,3 2-8 0,-3-2 0 16,3 0 24-16,-3-1 0 0,3 1-1 0,0 0 0 16,-1-1-23-16,1 1 0 0,-3 5 0 0,0-8 0 15,0 6-98-15,0-4-24 0,0 4-5 0,0-4-1 16,-3 4-104-16,0-1-22 0</inkml:trace>
  <inkml:trace contextRef="#ctx0" brushRef="#br0" timeOffset="11542.491">11284 4752 2310 0,'-6'-5'48'0,"0"2"11"0,3-2-47 0,-3 0-12 0,3-1 0 0,0 1 0 16,3 5 104-16,-6-3 20 0,0 1 3 0,6 2 1 15,-6 0-103-15,0 0-25 0,0 2 0 0,0 4 0 16,3 2 56-16,-3-3 7 15,3 3 1-15,-3 8 0 0,3-6-52 16,0 4-12-16,0 1 0 0,0 1 0 0,1 3 0 0,2-3 0 0,0 0 0 0,0 2 0 16,2-2 0-16,-2 3 0 0,3-1 0 15,0 1 0-15,0-1 0 0,0 1 0 16,0-1 0-16,3-5 0 16,-3 1-30-16,3-1-9 0,0-3-1 0,0-2-1 0,0 0 22 0,0-2 5 0,0-4 1 0,0 1 0 15,0-3 2-15,0-3 1 0,0-2 0 0,0 2 0 16,0-7 10-16,0-1 14 0,3-2-3 0,-3 0-1 15,0-3 8-15,2 0 2 0,-2-3 0 0,3 1 0 16,-3-1 10-16,0-2 2 0,0 3 1 16,0-3 0-16,-3-3-6 0,0 3-2 0,0-6 0 0,-3 3 0 15,0-2-3-15,0-3-1 0,-3 0 0 0,0 2 0 16,0 1-1-16,-3 4-1 0,0-4 0 0,0 5 0 16,0 5-19-16,-3 0 0 0,0 3 0 0,1 2 0 15,-4 3 9-15,3 0-9 0,-3 3 0 0,0 0 9 16,0 5-9-16,0 0 0 0,0 0 0 0,0 2-11 15,3 4 11-15,0-1 0 0,0 3 0 0,4 3 0 16,2-1-53-16,0 6-9 0,3 0-2 0,0 2 0 16,6 1 64-16,-1 2 21 0,1-2 0 0,6 2 0 15,0 3-21-15,0-6-16 0,3 1 2 0,0-1 1 16,3 1 13-16,-3-6-11 0,0 3 11 0,2 0-10 16,-2-3 10-16,3-2 0 0,-3-1-9 0,3 3 9 0,-3-2 0 15,0-3 0-15,-3 2 0 0,-1 1 0 16,1 0 0-16,-3-3 0 0,0 2 0 0,-3 1 0 15,0-1 0-15,0 4 0 0,0-4 0 0,-3 1 0 16,-3-1 0-16,3 1 0 0,-3-1 0 0,-3 4 0 0,0-4 0 0,0 1 0 0,0-3 0 16,-3 2 0-16,0 1 0 0,3-3 0 0,-3 0 0 0,0 0 0 15,0 2 8-15,0-7 5 0,0 5 2 0,0-5 0 16,1 2-24-16,-1-2-5 0,0 2-1 0,6-5 0 16,0 0-141-16,0 0-28 15,0 0-5-15</inkml:trace>
  <inkml:trace contextRef="#ctx0" brushRef="#br0" timeOffset="12023.44">11629 4916 1782 0,'0'0'37'0,"-3"-2"8"0,3-1-36 0,-3-5-9 0,3 8 0 0,0-5 0 16,3-1 113-16,-3 1 21 0,3 0 4 0,0 0 1 15,0 2-23-15,3-5-4 0,3 0 0 0,-3 3-1 16,0-1-39-16,3 1-8 0,0 0-2 0,-3-3 0 15,3 3-34-15,2-1-8 0,-2 1 0 0,-3 0-1 16,3 2 36-16,0-2 7 0,3 5 2 0,-6-5 0 16,3 2-52-16,0 3-12 0,-3 0 0 0,3 0 0 15,-3 3 0-15,3-3-13 0,-3 5 2 0,0-5 1 0,0 2 10 16,-3 1 14-16,-1 2-3 0,-2-5-1 0,0 6-10 16,0 2 0-16,0-3 0 0,0 3 0 15,-2 0-49-15,-4-3-12 0,3 3-3 0,0 0 0 0,-3 0 52 0,-3 0 12 16,3-3 0-16,0 3 0 0,0 0 0 15,-3 0 0-15,3-3 0 0,0 3 0 0,3-3 0 16,0-2 0-16,3-3 0 0,0 0 10 0,0 0-10 0,0 0 0 16,0 0 0-16,3 8-11 0,3-8 11 0,0 0 0 0,3 0 0 15,0 0 0-15,0-5 0 0,3 2 0 0,-3 0 0 16,2 3 0-16,1-2 0 0,-3 2 0 0,0-3 0 16,3 3 0-16,-3 3 0 0,0-3 0 0,3 2 0 0,-3 1 0 15,0 0 0-15,0 2 0 0,-3-2 0 0,3 2 0 16,-3 0 49-16,-3 1 12 0,-1 2 3 0,1 2 0 15,-3-5-52-15,0 3-12 0,3 3 0 0,-6 2 0 16,-2-5 0-16,-1 5 0 0,0-2 0 0,-3 2 0 16,-3 0 0-16,0 1 0 0,-3 1 0 0,3 1 0 15,-3-5 0-15,0 2 0 0,0 0 0 0,1 1 0 16,-1-4 0-16,0 3 0 0,3 1 0 0</inkml:trace>
  <inkml:trace contextRef="#ctx0" brushRef="#br0" timeOffset="38184.619">6932 9393 923 0,'0'0'39'0,"0"0"-31"32,0 0 80-32,-6 0 17 0,6 0 3 0,-6 3 1 0,0-3-45 15,3 0-8-15,3 0-3 0,-9 3 0 0,3-3-7 16,3 0-2-16,3 0 0 0,-9 2 0 16,3-2-10-16,3 0-2 0,3 0-1 0,-9 0 0 0,4 3 26 15,-1-3 6-15,0 0 1 0,0 0 0 16,0 3-52-16,-3-3-12 0,3 0 0 0,0 0 0 15,6 0 54-15,-6 2 8 0,6-2 2 0,-6 3 0 0,6-3-52 16,0 0-12-16,-3 0 0 0,3 0 0 0,0 0 0 0,0 0 0 16,0 0 0-16,0 0 0 0,0 0 0 0,0 0 0 0,0 0 0 0,0 0 0 15,0 0 0-15,0 0 0 0,0 0 0 0,0 0 0 16,0 0 8-16,0 0 0 0,0 0-8 0,0 0 12 16,0 0-12-16,0 0 0 0,0 0 0 0,0 0 0 15,0 0 0-15,0 0 0 0,0 0 0 0,0 0 0 16,0 0 0-16,0 0-8 0,0 0 8 0,0 0-13 15,0 0 13-15,0 0 0 0,0 0 0 0,0 0 0 16,0 0 0-16,0 0 0 0,0 0 0 0,0 0 0 16,0 0 0-16,0 0 0 0,0 0 0 0,0 0 0 15,0 0 0-15,0 0 0 0,0 0 0 0,0 0 0 16,0 0 0-16,0 0 0 0,0-5 0 0,0-1 0 16,0 4 48-16,0-4 13 0,0 1 3 0,0 0 0 15,0-1-52-15,0 1-12 0,0 0 0 0,0-3 0 16,0 3 54-16,-3-3 8 0,3-3 2 0,0 0 0 15,-3 1-46-15,3-3-9 0,-3-1-1 0,0-1-8 16,3-1 32-16,-3-3-1 0,3 3 0 0,-3-5 0 16,3 3-4-16,-3-6-1 0,3 0 0 0,-3 0 0 15,3 0-26-15,-3 3 0 0,3-3 0 0,-3 3 0 16,3 3 0-16,0-1 0 0,-3 3 0 0,3-2 0 0,-3 2 0 16,3 0 0-16,-3 0 0 0,0-2 0 0,3-1 0 0,-3 1 0 0,0-1 0 0,0-2 0 15,0-3 29-15,3 3 1 0,-3-6 0 0,3 4 0 16,-3 1-21-1,3 1-9-15,0 3 8 0,-3-3-8 0,3 5 0 0,0-3 8 16,0 6-8-16,-2-3 0 0,2 3 8 16,0 0-8-16,-3-1 8 0,3-1-8 0,0 1 8 0,-3-2-8 0,3 3 8 15,0-3-8-15,0-2 0 0,0-1 0 16,0 1 8-16,0-1-8 0,0-2 0 0,0 0 0 0,0 0 0 0,0 0 0 16,0-1 0-16,3 4 0 0,-3-1 0 0,3 1 0 15,-3 2 0-15,2 3 0 0,1-3 0 0,-3 3 0 16,3-1 0-16,-3 4 0 0,0-3 0 0,3-1 0 15,-3 4 0-15,0-3 0 0,3 2 0 0,-3-2 0 16,0 2 0-16,0-2 0 0,0 0 0 0,0-1 0 16,0 1 0-16,0 0 8 0,0 0-8 0,0 0 0 15,-3-3 0-15,3 2 0 0,0-1 8 0,-3 1-8 16,3 1 0-16,0 0 0 0,0 2 0 0,0 1 0 16,0-1 0-16,0 3 0 0,0 0 0 0,0 0 0 15,0 0 0-15,0 0 0 0,0 0 0 0,0 3 0 16,0 0 0-16,3 2 0 0,-3-2 0 0,0 5 0 15,0-5 0-15,0 5 0 0,3-3 0 0,-3 3 0 16,0 0 0-16,0-3 0 0,0 3 0 0,3-5 0 16,-3 5 0-16,0 0 0 0,3 0 0 0,-3 0 0 15,6-3 0-15,-6 3 0 0,3 0 0 0,-3 0 0 0,6 0 0 16,0 0 0-16,0 0 0 0,-3-2 0 0,3 2 0 16,0 0 0-16,0 0 0 0,0 2 0 0,3-2 0 15,-3 3 0-15,3-3 0 0,-3 0 0 0,0 3-8 0,3-3 8 16,-3 2 0-16,-1-2 0 0,4 0 0 0,-3 0 0 0,3 0 0 0,0 0 0 15,3 0 0-15,0 0 0 0,0 0 0 0,3 0 0 16,0 3 0-16,0-3 0 0,2 0 0 0,1 0 0 16,0 3-8-16,3-3 8 0,0 0 0 0,3 2 0 15,-6-2 0-15,2 3 0 0,4 0 0 0,-6-1 0 16,3-2 0-16,-3 0 0 0,0 3-9 0,-4-3 9 16,4 0 0-16,0-3 0 0,0 3 0 0,3 0 0 15,-3-2 0-15,6-1 0 0,-4 3 0 0,4-3 0 16,3 3 0-16,-3 0 0 0,6 0 0 0,-4 0 0 15,-2 0 0 1,0 3 0-16,3-3 0 0,-3 0 0 0,-1-3 0 0,-2 3 0 0,3-2 0 0,0-1 0 16,0 0 0-16,2 1 0 0,4-1 0 0,0 0 0 15,0 3 0-15,0-2 0 0,2 2 0 0,-2 0 0 16,-3 0 0-16,-3 0 0 0,2 0 0 0,-2 0 0 16,0 0 0-16,-3-3 0 0,3 0 0 0,0 1 0 15,-1 2 0-15,1-3-8 0,3 3 8 0,0 0 0 16,0 0 0-16,-1 0 0 0,1 0 0 0,0 0 0 15,-3 3 0-15,-3-3 0 0,-1 0 0 0,1 2 0 16,-3-2 0-16,0 0 0 0,0 0 0 0,0 0 0 16,-3-2 0-16,2 2 0 0,1 0 0 0,0-3 0 0,3 3 0 0,-3 0 0 15,3 0 0-15,-1 0 0 0,-2 3 0 0,3-3 0 0,-3 0 0 0,3 2 0 16,-3 1 0-16,0-3 0 0,-1 3 0 0,1-1 0 16,-3 1 0-16,3-3 0 0,-3 3 0 0,0-3 0 15,0 2 0-15,-3-2 0 0,2 0 0 0,1 0 0 16,0 0 0-16,3 0 0 0,-3-2 0 0,3 2 0 15,0 0 0-15,3 0 0 0,-4 0 0 16,4 2 0-16,-3-2 0 0,3 0 0 0,0 3 0 0,-3-3 0 16,-1 0 0-16,1 3 0 0,0-1 0 0,0-2 0 15,-3 3 0-15,0-3 0 0,0 0 0 0,0 3 0 16,-1-3 0-16,1 0 0 0,-3 0 0 0,3 0 0 16,0 0 0-16,0 0 0 0,3 0 0 0,-3 0 0 15,3 0 0-15,-1 0 0 0,4 0 0 0,-3 0 0 16,3 2 0-16,-3-2 0 0,3 3 0 0,-4-3 0 15,1 3 0-15,0-1 0 0,0-2 0 0,0 3 0 16,-3-3 0-16,0 2 0 0,0-2 0 0,-1 0 0 16,-2 0 0-16,3 0 0 0,0 0 0 0,0-2 0 15,0 2 0-15,0 0 0 0,0-3 0 0,3 3 0 16,-1 0 0-16,1 0 0 0,0 0 0 0,0 0 0 16,0 0 0-16,0 0 0 0,2 0 0 0,-2 3 0 15,0-3 0-15,-3 0 0 0,3 2 0 0,-3 1 0 16,3 0 0-16,-6-1 0 0,2-2 0 0,1 3 0 15,-3-3 0-15,0 0 0 0,0 0 0 0,0 0 0 16,0 0 0-16,3 0 0 0,-3 0 0 0,3 0 0 16,-1 0 0-16,1 0 0 0,0 0 0 0,0 3 0 15,3-3 0-15,-3 2 0 0,3-2 0 0,0 0 0 0,-4 0 0 16,4 3 0-16,0-3 0 0,0 3 0 16,-3-1 0-16,0 1 0 0,-3-3 0 0,3 3 0 0,-4-1 0 0,1 1 0 15,0-3 0-15,0 3 0 16,0-3 0-16,-3 2 0 0,3-2 0 0,-3 0 0 0,0 0 0 15,0 0 0-15,0 0 0 0,0 0 0 0,3 0 0 0,-4 0 0 0,1 0 8 16,3 3-8-16,-3-3 0 0,0 2 0 0,3-2 0 0,-3 0 0 16,0 0 0-16,3 3 0 0,0-3 0 0,-3 0 0 15,0 3 0-15,2-3 0 0,-2 2 0 0,3-2 0 16,-3 0 0-16,0 3 0 0,0-3 0 0,0 0 0 16,0 3 0-16,-3-3 0 0,3 2 0 0,-3-2 0 15,0 3 0-15,3-3 0 0,-3 0 0 0,0 3 0 16,0-3 0-16,-3 2 0 0,2-2 0 0,1 0 0 15,-3 0 0-15,3 3 8 0,-3-3-8 16,-3 0 0-16,6 3 0 0,-3-3 0 0,-3 0 0 0,6 0 0 16,-6 0 0-16,3 2 0 0,-3-2 0 0,6 0 0 15,-6 0-12-15,0 0 2 0,0 0 0 0,0 0 0 16,3-2-17-16,-3 2-3 0,6 0-1 0,-6 0 0 16,3 0-32-16,-3 0-6 0,3-6-2 0,-3 6 0 15,0 0-110-15,6 0-23 0,-6 0-4 0</inkml:trace>
  <inkml:trace contextRef="#ctx0" brushRef="#br0" timeOffset="39326.544">10831 7859 1465 0,'0'0'30'0,"-3"-3"9"15,3 3-31-15,-6-3-8 0,3-2 0 0,-3 2 0 16,6 3 92-16,-3 0 18 0,-2-2 3 0,-1-1 1 15,3 3-51-15,3 0-11 0,-6 0-1 0,0 0-1 16,0 3-22-16,0-1-4 0,0-2 0 0,0 3-1 16,3 2-7-16,-3 1-2 0,3-1 0 0,-3 0 0 15,3 3-14-15,0-3 0 0,3 3 0 0,-3 0 0 0,3 0 0 16,0 0 0-16,0 0 0 0,0 0 0 16,3 3 0-16,0-6 0 0,0 3 0 0,3-3 0 15,0 0-10-15,0-2 10 0,0 2-8 0,3-2 8 16,-3 0 0-16,3-3 0 0,-3 0 0 0,3 0 8 15,-1 0 16-15,1-6 4 0,0 4 1 0,0-4 0 16,-3 1 12-16,3 3 3 0,-3-4 0 0,0-2 0 0,0 3 2 16,0 0 1-16,-3-1 0 0,0-2 0 0,0 3-3 0,-3 0-1 0,3 0 0 15,-3-3 0-15,0 2-6 0,-3-2-1 0,3 3 0 16,-3-3 0-16,3 3-15 0,-3 0-3 0,0-1-1 16,-3 1 0-16,3 0-5 0,-3 2-2 0,3-2 0 0,-3 2 0 15,-3 1-10-15,3-1 12 0,0 3-12 0,0-3 12 16,0 3-12-16,0 3 8 0,0-3-8 0,1 3 8 15,-1-1-8-15,6-2 0 0,-6 5 0 0,0 1 0 16,3-1 0-16,0 0 0 0,0 3 0 0,0-2 0 16,3 1-9-16,0 1 9 0,0-2 0 0,3 2 0 15,0 0-10-15,0-3 10 0,3 0-8 0,-3 0 8 16,3-2 0-16,3 0-10 0,-4-1 10 0,1-2 0 16,3 0-8-16,0 0 8 0,-3-2 0 0,3-1 0 15,0 0 0-15,-3-2 0 0,3 3 0 0,-3-4 0 16,0 1 0-16,0-3 0 0,-3 3 0 0,3-1 0 15,-3 1 0-15,-3-3 0 0,3 3 0 0,-3 0 0 16,0-1 10-16,0-2 2 0,0 3 1 0,-3 0 0 16,0 0 6-16,3-1 1 0,-3 1 0 0,-3 0 0 0,3 2-8 15,-3 0 0-15,3-2-1 0,-6 5 0 0,3-3-11 16,-3 3 12-16,0 0-12 0,0 0 12 0,0 3-12 0,0 0 0 0,0-1 0 16,-2 4 8-16,2-1-8 0,0 0 0 0,3 3 0 0,-3 0 0 15,3 0 0-15,0 0 0 0,0 3 0 16,0-1 0-16,3 1-9 15,0-1 9-15,3 4 0 0,-3-4 0 16,6-2-11-16,-3 3 11 0,3-3-10 0,3 0 10 0,-3-3-10 0,3 0 10 16,0 0-10-16,3 1 10 0,-3-6-9 0,3 2 9 15,-3-2-8-15,3 0 8 0,-1 0 0 0,-2-2 0 16,3-1 0-16,0 0 0 0,-3-2 0 0,0 2 0 0,3-2 0 16,-6 0 0-16,3 0 0 0,-3-1 0 15,0 1 0-15,0-3 8 0,-3 3-8 0,0-3 12 0,0 3-4 0,0-3 0 16,-3 2 4-16,3 1 0 0,-3-3 1 0,-3 5 0 15,3-2-1-15,0 0-1 0,-3 2 0 0,0 1 0 16,0-1-11-16,6 3 8 0,-6-3-8 16,0 3 8-16,6 0-8 0,-6 3 0 0,6-3 0 0,-6 3 8 15,6-3-8-15,-3 2 0 0,3-2 0 0,-5 5 0 16,5-5-8-16,0 0 8 0,0 0 0 0,0 0 0 16,0 0 0-16,0 0 0 0,0 0 0 0,0 0 0 15,0 0-16-15,0 0 5 0,0 0 1 0,0 0 0 16,0 0-126-16,0 0-24 0</inkml:trace>
  <inkml:trace contextRef="#ctx0" brushRef="#br0" timeOffset="42973.437">11736 9428 850 0,'0'0'17'0,"0"0"6"15,0 0-23-15,0 0 0 0,0 0 0 0,0 0 0 0,0 0 107 0,0 0 17 0,0 0 3 0,0 0 1 16,0 0-72-16,0 0-13 0,0 0-3 0,0 0-1 16,0 0-11-16,0 0-3 0,0 0 0 0,0 0 0 15,0 0 31-15,0 0 7 0,0 0 1 0,0 0 0 16,0 0 0-16,0 0 0 15,0 0 0-15,0 0 0 16,0 0-52-16,0 0-12 0,0 0 0 0,0 0 0 0,0 0 54 0,0 0 8 0,0 0 2 0,0 0 0 16,0 0-52-16,0 0-12 0,0 0 0 0,0 0 0 15,0 0 54-15,0 0 8 0,0 0 2 0,0 0 0 16,0 0-40-16,0 0-7 0,0 0-1 0,0 0-1 16,0-6 27-16,0 6 6 0,0-5 0 0,0 0 1 15,-3 0-39-15,3 2-10 0,0-2 0 0,0-1 0 16,-3 1 0-16,3-3 0 0,0 3 0 0,-3-3 0 15,3 0 32-15,0 0 5 0,0 0 1 0,-3 0 0 16,3-3-17-16,0 1-3 0,-3-3-1 0,3-1 0 16,0 1-4-16,-3-3-1 0,3 3 0 0,0-3 0 15,-3-2 1-15,3-1 0 0,0-2 0 0,-3 0 0 16,3 0 1-16,0 0 0 0,-3-1 0 0,3 1 0 16,0 3-6-16,0-1-8 0,0 3 11 0,0 0-11 15,0-2 12-15,-3 2-4 0,3 0 0 0,0 0-8 16,0-2 24-16,-3 2-3 0,3-3 0 0,0 1 0 15,0-1-21-15,0 1 0 0,0-3 0 0,3-3-8 16,-3 3 8-16,0-3 0 0,3 3 0 0,0-3 0 16,-3 3 0-16,3-1 0 0,-3 1 0 0,3 0 8 15,-3 5-8-15,3-2 0 0,0 2 0 0,-3-3 0 16,3 3 0-16,0 1 0 0,-3-4 0 0,3 1 0 0,0-1 0 0,-3-2 0 0,3 0 0 0,0-3 0 16,0 3 0-1,0-3 0-15,0-3 0 0,-3 4 0 0,3-1 0 0,0 3 0 0,0-1 0 0,-3 4 0 16,3-1 0-16,0 4 0 0,-3-1 0 0,3 0 0 15,0 0 0-15,-3-3 0 16,0 4 0-16,3-1 0 0,-3-3 0 0,0 1 0 0,3-1 0 0,-3 1 8 16,0-4-8-16,3 1 0 0,-3 3 0 0,0-3 0 15,0 2 0-15,3 3 0 0,-3 0 0 0,0 0 0 16,3 3 0-16,-3 0 0 0,0 2 0 0,3 1 0 16,-3-1 0-16,0 3 0 0,3 3 0 0,-3-3 8 15,0 3-8-15,3-1 0 0,-3 1 0 0,0 2 0 16,0 3 0-16,3-2 0 0,-3 2 0 0,3-3 0 15,0-2 0-15,-3 5-8 0,3-3 8 0,-3 3 0 16,3 0 0-16,3-2-10 0,-3-1 10 0,-3 3 0 16,6 0-10-16,-1 0 10 0,1 0-8 0,0 0 8 15,0 0 0-15,0 0-8 0,0 0 8 0,3 0 0 16,-3 3-8-16,0-3 8 0,3 2-8 0,0-2 8 16,0 3 0-16,0-3-8 0,0 3 8 0,3-1 0 15,-3-2 0-15,2 3-8 0,1-1 8 0,-3 1 0 16,3-3 0-16,0 3 0 0,3-1 0 0,-6 1-8 15,3-3 8-15,0 3 0 0,0-1 0 0,0-2 0 0,-4 0 0 16,4 3 0-16,0-6 0 0,0 6-8 0,0-3 8 16,3 0 0-16,-3 0 0 0,3 3-8 0,0-3 8 0,0 2 0 15,2-2 0-15,1 3 0 0,3-3 0 0,-3 3 0 0,3-3 0 16,0 2 0-16,-1 1 0 0,1 2 0 16,-3-2 0-16,3-1-8 0,-3 1 8 0,3 2 0 0,-3-2 0 0,-1 0 0 15,1-3 0-15,0 2 0 0,3-2 0 16,-3 0 0-16,3 0 0 0,-1 0 0 15,4 0 0-15,0 0 0 0,0 0 0 16,0 3 0-16,3-3 0 0,-4 3 0 0,1-1 0 0,0-2 0 16,0 3 0-16,0 0 0 0,-7-3 0 0,4 2 0 0,-3-2 0 0,3 0 0 15,-3-2 0-15,0 2 0 0,3-3 0 0,-1 3 0 16,1 0 0-16,3-3 0 0,-3 3 0 0,3 0 0 16,-1 0 0-16,1 3 0 0,0-3 0 0,0 0 0 15,0 3 0-15,-3-3 0 0,-1 2 0 0,1-2 0 16,-3 0 0-16,3 0 0 0,-6 0 0 0,3-2 0 15,0 2 0-15,2-3 0 0,-2 3 0 0,3 0 0 16,0-3 0-16,0 3 0 0,3 0 0 0,-1 0 0 16,1 0 0-16,-3 0 0 0,3 3 0 0,-3 0 0 15,2-3 0-15,-2 2 0 0,-3-2 0 0,3 0 0 16,-3 3 0-16,0-3 0 0,0 0 0 0,2 0 0 16,-2 0 0-16,3 0 0 0,0-3 0 0,3 3 0 15,0 0 0-15,-1 0 0 0,1 3 0 0,3-3 0 16,-3 3 0-16,-3-1 0 0,2-2 0 0,-2 5 0 15,0-5 0-15,-3 3 0 0,3 0 0 0,-3-3 0 16,0 2 0-16,-4-2 0 0,7 0 0 0,-3 0 0 16,0 0 0-16,0 0 0 0,3-2 0 0,0 2 0 15,-1 0 0-15,1 0 0 0,3 0 0 0,-3 0 0 16,0 0 0-16,0 0 0 0,-1 2 0 0,1-2 0 0,-3 0 0 0,0 3 0 16,3-3 0-16,-6 0 0 0,2 0 0 0,-2 0 0 0,0 0 0 15,0 0 0-15,3 0 0 0,0-3 0 0,0 3 0 0,0 0 0 16,-1 0 0-16,1 0 0 0,3 0 0 0,-3 0 0 15,0 3 0 1,3-3 0-16,-3 0 0 0,-1 3 0 0,4-3 0 0,-6 2 0 0,3 1 0 0,-3-3 0 16,0 3 0-16,0-1 0 0,0 1 0 0,-4-3 0 15,1 3 0-15,0-3 0 0,0 0 0 0,0 0 0 16,0 0 0-16,0 0 0 0,0 0 0 0,0 0 0 16,0 0 0-16,2 0 0 0,-2 0 0 0,0 0 0 15,3 0 0-15,0 0 0 0,-3 0 0 0,6 0 0 16,-3 0 0-16,0 0 0 0,-1 0 0 0,1 0 0 15,-3 0 0-15,3 0 0 0,-3 0 0 0,0 0 0 16,0 2 0-16,0-2 0 0,0 0 0 0,-3 3 0 16,0-3 0-16,-1 2 0 0,4-2 0 0,-6 0 0 15,3 3 0-15,0-3 0 0,0 0 0 0,-3 0 0 16,3 0 0-16,-3 0 0 0,0 0 0 0,3 0 0 16,-3 0 0-16,0 0 0 0,3 0 0 0,-3 0 0 15,3 0 0-15,-3 0 0 0,2 0 0 0,-2 0 0 16,3 0 0-16,-3-3 0 0,0 3 0 0,0 0 0 15,3 0 0-15,-3 0 0 0,0 0 0 0,0 0 0 16,0 0 0-16,0 0 0 0,0 0 0 0,0 0 0 0,0 0 0 16,-3 0 0-16,3 0 0 0,0 0 0 0,-6 0 0 0,3 0 0 0,3-2 0 15,-6 2 0-15,0 0 0 0,5 0 0 0,-2-3 0 16,-3 3 0-16,0 0 0 0,0 0 0 16,0 0 0-16,0 0 0 0,0 0-14 0,0 0-1 0,0 0 0 0,0 0 0 31,0 0-25-31,0 0-6 0,3-2-1 0,-3 2 0 15,0 0-39-15,0-6-8 0,0 6-2 0,0 0 0 16,-3-5-136-16,3 5-27 0,0-5-5 0</inkml:trace>
  <inkml:trace contextRef="#ctx0" brushRef="#br0" timeOffset="43747.226">15534 7798 1523 0,'0'0'32'0,"0"0"7"0,-3 0-31 0,3 0-8 0,-6 0 0 0,0 0 0 16,1 0 57-16,5 0 11 0,-6 0 1 0,0 2 1 16,6-2-27-16,-6 3-6 0,0 0-1 0,0 2 0 15,0 0-16-15,3-2-4 0,-3 5-1 0,0-3 0 16,3 3-7-16,0 0-8 0,-3 0 11 0,3 3-11 16,0-4 0-16,0 4 0 0,3-3 0 0,0 3 0 15,-3-3 0-15,3-1 0 0,0 1 0 0,0 0 0 16,3-2 0-16,-3 2 0 0,3-3 0 0,0 0 0 15,0-2 0-15,0-1 0 0,3 1 0 0,-3-3 0 16,3 0 30-16,0 0-1 0,0-3 0 0,0 3 0 16,0-2 22-16,0-3 4 0,0 2 1 0,3-2 0 0,-7-1 5 0,4 1 2 15,0 0 0-15,-3-1 0 0,0-2-3 0,0 1-1 16,0 1 0-16,-3-2 0 0,0 0-23 0,0 0-5 16,-3 0-1-16,0 1 0 0,0-4-3 0,0 3-1 15,-3 0 0-15,0 0 0 0,1 0-10 0,-4 0-3 16,3 3 0-16,-3 0 0 0,3-1-5 0,-3 4-8 15,0-1 11-15,0 0-11 0,0 1 8 0,0 2-8 16,0 0 0-16,0 2 0 0,3 1 0 0,-3 2 0 0,3 1 0 16,-2 2 0-16,2-3 0 0,3 3 0 15,-3 2 0-15,3-2-9 0,3 0 9 0,-3 3-8 0,3-1 8 0,0 1-8 16,0-3 0-16,0 3 0 16,3-3 0-16,0-1 0 0,3-1 8 0,-3-1-13 0,3 0 5 0,-1 1 8 15,4-4-10-15,0 1 10 0,0 0 0 0,0-3-9 16,0 0 9-16,0 0 0 0,3-3 0 0,-3 0 0 15,0 1 0-15,3-4 0 0,-3 1 0 0,0 0 0 16,-1-1 8-16,1-1 4 0,0 1 1 0,-3-2 0 16,-3 0 7-16,3 0 2 0,-3 0 0 0,0 1 0 15,0-1 2-15,-3 0 0 0,0 0 0 0,0 0 0 16,0 0-4-16,-3 3-1 0,0-3 0 0,0 2 0 16,0 1-8-16,-3 0-2 0,3 2 0 0,-3-2 0 15,0 2-9-15,0 3 10 0,1 0-10 0,-4 0 10 16,3 0-10-16,-3 3 0 0,0-1 0 0,3 4 0 15,-3-1 0-15,3 0 0 0,0 3 0 0,-3-2 0 16,6 4 0-16,-3-2 0 0,3 3 0 0,0-1 0 16,0 3-8-16,3-2 8 0,0 2-10 0,0-2 10 0,3-1-11 0,0-2 11 15,3 0-12-15,0 0 12 0,0 0-8 0,0-2 8 16,0-1 0-16,3 0 0 0,0-2 0 16,-3-3 0-16,3 2 0 0,0-2 0 0,0-2 0 0,-4-1 0 0,1 3 0 0,0-3 0 15,0-2 0-15,0 3 0 0,-3-4 0 16,0 4 0-1,0-6 0-15,0 2 0 0,-3 1 0 0,3-3 0 16,-3 3 0-16,-3 0 0 0,3-1 0 0,-3-2 0 0,-3 3-20 0,0 2-4 0,0-2-1 0,0 2 0 31,-3 1-98-31,-2-1-19 0,-1 3-4 0</inkml:trace>
  <inkml:trace contextRef="#ctx0" brushRef="#br0" timeOffset="47243.977">16639 9436 1094 0,'0'0'23'0,"0"0"5"0,0 0-28 0,0 0 0 0,0 0 0 0,0 0 0 16,0 0 56-16,-3 5 7 15,3-5 1-15,0 0 0 16,-3 5 0-16,3-5 0 0,-3 3 0 0,3-3 0 16,-3 5 0-16,3-5 0 0,-3 3 0 0,3-3 0 15,-3 5 0-15,3-5 0 0,-3 3 0 0,3-3 0 0,-3 5 0 0,3-5 0 0,-6 3 0 0,6-3 0 16,0 0-52-16,0 0-12 0,0 0 0 0,0 0 0 16,0 0 32-16,0 0 3 0,0 0 1 0,0 0 0 15,0 0-1-15,0 0 0 0,-3-3 0 0,3 3 0 16,-6-5-4-16,3 2-1 0,0-2 0 0,3-3 0 15,-3 3-2-15,0-3 0 0,3 0 0 0,0 0 0 16,-3 0 1-16,3 0 0 0,0 0 0 0,0-3 0 16,0 1-4-16,0-3-1 0,0-1 0 0,0 1 0 15,0-3 2-15,-3 0 0 0,0-2 0 0,3-1 0 16,-3-2-6-16,3-3-2 0,0 3 0 0,0-3 0 16,0 1-10-16,0-4-8 0,0 3 9 0,0 0-9 15,3 1 11-15,-3 1-11 0,0 4 12 0,3-3-12 16,0 2 11-16,-3 1-11 0,3-1 10 0,0 1-10 15,-3-4 8-15,3 1-8 0,0 0 0 0,0-3 0 16,0 1 8-16,0-7-8 0,3 4 0 0,-3-3 0 16,0 0 0-16,0 2 0 0,3 3 0 0,-3 1 0 15,0 1 0-15,0 1 0 0,3 0 0 0,-3 3 0 16,0-1 0-16,0 1 0 0,-3-1 0 0,6-2 0 16,-3 0 0-16,-1-3 0 0,4 0 0 0,-3 0 0 0,3-2 0 15,-3 2 0-15,0 0 0 0,3 0 0 0,-3 3 0 0,0 3 0 16,0-3 0-16,0 5 0 0,0 2 8 0,0 1-8 15,0 0 0-15,0 2 0 0,-3 1 0 16,3-1 8-16,0 1-8 0,-3-1 0 0,3 0 0 0,-3 1 0 0,3-1 0 16,-3 3 0-16,3-2 0 0,-3-1 0 15,0-2 0-15,0 2 0 0,0 1 8 0,0-3-8 0,0 2 0 16,0-2 0-16,0 2 0 0,-3-2 8 0,3 2-8 16,0-2 0-16,-3 3 0 0,3-1 0 15,0 0 8-15,-3 1-8 0,3-1 8 0,-3 3-8 16,3 0 11-16,-3 0-11 0,0 0 0 0,3 3 0 0,0 0 0 0,-3 0-9 15,3-1 9-15,0 4 0 0,0-4 0 0,0 6 0 16,0-2 0-16,0 2 0 0,0 0 0 0,0 0 0 16,0 0 0-16,0 0 0 0,0 0 0 0,0 0-8 15,0 0 8-15,0 0-10 0,6-3 10 0,-6 3-10 16,3 3 10-16,3-1-12 0,0 1 12 0,0 0-12 16,0-1 12-16,0 4 0 0,0-4 0 0,3 4-8 15,0-1 8-15,3 0-8 0,-4 0 8 0,4 1-8 16,0-1 8-16,0 0 0 0,0 1 0 0,0-4 0 15,0 6 0-15,3-3-10 0,0-2 10 0,-3 2 0 16,2-2 0-16,1 2-8 0,-3-5 8 0,3 6 0 16,0-4 0-16,3 4 0 0,0-4 0 0,3 3 0 15,-1-2 0-15,1 2 0 0,0-2 0 0,3 5 0 16,0-5 0-16,0 2 0 0,-1-2 0 0,1 2 0 0,0-2 0 16,-3 2 0-16,0-3 0 0,2 4 0 15,-2-4 0-15,0 4 0 0,0-4 0 0,0 4 0 16,3-4 0-16,2 1 0 0,1 0 0 0,3-1 0 0,-3 3 0 15,3-2-8-15,-1-3 8 0,-2 3 0 16,0-1 0-16,-3-2 0 0,2 3 0 0,-2-3 0 0,-3 3 0 0,3-3 0 16,0 0 0-16,0 2 0 15,2-2 0-15,1 3 0 0,3-3 0 0,0 0 0 0,-1 0 0 0,1 0 0 0,-3 0 0 0,3 0 0 16,-3 0 0-16,-4 3 0 0,1-3 0 0,-3 0 0 16,3 2 0-16,0-2 0 0,-4 0 0 0,4 0 0 15,3 0 0-15,0 0 0 0,0 0 0 0,-1 0 0 16,1 0 0-16,0 0 0 0,3 0 0 0,-3 0 0 15,-4 0 0-15,1-2 0 0,0 2 0 0,0 0 0 16,-3 0 0-16,-1 0 0 0,4 0 0 0,0 0 0 16,-3 0 0-16,6 0 0 0,-3 0 0 0,2-3 0 15,1 3 0-15,-3-3 0 0,3 3 0 0,0 0 0 16,-7 0 0-16,4 0 0 0,-3 0 0 0,0 0 0 16,-3 0 0-16,0 0 0 0,-1 0 0 0,1 0 0 15,0 3 0-15,3-3 0 0,-3 0 0 0,3 0 0 16,0 3 0-16,-1-3 0 0,4 0 0 0,0 0 0 15,-3 2 0-15,0-2 0 0,2 0 0 0,-2 0 0 16,0 3 0-16,-3-3 0 0,3 0 0 0,-3 0 0 16,0 3 0-16,-4-3 0 0,4 0 0 0,-3 0 0 15,3 2 0-15,0-2 0 0,0 0 0 0,0 0 0 16,2 0 0-16,-2 0 0 0,3 0 0 0,-3 0 0 16,3 0 0-16,0 3 0 0,-3-3 0 0,2 3 0 15,-5-3 0-15,3 0 0 0,-3 0 0 0,0 2 0 0,0 1 0 0,0-3 0 16,-3 0 0-16,2 2 0 15,-2-2 0-15,0 3 0 0,0-3 0 0,-3 3 0 0,0-3 0 16,3 2 0-16,-3-2 0 0,0 0 0 0,3 0 0 0,-3 0 0 0,3 0 0 16,-1 0 0-16,-2 0 0 0,0 0 0 0,3 0 0 15,-3 0 0-15,3 0 0 0,-3 0 0 0,0 0 0 0,3 0 0 16,-3 0 0-16,0 0 0 0,0 0 0 0,0 0 0 16,-4 0 0-16,4 0 0 0,0 0 0 0,-3 0 0 15,3 0 0-15,-3 3 0 0,0-3 0 16,0 0 0-16,0 0 9 0,0 0-9 0,0 0 8 15,-3 0-8-15,3 3 0 0,0-3 0 0,0 0 0 0,0 0 0 16,-3 0 0-16,3 0 0 0,0 0 0 0,0 0 0 16,-3 2 0-16,2-2 0 0,1 0 0 0,0 0 0 15,0 0 0-15,0 0 0 0,0 0 0 0,0 0 0 16,-3 0 0-16,3 3 0 0,0-3 0 0,-3 0 0 16,-3 0 0-16,6 3 0 0,-3-3 0 0,-3 0 0 15,6 0 0-15,0 2 0 0,-3-2 0 0,-3 0 0 16,6 0 0-16,-3 3 0 0,-3-3 0 0,6 0 0 15,-6 0 0-15,3 3 0 0,-3-3 0 0,6 0 0 16,-3 0 0-16,3 2 0 0,-3-2 0 0,-3 0 0 16,6 0 0-16,-3 3 0 0,-3-3 0 0,5 0 0 15,-5 0 0-15,3 0 0 0,-3 0 0 0,0 0 0 16,6 3 0-16,-6-3 0 0,0 0 0 0,6 0 0 0,-6 0 0 0,0 0 0 16,0 0 0-16,0 0 0 0,0 0 0 15,3 0 0-15,-3 0 0 0,0 0 0 0,0 0 0 0,0 0 0 16,0 0 0-16,6 0 0 15,-6 0 0-15,0 0 0 0,6 0 0 0,-6 0 0 16,0 0-9-16,3 0-1 0,-3 0 0 0,6-3 0 16,-6 3-15-16,6 0-3 0,-3-3-1 0,-3 3 0 15,6-2-7-15,0 2 0 0,-3-3-1 0,-3 3 0 0,6-3 10 0,0 3 3 0,-3 0 0 16,-3 0 0-16,6-2 16 0,0 2 8 0,-6 0-8 0,3-3 8 16,-3 3 0-16,0 0 0 0,6-3 0 0,-6 3 0 15,0 0 0-15,0 0 0 0,0 0 0 0,0 0 0 16,0 0 0-16,0 0 0 0,0 0 0 0,0 0 8 15,0 0-8-15,0 0 0 0,0 0 0 0,0 0 0 16,0 0 0-16,0 0 12 0,-6-2-4 0,6 2 0 16,0 0-8-16,-6 0 9 0,6 0-9 0,-6 0 10 15,0 2-10-15,0 1 0 0,0 0 0 0,0-1 0 16,3 1 0-16,-3 0 0 0,0 2 0 0,3 0 0 16,0 0 0-16,0 1 0 0,3-6 0 0,-3 5 0 15,3-5 0-15,-3 5 0 0,3 1 0 0,0-6 0 16,-3 5 0-16,3-5 0 0,0 0 0 0,3 5 0 15,-3-5 0-15,0 0 0 0,3 3 0 0,0 0 0 16,-3-3 0-16,6 2 0 0,0 1 0 0,0-3 0 16,-3 0 0-16,3 0 0 0,0 0 8 0,0 0-8 15,-3-3 12-15,3 1-2 0,0 2-1 0,-3-3 0 16,0 0 6-16,3 1 1 0,-6 2 0 0,3-3 0 16,0-2 0-16,-3 5 0 0,3-3 0 0,-3 3 0 15,0-5 0-15,0-1 0 0,0 1 0 0,0 5 0 0,-3-5-4 16,0 0-1-16,0-3 0 0,0 2 0 0,-3 4-3 15,3-4 0-15,-3 4 0 0,0-4 0 0,0 4-8 16,0 2 8-16,0-3-8 0,0 0 8 0,0 3-8 0,0 0 0 0,0 0 0 0,-3 3 0 16,3 0 0-16,0-1 0 0,0 4 0 0,0-1 0 15,4 0 0-15,-4 1 0 0,3 2 0 0,-3-3 0 16,6 3-8-16,-3-3 8 0,3 0 0 0,-3 1 0 16,3-6 0-16,3 5-9 0,-3 3 9 0,0-8 0 15,3 3 0-15,-3-3-8 16,6 5 8-16,-3-3 0 0,3 4 0 0,-1-6 0 0,4 2 0 15,-3-2 0-15,3 0 0 0,0 0 0 0,0 0 0 0,0 0 0 16,0-2 0-16,0-1 0 0,0 0 8 0,-3 3-8 16,3-2 16-16,-3-3-2 0,0 2-1 0,0 0 0 15,0 1 1-15,0-1 0 0,-1-2 0 0,-2-1 0 16,0 4-2-16,0-4 0 0,-3 4 0 0,3-4 0 16,-3 1-12-16,0 0 11 0,0 0-11 0,0-1 10 15,-3 1-10-15,3 5 0 0,0-5 9 0,-6-1-9 16,6 6 0-16,-3-2 0 0,-2-4 0 0,-4 6 8 15,3-2-8-15,-3 2 0 0,3 0-11 0,-3 0 11 16,0 2-19-16,-3-2 3 0,3 3 0 0,0 0 0 16,-3-1-12-16,3 4-3 0,3-4 0 0,-3 4 0 15,3-1-13-15,0 0-2 0,1 1-1 0,-1 1 0 16,3-1 3-16,3-6 0 0,-3 2 0 0,3-2 0 16,-3 6 20-16,3-6 5 0,0 8 1 0,0-8 0 0,3 5 10 15,-3-5 8-15,3 3-12 0,-3-3 12 0,3 5-9 16,-3-5 9-16,3 3 0 0,3-3-9 15,-1 2 9-15,-5-2 0 0,6 0 0 0,-3-2 0 16,-3 2 15-16,6 0 5 0,0-3 0 0,-6 3 1 0,3-3 12 16,-3 3 3-16,3-5 0 0,-3 5 0 0,3-3-5 15,-3 3-1-15,0-5 0 0,0 0 0 16,0 5-7-16,0-6-2 0,-3 1 0 0,3 5 0 0,-3-3-7 0,3 3-2 0,-3-5 0 0,3 5 0 16,0 0-12-16,-3-2 11 0,3 2-11 0,0 0 10 15,-6-3-10-15,6 3 0 0,-6 0 0 0,6 0 0 16,0 0 0-16,-6 0 0 0,6 0 0 0,0 0 0 15,-5 3 0-15,5-3 0 16,-3 5 0-16,3-5 0 0,0 0-18 0,0 0 1 0,0 0 0 0,-3 5 0 16,3-5-95-16,3 5-18 0,2-2-4 0</inkml:trace>
  <inkml:trace contextRef="#ctx0" brushRef="#br0" timeOffset="50202.294">21425 9528 1306 0,'0'0'27'0,"0"0"7"0,0 0-34 0,0 0 0 0,0 0 0 0,0 0 0 16,0 0 81-16,0 0 10 0,0 0 1 0,0 0 1 15,0 0-12-15,0 0-2 0,0 0-1 0,0-5 0 16,3 2-9-16,-3-2-1 0,3 0-1 0,-3-1 0 16,0 1-4-16,3 0-1 0,-3-3 0 0,3 3 0 15,-3-3-10-15,0 0-3 0,3 0 0 0,-3 0 0 16,3 0-5-16,-3-3 0 0,3 1-1 0,-3 2 0 16,0-5-7-16,3 2-2 0,-3 0 0 0,0-2 0 15,0 0 0-15,-3-3 0 0,3-2 0 0,-3 2 0 16,3-5-7-16,-3-1-2 0,0-1 0 0,-3-7 0 15,3 4-10-15,0-3-3 0,3-3 0 0,-3 0 0 16,0 3-3-16,0 3-1 0,3-1 0 0,-3 4 0 0,0-4-8 16,0 3 0-16,3-2 0 0,-3-1 0 0,0 1 0 0,3-3 0 15,0 0 0-15,-3 0 0 0,3-1 0 16,0 1 0-16,0 3 0 0,0-1 0 0,0 1 0 0,0 2 0 0,0 3 0 16,0-3 0-16,0 6 0 0,0-6 0 15,0 3 0-15,0-3 0 0,0 0 0 0,3 0 0 0,-3-2 0 0,0-3 0 16,3 2 0-16,-3 1 0 0,0-1 0 15,3 1 0-15,0 2 0 0,-3 3 0 16,3 2 0-16,0 1 0 0,-3 2 0 0,3 3 0 0,0-3 0 16,-3 5 0-16,0-2 0 0,3 2 0 15,-3 1 0-15,0-3 0 0,3 2 0 0,-3 0 0 0,0 1 0 0,3-1 0 16,-3 3 0-16,0-2 0 0,3 2 8 0,-3 0-8 16,0 3 0-16,3-3 0 0,-3 0 0 0,0 0 0 15,3 2 0-15,-3 1 0 0,0 0 0 0,3 0 0 16,-3-1 0-16,0 4 0 0,0 2 0 0,3-3 0 15,0 0 0-15,-3 3 0 0,3-5 0 0,-3 5 0 16,3-3 0-16,0 1 0 0,3-1 0 0,-3 0 0 16,3 1-9-16,-3-1 9 0,3 3 0 0,0-2 0 15,0-1 0-15,-1 0-8 0,4 1 8 0,-3 2 0 16,3-3 0-16,0 0 0 0,0 1 0 0,3-1 0 16,0 0 0-16,0 3 0 0,3-2 0 0,0-1 0 15,0 0 0-15,-1 3 0 0,4-2-8 0,0-1 8 16,0 3 0-16,-3-3 0 0,3 3-8 0,-3 0 8 15,2-2 0-15,-2-1 0 0,3 3 0 0,0-2 0 16,0-1 0-16,3 0 0 0,3 1 0 0,-4 2 0 16,4-3 0-16,3 3 0 0,0 0 0 0,0 0 0 15,-1 3 0-15,-2-3 0 0,0 0 0 0,3 2 0 0,-6-2 0 16,2 3-8-16,-2-3 8 0,0 3 0 0,0-3 0 16,3 0 0-16,0 0 0 0,-1 0 0 0,4-3 0 0,0 6 0 15,3-3 0-15,-3 2 0 0,-1-2 0 0,1 5 0 16,-3-2 0-16,0 0 0 0,0-1 0 0,-4 1 0 0,-2 0 0 0,3-1 0 15,-3 1 0-15,3 2 0 0,0-2 0 0,-1 0 0 16,1-1 0-16,3 1 0 0,0 0 0 0,3 2 0 16,-1-3 0-16,1 1 0 0,0 2 0 0,0-2 0 15,0 0 0-15,-7-1 0 0,4 4 0 0,0-4 0 16,-3 1 0-16,0 0 0 0,0-1 0 0,2 4 0 16,1-6 0-16,3 2 0 0,3 1 0 0,0-1 0 15,-1 1 0-15,1 0 0 0,-3-1 0 0,3 1 0 16,-1 0 0-16,-5-1 0 0,0 1 0 15,0 0 0-15,0-1 0 0,-1 1 0 0,4 0 0 0,0-1 0 16,0-2 0-16,3 3 0 0,-1-1 0 0,4 1 0 16,-3 0 0-16,-3-1 0 0,2 1 0 0,-2 0 0 15,-3-1 0-15,0-2 0 0,-3 3 0 0,0 0 0 16,-1-1 0-16,4-2 0 0,-3 3 0 0,3 0 0 16,0-3 0-16,-1 0 0 0,1 2 0 0,0-2 0 15,3 0 0-15,-3 0 0 0,0 3 0 0,-4 0 0 16,4-3 0-16,-6 0 0 0,3 2 0 0,-3 1 0 15,0-3 0-15,-1 0 9 0,1 2-1 0,0-2 0 16,0 0-8-16,-3 0-9 0,3 0 9 0,0 0-13 16,-1 0 13-16,1 0 0 0,0 0 0 0,0 0 0 15,0 0 0-15,-3 3 0 0,3-3 0 0,0 0 0 0,-4 3 0 16,4-3 0-16,-3 0 0 0,0 0 0 0,0 2 0 0,0-2 0 16,-3 0 0-16,0 3 0 0,0-3 0 0,-1 3 0 15,1-3 0-15,0 0 0 0,-3 2 0 0,3-2 0 16,0 0 0-16,0 3 0 0,-3-3 0 0,3 3 0 15,0-3 0-15,0 0 0 0,-1 2 0 16,1-2 0-16,0 0 0 0,3 0 0 16,-3 3 0-16,0-3 0 0,0 0 0 0,0 0 0 0,0 3 0 0,0-3 0 15,-1 0 0-15,-2 2 0 0,3-2 0 0,-3 3 0 16,0-3 0-16,0 3 0 0,0-3 0 0,0 0 0 0,-3 0 0 0,3 2 0 16,-3-2 0-16,0 3 0 0,0-3 0 0,0 0 0 15,0 2 0-15,0-2 0 0,0 0 0 0,-1 3 0 16,1-3 0-16,0 3 0 0,0-3 0 0,0 0 0 15,0 0 0-15,0 0 0 0,0 0 0 0,0 0 0 16,0 0 0-16,0 0 0 0,0 0 0 0,0 0 0 16,-3 0 0-16,3 0 0 0,0 0 0 0,0 0 0 15,0 0 0-15,0 0 0 0,0 0 0 0,0 0 0 16,0 0 0-16,-1 0 0 0,1 0 0 0,0 0 0 16,0 0 0-16,0 0 0 0,0 0 0 0,0 0 0 15,0 0 0-15,-3 0 0 0,3 0 0 0,-6 0 0 16,6 0 0-16,-6 0 0 0,3 0 0 0,-3 0 0 15,0 0 0-15,0 0 0 0,6 0 0 0,-6 0 0 16,0 0 0-16,3 0 0 0,3 0 0 0,-6 0 0 16,0 0 0-16,6 0 0 0,-6 0 0 0,0 0 0 15,6 0 0-15,0 0 0 0,-3-3-8 0,-3 3 8 16,6 0 0-16,0 0-11 0,-6 0 11 0,3 3-10 0,-3-3 10 16,6 0-8-16,0 0 8 0,-6 0-8 0,5 0 8 0,-5 0 0 15,3 0 0-15,-3 0 0 16,0 0 0-16,0 0-8 0,0 0 8 0,0 0 0 0,0 0 0 0,0 0 0 15,0 0 0-15,0 0 0 0,0 0 0 0,0 0 0 0,0 0 0 0,-3 0 0 16,-2-3 0-16,-1 0 0 0,0 3 0 0,-3 0 0 16,3 0 0-16,0 0 0 0,0 0 0 0,0 0-8 15,-3 0 8-15,3 3 0 0,0-3 0 0,0 3 0 16,0-3 0-16,6 0 0 0,-6 0 0 0,0 2-8 16,6-2 8-16,-6 3 0 0,0 0-9 0,6-3 9 15,-3 2-10-15,3-2 10 0,-6 6-13 0,6-6 5 16,0 0 8-16,0 0-10 0,0 0 10 0,0 0-10 15,0 5 10-15,0-5-8 0,0 0 8 16,3 5-8-16,-3-5 8 0,6 3 0 0,0 0 0 0,0-1 0 16,0 1 0-16,0-3 0 0,3 0 0 0,-3 0-8 15,3 0 8-15,0-3 0 0,0 1 0 0,0 2 0 16,0-3 0-16,-3 0 0 0,3 1 0 0,-4-1 0 16,4 3 0-16,-3-3 0 0,-3 1 0 0,3-4 0 15,-3 4 8-15,-3 2-8 0,3-3 8 0,-3 3-8 16,0-5 11-16,0 5-3 0,0-6 0 0,0 1 0 15,-3 0 0-15,0 0 0 0,0-1 0 0,-3 1 0 16,0 2-8-16,0-2 10 0,1 2-10 0,-4 1 10 16,0-4-10-16,3 6 0 0,-3-2 0 0,0 2 0 15,0 0 0-15,0 0 0 0,3 0 0 0,-3 2 0 0,0-2 0 0,3 3 0 16,-3 0 0-16,3 2 0 0,0-2 0 0,0 2 0 0,3 0 0 16,-3 1 0-16,4-1-8 0,-1 0 8 0,3-5 0 15,-3 5 0-15,3 3 0 0,0-8 0 0,0 6 0 16,0-6 0-16,0 5-8 0,0-5 8 0,3 5 0 15,0 1 0 1,2-4 0-16,-2 1 0 0,3 0-9 0,0-1 9 0,3-2 0 0,-3 3 0 16,3-3 0-16,0 0 0 0,0-3 0 0,3 3 0 0,-3-2 0 15,0-1 0-15,0 0 0 16,0 1 0-16,0-1 0 0,0 0 0 0,-4 1 10 0,1-1-10 0,0 0 10 0,0 1-10 16,0-4 15-16,-3 4-3 0,0-1-1 0,0-2 0 15,-3 0-1-15,0 2 0 0,0-2 0 0,0-1 0 16,-3 1-2-16,-3 0-8 0,3-1 12 0,-3 4-4 15,0-4-8-15,0 4 0 0,0-1 9 0,-2 1-9 16,-1-1 0-16,0 3 0 0,0 0 0 0,0 0 8 16,0 3-8-16,0-1 0 0,0 1 0 0,0 2 0 15,0 0 0-15,3 1 0 0,0-1 0 0,0 3-8 16,0-3 8-16,3 1 0 0,0-1 0 0,0 0-8 16,3-5 8-16,-3 5 0 0,3 3 0 0,3-2-8 15,-3-6 8-15,3 5 0 0,0 0-9 0,3 1 9 16,0-4 0-16,0 1 0 0,0-1 0 0,0-2 0 15,3 0 0-15,3 0 0 0,-3 0 0 0,3 0 0 16,-3 0 0-16,3-2 0 0,-3 2 0 0,3-3 0 16,-4 1 0-16,-2-1 0 0,3 0 8 0,-3 1-8 15,0-1 10-15,0-2-10 0,-3 2 12 0,0-2-12 16,-3 5 12-16,0-6-12 0,-3 1 12 0,3 0-12 0,-6-3 9 16,3 3-9-16,-3-1 0 0,-3 1 9 0,0 0-9 15,0 2 0-15,-2-2-12 0,-1 2 12 16,-3 0-92-16,-3 3-12 0,0 0-1 0</inkml:trace>
  <inkml:trace contextRef="#ctx0" brushRef="#br1" timeOffset="78718.363">6911 9981 1198 0,'0'0'34'0,"0"0"7"15,0 0-33-15,0 0-8 0,0 0 0 0,0 0 0 16,0 0 78-16,0 0 14 0,0 0 2 0,0 0 1 16,0 0-25-16,0 0-5 0,0 0-1 0,0 0 0 15,0 0-51-15,0 0-13 0,0 0 0 0,0 0 0 16,0 0 54-16,0 0 8 0,0 0 2 0,0 0 0 15,0 0-24-15,0 0-4 0,0 0 0 0,0 0-1 16,0 0-5-16,0 0-1 0,0 0 0 0,0 0 0 16,0 0-4-16,0 0-1 0,0 0 0 0,0 0 0 15,0 0 13-15,0 0 3 0,0 0 0 0,0 0 0 16,0 0-32-16,0 0-8 0,0 0 0 0,-6 0 0 16,6 0 0-16,-6 2 0 0,0-2 0 0,0 3 0 0,6-3 17 0,-6 0 3 15,0 0 0-15,6 0 0 0,-6 3-4 0,0-3-1 16,6 0 0-16,-5 0 0 0,-1 0-1 0,0 0 0 0,0 0 0 0,0 0 0 15,0 0-1-15,3 0 0 0,-3 0 0 0,0 0 0 16,6 0-1-16,-6-3 0 0,0 3 0 0,6 0 0 16,-6 0-1-16,0-3-1 0,6 3 0 0,-6 0 0 15,0-2 0-15,0 2 0 0,0 0 0 0,0-3 0 16,6 3 0-16,-6 0 0 16,0-3 0-16,0 3 0 0,3 0-10 0,-2-2 10 0,-1 2-10 0,0 0 10 15,0 0-10-15,3 0 8 16,-3 0-8-16,0 0 8 0,0 0-8 0,0 0 0 0,0 0 0 0,0 0 8 15,0-3-8-15,0 3 0 0,6 0 0 0,-6-3 0 16,0 3 0-16,0 0 0 0,6 0 0 0,-6 0 0 16,0 0 0-16,6 0 8 0,-6 0-8 0,0 0 0 15,0 0 0-15,0 0 0 0,6 0 8 0,-5 0-8 16,-1 0 0-16,0 0 0 0,0 0 9 0,0 0-9 16,-3-2 12-16,3 2-3 0,0 0 0 0,0 0 0 15,0 0 3-15,0 0 1 0,0 0 0 0,0 0 0 16,0 0-13-16,0 0 9 0,0 0-9 0,0 0 8 15,0-3-8-15,0 3 0 0,3-2 9 0,-3 2-9 16,6 0 8-16,-5 0-8 0,-1 0 10 0,0 0-10 16,0-3 11-16,0 3-11 0,-3 0 12 0,3-3-12 15,0 3 11-15,0-2-11 0,0 2 10 0,-3 0-10 16,3-3 10-16,0 3-10 0,0 0 10 0,-3-3-10 0,3 3 8 0,0-2-8 16,0 2 0-16,-3 0 0 0,3-3 9 0,1 3-9 0,-1-3 8 0,0 3-8 15,-3 0 0-15,3-2 8 16,0 2-8-16,-3-3 0 15,0 3 8-15,0-3-8 0,3 3 0 0,-3 0 8 16,0-2-8-16,3 2 0 0,0-3 9 0,-3 3-9 0,3 0 0 16,-3 0 9-16,4-3-9 0,-4 3 0 0,3 0 10 15,-3 0-10-15,3 0 8 0,-3 0-8 0,3 0 8 0,0 0-8 0,0 0 0 0,0 0 8 16,0 0-8-16,6 0 0 0,-6 0 0 0,0 0 0 16,6 0 0-16,-6 0 0 0,3 0 0 0,3 0 0 15,-6 0 0-15,6 0 0 0,0 0 0 0,0 0 0 16,0 0-24-16,0 0 2 0,0 0 1 0,0 0 0 15,0 0-105-15,0 0-21 0,-3-2-4 16</inkml:trace>
  <inkml:trace contextRef="#ctx0" brushRef="#br1" timeOffset="83269.171">6137 9872 1082 0,'0'0'22'0,"0"0"6"16,0 0-28-16,0 0 0 0,-3-2 0 0,3 2 0 16,0 0 65-16,0 0 7 0,0 0 2 0,0 0 0 15,0 0-14-15,0 0-2 0,-6-3-1 0,6 3 0 16,0 0 2-16,0 0 0 0,-3-3 0 0,3 3 0 16,0 0-43-16,0 0-16 0,0 0 11 0,0 0-11 15,0 0 47-15,-6 3 3 0,6-3 1 0,0 0 0 16,-6 3-31-16,6-3-5 0,0 0-2 0,-3 5 0 0,3-5-13 15,-3 5 0-15,3-5 0 0,0 0 0 0,0 0 46 0,-6 3 6 0,6-3 2 16,0 0 0-16,0 0-35 0,0 0-7 16,0 0-2-16,0 0 0 0,0 0 38 0,0 0 7 0,0 0 1 0,0 0 1 15,0 0-40-15,0 0-8 0,-2-5-1 0,-1-1-8 16,3 1 58-16,-3 0 5 0,3-3 1 0,0 2 0 16,0-2-52-16,0 1-12 0,0-4 0 0,0 3 0 15,0 0 32-15,-3 0 3 0,3 0 1 16,0-2 0-16,0-1-12 0,0 0-1 15,0-2-1-15,0-3 0 0,-3 0-6 0,3 1-2 0,-3-4 0 16,0-2 0-16,0 2 2 0,3-4 0 0,-3-4 0 0,0 3 0 16,3-2-16-16,-3 2 0 0,0 0 8 0,3-2-8 15,-3 2 0-15,3 3 9 0,-3 0-9 0,3-3 8 16,-3 3-8-16,3-1 12 0,-3-1-12 0,0 1 12 16,3-1-4-16,-3-1-8 0,3-3 12 0,0 4-4 15,-3-4-8-15,3 3 10 0,-3-2-10 0,0-1 10 16,3 6-10-16,0-3 0 0,0 1 0 0,-3 1 8 15,3 1-8-15,0-3 0 0,-3 3 0 0,0-3 8 16,3 1-8-16,0-1 0 0,-3 0 0 0,3-2 8 16,0-1-8-16,-3 1 0 0,3-3 0 0,0-1 0 15,0 7 0-15,0-4 0 0,0 3 0 0,0 0 0 16,0 1 0-16,0 2 0 0,0-3 0 0,0-3 0 16,0 3 0-16,0-2 0 0,0 0 0 0,0-4 0 15,0 4 0-15,3-3 0 0,-3-3 0 0,3 3 0 16,0 3 0-16,-3-1 0 0,3 1 0 0,0 2 0 15,-3 0 0-15,3-2 0 0,0 2 0 0,-3-3 0 16,3 1 0-16,0-1 0 0,-3-2 0 0,3 0 0 0,0 3 0 16,-3-3 0-16,3 2 0 0,0 1 0 0,0 2 0 0,0 0 0 15,0 3 0-15,0 0 0 0,-3 2 0 0,3-2 0 0,0 0 0 16,-3 0 0 0,3 2 0-16,-3-2 0 0,0 2 0 0,3-2 0 0,-3 0 0 0,3 0 0 0,-3-3 0 0,3 3 0 15,0-3 0-15,-3 3 0 0,3 0 0 0,-1 2 0 16,-2 1 0-16,3-1 0 0,-3 3 0 15,3 3 0-15,0 0 0 0,-3 0 0 0,3-1 0 0,-3 1 0 16,3 3 0-16,-3-4 0 0,3 4 0 0,-3-1 0 16,3-2 0-16,-3 2 0 0,3 1 0 0,0-1 0 15,-3 1 0-15,3-1 0 0,0-2 0 0,-3 2 0 16,3 1 0-16,-3-1 0 0,3-2 0 0,0 2 0 16,-3 1 0-16,3-1 0 0,0 3 0 0,-3-2 0 15,3 2 0-15,0 0 0 0,-3 0 0 0,3 0 0 16,0 0 0-16,-3 3 0 0,3-3 0 0,0 5 0 15,0-2 0-15,0 2 0 0,3-2 0 0,-3 2 0 16,0 0-9-16,3 1 9 0,0 2 0 0,-3-3 0 16,3 3 0-16,0-2-8 0,3 2 8 0,-3 0 0 15,2 0 0-15,-2 0 0 0,3 0-8 0,0 0 8 16,0 0 0-16,3 0 0 0,-3 2 0 0,3-2 0 16,0 3 0-16,0-3 0 0,3 2 0 0,-3 1 0 15,-1-3 0-15,4 3-8 0,0-1 8 0,0 1 0 16,-3-3 0-16,3 0-8 0,0 0 8 0,0 0 0 15,2 0-8-15,1-3 8 0,3 3 0 0,0-2 0 16,3 2-38-16,3 0-1 0,-1 0 0 0,4 0 0 0,-3 0 62 0,3 0 12 16,0 0 2-16,-1 0 1 0,-2-3-30 0,0 3-8 15,3-3 0-15,-1 1 0 0,1 2 0 0,3-5 0 0,0 2 0 0,2 3 0 16,1-3 0-16,0 1 0 0,0 2 0 16,-1 0-8-16,1 0 8 0,-3-3 0 0,-1 0 0 15,4 1 0-15,-3 2 0 0,6-3 0 16,-4 0 0-16,4 1 0 0,0 2 0 0,-4 0 0 15,4 0 0-15,-3 0 0 0,0 0 0 16,-4-3 0-16,1-2 0 0,3 5 0 16,-1-3 0-16,1 0 0 0,3 3 0 0,0 0 0 0,-1 0 0 0,-2 0 0 15,0 0 0-15,-1 0 0 0,-2-2 0 0,3 2 0 0,0-5 0 0,2 5 0 16,-2-3 0-16,3 3 0 0,-1-3 0 0,4 3 0 16,-6 0 0-16,-3 0 0 0,-1 0 0 0,4 0 0 15,-3-2 0-15,0 2 0 0,2-3 0 0,1 3 0 16,0-3 0-16,-1 3 0 0,1 3 0 0,0-3 0 15,-3 0 0-15,-4 3 0 0,1-3 0 0,3 0 0 16,-3 0 0-16,-1 0 0 0,1-3 0 0,3 3 0 16,0 0 0-16,-1 3 0 0,1-3 0 0,0 2 0 15,0 1 0-15,-4 0 0 0,1-3 0 0,0 2 0 16,0 1 0-16,-1-3 0 0,-2-3 0 0,3 3 0 16,3 0 0-16,-1 0 0 0,1 3 0 0,0-3 0 0,0 2 0 15,-4 1 0-15,1-3 0 0,3 3 0 16,-6-3 0-16,3 2 0 0,-4-2 0 0,4 0 0 15,3 0 0-15,0 0 0 0,-1 0 0 0,4 0 0 0,-3 3 0 16,2-3 0-16,-2 3 0 0,3-1 0 16,-3-2 0-16,-4 0 0 0,1 0 0 0,3-2 0 15,-3 2 0-15,2 0 0 0,4-3 0 0,0 3 0 16,-3 0 0-16,-1 0 0 0,1 0 0 0,-3 3 0 16,0-3 0-16,2 0 0 0,-5-3 0 0,3 3 0 0,0 0 0 15,2-3 0-15,-2 1 0 0,3 2 0 0,0 0 0 0,-1 0 0 16,1 0 0-16,0 2 0 0,-3 1 0 0,0-3 0 0,-4 0 0 15,4 0 0-15,-3 0 0 0,0 0 0 0,-1 0 0 16,7 0 0-16,-6 0 0 0,3 0 0 0,2 0 0 16,-2 3 0-16,0-3 0 0,-3 2 0 0,3 1 0 15,-4 0 0-15,-2-3 0 0,3 0 0 0,-3 2 0 0,0-2 0 16,-1 0 0-16,1 0 0 0,3 0 0 16,0 3 0-16,0-3 0 0,-1 0 0 0,1 3 0 0,0-3 0 15,0 2 0-15,-3 1 0 0,2 0 0 0,-2 2 0 16,0-5 0-16,0 2 0 0,0 1 0 0,-1 0 0 15,1-3 0-15,3 0 0 0,3 2 0 0,0 1 0 16,-1-3 0-16,1 3 0 0,0-1 0 0,3 1 0 16,-4 0 0-16,1-1 0 0,-3 1 0 0,3 0 0 15,-1-1 0-15,1-2 0 0,3 3 0 0,0-3 0 16,-1 0 0-16,4 3 0 0,0-3 0 0,0 2 0 16,-1 1 0-16,-2-3 0 0,-3 2 0 0,6 1 0 15,-7-3 0-15,4 3 0 0,0-3 0 0,2 0 0 16,-2 0 0-16,3 0 0 0,0 2 0 0,-1-2 0 15,-2 3 0-15,0-3 0 0,-3 3 0 16,2-3 0-16,1 2 0 0,-3-2 0 0,0 0 0 0,2 3 0 0,1-3 0 0,0 0 0 16,3 3 0-16,-4-1 0 0,1-2 0 0,0 3 0 0,0-3 0 0,-4 3 0 15,1-1 0-15,-3 1 0 0,0-3 0 0,2 3 0 16,-2-3 0-16,6 2 0 0,-3-2 0 0,2 0 0 16,-2 3 0-16,0-3 0 0,-3 0 0 0,3 2 0 15,-4 1 0-15,1-3 0 16,-3 3 0-16,3-1 0 0,0-2 0 15,-4 3 0-15,4-3 0 0,0 0 0 16,0 3 0-16,0-3 0 0,2 0 0 0,-2 2 0 16,0-2 0-16,0 0 0 0,-4 0 0 0,1 3 0 0,0-3 0 0,0 0 0 0,0 3 0 0,-3-1 0 15,2-2 0-15,-2 0 0 0,3 3 0 0,-3-3 0 16,3 0 0-16,2 3 0 0,-2-3 0 0,0 0 0 16,0 2 0-16,-3-2 0 0,3 0 0 0,-1 0 0 15,-2 3 0-15,-3-3 0 0,3 0 0 0,-3 2 0 16,0-2 0-16,-1 3 0 0,1 0 0 0,0-3 0 15,3 2 0-15,-3-2 0 0,0 3 0 0,0-3 0 16,2 0 0-16,-2 3 0 0,3-3 0 0,-3 2 0 16,0-2 0-16,0 0 0 0,0 3 0 0,2-3 0 15,-2 0 0-15,-3 0 0 0,0 0 0 0,0 0 0 16,0 3 0-16,0-3 0 0,0 0 0 0,-1 2 0 16,-2-2 0-16,0 0 0 0,3 0 0 0,-3 3 8 15,0-3-8-15,3 0 0 0,-3 3 0 0,0-3 0 16,3 0 0-16,-4 0 0 0,1 0 0 0,0 0 0 15,3 0 0-15,-3 2 0 0,0-2 0 0,3 0 0 16,-3 0 0-16,0 0 0 0,0 0 0 0,-1 0 0 16,1 0 0-16,0 0 0 0,0 0 0 0,0 0 0 15,0 0 0-15,0 3 0 0,-3-3 0 0,3 0 0 0,-3 0 0 16,0 0 0-16,3-3 0 0,-4 6 0 0,1-3 0 0,0 0 0 16,0 0 0-16,0 0 0 0,-3 0 0 0,3 0 0 0,-3 0 0 0,0 0 0 15,0 0 0-15,0 0 0 0,0 0 0 0,0 0 0 16,-6 0 0-16,3 0 0 0,-3 0 0 15,6 3 0-15,-6-3 0 0,6 0-10 16,-6 0 10-16,3 2 0 0,-3-2-8 0,6 0 8 0,-6 0 0 16,3 0 0-16,-3 0 0 0,6 0-8 0,-6 0 8 0,2 0 0 15,4 0 0-15,-3 3 0 0,3-3 0 0,-6 0 0 16,6 0-9-16,-3 0 9 0,-3 0 0 0,6 0-9 16,-3 0 9-16,-3 0 0 0,6 2 0 0,-6-2 0 15,3 0 0-15,-3 0-8 0,0 0 8 0,3 0 0 16,-3 0 0-16,0 0-8 0,6 0 8 0,-6 0 0 15,0 0 0-15,0 0 0 0,0 0 0 0,0 0 0 16,0 0 0-16,0 0 0 0,0 0 0 0,0 0 0 16,0 0 0-16,0 0 0 0,0 0 0 0,0 0 0 15,0 0 0-15,0 0 0 0,0 0 0 0,0 0 0 16,0 0 0-16,0 0 0 0,0 0 0 0,0 0 0 16,0 0 0-16,0 0 0 0,0 0 0 0,0 0 0 15,0 0 0-15,0 0 0 0,0 0-8 0,0 0 8 16,-6-2-12-16,6 2 4 0,-6 0 0 0,6 0 0 15,-6 2 0-15,6-2 0 0,0 0 0 0,-3 3 0 0,3-3 8 16,0 0-13-16,0 0 5 0,0 0 8 0,-6 5-14 0,6-5 5 16,0 0 1-16,0 0 0 0,0 0 8 0,0 6 0 0,0-6-9 15,0 0 9-15,6 5 0 0,-3-2 0 0,3-1-9 16,-3-2 9-16,3 0 0 0,0 0 0 16,0 0 0-16,0-2 0 0,0-1 0 0,0 0 0 15,0 1 0-15,-3-1 0 0,3 0 0 0,0-2 11 16,-3 0-11-16,3 0 10 0,-3 2-10 15,-3-5 12-15,3 3-12 0,-3-3 12 0,0 0-2 0,0 2 0 16,0-1 0-16,-3 1 0 0,0-2 1 0,0 0 0 0,-3 0 0 16,0 1 0-16,0-1-3 0,0 0 0 0,0 0 0 0,-3 2 0 15,0 1-8-15,3 2 10 0,-3-2-10 0,0 3 10 16,3-1-10-16,-3 3 0 0,0 0 0 0,0 0 0 16,4 3 0-16,-1-1 0 0,0 3 0 0,0-2 0 15,0 5 0-15,3-3 0 0,0 3 0 0,-3 0 0 16,3 0 0-16,3 0-9 0,-3 0 9 0,0 3 0 15,3-3-10-15,0 2 10 0,0-2-8 0,0 0 8 16,3 0-10-16,-3 0 10 0,3 0-12 0,0-3 12 16,3 3-9-16,-3-3 9 0,3-2 0 0,0 2-9 15,0-2 9-15,0 2 0 0,0-5 0 0,2 3 0 16,1 0 0-16,0-3 0 0,0 0 0 0,-3-3 0 16,3 0 0-16,0 3 0 0,0-5 0 0,-3 2 0 15,3 1 9-15,-3-1 1 0,3 0 0 0,-3-2 0 16,-3 0 2-16,3-1 1 0,-3 1 0 0,3-3 0 15,-6 3 3-15,3-3 0 0,-3-3 0 0,0 3 0 16,0-2 0-16,-3 2 0 0,0 0 0 0,0-3 0 0,-3 4-6 16,3-1-1-16,-3 2 0 0,0-2 0 0,0 3 1 15,0 0 0-15,0-1 0 0,-3 4 0 0,0 2-10 0,3 0 0 16,-3 0 0-16,0 2 0 0,0 1-8 16,3 0 8-16,-3 2 0 0,0 0 0 0,1 3 0 0,2 0 0 15,0 0 0-15,0 0 0 0,0 3-12 0,3-1 12 0,-3-2-10 16,3 0 10-16,3 3-12 0,-3-3 3 0,3 2 1 15,0-2 0-15,0 0 8 0,0-3-13 16,3 3 5-16,-3-2 8 0,3-1-11 0,3 0 11 0,-3 1-8 0,3-4 8 16,-3 1 0-16,3-3-8 0,0 2 8 0,3-2 0 15,-4 0 0-15,1 0 0 0,3-2 0 0,0-1 0 16,-3 1 0-16,3-1 0 0,-3 0 0 16,0-2 0-16,0 0 8 0,0-1 1 0,0 1 0 0,-3 0 0 15,0-3 3-15,0 0 0 0,0 0 0 0,-3 0 0 16,0 0 2-16,0 0 1 0,0 0 0 0,-3 0 0 15,0 3-4-15,0-3-1 0,-3 3 0 0,3-1 0 16,-3 1-10-16,3 0 0 0,-3 2 9 0,6 3-9 16,-6 0 0-16,0 0 0 0,0 0 0 0,0 3 8 15,0 2-8-15,0-2 0 0,0 2 0 0,0 3 0 16,1 0 0-16,2-3 0 0,-3 3 0 0,3 0-8 16,3 0 8-16,-3 0 0 0,3 0 0 0,-3 0 0 15,3 0-8-15,0-3 8 0,3 0-8 0,-3 3 8 16,3-5 0-16,0 2-10 0,-3-5 10 0,3 6 0 15,3-4 0-15,-1 4-8 0,1-6 8 0,0 2 0 16,0-2 0-16,0 3 0 0,0-3 0 0,0 0 0 0,-3-3 0 16,3 3 0-16,0 0 0 0,0-2 0 0,-3 2 0 15,0-6 0-15,3 4 0 0,-3-1 0 0,0-2 0 0,-3-1 11 16,3 1-3-16,-3 2-8 0,0-5 13 0,0 3-4 0,0-3-1 16,-3 3 0-16,0-3-8 15,0 0 12-15,0 3-12 0,0-3 12 0,-3 3-12 16,3-1 8-16,0 1-8 0,-3 2 8 0,6 3-8 15,-6-2 0-15,3 2 0 0,3 0 0 0,-6 0 0 0,0 2 0 0,0 1 0 0,0 2 0 16,0-2 0-16,3 5 0 0,-3-3 0 16,4 3 0-16,-1-3 0 0,0 3 0 0,0 0 0 0,3 0 0 15,-3-3-9-15,3 3 9 0,0 0 0 0,0-2 0 16,0 2-8-16,3-3 8 0,-3 0 0 0,3 3 0 16,0-3-8-16,-3-5 8 0,5 3 0 0,-2 2 0 15,3-2 0-15,0 0-8 0,0-1 8 0,0-2 0 16,0 0 0-16,0 0 0 0,0 0 0 0,0-2 0 15,0-1 0-15,0 0 0 0,3 1 0 0,-3-1 0 16,0-2 0-16,-3 2 0 0,3-2 0 0,0 0 9 16,-3-1-1-16,3 1-8 0,-3-3 12 0,0 3-4 15,0-3 0-15,-3 0-8 0,3-3 12 0,-3 3-4 16,0 0-8-16,-3-2 12 0,3-1-12 0,-3 3 12 16,0 0-12-16,0-2 8 0,0 2-8 0,0 3 8 15,0-1-8-15,0 4 0 0,3 2 0 0,-6-3 0 16,0 3 0-16,0 3 0 0,0-1 0 0,-3 4 0 15,3-1 0-15,0 3 0 0,0 2 0 0,-3 1 0 16,3-3 0-16,0 2 0 0,3 1 0 0,-3 0 0 16,3-1-12-16,0-2 12 0,0 0-10 0,3 0 10 0,0 0-11 0,0 0 11 15,3-3-12-15,-3 3 12 0,6-3-9 16,-3 1 9-16,0-4 0 0,3 4-9 0,0-4 9 0,0 1 0 0,0 0 0 0,0-3 0 16,3 0 0-16,-3 0 0 0,3 0 0 15,0-3 0-15,-3 0 0 0,3 1 0 16,0-1 0-16,-3 0 0 15,3-2 0-15,-4 2 0 0,1-2 0 0,0 0 0 0,0 0 0 0,0-1 0 0,0 1 0 0,-3-3 0 16,0 0 0-16,0 3 8 0,-3-3-8 0,0 3 0 16,-3-1 0-16,0-2-15 0,0 3 3 0,-6 2 0 15,-3 1-168 1,-5 2-34-16</inkml:trace>
  <inkml:trace contextRef="#ctx0" brushRef="#br1" timeOffset="99987.45">20339 6559 1682 0,'0'0'35'0,"0"0"9"16,0 0-36-16,0 0-8 0,-3-5 0 0,3 5 0 16,0 0 97-16,-3-3 18 0,3 3 3 0,-6-5 1 15,6 5-51-15,-3 0-11 0,3 0-1 0,-6-2-1 16,6 2-27-16,-6 0-4 0,0 2-2 0,0-2 0 16,6 0-10-16,-3 5-3 0,-3 1 0 0,3-1 0 15,0 0-9-15,0 1 8 0,0-1-8 0,0 3 8 16,3-3-8-16,0 0 0 0,0 3 0 0,0-2 0 15,0-1 0-15,3 0 8 0,0-2-8 0,0 2 0 16,3-2 0-16,0 0 8 0,0-1-8 0,0-2 0 16,3 0 18-16,-3 0-2 0,3-2 0 0,-3-1 0 15,3 0 9-15,-4-2 2 0,4 0 0 0,-3-1 0 0,0 1-2 16,-3 0 0-16,3-3 0 0,-3 0 0 0,-3 3 5 0,0-1 1 16,0 1 0-16,-3-3 0 0,0 3-7 0,0-1 0 15,-3 1-1-15,3 0 0 0,-3 2-12 0,0-2-3 16,-2 0 0-16,2 2 0 0,-3-2-8 15,0 5 0-15,-3-3 9 0,3 3-9 16,0 0 0-16,-3 0 8 0,3 0-8 0,-3 0 0 0,3 3 0 0,0-3 0 16,3 2 0-16,-3 1 0 0,4 2 0 0,2-2 0 15,-3 2 0-15,0 1-8 0,3-1 8 0,0 0 0 16,3 3 0-16,-3-3 0 0,3-5 0 0,0 6-10 0,0-1 10 0,0 0 0 16,3 1 0-16,0-4-8 0,0 3 8 0,3-2 0 15,-3-3 0-15,3 0 0 0,2 3-8 0,-2-3 8 16,0-3 0-16,3 3 0 0,-3-3 0 0,3 1 0 15,0-1 0-15,-3-2 0 0,0 2 0 0,0-2 0 16,0 2 0-16,0-2 9 0,-3 0-9 0,0 2 8 16,0-2 7-16,-3-1 1 0,3 1 0 0,-3 5 0 15,-3-5 1-15,3 2 1 0,-3-2 0 0,-3 2 0 16,3-2-4-16,0 2-1 0,-3 1 0 0,0-1 0 16,3 0-13-16,3 3 9 0,-6-2-9 0,0 2 8 15,6 0-8-15,-6 0 0 0,6 0 0 0,-6 2 0 16,0 1 0-16,6-3 0 0,-3 5 0 0,-3 3 0 15,6-8 0-15,0 6 0 0,-3 2-9 0,3-1 9 16,-3-1 0-16,3 2 0 0,3 0 0 0,-3-3 0 16,3 3 0-16,3 0-8 0,-3-3 8 0,3 3 0 0,0-3 0 15,3-2-8-15,-3 2 8 0,3-2 0 0,-3 0 0 16,3-3 0-16,0 0 0 0,0 0 0 0,0-3 0 16,0 3 0-16,-3-3 0 0,2-2 0 0,-2 2 0 15,0 1 11-15,0-4-3 0,0 1-8 0,-3 0 8 0,0 0-8 0,0-1 0 16,-3 1 0-16,0-3 13 15,0 3-1-15,-3-1 0 0,0 1 0 0,0 0 1 0,-3 0 0 0,0-1 0 0,0 1 0 16,0 2-5-16,1-2-8 0,-4 5 11 0,3-3-11 16,0 1 8-16,-3 2-8 0,3 0 0 0,-3 0 0 15,0 0 0-15,3 2 0 0,0 1 0 0,-3 2 0 16,0 1 0-16,3-1 0 0,0 0 0 0,0 3 0 16,0 0 0-16,3 0 0 0,0 0 0 0,0 3 0 15,0-4-9-15,0 4 9 0,3 0-8 0,0-1 8 16,0-2-10-16,0 0 10 0,3 0-12 0,0-3 12 15,0 3-9-15,0-2 9 0,3-4 0 0,-3 3-9 16,3-5 9-16,0 3 0 0,3-3 0 0,-3 0 0 16,3-3 0-16,0-2 0 0,-3 3 0 0,3-4 0 15,0-2 0-15,-3 3 8 0,3-3-8 0,-3 0 8 16,0-2-8-16,0 2 0 0,-1-3 0 0,-2 3 8 16,0-2-8-16,0 2 0 0,0-3 0 0,-3 3 0 15,0 0 0-15,0 0 8 0,0 0-8 0,-3 3 0 16,0 0-8-16,-3-1-7 0,3 4-1 0,-2-4 0 15,2 4-76-15,-3 2-16 0,0 0-4 0,-3 0 0 16,3 0-114-16,-3 0-23 0</inkml:trace>
  <inkml:trace contextRef="#ctx0" brushRef="#br1" timeOffset="102937.496">20351 6575 1788 0,'0'0'51'16,"0"0"10"-16,0 0-49 0,0 0-12 0,0 0 0 0,-6 0 0 16,6 0 78-16,-6 0 13 0,6 0 2 0,-6 0 1 15,0 0-26-15,6 0-4 0,-6 0-2 0,0 3 0 16,6-3-14-16,-6 0-4 0,0 0 0 0,0 3 0 16,0-3-11-16,0 0-2 0,0 0-1 0,0 2 0 15,0-2-5-15,-3 0-1 0,3 0 0 0,-3 3 0 16,3-3-5-16,-3 0-2 0,4 3 0 0,-4-1 0 15,0-2-1-15,-3 0-1 0,3 0 0 0,-3 0 0 16,-3 0-5-16,3 0-1 0,-3 0 0 0,-3 0 0 16,1 0-1-16,-1-2-8 0,-3 2 12 0,-3 0-4 15,3 0-8-15,-3 0 0 0,1 0 0 0,-4 0 0 16,3 2 0-16,0-2 0 0,0 0 0 0,-2 0 0 16,-1 0 0-16,0 0 0 0,-3-2 9 0,-3-1-9 15,1 3 10-15,-4-3-2 0,-6 1-8 0,4 2 12 16,-1-3-3-16,0 0-1 0,1 3 0 0,-4-2 0 0,0-1 0 0,-2-2 0 15,-4-1 0-15,0 1 0 0,1 2 1 0,2-2 0 0,-3 5 0 0,1-5 0 16,-4 2-1-16,1-2 0 16,-4-3 0-16,0 3 0 0,1-1-8 0,5 4 12 0,-2-3-12 15,-4 2 12-15,3-2-12 0,-2-1 10 0,-1 1-10 0,-5-3 10 16,8 3-10-16,1 2 12 0,-1-2-12 16,-6 0 12-16,7-1-12 0,-7 1 10 0,1 0-10 0,-1-1 10 15,4 1-10-15,2 0 0 0,-3-1 0 16,1 1 8-16,-1 3-8 0,1-4 0 15,-4 4 0-15,0-1 0 0,7-2 0 0,-1 2 0 16,1 0 8-16,-4 1-8 0,3-1 0 0,1 3 0 0,-4-3 0 0,-2 1 0 16,5 2 0-16,4-3 0 0,-1 1 0 0,-3 2 0 15,1 0 0-15,-1 0 0 0,0 0 0 0,-2 0 0 16,5 0 0-16,1 0 0 0,-1 0 0 0,0 2 0 16,1-2 0-16,-4 3 0 0,4-3 0 0,-7 2 0 15,9 1 0-15,1-3 0 0,2 0 0 0,-3 3 0 16,1-3 0-16,-1 2 0 0,0 1 0 0,1-3 0 15,2 3 0-15,0-3 0 0,4 0 0 0,-1 2 0 16,0 1 0-16,1 0 0 0,-1-1 0 0,-3 1 0 16,4-3 0-16,-4 0 0 0,3 3 0 0,0-3 0 15,4 2 0-15,-1-2 0 0,3 3 0 0,-2-3 0 0,2 2 0 16,-3 1 0-16,-3-3 0 0,1 3 0 0,-1-3 0 16,3 2 0-16,-2-2 0 0,-1 3 0 15,6-3 0-15,-3 3 0 0,1-3 8 0,-1 2-8 0,3-2 0 16,-5 3 0-16,-1-3 9 0,0 0-9 15,3 3 0-15,1-3 9 0,-1 0-9 0,-3 2 0 16,4-2 9-16,2 3-9 0,-3-3 0 0,-3 0 9 0,1 3-9 16,-1-3 0-16,0 2 9 0,-2-2-9 0,2 3 0 0,3-3 9 15,-2 0-9-15,2 3 0 0,-3-1 8 0,0-2-8 16,1 0 0-16,-4 3 0 0,3-3 8 0,-2 0-8 0,-1 2 0 16,0 1 0-16,4-3 8 0,-1 0-8 0,3 3 0 15,-2-3 0-15,-1 2 0 0,0-2 0 0,1 0 8 0,-4 0-8 16,3 3 0-16,0-3 0 0,4 3 0 15,-1-3 0-15,-3 0 0 0,4 2 0 0,2-2 0 0,-9 0 0 16,6 0 8-16,-2 3-8 0,-1-3 0 0,0 0 0 16,4 0 0-16,2 3 0 0,0-1 0 0,0-2 0 15,-2 3 0-15,2-3 0 0,0 0 0 0,-2 0 0 16,-1 0 0-16,3 0 0 0,-6 0 0 0,7 0 0 16,-1 0 0-16,3 3 0 0,0-1 0 0,1-2 0 15,2 3 0-15,-3-3 0 0,3 0 0 0,-3 0 0 16,1 0 0-16,-1 0 0 0,0-3 0 0,-3 3 0 15,4 0 0-15,2 3 0 0,-3-3 0 0,3 0 0 16,1 3 0-16,2-3 0 0,3 2 0 0,-3-2 0 16,0 0 0-16,0 0 0 0,-2 0 0 0,-1 0 0 15,0 0 0-15,0 0 0 0,0-2 0 0,1 2 0 0,-1 0 0 16,3 0 0-16,-3 0 0 0,3 2 0 16,4-2 0-16,-1 0 0 0,0 3 0 0,3-3 0 0,-3 0 0 0,0 0 0 15,1 0 0-15,2 0 0 0,-3 0 0 0,3 0 0 16,-3-3 0-16,0 3 0 0,4-2 0 0,-1-1 0 15,0 3 0-15,-3-3 0 16,6 3 0-16,0 0 0 0,0-2 0 0,3 2 0 0,0-3 8 0,1 3-8 0,2 0 0 0,-3 0 0 16,6 0 9-16,-3-3-9 0,3 3 0 0,0 0 9 15,6 0-9-15,-6 0 0 0,6 0 0 0,0 0 8 16,0 0-8-16,0 0 0 0,0 0 0 0,0 0 8 16,0 0-8-16,0 0 0 0,0 0 0 0,0 0 0 15,0 0 0-15,0 0 0 0,0 0 0 0,0 0 0 16,0 0 0-16,0 0 0 0,0 0 0 0,-6 3 0 15,6-3 0-15,-3 5 0 0,3-5 0 16,0 8 0-16,-3-3 0 0,3 1 0 0,0 2 0 0,-3-3 0 16,3 3 0-16,0 0 0 0,0 0 0 0,0 0 0 15,0 2-8-15,0 1 8 0,0-1 0 0,0 1 0 16,0 2 0-16,0 1 0 0,0-1 0 0,0 0 0 16,3 3 0-16,-3-3 0 0,0 0 0 0,0 3 0 15,3-3 0-15,-3 1 0 0,0-1-9 0,3 3 9 16,-3-6 0-16,0 4 0 0,3-4 0 0,-3 1 0 15,0-1 0-15,0 4 0 0,0-4 0 0,0 3 0 16,0-2 0-16,0 0 0 0,0-1 0 0,0 3 0 16,0-2 0-16,0 2 0 0,0 0 0 0,0 1 0 15,0 1-19-15,0 1 3 0,0 0 1 0,0 3 0 16,0-1 24-16,0 1 5 0,0-3 1 0,0 2 0 0,3 1-15 16,-3-3 0-16,0-1 0 0,0 4 0 0,3-3 0 15,-3-3 0-15,3 3 0 0,-3 0 0 0,0-3 0 0,0 3 0 16,3 0 0-16,-3 0 0 15,0 0-9-15,0-1-5 0,0 1-1 0,0 0 0 16,0 5 15-16,0 1 0 0,0-1 0 0,0 3 0 0,0-1 0 0,0-1 0 16,0 1 0-16,0 1 0 0,0-3 0 0,0-2 0 15,0 2 0-15,0-2 0 0,0 2 0 0,0-3 0 16,0 1 0-16,-3 2 0 16,3-3 0-16,0 1 0 0,0 2 0 0,0 0 0 15,0 3 0-15,0 0 0 0,0 2 0 0,0 1 0 0,0-3 0 0,-3 2 0 0,3-2 0 0,0 2 0 16,0-4 0-16,0-1 0 15,0 0 0-15,0 0 0 0,0 0 0 16,0-2 0-16,0 2 0 0,0-3 0 0,0 6 0 0,0 0 0 0,0 0 0 16,0 0 0-16,3 2 0 0,-3 1 0 0,0-1 0 0,0 1 0 15,0-4 0-15,0 1 0 0,0-3 0 0,0-2 0 16,0 2 0-16,0-2 0 0,0-1 0 0,0 1 0 16,0-1 0-16,0 3 0 0,0-2 0 0,0 2 0 15,0 0 16-15,0 0 5 0,0 3 2 0,0 0 0 16,0 0-37-16,0-3-7 0,0 0-2 0,0 3 0 15,0-6 23-15,0 1 0 16,0-3 0-16,0 0 0 0,0 0 0 0,0-1 0 0,0 1 0 0,0-2 0 16,0-1 19-16,0 0 8 0,0 0 1 0,-3-2 1 15,3 2-46-15,-3 0-10 0,3 1-1 0,0-1-1 16,-3 0 29-16,3 0 0 0,0 0 0 0,0 3 0 16,0-2 0-16,0-1 0 0,0 3 0 0,0-3 0 15,-3 0 0-15,3 0 0 0,0 1 0 0,0-1 0 16,0-3 0-16,0 4 0 0,0-4 0 0,0 3 0 15,0-2 0-15,0 0 0 0,0-3 0 0,0 5 0 16,0-5 0-16,0 0 0 0,0 0 0 0,0 2 0 16,0-2 45-16,0 3 15 0,0-3 4 0,0 0 0 15,-3-1-103-15,3 1-20 0,0 0-4 0,0 3-1 0,-3-3 103 0,3 0 20 16,0 0 4-16,0 0 1 0,-3 0-52 0,3 2-12 16,0 1 0-16,0-1 0 0,0 1 0 0,0 0 0 0,0 2 0 0,0-3 0 15,-3 1 0-15,3 2 0 0,0-2 0 0,0 2 0 16,0 0 0-16,0-2 0 0,0 2 0 15,0 0 0-15,0-2-17 0,0-1-7 0,0 1 0 0,0 0-1 32,0-3 25-32,0-1 0 0,0 1 0 0,0 0 0 0,-3 0 0 0,3-2 0 0,0 2 0 0,0-1 0 15,0 1 0-15,0 0 0 0,0 0 0 16,0 0 0-16,0 0 0 0,0-3 0 0,0 3 0 0,0 0 0 16,0-2 0-16,0 2 0 0,0-3 0 0,0 3 0 15,-3-3 0-15,3 3 0 0,0-3 0 0,0 3 0 16,0-2 0-16,0 1 0 0,0-1 0 0,0-1 0 15,0 0 0-15,0 3 0 0,0-2 0 0,0 2 0 16,0-3 0-16,0 3 0 0,0-3 12 0,0 0-4 16,0 1-8-16,3 2 0 0,-3-6 0 0,0 6 0 15,0-3 0-15,0 1 0 0,0-4 0 0,0 6 0 16,0-2 0-16,3-4 0 0,-3-2 0 0,0 6 0 16,0-6 16-16,0 7 1 0,3-1 1 0,-3-1 0 15,0-5-28-15,3 5-6 0,0-2 0 0,-3 2-1 0,0-5 27 16,3 6 6-16,-3-6 0 0,3 5 1 15,0-2-17-15,0 2 0 0,0-3 0 0,-3-2 0 16,3 6 0-16,3-4 0 0,-3 4 0 0,0-4 0 16,3 1 0-16,-3 0 0 0,0-1 0 0,3 1 0 0,-3 0-14 15,3-1-6-15,0-2-2 0,-3 3 0 0,3-3 22 16,-1 3 0-16,1-3 0 0,0 2 0 0,3 1 13 16,-3-3 7-16,0 0 2 0,3 2 0 0,0-2-22 0,-3 0 0 15,3 0 0-15,-3 0 0 0,3 0 0 0,0 0 0 0,-3 0 0 0,3 0 0 16,0 0 0-1,-3 0 0-15,2 0 0 0,-2 0 0 0,0 0 0 0,3 0 0 0,-3 0 0 0,3 0 0 16,-3 0 0-16,0 0 0 0,0-2 0 0,0 2 0 16,0 0 0-16,3 0 0 0,-3-3 0 0,0 3 0 15,0 0 0-15,0 0 0 0,0 0 0 0,0 0 0 16,0 0 0-16,-3 0 0 0,2-2 0 0,1 2 0 16,0 2 0-16,-3-2 0 0,3 0 0 0,-6 0 0 15,6 0 0-15,-3 0 0 0,-3 0 0 0,6 0 0 16,0 0 0-16,-3 0 0 0,-3 0 0 15,6 0 0-15,-6 0 0 0,6 0 0 0,-6 0 0 0,0 0 0 16,3 0 0-16,-3 0 0 0,0 0 0 0,0 0 0 16,6 3 0-16,-6-3 0 0,0 0 0 0,0 0 0 15,0 0 0-15,0 0 0 0,0 0 0 0,0 0 0 16,0 0 0-16,0 0 0 0,0 0 0 0,0 0 0 16,0 0 0-16,0 0 0 0,0 0 0 0,0 0 0 15,0 0 0-15,-6 0 0 0,6 0 0 0,-6 0 0 16,-3 2 0-16,3-2 0 0,0 0 0 0,0 3 0 15,-3-3 0-15,3 3 0 0,0-3 0 0,-2 2 0 0,2-2 0 16,-3 3 0-16,3-3 0 0,0 0 0 0,0 0 0 0,0 3 0 16,0-3 0-16,6 0 0 0,-6 0 0 0,6 0 0 15,-6 2 0-15,6-2 0 0,0 0 0 0,0 0 0 0,0 0 0 16,0 0 0-16,0 0 0 0,0 0 0 0,0 0 0 16,0 0 0-16,0 0 0 0,0 0 0 0,0 0 0 0,0 0 0 15,0 0 0-15,0 0 0 0,6 0 0 0,-3 0 0 16,3 0 0-1,0 0 0-15,0 0 0 0,0 0 0 0,0 0 0 0,0 3 0 16,0-3 0-16,0 0 0 0,-1 0 0 0,-2 0 0 0,3 0 0 0,0 0 0 16,-3 0 0-16,3-3 0 0,0 3 0 0,-3 0 0 15,3-2 0-15,0 2 0 0,-3 0 0 0,-3 0 0 16,6-3 0-16,-6 3 0 0,6 0 0 0,-3 0 0 31,-3 0-47-31,0 0-13 0,6-5-4 0,-6 5 0 0,6-3-51 0,-6 3-10 0,3-3-3 16</inkml:trace>
  <inkml:trace contextRef="#ctx0" brushRef="#br1" timeOffset="116541.967">16573 9997 1164 0,'0'0'32'0,"0"0"9"16,6-3-33-16,-6 3-8 0,6 0 0 0,-6 0 0 15,3 0 76-15,-3 0 14 0,0 0 2 0,0 0 1 16,0 0-15-16,6 0-3 0,-6 0-1 0,0 0 0 16,0 0-1-16,0 0 0 0,0 0 0 0,0 0 0 15,0 0-21-15,0 0-5 0,0 0-1 0,0 0 0 16,0 0-15-16,0 0-3 0,0 0-1 0,0 0 0 16,0 0-6-16,0 0-1 0,0 0 0 0,0 0 0 15,0 0-1-15,0 0-1 0,0 0 0 0,0 0 0 16,0 0 0-16,0 0 0 0,0 0 0 0,0 0 0 0,0 0-2 15,0 0-1-15,-6 0 0 0,6 0 0 16,-6 3-1-16,3-3 0 0,3 0 0 0,-9 0 0 0,3 2-2 0,-3-2 0 16,3 3 0-16,-3-3 0 0,3 3 0 0,-2-1-1 0,-1 1 0 0,-3-1 0 15,3-2-2-15,0 3 0 16,-3 0 0-16,0-1 0 0,3 1 2 0,-3 0 0 16,3-3 0-16,-3 5 0 0,3-2-1 0,1-3 0 0,-4 0 0 15,3 2 0-15,0-2 0 0,3 0 0 16,-3 0 0-16,0 0 0 0,3 0-2 0,0 0 0 0,0 0 0 15,-3 0 0-15,6-2 1 0,3 2 0 0,-6 0 0 0,6 0 0 16,-6-3-9-16,6 3 12 0,-3 0-12 0,0-3 12 16,3 3-12-16,-6-2 12 0,6 2-12 0,-3-3 12 15,0-2-12-15,3 5 8 0,-3-6-8 0,0 1 8 16,0 3-8-16,1-4 0 0,2 1 0 0,-3 0 0 16,3-1 8-16,-3 1-8 0,3 0 8 0,0-3-8 15,-3 0 0-15,3 0 8 0,0 0-8 0,0-3 0 16,0 1 10-16,0-1-10 0,0 1 12 0,0-4-12 15,0 1 12-15,0 0-12 0,3 0 12 16,-6 0-12-16,6-1 12 0,-3-2-12 0,0 3 12 0,0-3-12 16,0 3 11-16,0-3-11 0,0-2 10 0,0-1-10 15,-3 1 9-15,3-4-9 0,-3 1 8 0,0 0-8 16,0-3 12-16,0-2-4 0,0-1 0 0,-3 1 0 16,3 2 0-16,3-2 0 0,0 2 0 0,-3 0 0 0,3 3-8 15,0 0 0-15,0 0 0 0,0-1 0 0,0-1 0 16,0 1 0-16,0-1 0 0,0-1 0 15,3-3 0-15,-3 1 0 0,3-3 0 0,0 0 0 16,0 0 0-16,0 2 0 0,3-2 0 0,-3 5 0 16,3 0 0-16,-3 1 0 0,0-1 0 0,-1 0 0 15,1 3 8-15,0-3-8 0,0 0 0 0,0-2 8 0,-3-1-8 16,3-2 0-16,0 0 0 0,-3 0 0 0,3 0 0 0,0 0 0 0,-3 2 0 0,3 1 0 16,0 2 0-16,-3 0 0 0,0 0 0 0,3 0 0 15,-3 3 0-15,3-3 0 0,-3-2 0 0,3 2 0 16,0-2 0-16,0-3 0 0,0 0 0 15,0-1 0-15,0 4 0 16,0 0 0-16,0 2 0 0,0 0 0 0,3 3 0 0,-3 0 0 0,3 2 0 16,-3-2 0-16,0 2 0 0,3 1 8 0,-3-3-8 0,0-1 0 15,3-1 0-15,-3 1 0 0,0-1 8 0,3-1-8 16,-3 0 0-16,0 0 0 0,0 3 0 0,0-3 0 16,-1 3 0-16,1 3 0 0,0-1 0 0,0 3 0 15,0 0 0-15,0 3 0 0,0-3 0 0,0 3 0 16,-3-3 0-16,3 3 0 0,0 0 0 0,0-3 0 15,-3 3 0-15,3-1 8 0,-3 1-8 0,3-3 0 16,-3 3 0-16,0-3 0 0,0 0 8 0,0 0-8 16,0 0 0-16,0 1 0 0,0-1 0 0,0 0 0 15,0 3 0-15,0-3 0 0,0 2 8 0,0 1-8 16,0 3 0-16,0-4 0 0,0 4 0 0,0-1 0 16,0 3 0-16,0 0 0 0,0 0 0 0,3 1 0 0,-3-1 0 15,0 2 0-15,0 1 0 0,0 0 0 16,0-1 0-16,0 1 0 0,0 5 0 0,3-3 0 0,-3 3 0 15,0-5 0-15,0 5 0 0,0 0 0 16,0 0 0-16,0-2 0 0,0 2 0 0,0 0 0 0,0-6-9 0,0 6 9 0,3-2 0 16,-3 2 0-16,0 0 0 0,0 0-8 0,3-3 8 0,-3 3 0 15,3-3 0-15,-3 3 0 0,6-2 0 0,-6 2 0 16,3-3 0-16,-3 3 0 0,3 0 0 16,3-3 0-16,-6 3 0 0,3 0-8 0,3 0 8 0,-3-2 0 15,3 2 0-15,0-3 0 16,-3 3 0-16,3 0 0 0,0 0 0 15,0-3 0-15,0 3 0 0,-1 0 0 0,1-2 0 16,0 2-8-16,0-3 8 0,0 3 0 0,3 0 0 0,0-3 0 0,0 3 0 0,0-2 0 16,3-1 0-16,0 3 0 0,0-2 0 0,3 2 0 15,0-3 0-15,-1 3-8 0,1 0 8 0,3 0 0 16,0-3 0-16,0 3 0 0,3 0 0 0,0-2 0 16,-4 2 0-16,4 0-8 0,-3 0 8 0,0 0 0 15,3 0 0-15,-3 0 0 0,2 0 0 0,-2 0 0 16,3 0 0-16,0 0 0 0,0 0 0 0,3 0 0 15,-1 0 0-15,1 0-8 0,0 0 8 0,3 0 0 16,0 2 0-16,-4-2 0 0,4 0 0 0,0 3 0 16,-3 0 0-16,0-3 0 0,0 0 0 0,2 2 0 15,-2-2 0-15,0 0 0 0,0 3 0 0,3-3 0 16,-1 2 0-16,1-2 0 0,0 0 0 0,3 0 0 16,-4 3 0-16,1 0 0 0,0-1-8 0,3 1 8 15,-6 0 0-15,2-3 0 0,-2 2 0 0,3-2 0 16,-3 0 0-16,3 0 0 0,-1 0 0 0,4 3 0 15,-3-3 0-15,3 0 0 0,-1 0 0 0,4 3 0 16,-3-1 0-16,-3-2 0 0,3 3 0 0,-4 0 0 0,4-3 0 16,-6 0 0-16,3 0 0 0,-1 0 0 0,1 0 0 0,3 0 0 15,0-3 0-15,3 3 0 0,-4 0 0 0,4 3 0 0,-3-3 0 16,0 0 0-16,-1 0 0 0,1 0 0 0,-3 0 0 16,0 0 0-16,-1 0 0 0,4 0 0 0,0 0 0 0,3-3 0 15,0 3 0-15,-4 0 0 0,4 0 0 0,0 0 0 16,-3 0 0-16,-1 0 0 0,1 0 0 0,0 0 0 15,0 0 0-15,-4-3 0 0,4 3 0 0,0 0 0 16,0-2 0-16,2 2 0 0,1 0 0 0,3 0 0 16,-3-3 0-16,-4 3 0 0,1 0 0 0,0-3 0 15,0 3 0-15,-1 0 0 0,-2-2 0 0,3-1 0 16,0 3 0-16,0 0 0 0,2-3 0 0,4 3 0 16,-3-2 0-16,-1 2 0 0,1-3 0 0,0 3 0 15,-3 0 0-15,-3-3 0 0,2 1 0 0,1-1 0 16,0 3 0-16,0 0 0 0,-1-2 0 0,4 2 0 15,0-3 0-15,0 3 0 0,-4-3 0 0,4 3 0 16,-3-2 0-16,0 2 0 0,-4-3 0 0,4 3 0 16,0 0 0-16,0-3 0 0,-1 3 0 0,1 0 0 15,3-2 0-15,0 2 0 0,-1-3 0 0,1 3 0 16,-3 0 0-16,3 0-8 0,-3-3 8 0,-1 3 0 16,1 0 0-16,-3 0 0 0,3-2 0 0,-1 2 9 15,1-3-9-15,3 3 0 0,0 0 0 0,-1-3-11 16,-2 3 11-16,3 0 0 0,-3 0 0 0,-1 0 0 15,1 0 0-15,-3 0 0 0,0 0 0 0,3 0 0 16,-1 0 0-16,1 0 0 0,3 0 0 0,-3 0 0 0,-1 0 0 0,1 0 0 16,3 0 0-16,-3 0 0 0,-4 3 0 15,1-3 0-15,0 3 0 0,3-1 0 0,-6-2 0 0,2 0 0 16,1 3 0-16,3-3 0 16,-3 0 0-16,2 3 0 0,1-3 0 0,3 2-8 0,-3 1 8 0,-4-3 0 0,4 3 0 0,0-1 0 15,-3-2 0-15,0 3 0 0,-1-3 0 0,4 0 0 16,-3 0 0-1,3 0 0-15,-1 0 0 0,4 0 0 16,-3 3 0-16,3-3 0 0,-1 0 0 0,1 2 0 0,0-2 0 0,-3 0 0 0,0 0 0 0,-1 0-8 16,1 0 8-16,0 0 0 0,0-2 0 0,-1 2 0 15,4 0 0-15,-3 0 0 0,0 0 0 0,2 0 0 16,-2 0 0-16,0 0 0 0,0 0 0 0,-4-3 0 16,1 3 0-16,0-3 0 0,0 3 0 0,-3-2 0 15,2 2 0-15,1-3 0 0,3 3 0 0,0-3 0 16,-3 3 0-16,2 0 0 0,-2-2 0 0,3-1 0 15,-3 3 0-15,-4 0 0 16,4 0 0-16,0 0 0 0,-3 0 0 0,0-3 0 0,-1 3 0 0,4 0 0 16,-3-2 0-16,3 2 0 0,0-3 0 0,-1 3 0 15,-2-3 0-15,3 3 0 0,0 0 0 0,-3 0 0 16,-1 0 0-16,1 0 0 0,0 0 0 0,0 0 0 16,-3 0 0-16,0-2 0 0,-1 2 0 0,1-3 0 15,0 3 0-15,3 0 0 0,-3-2 0 0,3 2 0 16,-1 0 0-16,1 0 0 0,0 0 0 0,0 0 0 15,-3 0 0-15,2-3 0 0,-2 3 0 0,0-3 0 16,-3 3 0-16,3 0 0 0,-3 0 0 0,0 0 0 0,-1 0 0 16,1-2 0-16,3 2 0 0,-3 0 0 15,3-3 0-15,-3 3 0 0,2 0 0 0,1-3 0 16,0 3 0-16,0 0 0 0,0 0 0 0,0 0 0 0,-3 0 0 0,-1 0 0 0,1 0 0 16,0 0 0-16,-3-2 0 15,0 2 0-15,0-3 0 0,0 3 0 0,0 0 0 0,-1 0 0 0,-2 0 0 0,3 3 0 16,0-3 0-16,-3 0 0 0,3 0 0 0,0 0 0 15,0 2 0-15,-1-2 0 0,4 0 0 16,-3 0 0-16,3 0 0 0,-3 0 0 0,0 0 0 16,3 0 0-16,-3 3 0 0,2-3 0 0,-2 0 0 0,0 0 0 15,0 3 0-15,0-3 0 0,0 0 0 0,-3 0 0 16,3 0 0-16,-3 2 0 0,-1-2 0 0,1 0 0 16,0 0 0-16,-3 3 0 0,3-3 0 0,0 3 0 15,0-3 0-15,-3 0 0 0,3 2 0 0,-3-2 0 16,3 0 0-16,0 3 0 0,-4-3 0 0,4 2 0 15,0-2 0-15,0 0 0 0,0 3 0 0,-3-3 0 16,3 0 0-16,0 0 0 0,-3 0 0 0,0 3 8 16,3-3-8-16,-3 2 0 0,2-2 0 0,1 0 0 15,-3 3 0-15,0-3 0 0,0 0 0 0,0 3 0 16,0-3 0-16,0 2 0 0,0-2 0 0,-3 0 0 16,3 0 0-16,-3 3 0 0,0-3 0 0,0 0 0 15,3 3 0-15,-7-3 0 0,4 2 0 0,0-2 0 16,-3 0 0-16,3 0 0 0,0 0 0 0,-3 0 0 15,3 0 0-15,0 0 0 0,0 0 0 0,0 0 0 16,0 0 0-16,-3 3 0 0,3-3 0 0,-6 0 0 0,6 0 0 0,-3 0 0 16,3 0 0-16,-6 0 0 15,6 0 0-15,-6 0 0 0,0 0 0 0,3 0 0 0,-3 0 0 0,6 0 0 0,0 0 0 16,-6 0 0-16,3-3 0 0,-3 3 0 16,6 0 0-16,-6 0 8 0,6 0-8 0,-6 0 0 0,3-2 0 0,2 2 0 15,-5 0 0-15,0 0 0 16,6-3 0-16,-3 3 0 15,-3 0 0-15,3 0 0 0,3-3 0 0,-6 3 0 0,0 0 0 0,3-2 8 0,-3 2-8 0,3-3 0 16,-3 3 0-16,6 0 0 0,-6 0 0 0,0 0 0 16,0 0 0-16,0 0 0 0,3-3 0 0,-3 3 8 15,0 0-8-15,0 0 0 0,0 0 0 0,0-5 0 16,0 5 0-16,0-3 0 0,0 3 0 0,0 0 8 16,0-5-8-16,0 5 0 0,0 0 0 0,-3-2 0 15,3 2 0-15,-3-6 0 0,3 6 0 0,0 0 0 16,-6-2 0-16,6 2 0 0,0 0 0 0,0 0 0 15,-3 0 0-15,3 0 0 0,0 0 0 0,-6 0 0 16,6 0 0-16,-6 2 0 0,0 4 0 0,6-6-8 16,-5 2 8-16,2 3 0 0,3-5-9 0,-6 8 9 15,3-2-8-15,0-1 8 0,3-5-10 0,0 5 10 16,-3 3-11-16,3-8 11 0,0 5-12 0,0-5 12 16,3 3-10-16,-3-3 10 0,3 5-8 0,-3-5 8 15,3 6 0-15,3-4-8 0,0 1 8 0,-4-3 0 16,4 3 0-16,0-3 0 0,-3 0 0 0,3 0 0 15,0 0 0-15,-3 0 0 0,3 0 0 0,-6 0 0 16,6-3 0-16,-3 3 0 0,3-3 0 0,-6 3 8 16,3-2-8-16,-3 2 12 0,3-3-4 0,-3 3 0 15,0 0-8-15,3-3 8 0,-3-2-8 0,0 5 8 16,0-5 0-16,0 0 0 0,-3-1 0 0,0 1 0 0,-3 2-8 0,3-2 9 0,-3 0-9 16,-3-1 10-16,3 4-10 0,0-3 0 0,0 2 0 0,-3-2 8 15,4 2-8-15,-4 0 0 0,0 1 0 0,3-1 0 16,-3 0 0-16,3 3 0 0,0 0 0 0,0 0 0 15,0 0 0-15,0 3 0 0,0-3 0 0,0 5 0 16,3-2-10-16,-3 2 10 0,3-2 0 0,0 2-9 16,0 0 9-16,0 1-8 0,0-1 8 0,3 0-8 15,0-5-2-15,0 8 0 0,3-2 0 0,0-1 0 16,0 0 10-16,0 0-10 0,0-2 10 0,0 2-10 16,3-2 10-16,0 0-8 0,0-1 8 0,0-2-8 15,0 3 8-15,0-3 0 0,0 0 0 0,3 0 0 16,-3 0 0-16,3 0 0 0,-3-3 0 0,0 3 0 15,-1 0 0-15,1-2 8 0,0-1-8 0,0 3 8 16,0-3 2-16,0-2 1 0,-3 2 0 0,3-2 0 16,-3 2 1-16,0-2 1 0,-3 0 0 0,3 0 0 15,-3-1 0-15,0 1 0 0,0 2 0 0,0-2 0 16,-3 0-1-16,0 0-1 0,0-3 0 0,0 2 0 16,0 1-3-16,-3 2 0 0,0-2 0 0,0 2 0 15,0 1-8-15,0-1 0 0,-2-2 9 0,2 5-9 16,-3-3 0-16,3 3 0 0,-3 0 0 0,3 3 0 15,-3-1 0-15,3 1 0 0,-3 2 0 0,3-2 0 16,-3 2 0-16,3 3-10 0,0-2 10 0,0 2 0 0,0-3-15 0,3 0 4 16,0 3 1-16,0 0 0 0,0 0-2 15,3 0-1-15,-3-3 0 0,3 3 0 0,3-3-1 16,-3 3 0-16,3-2 0 0,3-1 0 16,-3 0 6-16,3 0 8 0,0-2-13 0,3 2 5 0,-3-2 8 15,0 0 0-15,3-1 0 0,0 4 0 0,-3-6 0 16,3 0 0-16,0 0 0 0,0 0 0 15,-3 0 0-15,0-3 0 0,2 0 0 0,-2 1 0 0,0-1 0 0,0 0 8 16,0 1-8-16,0-1 11 0,-3 0 1 0,0-2 0 0,0 3 0 0,0-4 0 16,0 4 0-16,-3-4 0 0,3 1 0 0,-3 2 0 15,0-2-3-15,-3 0 0 0,3-1 0 0,-3 1 0 16,3 3-9-16,-3-4 10 0,0 1-10 0,-3 2 10 16,6 3-10-16,-3-2 0 0,-3-1 0 0,6 3 8 15,-3-3-8-15,-3 3 0 0,6 0 0 0,-6 0 0 16,6 0 0-16,-6 3 0 0,1 0 0 0,2-1 0 15,3-2-11-15,-6 6 11 0,3-1-8 0,0 0 8 16,3-5 0-16,0 8-8 0,-3-3 8 0,3 3 0 16,3-2-8-16,-3-1 8 0,3 0-8 0,3 1 8 15,-3-4-8-15,3 1 8 0,-4-1-8 0,4 1 8 16,0 0 0-16,3-1 0 0,-3 1 0 0,0-3-8 16,0 0 8-16,0 0 0 0,0 0 0 0,0 0 0 15,0-3 0-15,0 3 0 0,0-2 0 0,-3-1 8 16,3 0-8-16,-6 3 9 0,3-5-9 0,0 3 10 15,-3 2-10-15,3-6 8 0,-3 1-8 0,0 0 8 16,0-1-8-16,0 1 10 0,-3 2-10 0,0-2 10 16,0 0-10-16,0 0 0 0,-3-1 0 0,3 1 8 0,-3 2-8 15,0-2-11-15,0 2 3 0,0 1 0 16,-3-1-84-16,3 0-16 0,-3 1-3 0</inkml:trace>
  <inkml:trace contextRef="#ctx0" brushRef="#br1" timeOffset="124008.665">21479 9983 1170 0,'0'0'24'0,"0"0"6"0,0 0-30 0,0 0 0 0,0 0 0 0,0 0 0 16,0 0 79-16,0 0 9 0,0 0 3 0,0 0 0 15,0 0-17 1,0 0-3-16,0 0-1 0,0 0 0 0,0 0-10 0,0 0-3 0,0 0 0 0,-6-2 0 15,6 2-1-15,-3-6 0 0,3 6 0 0,-6-2 0 16,0-1 0-16,3 0-1 0,-3 1 0 0,0-1 0 16,0 1-3-16,0 2 0 0,0 0 0 0,-3-3 0 15,0 3-15-15,0 0-3 0,0 0-1 0,-3 0 0 16,1 3-9-16,-1-3-3 0,-3 0 0 0,0 2 0 16,0-2-5-16,3 3 0 0,-3-1-1 0,3-2 0 15,0 3-1-15,0 0 0 0,1-1 0 0,-1 1 0 16,0 0-5-16,3-3-1 0,3 2 0 15,-3 1 0-15,3 0-8 16,6-3 0-16,-6 2 9 0,6-2-9 0,0 0 0 0,0 0 0 0,0 0 0 0,0 0 8 16,0 0-8-16,0 0 0 0,0 0 0 0,0 0 0 15,0 0 0-15,0 0 0 0,0 0 0 0,0 0 0 16,0 0 0-16,0 0 0 0,0 0 0 0,0 0 0 16,0 0 0-16,0 0 0 0,0 6 8 0,0-6-8 15,0 5 8-15,0-5-8 0,0 8 8 0,0-6-8 16,0-2 8-16,0 6-8 0,3-1 8 0,0 0-8 15,-3 1 0-15,0-6 9 0,3 5-9 0,0 3 0 16,-3-3 0-16,3 0 0 0,-3 1 0 0,3-1 0 16,-3 0 8-16,0 1-8 0,3 2 0 0,-3-1 0 15,0-1 0-15,0 2 0 0,0 0 0 0,0 2 0 0,-3-2 0 16,3 3 0-16,0-3 0 0,0 5 0 0,-3-2 0 0,3 2 0 16,0 0 0-16,-3 0 0 0,3 3 0 0,-3 3 0 0,0-1 0 15,3 1 0-15,-3 2 0 0,0 0 0 0,3 3 0 0,0-3 0 16,-3 0 0-1,3 0 0-15,0-2 0 0,0-1 0 0,0 1 0 16,0-1 0-16,0 1 0 0,0-1 0 0,0 1 0 16,0-1 0-16,0 1 0 0,0 0 0 0,0 2 0 0,3 2 0 15,-3 1 0-15,0 0 0 0,3 3 0 0,-3-4 0 16,0 4 0-16,3-3 0 0,-3-1 8 0,3-1-8 0,-3-4 9 16,3 3-9-16,-3-5 9 0,3 3-9 0,-3-1 8 0,3-2-8 15,-3 0 0-15,3 3 8 0,0-4-8 0,-3 4 0 16,3-1 0-16,-3 1 8 0,3 0-8 0,-3 2 0 15,3 0 8-15,-3-3-8 0,3 4 8 16,-3-1-8-16,3-3 9 0,-3 1-9 0,0-3 10 0,3 2-10 16,-3-2 12-16,0 0-3 0,0-3-1 0,0 3 0 15,0-3 0-15,3 3-8 0,-3-3 12 0,0 1-4 16,0-1 0-16,0 3 0 0,0-3 0 0,0 0 0 16,0 3-8-16,0 3 12 0,0-4-12 0,-3 4 12 15,3 2-12-15,0-2 10 0,0 2-10 0,0 0 10 16,0 0-10-16,0-2 0 0,0-1 9 0,0 3-9 15,0-5 0-15,0 0 9 0,0 0-9 0,0 0 0 16,0-3 9-16,0 3-9 0,3 0 0 0,-3-3 9 16,0 3-9-16,0 0 0 0,3 0 0 0,-3 2 0 15,0 1 0-15,3-1 0 0,-3 3 0 0,0 1 0 16,3 1 0-16,-3-1 0 0,0-1 0 0,3 3 0 16,-3-3 0-16,0-3 0 0,3 1 0 0,-3-1 0 15,3-2 0-15,-3 0 0 0,0 0 0 0,3 0 0 16,-3-3 0-16,0 0 0 0,2 3 0 0,-2-3 0 0,0 3 0 0,3 0 0 15,-3 0 0-15,0 0 0 0,3 2 53 0,-3 1 9 0,0-1 2 16,3 4 0-16,-3-4-52 0,0 1-12 0,3-1 0 0,-3 1 0 16,0-3 0-16,0-1 0 0,3 4 0 0,-3-6 0 15,3 3 0-15,-3-3 0 0,3-2 0 0,-3 2 0 16,3-2 0-16,-3 2 0 0,3 0 0 0,-3-2 0 16,3 2 0-16,-3 0 0 0,3-2 0 0,-3 2 0 15,3 3 0-15,-3-3 0 0,3 3 0 0,-3 3 0 16,3-1 0-16,-3-2 0 0,3 5 0 15,0-2 0-15,-3 2 0 0,3-3-12 0,0-2 3 0,-3 3 0 16,3-3 9-16,0-1 0 0,-3 1 0 16,3-2 0-16,0 1 10 0,-3-1-2 0,3-1-8 0,0 0 12 15,0 0-4-15,0 1 0 0,0-1-8 0,-3 0 12 16,3 0-12-16,0 0-8 0,0 3 8 0,-3 0-13 16,3 0 22-16,0 3 5 0,-3-1 1 0,3 3 0 15,0-2-15-15,-3-1 0 0,3 4 0 0,0-4 0 16,0 1 0-16,-3-1 0 0,3-2 0 0,0 0 0 15,0 0 11-15,0-3-11 0,0 3 12 0,-3-3-12 16,2 0 9-16,-2 1-9 0,3-1 0 0,-3 0 9 16,0 0-9-16,3 0 8 0,0 3-8 0,-3-2 8 15,0 1-8-15,3 1 8 0,-3 0-8 0,0 3 8 16,0-1-8-16,0 3 10 0,0-2-10 0,0-1 10 0,0 4-10 16,0-4 12-16,0 1-12 0,0-1 12 0,0 1-12 15,0-3 0-15,0-3 9 0,0 3-9 0,0-3 18 0,0 0-1 16,0 0 0-16,0 3 0 0,0-5-17 15,0 2-16-15,0 0 4 0,0 3 0 16,0-3 12-16,0 3 0 0,3 0 0 0,-3 0 0 0,0 0 0 16,3 2 0-16,-3 1 8 0,0 2-8 0,3-2 10 0,-3-1-2 15,0-2 0-15,0 3 0 0,3-1-8 0,-3 1 0 16,0-4 0-16,0-1-11 0,0-1 11 0,3 0 0 16,-3-2 8-16,0-1-8 0,0 4 0 0,0-1 0 0,0-3 0 15,0 4 0-15,0-1 0 0,0-3 0 0,0 4 0 0,0-4 0 16,0 3 0-16,0 1 0 0,0-1 0 0,0 3 0 15,0-3 0-15,0 3 0 0,0-3 0 16,0 0 0-16,0 1 0 0,0-4-12 0,0-2 2 0,0 0 0 16,0 0-18-16,0-3-3 15,0-5-1-15,0 0 0 0,0 0-88 0,0 0-17 0,0 0-4 0</inkml:trace>
  <inkml:trace contextRef="#ctx0" brushRef="#br1" timeOffset="124715.754">21800 13847 2310 0,'0'0'48'0,"0"0"11"16,0 0-47-16,0 0-12 0,0 0 0 0,0 0 0 0,0 0 98 0,0 0 18 0,0 0 3 0,0 0 1 16,0 0-39-16,0 0-7 15,-3 5-2-15,-3 3 0 16,3 0-36-16,0 2-7 0,3-2-1 0,-3 5-1 15,0 1-9-15,0 2-2 0,3 2 0 0,-3 1 0 16,0-1-16-16,3 3 10 0,0 3-10 0,-3-3 8 0,3 0-8 16,0 1 12-16,0-4-12 0,0 1 12 0,0-1-12 15,3-2 0-15,-3 3 0 0,0-4 8 0,3 4-8 16,-3-3 0-16,3 2 0 0,-3 1 0 0,3-3 0 0,-3 0 0 16,3 2 0-16,-3 1 0 0,3-3 0 0,0-1-11 15,0-1 3-15,-3 2 0 16,3-3-32-16,0 0-5 0,0-2-2 0,-3-1 0 0,3-2 38 0,0 0 9 15,0 0 0-15,0-3 0 16,0 1-104-16,0-4-20 0,0 3-3 0</inkml:trace>
  <inkml:trace contextRef="#ctx0" brushRef="#br1" timeOffset="125407.197">22029 14328 1824 0,'-6'3'76'0,"3"-1"-60"15,-3 1 140-15,0 0 29 0,1 2 6 0,-1-2 1 16,0 2-119-16,0-2-23 0,0 4-5 0,0-1-1 16,3 2-19-16,-3 0-4 0,3 0-1 0,-3 0 0 15,3-1-20-15,3 1 0 0,-3 3 0 0,3-3 0 16,0 0 0-16,0 0 0 0,0 0 0 0,0 2 0 16,3-2 0-16,0 3 0 0,0-3 0 0,0 0 0 15,0-3 9-15,3 3-9 0,-3-3 12 0,3 3-12 16,0-3 0-16,3-2-17 0,-3 2 1 0,2-2 1 15,-2-3 1-15,3 3 0 0,0-3 0 0,3 0 0 16,-3 0 6-16,3 0 8 0,0-3-13 0,0 0 5 16,-3-2 8-16,3 2-10 0,0-4 10 0,0 1-10 15,-4-2 10-15,1 0 0 0,3-2 0 0,-6 2 0 16,3 0 0-16,-3-3 0 0,0 1 9 0,0-1-9 16,-3-2 31-16,3 0-1 0,-3 2 0 0,0-5 0 15,0 3 14-15,-3-3 4 0,3 3 0 0,-3 0 0 16,-3 2-26-16,3-2-5 0,0 5-1 0,-3-3 0 15,0 3 32-15,0 0 5 0,0 1 2 0,-3 1 0 16,0 1-32-16,0 0-7 0,0 2 0 0,-3 3-1 16,-3-3-7-16,3 1 0 0,-3 2-8 0,-2 2 12 0,2-2-12 0,-3 3 0 15,0 0 0-15,0 2 0 16,0 0-12-16,0 1-9 0,0-1-2 0,3 0 0 16,-2 3-102-16,2 0-21 0,3 3-4 0</inkml:trace>
  <inkml:trace contextRef="#ctx0" brushRef="#br2" timeOffset="153458.429">6947 10497 847 0,'0'0'24'0,"0"0"5"0,0 0-29 0,0 0 0 0,0 0 0 0,0 0 0 15,0 0 56-15,-3 2 6 0,3-2 1 0,0 0 0 16,-3 6-11-16,3-6-1 0,0 0-1 0,-3 5 0 16,3-5 0-16,0 0 0 0,-3 5 0 0,3-5 0 15,-3 5-4-15,3-5-1 0,-6 3 0 0,6-3 0 16,0 0-7-16,-3 5-2 0,3-5 0 0,-3 6 0 16,3-6-8-16,0 0-3 0,-6 2 0 0,6-2 0 15,0 0 1-15,-3 6 0 0,3-6 0 0,-6 2 0 16,6-2 7-16,-6 3 2 0,6-3 0 0,-6 3 0 15,6-3-4-15,-6 5-1 0,6-5 0 0,0 0 0 16,-6 0-6-16,6 0 0 0,0 0-1 0,-6 3 0 16,6-3-12-16,-6 0-3 0,0 0 0 0,6 0 0 15,-5 0-8-15,5 0 8 0,0 0-8 0,-9 0 8 16,3-3-8-16,0 3 0 0,0 0 0 0,6 0 0 16,-6 0 0-16,0 0 0 0,6 0 0 0,-6 0 0 15,0 0 0-15,0 0 0 0,6 0 0 0,-6 0 0 16,0 0 0-16,-3 3 0 0,3-3 0 0,0 0 0 15,0 0 0-15,-3 2 0 0,3-2 0 0,0 3 0 16,-2-3 8-16,-1 0-8 0,0 2 8 0,0 1-8 0,3-3 9 16,-3 3-9-16,-3-3 10 0,3 2-10 0,3-2 14 15,-3 3-3-15,0 0-1 0,3-1 0 16,-3 1 16-16,3-3 3 0,-3 3 1 0,3-1 0 0,1-2-30 16,5 0 0-16,-6 3 0 0,0-3 0 15,6 0-16-15,0 0-10 0,0 0-2 0,0 0 0 16,0 0-6-16,0 0-2 0,0 0 0 0,0 0 0 15,3-5-156-15,-3 2-32 0</inkml:trace>
  <inkml:trace contextRef="#ctx0" brushRef="#br2" timeOffset="154924.385">6929 10465 984 0,'0'0'20'0,"0"0"5"0,0 0-25 0,0 0 0 0,0 0 0 0,0 0 0 15,0 0 49-15,0 0 5 0,0 0 1 0,0 0 0 16,0 0-3-16,-6 5-1 0,6-5 0 0,0 0 0 16,-3 0-1-16,3 0 0 0,0 0 0 0,-6 3 0 15,6-3-2-15,0 0 0 0,0 0 0 0,-6 3 0 16,6-3-3-16,0 0-1 0,-6 2 0 0,6-2 0 16,-6 0-8-16,0 3-1 0,6-3-1 0,-9 0 0 15,3 2-7-15,0-2-2 0,0 3 0 0,1 0 0 16,-1-3-5-16,-3 2-2 0,0-2 0 0,0 0 0 15,3 3 2-15,-3-3 1 0,0 3 0 0,0-3 0 16,0 0-1-16,0 2 0 0,0-2 0 0,0 0 0 16,0 3 0-16,0-3-1 0,-2 0 0 0,-1 3 0 15,3-3-3-15,-3 0 0 0,3 2 0 0,-3-2 0 16,3 0-2-16,0 0-1 0,-3 0 0 0,3 0 0 16,0 3-3-16,-3-3-1 0,4 0 0 0,-4 3 0 15,0-3 1-15,3 0 0 0,-3 0 0 0,0 0 0 16,3 2 3-16,-3-2 1 0,3 3 0 0,0-3 0 15,0 2-14-15,0 1 9 0,3 0-9 0,-2-3 8 16,2 2-8-16,-3 1 0 0,3 0 9 0,-3-3-9 0,3 2 0 16,-3 1 0-16,3 0 0 0,0-1 0 0,0 1 0 15,0 0 0-15,6-3 0 0,-6 2 0 0,6-2 0 0,-6 3 8 0,6-3-8 16,0 0 0-16,0 0 0 0,0 0 0 0,0 0 0 16,-3 3 8-16,3-3-8 15,0 0 0-15,0 0 0 0,0 0 8 0,-3 5-8 0,3-5 0 0,0 5 0 16,0-5 0-16,0 5 0 0,0 1 0 0,0-6 0 0,3 8 0 15,-3-3 16 1,0-5 1-16,0 5 1 0,3 1 0 0,-3-6-18 16,0 5 0-16,0 3 0 0,0-3 0 0,0 0 0 0,3 1 0 0,-3 2 0 0,0-3 0 15,0 3 0-15,0 0 0 0,0 2 0 0,0 1 0 16,0-1-12-16,0 1-7 0,0 0-1 0,0 2 0 16,-3 0 20-16,3 0 0 0,0 3 0 0,-3-3 0 15,0 3-8-15,3 0 8 0,0 0 0 0,-3 0 0 16,0 0 0-16,3 2 0 0,-3 1 0 0,0-1 0 15,3 4 0-15,-3-4 0 0,3 3 0 0,0 0 0 16,-3 3 0-16,3 3 0 0,-3-1 0 0,0 3 0 16,3-2 0-16,-3 2 0 0,0 3 0 0,3-3 0 15,-3 0 12-15,0 0 8 0,3 3 3 0,-2-3 0 16,-1 5-23-16,3-2-18 0,-3 2 3 0,0 3 1 16,3-2 14-16,-3-1 16 0,3 3-3 0,-3 0-1 15,3-2-12-15,-3-4 0 0,3 4 8 0,-3 2-8 16,0 0 0-16,3 3 0 0,0-1 0 0,-3 4 0 15,3-6 54-15,-3 0 8 0,3 0 2 0,-3 2 0 16,0-4-52-16,3-1-12 0,0 3 0 0,-3 0 0 16,3 0 0-16,-3 3 0 0,3 0 0 0,0 2 0 0,-3-5 0 0,3-3 0 15,0 1 0-15,0-1 0 16,0 1 0-16,0-4 0 0,0 4 0 0,0 2 0 16,0 0 0-16,0 0 0 0,3 3 0 0,-3-1 0 15,0-4 54-15,0-1 8 0,0-2 2 0,0 0 0 16,0-3-52-16,0 2-12 0,0-1 0 0,0 4 0 15,0-2 0-15,0 2 0 0,0 1 0 0,0-1 0 16,0-2 0-16,0-1 0 0,0-1 0 0,0-4 0 0,0 3 34 0,0-5 4 16,0 2 1-16,-3 4 0 0,3-1-19 0,0 2-3 0,-3 1-1 15,3 3 0-15,0-6-6 0,-3 2-2 0,0-2 0 0,3 3 0 16,0-5 0-16,-3-1 0 0,3 1 0 0,-3-1 0 16,3-2-8-16,-3 2 0 0,0 1 0 0,0 5 8 15,3-3-8-15,-3 2 10 0,0 4-10 0,0-3 10 16,0-1-19-16,3-2-4 0,-3-2-1 15,0-1 0-15,3 1 29 0,-3-3 5 0,0-1 2 0,-3 4 0 16,3-1-22-16,0 1 0 16,0 5 0-16,0-3 0 0,0 2-20 0,3 1 0 0,-3 0 1 0,0-3 0 15,3 0 19-15,-3-5 0 0,1 0 0 0,2 0 0 16,-3-1 0-16,0 1 0 0,3 0 0 0,-3 2 0 16,0 1 0-16,3 2 0 0,-3 3 0 0,0 0 0 15,3-1 0-15,-3-2 0 0,0 1 0 0,0-4 0 16,3-2 14-16,-3 0 6 0,3-3 2 0,-3 0 0 15,0 0-22-15,3 0 0 0,-3 0 0 0,0 3 0 16,3 0 0-16,-3 0 0 0,3 2 0 0,-3 1 8 16,3-3-8-16,-3-1 0 0,3 4 0 0,0-6 0 15,-3 0-17-15,3-5-5 0,-3 3-1 0,3-6 0 16,0-3 36-16,-3 1 7 0,3 0 2 0,0-6 0 16,0 3-22-16,0-8-20 0,0 0 4 0,0 0 1 15,0 0-96-15,0 0-19 0,0 0-4 0</inkml:trace>
  <inkml:trace contextRef="#ctx0" brushRef="#br2" timeOffset="155603.037">6518 14632 2060 0,'0'0'58'0,"-3"-5"14"0,3 5-58 0,0 0-14 0,0-5 0 15,0 5 0-15,0 0 84 0,0 0 15 0,-3-6 2 0,3 6 1 16,0 0-16-16,0 0-3 0,0 0-1 0,0 0 0 15,0 0-66-15,0 0-16 0,0 0 0 0,-3 6 0 16,0-1 55-16,0 3 7 0,0 3 2 0,3-1 0 16,-3 3-55-16,0 3-9 0,3 0 0 0,-3 3 0 15,3 2 0-15,-3 3 0 0,3 2 0 0,-3 3 0 16,3-2 0-16,-3-3 0 0,3 2 0 0,0-2 0 16,-2-3 0-16,2 0 0 0,0-2 0 0,-3 4 0 15,3-4 0-15,0 2 0 0,0 0 0 0,0-2-11 16,0 2-9-16,0 0-3 0,0-2 0 0,0 2 0 15,0-3-26-15,0-2-6 0,0 3-1 0,0-3 0 16,0-3-103-16,0 0-21 0,0-2-4 0</inkml:trace>
  <inkml:trace contextRef="#ctx0" brushRef="#br2" timeOffset="156305.661">6616 15151 1561 0,'0'-8'66'16,"0"3"-53"-16,0-3 101 0,3 3 20 0,0-1 4 0,0-2 1 16,0 3-40-16,0 0-8 0,3-3-2 0,0 5 0 15,0-2-25-15,0 0-6 0,0-1-1 0,3 4 0 16,0-4-13-16,0 4-2 0,0-4-1 0,3 1 0 16,-3 2-15-16,3-2-3 0,-1 3-1 0,1-1 0 15,-3 0-6-15,3-2-2 0,-3 2 0 0,3 1 0 16,-3-1-14-16,-3 3 9 0,3 0-9 0,-3 0 8 15,0 0 12-15,0 0 3 0,-3 0 0 0,-3 0 0 16,3 5-31-16,-3-5-7 0,3 6-1 0,-3 2 0 16,-3-3-25-16,0 3-6 0,0 0-1 0,-3 2 0 15,0 1 39-15,-3-3 9 0,3 5 0 0,-3-2 0 16,0-1-26-16,0 1-3 0,0-1-1 0,0 1 0 16,0 0 15-16,3-1 3 0,-3-2 1 0,4 0 0 0,-1-3 1 15,3 1 0-15,0-1 0 0,3-5 0 16,0 0-2-16,0 0-1 0,0 0 0 0,0 0 0 15,0 0 13-15,6-3 0 0,0 1 0 0,-1-4-9 0,1 4 9 0,3-4 0 0,0 1 0 16,0 0 0-16,3 2 0 0,-3-2 0 0,0 2 0 16,0 1 0-16,3-1 0 0,-3 0 0 0,-3-2 0 0,0 5 0 15,0-3 56-15,0 3 6 0,-1 0 2 0,1 0 0 16,-3 3-52-16,3-3-12 0,0 5 0 0,-3-2 0 16,0 2 0-16,0 0 0 0,0 3 0 0,0 0 0 15,-3 0 0-15,0 3 0 0,0-1 0 0,0 1 0 16,-3 0 0-16,0 2 0 0,0 0 0 0,0 0 0 15,-3 1 0-15,0-4 0 16,0 3 0-16,-2 1 0 0,-1-1 0 0,0-3 0 0,-3 1 0 0,0 0 0 16,0-1 0-16,0 1 0 0,0-3 0 0,-3 2 0 15,3 1 0-15,0-3 0 0,1 0 0 0,-1-3 0 16,0 3 0-16,0-3 0 0,3 1 0 0,0-4 0 16,0 1 0-16,3-1 0 0,0-2 0 0,0 0 0 15,0 0-100-15,6 0-22 0,-6-2-5 16</inkml:trace>
  <inkml:trace contextRef="#ctx0" brushRef="#br2" timeOffset="167805.559">10614 10227 1036 0,'0'0'23'0,"0"0"5"0,0 0 29 0,0 0-57 0,0 0 0 0,0 0 0 0,0 0 0 16,0 0 52-16,0 0 4 15,0 0 0-15,0 0 1 0,0 0-9 0,0 0-3 0,0 0 0 0,0 0 0 16,0 0-15-16,0 0-3 0,0 0-1 0,0 0 0 16,0 0 30-16,0 0 7 0,0 0 1 0,0 0 0 15,0 0-24-15,0 0-4 0,0 0 0 0,0 0-1 16,0 0-7-16,0 0-2 0,0 0 0 0,0 0 0 15,0 0-18-15,3-3-8 0,-3 3 0 0,0 0 8 16,0 0-8-16,3-5 0 0,0 2 0 0,3 3 0 16,-6 0 0-16,3-2 0 0,3-1 0 0,0 3 0 15,0-3 0-15,-6 3 0 0,3 0 0 0,3 0 0 16,0-2 0-16,-6 2 0 0,6 0 0 0,-3-3 0 16,3 3 28-16,-1 0 4 0,-2-3 1 0,3 3 0 15,0 0-18-15,-3-2-4 0,3 2-1 0,0 0 0 16,0 0-10-16,0 0 0 0,0 0 0 0,3 0 0 15,-3 0 19-15,3 0 1 0,-3 0 1 0,3 0 0 16,0 0-32-16,0 2-6 0,0-2-2 0,-3 0 0 16,2 0 19-16,-2 0 0 0,3 0 0 0,0 0 0 15,0 3 0-15,0-3 0 0,0 0 8 0,-3 0-8 16,3 0 13-16,-3 0-3 0,3 0-1 0,-3 0 0 16,0 0-9-16,-6 0 10 0,6 0-10 0,3 0 10 15,-3 0-10-15,-6 0 0 0,6 0 0 0,-1-3 0 0,-5 3 13 0,6 0 1 16,0 0 0-16,-6 0 0 0,6 0-22 0,0 0-5 15,-6 0-1-15,6 0 0 0,0 0 14 0,3 0 0 16,-9 0 0-16,6 0 0 16,0-2 25-16,-6 2 8 0,6 0 2 0,3 0 0 0,-9 0-5 0,6 0-1 0,0-3 0 15,-6 3 0-15,6 0-29 0,-6 0-12 0,9 0 1 0,-9 0 0 16,6 0 11-16,-6 0 16 0,6 0-4 0,-6 0-1 16,0 0-11-16,9 0 0 0,-9 0 0 0,0 0 0 15,5 3 0-15,-5-3 0 0,0 0 0 0,6 0 0 16,-6 0 0-16,0 0 0 0,0 0 0 0,0 0 0 15,9 2 0-15,-9-2 0 0,0 0 0 0,0 0 0 16,0 0 0-16,0 0 0 0,6 3 0 0,-6-3 0 16,0 0 0-16,0 0 0 0,0 0 0 0,6 5 0 15,-6-5 53-15,0 0 9 0,0 0 2 0,0 0 0 16,6 3-52-16,-6-3-12 0,0 0 0 0,0 0 0 16,0 0 0-16,6 8 0 0,-6-8 0 0,3 8 0 15,-3-8 0-15,3 5 0 0,-3-5 0 0,0 8 0 16,0-8 0-16,0 8 0 0,0-8 0 0,0 8 0 15,0 0 0-15,0 0 0 0,0-3 0 0,0 3 0 16,0-3 0-16,-3 3 0 0,3-2 0 0,0 1 0 0,-3 1 0 16,3 0 0-16,-3 0 0 0,0 0 0 0,3 0 0 15,-3 0 0-15,3 0 0 0,-3 0 0 0,3 0 0 0,-3 0-10 16,3 0 2-16,-3 0 0 0,3 0 8 0,-3-3 11 16,3 0-3-16,0 3 0 0,-3-3-8 0,3 3 0 15,0-2 0-15,-3 2 0 0,3-3 0 0,-3 0-11 16,3-5 3-16,0 8 0 0,0-3 8 0,0-5 0 15,0 8 0-15,0-2 0 16,0-6 0-16,0 8 0 0,0-3 0 0,0 3 0 0,0-8 0 0,0 5 0 16,0-5 0-16,0 5 0 0,0-5 0 0,0 8 11 15,0-8-3-15,0 8 0 0,0-8-8 0,0 0 0 16,0 0-12-16,0 6 12 0,0-6 0 0,0 0 0 0,0 0 0 16,0 0 12-16,0 0-12 0,0 0-11 0,0 0 3 15,0 8 0-15,0-8 8 0,0 0 0 0,0 0 0 16,0 0 0-16,0 0 0 0,0 0 0 15,6 7 0-15,-6-7 0 0,0 0 0 0,0 0 0 0,9 6 0 0,-9-6 0 16,6 2 0-16,-6-2 0 0,0 0 0 0,9 3 0 16,0-3 0-16,-9 0 0 0,9 3 0 0,-9-3 0 15,9 0 0-15,-3 0 0 0,-6 0 0 0,9 0 0 16,0 0 0-16,-3 0 0 0,-6 0 0 0,12 0 0 16,-6 0 0-16,3-3 0 0,-9 3 0 0,8 0 0 15,-2 0 0-15,3 0 0 0,-9 0 0 0,9 0 0 16,0 0 0-16,-3-3 0 0,0 3 0 0,3 0 0 15,-3 0 0-15,0-2 0 0,0 2 0 0,0 0 0 16,3 0 0-16,-6-3 0 0,3 3 0 0,0-3 0 16,0 3 0-16,0 0 0 0,0 0 0 0,-1-2 0 15,-2 2 0-15,3 0 0 0,0-3 0 0,0 3 0 16,0-2 0-16,0 2 0 0,0 0 0 0,3-3 0 16,-3 0 0-16,0 3 0 0,3-2 0 0,-3 2 0 15,3 0 0-15,-3-3 0 0,0 3 8 0,3-3-8 0,-3 3 8 16,3-2-8-16,-4 2 8 0,4-3-8 0,-3 3 0 0,3-3 0 15,-3 3 0-15,3-2 0 0,0 2 0 0,-3 0 0 16,3 0 0-16,0-3 0 0,-3 3 0 0,3-3 0 16,0 3 0-16,-3-2 0 0,0 2 0 0,0 0 0 15,0-3 0-15,0 0 0 0,-1 3 0 0,1 0 0 0,0-2 0 16,3 2 0-16,-3 0 0 0,0-3 0 0,0 3 0 0,0-2 0 16,0 2 0-16,0 0 0 0,0 0 0 0,0 0 0 15,0 0 0-15,-6 0 0 0,6 0 0 0,0 0 0 16,0 0 0-16,-6 0 0 15,6 0 0-15,-6 0 0 0,6 0 0 0,0 0 0 16,-6 0-12-16,6 0 4 0,-6 0 8 0,6-3 9 0,-6 3-1 0,5 0-8 16,-5 0 0-16,3-3 0 15,-3 3-12-15,6 0 3 0,-3 0 9 0,-3 0 11 16,6 0-3-16,-6 0 0 0,0 0-8 0,6 0 0 0,-3-2-12 0,-3 2 12 16,0 0 0-16,0 0 0 0,6 0 0 0,0 0 12 15,-6 0-12-15,0 0 0 0,6 0 0 0,-6 0 0 16,3 0 0-16,-3 0 0 0,6 0 0 0,-6 0 0 15,0 0 0-15,6 0 0 0,-6 0 0 0,3-3 0 16,-3 3 0-16,0 0 0 0,6 0 0 0,-6 0 0 16,0 0 0-16,6-3 0 0,-6 3 0 0,0 0 0 0,0 0 0 15,0 0 0-15,0 0 0 0,0 0 0 16,3 0 0-16,-3 0 0 0,0 0 0 0,0 0 0 0,6 0 0 0,-6 0 0 16,0 0 0-16,0 0 0 0,0 0 0 0,0 0 0 15,0 0 0-15,3-2-783 16,-3 2-158-16</inkml:trace>
  <inkml:trace contextRef="#ctx0" brushRef="#br2" timeOffset="177758.931">15436 10206 922 0,'0'0'19'0,"0"0"5"16,0 0-24-16,0 0 0 0,0 0 0 0,0 0 0 15,0 0 55-15,0 0 5 0,0 0 2 0,-3 5 0 16,3-5-10-16,0 0-1 0,-3 5-1 0,3-5 0 16,0 0-2-16,0 0 0 0,-3 5 0 0,3-5 0 15,0 0-3-15,0 0-1 0,0 6 0 0,0-6 0 16,0 0-7-16,0 0-1 0,0 0-1 0,0 5 0 15,0-5-8-15,3 5-2 0,3-2 0 0,-3 0 0 16,3-1-1-16,-3-2-1 0,3 3 0 0,0-3 0 16,0 0-6-16,0 0-1 0,0 0 0 0,0 0 0 0,0 0 2 0,3-3 0 15,0 3 0-15,-1 0 0 0,1 0 2 16,3-2 0-16,-3 2 0 0,3 0 0 0,0 0-5 0,-3 0-1 16,3 0 0-16,0 0 0 0,-3 0-6 0,3 0 0 0,-3 0-8 0,0 0 12 15,-1 0-12 1,1 0 8-16,0 2-8 0,-3-2 0 0,3 0 9 15,-3 3-9-15,0 0 8 0,0-1-8 0,0-2 10 0,0 3-10 0,0 0 12 16,0-1-12-16,-3-2 12 16,0 3-4-16,3-1 0 0,-3 1-8 0,0 0 8 0,0-1-8 0,0 1 0 0,0 2 0 15,0 1 9-15,0-4-9 0,0 4 0 0,-3-1 9 16,3 0-9-16,0 0 0 0,-3 1 0 0,3 2 0 16,-3-3 0-16,0 3 8 0,2-3-8 0,-2 3 8 15,3 0-8-15,-3 0 0 0,3 0 0 0,-3 0 0 16,3 0 0-16,-3 0 0 0,0 0 0 0,3 0 0 15,-3 0-16-15,0-3-9 0,3 3-2 0,-3 0 0 16,0-3 27-16,0 3 0 0,0-3 0 0,0 3 0 16,0-2 0-16,3-1 0 0,-3 0 0 0,0 0 0 15,0-5 0-15,0 6 0 0,3-1 0 0,-3-5 0 16,0 5 0-16,0-5 0 0,3 6 0 0,-3-6 0 16,0 5 20-16,0-5 8 0,6 2 3 0,-6-2 0 15,3 6-50-15,-3-6-9 0,3 2-3 0,0-2 0 16,3 3 31-16,0 0 0 0,0-3 0 0,-3 0 0 15,3 0 0-15,0 0 0 0,0 0 0 0,0-3 0 16,0 3 0-16,3-3 0 0,-3 3 0 0,0 0 0 16,3-2 21-16,-3 2 11 0,2 0 1 0,-2-3 1 15,3 3-25-15,3-3-9 0,-3 1 0 0,0 2 9 0,0 0-9 16,0-3 0-16,0 1 9 0,0 2-9 16,0 0 8-16,0-3-8 0,0 3 10 0,0-3-10 0,-1 3 8 15,1 0-8-15,-3-2 0 0,3 2 0 16,0 0 20-16,0-3-3 0,0 3 0 0,0 0 0 15,0 0-17-15,-3 0 0 0,3 0 0 0,-3 0 0 0,0 0 0 16,3-3 0-16,-3 3 0 0,3 0 0 0,-4 0 0 0,1 0 0 0,3 0 0 0,-3 0 0 16,0 0 0-16,3-2 0 0,0 2 0 0,-3 0 0 15,3 0 0-15,0 0 0 0,0 0 0 0,-3 0 0 16,6 0 0-16,-3 0 0 0,0 0 0 0,0 0 0 16,-4 0 0-16,4-3 0 0,0 3-11 0,0 0 11 15,-3 0 0-15,3 0 0 0,0 0 0 0,0 0 0 16,-3 0 0-16,3 0 0 15,-3 0 0-15,0 0 9 0,3 3-1 0,-3-3-8 0,3 0 12 16,-3 0-4-16,0 0-8 0,2 0 12 0,-2 0-12 0,0 0 12 16,3 0-12-16,-3 0 12 0,0 0-12 0,0 0 12 15,3 0-12-15,-3-3 0 0,3 3 9 0,-3 0-9 16,0 0-12-16,0 0-8 0,0 0 0 0,0 0-1 16,0-3 21-16,0 3 0 0,0 0 0 0,0 0 0 15,-1 0 0-15,1 0 0 0,0 0 0 0,0 0 0 16,-3 0 0-16,3 0 0 0,-3 0 0 0,3 0 0 15,-3 0 47-15,3 0 13 0,0 0 4 0,-3 0 0 16,3 0-52-16,-3 0-12 0,3 0 0 0,-6 0 0 16,3 0 0-16,-3 0 0 0,6 0 0 0,-6 0 0 15,6 0 0-15,-3 0 0 0,-3 0 0 0,0 0 0 16,6 0 0-16,-6 0 0 0,0 0 0 0,0 0 0 16,6 0 0-16,-6 0 0 0,0 0 0 0,0 0 0 0,0 0 0 0,0 0 0 0,0 0 0 0,0 0 0 31,0 0 0-31,0 0 0 0,0 0 0 0,0 0 0 15,0 0 0-15,0 0 0 0,0 0 0 0,0 0 0 0,0 0 0 0,0 0 0 0,0 0 0 0,0 0 0 16,0 0 0-16,0 0 0 0,0 0 0 0,0 0 0 16,0 0 0-16,-6 0 0 0,6 0 0 0,-6 0 0 15,6 0 0-15,-6 0 0 0,0 3 0 0,0-3 0 16,0 0 0-16,6 0 0 0,-6 0 0 0,0 0 0 16,6 0 0-16,-9 3 0 0,3-3 0 0,6 0 0 15,-6 0 0-15,0 0 0 0,6 0 0 0,-6 2 0 16,6-2 0-16,-6 0 0 0,6 0 0 0,-9 0 0 15,9 0 0-15,0 0 0 0,0 0 0 0,-6 0 0 16,6 0 0-16,0 0 0 0,0 0 0 0,0 0 0 16,-5 3 0-16,5-3 0 0,0 0 0 0,0 0 0 15,0 0-36-15,0 0-4 0,0 0-1 0</inkml:trace>
  <inkml:trace contextRef="#ctx0" brushRef="#br2" timeOffset="183196.464">20303 10229 847 0,'0'0'24'0,"0"0"5"15,0 0-29-15,0 0 0 0,0 0 0 0,0 0 0 16,6 0 52-16,-6 0 5 0,3-2 1 0,-3 2 0 15,6 0 6-15,-6 0 2 0,3-3 0 0,-3 3 0 0,6 0-11 0,0 0-3 16,0-3 0-16,-6 3 0 0,3 0-6 0,-3 0-2 0,6-2 0 0,-6 2 0 16,5 0-9-16,1 0-3 0,-6 0 0 15,6 0 0-15,-3 2-3 0,3-2-1 0,-6 0 0 16,6 0 0-16,0 3-8 0,0-3-3 0,0 0 0 0,3 3 0 16,-3-3-1-16,0 2-1 0,3-2 0 0,-3 3 0 15,0-3 1-15,3 0 0 16,0 3 0-16,0-3 0 0,3 2 0 0,-4-2 0 15,4 0 0-15,-3 3 0 0,0-3 1 0,3 0 1 0,-3 3 0 16,3-3 0-16,-3 0-6 0,0 0 0 0,-3 0-1 16,3 0 0-16,-3 2-11 0,0-2 12 0,0 0-12 0,-1 0 12 15,-2 3-4-15,0-3-8 0,3 0 12 0,-6 0-4 16,3 3 5-16,-3-3 1 0,6 2 0 0,-3 1 0 16,-3-3-2-16,3 3 0 0,0-1 0 0,0 3 0 15,0-2-4-15,-3-3-8 0,3 5 11 0,0 1-11 16,0-1 9-16,0 0-9 0,0-2 0 0,0 2 9 15,0 3-9-15,0-3 0 0,0 1 0 0,0 2 8 16,0-3-8-16,0 6 0 0,0-4 0 0,0 1 8 16,-3 0 10-16,3 0 2 0,0 0 0 0,0 3 0 15,0-3-30-15,0 2-6 0,0-2 0 0,0 0-1 16,0 3 27-16,-3-3 6 0,3 0 0 0,0 0 1 16,0 0-17-16,-3 0 0 0,3-1 0 0,0-1 0 15,0 2 0-15,-3 0 0 0,3-3 0 0,0 3 0 16,-3-3 0-16,2 0 0 0,-2 3 0 0,0-8 0 15,3 6 0-15,0-1 0 0,-3-5 0 0,3 8 0 16,-3-8 0-16,3 5-16 0,-3-5 4 0,3 5 0 0,-3-5 12 16,3 6 0-16,-3-6 0 0,0 0 0 0,3 5 14 15,-3-5-4-15,3 3-1 0,-3-3 0 16,3 5-9-16,-3-5 0 0,6 3 0 0,-3 2 0 16,-3-5 8-16,6 3-8 0,-6-3 12 0,3 2-4 0,-3-2-8 0,6 3-9 15,0-3 9-15,-6 0-13 0,3 3 13 0,3-3 0 0,-6 0 0 0,6 2 0 16,0-2 0-16,0 3 0 0,-3-3 0 15,3 0 0-15,0 2 0 0,-3-2 0 0,3 0 0 16,0 0 0-16,-3 3 0 0,3-3 0 0,-1 0 0 16,-2 0 0-16,3 3 0 0,-3-3 0 0,3 0 0 0,0 2 0 15,-3-2 16-15,3 3 5 0,0-3 2 0,-3 0 0 16,3 3-37-16,-3-3-7 0,3 0-2 0,-3 0 0 16,3 2 23-16,0-2 0 0,-3 0 0 0,3 0 0 15,0 3 0-15,-3-3 0 0,3 0 0 0,-3 0 0 16,0 3 0-16,3-3 0 0,-3 0 0 0,-3 0 0 15,3 2 0-15,3-2 0 0,-3 3 0 0,-3-3 0 16,3 0 0-16,2 0 0 0,-2 0 0 0,-3 0 0 16,3 0 0-16,3 0 0 0,-3 0 0 0,-3 0 0 15,6 0 0-15,-6 0 0 0,3 0 0 0,-3 0 0 16,3 0 0-16,-3 0 0 0,0 0 0 0,0 0 0 16,0 0 0-16,0 0 0 0,0 0 0 0,0 0 0 15,6 0-56-15,-6 0-6 0,0 0-2 0,0 0 0 16,0 0 0-16,3-3 0 0,-3 3 0 0</inkml:trace>
  <inkml:trace contextRef="#ctx0" brushRef="#br2" timeOffset="185233.335">20898 10581 1041 0,'0'0'44'0,"0"0"-36"16,0 0 65-16,0 0 13 0,0 0 2 0,6 0 1 16,0 0-28-16,0 0-5 0,-3 0-2 0,3 0 0 15,0 0-18-15,-3 0-3 0,3 0-1 0,-3 0 0 16,3-2 1-16,-3 2 0 0,3 0 0 0,-3 0 0 16,3 0-1-16,-3 0-1 0,3 0 0 0,0 0 0 15,-3 0-6-15,2 0-1 0,1-3 0 0,0 3 0 16,0 0-8-16,3 0-3 0,-3-3 0 0,0 3 0 15,0 0-5-15,0 0 0 0,0-2-8 0,0 2 12 16,0 0-12-16,3-3-18 0,-3 3 4 0,3-3 1 16,0 3 13-16,-3 0 0 0,3-2 0 0,0 2 0 15,-1 0 0-15,1 0 0 0,-3 0 0 0,3 0 0 16,0-3 22-16,0 1 7 0,0 2 2 0,0 0 0 16,0 0-16-16,0 0-3 0,0 0-1 0,-3 0 0 0,3 0-2 15,0-3 0-15,-1 3 0 0,-2 0 0 0,3-3-1 16,-3 3 0-16,3 0 0 0,-3 0 0 15,3 0-8-15,0 0 12 0,-3 0-12 0,3 0 12 0,-3 0-12 0,3-2 0 16,0 2 9-16,-3 0-9 0,0 0 0 0,3 0 0 0,-3 0 0 16,0 0 8-16,-1 0-8 0,1 0 8 0,-3 0-8 0,3 0 8 15,0 0-8-15,-3-3 9 0,3 3-9 0,-3 0 10 16,3-3-10-16,-3 3 10 0,3 0-10 0,0 0 10 16,-3 0-23-16,3-2-5 0,0 2-1 0,0 0 0 15,-3 0 67-15,3-3 12 0,0 3 4 0,-3 0 0 16,3 0-52-16,-6 0-12 0,6 0 0 0,0 0 0 15,-3 0 0-15,3-3 0 0,-1 3 0 0,-5 0 0 16,6 0 0-16,-3 0 0 0,3 0 0 0,-6 0 0 16,6 0 0-16,-3 0-18 0,-3 0 4 0,6 0 1 15,0 0 21-15,-6 0 4 0,6 0 0 0,-3 0 1 16,-3 0-13-16,6 0-12 0,-6 0 3 0,6 3 0 16,-6-3 9-16,6 0 0 0,0 0 0 0,-6 0 0 15,6 0 0-15,-6 0 0 0,0 0 0 0,6 3 8 16,-6-3-8-16,0 0 8 0,6 0-8 0,-6 0 8 15,0 0-8-15,3 0 8 0,-3 0-8 0,0 0 8 16,0 0-8-16,0 0 9 0,6 2-9 0,-6-2 10 16,0 0-10-16,0 0 0 0,0 0 9 0,0 0-9 15,0 0 8-15,0 0-8 0,0 0 10 0,0 0-10 16,0 0 8-16,0 0-8 0,0 0 0 0,0 0 9 0,0 0-9 16,0 0 0-16,0 0 9 0,0 0-9 0,0 0 0 15,0 0 9-15,0 0-9 0,0 0 0 0,0 0 10 0,-6 0-10 16,0 0 8-16,0 0-8 0,3 0 8 15,-3 3-8-15,0-3 0 0,0 0 8 16,0 0 20-16,0 0 4 0,0 0 1 0,0 0 0 0,0 0-33 0,-3 0 0 16,3 0 0-16,0 0 0 0,-2 0 0 0,2 0 0 0,0 0 0 0,-3 0 0 15,3 3 0-15,0-3 0 0,6 0 0 16,-6 0-12-16,0 2 12 0,6-2 0 16,0 0 0-16,-6 0 0 0,6 0 0 0,0 0 0 0,-6 3 0 0,6-3 0 15,-9 0 0-15,9 0 0 0,-3 0 0 0,3 0 0 16,-6 3 0-16,6-3 0 0,-6 0 0 0,6 0 0 15,-9 0 0-15,9 0 0 0,-6 2 0 0,0-2 0 16,6 0 0-16,-6 0 0 0,0 0 0 0,0 0 0 16,6 0 0-16,-8 0 0 0,2 0 0 0,0 0 0 15,6 0 0-15,-6 3 0 0,0-3 0 0,6 0 0 16,-6 0 0-16,0 0 0 0,6 0 0 0,0 0 0 16,0 0 0-16,0 0 0 0,0 0 0 0,0 0 0 15,0 0 0-15,0 0 0 0,0 0 0 0,0 0-9 16,0 0-3-16,0 0 0 0,0 0 0 0,6 0 0 15,0 0-11-15,3 0-2 0,0 0-1 16,-3-3 0-16,2 3 7 0,1-2 2 0,0 2 0 0,0 0 0 16,-3-3 3-16,3 3 1 0,0-3 0 0,0 3 0 15,0-2 5-15,-3-1 8 0,3 0-13 0,-3 3 5 16,3-2 8-16,-3 2 0 0,-3 0-9 0,-3 0 9 16,0 0 0-16,6 0 0 0,-6 0 0 0,0 0 0 15,0 0 0-15,0 0 0 0,0 0 0 0,0 0 0 0,0 0 15 16,0 0-3-16,0 0 0 0,0 0 0 15,0 0 6-15,0 0 1 0,0 0 0 0,0 0 0 0,0 0-7 16,0 0 0-16,0 0-1 0,0 0 0 0,0 0 1 0,0 0 0 0,0 0 0 16,0 0 0-16,-6 2 2 0,0-2 1 0,0 3 0 15,0 0 0-15,0-1-3 0,0 1 0 0,0-3 0 0,0 3 0 16,0-1 1-16,-3 1 0 0,0-1 0 0,0 1 0 16,0 0-3-16,0-3-1 0,0 2 0 0,0-2 0 15,-2 0-9-15,-1 3 8 0,0-3-8 0,-3 0 8 16,3 3-8-16,0-3 0 0,0 0 0 15,0 0 8-15,0 0-8 0,0 0 0 16,-2 0 0-16,2 0 0 0,0 0 0 0,0 2 8 0,3-2-8 0,-3 0 0 16,0 3 0-16,3-3 8 0,0 0-8 0,-3 3 0 15,3-3 0-15,0 0 8 0,1 2-8 0,-1-2 0 16,0 3 0-16,3-3 0 0,-3 3 8 0,3-3-8 16,-3 2 0-16,3 1 0 0,0 0 0 0,0-3 8 15,0 2-8-15,0 1 8 0,0-3-8 0,0 2 8 16,0-2-8-16,0 3 0 0,0 0 0 0,0-1 0 15,0-2 8-15,-2 3-8 0,2-3 0 0,0 0 8 16,0 3-8-16,-3-3 0 0,3 0 0 0,0 0 0 16,0 0 0-16,-3 0 8 0,3 0-8 0,0 0 0 15,-3 0 8-15,3 2-8 0,0-2 8 0,0 0-8 16,0 3 8-16,3-3-8 0,3 0 8 0,-6 3-8 16,6-3 0-16,-6 0 0 0,6 0 0 0,0 0 0 0,-6 0 0 15,6 0 0-15,0 0 0 0,0 0 0 0,0 0 0 0,0 0 0 16,0 0 0-16,0 0 0 0,0 0-9 15,0 0 9-15,0 0 0 0,0 0 0 16,0 0-32-16,0 0 0 0,0 0 0 0,0 0 0 16,0 0-130-16,0 0-26 0,6 0-4 0</inkml:trace>
  <inkml:trace contextRef="#ctx0" brushRef="#br2" timeOffset="205832.676">6905 11013 851 0,'0'0'36'15,"0"0"-36"1,0 0 109-16,0 0 15 0,0 0 4 0,0 0 0 15,0 0-8-15,0 0 0 0,0 0-1 0,0 0 0 16,0 0-37-16,0 0-7 0,0 0-2 0,0 0 0 16,0 0-7-16,0 0-2 0,0 0 0 0,0 0 0 15,0 0-51-15,-3-3-13 0,3 3 0 0,0 0 0 16,-6-3 54-16,6 3 8 0,0 0 2 0,0 0 0 0,-3-2-52 0,3 2-12 0,0 0 0 16,-6 0 0-16,0-3 0 0,0 3 0 0,6 0 0 15,-6 0 0-15,0 0 0 0,-2 3 0 0,2-3 0 0,0 0 0 16,-3 0 37-1,0 0 5-15,0 0 1 0,0 2 0 0,3-2-18 0,-3 0-3 16,0 0-1-16,0 0 0 0,0 0-21 0,0 0 0 0,0 0 0 0,-2 0 0 16,-1 0 0-16,0 0 0 0,0 0 0 0,0 0 0 15,0 0 0-15,0 0 0 0,0 0 0 0,0 0 0 16,3 0 0-16,-3 0 0 0,1 0 0 0,2 3 0 16,0-3 0-16,0 0 0 0,0 3 0 15,0-3 0-15,0 0 8 0,0 2-8 0,0-2 8 16,3 3-8-16,-3-3 0 0,3 3 8 0,0-3-8 0,0 0 0 15,0 2 0-15,6-2 0 0,-6 0 0 0,0 0 0 16,6 0 0-16,-5 3 0 0,5-3 0 0,-6 3 0 16,3-3 0-16,3 0 0 0,-6 2 0 0,6-2 0 15,-6 3 0-15,6-3 0 0,-6 0 0 0,6 0 0 16,-6 2 0-16,6-2 0 0,-6 0 0 0,6 0 0 16,0 0-10-16,-6 3 10 0,6-3-12 0,0 0 12 15,-6 3-30-15,6-3 1 0,0 0 0 0,-6 0 0 16,6 0-32-16,0 0-7 0,0 0 0 0,0 0-1 15,0 0-119-15,0 0-24 0,0 0-5 0</inkml:trace>
  <inkml:trace contextRef="#ctx0" brushRef="#br2" timeOffset="207112.768">6402 11029 1284 0,'0'0'36'0,"0"0"8"0,0 0-35 16,0 0-9-16,0 0 0 0,0 0 0 0,-6 0 78 0,6 0 14 0,-6-3 2 0,6 3 1 15,-6-3-43-15,0 3-9 0,6 0-2 0,-6 3 0 16,3-3 22-16,-3 3 4 0,6-3 1 0,-6 2 0 16,6-2-58-16,-5 3-10 0,5-3 0 0,-3 5 0 15,3-5 44-15,-6 5 16 0,6-5 3 0,-3 6 1 16,3-6-53-16,0 0-11 0,0 0 0 0,0 8 0 15,0-8 0-15,3 5 0 0,-3-5 0 0,3 5 0 16,0-2 21-16,-3-3 1 0,5 3 0 0,-2 2 0 16,3-5-8-16,-3 2-2 0,3-2 0 0,0 0 0 15,-6 0 15-15,0 0 2 0,3-2 1 0,-3 2 0 16,6-3-30-16,-6 3 8 0,0 0-8 0,3-2 0 16,-3 2 27-16,0 0 2 0,0 0 1 0,-3-6 0 15,3 6 0-15,0-2 0 0,0 2 0 0,-6-6 0 16,6 6-4-16,-3-2-1 0,-3-1 0 0,0 0 0 15,3 3-11-15,3 0-2 0,-6-2-1 0,1 2 0 16,5 0-11-16,-6 2 0 0,6-2 0 0,-6 3 0 16,6-3 0-16,-6 3 0 0,6-3 0 0,-3 5 0 15,3-5 0-15,-3 5 0 0,3-5 0 0,0 6 0 16,0-1-10-16,3 0 10 0,0 0 0 0,0-2-9 16,3 0 9-16,-3-1 0 0,3 1-9 0,-1 0 9 0,1-3 0 0,0 2 0 0,3-2 0 15,-3 0 0-15,0 0 0 0,3 0 0 0,0 0 0 0,-3 0 0 16,0-2 0-16,0 2 0 0,-3-3 0 0,0 0 0 31,-3 3 0-31,3-2 0 0,-3 2 0 0,3-6 0 0,-3 6 35 0,0-2 1 0,0-4 1 0,0 6 0 16,-3-2-37-16,0-3 0 0,-3 2-12 0,0 0 4 15,0 1 16-15,0 2 3 0,-3-3 1 16,3 0 0-16,-3 3-4 0,3 0-8 0,-3 0 12 0,0 0-4 16,3 3-8-16,1 0 0 0,-1-1 0 0,0 4 0 15,3-4 0-15,-3 3 0 0,3 1 0 16,0-1 0-16,3 0 0 0,0 3 0 0,0-2-8 0,0 1 8 15,3-1-8-15,0-1 8 0,3 0-10 0,0 1 10 16,0-4-9-16,2 1 9 0,1 0-8 0,0-1 8 16,0-2 0-16,0 0-8 0,0 0 8 0,0 0 0 15,0-2 0-15,0-1 0 0,0 0 0 0,-3 1 0 16,0-4 0-16,0 4 0 0,0-4 0 0,-3 4 0 16,0-4 0-16,-3 6 0 0,0-2 0 0,0 2 8 15,0-5-8-15,0-1 0 0,0 6 0 0,-3-5 0 16,0 0 18-16,0-1 2 0,-3 4 1 0,3-1 0 15,-3 0-11-15,0 1-2 0,0 2-8 0,-3-3 12 16,3 3-12-16,0 3 8 0,-3-3-8 0,3 2 0 0,0-2 0 16,-3 3 0-16,3 0 0 0,0 2 0 0,0-2 0 15,0 2 0-15,4 0 0 0,-1 1 0 0,0 1 0 0,0-1 0 16,0-1 0-16,0 3-10 0,3-3 10 0,3 1 0 0,0 2-9 16,0-3 9-16,0 0-9 0,2-2 9 0,1 2-12 15,0-2 12-15,0-1-10 16,3-2 10-16,0 0-8 0,-3 0 8 15,6 0 0-15,-6 0 0 0,3-2 0 0,0-1 0 16,-3 0 0-16,0 1 0 0,0-1 0 0,0 0 0 0,-3-2 0 0,0 3 0 16,0-4 0-16,-3 1 8 0,0 5-8 0,0-5 12 0,0-1-4 15,-3 1 0-15,0 0 4 0,0-1 2 0,0 1 0 0,-3 0 0 16,0 0-6-16,0 2 0 0,0-2-8 0,-3 2 12 16,0 0-4-16,0 1-8 0,-3 2 11 0,3-3-11 15,0 3 9-15,0-3-9 0,0 3 0 0,1 3 9 16,-1-3-9-16,0 3 0 0,0 2 0 0,0 0 0 15,3 1 0-15,0-1 0 0,0 0 0 0,0 3 0 16,6-3 0-16,-3 3-11 0,3 0 11 0,3 3-8 16,-3-3 8-16,3 0-10 0,0-3 10 0,0 3-10 15,3 0-26-15,3-5-6 0,-3 2-1 16,3-2 0-16,0-1 61 0,0 1 12 0,0-3 2 0,-1 0 1 16,1-3-33-16,0 1 0 0,0-1 0 0,0 0 0 15,0 1 0-15,0-4 0 0,-3 1 0 0,0 0 0 16,0-1 8-16,0 1-8 0,0-3 0 0,-3 3 0 15,0-3 0-15,-3 0 10 0,3 3-10 0,-3-3 8 16,-3 0-8-16,3 3 12 0,-3-1-12 0,-3-2 12 16,3 3-12-16,-3 0 12 0,0-1-12 0,0 4 12 15,0-3-4-15,-3 2-8 0,3 0 12 0,-3 3-4 16,3 0-8-16,-3-2 0 0,3 2 9 0,0 2-9 16,0-2 0-16,6 0 0 0,-5 3 0 0,5-3 0 0,-6 3 0 0,6-3 0 15,0 0 0-15,0 0 0 0,0 0 0 0,-3 5-10 0,3-5 10 16,0 0 0-16,0 0-9 0,0 0 9 0,0 0 0 0,0 0-9 15,0 0-2-15,0 0 0 0,0 0 0 0,6 0 0 32,2-5-139-32,-2-1-28 0,6 1-6 0</inkml:trace>
  <inkml:trace contextRef="#ctx0" brushRef="#br2" timeOffset="213760.996">11760 11052 1314 0,'0'0'37'0,"0"0"8"0,0 0-36 0,0 0-9 0,0 0 0 0,0 0 0 15,0 0 104-15,0 0 20 0,0 0 3 0,0 0 1 16,0 0-52-16,0 0-9 0,0 0-3 0,0 0 0 15,0 6 0-15,0-6 0 0,0 0 0 0,0 0 0 16,0 0 0-16,0 0 0 0,0 0 0 0,0 0 0 16,0 0 0-16,0 0 0 0,0 0 0 0,0 0 0 15,0 0-51-15,0 0-13 0,0 0 0 0,0 0 0 16,0 0 0-16,0 0 0 0,0 0 0 0,-3 8 0 16,3-8 0-16,0 0 0 0,0 0 0 0,-3 5 0 15,3 0 54-15,-3 0 8 0,3 3 2 0,0-2 0 16,0-1-52-16,-3 3-12 0,3 0 0 0,0 0 0 15,0 2 0-15,0-2 0 0,0 3 0 0,0-1 0 16,0 1 0-16,0 2 0 0,0 1 0 0,0-1 0 16,0 0 0-16,0-2 0 0,0 2 0 0,0 0 0 15,0-2 0-15,0 2 0 0,0 0 0 0,0 0 0 16,0 1 0-16,0-1 0 0,0 0 0 0,0 0 0 16,0 0 0-16,0 1 0 0,0-1 0 0,0 3 0 0,0 0 0 15,-3 0 0-15,3-1 0 0,0 4 0 0,0-1 0 0,0 1 0 16,0-1 0-16,0 1 0 15,0 2 0-15,0-2-12 0,0-1 3 0,3 3 0 16,-3-2 9-16,0-1 0 0,3 1 0 0,-3-1 0 0,0 1 0 0,3 0-8 16,-3-4 8-16,0 7-8 0,3-1 8 15,-3 0 0-15,0 0 0 0,0 3 0 16,3 0 0-16,-3 0 0 0,0 2 8 0,0 3-8 0,3-5 9 0,-3 2-9 0,0 1 12 16,0-3-12-16,3 2 14 0,-3-5-4 0,0 3-1 0,0 3 0 15,0-4-9-15,0 4 0 0,0-1-12 0,0 3 12 16,0 0 0-1,-3 3 0-15,3-3 0 0,0 6 0 0,0-9 0 0,0 1 0 0,0-1 0 0,0 1 0 16,0-1 23-16,-3 0 12 0,0 1 2 0,3-1 1 16,-3 4-26-16,0-1-12 0,3 2 10 0,-3 1-10 15,3 0 0-15,0 0 8 0,-3-3-8 0,3 2 0 16,0-1 19-16,-3-4 1 0,3 1 0 0,0 2 0 16,-3-3-20-16,3 3-17 0,0 0 3 0,0 3 1 15,-3 0 13-15,3 2 8 0,0-2 0 0,0 2-8 16,-3-2 12-16,3-3-4 0,0 0 0 0,0 0-8 15,0 1 10-15,-3-4-10 0,3 3 8 0,-3 0-8 16,0 3 10-16,3 0-10 0,0 2 12 0,-3 0-12 16,3-2 9-16,0-3-9 0,-3 0 0 0,3 3 9 15,0-5-1-15,-3-1-8 0,3 1 12 0,0 2-4 16,0 0 2-16,-3 3 0 0,3-1 0 0,0 4 0 16,0-4-10-16,-3 4 10 0,3-3-10 0,-3-1 10 15,3-2 14-15,0 1 4 0,-3-4 0 0,3 0 0 16,0 4-28-16,-3-4-11 0,3 1 1 0,0 2 0 0,-2 0 10 0,2 2 12 15,0 1-2-15,0 0-1 0,0-3-9 0,0-2 10 16,0-1-10-16,0-2 10 0,0-3-10 0,0-2 0 16,2-1 9-16,-2 3-9 0,0-2 0 0,3-3 8 0,-3 2-8 15,0 1 0-15,0-3 0 0,3 5-10 0,-3-3 1 16,0 3 0-16,3-2 17 0,-3-1 3 0,0 4 1 16,3-1 0-16,-3-5-12 0,0 2 0 0,3-2 0 0,-3 3 8 15,3-6-8-15,-3 0 0 0,3 0 0 16,-3-2 0-16,0-1 0 15,3-2 0-15,-3 0 8 0,0 3-8 0,3-6 0 16,-3 3 0-16,0-3 0 0,0 1 0 0,0-1-12 0,0 0 3 0,0-5 0 0,0 0 0 16,0 0-28-16,0 0-6 15,0 0-1-15,0 0 0 0,0 0-138 0,0 0-28 0,3-10-6 16</inkml:trace>
  <inkml:trace contextRef="#ctx0" brushRef="#br2" timeOffset="214451.969">12064 14598 2385 0,'-3'3'68'0,"-3"2"14"15,3 0-66-15,0 0-16 0,-3 1 0 0,3-1 0 16,0 0 68-16,0 3 9 0,0 0 3 0,0 0 0 15,0 0-27-15,0 3-5 0,3-1 0 0,-3 4-1 0,3 1-26 0,0 1-5 0,0 3 0 0,0-1-1 16,0 6-7-16,0-3 0 0,3 6-8 16,0-3 12-16,-3-3-12 0,3 0 8 0,0 0-8 0,0-2 0 15,0-1 0-15,0-2 0 0,0 0 0 0,0 0 0 16,0-3 0 0,0 0 8-16,0 3-8 0,0-3 0 0,-3 1 0 0,3-1-16 15,0-3 3-15,-3 1 1 16,3 0-76-16,-3-1-14 0,3-2-3 0</inkml:trace>
  <inkml:trace contextRef="#ctx0" brushRef="#br2" timeOffset="-214521.959">12186 15053 2381 0,'0'0'68'0,"-3"-3"14"16,3-2-66-16,0 3-16 0,-3-4 0 0,3 6 0 16,0-5 81-16,0 2 13 0,3-2 2 0,-3 0 1 15,3 2-25-15,0 0-6 0,3-2-1 0,-3 2 0 16,3 1-53-16,2-1-12 0,-2-2 0 0,3 2 0 16,0 1 0-16,0-1 0 0,3 0 0 0,0 1 0 15,-3-1 20-15,3-2 1 0,0 5 0 0,-3-3 0 16,3 3-21-16,-3 0 9 0,2-3-9 0,-2 3 0 15,0 3 8-15,0-3-8 0,-3 0 0 0,0 3 0 16,0 2 0-16,-3-2 0 0,0-1 0 0,-3-2 0 16,0 8-11-16,0 0-5 0,0 0-2 0,-3 0 0 15,0 0-10-15,-3 3-3 0,0-1 0 0,0 1 0 16,-3 2 0-16,0-2 0 0,0-1 0 0,1 3 0 16,-4-2 15-16,3 2 4 0,-3 3 0 0,3-3 0 0,-3 1 12 0,3-1 0 15,3 0 0-15,-3 0-9 0,3 0 9 0,0-5 0 0,0 3 10 16,3-3-10-16,0 0 0 0,3-3 0 0,0 0 0 15,0-5 0-15,0 0 0 0,3 3 0 0,0 2 0 16,3-5 0-16,0 3 0 0,3-3 0 0,3 0 0 0,0-3 0 16,0 3 39-16,3-2 1 0,0-1 1 0,2 3 0 15,-2-3-21-15,0 3-5 0,0 0-1 0,0 0 0 16,-3 0-5-16,0 0-1 0,3 0 0 0,-3 3 0 16,-4-3-8-16,1 3 10 0,0-1-10 0,-3 4 10 15,0-4-10-15,3 1 8 0,-3 0-8 0,-3 2 8 16,3-2-8-16,-3-1 0 0,0 1 9 0,0-1-9 15,-3-2 0-15,6 3-13 0,-6-3 1 0,3 5 1 16,-3-5-141-16,3 0-28 0,3 0-5 0</inkml:trace>
  <inkml:trace contextRef="#ctx0" brushRef="#br2" timeOffset="-209638.282">16600 10986 1094 0,'0'0'46'16,"0"0"-37"-1,0 0 95-15,0 0 20 0,0 0 3 0,0 0 1 16,0 0 0-16,0 0 0 0,0 0 0 0,0 0 0 16,0 0-103-16,0 0-25 0,0 0 0 0,0 0 0 15,0 0 68-15,0 0 8 0,3 8 1 0,-3-3 1 16,0-5-36-16,0 8-7 0,0 0-2 0,0 0 0 16,0 0-8-16,0 0-1 0,0 3-1 0,0-3 0 15,0 2-23-15,3 3 0 0,-3 1-10 0,0-1 10 16,0 3 20-16,3-3 12 0,-3 3 1 0,0 2 1 15,3-2-3-15,-3 0-1 0,0 0 0 0,3 0 0 0,-3 2-43 16,3-2-9-16,0 0-2 0,-3 3 0 16,3-1 24-16,-3 1 0 0,0-1 0 0,3 1 0 0,-3 2 15 0,0 3 7 15,3 0 2-15,-3 2 0 0,0 1-38 0,3 2-7 0,-3 2-2 16,0-2 0-16,3 1 37 0,-3-1 7 0,0-3 2 16,3 1 0-16,-3 2-23 0,0 0 0 0,0 0 0 0,0 3 0 15,0 2 0-15,0 3 0 0,3 3 0 0,-3-1 0 16,0-4 26-16,0 2 1 0,0-5 0 15,0 2 0-15,0 0 8 0,0 4 1 0,0-4 1 16,0 6 0-16,0-3-37 0,3 2 0 0,-3 1 0 0,0 2 0 16,3-7 0-16,0 2 0 0,0-5 0 0,-3 5 8 15,3-3 23-15,0 3 5 0,-1 3 0 0,1 2 1 16,0-5-23-16,3 0-5 0,-3 3-1 0,0 0 0 16,0-6 2-16,0 0 0 0,0-2 0 0,-3 5 0 15,3 0-2-15,0 3-8 0,0 0 12 0,0 2-4 16,0-5-8-16,0 0 0 0,0-3 0 0,0-2 8 15,3 0-8-15,-3 2 0 0,3-2 0 0,-3 2 0 16,3 3 0-16,-3 1 0 0,3-1 0 0,0 2 0 16,-3-2 0-16,3-5 0 0,0 0 0 0,-3 0 0 15,3-3 0-15,-3 0 0 0,3 0 0 0,-3 3 0 16,-1-1 15-16,1 4 1 0,0-1 0 0,-3 3 0 16,3-5-8-16,0 0-8 0,-3-1 11 0,0-1-11 15,3-1 11-15,-3-3-11 0,0-2 10 0,3 2-10 16,-3 1 8-16,3-1-8 0,0 3 0 0,-3 1 0 0,3-1 0 0,0 2 8 0,0 1-8 15,0-3 0-15,0-2 0 0,0-1 0 0,0-2 0 16,-3-3 0-16,3 3 8 0,0-5-8 0,-3 2 0 0,3-3 0 16,-3 3 31-16,3 1 0 0,-3-4 0 0,0 3 0 15,3 0-31-15,-3 3 0 0,0-3 0 0,3 3 0 16,-3-3-13-16,0-2-9 0,0-1-2 0,0 1 0 16,0-3 24-1,3 0 0-15,-3 0 0 0,0-3 0 0,0-3 0 16,0 1-11-16,3-3 11 0,-3 2-8 0,0-4-5 0,0 2-1 15,0-3 0-15,0 0 0 16,0 1-27-16,0-6-6 0,0 0-1 0,0 0 0 16,0 0-126-16,0 0-26 0,0 0-4 0</inkml:trace>
  <inkml:trace contextRef="#ctx0" brushRef="#br2" timeOffset="-209041.492">17148 14513 2024 0,'0'0'42'0,"0"0"10"0,0 0-41 0,0 0-11 0,0 0 0 0,0 0 0 16,0 0 112-16,0 0 21 0,0 0 4 0,0 0 1 15,0 0-56-15,-3 8-11 0,3 0-3 0,-3-3 0 16,0 3-21-16,0 0-5 0,3 0-1 0,-3 0 0 15,0 3-17-15,0-1-3 0,3 1-1 0,-3 2 0 16,0 3-20-16,0 0 0 0,0 2 0 0,0 4 0 16,3-1 0-16,-3 5 0 0,3 3 0 0,0 0 0 15,0 1 0-15,0-4 0 0,3 1 0 0,-3-1 0 16,3-2 10-16,0-3-2 0,0-3-8 0,0 1 12 16,0 0-12-16,0-1 0 0,0-2 0 0,0 2 0 15,0-2-19-15,0 0 3 0,3 0 1 0,-3-3 0 16,0 1-30-16,3-4-7 0,-3 3 0 0,0-2-1 15,0 0-60-15,-1-4-12 0,1 1-3 0</inkml:trace>
  <inkml:trace contextRef="#ctx0" brushRef="#br2" timeOffset="-208710.192">17392 14982 2325 0,'0'0'48'0,"0"0"12"0,0 0-48 0,0 0-12 0,0 0 0 0,0 0 0 16,0 0 82-16,0 0 14 0,0 0 4 0,0 0 0 15,0 0-10-15,0 0-2 0,0 0 0 0,0 8 0 16,0-3-70-16,0 0-18 0,0 3 0 0,0 0 0 15,0 0 0-15,0 0 0 0,0 0 0 0,0 5 0 16,0-2 0-16,0-1 0 0,0 3 0 0,0 3 0 16,-3-2 0-16,3 1 0 0,0 4 0 0,0 0 0 15,0-1 30-15,0 1 2 0,0-1 1 0,0 1 0 16,0-4-33-16,3 1 0 0,-3 0 0 0,0-3 0 16,3 1-80-16,0-4-11 0,-3 1-1 0</inkml:trace>
  <inkml:trace contextRef="#ctx0" brushRef="#br2" timeOffset="-204480.233">21505 11029 964 0,'0'0'20'0,"0"0"5"16,0 0-25-16,0 0 0 0,0 0 0 0,0 0 0 16,0 0 71-16,0 0 9 0,0 0 1 0,0 0 1 15,0 0-12-15,0 0-2 0,0 0-1 0,0 0 0 16,0 0-3-16,0 0 0 0,0 0 0 0,0 0 0 16,0 0-20-16,0 0-5 0,0 0-1 0,0 0 0 15,0 0 1-15,0 0 0 0,0 0 0 0,0 0 0 16,0 0-5-16,-6-3-1 0,6 3 0 0,0 0 0 0,0 0-7 0,0 0-2 15,0 0 0-15,-5 0 0 0,5 0-6 16,-3 0-2-16,3 0 0 0,-9 3 0 0,9-3 1 0,-6 0 0 0,3 0 0 0,3 0 0 16,-6 2 1-16,0-2 0 0,6 0 0 0,-6 3 0 15,6-3 1-15,-6 2 0 0,0-2 0 0,0 3 0 16,-3-3-5-16,3 3-1 0,0-3 0 0,0 2 0 16,6-2-1-16,-6 3-1 0,0-3 0 0,0 3 0 15,0-3 0-15,0 2 0 16,0-2 0-16,-2 3 0 0,2 0-2 0,-3-3 0 15,0 0 0-15,0 2 0 0,0-2 8 0,0 0 2 0,0 0 0 16,0 0 0-16,0 0-9 0,-3 0-2 0,3 0 0 0,0 0 0 16,0 0-8-16,1 0 10 0,-4 0-10 0,3 0 10 15,0 0 2-15,0 0 0 0,0 0 0 0,0 0 0 16,0 0-2-16,3 0 0 0,-3 0 0 0,3 0 0 16,0 0-10-16,0 0 8 0,6 0-8 0,-6 0 8 15,6 0-8-15,-6 0 0 0,6 0 9 0,-6 0-9 16,6 0 0-16,0 0 0 0,0 0 0 0,0 0 8 15,0 0-8-15,0 0 0 0,0 0 0 0,0 0 0 16,0 0 0-16,0 0 0 0,0 0 0 0,0 0-8 16,0 0 8-16,0 0-8 0,0 0 8 0,0 0-8 15,0 0-20-15,0 0-4 0,0 0-1 0,0 0 0 16,0 0-83-16,0 0-16 0,0 0-3 0</inkml:trace>
  <inkml:trace contextRef="#ctx0" brushRef="#br2" timeOffset="-203420.858">21163 11026 1866 0,'0'0'52'0,"0"0"13"0,-6-3-52 16,0 3-13-16,6 0 0 0,-9 0 0 0,3 0 59 0,0 0 9 0,0 0 1 0,0 3 1 16,6-3-35-16,-5 3-7 0,-1-3-2 0,6 0 0 15,-6 5-11-15,6-5-3 0,-3 2 0 0,3-2 0 16,-3 8-4-16,0-2 0 0,3-1-8 0,0-5 12 16,0 5-12-16,0 1 0 0,0-6 8 0,3 8-8 15,0-3 0-15,3-3 8 0,-3 1-8 0,3 0 0 16,2-1 8-16,-2-2-8 0,3 3 0 0,0-3 9 15,0 0-9-15,0 0 8 0,0-3-8 0,3 3 8 16,-3-2 0-16,0-1 0 0,0 0 0 0,-3 1 0 16,3-1 4-16,0 1 1 0,-3-4 0 0,-4 4 0 15,4-4 20-15,-3 4 4 0,0-4 1 0,-3 6 0 16,0-5 2-16,0 0 1 0,-3 2 0 0,0-2 0 16,0 2-7-16,0-2-2 0,1 2 0 0,-4 1 0 15,0-4-8-15,0 4-3 0,0 2 0 0,-3-3 0 16,0 0-9-16,0 3-1 0,3 0-1 0,-3 0 0 15,0 0-10-15,3 0 8 0,0 0-8 0,-3 3 8 0,3 0-8 16,6-3 0-16,-6 2 0 0,3 4 0 0,3-6 0 0,-6 2 0 16,3 4-9-16,0 1 9 0,3-1 0 0,0-1-12 0,0 0 12 15,3 3-10-15,0-2 10 0,0 2 0 0,0-3 0 16,3 0-8-16,0 0 8 0,0 1-12 0,3-4 12 16,0 1-12-16,0 0 12 0,0-1 0 15,0-2-9-15,0 3 9 0,0-3 0 0,0-3 0 0,0 3 0 16,0-2 0-16,-1-1 0 0,-2 0 0 15,0-2 0-15,0 2 0 0,0-2 0 0,-3 2 0 0,3-2 0 0,-3 0 0 16,-3 5 14-16,0-5-2 0,0-1-1 0,-3 1 0 16,3 0 7-16,-3-1 2 0,-3 1 0 0,3 2 0 15,-3-2-2-15,0 3 0 0,0-4 0 0,0 4 0 16,-2 2-6-16,2-3-2 0,-3 0 0 0,0 3 0 16,0 0-10-16,3 0 0 0,-3 0 9 0,0 3-9 15,3 0 0-15,0-1 0 0,0 1 0 0,0 0 0 16,0 2 0-16,3 0 0 0,-3 0 0 0,3 1 0 15,0 2 0-15,3 0-10 0,0-3 10 0,0 3 0 16,0 0-9-16,3-3 9 0,3 3 0 0,-3-3-9 16,3 3 9-16,0-3-8 0,3 1 8 0,-3-4-8 15,3 4 8-15,3-4 0 0,-3-2 0 0,3 3 0 16,-3-3 0-16,0 0 0 0,0-3 0 0,-1 3 0 16,1-2 0-16,-3-4 0 0,0 4 0 0,0-4 0 15,0 1 0-15,0 0 0 0,-3 0 0 0,0-1 0 16,0-2 8-16,-3 0-8 0,0 3 10 0,0-3-10 15,0 0 16-15,-3 3-2 0,0-3-1 0,-3 3 0 0,3-1 3 16,-3-1 0-16,0 1 0 0,0 1 0 0,0 0-4 0,0-1 0 16,0 4 0-16,1-1 0 0,-4 0-12 0,0 1 9 15,0-1-9-15,3 3 8 0,-3-3-8 0,0 3 10 0,3 0-10 16,-3 3 10-16,3-3-10 16,0 5 0-16,0-2 0 0,3 0 0 0,-3 2-10 0,3 0 10 0,0 1 0 15,0-1-9-15,3 0 9 0,0 3-10 0,0 0 10 0,0-3-10 16,3 3 10-16,0-2-13 0,0-1 5 0,0 3 8 15,3-6-9-15,-3 6 9 0,3-5 0 0,0 2 0 16,3-2 0-16,-3 0-8 0,0-3 8 0,3 0 0 16,-3 0 0-16,0 0 0 0,3 0 0 0,-3-3 0 15,0 0 0-15,0 1 0 0,-4-1 0 0,4 0 0 16,-3 1 0-16,3-4 8 0,-3 4-8 0,-3 2 0 16,0-5 0-16,3-1 8 0,-3 1-8 0,0 0 0 15,0 2 0-15,0 3-10 0,0-5 2 0,-6-1 0 16,0 4-97-1,0-1-19-15,1 0-4 0</inkml:trace>
  <inkml:trace contextRef="#ctx0" brushRef="#br3" timeOffset="-180439.24">7655 8256 558 0,'0'0'24'0,"0"0"-24"16,0 0 31-16,0 0 1 0,0 0 1 0,0 0 0 16,0 0 2-16,0 0 0 0,0 0 0 0,0 0 0 15,0 0-11-15,0 0-3 0,0 0 0 0,0 0 0 16,0 0-13-16,0 0-8 0,0 0 10 0,0 0-10 15,0 0 0-15,0 0 0 0,0 0 0 0,0 0 0 16,0 0 8-16,0 0-8 0,0 0 0 0,0 0 0 16,0 0 15-16,0 0-3 0,0 0-1 0,0 0 0 15,0 0 23-15,0 0 5 0,0 0 1 0,0 0 0 16,0 0-9-16,0 0-2 0,0 0 0 0,0 0 0 16,0 0-2-16,0 0-1 0,0 0 0 0,0 0 0 15,0 0-1-15,0 0 0 0,0 0 0 0,0 0 0 16,0 0 8-16,0 0 2 0,0 0 0 0,0 0 0 15,0 0 4-15,0 0 1 0,0 0 0 0,0 0 0 16,0 0-3-16,0 0 0 0,0 0 0 0,0 0 0 0,0 0-1 0,0 0 0 16,-6-3 0-16,6 3 0 0,0 0-2 0,0 0-1 15,0 0 0-15,0 0 0 0,0 0-7 0,0 0-2 0,0 0 0 0,0 0 0 16,0 0-8-16,0 0-1 0,0 0-1 0,0 0 0 16,0 0-5-16,0 0-1 15,0 0 0-15,0 0 0 0,0 0 3 0,0 0 0 16,0-5 0-16,0 5 0 0,0 0 3 0,0 0 1 0,0 0 0 15,0 0 0-15,0 0 8 0,0 0 1 0,-3-3 1 0,3 3 0 16,0 0 1-16,0 0 0 0,0 0 0 0,0 0 0 16,0-5-3-16,0 5-1 0,0 0 0 0,0 0 0 15,-3-3-5-15,3 3-1 0,0-5 0 0,0 5 0 16,0-3 1-16,0 3 0 0,-3-5 0 0,3 5 0 16,0-3-2-16,0-2-1 0,0 5 0 0,0-5 0 15,0 2-2-15,0-2 0 0,0 2 0 0,0-2 0 16,0 2 1-16,0-2 0 0,0 2 0 0,0-5 0 15,0 3 2-15,0 0 0 0,0 2 0 0,0-2 0 16,0-1-3-16,0-2 0 0,0 3 0 0,0 0 0 16,0 0 0-16,0-3-1 0,0 0 0 0,0 2 0 15,0-2-11-15,0 0-14 0,0 1 3 0,0-1 1 16,0 0 10-16,0 0 0 0,0 0 0 0,-3 0 0 16,3-3 22-16,-3 1 6 0,3 2 2 0,-3-3 0 15,3 1-20-15,-3-1-10 0,3 0 10 0,0-2-10 16,-2 3 9-16,2-4-9 0,0 1 8 0,-3-3-8 15,3 3 9-15,0-3-9 0,-3 3 10 0,3-3-10 16,0 3 0-16,-3-3 8 0,3 5-8 0,-3-2 0 16,3-3 0-16,0 6 9 0,-3-4-9 0,3 4 8 0,-3-1-8 15,0-2 0-15,3 2 0 0,-3 1 8 0,0-3-8 0,3 2 8 16,-3 0-8-16,3 1 8 0,-3-3-8 0,0 2 10 0,3-2-10 16,-3 0 10-16,0 2-10 0,3-5 8 0,-3 3-8 0,3-3 8 15,0-2-8-15,-3 2 0 0,3-3 9 0,0 1-9 16,0 2 0-16,0 0 9 0,0-3-9 15,0 3 0-15,0 1 8 0,0-1-8 0,0 0 0 0,0 3 0 16,-3-1 8-16,3 1-8 0,0 0 0 0,0-3 0 16,0 5 8-16,0-2-8 0,0 0 0 0,0 0 0 15,0 0 0-15,0 2 0 0,-3-2 0 16,3-1 0-16,-3-1 0 0,3-1 0 0,0 0 0 16,-3-3 0-16,3 1 0 0,0 2 0 0,0-5 0 0,0 2 0 15,0 1 0-15,0 2 0 0,0-3 0 0,0 1 0 16,0 2 0-16,0 0 0 0,0 3 0 0,0 0 0 15,3-1 0-15,-3 1 0 0,0 0 0 0,0 2 0 16,0-2 0-16,0 2 0 0,0-2 0 0,0 0 0 16,0 0 0-16,-3 0 0 0,3-1 0 0,0-2 0 15,-3 1 0-15,3-1 0 0,0-3 0 0,0 1 0 16,0-1 0-16,-3 1 0 0,3-1 0 0,0 1 0 16,-3-1 0-16,3 3 0 0,0 0 0 0,0 0 0 15,-3 3 8-15,3 0-8 0,0 0 0 0,-3 0 0 16,3 2 0-16,0-2 0 0,0 2 0 0,0 1 0 15,0-1 8-15,0 0-8 0,0 1 0 0,0-1 0 0,0 1 0 0,0-1 0 0,0-2 0 16,0 0 0-16,0 2 0 0,0-2 0 0,0-3 0 0,0 3 0 16,0-3 8-16,0 0-8 0,0 0 0 0,0 3 0 15,0-3 8-15,0 0-8 0,0 3 0 0,-3-3 0 16,3 3 10-16,0-1-10 16,-3 4 8-16,3-1-8 0,-3 1 8 15,0-1-8-15,3 3 0 0,-3 0 8 0,0 0-8 16,3 0 0-16,-3 3 0 0,0 0 0 15,3 0 0-15,-3-1 0 0,3 1 0 0,-3 0 0 0,3-1 0 0,-3 1 0 0,3 2 8 0,-3-2-8 16,3 2 0-16,0 3 0 0,-3-5 0 0,3 5 0 16,-3-5 0-16,3 5 0 0,0 0 0 0,-3-3 0 15,3 3 0-15,-3-5 0 0,3 5 0 0,0 0 0 16,-3-3 0-16,3 3 0 0,0 0-11 0,0 0 11 16,-2-5-31-16,2 5-1 15,0 0 0-15,0 0 0 0,0 0-104 0,0 0-22 0,0 0-4 0</inkml:trace>
  <inkml:trace contextRef="#ctx0" brushRef="#br3" timeOffset="-178369.886">7923 8221 1170 0,'0'0'49'16,"0"0"-39"-16,0 0 90 15,0 0 19-15,0 0 3 0,0 0 1 0,0 0-27 0,0-5-6 0,0 5-1 0,0 0 0 16,0-5-16-16,0 5-3 0,0-6-1 0,0 6 0 16,0-5-18-16,0 5-4 0,0 0-1 0,0-5 0 15,0 5-9-15,0-6-1 0,0 1-1 0,0 5 0 16,0-5-10-16,0 5-1 0,0-6-1 0,0 6 0 16,0-2-6-16,0-3-1 0,0-1 0 0,0 1 0 15,0 5 3-15,3-5 0 0,-3-1 0 0,0 6 0 16,0-5 1-16,0 0 1 0,0 0 0 0,0 2 0 15,3-2-1-15,-3 2 0 0,0-2 0 0,0-1 0 16,0 4-4-16,0-4-2 0,0 1 0 0,0 0 0 16,3 0-1-16,-3 2 0 0,0-2 0 0,0-1 0 15,3 1-1-15,-3 0 0 0,3-1 0 0,-3 1 0 16,0 0 0-16,0 0 0 0,3-3 0 0,-3 2 0 16,0 1 0-16,0-3-1 0,0 3 0 0,0-3 0 15,0 0-3-15,3 0 0 0,-3-3 0 0,0 1 0 16,3-1-8-16,-3 1 10 0,3-4-10 0,-3 1 10 15,0 0-10-15,3 0 8 0,-3-1-8 0,3 1 8 16,-3-3-8-16,3 3 0 0,0 0 0 0,-3 0 8 16,0-1-8-16,3 1 0 0,-3 3 0 0,0-4 8 15,3 4-8-15,-3-1 0 0,3 1 0 0,0-1 8 0,-3-2-8 16,0 2 0-16,3-2 0 0,-3 2 0 16,0-2 0-16,3 3 0 0,-3-4 0 0,0 1 0 15,3 0 0-15,-3-3 0 0,3 3 9 0,-3-3-9 0,3-3 0 16,-3 4 9-16,0-7-9 0,3 4 0 0,-3-1 8 15,0 3-8-15,3-5 0 0,0 5 0 16,-3-2 0-16,0 2 0 0,3 0 8 0,-3 0-8 0,3 0 0 0,-3 1 0 0,0 1 0 16,3-2 0-16,-3 3 0 0,0-3 0 0,0 3 0 15,0 0 0-15,0-3 0 0,0 0 0 16,0 0 0-16,0 0 0 0,0-2 8 0,2-1-8 0,-2-2 0 0,0 0 0 16,0 0 0-16,0 2 8 0,3-2-8 0,-3 3 0 15,0-1 8-15,0 3-8 0,0-2 0 0,0 2 0 16,0 0 8-16,0 0-8 0,0 3 0 0,0-3 0 15,0 0 9-15,0 3-9 0,0-3 0 0,0 0 9 16,0 0-9-16,0-2 0 0,0-1 0 0,0 1 0 16,0-4 0-16,0 1 0 0,0 0 0 0,0 0 0 15,0 2 0-15,0-2 0 0,0 0 0 0,0 3 0 16,3-1 0-16,-3 3 0 0,0 0 0 0,3 0 0 16,-3 1 0-16,0-1 0 0,3 2 0 0,-3-1 0 15,3-1 0-15,-3 0 0 0,0 3 0 0,0-3 0 16,0 0 0-16,0-3 0 0,0 1 0 15,3-1 0-15,-3 1 0 0,0-3 0 0,0-1 8 0,0 1-8 16,0 3 0-16,3-3 0 0,-3 2 0 0,0 1 0 0,0 2 0 16,3 0 0-16,-3 3 0 0,0-3 0 0,0 2 0 0,0-1 0 15,0 1 0-15,0 1 0 0,0 0 0 16,0 0 0-16,0-1 8 0,0-1-8 0,0 1 0 16,0 1 0-16,0-3 9 0,0 3-9 15,0-3 0-15,0 0 0 0,0 0 0 0,0 3 8 0,0-3-8 16,0 3 0-16,0-3 0 0,0 3 0 0,0 0 0 0,0 2 0 15,0 1 0-15,0-1 0 0,0 3 0 0,0-3 0 16,0 3 0-16,0 1 0 0,0 1 0 0,0-2 0 0,0 3 0 0,0 2 0 16,0-5 0-16,3 3 0 0,-3 0 0 0,0 5 0 15,0-3 0-15,0-2 0 0,0 2 0 0,0 3 0 16,0-5 0-16,0 2 0 0,0 3 0 0,0-5 0 16,0 5 0-16,0 0 0 0,0-3 0 0,0 3 0 15,0 0 0-15,0 0 0 0,-3-5 0 0,3 5 0 16,0 0 0-16,-3-3 0 0,3 3 0 0,-3-5 0 15,3 5 0-15,-3-3 0 0,0 1 0 0,-3-1 0 16,6 3 0-16,-6-2 0 0,4-1 0 16,-4 0 8-16,-3 1-8 0,3 2 0 0,0-3 0 0,0 0 0 15,0 1 0-15,-3 2 0 0,0-3 0 0,0 0 0 16,-3 1 0-16,3 2 0 0,-3-3 0 0,0 0 8 16,-3 3-8-16,4-2 0 0,-4-1 0 0,0 1 8 15,0 2-8-15,-3-3 0 0,3 0 0 0,-3 1 8 16,0 2-8-16,4-6 0 0,-1 4 0 0,-3 2 8 15,0-3-8-15,-3 0 0 0,3 1 0 0,-3 2 8 16,-5-3-8-16,-1 0 0 0,-3 3 0 0,-3 0 8 16,1-2-8-16,-1-1 0 0,-3 3 0 0,3 0 0 15,1-8 8-15,2 6-8 0,-3-1 10 0,0 0-10 16,-2 3 0-16,-4-2 0 0,0 2 0 0,-2 0 0 0,2-3 0 0,0 0 0 0,4 3 0 16,-4-2 0-16,3 2 0 0,0 0 0 0,4-3 0 15,-7 3 0-15,3 0 0 0,1-3 0 0,-7 3 0 16,6 0 0-1,0-2 0-15,4 2 0 0,2-3 0 0,0 0 0 0,3 3 0 0,1-2 0 0,2-1 0 0,-3 3 0 16,3-3 0-16,-3 3 0 0,1 0 0 0,-1 0 0 16,3-2 0-16,-3 2 0 0,3-3 0 0,1 3 0 15,-1 0 0-15,3-2 0 0,0 2 0 0,3-3 0 16,0 3 0-16,3-3 0 0,-2 3 0 0,2-2 0 16,0 2 0-16,0 0 0 0,0 0 0 0,0 0 0 15,0 0 0-15,0 0 0 0,1 0 0 0,-1 0 0 16,0 2 0-16,0-2 0 0,0 0 0 0,-3 3 0 15,3-3 0-15,0 3 0 0,0-3 0 16,1 2 0-16,-1-2 0 0,0 3 0 0,3-1 0 0,0 1 0 16,-3-3 0-16,3 3 0 0,3-1 0 0,-3 1 0 15,3 0 0-15,1-1 0 0,2-2 0 0,-3 6 0 16,3-4 0-16,0 1 0 0,0 0 0 0,0 2 0 16,6-5 0-16,0 0-8 0,-3 5 8 0,3-5 0 15,0 8 0-15,-3-3 0 0,3-5 0 0,-3 6 0 16,3-6 0-16,0 5 0 0,0-5 0 0,0 5 0 15,0-5 0-15,0 6-8 0,0-6 8 0,0 0 0 16,3 5-10-16,-3-5 2 0,0 0 0 0,0 0 0 16,0 0-20-16,0 0-4 0,0 0-1 0,0 0 0 15,0 0-101-15,0 0-20 0,0 0-4 0</inkml:trace>
  <inkml:trace contextRef="#ctx0" brushRef="#br3" timeOffset="-177265.943">5700 6136 1493 0,'0'0'63'16,"0"0"-51"-16,0 0 70 0,0 0 14 0,0 0 2 0,0 0 1 16,0 0-40-16,0 0-8 0,0 0-2 0,0 0 0 15,0 0-10-15,0 0-3 0,-6 3 0 0,6-3 0 16,0 0-5-16,0 0-2 0,0 0 0 0,0 0 0 16,0 0-10-16,0 0-3 0,0 0 0 0,0 0 0 15,0 0-7-15,0 2-1 0,0-2-8 0,0 0 12 16,0 0-12-16,3 6 0 0,-3-6 0 0,6 5 0 15,0-2 0-15,0-1 0 0,-1-2 0 0,1 0 0 16,6 0 0-16,-3 0 0 0,3 0 0 0,3 0 0 16,-3 0 16-16,6 0-4 0,0 0 0 0,0 0 0 15,-1 0 3-15,1-2 0 0,3 2 0 0,0 2 0 16,-3-2 1-16,3 0 0 0,-4 0 0 0,1 0 0 16,-3 0-3-16,3 0 0 0,-6 0 0 0,3 0 0 15,0-2-3-15,0 2-1 0,3-3 0 0,-4 3 0 16,1-3-9-16,3 1 10 0,0 2-10 0,0-3 10 15,3 3-10-15,-3-3 0 0,2 3 9 0,1 0-9 16,0 0 17-16,0 0-1 0,0 0 0 0,-3 0 0 16,-1 0-4-16,1 0 0 0,-3 0-1 0,0-2 0 15,0 2-3-15,-3 0-8 0,0-3 12 0,3 0-4 16,-3 3-8-16,-1 0 12 0,1-5-12 0,0 5 12 16,3-3-12-16,0 3-9 0,-3-2 9 0,3-1-13 0,0 3 26 15,0-2 6-15,-1 2 1 0,4-3 0 16,-3 3-12-16,0 0-8 0,3 0 12 0,0 0-12 15,-3-3 10-15,0 3-10 0,-1 0 8 0,1 0-8 0,0 0 0 16,-3 0 0-16,3 0 8 0,-3 0-8 0,0 0 0 0,3 0 0 16,-6-2 0-16,0 2 8 0,2 0-8 0,-2-3 0 0,0 3 9 15,0-3-9-15,0 3 0 0,3 0 8 0,-3-2-8 16,3-1 0-16,0 3 0 0,-3-3 9 0,3 3-9 16,0-2 0-16,0 2 9 0,2-3-9 0,-2 3 0 0,0 0 9 15,0-3-9-15,3 3 0 0,0 0 9 0,0-2-9 16,-3 2 8-16,3-3-8 0,-4 3 8 15,4 0-8-15,-3-2 15 0,0 2-2 0,0-3 0 16,0 0 0-16,0 1-13 0,-3 2 0 16,3-3 0-16,-3 0 0 0,0 1 0 0,0-1 0 0,2 3 0 0,-5-3 0 15,3 1 0-15,0-1 0 16,0 0 0-16,-3 1 0 0,3-1 0 0,0 3 0 0,-3-3 0 0,3 3 0 16,-3 0 0-16,0-2 0 0,0-1 0 0,-3 3 0 15,3 0 0-15,0-2 0 0,0 2 0 0,-1 0 0 16,-2-3 0-16,-3 3 0 0,9-3 0 0,-6 3 0 15,3 0 0-15,-6 0 0 0,6-2 0 0,-6 2 0 16,6 0-105-16,0-3-24 0,0 3-5 0</inkml:trace>
  <inkml:trace contextRef="#ctx0" brushRef="#br3" timeOffset="-176472.352">5747 6358 1744 0,'0'0'73'16,"-3"-5"-58"-16,0 2 109 0,0-2 21 0,0 2 5 0,0-2 1 16,3 5-59-16,-3-2-12 0,-3-4-3 0,3 4 0 15,3 2-32-15,-5-3-6 0,2 0-2 0,3 3 0 16,-6 0-15-16,6 0-3 0,-6 0-1 0,6 0 0 15,0 0-6-15,-6 6-2 0,3-1 0 0,0 3 0 16,0 0-10-16,0 2 0 0,0-2 9 0,0 3-9 16,3-1 0-16,-3 1 0 0,3 0 0 0,0 2 0 15,0 0 0-15,-3-2 0 0,3 2 0 0,0-3 0 16,-3 1 0-16,3 2 0 0,0-2-9 0,3-1 9 16,-3 1 0-16,0-3-9 0,0 3 9 0,0-1 0 15,0 1-8-15,0-3 8 0,0 2 0 0,0-2 0 16,3-3-8-16,-3 3 8 0,0-5 0 0,0-3 0 15,3 5 0-15,-3-5-8 0,6 0 8 0,0 0 0 16,0-2 0-16,0-1 0 0,3-5 0 0,0 3 0 16,-1-3-23-16,4 0-1 0,0 0 0 0,3 0 0 15,3 0-113-15,0 0-23 0,0 0-5 0,0 0-1 16,-4 0-46-16,4 3-8 0,0-3-3 0</inkml:trace>
  <inkml:trace contextRef="#ctx0" brushRef="#br3" timeOffset="-175732.839">6009 6472 1192 0,'0'0'24'0,"0"0"8"0,0 0-32 0,0 0 0 0,0 0 0 0,0-5 0 15,0 5 65-15,0 0 7 0,0 0 2 0,0 0 0 16,0 0-18-16,0 0-4 0,0 0-1 0,-3-3 0 15,3 3 3-15,0 0 1 0,0 0 0 0,0 0 0 16,0 0 3-16,0 0 1 0,0 0 0 0,0 0 0 16,0 0 6-16,0 0 2 0,0 0 0 0,0 0 0 15,0 0-5-15,0 0-1 0,0 0 0 0,0 0 0 16,0 0-12-16,-3 3-2 0,3-3-1 0,-6 5 0 16,3 0-14-16,0 1-4 0,3-1 0 0,-3 0 0 15,3 3-37-15,-3-2-8 0,3 1-2 0,0 1 0 16,-3 0 67-16,0 0 12 0,3 3 4 0,-3-3 0 15,0 2-64-15,3 1-26 0,-2 0 2 0,-1-1 0 16,3 1 24-16,-3-1 0 0,0 1 0 0,3-3 0 16,-3 2 0-16,0-2-13 0,3 0 5 0,-3-2 8 15,3-1-54-15,0-5-3 0,0 0-1 0</inkml:trace>
  <inkml:trace contextRef="#ctx0" brushRef="#br3" timeOffset="-174680.138">5822 5692 1789 0,'0'0'37'0,"0"0"9"0,0 0-37 16,0-6-9-16,0 1 0 0,0 5 0 0,-3-5 105 0,0-1 19 0,3 1 4 0,0 5 1 16,-3-5-44-16,0 2-9 0,-3-2-1 0,6 5-1 31,-3-3-24-31,3 3-5 0,-6-2-1 0,6 2 0 15,-6 0-15-15,0-3-3 0,0 3-1 0,0-3 0 16,0 3-6-16,0 3-2 0,0-3 0 0,0 3 0 0,0-1-8 0,0 1-1 0,0-1-8 16,0 4 12-16,3-4-12 0,1 4 8 0,-1 2-8 0,0 0 0 15,0 0 0-15,0-1 0 0,0 1 0 0,0 3 0 16,0 0 0-16,3-1 0 0,0 1 0 0,-3-1-10 16,3 1-6-16,3 0-2 0,-3 2 0 0,3-3 0 15,0 1-11 1,0-1-3-16,3-2 0 0,-3 0 0 0,2 0-4 0,1-2 0 15,0-1-1-15,3 0 0 0,0-5 13 0,3 3 4 0,0-3 0 16,0 0 0-16,3-3 20 0,-3-2-9 0,3 2 9 0,0-2 0 16,-4 0 0-16,4-1 0 0,0 1 0 0,-6-3 0 15,3 3 10-15,-3 0 2 0,-3-3 1 0,3 2 0 16,-3 1 19-16,-3 0 4 0,3-1 1 0,-3 1 0 16,0 0-1-16,-3 0 0 0,3 2 0 0,-3 3 0 15,0 0-36-15,-3-5 0 0,3 5-9 0,0 0 9 16,0 0 44-16,0 0 16 0,-3-3 3 0,3 3 1 15,0 0-52-15,-6 3-12 0,6-3 0 0,-6 5 0 16,0 3 0-16,3-3 0 0,0 3 0 0,3-3 0 16,0 3 0-16,0 0 0 0,0 0 0 0,3 0 0 15,0 0 0-15,0-3 0 0,3 3 0 0,0 0 0 16,0-2 0-16,0-1 0 0,3 0 0 0,-3-2 0 0,2-1 0 0,1 1 0 16,0-3 0-16,-3 0 0 0,3 0 0 0,-3 0 0 15,0 0 0-15,0 0 0 0,0-3-16 0,0 1-5 0,0-4-2 0,-3 4 0 16,3-3 37-16,-3-1 7 0,0 1 2 0,3-3 0 15,-3 3-9-15,0-3-2 16,0 0 0-16,0 0 0 0,-3 0 32 0,0 0 7 0,0-3 1 0,0 4 0 16,0-1-42-16,0 0-10 0,-3 0 0 0,0 0 0 15,0 2 0-15,0 1-9 0,0 0 9 0,-3 2-13 16,0 1 13-16,0-1 8 0,0 0 0 0,-6 3-8 16,3 3-96-16,-6-3-25 0,3 3-6 0</inkml:trace>
  <inkml:trace contextRef="#ctx0" brushRef="#br3" timeOffset="-170522.965">8105 5644 1185 0,'0'0'24'0,"0"0"7"15,0 0-31-15,0 0 0 0,0 0 0 0,0 0 0 16,0 0 84-16,0 0 10 0,0 0 2 0,0 0 1 16,0 0-16-16,0 0-3 0,0 0-1 0,0 0 0 15,0 0-13-15,0 0-4 0,0 0 0 0,0 0 0 16,0 0-16-16,0 0-3 0,0 0-1 0,0 0 0 16,0 0-7-16,0 0-1 0,0 0-1 0,0 0 0 15,0 0-7-15,0 0-2 0,0 0 0 0,0 0 0 0,0 0-7 0,3 3-2 0,0-3 0 0,3 2 0 16,-3 1-13-1,3-3 8-15,3 0-8 0,-4 2 0 0,4-2 8 16,0 3-8-16,0-3 0 0,3 3 0 0,0-3 0 16,0 0 0-16,3 0 0 0,0 0 0 0,0 2 0 15,2-2 0-15,1 0 0 0,0 0 0 0,0 3 0 0,3-3 0 16,-3 3 0-16,0-3 0 0,2 0 0 0,-2 0 0 16,0 0 0-16,0 0 0 0,0 0 0 0,0 0 0 0,0 0 0 15,-1-3 0-15,4 3 0 0,0-3 0 0,0 3 0 16,3 0 0-16,0 0 0 0,-1 0 8 0,4 0-8 15,-3 0 0-15,3 0 0 0,0 0 9 0,-1 3-9 0,1-3 8 16,-3 0-8-16,3-3 0 0,-3 3 9 0,5 0-9 16,1-2 0-16,3 2 0 0,3 0 0 0,2 0 0 15,1 0 0-15,-3 0 0 0,2 0 0 0,4 0 8 16,-6-3-8-16,2 3 0 0,-2-3 0 0,6 3 0 16,0-2 0-16,-1 2 0 0,4 0 0 0,0 0 0 15,-4 0 0-15,-2 0 0 0,0 0 0 0,-1-3 0 16,4 3 0-16,0-2 0 0,5 2 0 0,-2 0 8 15,-3 0-8-15,-1 0 9 0,-2 0-9 0,3 0 10 16,-4 0-10-16,1 0 0 0,3 0 0 0,-1 0 0 16,1 0 8-16,-3 0-8 0,2 0 8 0,4 0-8 0,-9 0 0 15,2 0 0-15,-5 0 8 0,3-3-8 0,0 3 0 0,2 0 0 16,-2 0 0-16,6 0 0 16,-7 0 0-16,4 3 0 0,-3-3 0 0,0 0 0 0,-4 0 0 15,1 0 0-15,0 0 0 0,0-3 8 16,-1 3-8-16,1 0 0 0,3 0 0 0,2 0 0 15,-2 0 0-15,-3 0 0 0,3 0 0 0,-4 0 0 0,-2 0 0 0,-3 0 0 16,3 0 0-16,-4 0 0 0,1-3 0 0,3 3 8 0,0-2-8 0,3 2 0 16,-4 0 0-1,1 0 8-15,3 0-8 0,-3 0 0 0,-4 0 0 0,1 0 0 0,0 0 8 0,0 0-8 16,-3 0 0-16,-1 0 0 0,1 0 0 0,3 0 8 16,0 0-8-16,0 2 0 0,-1-2 0 0,4 0 0 15,-3 3 0-15,3-3 0 0,-4 0 0 0,4 3 0 16,-6-1 9-16,3 1-9 0,-3-3 10 15,2 2-10-15,-2-2 0 0,3 0 0 0,0 0 0 0,0 3-10 16,2-3 10-16,1 3 0 0,3-3 0 0,0 2 0 16,-1 1 0-16,-2 0 0 15,0-1 0-15,0 1 8 0,-4 0-8 0,1-3 9 0,0 0-9 0,3 0 10 16,-3 0-10-16,2 0 12 0,4 2-12 0,0-2 12 16,0 3-12-16,-4-3 12 0,4 3-12 0,0-3 12 15,-3 2-12-15,-4-2 10 0,4 0-10 0,-3 0 10 16,3 0-10-16,2-2 0 0,-2 2 0 0,6 0 0 15,-3 0 8-15,-1 0-8 0,4 0 0 0,-3 0 8 16,0 0-8-16,-1 0 10 0,-5 0-10 0,6 0 10 16,-3 0-10-16,-1-3 8 0,4 0-8 0,0 1 8 15,0 2-8-15,-1 0 0 0,4 0 9 0,0 0-9 16,-6 0 0-16,2 0 0 0,-5 0 0 0,3 0 0 0,-3-3 0 16,2 0 9-16,1 3-9 0,0-2 0 0,0-1 9 15,3 3-9-15,-1-3 0 0,1 3 9 0,-3 0-9 0,0-2 0 16,-4 2 9-16,4 0-9 0,-3 0 0 15,-3-3 8-15,-3 0-8 0,5 3 0 0,-2-2 0 0,0-1 0 0,3 1 0 16,0 2 8-16,-1 0-8 0,1-3 0 0,0 3 0 0,0 0 8 16,-4 0-8-16,4 0 0 0,-3 0 0 0,0 0 0 15,-3 0 0-15,0 0 0 0,-1-3 0 0,-2 3 8 16,3 0-8-16,3-2 0 0,0 2 0 0,0 0 8 16,-1 0-8-16,4 0 0 0,0 0 0 15,0 0 0-15,0 2 0 0,-1-2 0 0,-2 3 0 16,3-3 8-16,-6 0-8 0,3 3 0 0,-4-3 0 15,1 0 0-15,3 0 0 0,-3 0 0 0,6 0 0 0,-4 0 0 16,4 0 0-16,0 2 0 0,0-2 0 0,3 0 0 16,-4 3 0-16,-2-3 0 0,3 0 0 0,0 2 0 15,-3 1 0-15,-1-3 8 0,-2 3-8 0,3-3 8 16,-3 0-8-16,3 0 0 0,0 0 8 0,2 0-8 16,1 0 0-16,0 0 8 0,0 0-8 0,2 0 0 15,-2 0 0-15,0 2 0 0,0-2 0 0,0 3 8 16,-4 0-8-16,1-3 0 0,0 0 0 0,0 0 8 15,0 0-8-15,-1 0 0 0,1 0 0 0,3 0 8 16,0 0-8-16,3 0 0 0,-1 0 0 0,1 0 8 16,-3 2-8-16,3-2 8 0,-3 3-8 0,-1 0 8 15,1-3-8-15,-3 0 8 0,-3 0-8 0,6 0 8 16,-4 0-8-16,4 0 0 0,0-3 0 0,6 3 8 16,-4 0-8-16,1 3 0 0,3-3 0 0,3 0 8 15,-7 2-8-15,-2-2 8 0,0 3-8 0,3-3 8 16,-6 0-8-16,2 0 0 0,1 0 0 0,3-3 0 15,0 3 0-15,2 0 0 0,1 0 0 0,3 0 0 0,-6 0 0 16,2 3 0-16,-2-3 0 0,-3 0 0 0,3 0 0 0,-3 0 0 16,-4 0 0-16,7 0 0 0,-3-3 0 0,3 1 0 0,2 2 0 15,1-3 8-15,0 3-8 0,0 0 0 0,-4 0 0 0,4 0 0 16,-6 0 0-16,0 0 0 0,0 0 0 0,-4 0 8 16,4 0-8-16,-3-3 0 0,3 3 0 0,0-2 0 15,2 2 8-15,-2-3-8 0,3 3 8 0,3-3-8 16,-7 3 0-16,1 0 9 0,3 0-9 15,-3 0 0-15,-6 0 9 0,2 0-9 0,-2 0 0 0,0 0 9 16,3-2-9-16,-3 2 10 0,2-3-10 0,1 3 10 16,3-3-10-16,0 3 0 0,0 0 9 0,-1 0-9 15,1 0 0-15,0 0 0 0,0 0 0 0,-3 0 8 16,-1 0-8-16,-2 0 0 0,0 0 0 0,0 0 0 16,0 0 0-16,3 0 0 0,-4 0 0 0,4 0 0 15,0 0 0-15,3 0 0 0,0 0 0 0,-1 0 0 16,1 3 0-16,0-3 0 0,0 3 8 0,0-1-8 15,-4-2 0-15,1 3 0 0,-3 0 0 0,0-1 0 16,0-2 0-16,-3 0 0 0,2 0 0 0,1 0 0 16,3 0 0-16,-3 0 0 0,3 0 0 0,3 0 8 15,-4 0-8-15,4 0 11 0,0 3-11 0,-3 0 12 16,0-1-12-16,-1 1 12 0,-2 0-12 0,0-1 12 16,0 1-12-16,-3-3 0 0,-3 0 9 0,2 3-9 15,1-3 8-15,-3 0-8 0,6 0 8 0,-3 0-8 16,3 0 8-16,0 0-8 0,-1 0 8 0,4 0-8 0,0 0 8 15,-3 2-8-15,3-2 10 0,-1 3-10 0,1-3 9 0,-3 2-9 16,-3 1 8-16,3 0-8 0,-3-3 0 16,0 2 8-16,-1-2-8 0,1 0 0 0,0 0 8 0,3 0-8 15,0 0 0-15,0-2 8 0,2 2-8 16,1 0 0-16,0 0 0 0,3 0 0 0,0 0 9 16,-4 2-9-16,1-2 10 0,3 3-10 0,-3-3 9 0,-3 5-9 0,0-5 8 15,-1 0-8-15,1 0 0 0,0 0 0 0,0 0 0 16,0 0 0-16,0 0 8 0,2-5-8 0,4 5 0 0,-3-3 8 15,3 3-8-15,0 0 0 0,-1 0 0 0,1 0 8 16,-3 3-8-16,0-3 0 0,-3 5 0 0,-1-5 0 16,1 0 8-16,-3-5-8 0,0 5 0 0,3-3 8 15,0 1-8-15,0 2 0 0,-1-3 0 0,1 0 0 16,3 1 0-16,0 2 8 0,3-3-8 0,-4 3 0 16,1 0 0-16,0 0 8 0,0 0-8 0,-3 0 0 15,0 0 0-15,-1 0 8 0,-2 0-8 0,0 0 0 16,0 0 0-16,-3 0 0 0,0-2 8 0,3 2-8 15,-1-3 0-15,-2 3 0 0,3-3 0 0,3 1 0 16,-3 2 0-16,3 0 0 0,0-3 8 0,-1 3-8 16,1 0 0-16,0 0 0 0,0 0 0 0,0 0 0 15,0 3 0-15,-7-3 0 0,4 0 8 0,-3 2-8 16,3-2 0-16,-3 0 0 0,0 0 0 0,-3 0 0 16,3 0 8-16,-1-2-8 0,1 2 0 0,0 0 8 15,0-3-8-15,3 3 0 0,0 0 0 0,0-3 0 16,3 3 0-16,-4-2 0 0,4 2 8 0,0 0-8 15,-3 0 0-15,0 0 0 0,3 0 0 0,-4 2 8 16,-2-2-8-16,0 3 0 0,0 0 0 0,0-3 8 0,-3 2-8 0,0-2 8 0,3 3-8 16,-6-3 8-16,3 0-8 0,-4 3 0 0,1-3 9 15,0 0-9-15,0 0 0 0,0 2 8 0,0-4-8 0,0 4 0 16,3-2 0-16,-6 0 8 0,3 0-8 0,0 3 0 16,0-3 0-16,3 0 0 0,-3 2 0 0,-1-2 0 15,1 0 0-15,0 3 0 0,0-3 0 0,-3 3 8 16,6-3-19-16,-3 2-3 0,0-2-1 15,0 0 0-15,6 0-164 0,0 0-33 16</inkml:trace>
  <inkml:trace contextRef="#ctx0" brushRef="#br3" timeOffset="-167110.828">21482 5718 1337 0,'0'0'56'0,"0"0"-44"16,0 0 41-16,0 0 9 0,0 0 2 0,6 0 0 16,0 0 0-16,2 0 0 0,-2 0 0 0,3 0 0 15,0 0 5-15,0-3 2 0,3 3 0 0,0 0 0 16,0 3-39-16,3-3-8 0,0 0-2 0,0 3 0 16,2-3-5-16,1 2-1 0,0 1 0 0,0-3 0 15,0 3-4-15,0-1 0 0,0 1-1 0,-1-3 0 16,4 3-11-16,0-3 10 0,0-3-10 0,6 3 10 15,0 0-10-15,-1 3 0 0,4-3 9 0,6 5-9 16,-6-3 0-16,-1 1 0 0,4 2 0 0,-3 1 0 16,-3-4 0-16,-1 4 8 0,-5-4-8 0,3 4 0 15,0-4 0-15,0 4 0 0,0-4 0 0,-1 3 0 16,1 1 0-16,0-1 9 0,0 0-9 0,0 3 0 16,-4 0 15-16,1 0-4 0,-3 0-1 0,0 0 0 15,0-3 7-15,-6 3 2 0,3 0 0 0,-3 0 0 16,-4 0 1-16,1 0 1 0,0 0 0 0,-3 0 0 15,3 0 2-15,-3 0 0 0,0 0 0 0,-3 0 0 16,3 0-3-16,-3-3 0 0,0 3 0 0,0 0 0 16,0-3 0-16,0 3-1 0,0-3 0 0,0 3 0 0,0-3-4 15,0 3-1-15,0-2 0 0,0-1 0 16,-3 3-5-16,3-3-1 0,0 3 0 0,-3 0 0 0,3 0-8 16,-3-3 12-16,3 1-12 0,-3 2 12 15,3-3-12-15,-3 0 10 0,3 3-10 0,-3-3 10 0,3 3-10 0,-3 3 8 16,0-3-8-16,3 2 8 0,-3 1-8 0,0 2 8 0,3-2-8 15,-3 5 8-15,0-3-8 0,3 5 0 0,-3-2 9 0,0 5-9 16,0-2 8-16,0 0-8 0,3-1 8 0,-3 1-8 16,0-1 0-16,0 1 9 0,2-3-9 0,-2-1 0 15,0-1 9-15,0 1-9 0,-2-1 0 0,2 2 9 16,0-3-9-16,0 0 8 0,0 0-8 0,-3 1 8 16,3 1-8-16,-3 1 8 0,0 0-8 0,3 5 8 15,-3-2-8-15,3 2 8 0,-3 0-8 0,3 3 8 16,-3-3-8-16,3 3 0 0,0-3 9 0,-3 0-9 15,3-2 8-15,0-1-8 0,-3-2 8 0,3 3-8 16,0-3 8-16,0-3-8 0,0 0 8 0,0 0-8 16,0 1 0-16,-3-1 8 0,3 0-8 0,0 0 0 15,0 0 0-15,-3 6 9 0,3-3-9 0,0 0 0 16,0 2 10-16,-3 1-10 0,3-1 8 0,0 3-8 16,-3-2 12-16,3 0-2 0,0-1-1 0,0 3 0 15,0-5-9-15,0 0 12 0,0 0-12 0,-3 0 12 16,3 0-4-16,0-3-8 0,0 0 12 0,-3 0-4 15,3 0-8-15,-3-2 10 0,3 0-10 0,-3 2 10 16,3-3-10-16,0 1 10 0,-3 2-10 0,3-2 10 16,-3 2-10-16,3 0 12 0,-3 1-12 0,3 1 12 0,-3-1-12 15,3 2 10-15,0-1-10 0,-3-1 10 0,3 2-10 16,0-1 12-16,0-1-12 0,-3 2 12 0,3-3-12 0,0 0 8 16,0 0-8-16,0 0 8 0,-3-2-8 0,3 0 0 15,0-1 9-15,0 1-9 0,-3-1 0 16,3-2 0-16,0 3 0 0,0-3 8 0,0 0-8 15,-3 0 0-15,3 0 0 0,0-3 8 0,0 3-8 16,-3-3 8-16,0 3-8 0,3-3 8 0,-3 1-8 16,3-1 0-16,-3 3 8 0,3-3-8 0,-3 0 0 0,0 1 8 15,0 2-8-15,0-3 0 0,3 3 0 0,-3 0 9 0,0-3-9 16,3 3 0-16,-3 0 8 0,0 0-8 0,3 0 0 0,-3 0 0 16,3 2 8-16,-3-2-8 0,0 0 0 0,0 0 0 15,3 0 0-15,-2 0 0 0,-1 0 0 0,0 0 0 16,0 0 8-16,3 3-8 0,-3-4 0 15,0 1 0-15,0 0 10 0,3 0-10 16,-3 0 8-16,0 0-8 0,0 0 8 0,0 0-8 0,3 0 0 0,-3 0 8 16,0 0-8-16,0-3 0 0,3 3 0 0,-3-3 0 15,0 1 0-15,3-1 8 0,-3 0-8 0,3-5 0 16,-3 6 0-16,3-1 8 0,0-5-8 0,-3 5 0 16,0 0 8-16,0 1-8 0,3-6 0 0,0 5 8 15,0-5-8-15,-3 5 0 0,3-5 9 0,-3 6-9 16,3-6 0-16,0 8 8 0,-3-3-8 0,3-5 0 15,-3 2 0-15,3-2 9 0,0 6-9 0,0-6 0 16,-3 5 8-16,0 0-8 0,3-5 0 0,0 0 0 0,-3 6 10 0,3-6-10 16,0 0 8-16,0 8-8 0,0-8 8 15,0 0-8-15,0 0 0 0,-3 5 8 16,3-5-8-16,0 5 8 0,0-5-8 0,0 5 8 0,0-5-8 0,0 0 0 16,0 0 9-16,-3 8-9 0,3-8 0 15,0 6 9-15,0-6-9 0,0 0 0 16,-3 8 8-16,3-8-8 0,0 0 0 0,0 0 0 15,0 0 8-15,0 5-8 0,0-5 0 0,0 0 0 0,0 0 0 0,0 0 0 0,0 0 0 0,0 0 0 16,0 0 0-16,0 0-19 0,0 0 4 0,0 0 1 31,0 0-42-31,0 0-9 0,0 0-2 0,0 0 0 0,0 0-129 0,-1446 0-27 16,2892 0-5-16</inkml:trace>
  <inkml:trace contextRef="#ctx0" brushRef="#br3" timeOffset="-163540.563">17597 8184 937 0,'0'0'19'0,"0"0"6"0,0 0-25 0,0 0 0 0,0 0 0 0,0 0 0 16,0 0 75-16,0 0 9 0,0 0 3 0,0 0 0 16,0 0-23-16,0 0-4 0,3-3 0 0,-3 3-1 15,0 0-20-15,0 0-4 0,0 0-1 0,0 0 0 16,3-5-3-16,-3 5-1 0,0 0 0 0,0 0 0 15,0 0 9-15,0 0 1 0,3-3 1 0,-3 3 0 16,0 0-9-16,0 0-1 0,3-2-1 0,-3 2 0 16,0 0-6-16,0 0-2 0,0 0 0 0,0 0 0 15,0 0-5-15,0 0-1 0,0 0 0 0,0 0 0 16,0 0 4-16,3-3 1 0,-3 3 0 0,0 0 0 16,3-2 2-16,-3 2 0 0,3-3 0 0,-3 3 0 15,0 0 5-15,0-5 2 0,0 5 0 0,3-3 0 0,-3 3 1 16,3-3 0-16,-3 3 0 0,3-5 0 15,-3 5 1-15,0-3 0 0,3-2 0 0,-3 5 0 16,0-5-6-16,0 2-1 0,0 3 0 0,0-5 0 0,3 0-5 0,-3 2 0 0,0-2-1 16,0-1 0-16,0 1-19 15,0 0-14-15,0-1 2 0,0 6 1 16,3-5 60-16,-3 0 12 0,3 0 3 0,-3-1 0 0,0 4-52 16,-3-6-12-16,3 2 0 0,0 1 0 0,-3 0 0 0,3-3 0 15,0 0 0-15,0 0 0 0,0 0 0 0,0 0 0 0,0 0 0 0,0-2 0 16,0 2 0-16,0-3 0 0,0 1 0 15,0-1 0-15,-3 0 0 0,3-2 0 16,0 0 0-16,0 0 0 0,0-1 54 0,0 1 8 0,0 0 2 0,0 2 0 16,-3-2-52-16,3 0-12 0,0 2 0 0,0 1 0 15,-3-1-11-15,3-2-5 0,-3 2 0 0,3 1-1 16,-3-1 27-16,0 3 6 0,0-2 0 0,0-1 1 16,0 1-17-16,0-1 0 0,-3 3 0 0,3-5 0 15,-3 2 0-15,3-2 0 0,-3 0 0 0,0-3 0 16,0 0 0-16,3 0 0 0,-3-5 0 0,0 0 0 15,4 0 0-15,-4-1-12 0,0-1 1 0,0-1 1 16,0 3 10-16,3 2 0 0,-6 1 0 0,6-1 0 16,-3 1 0-16,0 2 14 0,3 2-3 0,-3-1-1 15,3-1-10-15,-3 2 0 0,3-1 0 0,-3-4 0 16,0 3 0-16,3-5 0 0,0 0 0 0,0 0 0 16,0-3 0-16,3 0 0 0,-3-2 0 0,0-1 0 15,3 3 0-15,0 3 0 0,0-3 0 0,0 6 0 16,0-1 0-16,0 1 0 0,0 2 0 0,0 3 0 15,-3-3 0-15,3 0 0 0,0 0 0 0,0 0 0 16,0 0 0-16,-3-2 0 0,3-1 0 0,0 1 0 16,0-3 0-16,0-3 0 0,0-3 0 0,0 3 0 0,-3 1 8 0,3 1 0 0,0-1 0 15,0 1 0-15,0 4-8 16,0-1-11-16,0 4 3 0,0 1 0 0,0 1 8 0,0 0 14 0,0 0-3 0,0-1-1 16,0 4-10-16,0-3 0 0,0-1 0 0,0 1 0 15,0 0 0-15,0 0-12 0,0-1 0 0,0-1 1 16,0-1 11-16,0 0 0 0,3-3 0 15,-3 1 0-15,0-1 0 0,3 1 0 16,-3 2 0-16,0-3 0 0,3 3 0 0,-3 1 16 0,0 1-4 0,0 1-1 16,3 3-11-16,-3-4 0 0,0 6 0 15,0-5 0-15,3 5 0 0,-3 0 0 0,0 0 0 0,3 0 0 16,-3 0 0-16,0 1 0 0,3 1 0 0,-3-2 0 16,0 0 0-16,3 0 0 0,-3 0 0 0,0 1 0 15,0-1 0-15,0-3-14 0,0 3 2 0,0 0 0 16,3-2 12-16,-3-1 0 0,0 3 0 0,3-3 0 15,-3-2 0-15,0 3 0 0,3-4 0 0,-3 1 0 16,0 0 0-16,3-3 0 0,-3 3 0 0,3 0 0 16,-3-1 0-16,3 1 15 0,-3 3-3 0,3-4-1 15,-3 4-11-15,0-1 0 0,3 1 0 0,-3 2 0 16,0-3 0-16,3 3 0 0,-3 0 0 0,3 3 0 16,-3-3 0-16,3 0 0 0,-3 5 0 0,3-5 0 15,-3 3 0-15,0 0 0 0,3 0 0 0,-3-1 0 16,0 4 0-16,0-4 0 0,0 4 0 0,0 2 0 15,0-6 0-15,0 4 0 0,0-4 8 0,0 4-8 16,0 2 0-16,0-6 0 0,0 1 0 0,0 5 0 16,-3-5 0-16,3 5 0 0,0-5 0 0,-3-1 0 0,3 6 0 0,-3-2 0 15,0-4 0-15,-3 4 0 16,6 2 0-16,-3-3 8 0,-3 0-8 0,6 3 0 0,-6-2 0 16,0-1 8-16,3 1-8 0,3 2 0 0,-6 0 0 0,0 0 0 0,6 0 0 15,-9 0 0-15,3 2 0 0,0 1 0 0,1-1 0 0,-1 1 0 16,0 2 0-16,3-2 0 0,0 2 0 0,-3 1 0 15,3-1 0-15,3 0 0 0,0-5-9 0,-3 8 9 16,3-3 0-16,-3 1 0 0,3-6 0 0,3 5 0 16,-3-5-8-16,0 5 8 0,0-5 0 0,6 6 0 15,-3-4-9-15,3 1 9 0,0-3 0 0,0 3-9 16,0-3 9-16,-1 0 0 0,1-3 0 0,3 3 0 16,-3-3 0-16,3 1 0 0,0 2 0 0,0-3 0 15,-3 0 0-15,3 1 0 0,-3-4 0 0,0 4 0 16,0-4 0-16,-3 4 0 0,0-4 0 0,-3 6 8 15,0-5-8-15,0 0 8 0,0 0-8 0,-3-1 8 16,0 4 1-16,-3-6 1 0,0 2 0 0,-3 1 0 16,3 3-1-16,-3-4 0 0,0 4 0 0,-3-1 0 15,3 0-1-15,0 3-8 0,0 0 12 0,-2 0-4 16,2 0-8-16,0 3 0 0,0 0 0 0,3-1 8 16,0 4-8-16,0 1 0 0,0-1 0 0,0 2 0 15,3 0 0-15,0 0 0 0,-3-1 0 0,6 1 0 16,-3 0-10-16,3 3 10 0,0-3 0 0,0 0-9 15,0 0 9-15,3 2-12 0,-3-4 12 0,3 2-12 16,3-3 12-16,0 0-13 0,-3-2 5 0,3 2 8 0,3-2-9 0,-3-3 9 16,3 0 0-16,0 0 0 0,3-3 0 0,-3 0 0 15,2 1 0-15,-2-3 0 0,3 2-24 0,0-2 3 0,-3 2 0 16,3-2 0-16,0-1 35 0,-3 1 7 16,3 0 2-16,-3-3 0 0,-3 3-12 0,3-1-3 0,-4 1 0 15,-2-3 0-15,0 3 6 0,-3-3 1 16,3 2 0-16,-6-1 0 0,3-1 0 15,-3 2 0-15,0-2 0 0,-2 3 0 0,-1 0-3 0,0 0-1 0,-3-1 0 0,0 4 0 16,3-1 3-16,-3 0 1 0,0 1 0 0,0 2 0 16,0 0-15-16,0 0 0 0,3 2-9 0,-3 1 9 15,0 2 0-15,3 1 0 0,0-1-8 0,1 0 8 16,-1 0 0-16,0 3 0 0,0 0 0 0,3-2 0 16,0 1-8-16,3 1 8 0,-3 0 0 0,3 3-9 15,0-6 9-15,0 3-13 0,3-3 5 0,0 3 8 16,0 0-12-16,0-2 12 0,3-1-10 0,0 0 10 15,-1-2 0-15,1 2 0 0,3-2-8 0,0-1 8 16,-3-2 0-16,3 0 0 0,0 0 0 0,0-2 0 16,0-3 0-16,0 2 0 0,0 0 0 0,3-2 0 15,-3 2 0-15,0-2 0 0,0 2 0 0,-4-5 0 16,1 0 0-16,0 3 0 0,0 0 10 0,-3 0-10 16,0-3 11-16,-3 2-3 0,0 1-8 0,0 0 12 15,-3-3-2-15,0 3-1 0,-3-3 0 0,0 2 0 16,0 1-9-16,1 0 10 0,-1 2-10 0,-3 0 10 15,0 1-10-15,0 2 8 0,3-3-8 0,-3 6 8 16,0-3 21-16,0 2 4 0,0 1 1 0,3 2 0 0,-3 1-34 16,3-1 0-16,0 0 0 0,3 3 0 0,-3-3 0 15,3 3 0-15,0-2 0 0,0 2 0 16,3-3-26-16,0 3-12 0,3-3-2 0,0 0-1 0,0 1 32 16,3-1 9-16,0 0 0 0,0 1 0 0,0-1 0 0,0-2 0 0,3-3 0 15,0 2 0-15,0 1-9 0,0-3 9 16,0-3-12-16,3 1 12 15,-3 2 0-15,3-3 0 0,-4-2 0 0,1 2 0 0,0 0 0 0,0-2 0 0,0 2 0 0,-3-2 0 16,0 0 0-16,-3 0 0 0,0-3 0 0,0 2 0 16,0 1 8-16,0-3-8 0,-3 3 0 0,0-3 9 15,0 0-9-15,0 3 0 0,-3-3 0 0,3 0 0 16,-3 0 0-16,0 3 0 0,3-1-10 0,0 6 10 16,-3-8-29-16,-3 6 0 0,3-4 0 0,3 6 0 31,-3-2-35-31,-3-4-6 0,0 4-2 0,-3 2 0 15,3 0-172-15,0 2-36 0</inkml:trace>
  <inkml:trace contextRef="#ctx0" brushRef="#br3" timeOffset="-161430.975">12811 8152 1192 0,'0'0'24'0,"0"0"8"0,0 0-32 0,0 0 0 0,0 0 0 0,0 0 0 15,0 0 76-15,0 0 8 0,0 0 3 0,0 0 0 16,0 0-7-16,0 0 0 0,0 0-1 0,0 0 0 16,0 0-12-16,0 0-3 0,0 0 0 0,0 0 0 15,0 0-51-15,0 0-13 0,0 0 0 0,0 0 0 16,0 0 0-16,0 0 0 0,0 0 0 0,0 0 0 16,0 0 54-16,0 0 8 0,0 0 2 0,0 0 0 15,0 0-52-15,0 0-12 0,0 0 0 0,0 0 0 16,0 0 0-16,0 0 0 0,0 0 0 0,0 0 0 15,0 0 54-15,0 0 8 16,0 0 2-16,0 0 0 0,0 0 0 0,0 0 0 0,0 0 0 0,0 0 0 16,0 0 0-16,0 0 0 0,0 0 0 0,0 0 0 15,-3-5-52-15,0 2-12 0,3-2 0 0,-3 2 0 16,3-2 0-16,-3 0 0 0,3 0 0 0,0-3 0 16,-3 2 54-16,3 1 8 0,0-3 2 0,0 3 0 15,0-3-52-15,0-3-12 0,0 3 0 0,0-2 0 16,0-3 0-16,0-1 0 0,0 4 0 0,0-9 0 15,-3 3 0-15,3-2 0 0,0-3 0 0,0-1 0 16,0 1 0-16,0 0 0 0,0 0 0 0,0 0 0 16,0 0 54-16,0 2 8 0,0-2 2 0,0 2 0 0,0 1-52 15,3-3-12-15,-3 2 0 0,0-2 0 0,0-3-16 16,0-2-7-16,0-3-1 0,0-3 0 0,0-2 24 0,3-1 0 16,-3 1 0-16,0-3 0 0,0 5 0 0,0 0 0 15,0 3 0-15,0 0 0 0,0-3 0 0,0 0 0 16,0-2 0-16,-3-3 0 0,3 0 0 0,0-3 0 15,0 1 0-15,0 2 0 16,0 2 0-16,0 6 0 0,0 0 0 0,0-3 0 0,3 0 0 16,-3 1 0-16,0-4 0 0,3-2 0 15,-3 0 0-15,0 0 0 0,3 0 0 0,0 3 0 16,-3 2 0-16,3 3 0 0,0 5 0 0,-3-2 0 0,3-1 0 0,0 1 0 0,-3-1 0 0,3-2 0 16,-3 0 0-16,3-3 0 0,-3 0 0 15,3-2 0-15,-3 5 0 0,3 3 0 0,-3 2 0 0,3-3 0 16,-3 6 0-16,0 3 0 0,3-4 0 0,-3 7 0 15,0-4 0-15,0 0 0 0,0 1 0 0,0-1 0 16,3-2 0-16,-3 0 0 0,3 0 0 0,-3 0 0 16,0-3 0-16,0 3 0 0,0 2 0 0,0-2 0 15,0 3 0-15,0 2 0 0,0 0 0 0,0 0 0 16,0 3 0-16,0 2 0 0,2 1 0 0,-2-1 0 16,0 3 0-16,0 0 0 0,0 0 0 0,0 3 0 15,0 0 0-15,3-1 0 0,-3 1 0 0,0 0 0 16,3 2 0-16,-3 3 0 0,0-5 0 0,0 5 0 15,0-3 0-15,0 3 0 0,3-5 0 0,-3 5 0 16,0 0 0-16,0 0 0 0,0-6 0 0,0 6 0 16,0 0 0-16,0 0 0 0,0 0 0 0,0 0 0 15,0 0 0-15,0 0 0 0,0 0 0 0,0 0 0 0,0 0 0 0,0 0 0 0,0 0 0 16,0 0 0-16,0 0 0 0,0 0 0 16,0 0 0-16,0 0 0 15,0 0 0-15,0-2 0 0,0 2 0 0,0 0 0 16,0 0 0-16,0-5 0 0,0 5 0 0,0 0 0 0,0 0 0 0,0-3 0 0,0 3 0 15,0 0 0-15,0 0 0 0,0 0 0 0,0 0 0 0,-6-3 0 16,6 3 0-16,0 0 0 0,0 0 0 0,-3-2 0 16,3 2 0-16,0 0 0 0,0 0 0 0,-5 2 0 15,5-2 0-15,-6 3 0 0,3 2 0 0,-3 0 0 16,3 1 0-16,3-6 0 0,0 5 0 0,-3 3 0 16,3-3-9-16,0 1 9 0,0-1 0 0,0 3 0 15,3-3 0-15,-3-5 0 0,3 5 0 0,0 3 0 16,0-5-8-16,3 2 8 0,-3-2 0 0,2 0 0 15,1-1-8-15,-3 1 8 16,3-3 0-16,0 0 0 0,0 0 0 0,0 0 0 0,0-3 0 0,0 1 0 16,0-1 0-16,0-2 0 0,0-1 0 0,0-2 0 15,-3 3-31-15,3 0-2 0,0 0-1 0,-3-3 0 16,3 2 34-16,-3-2 0 0,0 3 0 0,0 0 0 16,0-3 44-16,-3 3 16 0,0-3 4 0,0 2 0 15,0-2-64-15,-3 3-16 0,0 0-2 0,0 0 0 16,0-1 18-16,-3 4 11 0,3-4-2 0,-3 4 0 15,0-1-9-15,0 0 10 0,0 1-10 0,-3 4 10 16,0-2-10-16,0 0 8 0,0 6-8 0,0-4 8 16,0 4-8-16,1-1 0 0,2 0 0 0,-3 0 0 0,3 1 0 15,-3 2 0-15,3 0 0 0,0-3 0 0,3 3 0 0,0 0-14 0,0-3 3 16,3 3 1-16,0-3 10 0,0 1-12 0,3-1 12 16,0 3-12-16,0-3 12 0,3 0-10 0,0 3 10 0,0-5-10 15,3 0 10-15,0 2 0 16,-1-2-9-16,4-1 9 0,-3-2 0 15,0 0 0-15,0 0 0 0,0-2 0 0,-3-1 15 0,3-2 7 0,-3 2 2 16,0 0 0-16,0-5-24 0,0 3 0 16,0 0 0-16,0 0 0 0,-3-1-9 0,0 1-7 0,0 0 0 15,-3 5-1-15,0-6 17 0,-3 1 14 0,3 0-2 0,-3-1-1 16,0 4-11-16,0-3 12 0,-3-3-12 0,3 2 12 16,-3 4-12-16,0-4 0 0,0 4 0 0,3-1 0 15,-3 0 0-15,-3 3 0 0,3 0 0 0,0 0 0 16,-3 3 0-16,3 0 0 0,0-1 0 0,-3 4 0 15,3-4 20-15,-2 4 3 0,2-1 0 0,0 0 0 16,3 0-37-16,-3 1-7 0,3-1-2 0,-3 3 0 16,3-3 32-16,3 3 7 0,0-2 0 0,0 1 1 15,3 1-27-15,-3 0-6 0,6-2 0 0,-3 2-1 16,3 0 17-16,0-1 0 0,0-1 0 0,2 2 0 16,-2-3 0-16,0 0 0 0,3-2 0 0,0 0 0 15,0-3 0-15,-3 0 0 0,3 0 0 0,0-3 0 16,-3 3 0-16,3-5 0 0,0-3 0 0,-3 2 0 15,3-2 0-15,0 3 0 0,0-3 0 0,-1 0 0 16,-2 3 0-16,3-3 0 0,-3 0 0 0,0 3 0 16,-3-3 0-16,0 0 0 0,0 3 0 0,0-1 0 15,-3-2 0-15,0 3 0 0,0-3 0 0,-3 3 0 16,0 0 0-16,3-3 0 0,-3 2 0 0,-3 4 0 16,3-4 15-16,-3 4 6 0,3-1 2 0,-3 1 0 15,6 2-53-15,-6-3-10 0,6 3-3 0,-5-3 0 16,-1 3-103-16,0 0-21 0,0 3-4 0</inkml:trace>
  <inkml:trace contextRef="#ctx0" brushRef="#br3" timeOffset="-158325.589">8090 5652 1337 0,'0'0'56'0,"0"0"-44"16,0 0 79-16,0 0 16 0,0 0 3 0,0 0 1 15,0 0-24-15,-3-3-5 0,3 3-1 0,0 0 0 16,-6-2 38-16,6 2 7 0,0 0 2 0,-6 0 0 16,6 0-52-16,0 0-9 0,0 0-3 0,-6 0 0 15,6 0-51-15,0 0-13 0,-3 2 0 0,3-2 0 16,-6 5 0-16,0 1 0 0,3-4 0 0,0 4 0 16,3-6 0-16,-3 8 0 0,3-3 0 0,-3 0 0 15,3-5 0-15,3 8 0 0,-3-3 0 0,3 1 0 16,0-1 0-16,0 0 0 0,0-2 0 0,-3-3 0 15,6 3 0-15,0-1 0 0,0 1 0 0,0-3 0 16,0 0 0-16,0-3 0 0,0 1 0 0,0 2 0 16,0-3 0-16,3 0 0 0,-3 3 0 0,0-8 0 15,-1 6 0-15,1-4 0 0,-3 4 0 0,3-3 0 16,-3 2 54-16,3-2 8 0,-6 5 2 0,3-3 0 16,-3-2-52-16,3-1-12 0,-3 4 0 0,-3-4 0 15,3 4 0-15,-3-4 0 0,0 4 0 0,0-3 0 0,-3 2 44 16,3-2 5-16,-3 2 2 0,1 0 0 15,2 3-31-15,-3-2-5 0,0 2-2 0,0 0 0 16,6 0-13-16,-6 0 0 0,6 0 0 0,-6 2 0 16,-3 4 0-16,3-4 0 0,0 4 0 0,0-1 0 0,3-3 0 15,-3 6 0-15,3-2 0 0,-3 2 0 0,3-3 0 16,0 3 0-16,0 0 0 0,3 0 0 16,-3-3 0-16,3 3 0 0,0 0 0 0,0 0 0 0,0 0 0 0,0-3 0 0,3 3 0 15,-3-3 0-15,3 1 0 0,0-1 0 0,0-2 0 0,3 2 0 16,-3-5 0-16,0 0 0 0,3 0 0 0,0-3 0 15,0 1 0-15,0-1 0 0,0-2 0 0,0-1 0 16,0 1 0-16,0 0 0 0,-3-1 0 0,3 1 0 16,-3 0 0-16,0-3 0 0,2 3 0 0,-2 2 0 15,-3 0 0-15,3-5 0 0,-3 3 0 0,0 2 0 16,-3-2 29-16,3 3 3 0,-5-4 1 0,2 4 0 16,0-4-1-16,-3 4-1 0,0-4 0 0,0 4 0 15,0-1-31-15,0 0 0 0,0 1 0 16,0 2 0-16,0 0 0 0,6 0 0 0,-6 0 0 0,0 0 0 15,6 0 0-15,-9 2 0 0,6 4 0 0,-3-1 0 16,0 0 0-16,0 1 0 0,3-1 0 0,0 3 0 16,0 0 0-16,0 2 0 0,0-2 0 0,3 3 0 15,0-3 0-15,0 5-21 0,0-2 3 0,3-1 1 16,0 1-24-16,0-1-5 0,0 1-1 0,3-3 0 16,0 0 57-16,0 0 11 0,0-3 3 0,0-2 0 15,3-1-39-15,-3 1-7 0,3-3-2 0,-3-3 0 16,3 3 24-16,3-5 0 0,-3 0 0 0,0 2 0 15,2-5 16-15,-2 0 7 0,0 0 1 0,0-2 1 0,-3 2-13 16,3 0-2-16,-3-3-1 0,0 3 0 0,-3 0 3 0,3 0 0 0,-3 1 0 16,-3-1 0-16,0 0 4 0,-3 2 2 0,3-2 0 0,-3 0 0 15,0 3-27-15,-3 0-6 0,3 0-1 16,-3-1 0-16,0 1 26 0,0 2 5 0,0 1 1 0,-3 2 0 31,3 0-116-31,0 0-22 0,0 0-5 0</inkml:trace>
  <inkml:trace contextRef="#ctx0" brushRef="#br3" timeOffset="-154823.579">7503 6075 1006 0,'0'0'20'0,"0"0"7"0,0 0-27 0,0 0 0 0,0 0 0 0,0 0 0 16,0 0 74-16,0 0 10 0,0 0 1 0,0 0 1 16,0 0-19-16,0 0-4 0,0 0-1 0,0 0 0 15,0 0-16-15,0 0-3 0,0 0-1 0,0 0 0 16,0 0-7-16,0 0-2 0,0 0 0 0,3 6 0 16,3-4-2-16,-3 1-1 0,3-1 0 0,-3 1 0 15,3-3-3-15,0 3-1 0,0-3 0 0,0 2 0 16,0-2-5-16,3 3-1 0,0-3 0 0,0 0 0 15,0 3-7-15,3-3-1 0,-3 2-1 0,0-2 0 16,2 0-11-16,-2 3 10 0,0-3-10 0,0 3 10 16,3-3-10-16,0 0 0 0,0 0 0 0,0 0 8 15,0-3-8-15,3 3 0 0,3 0 0 0,-4 0 0 16,7 0 0-16,-3 0 0 0,3-3 0 0,3 6 0 16,0-3 0-16,-1 3 0 0,1-3 0 0,3 2 0 15,-3-2 0-15,-3 3 0 0,2-3 0 0,1 3 8 16,0-3-8-16,3 0 0 0,0-3 9 0,-1 3-9 15,4-3 0-15,3 3 8 0,3 0-8 0,-4 0 0 16,4 0 8-16,-3 0-8 0,0 0 8 0,-1 0-8 16,-2 0 0-16,0-2 0 0,3 2 0 0,-1-3 8 15,-2 3-8-15,3-3 8 0,6 3-8 0,-4 0 8 16,-2 0-8-16,0 3 9 0,0-3-9 0,-1 3 10 16,-2-3-2-16,0-3-8 0,-3 3 12 0,-1-3-4 15,4 3-8-15,3 0 0 0,-3 0 9 0,2 0-9 0,1 0 0 0,-3 3 8 0,0 0-8 16,-1-1 0-16,-2-2 0 15,-3 3 8-15,0-3-8 0,3 3 0 16,-4-3 0-16,1 0 0 0,0 0 0 0,3 0 0 0,0 0 0 16,-1 0 0-16,1 2 0 0,3-2 8 0,0 0-8 0,-3 3 0 0,2-1 0 0,1 1 0 15,-3-3 0-15,-3 0 0 16,2 0 0-16,1 0 0 0,0-3 0 16,0 3 0-16,3-2 0 0,2-1 8 0,1 1-8 0,3 2 0 15,0 0 0-15,-4 0 8 0,1 0-8 16,0 0 0-16,-6-3 0 0,2 3 0 0,1-3 0 0,3 1 8 0,-3 2-8 0,2-3 0 15,1 0 8-15,3 3-8 0,-3 0 8 0,2 0-8 16,-2 0 0-16,-3 0 0 0,0 0 0 0,2-2 8 16,-5 2-8-16,3-3 0 0,0 3 0 0,-1 0 0 15,4 0 0-15,-3 0 0 0,6 0 0 0,-4 0 0 16,1 0 0-16,-3 3 0 0,3-3 0 0,-4 0 8 16,1 2-8-16,-6-2 0 0,3 0 0 0,0-2 0 15,2 2 0-15,1 0 0 0,0 0 0 0,3 0 0 16,-1 2 0-16,1-2 0 0,0 0 0 0,0 3 0 15,-4-3 0-15,-2 0 9 0,3-3-9 0,0 3 10 16,-4 0-2-16,4-2-8 0,3-1 12 0,0 3-4 16,-4 0-8-16,7 0 8 0,-3 0-8 0,0 0 8 0,-4 0-8 0,1 0 8 15,0 0-8-15,-3 0 8 0,2 0-8 0,-2-3 0 16,0 3 0-16,3-2 0 0,0-1 0 16,-1 3 8-16,1 0-8 0,3 0 0 0,-3 0 0 0,-1 0 0 15,-2 0 0-15,0 0 0 16,-3-3 0-16,0 3 8 0,-1-2-8 0,-2-1 0 0,3 3 0 0,-3-2 0 15,3-1 8-15,0 3-8 16,-1-3 0-16,4 3 8 0,-3 0-8 0,0 0 8 16,0 0-8-16,2 0 0 0,-5 0 0 0,3 0 0 0,-3 0 0 0,0 0 0 0,-3-2 0 0,2 2 0 15,-2 0 0-15,0-3 0 0,0 0 9 0,0 3-9 16,3 0 0-16,-3-2 0 0,2 2 0 0,1-3 8 16,3 3-8-16,-3 0 0 0,3-3 0 0,-1 3 8 15,-2 0-8-15,3 0 0 0,-3 0 0 0,0 0 8 16,-3 0-8-16,2 0 0 0,-2 0 0 0,0 0 0 15,0 0 0-15,-3 0 0 0,3-2 0 0,0 2 0 16,0 0 0-16,2-3 0 0,1 3 0 16,0 0 0-16,3 0 0 0,0 0 0 0,-1 0 0 0,1 0 0 15,0 0 0-15,0 0 0 0,3 0 0 0,-3 3 0 16,-4-3 11-16,1 2-3 0,3-2 0 0,-6 0 0 16,3 0-8-16,0 0 0 0,-1 0 0 0,4 0 0 15,0 0 0-15,3 0 0 0,-3 0 0 0,2 0 8 16,4 0-8-16,-3 3 0 0,0-3 0 0,0 3 0 15,-4-1 0-15,-2-2 8 0,3 0-8 0,-3 3 0 16,3-3 0-16,-1 0 8 0,1 0-8 0,0 0 0 16,3 0 0-16,3 0 0 0,-4 0 8 0,4 0-8 15,3 3 0-15,-3-3 0 0,-4 0 0 0,4 2 8 16,0-2-8-16,-6 0 0 0,3 0 0 0,-4 0 0 0,7-2 0 16,-3 2 0-16,6 0 0 0,-1 0 0 0,-2 0 0 15,3 0 8-15,0 0-8 0,-1 0 0 0,-2 0 8 0,0 0-8 16,0 0 8-16,-3 0-8 0,2 0 8 15,1-3-8-15,0 3 8 0,3-3-8 0,-4 3 8 0,4 0-8 16,3 0 0-16,-3 0 8 0,-1 0-8 16,-2 0 0-16,0 0 0 0,0-2 0 0,-1 2 8 0,-2-3-8 0,0 3 0 15,3-3 8-15,-1 3-8 0,1 0 0 16,3-2 9-16,0 2-9 0,-4 0 0 0,4 0 8 16,-3 2-8-16,0-2 0 0,-3 0 0 0,-4 0 0 15,4 0 0-15,-3-2 8 0,3 2-8 0,-3 0 0 0,2-3 0 0,1 3 8 16,0 0-8-1,0 0 0-15,2 0 0 0,-2 3 0 0,0-3 0 0,-3 2 0 0,0-2 0 0,0 0 0 16,-1 3 0-16,-2-3 8 0,0 0-8 0,0 0 0 16,0 0 0-16,0 0 0 0,-1 0 0 0,4 0 8 15,0 3-8-15,0-3 0 0,0 0 0 0,2 2 8 16,-2-2-8-16,0 0 0 0,0 3 8 0,-3-3-8 16,-1 3 0-16,4-3 9 0,-6 0-9 0,3 2 0 15,-3-2 9-15,0 0-9 0,0 0 0 0,-1 0 9 16,4 0-9-16,-3 0 0 0,3 0 0 0,0 0 0 15,3 0 0-15,-1 0 8 0,1 0-8 0,3 3 0 16,-3-3 0-16,0 3 8 0,-1-3-8 0,1 2 0 16,-3-2 0-16,0 0 0 0,0 0 0 0,0 0 0 0,-1 0 0 15,1 0 0-15,0 0 0 0,3 0 0 0,0 0 0 0,0 0 0 16,-1 0 9-16,4 0-9 0,-3 0 0 0,3 0 8 16,3 3-8-16,-4-3 0 0,-2 2 8 15,0-2-8-15,0 0 8 0,0 3-8 0,-1-3 0 0,-2 0 9 16,0-3-9-16,6 3 0 0,-3 0 12 0,2 0-12 15,1-2 12-15,6 2-12 16,-6 0 9-16,3 2-9 0,-4-2 0 0,4 0 9 16,-3 3-9-16,-3-3 8 0,0 0-8 0,2 0 8 0,-5 0-8 0,3 0 0 15,0 0 9-15,3 0-9 0,-1 0 0 0,1 0 0 0,3 0 0 16,0 0 8-16,-1 0-8 0,-2 0 8 0,0 3-8 0,3-1 8 16,-6-2-8-16,-1 0 0 0,1 0 0 0,0 0 0 15,0 0 0-15,3 0 0 0,-4 0 0 0,7 0 0 16,-3 0 0-16,0 3 0 0,3-3 0 0,2 0 0 15,-5 3 0-15,0-1 0 0,0 1 0 16,-4 0 0-16,1-1 0 0,0-2 0 0,-3 0 0 16,6 3 0-16,-6-3 0 0,2 0 0 0,4 0 0 15,-3 0 0-15,6 3 0 0,-3-3 0 16,2 2 0-16,-2 1 0 0,3-1 0 0,-3 1 0 0,-1 0 0 0,1-1 0 16,-3 4 0-16,-3-6 0 0,0 2 0 0,3-2 0 15,-1 3 0-15,1-3 0 0,0 3 0 0,3-3 0 16,3 2 0-16,-4 1 0 0,4 0 0 0,0-1 0 15,-3 4 0-15,-1-4 0 0,-2 3 0 0,3 1 0 16,-3-4 0-16,0 4 0 0,-3-6 0 0,2 2 0 16,1-2 0-16,0 3 0 0,3 0 0 0,0-3 0 15,2 2 0-15,1 1 0 0,0 0 0 0,0-1 0 16,-1 1 8-16,-5 0 0 0,3-1 0 0,-3 1 0 16,0-1-8-16,-4-2 11 0,1 0-11 0,3 0 12 0,-3 0-12 0,6 0 0 0,-1 0 0 15,1 0 8 1,0 0-8-16,0 0 8 0,3 0-8 0,-1 0 8 15,-2 0-8-15,-3 3 8 0,0-3-8 0,0 0 8 0,-4 0-8 0,4 0 0 0,-3-3 0 0,0 1 0 16,0 2 0-16,3-3 0 0,2 1 0 0,-2-1 0 16,3 3 0-16,0-3 0 0,3 3 0 0,-4 0 0 15,1 0 10-15,-3 0-10 0,3 0 12 0,-3 0-12 16,-1 0 0-16,-2 0 0 0,-3-2 0 0,6-1-12 16,-3 0 12-16,2 3 0 0,1-2 0 15,3 2 0-15,0 0 0 16,0 0 0-16,-1 0 0 0,4 0 0 0,-6 0 0 0,0 0 0 15,0 0 0-15,-3 2 0 0,-1-2 0 0,1 0 10 0,-3 0-10 0,0 0 8 16,0 0-8-16,3 0 0 0,-4 0 0 0,4 0 0 16,0 0 8-16,0 0-8 0,3 0 8 0,-3 0-8 15,2 0 8-15,1 3-8 0,0-3 0 0,0 3 8 16,-3-1-8-16,0 1 0 0,-4 0 0 0,1-1 0 16,0 1 8-16,0-1-8 0,0 1 8 0,-3 0-8 15,0-1 10-15,2-2-10 0,-2 3 12 0,0 0-12 16,3-3 12-16,0 2-4 0,3 1 0 15,-3 0-8-15,2-3 12 0,1 2-12 0,0 1 12 0,0 0-12 16,-3 2 15-16,0-3-4 0,3 1-1 0,-4 2 0 16,1-2-2-16,-3 0 0 0,0-1 0 0,0 4 0 15,0-4-8-15,0 1 0 0,-3 0 9 0,2 2-9 16,-2-2 0-16,0-1 0 0,0 1 0 0,-3-3 8 16,3 2-8-16,0 1 0 0,-3 0 8 0,3-1-8 0,-3-2 9 15,0 0-9-15,0 3 12 0,-1-3-12 16,-2 3 14-16,3-3-4 0,-3 0-1 0,0 2 0 15,0 1-1-15,0-3-8 0,0 0 12 0,-6 0-4 16,6 3-8-16,0-3 0 0,-6 0 9 0,6 0-9 0,-6 0 8 0,0 0-8 0,0 0 8 0,0 0-8 16,0 0 0-16,0 0 9 0,0 0-9 0,0 0 0 15,0 0 8-15,0 0-8 0,0 0 0 0,0 0 0 16,0 0 0-16,0-3 0 0,0-2 0 0,0-3 0 31,-3 2-132-31,0-1-26 0,0-4-6 0</inkml:trace>
  <inkml:trace contextRef="#ctx0" brushRef="#br3" timeOffset="-152829.662">21577 6398 1275 0,'0'0'26'0,"0"0"8"0,0 0-34 0,0 0 0 0,0-5 0 0,0-1 0 15,0 6 65-15,0-5 7 0,3 0 0 0,-3 0 1 16,0-1-34-16,3 1-7 0,0 0-2 0,-3-1 0 16,3 1 8-16,-3 0 2 0,0 0 0 0,3 2 0 15,-3 3 8-15,0-5 3 0,0 5 0 0,0-6 0 16,0 6-14-16,3-2-2 0,-3 2-1 0,3-3 0 16,-3 3-4-16,3-5-1 0,0 5 0 0,-3 0 0 15,3-3-3-15,3 0-1 0,-3 3 0 0,3 0 0 16,-4 0-2-16,4 0-1 0,3 0 0 0,-3 0 0 15,3 0 1-15,0 3 0 0,0 0 0 0,0-1 0 16,0 1-4-16,0 0-1 0,0 2 0 0,0-2 0 16,0 2-7-16,0-2-2 0,0 2 0 0,-1-3 0 15,1 4-9-15,-3 2 0 0,0-3 9 0,3 0-9 16,-3 1 11-16,-3 2-3 0,3-3 0 0,0 0 0 16,-3 3 3-16,3-3 0 0,-3 1 0 0,0 2 0 15,0-3 1-15,0 3 0 0,0-3 0 0,0 3 0 16,0 0-2-16,0-3 0 0,0 1 0 0,-3 1 0 15,3-1-10-15,0-1 10 0,0 3-10 0,-3-3 10 16,3 1-2-16,0 2-8 0,-3-3 12 0,3 3-4 0,-3 2-8 16,0-2 12-16,0 0-12 0,3 3 12 0,-3-1-12 0,3 1 0 0,-3 2 9 15,0 0-9-15,0 1 0 0,0-1 9 0,3 0-9 0,-3 3 0 16,0-3 8-16,0 0-8 0,3 3 0 0,-3-2 0 16,0-1 9-16,3 0-9 0,-3-2 0 0,3 2 9 15,0-3-9-15,-3 1 0 0,2 0 0 0,1-3 8 16,-3-1-8-1,3 1 0-15,-3 0 0 0,3 0 0 0,0 0 8 0,-3-3-8 0,3 3 0 0,0 0 8 16,-3-2-8-16,3-1 0 0,0 3 9 0,0-3-9 16,-3 0 8-16,3 1-8 0,0 2 10 0,0-3-10 15,0 0 8-15,0 3-8 0,0-2 0 0,0 1 9 16,0 1-9-16,0 0 0 0,0 0 9 0,0 0-9 16,0 3 0-16,3-3 0 0,-3 2 0 0,0 1 8 15,0 2-8-15,0-2 0 0,3 2 0 0,-3-2 0 16,0 2 0-16,0-3 8 0,3 4-8 0,-3-1 0 15,0-3 0-15,0 4 9 0,3-4-9 0,-3 1 0 16,0-1 11-16,0 1-11 0,2-3 10 0,-2 0-10 16,0 2 9-16,0-2-9 0,0-2 8 0,0 4-8 15,0-4 11-15,3 1-3 0,-3 1-8 0,0-2 12 16,0-1-12-16,3 3 9 0,-3-3-9 0,0 0 8 16,0 3-8-16,0-2 0 0,0-1 9 0,0 0-9 15,3 1 9-15,-3-1-9 0,0 0 12 0,0 0-12 16,0 3 10-16,0-2-10 0,0 2 8 0,0 0-8 15,-3-3 0-15,3 3 8 0,0 0-8 0,0 0 0 16,-3 0 8-16,3 0-8 0,0 2 0 0,0 1 8 16,-3-3-8-16,3 2 0 0,-3 3 0 0,3-2 8 0,-3 0-8 15,0-1 0-15,3 1 9 0,-3-1-9 0,3-2 0 16,-3 6 8-16,0-6-8 0,3 5 0 0,-3-5 8 16,0 2-8-16,0-2 8 0,0 3-8 0,3-3 8 15,-3 2-8-15,3-2 8 0,-3 0-8 0,0 0 0 0,0 0 9 0,2-3-9 16,-2 3 0-16,0-2 8 0,0 2-8 0,0-1 0 0,0-1 0 15,0 2 8-15,0-3-8 0,0 0 0 0,0 3 0 16,0-2 0-16,0-6 0 0,3 5 0 0,-3 3 0 16,0-3 8-16,3 3-8 0,-3-3 0 0,0 1 0 15,0-6 0-15,3 7 0 0,-3-1 0 0,0 2 0 16,0-3 9-16,3 3-9 0,-3-3 0 0,0 3 9 16,0-3-9-16,3 3 0 0,-3-2 9 0,0-1-9 15,0 3 8-15,3 0-8 0,-3-3 8 0,0 3-8 16,3-3 0-16,-3 3 8 15,0 0-8-15,0 0 0 0,0-3 8 0,0 3-8 0,0-2 8 0,0 2-8 16,0 0 8-16,0-3-8 0,0 0 8 0,0 3-8 16,3-3 8-16,-3 1-8 0,0 2 10 0,0-3-10 15,0 0 10-15,0 1-10 0,0 1 10 0,0-1-10 16,0 2 8-16,0-6-8 0,0-2 0 0,3 8 9 16,-3-2-9-16,0-1 0 0,0-5 0 0,0 8 8 15,0-3-8-15,0-5 12 0,0 5-12 0,0 3 12 16,0-8-12-16,0 6 0 0,0-6 9 0,0 5-9 15,0-5 0-15,0 5 8 0,0-5-8 0,0 5 0 16,0-5 0-16,0 8 8 0,0-2-8 0,0-6 0 16,0 5 8-16,0-5-8 0,0 5 10 0,0-5-10 0,0 6 8 0,0-6-8 15,0 5 0-15,0-5 9 0,-3 5-9 0,3-5 0 0,0 5 9 16,0-5-9-16,0 6 0 0,0-6 9 0,0 0-9 0,0 8 0 16,0-8 8-16,0 5-8 0,0-5 0 0,-3 5 0 15,3-5 0-15,0 0 0 16,0 6 0-16,0-6 0 0,0 5 0 0,0-5 0 0,0 5 0 15,0-5 0-15,0 5 0 16,0-5 0-16,0 6 0 0,0-6 0 0,0 0 0 0,0 5 0 0,0-5 0 0,0 0 0 16,0 0 0-16,0 5 0 0,0-5 0 15,0 0 0-15,0 6-13 0,0-6-7 0,0 0 0 0,0 8-1 16,0-8-36 0,0 0-7-16,0 5-2 0,0-5 0 0,0 0-154 15,6 2-30-15</inkml:trace>
  <inkml:trace contextRef="#ctx0" brushRef="#br3" timeOffset="-149842.856">17320 8195 1185 0,'0'0'50'0,"0"0"-40"16,0 0 97-16,0 0 19 0,0 0 4 0,0 0 1 15,0 0-49-15,0 0-10 0,0 0-1 0,0 0-1 16,0 0-17-16,0 0-3 0,0 0-1 0,0 0 0 16,0 0-8-16,0 0-1 0,0 0-1 0,0 0 0 15,0 0-9-15,0 0-2 0,0 0 0 0,0 0 0 16,0 0-14-16,0 0-3 0,0 0-1 0,0 0 0 16,0 0-10-16,0 0 0 0,0 0 0 0,0 0 0 15,0 0 8-15,0 0-8 0,3 2 8 0,-3-2-8 16,0 0 8-16,6 3-8 0,-6-3 0 0,0 0 8 15,0 0 3-15,0 0 0 0,0 0 0 0,0 0 0 16,0 0 8-16,0 0 1 0,3 3 1 0,-3-3 0 16,0 0 15-16,0 0 2 0,0 0 1 0,0 0 0 15,0 0-3-15,0 0-1 0,0 0 0 0,0 0 0 0,0 0-12 0,0 0-3 0,0 0 0 16,0 0 0-16,0 0-6 0,0 0-2 0,0-6 0 0,0 6 0 31,0-5 1-31,0 5 0 0,0-5 0 0,0 2 0 0,0 3 5 16,0-5 1-16,0-1 0 0,0 6 0 0,0-5 0 15,0 0 0-15,0 0 0 0,0-1 0 0,-3 1-3 0,3 0 0 0,-3-1 0 0,3 4 0 16,-3-3 0-16,3-1-1 0,0 1 0 0,0-3 0 16,-3 3-3-16,3-1 0 0,0-2 0 0,-3 1 0 15,3 1-2-15,-3-2-1 0,3 0 0 0,0-2 0 16,-3 2-1-16,3-3-8 0,0 3 12 0,-3 0-4 16,3-2-8-16,-3-1 8 0,3 1-8 0,0-1 8 15,-3 0-8-15,3-2 8 0,0 3-8 0,0-4 8 16,-3 1-8-16,3 0 0 0,0 0 9 0,-2-1-9 15,2 1 0-15,-3-3 8 0,3 3-8 0,-3 0 0 16,0 0 0-16,3 2 0 0,-3-2 0 16,0 0 8-16,0 2-8 0,0 0 0 0,0 1 0 0,0-1 0 15,0-2 0-15,0 0 0 0,0 0 0 0,-3 2 0 16,3-5 0-16,-3 3 0 0,0-3 0 0,3-2 8 16,-3-1-8-16,0-2 0 0,0 0 0 0,0-3 0 15,0 0 0-15,0 0 0 0,0 0 0 0,-3 1 0 16,3 1 0-16,0 1 0 0,3 3 0 0,-5-1 0 15,5 3 0-15,-3 0 0 0,0 1 0 0,3-1 0 16,-3 0 0-16,0 0 0 0,0 0 0 0,3-2 0 16,-3-4 0-16,3 1 0 0,0-3 0 0,0-2 0 15,0 2 0-15,0-2 0 0,0-1 0 0,0 1 0 0,3 5 0 16,-3-1 0-16,3 4 0 0,-3-1 0 0,3 4 0 16,0-1 0-16,0 2 0 0,0 1 0 0,0-3 0 0,0 6 0 15,0-6 0-15,0 3 0 0,-3-3 0 16,3 0 0-16,0 0 0 0,0-3 8 0,-3 1-8 0,3-3 0 15,0 0 0-15,0-1 0 0,-3 4 0 0,3-3 0 0,0 2 0 0,0 1 8 16,-3-1-8-16,3 6 0 0,0-3 0 0,0 3 0 16,-3 2 0-16,3 1 0 0,0-1 0 0,-3 3 0 15,3 0 0-15,-3 0 0 0,3-2 0 0,0 2 0 16,-3 0 0-16,3 0 0 0,-3 0 0 0,0-3 8 16,3 6-8-16,-3-3 0 0,3-2 0 0,-3 2 0 15,3 0 0-15,0 0 0 0,0 0 0 0,0-3 0 16,0 3 0-16,0-2 0 0,0-4 0 0,0 4 0 15,0-1 0-15,0 1 0 0,0-1 0 0,0 1 0 16,0-1 0-16,0 0 0 0,0 1 0 0,0 2 0 16,0-3 0-16,0 1 0 0,3 2 0 0,-3 0 0 15,0-3 0-15,3 3 0 0,-3 0 0 0,0 0 0 16,3 3 0-16,-3-3 0 0,3 3 0 0,-3 0 0 16,0-3 0-16,3 2 0 0,-3 1 0 0,0 0 0 15,3-1 0-15,-3 6 0 0,0-2 0 0,0 2 0 16,0-5 0-16,3 2 0 0,-3-2 0 0,0 5 0 15,0 0 0-15,0 0 0 0,0-6 0 0,0 6 0 16,0 0 0-16,0 0 0 0,0 0 0 0,0 0 0 16,-3-2 0-16,3 2 0 0,0 0 0 0,0 0 0 0,0 0 0 15,0 0 0-15,0 0 0 0,-6-3 0 0,6 3 0 16,-6 0 0-16,6 0 0 0,-6 3 0 0,0-1 0 0,0 4 0 16,6-6 0-16,-2 2 0 15,2-2 0-15,-6 8 0 0,6-8 0 0,-3 5 0 0,3 3 0 16,0-8 0-16,0 6 0 0,0-6-8 15,0 8 8-15,0-3 0 0,0-5 0 0,6 5-8 0,-3 1 8 0,-1-4 0 16,1-2 0-16,3 3 0 0,-3-1 0 0,3-4 0 16,0 2 0-16,0-3 0 0,-3 3 0 0,3-2 0 0,0-4 0 0,0 4 0 15,0-1 0-15,-3-2 0 0,0 2 0 0,0-2 0 16,0 2 0-16,-3 3 0 0,3-5 0 0,-3-1 0 16,0 6 0-16,-3-5 8 0,3 3-8 0,-3-4 0 15,-3 4 0-15,3-4 8 0,-3 4-8 0,0-1 0 16,0 0 0-16,0-2 8 0,-3 5-8 0,3-3 0 15,-3 1 0-15,0 2 0 0,1 0 0 16,-1 0 8-16,0 2-8 0,3-2 0 0,-3 3 0 0,0 0 8 16,3-1-8-16,0 1 0 0,-3 2 0 0,3 1 0 15,3-1 0-15,-3 0 0 0,6 3 0 0,-3-3 0 16,0 1 0-16,0 2 0 0,3-6 0 0,-3 6-8 16,3-2 8-16,3-4 0 0,-3-2 0 0,3 5-8 15,-3-5 8-15,3 6 0 0,0-4 0 0,3 1-8 16,0-3 8-16,-3 0 0 0,3 0 0 0,0-3 0 15,3 1 0-15,-3-4 0 0,3 4 0 0,-3-3 0 16,3-1 0-16,-3 4 0 0,3-4 0 0,-4 1 0 16,1 0 0-16,0-1 0 0,0 4 0 0,0-4 0 15,-3 1 0-15,0 3 8 0,0-4-8 0,-3 6 0 16,0-5 9-16,-3 0-9 0,3 5 12 0,-3-6-12 0,0 4 12 0,-3-1-4 0,0 0 0 16,0 1-8-16,0-1 11 0,1 3-11 0,-1-2 10 15,0 2-10-15,0 0 8 16,0 0-8-16,0 2 0 0,-3-2 0 0,3 3 0 0,6-3 0 15,-6 2 0-15,0 4 0 0,0-4 0 0,3 4 0 0,3-6 0 0,-3 8 0 16,0 0 0-16,3-3 0 0,0 3 0 0,-3 0 0 16,3-3-8-16,3 0 8 0,-3 1 0 0,3-1 0 15,0 0-8-15,0-2 8 0,0-1 0 0,3 4 0 16,0-4-8-16,0 1 8 0,3-3 0 16,-3 3 0-16,3-3 0 0,3-3 0 15,-3 0 0-15,-1 1 0 0,1-1 0 0,3 0 0 0,-3-2 0 0,3 0 0 16,-3 0 0-16,0-1 0 0,-3 1 0 0,3 0 0 15,-3-1 0-15,-3 1 0 0,0 0 0 0,0 0 0 16,-3-1 11-16,0 1-11 0,-3 0 12 0,0-1-12 16,0 4 13-16,-3-4-4 0,0 4-1 0,0-1 0 15,0 1-8-15,-3-1 8 0,0 0-8 0,0 3 8 16,0-2-8-16,0 2 0 0,0 0 9 0,0 0-9 16,1 2 0-16,-1-2 0 0,3 6 0 0,-3-4 0 15,3 3 0-15,-3-2 0 0,6 2 0 0,-6 3 0 16,6-2 0-16,-3 2 0 0,3-1 0 0,0 1 0 15,0 3 0-15,3-3 0 0,0 3 0 0,0-4-8 16,0 1 8-16,0 0 0 0,3 0 0 0,-3 0-8 16,3 0 8-16,3 0 0 0,-3-3 0 0,3 1-8 15,0-4 8-15,0 1 0 0,3 0 0 0,0-3 0 16,0 0 0-16,3-3 0 0,-4 0 0 0,4 1 0 0,0-4 0 16,0-2 0-16,0 3 0 0,0-3 0 0,-3 0 0 15,0 0 9-15,3-2-9 0,-3 2 0 16,-3-3 12-16,3 3-4 0,-3 0 0 0,-1 0-8 0,-2 0 9 0,3 1-9 15,-3-1 0-15,-3 0 9 16,3 0-9-16,-3 2 0 0,0 1 9 0,-3 0-9 0,0 0 0 0,3 5 0 0,-3-6 0 0,0 1 0 16,0 2 0-16,-2 1-12 0,5 2 2 0,-6-3 0 31,0 3-24-31,0 0-5 0,-3 3-1 0,3-1 0 16,0-2-89-16,-3 3-19 0,0 0-3 0</inkml:trace>
  <inkml:trace contextRef="#ctx0" brushRef="#br3" timeOffset="-147496.092">12486 8213 1337 0,'0'0'28'0,"0"0"6"16,0 0-34-16,0 0 0 0,0 0 0 0,0 0 0 15,0 0 109-15,0 0 15 0,0 0 4 0,0 0 0 0,0 0-1 0,0 0 0 0,0 0 0 0,0 0 0 32,0 0-50-32,0 0-9 0,0 0-3 0,0 0 0 15,0 0-1-15,0 0 0 0,0 0 0 0,0 0 0 0,0 0-51 0,0 0-13 16,0 0 0-16,0 0 0 0,0 0 0 0,0 0 0 0,0 0 0 0,0 0 0 16,0 0 54-16,0 0 8 0,0 0 2 0,0-5 0 15,0 5-52-15,-3-5-12 0,3 5 0 0,-3-6 0 16,3 1 0-16,0 0 0 0,0 2 0 0,-3-2 0 15,3-1 0-15,0 1 0 0,0 0 0 16,-3-3 0-16,3 3 54 0,0-1 8 0,0-2 2 0,-3 3 0 16,3-3-52-16,0 0-12 0,0 0 0 0,0-2 0 15,0 2 0-15,0-3 0 0,0 1 0 0,0-1 0 16,0-2 0-16,0 0 0 0,0-1 0 0,0 1 0 16,0-3 54-16,0 0 8 0,0-2 2 0,0-1 0 15,0 3-52-15,0 1-12 0,0-4 0 0,-3 3 0 16,3 0 0-16,0 0 0 0,0-2 0 0,0 5 0 15,0-3 0-15,0 5 0 0,0-2 0 0,-3 2 0 16,3 1 0-16,0-1 0 0,0-2 0 0,-3 2 0 16,3 1 0-16,0-1 0 0,0 1 0 0,-2-4 0 15,2 4 0-15,0-3 0 0,-3-1 0 0,3-1 0 16,-3-1 0-16,0 0 0 0,3-3 0 0,-3 1 0 16,0-1 0-16,3 1-13 0,-3-3 2 0,0-1 1 15,0 4 10-15,3-1 0 0,-3 1 0 0,0 2 0 0,0 0 0 16,3 0 0-16,-3 3 0 0,0 0 0 15,0-1 0-15,0 1 0 0,0 0 0 0,0 0 0 0,0 0 0 0,0-1 0 16,0 1 0-16,0 0 0 0,0-3 0 16,3 0 0-16,-3-2 0 0,0-1 0 0,0-2 0 15,0 0 0-15,0 0 0 0,0-3 0 0,0 3 0 0,3 2 0 16,-3-2 0-16,0 0 0 0,0 5 0 0,0 0 0 16,3 3 0-16,-3 0 0 0,0-1 0 0,3 1 0 0,-3 0 0 15,3 0 0-15,-3-1 0 0,3 1 0 16,0 0 0-16,-3-3 0 0,3 0 0 0,0 0 0 0,-3-2 0 0,3-3 0 15,0-1 0-15,-3 1 0 0,3-3 0 0,-3 1 0 16,3 1 0-16,-2 1 0 0,2 3 0 0,-3-1 0 16,3 1 0-16,-3 2 0 0,3 3 0 0,-3-1 0 15,3 4 0-15,0-1 0 0,-3-2 0 0,3 5 0 16,-3-5 0-16,3 5 0 0,0-3 0 0,-3 1 0 16,3-1 0-16,0 1 0 0,0-1 0 0,0 0 0 15,0 1 0-15,0-3 0 0,0-1 0 0,0 1 0 16,0 0 0-16,0-3 0 0,0 0 0 0,0 0 0 15,0 0 0-15,3 3 0 0,-3 0 0 0,0 0 0 16,3-1 0-16,-3 1 0 0,0 3 0 0,0-4 8 16,3 4-8-16,-3-1 0 0,0 3 0 0,0-2 0 15,0 2 0-15,3 0 12 0,-3 0-4 0,0 3 0 16,0-1-8-16,0-2-8 0,0 3 8 0,0 0-12 16,0 0 12-16,0 2 0 0,0-2 0 0,0 5 0 15,0-3 0-15,0 3 0 0,-3-5 0 0,3 5 0 16,0-6 0-16,0 6 0 0,0-2 0 0,0 2 0 15,0 0 0-15,0 0 0 0,-3-6 0 0,3 6 0 16,0 0 0-16,0 0 0 0,0 0 0 0,0 0 0 16,0 0 0-16,0 0 0 0,0 0 0 0,0 0 0 0,0 0 0 0,-6-2 0 15,6 2 0-15,0 0 0 0,-6-3 0 0,6 3 0 0,-6 0 0 16,6 0 0-16,-3 0 0 0,3 0 0 0,0 0 0 0,-6 5 0 16,6-5 0-16,0 0-10 0,0 0 10 0,-3 3 0 15,3-3-9-15,0 0 9 0,0 0 0 0,0 0-9 16,0 0 9-16,0 0 0 0,0 5 0 0,0-5-8 15,6 6 8-15,-6-6 0 0,3 2 0 0,-3-2 0 16,6 0 0-16,0 3 0 0,-3-3 0 16,3-3 0-16,-6 3 0 0,6 0 8 0,-3-2-8 0,-3 2 11 15,3-3-2-15,-3 3 0 0,2-3 0 0,-2 3 0 16,0 0-9-16,0-5-14 0,-2 0 3 16,2 5 1-16,-6-6 10 0,3 1 12 0,-3 3-2 0,-3-1-1 15,3 0-9-15,-3-2 0 0,0 2 0 0,0 3 0 16,0-2 0-16,0-1 8 0,0 3-8 0,0 0 0 15,0 0 0-15,-3 0 0 0,6 3 8 0,-2-1-8 16,2 1 0-16,-3 0 0 0,3-1 0 0,0 4 0 16,3-4 0-16,0 3 0 0,0 3 0 0,0-2 0 15,0-1-9-15,3 0 9 0,0 3 0 0,0-8 0 16,3 6-10-16,-3-1 10 0,3 0-8 0,3 0 8 16,-3-2 0-16,3 0-10 0,0-1 10 0,0 4 0 15,3-6-8-15,-1 2 8 0,1-2 0 0,3 0 0 0,0 0 0 16,-3 0 11-16,3 0 0 0,0 0 0 15,0-2-11-15,0 2 0 0,-3-3 0 0,3 0 0 0,-3 1 0 16,-1-1-11-16,1 0 3 0,-3-2 0 0,3 2 8 0,-3 1 0 16,-3-1 8-16,3-2-8 0,-3 2 12 15,0-2-3-15,-3 0 0 0,0 5 0 0,-3-6 2 0,3 1 0 16,-3-3 0-16,-3 5 0 0,0-2-3 0,3 0-8 0,-3 0 12 0,-3 2-4 16,3 0 27-16,0 1 5 15,-2-1 0-15,-1 0 1 16,0 3-59-16,3 0-12 0,-3 0-2 0,0 0-1 0,3 3 33 15,0 0 0-15,0-1 0 0,-3 1 0 0,3 2-8 0,0 1 8 0,0-1 0 0,3 0 0 16,-3 3 0-16,3-3-8 0,0 1 8 0,3 2 0 16,0-8 0-16,0 5-8 0,0 0 8 0,0-5 0 15,3 5-27-15,0 3 2 0,0-5 0 0,0 2 0 16,3 1 25-16,0-4 0 0,0 1 0 0,3 0 0 16,0-1 0-16,0-2 0 0,0 0 0 0,0 0 0 15,3 0 0-15,-3 0 0 0,2-2 0 0,-2-1 0 16,0 0 0-16,3 1 0 0,-3-1 0 0,0 0 0 15,0-2 0-15,-3 2 0 0,3-2 0 0,-3 2 0 16,-3-2 0-16,3 3 0 0,-3-4 0 0,0 1 0 16,0 2 21-16,-3 3 10 0,0-5 1 0,0 5 1 15,-3-5-22-15,3 5-11 0,-6-6 10 0,6 6-10 16,-9 0 8-16,3-2-8 0,-3 2 0 0,3 2 0 16,-3 1 25-16,0 0-1 0,0-1 0 0,0 1 0 15,3 2-24-15,0 1 0 0,0-1 0 0,1 0 0 16,5-5 0-16,-3 5 0 0,3-5 0 0,0 8 0 15,0-8-46-15,3 6-14 0,2 2-4 0,-2-6 0 16,3 4 72-16,0-1 15 0,3-3 2 0,-3 1 1 16,0 0-17-16,3-1-9 0,-3-2 10 0,0 3-10 15,0-3-19-15,-3 0-9 0,3 0-3 0,-3-3 0 0,3 3 31 0,-3 0 0 16,0-5 0-16,-3 5 0 0,3-3 45 0,-3 3 15 0,0-5 4 0,3 0 0 16,-3 5-52-16,0-5-12 0,0-1 0 0,0 1 0 31,-3 0-28-31,3-1-8 0,-3 1-1 0,0 0-1 15,3 0 10-15,-3-1 1 0,3 6 1 0,-3-5 0 0,-3 2-30 16,0 1-7-16,0-1-1 0,0 0 0 0,-3 3-153 16,0 0-31-16,0 3-7 0</inkml:trace>
  <inkml:trace contextRef="#ctx0" brushRef="#br3" timeOffset="-145247.166">7596 6028 2269 0,'0'0'64'0,"-6"-3"15"0,3 3-63 0,-3-3-16 0,0 1 0 0,0-1 0 15,0 3 105-15,-3 0 19 0,0-3 3 0,0 3 1 16,0 0-52-16,0 3-9 0,3-3-3 0,-3 3 0 15,1-1-51-15,-1 1-13 0,3 0 0 0,-3-1 0 16,0 4 0-16,3-4 0 0,0 3-12 0,0 3 12 16,0-2 0-16,3-1 0 0,0 0 8 0,0 3-8 15,0-2 0-15,3-1 0 0,0 0 0 0,0-5 0 16,3 8 0-16,0-3 0 0,3 3 0 0,0-2 0 16,0-4 0-16,3 1 0 0,0-1 0 0,0 1 0 15,3-3 0-15,-1 0 0 0,1 0 0 0,0 0 0 16,0-3-45-16,0 3-15 0,0-2-4 0,0-1 0 15,0 1 103-15,-3-1 20 0,0 0 4 0,0 1 1 16,-3-1-52-16,0 0-12 0,-1-2 0 0,-2 2 0 16,-3 3 0-16,0 0 0 0,0 0 0 0,0-5 0 15,0 5 54-15,-3-5 8 0,1 0 2 0,-4 2 0 0,0-2-14 16,3 2-2-16,-3 0-1 0,-3 1 0 0,3-1-24 16,0 0-5-16,-3 1-1 0,0 2 0 0,0-3-17 0,0 3 0 0,0 3 0 15,-3-1 0-15,3-2 9 16,0 3-1-16,-2 2-8 0,2-2 12 0,0 2-12 15,0-2-8-15,-3 2 8 0,6 0-13 0,0 1 13 0,0-1 0 16,3 0 0-16,-3 1 0 0,6-6 0 16,0 8 0-16,3-3 0 0,-3 0 0 0,6 0-12 0,-3 1 3 15,3-1 1-15,3-2 0 0,0-1 8 0,3 1 12 0,-3 0-2 0,2-3-1 16,1 0-21-16,-3 0-4 0,3 0 0 0,0-3-1 16,-3 0 17-16,0 1 0 0,3-1 0 0,-3 0 0 15,0 1 8-15,-3-4 8 0,0 1 1 0,0 2 1 16,0-2-18-16,-3 3 0 0,0-4 0 0,0 4 0 15,-3-4 0-15,0 1 0 0,0 5 0 0,0-3 0 16,-3-2 55-16,0 0 7 0,0 0 2 0,-3 2 0 16,0 0-52-16,-3 1-12 0,3-1 0 0,-3 0 0 15,-3 1 0-15,3-1 0 0,-3 3 0 0,-3 0 0 16,3 3 0-16,-3-1 0 0,4-2 0 0,-4 6 0 16,3-4 0-16,-3 1 0 0,3 2 0 0,0 0 0 15,3 3 0-15,0-2 0 0,3 2 0 0,0 2 0 16,0-2 0-16,3 3 0 0,3-1 0 0,0 1 0 15,0-1-11-15,3 1-5 0,3 0 0 0,0-1-1 16,3 1 27-16,0-3 6 0,3 0 0 0,0-3 1 16,3-2-17-16,0-1 0 0,0 1 0 0,-1 0 0 15,1-3-48-15,3-3-12 0,-3 0-4 0,-3 1 0 16,3-4 103-16,0 1 20 0,-3 0 4 0,0-3 1 0,-4 0-52 0,1 0-12 16,0 0 0-16,-3-3 0 0,0 3 0 0,0 1 0 0,-3-1 0 15,0 0 0 1,0 0 0-16,0 0 0 0,-3 2 0 0,0-1 0 0,0 1 0 0,0 1 0 0,-3-3 0 0,0 5 0 15,0-2 0-15,0 0 0 0,0 2 0 0,-3 1 0 16,-3-4 0-16,3 6 0 0,-3-2 0 0,-2 2 0 31,-1 0-100-31,-6 0-22 0,3 2-5 0</inkml:trace>
</inkml:ink>
</file>

<file path=ppt/ink/ink1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2:07:58.642"/>
    </inkml:context>
    <inkml:brush xml:id="br0">
      <inkml:brushProperty name="width" value="0.05292" units="cm"/>
      <inkml:brushProperty name="height" value="0.05292" units="cm"/>
      <inkml:brushProperty name="color" value="#002060"/>
    </inkml:brush>
  </inkml:definitions>
  <inkml:trace contextRef="#ctx0" brushRef="#br0">16993 1566 1824 0,'-21'-8'38'0,"12"8"8"16,3 0-37-16,-3 0-9 0,3 0 0 0,-3 8 0 15,-3-5 53-15,4 2 9 0,-4 3 2 0,-3 6 0 16,0-4-52-16,-3 3-12 0,3 3 0 0,-6 5 0 16,3 9 0-16,-2-1 0 0,-4 2 0 0,3 6 0 15,0 0 34-15,0 0 4 0,3 1 1 0,-2-1 0 16,5 5-31-16,0-8-8 0,3 6 0 0,0 2 0 0,3-5 0 15,3 3 0-15,0 2-8 0,3-2 8 16,3-6-33-16,0-4-2 0,3-1 0 0,0 0 0 0,0-11 35 16,3 4 0-16,0-7 0 0,3-1 0 15,0-1 24-15,0-5 12 0,3-6 3 0,3 1 0 0,-1-3 21 16,4-3 4-16,3 1 0 0,0-6 1 0,3-5 3 16,-3-1 0-16,5-1 0 0,-2-7 0 0,-3-1-9 0,3-1-2 15,0-11 0-15,0-2 0 0,-4 0-24 0,1-2-5 16,0-4 0-16,0 1-1 0,0 2-7 0,-3 3 0 0,-1 0-1 15,1-5 0-15,-6 2-31 0,0-8-5 0,-3 3-2 16,-3 0 0-16,-3 8 19 0,-3 6 0 0,-3 2 0 0,-3 2 0 16,-6 9 32-16,0-4 9 0,-3 1 3 0,0 5 0 15,-2 3-34-15,-4 5-10 0,3 0 0 0,-3 0 0 16,0 3 21-16,3 2-2 0,-2 6-1 0,2 2 0 16,0-2-39-16,0 2-8 0,3 8-2 0,3-5 0 15,3 3 18-15,6 8 3 0,0-9 1 0,3 9 0 16,3-1-4-16,6 9-1 0,0-4 0 0,6 7 0 15,0-1 5-15,3 0 1 0,0 0 0 0,2 0 0 16,4-3 8-16,0 1-8 0,3-6 8 0,3 3-8 16,-1-3 8-16,-2 0 0 0,6-2 0 0,-6 2 0 15,-1 0 8-15,-2 0 1 0,-3 0 0 0,0 3 0 16,-3 0 2-16,-6 2 0 0,0-2 0 0,0-3 0 16,-6 3-11-16,-1-3 10 0,1 1-10 0,-3-7 10 15,0 7-27-15,-6-6-6 0,3-1-1 0,-6 1 0 16,0-2 24-16,1-1 0 0,-4-5 0 0,-3 0 0 15,0 5 8-15,0-5 5 0,-6 0 2 0,3-3 0 16,-3 3-115-16,0 0-22 0,1-5-5 16</inkml:trace>
  <inkml:trace contextRef="#ctx0" brushRef="#br0" timeOffset="501.61">17511 2262 2310 0,'-6'-13'48'0,"6"13"11"0,0-3-47 0,0-2-12 0,-3-3 0 0,3 6 0 15,0-6 104-15,3 2 20 0,-3-2 3 0,3 0 1 16,0 1-52-16,3-4-9 0,3 3-3 0,0-3 0 16,3 3 0-16,-1 1 0 0,1-4 0 0,3 8 0 15,3-5-51-15,-3 0-13 0,3 3 0 0,0 5 0 16,-3-8 0-16,2 8 0 0,4-5 0 0,-3 2 0 15,0 3 0-15,-3-5 0 0,3 5 0 0,0-3 0 16,-4 6 0-16,1-3 0 0,0 5 0 0,0-2 0 16,-6 2 22-16,3 3 2 0,-3-3 0 0,-3 3 0 15,-3 0-24-15,-3 3-8 0,0-1 0 0,-3 1 0 16,-3 2-6-16,3 1-1 0,-3-4 0 0,-3 3 0 16,3 1 15-16,0-6 0 0,-3-1 0 0,3 7 0 15,3-6-12-15,0-6 3 0,0 6 1 0,3-3 0 16,0 1 8-16,3 2-10 0,3-8 10 0,0 8-10 15,3-8 10-15,3 2 0 0,0 4-9 0,3-6 9 16,3 2 0-16,0 4 0 0,2-4 0 0,1 1 0 16,-3 5 13-16,3-8 1 0,-3 8 0 0,-3-6 0 15,3 4-14-15,-7 2 0 0,1-3 0 0,0 3 0 0,-6 0 0 16,0 0 0-16,0 0 0 0,-3 0 0 0,-3 0 0 16,-3 5 0-16,0-8 0 0,-3 6 0 0,0 2 54 15,-3-5 8-15,-3 5 2 0,-3 3 0 0,1-3-52 0,-7 3-12 0,3 0 0 16,-6 5 0-16,0-8 0 0,-2 6 0 0,2-1 0 0,0 1 0 31,3-3-40-31,0-3-12 0,0 0-1 0,6-2-1 0,1-1-99 16,-1-2-20-16,3-8-4 0</inkml:trace>
  <inkml:trace contextRef="#ctx0" brushRef="#br0" timeOffset="1684.61">19029 1865 2067 0,'6'-10'87'0,"0"2"-70"16,0 0 89-16,0-3 18 0,0 3 3 0,-3 6 1 15,3-6-52-15,-3 8-9 0,-3 0-3 0,0 0 0 16,0 0-51-16,0 0-13 0,6 3 0 0,-6 10 0 16,2-5 0-16,-2 8 0 0,-2 2 0 0,-1 1 0 15,0 2 0-15,-3 0 0 0,3 0 0 0,-3-2 0 16,0 2 26-16,-3 0 2 0,3 0 1 0,0 3 0 16,0 2-29-16,0 1 0 0,0-1-8 0,0 3 8 15,3 1-17-15,0-7 3 0,0 1 1 0,3-3 0 16,0 0-7-16,0-5-2 0,3 0 0 0,-3-5 0 15,6-1 10-15,-3-2 3 0,3-2 0 0,0-6 0 16,3 0 9-16,3-6 0 0,0 4 0 0,0-6 0 16,5-5 17-16,-2-3 3 0,6-6 0 0,0-1 0 15,0-6-20-15,0-1 0 0,0 1 0 0,2-8 0 16,-2 8 57-16,-3-5 8 0,3 5 2 0,-3-6 0 16,-3 1-32-16,0-8-7 0,-4 2 0 0,1-2-1 15,0 2-5-15,-3-2-1 0,0 4 0 0,-3 1 0 16,0 0-3-16,-6 6-1 0,3 2 0 0,-6-1 0 15,0 1-5-15,0 0 0 0,-3 0-1 0,-3 5 0 16,3-2-21-16,-6 2-4 0,3 8-1 0,-3-5 0 0,1 5 31 16,-1 3 7-16,0 0 1 0,-3 2 0 0,0 6-24 15,0 5 0-15,-3-3 0 0,0 6 0 0,1 2-16 16,-1 6 3-16,0 7 0 0,0-2 0 16,3 0-3-16,0 5-1 0,3 3 0 0,-3 2 0 15,6-2-6-15,3-3-1 0,1-2 0 0,2 2 0 0,0 0 0 0,0 0 0 16,3-5 0-16,0 5 0 0,3 1 11 0,0 1 1 0,3 1 1 15,-1 3 0-15,1 2 11 0,3-5 0 0,0 5 0 0,3-5-8 16,0 2 8-16,0-8 0 0,3 4 0 0,0-1-8 16,0-5 8-16,3 0 0 0,-1-3 0 0,1 3 0 15,0-3 0-15,-3 0 0 0,3-2 0 0,0 2-8 16,-3 0 8-16,-1-5 0 0,1 3 8 0,0-1-8 16,-3-2 0-16,0 3 0 0,0-1 0 0,0 1 8 15,0-3-8-15,-3 5 0 0,-3-5 8 0,0 5-8 16,0-5 0-16,0 0 8 0,-4 5-8 0,1-5 0 15,0 0 0-15,-3-2 0 0,0 2 0 0,0-1 0 16,0-7 0-16,0 0 0 0,0 0 0 0,0 0 0 16,0 0 0-16,0 0-12 0,0 0 4 0,0 0 0 15,0 0 8-15,0 0-8 0,3-5 8 0,3-3-8 16,0 3 16-16,0-6 4 0,0 3 1 0,0 0 0 16,3-5-13-16,0 5 0 0,3-8 0 0,-3 6 0 15,3-1-12-15,3 3-6 0,-3-5-1 0,2 5 0 16,1 0 31-16,0 0 5 0,3-2 2 0,-3 2 0 15,0 5-19-15,0-5 0 0,-3 8 0 0,3-5 0 16,-4 2 0-16,1 3 0 0,0-5 0 0,0 5 0 16,-6 0 0-16,3 0 0 0,-3 0 0 0,-3 5 0 15,3-5 18-15,-6 8 0 0,3-5 0 0,-3 5 0 0,-3 0-18 0,0 5 8 0,-3 0-8 0,-3 0 0 16,0 3 8-16,0 0-8 0,-3 5 0 0,0 0 0 16,-3-2 0-16,4 2 0 0,-4 6 0 0,0-4 0 15,3-1-12-15,0-7-8 0,0 7-3 0,3-6 0 16,0-1 23-16,3-1 0 15,0-1 0-15,3 3 0 0,3-8 0 16,0 0 0-16,3 0 0 0,0 0 0 0,3-1 0 0,0-1 0 16,3-1 0-16,3 3 0 0,0-5 23 0,0 2 9 0,3-5 1 0,0 8 1 15,0-8-23-15,2 0-11 0,1 0 10 0,3-5-10 16,0 2 0-16,3 3 0 0,0-8 0 0,5 8-10 16,1-8-70-16,0 3-15 15,6-1-2-15</inkml:trace>
  <inkml:trace contextRef="#ctx0" brushRef="#br0" timeOffset="2606.517">21232 1606 2701 0,'-3'-3'56'0,"3"-4"13"0,-3 1-55 0,3 4-14 0,0-4 0 0,0 6 0 16,0 0 48-16,0 0 6 0,0 0 2 0,0 0 0 16,0 0-28-16,0 0-6 0,0 0-1 0,0 0 0 15,-6 6-12-15,0-4-9 0,0 6 12 0,0 5-12 16,-6 3 0-16,3 5 0 0,-3 3 0 0,-3 5 0 15,0 6 0-15,0-3 13 0,1 10-4 0,-1-5-1 16,0 0-8-16,3 0 0 0,0-8 0 0,0 8 0 16,3-8 0-16,0 8 0 0,3-5 0 0,-3 2 0 15,3-2 0-15,3 0 0 0,0 2 0 0,0-10 0 16,3 3-49-16,0-9-12 0,0 1-3 0,6-3 0 16,-3-9 52-16,3-1 12 0,0 2 0 0,3-8 0 15,0 0 0-15,3-8 0 0,0 0 0 0,6-5 0 16,0-3 48-16,3-5 13 0,2-6 3 0,1 1 0 15,0-3-52-15,0-1-12 0,0 1 0 0,2-5 0 16,-2 2 0-16,0-5 0 0,0 3 0 0,0-3 0 16,-4-3 40-16,1-5 4 0,-3-5 2 0,3 5 0 0,-6 0-22 15,0 8-5-15,0 2-1 0,-3-2 0 0,-7 6-18 16,-2-4 0-16,0 3 0 0,-6 3 0 0,-2-5 0 0,-7 5 0 16,0 5 0-16,-3-5 0 0,0 8 0 0,-3 5 0 0,3 0 0 15,-6 3 0-15,3 5 15 0,-5 0-1 0,-1 3 0 16,0 2 0-16,0 6-14 0,-3 2-18 15,-2 3 4-15,2 5 1 0,3 8-6 0,0-2-1 16,3 7 0-16,1 3 0 16,5-5-9-16,3 5-3 0,3-5 0 0,0 2 0 15,6-2 0-15,3 0-1 0,0 3 0 0,3-4 0 0,6-1 10 16,0 1 3-16,0 6 0 0,6-5 0 0,0 3 8 0,2-3 1 0,4-1 1 0,-3 4 0 16,3-6 10-16,0 3 0 0,3-8-9 0,-4 5 9 15,4-5 0-15,-3 0 15 0,0 2-3 0,3-7 0 16,-1 2 16-16,-2-5 4 0,3 0 0 0,0 0 0 15,-3 0-11-15,0 2-1 0,2-7-1 0,-2 5 0 16,0-3-11-16,-3 3-8 0,0-3 9 16,-3 3-9-16,0 0 0 0,-6 0-18 0,2 0 2 0,-5-3 1 15,0 6 15-15,-3-3 0 0,0 5 0 0,-3-5 0 16,-3 5 0-16,-3-2 0 0,0-1 0 0,-3 6 0 16,1-5 0-16,-4 2 0 0,-3 0 0 0,3 1 0 15,-3-4 48-15,0 3 13 0,0 1 3 0,3-6 0 16,0 0-103-16,0-1-20 0,1-1-4 15,-1 2-1-15,3 0-164 0,0-6-32 16</inkml:trace>
  <inkml:trace contextRef="#ctx0" brushRef="#br0" timeOffset="2881.524">21866 2040 2185 0,'6'-13'92'0,"0"2"-74"15,-1 1 114-15,-2-1 24 0,3 3 4 0,-3-5 0 16,0 5-25-16,0 3-6 0,-3-3-1 0,3 5 0 15,-3 3-102-15,0 0-26 0,0 0 0 0,0 0 0 16,0 0 56-16,0 0 7 0,0 0 1 0,0 0 0 16,3 8-52-16,0 0-12 0,0-5 0 0,-3 7 0 15,3 1 0-15,-3 2 0 0,0-5 0 0,0 8 0 16,0 2 0-16,-3 6 0 0,3 0 0 0,-3 5 0 16,0 5 0-16,0-4 0 0,0 7 0 0,0-6 0 15,0-2 0-15,-3-5 0 0,3 3 0 0,-3-3 0 16,4-3 0-16,-4 0-8 0,3 3 8 15,0-3-13-15,0-5-35 16,-3 5-8-16,6-5 0 0,-3 5-1 16,3-8-158-16,0 3-31 0</inkml:trace>
  <inkml:trace contextRef="#ctx0" brushRef="#br0" timeOffset="3720.228">23077 1524 2564 0,'-3'-8'72'0,"3"3"17"0,-3-3-71 15,0 5-18-15,3-2 0 0,0 5 0 0,-6-3 43 0,6 3 5 0,-6 3 0 0,0 2 1 16,0 3-30-16,-3 5-7 0,0-2 0 0,-2 5-1 15,-1 2-11-15,0 4 0 0,-3-4 0 0,0 9 0 16,0 2-9-16,0 2-1 0,0 6 0 0,-3 1 0 16,4 4 10-16,2-5 0 0,-3 0 0 0,3 0 0 15,3 0 0-15,3-5 0 0,0 2 0 0,0-2 0 16,3 2-53-16,3-2-9 16,3 2-2-16,0-4 0 0,3-4 52 0,0 1 12 0,0-6 0 0,0-5 0 15,3-6 0-15,3 1 0 0,0-9 0 0,0 4 0 16,2-6 9-16,1-8 5 0,3 0 1 0,-3-3 0 15,3-5 10-15,0-5 3 0,0-3 0 0,2 1 0 16,1-7-6-16,3 1-1 0,0 0 0 0,3-8 0 16,0 3 35-16,-4 2 6 0,4-5 2 0,0-5 0 15,-3 2-52-15,-3-5-12 0,-4-5 0 0,1 5 0 16,-3 0 54-16,-3 2 8 0,0 6 2 0,-6-8 0 16,-3 8-52-16,0-5-12 0,-6 2 0 0,-3 3 0 15,0 0 0-15,-3 3 0 0,-3 5 0 0,-3 0 0 16,0 10 0-16,-5-2 0 0,-1 2 0 0,0 9 0 0,0-3 0 15,-3 5 0-15,0 0 0 0,4 8 0 0,-1-6 0 0,3 12 0 0,3-6-11 16,0 8 11-16,3-3-19 0,3 3 4 0,0 2 1 16,0 9 0-16,3-3-7 0,1 5-2 0,2 3 0 15,3 5 0-15,0-5 0 0,0 10 0 0,3-5 0 16,0 3 0-16,2-3 7 0,1 0 2 0,0-5 0 0,3 5 0 16,3-2 14-16,0-1 0 0,3 1-10 0,3 2 10 15,3 2 0-15,0 4 0 0,2 2 0 0,1 0 0 16,0-8 10-16,0 0 10 0,0-2 1 15,-4 2 1-15,1-8-14 0,-3 0-8 16,3 0 10-16,-3-2-10 0,-6-1 10 0,3-2-10 0,-3 5 10 0,-4-5-10 16,-2 0 0-16,0 0-13 0,-3 2 1 0,0-2 0 15,-3 0 28-15,-3 0 7 0,0-3 1 0,-3 3 0 16,-3-3-39-16,1 3-7 0,-1-3-2 0,-6 1 0 16,3-6 24-16,-6 2 0 0,0-2 0 0,0 3 0 15,3-3 0-15,-3-6 0 0,1 4 0 0,2 2 0 16,0-8-158-16,3 2-27 0,0-2-6 0</inkml:trace>
  <inkml:trace contextRef="#ctx0" brushRef="#br0" timeOffset="4090.183">23851 2072 2586 0,'3'-3'73'0,"0"-5"17"0,0 3-72 0,-3 5-18 0,0-3 0 0,0 3 0 31,0 0 77-31,0 0 12 0,0 0 3 0,0 0 0 16,0 0-56-16,-6 0-10 0,0 8-2 0,0-5-1 0,0 5-15 0,0 2-8 0,0-2 10 0,0 8-10 16,3-3 0-16,0 3 0 0,0-2 0 0,0 4 0 15,0-2 0-15,3 5 0 0,0-2 0 0,0 4 0 16,3-7 0 0,3 5-16-16,-3-5 3 0,3 0 1 0,3 3 12 0,0-11 0 0,3 8 0 15,0-11 0-15,3 3 0 0,0 0 0 0,3-6 0 0,-1 4 0 16,4-6 0-16,0 0 0 0,0 0 12 0,0 0-12 15,0-6 17-15,-4 4-3 0,1-4-1 16,0 4 0-16,-3-9 11 0,0 1 3 16,-3 2 0-16,-3-8 0 0,0 3 4 0,-3-9 1 0,0 7 0 0,0-7 0 15,-3-1-10-15,-3 1-2 0,0-4 0 0,-3 2 0 16,0 3-9-16,0 2-3 0,-3 1 0 0,-3-1 0 16,0 6-8-16,-6-3 0 0,0 3 0 0,-3-3 0 15,-6 8-31-15,-2-2-8 0,-4 7-1 16,-6-5-1-16,3 3-173 0,-5 2-34 0</inkml:trace>
  <inkml:trace contextRef="#ctx0" brushRef="#br0" timeOffset="8010.272">17264 3326 2030 0,'-12'-3'57'0,"0"3"14"0,0 3-57 0,0-3-14 0,0 5 0 0,-3-2 0 31,3 5 54-31,1 2 8 0,-1-2 2 0,0 6 0 0,0 2 0 0,3 2 0 0,-3 1 0 0,0 2 0 16,0 3-52-16,3-1-12 0,0 1 0 0,0 3 0 16,0-4 0-16,6 1-16 0,-2 0 3 0,2 8 1 15,3-8 12-15,3 2 0 0,2 3 0 0,1 0-9 16,3-2 9-16,3-1 0 0,3 1-9 16,6-1 9-16,0-5-11 0,3-7 3 0,2-1 0 0,4 0 0 15,0-2 8-15,3-6-13 0,-1 0 5 0,4-2 8 31,0-3-33-31,3-5 1 0,-1 2 0 0,4-8 0 0,-3 3 63 0,2-10 13 0,-2-1 2 16,0 1 1-16,-4-1 8 0,-5-7 1 0,0 2 1 0,-3 0 0 16,-3 3 5-16,-4-3 1 0,1 3 0 0,-6-5 0 15,0-1-16-15,-6 3-3 0,0 0-1 0,-6-5 0 16,-3 3-12-16,0-3-3 0,-6 0 0 0,0 0 0 16,-6 0-14-16,0-1-3 0,-3 4-1 0,-3-1 0 15,1 6-10-15,-7 3 8 0,0 2-8 0,-3 5 8 16,-3-2-8-16,1 5 0 0,-7 0-12 0,0 3 12 15,3 5-32-15,1 0 0 0,-1 0 1 0,0 5 0 16,6-2-75-16,1 2-15 0,-1 3-3 0,6 0-1 16,3 0-75-16,3-3-14 0</inkml:trace>
  <inkml:trace contextRef="#ctx0" brushRef="#br0" timeOffset="8534.086">19383 3323 1824 0,'-18'0'76'0,"3"8"-60"16,-2-8 89-16,-1 6 19 0,3-1 3 0,-3 5 1 16,0-2-52-16,0 3-9 0,0 0-3 0,-3 4 0 15,4 1-51-15,-1 6-13 0,0-7 0 0,0 7 0 16,0-7 54-16,3 7 8 0,0-7 2 0,4 7 0 16,-1-1-52-16,3-5-12 0,3 5 0 0,0-3 0 15,6 1-48-15,0-1-13 0,3 1-3 0,3 2 0 16,0-2 52-16,6-1 12 0,2 1 0 0,1-3 0 15,9 2 0-15,0-7 0 0,0 2 0 0,6 0 0 16,-1-8 12-16,4-2 4 0,0 0 2 0,3-3 0 16,-4-6 22-16,4 1 5 0,0-3 1 0,2 0 0 15,-2-8-37-15,3 6-9 0,-1-6 0 0,-2 3 0 16,-3-3 40-16,-3 0 7 0,-1 0 1 0,-5-2 0 16,-3 2-11-16,-3-6-1 0,-3 1-1 0,-3 3 0 0,-3-9-7 15,-3 9 0-15,0-9-1 0,-6 4 0 0,-3 1-10 16,-3-1-1-16,-3-4-1 0,-3 1 0 0,-6 4-6 0,-3 1-1 15,-3 0 0-15,-5 3 0 0,-4 4-8 16,-6 1 0-16,0 5-10 0,-5 0 10 0,2 3-20 16,-3 2 1-16,1 3 1 0,-1 0 0 15,1 3-22-15,-1 2-5 0,3-2-1 0,-2 5 0 16,8 2-85-16,0 6-17 0,6-5-3 0</inkml:trace>
  <inkml:trace contextRef="#ctx0" brushRef="#br0" timeOffset="9137.232">21494 3334 2066 0,'-9'-3'43'0,"3"3"10"0,-3 0-42 15,3 0-11-15,0 0 0 0,-3 0 0 0,0 3 53 0,3 0 9 0,-3-1 2 0,3 4 0 31,-3 1 0-31,0 1 0 0,0 0 0 0,-3 3 0 16,3 2-52-16,-2 0-12 0,-1 3 0 0,0 0 0 0,0 3 0 0,3-1 0 0,-3 3 0 16,3-2 0-16,-3-1 21 0,6 1 2 0,0-1 0 0,3 1 0 15,0-1-23-15,6-2 0 0,0 3 0 0,0-1 0 16,6 1 0-16,0-6-12 0,6 3 12 0,0 0-12 16,3 0 4-16,3-3 0 0,-1-5 0 0,7 3 0 15,0-6 8-15,3 0 0 0,3-2 0 0,-1 2 0 16,7-5-10-16,-3 0 10 0,2-5-12 0,1 2 12 15,-3-5 44-15,-1 0 16 0,1 0 4 16,0-2 0-16,-6-3-52 0,2 2-12 0,-2-2 0 16,0-1 0-16,-3-1 54 0,-3 4 8 0,-1-8 2 0,-2 1 0 15,-6-3-52-15,3 2-12 0,-6 1 0 16,-3-9 0-16,-3 3 54 0,-3 1 8 0,0-4 2 0,-6 1 0 16,-3-1-52-16,-3 3-12 0,-3-5 0 0,-6 6 0 15,-3 1 19-15,-3 1 1 0,-2 5 0 0,-4-5 0 16,-3 5-20-16,0 3 0 0,1 0 0 0,-7 2-9 15,3 1-10-15,-5-1-1 0,2 3-1 0,-3 3 0 16,3 2-25-16,4-5-5 0,-1 6-1 0,0 2 0 16,10 0-121-16,-1 2-25 0,3 6-5 0</inkml:trace>
  <inkml:trace contextRef="#ctx0" brushRef="#br0" timeOffset="9766.832">23595 3165 1845 0,'0'0'38'0,"0"0"10"0,0 0-38 0,0 0-10 0,0 0 0 0,0 0 0 31,0 0 108-31,0 0 19 0,0 0 4 0,0 0 1 16,0 0-49-16,0 0-10 0,3 5-1 0,0 3-1 0,-3 0-21 0,3 0-4 0,-3 2-1 0,0 6 0 16,0-5-16-16,-3 7-3 15,3-2-1-15,-3 5 0 0,3 0-4 0,-3 3-1 0,3 5 0 0,-3 1 0 16,0-4-5-16,3 0-2 0,-3 4 0 0,0-1 0 16,3-8 2-16,-3 3 0 0,0-1 0 0,0 1 0 15,3-3-6-15,-3-2-1 0,0 2 0 16,0-2 0-16,3 2-18 0,-3 0-4 0,0-2-1 0,3 2 0 15,-3-3 15-15,3 1 0 16,-3-1 0-16,3 1 0 0,0-1 0 0,0-2 0 0,0-5 0 16,3 2 0-16,0-2-162 0,0-4-30 15,0 4-5-15</inkml:trace>
  <inkml:trace contextRef="#ctx0" brushRef="#br0" timeOffset="11738.129">21785 4305 2269 0,'0'0'64'0,"0"0"15"0,0 0-63 0,0 0-16 0,0 0 0 0,0 0 0 15,0 8 99-15,0-5 17 0,-3 5 3 0,3-1 1 16,0 4-66-16,-3 0-13 0,0-1-2 0,3 6-1 15,-3-3-16-15,0 6-3 0,0-1-1 0,0 6 0 16,-3-5-8-16,3 5-2 0,-2 2 0 0,2 0 0 16,0 1 0-16,0 2 0 0,0 0 0 0,0 3 0 15,0-6-8-15,0 1 0 0,3-3 0 0,-3 5 0 16,3-8 0-16,0 0 0 0,0 3 0 0,0-3 0 16,0 0 0-16,0 0 0 0,0 1-9 0,0-1 9 15,0-3-21-15,0 1-1 0,0-1 0 0,-3 3 0 16,3-5-46-16,0 0-8 0,0 0-3 15,0 0 0 1,3-5-121-16,-3 2-24 0</inkml:trace>
  <inkml:trace contextRef="#ctx0" brushRef="#br0" timeOffset="12797.852">19538 4543 1094 0,'-3'-5'23'0,"3"5"5"15,0-3-28-15,-3-2 0 0,3 5 0 0,-3-3 0 16,3 3 67-16,-3-5 8 0,3 5 1 0,0 0 1 15,0-3-25-15,0 3-4 0,-3-5-2 0,3 5 0 16,0 0 18-16,0 0 4 0,0-3 1 0,0 3 0 16,0 0 1-16,0 0 0 0,0 0 0 0,-3-5 0 15,3 5-11-15,0 0-3 0,0 0 0 0,0 0 0 0,0 0-18 0,0 0-4 0,0 0-1 0,0 0 0 16,0 0-12-16,0 0-2 0,0 0-1 16,0 0 0-16,-3-3-6 0,3 3 0 0,0 0-1 0,0 0 0 15,0 0-11-15,0 0 10 0,0 0-10 0,0 0 10 16,0 0-10-16,0 0 0 0,0 0 0 0,0 0 0 15,0 0 0-15,0 0 0 0,0 0 0 0,0 0 0 16,0 0 0-16,0 0 0 16,0 0 0-16,0 0 0 0,0 0 0 0,0 0 0 15,0 0 0-15,0 0 0 0,0 0 0 0,0 0 0 0,0 0 0 0,0 0 0 16,0 0 0-16,0 0 8 0,0 0-8 0,0 0 0 16,0 0 13-16,0 0-2 0,0 0-1 0,0 0 0 15,0 0 3-15,0 0 1 0,-3 0 0 0,3 0 0 16,-6 0-1-16,0 0 0 0,6 0 0 0,-6 6 0 15,0-4 2-15,0 6 0 0,0-5 0 0,0 5 0 16,0 0-6-16,1 0-1 0,-1 2 0 0,0 4 0 16,0-1-8-16,0 0 8 0,0 3-8 0,-3-3 8 15,3 3-8-15,3 3 0 0,-3-9 0 0,3 6 8 16,0 0-8-16,0-3 0 0,0 0 0 0,3 3 0 16,-3-2 0-16,3-1 0 0,0 0 0 0,3 3 0 15,-3-6 0-15,3 1 0 0,0 0 0 0,0-1 0 16,3 1 0-16,0-3 0 0,3 0-12 0,0 0 12 15,0 0 0-15,3-6 0 0,-1 3 0 0,1 1 0 16,3-4 0-16,0 1 0 0,0-3 0 0,3 0 0 16,0 0 22-16,0-3 12 0,-1-2 2 0,4 2 1 15,-3-2-8-15,0 3-1 0,-3-4-1 0,3 1 0 0,-6-6-27 16,3 3 0-16,-4 0 0 0,-2-2 0 0,3-3 56 16,-6 2 7-16,3-2 1 0,-6 0 0 0,3-1-8 15,-6 4 0-15,3-9-1 0,-3 3 0 0,-3-2-37 16,0-1-7-16,0 1-2 0,0-3 0 15,-3 2-9-15,0 1 0 0,-3-1 0 0,0 1 0 16,0 2 8-16,1 0-8 0,-4 3 12 0,0-1-4 0,0 4-8 0,0-1 0 0,0 3 0 0,-3 0 0 16,0 3-23-16,0 0 3 0,0-1 1 0,-2 4 0 15,2-1-21-15,-3 3-5 16,0 0-1-16,0 3 0 0,3-3-68 16,-3 2-14-16,1 4-2 0</inkml:trace>
  <inkml:trace contextRef="#ctx0" brushRef="#br0" timeOffset="13532.97">17606 4596 1824 0,'-6'-3'76'0,"-3"3"-60"16,0-5 95-16,0 3 19 0,-3-1 4 0,1 3 1 15,-1 0-63-15,0 0-12 0,-3 0-2 0,0 5-1 16,3 0 6-16,0-2 1 0,-3 0 0 0,3 5 0 16,0 0-52-16,1 2-12 0,-4 3 0 0,3 1 0 15,3-1 0-15,-3 3 0 0,0 2 0 0,3 1 0 16,0-1 0-16,-3 1 0 0,3 2 0 0,0 3 0 16,3-6 27-16,0 4 2 0,3-4 1 0,3 3 0 15,0 0-30-15,3 3 0 0,0-3 0 0,6 3 0 16,-3-3 0-16,3-2 0 0,3-1 0 0,0 6 0 15,3-11-28-15,0 3 2 16,0-5 0-16,3 2 0 0,2 0 26 0,1-10 0 0,3 2 0 0,0-2 0 16,3-3 46-16,-1 0 14 0,1-5 4 0,0-1 0 15,0-2-64-15,0-2 0 0,-4-1 0 0,-2-2-13 16,0 0 13-16,-3 2 10 0,-3-7-2 0,0 2 0 16,-3-3 45-16,-3 1 9 0,2-1 2 0,-5 1 0 15,0-1-19-15,-3-2-3 0,0 3-1 0,-3-4 0 0,0 4-21 16,-3-3-5-16,-3 2-1 0,0-2 0 0,-2 2-6 0,-4 1-8 15,0-3 11-15,-3 2-11 0,0 3 9 0,-6-2-9 0,0 5 0 16,-3-1 9-16,1 4-9 0,-4-1 0 0,-3 3 0 0,0 3 0 31,1 2-49-31,2 1-12 0,-3 4-3 0,3 1 0 0,0 0-51 16,4 5-10-16,-1-1-3 0</inkml:trace>
  <inkml:trace contextRef="#ctx0" brushRef="#br0" timeOffset="16204.525">23229 4496 2310 0,'0'0'97'16,"0"0"-77"0,0 0 86-16,0 0 18 0,0 0 3 0,0 0 1 15,0 0-103-15,0 0-25 0,0 0 0 0,0 0 0 16,3 5 50-16,-3 3 5 0,0 2 1 0,-3 4 0 15,3 1-39-15,-3 7-7 0,3 1-2 0,-3 1 0 16,0 3-8-16,-3-1 0 0,3 3 0 0,-3 0 0 0,3 1 0 16,-3-4 0-16,0 3 0 0,0 0 0 0,0 3 0 0,0 0 0 15,0 5 0-15,-3 0 0 0,4-3 0 0,-1-2 0 16,0 2 0-16,0-2 0 0,0-5 0 0,0-1 0 0,3 0 0 16,-3-2 0-16,3-3-49 15,-3 1-12-15,3-7-3 0,3 7 0 16,-3-9-61-16,3 0-13 0,0 0-2 0</inkml:trace>
  <inkml:trace contextRef="#ctx0" brushRef="#br0" timeOffset="16989.325">23187 4506 1580 0,'-3'-5'67'16,"-3"2"-54"0,6 3 85-16,0 0 17 0,0 0 3 0,0 0 1 15,3-5-37-15,0 2-7 0,3-2-2 0,3 2 0 16,0 3-7-16,6 0-2 0,3-5 0 0,0 2 0 16,2 3-51-16,4-2-13 0,3 2 0 0,0 0 0 15,3-3 54-15,-1 0 8 0,7 1 2 0,0-1 0 16,3 1-52-16,5-1-12 0,4 3 0 0,2-3 0 0,-5 3 0 15,0-5 0-15,-1 5 0 0,1-3 0 16,0 3 0-16,-1 0-15 0,4 0 3 0,-3-5 1 16,-4 5 11-16,-5 0 16 0,0 0-4 0,-4 0-1 15,-5-3-11-15,-3 3 0 0,-3 0 0 0,0-2 0 0,-6 2 53 16,-1 0 9-16,-2-3 2 0,-3 3 0 0,-3 0-52 16,0 0-12-16,-3 0 0 0,0 0 0 0,-3 0 12 0,0 0 4 15,0 0 0-15,0 0 0 16,0 0-25-16,0 0-5 0,0 0-1 0,0 0 0 0,3 5 15 0,-3 3 0 0,0 0 0 15,-3 0 0-15,3 3 0 0,-3 2 0 0,3-2 0 0,-3 7 0 16,0 1 0-16,0 4 0 0,0 1 0 16,0 3 0-16,0-1 0 0,0 1 0 0,0-1 0 0,0 1 0 15,3-1 0-15,-3-2 0 0,3 0 0 0,0-1 0 16,-3 4 0-16,3-6 0 0,0 0 0 0,3 6 0 16,-3-4 0-16,0 1-11 0,0 0 11 0,3 3-10 15,-3-4 10-15,0 1-8 0,3-3 8 0,-3 1-8 16,0-4 0-16,3-2 0 0,-3 0 0 0,0-3 0 15,0 0 8-15,0-2 0 0,-3-1 0 0,0-2-8 16,0 3 8-16,0-3 0 0,-2-3 0 0,-1 3 0 16,0-3 0-16,-3 1 0 0,3-1 0 0,-6 6 0 15,3-11 11-15,-3 2-3 0,-3 1 0 0,-3-3 0 16,0 3-8-16,-2-1 0 0,-4-2 0 0,-3 3-11 16,-3-3 19-16,-3 0 4 0,1 2 1 0,-7 1 0 15,3-3-13-15,-2 0-15 0,-1 3 3 0,-6-3 1 16,1 2 11-16,-4-2 16 0,-3 3-4 0,-2-3-1 15,5 3-3-15,4-3-8 0,2 8 12 0,-3-8-4 16,4 2-8-16,2-2-9 0,-3 0 9 0,6 3-13 0,7-3 13 16,-1 3 0-16,6-1 0 0,3 1 0 0,3-3 48 0,4 3 13 15,5-3 3-15,0 2 0 16,3-2-103-16,6 0-20 0,0 0-4 0,0 0-1 0,0 0 52 0,0 0 12 16,0 0 0-16,0 0 0 0,0 0 0 0,0 0 0 0,0 0 0 0,6-2 0 15,0-1 0-15,0 3 0 0,0-3 0 0,-1 3 0 31,1-2-56-31,0 2-6 0,0-3-1 0,0 3 0 16,3-3-205-16,0 1-42 0</inkml:trace>
</inkml:ink>
</file>

<file path=ppt/ink/ink1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2:09:10.403"/>
    </inkml:context>
    <inkml:brush xml:id="br0">
      <inkml:brushProperty name="width" value="0.05292" units="cm"/>
      <inkml:brushProperty name="height" value="0.05292" units="cm"/>
      <inkml:brushProperty name="color" value="#002060"/>
    </inkml:brush>
    <inkml:brush xml:id="br1">
      <inkml:brushProperty name="width" value="0.05292" units="cm"/>
      <inkml:brushProperty name="height" value="0.05292" units="cm"/>
      <inkml:brushProperty name="color" value="#FF0000"/>
    </inkml:brush>
    <inkml:brush xml:id="br2">
      <inkml:brushProperty name="width" value="0.05292" units="cm"/>
      <inkml:brushProperty name="height" value="0.05292" units="cm"/>
      <inkml:brushProperty name="color" value="#00B050"/>
    </inkml:brush>
  </inkml:definitions>
  <inkml:trace contextRef="#ctx0" brushRef="#br0">17499 2077 2066 0,'0'0'43'0,"0"0"10"0,-6 0-42 0,6 0-11 0,0 0 0 0,0 0 0 16,0 0 104-16,0 0 20 0,0 0 3 0,-6 0 1 15,3 8-52-15,-3 0-9 0,3 0-3 0,0 5 0 16,0 3-51-16,0 5-13 0,-3 0 0 0,3 8 0 16,0-5 0-16,-3 5 0 0,0 0 0 0,3 1 0 15,-3-1 54-15,0 0 8 0,-2 3 2 0,2 2 0 16,0-2-64-16,0 2-26 0,0 3 2 0,0-5 0 0,0 0 24 15,3 2-8-15,-3-5 8 0,0 0 0 16,0 0-31-16,3 0-1 0,-3-5 0 0,3-3 0 16,0-2-132-16,0 0-28 0,3-6-4 0</inkml:trace>
  <inkml:trace contextRef="#ctx0" brushRef="#br0" timeOffset="268.219">17803 2109 2322 0,'5'-27'66'0,"-2"-2"14"0,-3 3-64 0,3 5-16 0,-3 2 0 0,-3 6 0 16,3-3 105-16,-3 8 19 0,1-5 3 0,-1 8 1 15,0 2-52-15,3 3-9 0,0 0-3 0,-6 0 0 16,0 3-24-16,0 7-4 0,3-2-2 0,-3 3 0 16,0 2-20-16,0 8-4 0,0 0-1 0,0 3 0 15,0 0-9-15,0 5 12 0,-3 5-12 0,3 3 12 16,0 0-12-16,0 1 0 0,0 1 0 0,0 4 0 15,0-6 0-15,3 0 0 0,-3 0 0 0,1 5 0 16,2-5 0-16,-3 0 0 0,0 0 0 0,-3 3 0 16,3-6-117-16,-3-5-29 0,0 0-6 15,0-2 0-15,0-6-71 0,0-2-13 0</inkml:trace>
  <inkml:trace contextRef="#ctx0" brushRef="#br0" timeOffset="533.893">17204 2400 2025 0,'-6'-5'85'0,"0"-1"-68"16,6 6 98-16,0-2 19 0,3-4 4 0,0 4 1 16,6-4-60-16,-3 4-12 0,6-3-3 0,0-1 0 15,0 4 0-15,6-4 0 0,-3 4 0 0,5-6 0 16,-2 2-51-16,3 4-13 0,0-6 0 0,3 3 0 15,0-1 0-15,2 4 0 0,4-6 0 0,-3 8 0 16,3-8 0-16,-1 8 0 0,-2-6 0 0,3 4 0 16,-3-1 0-16,-3 3 0 0,-1 0 0 15,-2 0 0-15,-3 3-48 0,-3 5-13 16,-3-6-3-16,-3 4 0 0,-6 2-194 16,-3 2-39-16</inkml:trace>
  <inkml:trace contextRef="#ctx0" brushRef="#br0" timeOffset="767.414">17213 2609 2336 0,'-15'5'48'0,"3"-5"12"15,6 0-48-15,6 0-12 0,0 0 0 0,0 0 0 16,0 0 91-16,3 0 15 0,6-8 3 0,0 6 1 16,3-1-28-16,3-2-6 0,0 2 0 0,3-2-1 15,0 2-9-15,0-2-2 0,-1 2 0 0,1-5 0 16,3 3-53-16,0 0-11 0,0 2 0 0,3-5 0 0,2 3 0 15,1 2 8-15,0-5 0 0,3 3 0 16,-1 0-8-16,4 2 0 0,-3-2-11 0,6 2 11 16,-7-5-57-16,4 3-6 0,0-3-1 0,3 0 0 15,2 0-204-15,1-5-42 0</inkml:trace>
  <inkml:trace contextRef="#ctx0" brushRef="#br0" timeOffset="2084.701">18568 2149 2024 0,'0'-6'42'0,"2"-2"10"0,-2 3-41 0,0 2-11 0,3-5 0 0,-3 3 0 15,0 5 84-15,0 0 14 0,0 0 3 0,0 0 1 16,0 0-53-16,6 8-10 0,-6-3-3 0,3 6 0 16,-3 2-13-16,3 3-3 0,-3 3-1 0,0-1 0 15,0 3-11-15,0 0-8 0,0 1 12 0,0 1-12 16,0-1 10-16,0 1-10 0,-3-1 8 0,3-1-8 15,-3 0 34-15,0-5 2 0,0 0 0 0,0 0 0 16,1-1-36-16,2-4 0 16,-3 0 0-16,0 2 0 0,3-8-19 15,-3 3-10-15,3-8-3 0,0 0 0 0,0 0 52 16,0 0 9-16,0 0 3 0,0 0 0 16,3-8-49-16,-3 3-10 0,3-8-1 0,-3 2-1 0,3-2 29 0,-1-3 0 0,4-5 0 0,-3 0 0 15,3-1 24-15,0 1 2 0,0-3 0 0,3 1 0 16,-3-7-39-16,3 1-8 0,3-2-2 0,-3 2 0 15,3-1 37-15,0 1 7 0,0 8 2 0,3-3 0 16,-4 3-23-16,1 5 0 0,0 3 0 0,0 0 0 16,-3 5 9-16,3 0 1 0,-3 3 0 0,0 2 0 15,-3 3-2-15,3 3 0 0,-3-1 0 0,0 6 0 16,0-5 0-16,0 10-8 0,-3-5 12 0,2 8-4 16,-2-3-8-16,0 8 0 0,0-5 0 0,0 5 8 15,0 1-8-15,0 1 0 0,0-1 0 0,-3 1-11 16,3-7 3-16,-3 5 0 0,0-5 0 0,0 0 0 15,0-3-5-15,0 1-1 0,0-4 0 0,-3 1 0 16,3-3 14-16,0-6 0 0,0-2 0 0,0 0 0 16,0 0 0-16,0 0 0 0,0 0 0 0,0 0 0 0,0 0 48 0,0 0 13 15,-3-2 3-15,0-6 0 0,3-3-52 0,0 3-12 16,3-2 0-16,-3-4 0 0,3-1 0 0,0-1 0 16,3-3 0-16,0 1 0 0,0-1 0 15,3-2 0-15,-3 2 0 0,3 1 0 0,3 2 0 0,-3 5 0 16,3-2 0-16,-3 0 0 0,3 2 0 15,-4 6 9-15,1-3-9 0,0 0 8 0,-3 8-8 0,3-5 12 16,-3 2-12-16,0 3 12 0,0 0-12 0,0 3-14 0,0 2 3 0,-3-2 1 16,3 10 29-16,-3-5 5 0,0 5 2 0,0 3 0 15,0 5-42 1,0 0-8-16,-3 3-1 0,0-3-1 0,0 9 26 0,0-7 0 0,-3 1 0 0,0 3 0 16,0-4 0-16,0 1 0 0,0-3 0 0,-3 6 0 15,3-3 0-15,-3-3 0 0,3-5 0 0,0 5-8 16,0-5-147-16,0 0-29 0,3 0-5 0,0-6-2 15,0-2-1-15,6 0 0 0,0-5 0 0,3 2 0 16,0-10 121-16,3-3 24 0,3-3 5 0,3 1 1 16,-1-6 14-16,4 0 3 0,0 0 1 0,3-3 0 15,-3 1 56-15,0-3 11 0,2-3 3 0,-2-3 0 16,0 4 78-16,0-4 16 0,-3 1 3 0,0-3 1 16,-4 2-1-16,-2 3-1 0,0 1 0 0,-3-4 0 15,0 6-47-15,-3 2-8 0,-3 6-3 0,0-3 0 16,0 3-18-16,-3 5-4 0,3 0-1 0,-3 3 0 15,-3 2-17-15,3 3-3 0,0 0-1 0,0 0 0 16,0 0-23-16,-6 3-5 0,0 5-1 0,-3 5 0 16,3 0-12-16,0 3 0 0,-3 0 0 0,3 5 0 0,0 0 0 15,1 1 0-15,2 1 0 0,-3 1 0 16,6 3 0-16,0-4 0 0,0 1 0 0,3 3 0 0,3-6 0 0,-1-3-8 16,1 4 8-16,6-7 0 0,-3 4-12 0,0-8 4 0,3 2 8 0,0 0-13 15,0-5 1-15,0-5 1 0,3 2 0 0,0-2 0 16,-1-3 11-16,4 0 14 0,0-3-3 0,0-2-1 15,0 2-10-15,0-5-14 0,0-3 3 16,-1 1 1-16,-2 2 41 0,0-8 8 16,0 3 1-16,0-3 1 0,-3-3-9 0,-3 1-1 0,3-3-1 15,-3 0 0-15,-3-3-18 0,3-5-4 0,-3 0-8 16,-1 2 12-16,1 1-12 0,-3 4 0 0,3-4 8 0,-6 7-8 16,0-2 0-16,0 5 0 0,0 3 0 15,-3-3 0-15,0 6-36 0,3 2-1 16,-3 0 0-16,3 0 0 0,0 5-103 15,3-2-20-15,0 0-4 0</inkml:trace>
  <inkml:trace contextRef="#ctx0" brushRef="#br0" timeOffset="2337.62">20514 2048 2310 0,'0'-5'97'16,"3"2"-77"-1,-3 3 137-15,0-8 28 0,-3 3 6 0,3 5 1 16,0-3-103-16,0 3-20 0,-3-5-4 0,3 5-1 0,0 0-11 0,0 0-2 16,-3-3-1-16,-3 3 0 0,-3 3-30 0,3 2-7 0,-2-5-1 0,-4 8 0 15,-3 0-12-15,0 5 0 0,-6-2 0 0,0 7 0 16,-3 6 0-16,-2-3 0 0,-1 8 8 0,-3 1-8 16,-3 1 0-16,3-2 0 15,1 1 0-15,-4-1-10 0,0-6-6 16,0 1-2-16,1 3 0 0,-4-3 0 15,3-1-86-15,1-1-16 0,2 4-4 0</inkml:trace>
  <inkml:trace contextRef="#ctx0" brushRef="#br0" timeOffset="2575.431">19934 2201 2310 0,'6'-63'48'16,"-3"44"11"-16,0-2-47 0,0 0-12 0,0 5 0 0,0-2 0 15,0 7 104-15,0-5 20 0,0 6 3 0,0-1 1 16,0 6-52-16,-1-3-9 0,4 5-3 0,-3 3 0 16,3-5-15-16,-3 10-3 0,3-5-1 0,0 8 0 15,3-5-26-15,-3 10-6 0,3-5-1 0,0 5 0 16,0 6-4-16,0-1-8 0,3 6 11 0,-3 0-11 16,0 5 8-16,0 0-8 0,-1 0 0 0,1 6 0 15,0-6 0-15,0-3-12 0,3 3 1 0,0-2 1 16,0 2-101-16,0-11-20 0,0 4-4 0</inkml:trace>
  <inkml:trace contextRef="#ctx0" brushRef="#br0" timeOffset="2859.982">20708 2223 2488 0,'0'-6'52'0,"3"1"12"0,0 2-52 16,0-2-12-16,3 2 0 0,0 3 0 0,-1-5 108 0,4 3 20 0,3 2 3 0,0-6 1 16,3 6-54-16,0-2-10 0,3 2-3 0,0 0 0 15,0 0-21-15,-1 0-4 0,1 0 0 0,0 0-1 16,3 0-19-16,-3 0-3 0,3 0-1 0,-3 0 0 16,-1 0-16-16,4 0 8 0,0 0-8 0,0 0 0 15,-3 0 0-15,3 0 0 0,-1 0 0 0,-2 2 0 16,0-2-73-1,-3 6-19-15,0-6-3 0,-3 0-1 0,-3 7-100 0,0-4-21 16,-3 2-4-16</inkml:trace>
  <inkml:trace contextRef="#ctx0" brushRef="#br0" timeOffset="3042.883">20854 2416 2215 0,'-12'2'93'15,"3"4"-74"1,0-6 123-16,3 2 25 0,6-2 5 0,0 0 0 15,0 0-75-15,0 0-15 0,0 0-3 0,0 0-1 16,0 0-26-16,3 3-4 0,3 5-2 0,0-8 0 16,0 3-10-16,3-3-3 0,0 0 0 0,2 0 0 0,1 0-17 0,0 0-4 0,3 0-1 0,3-3 0 15,0 3-11-15,0-5 0 0,3-1 0 0,2 4 0 32,4-4-112-32,3 4-14 0,3-6-3 0</inkml:trace>
  <inkml:trace contextRef="#ctx0" brushRef="#br0" timeOffset="3676.599">22404 2027 2191 0,'0'-3'62'0,"0"-5"14"0,0 0-61 0,0 3-15 0,0 0 0 0,-3-3 0 15,0 5 64-15,0-2 9 0,-3 2 3 0,-2-2 0 16,-1 5-47-16,-3 0-9 0,0 0-1 0,-3 0-1 15,-3 0-18-15,3 5-11 0,-6-2 2 16,3 5 0-16,1-3 23 0,-1 3 5 0,-3 0 1 0,3 0 0 16,3 5-20-16,0-5 0 0,0 0 0 0,7 5 0 15,-1-5 0-15,6 5-9 0,0-2 9 0,6 5-8 16,3-3 8-16,0 3-10 0,5 2 10 0,1-2-10 16,3-5 10-16,3 7 8 0,3-2-8 0,-3-2 11 15,3-4 0-15,-1 3 0 0,4 1 0 16,-3-4 0-16,-3 1-3 0,0-1 0 0,-3 4 0 0,0-6 0 15,-4-1-8-15,-2 1 8 0,-3 0-8 0,-6 0 8 16,0 0 5-16,-3 3 1 0,-3-3 0 0,-5 0 0 16,-1 0-2-16,-3-3 0 0,-3 3 0 0,-3 0 0 15,3-6-12-15,-6 4 8 0,4-1-8 0,-1 3 0 16,-3-5 0-16,3-3 0 0,-3 5 0 0,3-5-10 16,4 0-30-16,-1-5-7 0,3 2-1 15</inkml:trace>
  <inkml:trace contextRef="#ctx0" brushRef="#br0" timeOffset="3906.011">22616 2082 2074 0,'0'0'88'16,"0"0"-71"-16,0 0 131 0,0 0 27 16,0 0 5-16,0 0 0 0,0 0-82 0,0 0-17 0,0 0-3 0,0 0-1 15,0 0-40-15,0 8-8 0,-3 0-1 0,3 3-1 16,0 2-11-1,0 0-1-15,0 3-1 0,0 0 0 16,-3 0-6-16,3 2-8 0,0 4 11 0,0-6-11 16,0 5 8-16,0-5-8 0,0-1 0 0,0 7 0 15,0-9-38-15,0 3-11 0,0 0-3 0,0-3 0 16,0-3-60-16,0 4-13 0,3-9-3 0</inkml:trace>
  <inkml:trace contextRef="#ctx0" brushRef="#br0" timeOffset="4064.928">22770 1876 2066 0,'3'-29'43'0,"0"-5"10"0,3 4-42 0,0 7-11 0,0-1 0 0,3 3 0 16,-3 5 67-16,3-3 11 0,-3 9 2 0,3-4 1 16,-3 6-63-16,3 3-18 0,-3 3 0 0,3-6 8 15,-3 8-152-15,0 0-30 0</inkml:trace>
  <inkml:trace contextRef="#ctx0" brushRef="#br0" timeOffset="4529.709">22809 2045 2108 0,'0'0'44'0,"0"0"10"0,0 0-43 0,6 0-11 0,0 0 0 0,0-2 0 15,3-1 112-15,3 3 20 0,0 0 4 0,0-5 0 16,3 5-41-16,-4-3-9 0,4 3-2 0,0 0 0 15,0 0-48-15,-3 0-9 0,3 0-3 16,-6 0 0 0,0 0 10-16,0 3 2 0,-3-3 0 0,0 5 0 0,-3-2-28 15,-3 2-8-15,3 0 0 0,-3 3 0 0,0-5 0 0,-3 5-22 16,0 2 3-16,-3-2 1 16,0 0-18-16,0 3-4 0,-3-1-1 0,0 1 0 15,0 2-9-15,0 0-2 0,-3-2 0 0,3 2 0 16,3-5 4-16,-3 5 0 0,3-5 0 0,0 0 0 0,3-2 24 0,0 2 6 0,3-8 1 0,0 0 0 15,0 0 17-15,0 0 12 0,3 0-1 0,3 2-1 16,3 4-10-16,-3-6 0 0,3 0 0 0,3 0 0 16,-3 0 53-16,3-6 9 0,-3 6 2 15,3 0 0-15,0 0-52 0,0 0-12 0,-3 0 0 0,2 0 0 16,-2 6 48-16,0-6 6 0,0 2 2 0,0 3 0 16,-3-2-39-16,0 2-7 0,0 1-2 0,-3 2 0 15,0-6-8-15,-3 6 0 0,0 0 0 0,0 3 0 16,-6-3 0-16,0 2 0 0,0 1 0 0,-3-1 0 15,0 4 33-15,-3-4 5 0,0 3 1 0,-2 1 0 16,-1-1-11-16,-3-5-3 0,0 2 0 0,0-2 0 16,-3 3-25-16,3-3 0 0,1 0 0 0,-1-6 0 15,0 6-46-15,3-2-14 0,3-1-4 0,0-2 0 16,3 2-102-16,0-5-21 0,9 0-4 0</inkml:trace>
  <inkml:trace contextRef="#ctx0" brushRef="#br0" timeOffset="4965.184">23154 2217 2310 0,'-5'0'48'0,"2"-8"11"0,3 8-47 0,-3-5-12 0,3 5 0 0,0 0 0 16,0 0 104-16,0 0 20 0,0 0 3 0,3-3 1 16,3 3-52-16,-1 0-9 0,1 0-3 0,3 0 0 15,0 0-55-15,0 0-9 0,3 3 0 0,0-3-10 16,0 0 20-16,3 5 4 0,-3-5 1 0,3 0 0 15,-4 0-5-15,4 0-1 0,0 0 0 0,-3-5 0 16,3 5-1-16,0-3-8 0,-3 3 12 16,0-5-4-16,0 3 4 15,-3-4 0-15,0 1 0 0,-4 2 0 0,1-5 0 0,0 3 1 0,-3-3 0 0,0 0 0 16,0 3-1-16,0-3-1 0,-3 0 0 0,0 0 0 16,0 5-3-16,-3-2-8 0,0-3 12 0,0 3-4 15,-3 2-8-15,0-2 10 0,0 2-10 0,1 3 10 16,-4-5-10-16,-3 5 0 0,3 0 0 0,-3 0 8 15,0 5-8-15,-3-5 0 0,3 3 0 0,-3 5 0 16,3-3-8-16,3 3 8 0,-2 5-10 0,2-5 10 16,0 6-9-16,3 1 9 0,0 1-8 0,3 0 8 15,0 0 0-15,3 3-10 0,3-4 10 0,-3 1 0 16,6 0 0-16,-3-3-8 0,3 1 8 0,3 2 0 16,-3-9 0-16,2 7 0 0,1-4 0 0,3-2 0 15,0 3 0-15,0-3 0 0,0-6 0 0,3 4 0 16,3-4-32-16,0 4-4 0,2-6 0 0,4-6 0 15,6 6-178-15,0-2-36 0,3-4-7 0</inkml:trace>
  <inkml:trace contextRef="#ctx0" brushRef="#br0" timeOffset="5612.508">24027 2106 2032 0,'-9'-5'42'0,"0"-3"10"0,0 5-41 0,0-5-11 0,0 8 0 0,0-5 0 16,0 5 106-16,-3-5 19 0,3 5 4 0,0 0 1 15,0 0-42-15,3 5-8 0,-2-5-1 0,2 5-1 16,0 3-29-16,0-5-5 0,0 5-2 0,3 0 0 16,0 2-26-16,0-2-4 0,0 3-2 0,3 0 0 15,3 4-10-15,0-4 0 0,0 2 0 0,3 3 0 16,0 3 0-16,3-9 0 0,0 6 0 0,2-3 0 16,1 1-12-16,0-1-2 0,3-3 0 0,0-2 0 15,-3 0-2-15,3 0-1 0,0-3 0 0,-3 1 0 16,-1-4 17-16,-2-2-8 0,0 6 8 0,0-6 0 15,-3-6 0-15,0 4 0 0,-3 2 8 0,0-8-8 16,-3 3 16-16,0-3-2 0,-3 0-1 0,0-6 0 16,-3 6-3-16,3-7-1 0,-3 1 0 0,0-1 0 15,-3-7 4-15,0 6 1 0,4-5 0 0,-4 0 0 16,3 0-3-16,-3 2-1 0,3-2 0 0,3 0 0 0,0 5-10 16,0-5 0-16,3 5 9 0,3-5-9 15,0 0 0-15,3 5 0 0,3-5 0 0,3 0-8 16,2 2 8-16,4-7-10 0,3 2 10 0,3-3-10 0,0 4 10 15,3-1-8-15,2-3 8 0,4 3-8 16,0 1 8-16,6 2-8 0,-1-3 8 0,4 3-8 16,-3-1 8-16,-4 1 0 0,1 5 0 0,0-8 0 0,-6 3 0 0,-1 5 12 15,-5-5-2-15,0 5-1 0,-3-5 12 0,-6 5 3 0,-3-5 0 16,-4 3 0-16,1 2 10 0,-6 0 2 0,0 0 1 0,-6 3 0 16,0 5-4-16,-3-5-1 0,0 5 0 0,-5 5 0 15,2-2-15-15,-6 2-3 0,3 3-1 0,-3 3 0 16,-3-3-13-16,0 8 0 0,0 0 0 0,1 5 0 15,-1 0-10-15,-3 6 10 0,0 7-8 16,3-5 8-16,0 3-9 0,3 5 9 16,1-5-10-16,2 5 10 0,0 0-8 0,3 0 8 0,0 3 0 15,3 2-9-15,3 4 9 0,0 1 0 0,3 9 0 0,0-8-8 16,3 2 8-16,3-5 0 0,-3 0 0 0,3 0 0 16,0 0 0-16,0-5 0 0,0 2 0 0,0 3 0 15,0-8 0-15,0 3 0 0,-4-3 0 0,4 0 0 16,-3-5 0-16,-3-3 0 0,0-2 0 0,0-1 0 15,0-4 0-15,-3-1-12 0,0-5 2 0,0 0 0 16,1-6-74-16,-4 4-16 0,0-4-2 0</inkml:trace>
  <inkml:trace contextRef="#ctx0" brushRef="#br0" timeOffset="5813.477">24363 2003 2605 0,'3'0'74'0,"0"-8"16"16,0 8-72-16,3-5-18 0,3 2 0 0,-3-2 0 0,6 2 85 0,-3 3 14 0,2 0 2 0,4-5 1 15,-3 5-54-15,3-5-10 0,3 5-2 0,-3-3-1 16,6 3-35-16,0-5 0 0,-1 5 0 0,7-3 0 31,0 3-150-31,3 0-34 0,2 0-6 0</inkml:trace>
  <inkml:trace contextRef="#ctx0" brushRef="#br0" timeOffset="9438.14">21693 3154 1355 0,'0'0'28'0,"0"0"8"0,0 0-36 0,0 0 0 0,-6 0 0 0,3-5 0 16,-3 2 104-16,0-2 15 0,3 2 2 0,-3 1 1 16,3-4-46-16,-3 4-8 0,3-1-3 0,-3 3 0 0,0-5-1 0,0 5 0 0,0-3 0 0,1 3 0 31,-1 0 0-31,0 0 0 0,0-5 0 0,0 5 0 0,0 0-51 0,0 5-13 0,6-5 0 0,-6 0 0 31,6 0 54-31,0 0 8 0,0 0 2 0,0 0 0 0,0 0-52 0,0 0-12 0,0 0 0 0,3 3 0 16,0 2 0-16,3-2 0 0,3-1 0 0,0 1 0 15,3-3 0-15,-1 3 0 0,4-3 0 0,0-3 0 16,3 0 0 0,-3 3 0-16,3-2 0 0,0-1 0 0,0-2 0 0,-4 2 0 15,-2-2 0-15,0 2 0 0,0-5 0 0,-3 3 0 0,-3 0 0 0,0-3 0 16,-3 5 0-16,0-5 0 0,0 0 0 0,-6 3 0 16,0-3 54-16,-3 0 8 15,0 3 2-15,0 2 0 0,-6-5-52 0,0 3-12 16,0-1 0-16,-3 4 0 0,1 2 0 0,-4 0 0 0,0 0 0 0,-3 0 0 15,3 0 0-15,0 2 0 0,-3 4 0 0,1-1 0 16,5 3 0-16,0 0 0 0,0 0 0 0,3 0 0 16,0-3 0-16,3 6 0 0,3 2 0 15,0-5 0-15,3 5 0 0,0-2 0 0,3-1 0 0,0 1 0 16,3 2 0-16,0 0 0 0,3 3 0 0,0-5 0 16,3 2-48-16,3 0-12 0,3-2-2 0,-3-1-1 15,6 1 11-15,0-3 1 0,-1 0 1 0,4 0 0 16,0 2 13-16,3-7 2 0,-3 2 1 0,3-5 0 15,-1 3-9-15,-2-3-1 0,0-3-1 0,0-2 0 16,0 2 36-16,0-2 9 0,2 0 0 0,-2-3 0 16,0 5 24-16,-3-5 6 0,3 3 2 0,0-6 0 15,-7 6 0-15,4-3 0 0,-3 0 0 0,-3 0 0 16,0-5 25-16,0 5 6 0,-3 0 1 0,-3-8 0 0,0 6 0 0,-3-1 0 16,0 1 0-16,0-1 0 0,-3 3 0 0,-3-5 0 15,0 2 0-15,0 6 0 0,-3-3-52 0,-3 0-12 0,0 0 0 0,-3 3 0 16,0 5 0-1,0-6 0-15,-3 6 0 0,0 6 0 0,1-6 0 16,-1 5 0-16,-3 3 0 0,3-5 0 0,3 5 21 0,0 0 2 16,3-3 0-16,0 8 0 0,3-5-37 0,3 0-7 15,0 0-2-15,0 5 0 16,3-5-33-16,3 3-6 0,0-1-2 0,0-2 0 16,3 3-56-16,3-1-11 0,-3-2-2 0,3 3-1 15,0-6-78-15,3 0-15 0,-3-2-3 0,3 0-1 0,0-1 164 0,-3-2 33 16,3-2 6-16,-4 2 2 0,4-6 82 0,-3 4 17 0,0-1 3 0,0-2 1 15,0 2 44-15,0-5 9 0,3 3 2 0,-6 0 0 16,3-1-36-16,0 1-6 0,0 0-2 0,0 2 0 16,0-2-31-16,-1 5-6 0,1-3-2 0,-3 3 0 15,0 0-24-15,0 3-5 0,0-3 0 0,0 5-1 16,0-2 5-16,-3 2 2 0,3 0 0 0,-3 3 0 16,0 0-26-16,0 0 0 0,0 0 0 0,0 0 0 15,0 5-46-15,0-5-14 0,0 0-4 0</inkml:trace>
  <inkml:trace contextRef="#ctx0" brushRef="#br0" timeOffset="9753.556">22517 3051 2310 0,'-26'-13'48'0,"17"13"11"0,0-3-47 16,0 3-12-16,3 0 0 0,-3 0 0 0,0 0 104 0,0 0 20 0,0 3 3 0,0 2 1 16,0 3-103-16,0-6-25 0,-2 6 0 0,2 3 0 15,0 0 0-15,0-3 0 0,0 5 0 0,3 0 0 16,-3-2 56-16,3 2 7 0,0 0 1 0,0 3 0 16,3 0-103-16,0 0-20 15,0 2-4-15,3-5-1 0,0 6 52 0,3-3 12 0,0 2 0 0,0 3 0 16,3-2 0-16,0-3 0 0,3 2 0 15,0 1 0-15,0-6 0 0,0 0 0 0,3-2 0 16,0 0 0-16,-1-3 0 0,1-6 0 0,3 3 0 0,0-5 0 31,0-7-216-31,0 1-41 0</inkml:trace>
  <inkml:trace contextRef="#ctx0" brushRef="#br0" timeOffset="10224.757">22717 2847 2066 0,'-15'-24'43'0,"9"16"10"0,0 0-42 0,0 0-11 0,3 1 0 0,0-1 0 0,0 2 104 15,3 1 20-15,0 5 3 0,0 0 1 0,0 0-52 0,0 0-9 16,0 0-3-16,0 0 0 0,0 0 0 0,0 0 0 0,0 8 0 0,0 3 0 16,3-4 0-16,-3 1 0 0,0 3 0 15,3 2 0-15,-3 3-51 0,0 3-13 0,3-1 0 0,-3 3 0 31,0 6 0-31,3-1-13 0,-3 3 2 0,3 0 1 0,-3 1 10 16,3-4 14-16,-3 0-3 0,3 1-1 16,-3-3-10-16,0 2 0 0,3-5 0 0,-3 3 0 15,0-3-49-15,0-2-12 0,0 2-3 0,-3 0 0 16,3-8 52-16,-3 3 12 0,0-2 0 0,0-4 0 0,3 3-10 0,0-10 1 0,0-3 0 16,0 0 0-16,0 0 9 0,0 0 12 0,3-3-2 0,0-2-1 15,3-3-9-15,-3 0 0 0,3-2 0 0,0-1 0 16,0-2 0-16,3 2 0 0,-3-2 0 0,3 0 0 15,-3 2 0-15,3-2 0 0,0 0 0 0,-4 2 0 16,4 3 0-16,0 0 15 0,-3-2-3 16,3 2 0-16,0 5-2 0,0-5-1 0,-3 3 0 0,3 2 0 15,-3 3-9-15,3 0 12 0,-3 0-12 0,0 0 12 16,3 3-12-16,-3 2 8 0,0-2-8 0,0 2 8 16,-1 0-8-16,1 3 0 0,0 0 0 0,-3 0 0 15,3 3-19-15,0-3-9 0,-3 2-1 16,0 1-1-16,3-1 30 0,-3 6 0 0,0-8 0 0,0 3 0 15,0-1-211-15,0 1-36 0,0-3-7 16</inkml:trace>
  <inkml:trace contextRef="#ctx0" brushRef="#br0" timeOffset="12214.239">23253 2987 2250 0,'3'-2'64'0,"0"-6"14"0,0 2-62 0,3 4-16 0,-3 2 0 0,0-5 0 16,2 5 96-16,1 0 16 0,0 0 3 0,0 0 1 15,0 5-50-15,0-3-10 0,0 4-1 0,0 2-1 16,0-3-26-16,0 3-6 0,0 3-1 0,0 2 0 16,-3-5-13-16,3 5-8 0,0 3 8 0,0-3-8 15,-3 3 0-15,3-6 0 0,-3 9 0 0,3-6 0 16,-3 3 0-16,0 0 0 0,0-3 0 0,0 3 0 15,0-5 0-15,0 2 0 0,-3 0 0 0,0-5 8 16,0 5-8-16,0-5 0 0,-3 0 8 0,3-3-8 16,-3 1 8-16,3-6-8 0,0 0 8 0,0 0-8 15,0 0 8-15,0 0-8 0,0 0 10 0,0 0-10 16,0 0 11-16,0 0-11 0,0 0 12 0,0 0-12 16,0 0 12-16,-3-6-12 0,3 1 12 0,0-3-12 15,0-5 8-15,3 2-8 0,-3 1 0 0,3-1 0 16,0 1 0-16,0-1 0 0,-1-5 0 0,1 6 0 15,0-1 0-15,3-2 0 0,-3 0 0 0,3 2 0 16,0-2 0-16,0 2 0 0,0 1 0 0,0-1 0 16,3 0 0-16,-3 3 0 0,3 1 0 0,0-1 0 15,0 5 0-15,0-5 0 0,0 3-8 0,0 5 8 16,0-6 0-16,-4 6 0 0,1 6-10 0,0-6 10 16,0 2 0-16,0 4 0 0,-3 2-9 0,0 0 9 15,0-1 0-15,0 1 0 0,0 3-8 0,0-3 8 16,-3 3 0-16,3-1-8 0,0 1 8 0,-3-3 0 15,3 2-21-15,0-2 2 0,0 3 1 0,0-3 0 16,3 0-15-16,-3 2-3 0,3-2-1 0,-3-5 0 16,3 2-3-16,0 0 0 0,0-2 0 0,0 0 0 0,3-3 21 15,0 0 4-15,-1 0 1 0,1 0 0 0,0-3 14 0,3 0 0 0,-3 1 0 16,0-1 0-16,0-5 0 0,0 3 10 0,0-3-2 16,0 0 0-16,0 3 20 0,0-3 4 0,0-3 1 0,-3 3 0 15,2-2 1-15,-2 2 0 0,0-3 0 0,-3 3 0 16,3-2-13-16,-3 2-2 0,3 0-1 0,-3 2 0 15,0 4-6-15,0-6-2 0,-3 3 0 0,0 5 0 16,0 0-1-16,0 0 0 0,0 0 0 16,0 0 0-16,0 0-9 0,0 0 0 0,0 7 9 0,-3-1-9 15,3 2 0-15,-3 0 0 0,3 5 0 16,0-8 0-16,-3 6 0 0,3 2 0 0,0-5 0 0,0 3 0 16,0-1 0-16,0 1 0 0,3-1 0 0,0 1-8 15,-3 2 8-15,3-8 0 0,3 6 0 0,-3-3 0 16,0 0-11-16,0 0 11 0,3-3-13 0,0 0 5 15,-3-2 8-15,3 2-10 0,3-2 10 0,-3-3-10 16,0 0 10-16,3 0 0 0,-3-3 0 0,3 3 0 16,-1-5 0-16,-2 2 0 0,3-2 0 0,0 0 0 15,-3 2 0-15,3-5 0 0,-3 0 0 0,3-2 8 16,-3 2-8-16,0 0 0 0,0-3 0 0,-3 1 8 16,3-1-8-16,0 3 0 0,0-8 0 0,-3 6 8 15,0-1-8-15,3-5 0 0,-3 3 0 0,0-6 0 16,0 9 0-16,3-6 0 0,-3-3 0 0,0 9 0 0,2-6 0 0,-2 3 0 15,0 0 0-15,3 2 0 0,0 0-9 0,0 3 9 16,0 0-10-16,3 3 10 16,0 3 0-16,-3-6 0 0,3 8 0 0,0-6 0 15,0 6-12-15,0 0 12 0,0 0-13 0,0 6 5 0,0-6 8 0,-1 2-8 16,1 4 8-16,0-1-8 0,-3 3 8 16,3 0 0-16,-3 0-9 0,0 2 9 0,0 1 0 0,0-1 0 15,-3 1 0-15,3 5 0 0,-3-6 0 0,-3 1 0 16,3 5-9-16,-3-8 9 0,3 2 0 0,-3 1 0 15,0 0 0-15,0-3 0 0,-3-1 0 0,3 4 0 0,0-8 0 0,-3 5 0 16,3-8 0-16,-3 5 0 0,3-5 0 0,0 0 0 16,0 0 0-16,0 0 0 0,0 0 0 0,-3 3 0 15,3-3 0-15,0 0 11 0,0 0-11 0,0 0 10 16,0 0-10-16,-6-3 0 0,3-2 0 0,3 2 0 16,-3-5 0-16,3-3 0 0,3 4 8 0,-3-1-8 15,3-3 0-15,0 0 0 0,0 3 0 0,3-2 0 16,-3-3 0-16,3 5 0 0,0-8 0 0,3 3 0 15,-3 5 0-15,3-8 0 0,0 5 0 0,-1 1 0 16,1 2 0-16,0 0 0 0,0 0-9 0,0 3 9 16,0-1 0-16,0 4 0 0,0 2 0 0,-3 0 0 15,3 0 0-15,-3 0 0 0,0 2 0 0,0 4 0 16,0-1-8-16,0 5 8 0,-3-2 0 0,3 3 0 16,-3 5 0-16,0-8 0 0,0 5 0 0,-1 3 0 15,-2-6 0-15,3 4 0 0,0-1 0 0,-3-3 0 16,3 1 0-16,-3 0 0 0,0-3 0 0,3 2 0 15,-3-5 0-15,0 6 0 0,0-11 0 0,0 0-10 16,0 0 10-16,0 0 0 0,0 0 0 0,0 0 0 16,0 0 0-16,0 0 0 0,0 0 0 0,0 0 0 15,0 0 0-15,0 0 0 0,0 0 0 0,3-8 0 0,3 3 0 0,-3 0 0 16,0-3 0-16,3 5 0 0,0-5 0 0,-3-3 0 0,3 3 0 16,0 1 0-16,-3-1 0 0,3-3 0 0,0 6 0 0,0-3 0 15,3 0 0-15,-3-3 0 0,3 6 0 0,-3 0 0 16,0-1 0-16,-3 4 0 0,3 2 0 0,-6 0 0 15,6 0 0-15,-6 0 0 0,2 0 0 0,4 8 0 16,-3-6-8-16,0 4 8 0,-3 2-8 16,3 5 8-16,0-5 0 0,-3 5 0 15,3-5 0-15,0 2 0 0,-3 1 0 0,3 5 0 0,0-8 0 0,-3 5 0 16,3-2 0-16,0 2 0 0,-3-8 0 0,3 6 0 16,0 2-8-16,-3-5 8 0,3-3-8 0,0 3 8 15,0-5-8-15,-3-3 8 0,0 0-8 0,0 0 8 16,3 5 0-16,-3-5 0 0,6 0 0 0,0-5 0 15,-3 2 0-15,0 3 0 0,3-8 0 0,-3 3 0 16,0-3 0-16,3 0 0 0,0-5 0 0,-3 5 0 16,3-8 0-16,-3 0 0 0,3 3 8 0,-3-3-8 15,3-2 14-15,-1-4-2 0,-2 4 0 0,3-3 0 16,0-3 7-16,0 3 1 0,3 0 0 0,-3-3 0 16,3 3-7-16,0-3-1 0,0 5 0 0,-3 1 0 15,3 4-4-15,-3-4-8 0,0 7 11 0,-3-5-11 16,0 6 13-16,0 2-4 0,0 5-1 0,-3-5 0 0,0 8 4 15,0 0 0-15,0 0 0 0,0 0 0 0,0 0-12 16,-3 8 10-16,-3 0-10 0,0 0 10 16,3 5-10-16,-3-2 0 0,3 2 0 0,-3 0 0 0,3 3 0 0,0 0 0 0,-3 0 0 15,3 3 0-15,0 2 0 0,0 3 0 0,0-1 0 0,0 1 0 16,0 3 0-16,3-6 0 0,0 0 0 16,-3 3 0-16,3-8 0 0,0 0 0 0,0-1 0 0,0-1 0 15,0-1 0-15,0-5 0 0,0 0 0 0,0 0 0 16,0-8 0-16,0 0 0 0,0 0 0 0,0 0 0 15,0 0 9-15,0 0-9 16,0 0 10-16,0 0-10 0,0 0 11 0,0 0-11 16,3-3 12-16,0-2-12 0,3 0 8 0,-3-1-8 0,3 1 0 0,-3-3 0 15,3 0 8-15,3-3-8 0,-3 1 0 0,3 2 0 16,0 0 0-16,0-5 0 0,3 5 0 0,-4-5 0 16,4 5 0-16,0 0 0 0,0 0 0 0,0 3 0 15,0 2 0-15,0-5 0 0,-3 5 0 0,0 1 0 16,0 2 0-16,0 0-9 0,0 2 9 0,-3 1 0 15,-1 5 0-15,1-5 0 0,-3 2 0 0,0 3-8 16,0-3 8-16,0 6 0 0,-3-3 0 0,3 5 0 16,-3-5 0-16,0 5 0 0,-3-5 0 0,3 2 0 15,-3 1 0-15,0-3 0 0,0 3 0 0,0-1 8 16,0 1-8-16,-3-3 0 0,1 0 0 0,-4 2 0 16,0-2 8-16,0-5-8 0,0 2 8 0,-3 0-8 15,0-2 0-15,-3 0-8 0,3-1 0 0,0 1 0 16,-3-3-40-16,4 5-8 0,2-5-2 0,-3-5 0 15,0 2-181-15,3 1-36 0</inkml:trace>
  <inkml:trace contextRef="#ctx0" brushRef="#br0" timeOffset="12888.298">24896 3133 1862 0,'6'0'39'0,"0"0"8"0,3 0-38 0,0 0-9 0,-1 0 0 0,1 0 0 16,0 0 85-16,3 0 15 0,-3 0 4 0,3-3 0 16,-3 3-48-16,0-2-8 0,3 2-3 0,-3-3 0 15,3 3-15-15,-3-5-3 0,0 2-1 0,-1 3 0 16,1-5 4-16,0 2 1 0,0-2 0 0,0-1 0 16,-3 1 5-16,3 0 0 0,-3-3 1 0,0 3 0 15,0-3-4-15,-3 2-1 0,3-2 0 0,-3 1 0 16,0-1-10-16,-3 5-2 0,0-8-1 0,0 9 0 15,0-6-10-15,-3 0-1 0,0 3-8 0,0-1 12 16,-3 4-12-16,3-1 8 0,-3 0-8 0,0 3 0 16,0 0 0-16,-3 3 0 0,3 2 0 0,0 1 0 15,-3-1 0-15,3 3-10 0,0 2 0 0,0 1 0 16,1 0-6-16,-1 2 0 0,0-5-1 0,3 5 0 16,0 0 1-16,0-2 0 0,0 2 0 0,3 0 0 15,0-2-21-15,3 2-4 0,0-5-1 0,0 5 0 16,0-5 1-16,3-5 0 0,0 5 0 0,-1-6 0 15,1 4 6-15,3-4 2 0,0 1 0 0,0 2 0 16,3-5 17-16,0-5 3 0,0 5 1 0,0-3 0 16,-3 1 12-16,3-4 0 0,0 4 0 0,0-1 0 0,-4-2 0 15,1 2 0-15,0-5 0 0,0 3 0 0,-3 0 11 16,0 2 5-16,0-5 0 0,0 3 1 0,0-3 7 0,-3 3 0 16,3-1 1-16,0 1 0 0,-3 0-13 0,3 2-4 15,0-5 0-15,0 3 0 0,0 2-8 0,0 0 0 16,0 1 0-16,0 2 0 0,-4 2 0 0,4-2 0 0,-3 3 0 15,-3-3 0-15,3 8 0 0,0-5 0 16,0 5 0-16,-3 0 0 0,0 0 0 0,0 2 0 0,-3-2 8 0,0 0-8 16,0 5 9-16,0-5-9 0,0 0 10 0,0 0-10 15,-2 0 0-15,2 0 8 0,-3 0-8 0,0-3 0 16,0 0 0-16,3 1 9 0,-3-4-9 0,0 1 8 16,6-3 10-16,-6 5 2 0,6-5 0 0,0 0 0 15,-6 0 19-15,6 0 4 0,0 0 1 0,0 0 0 16,0 0-6-16,0 0-1 0,0-8 0 0,3 0 0 15,0 3-9-15,3-3-1 0,0 3-1 0,3-6 0 16,-3 3-14-16,3 3-4 0,2-3 0 16,-2-5 0-16,3 5-8 0,3-8 0 15,0 3-12-15,0 0 12 0,0 2-134 0,0-5-19 0,0 3-4 16</inkml:trace>
  <inkml:trace contextRef="#ctx0" brushRef="#br0" timeOffset="19605.786">17627 6866 2747 0,'3'-8'78'0,"0"3"17"0,-3-3-76 0,0 0-19 0,0 3 0 0,-3 0 0 16,0-1 55-16,-3 1 7 0,0 2 2 0,-3 1 0 15,-3-1-24-15,-3 1-4 0,0 2 0 0,-2 0-1 16,2 0-12-16,-6 2-3 0,3 1 0 0,0-1 0 16,0 4-20-16,0-1 0 0,4 0 0 0,-4 3 0 15,3 0 0-15,3 0 0 0,3 0 0 0,0 3 0 16,3-1 0-16,0 1-8 0,3-1 0 0,3 4 0 16,3-4 20-16,3 3 4 0,0 1 0 0,3-1 1 15,3 0-17-15,3 0 0 0,3 1 0 0,2-1 0 16,1 3 0-16,3-3 0 0,0 0 0 0,3 3 0 15,-4-5 0-15,-2-1 0 0,0 1 0 0,0 2 0 16,-6-2 0-16,0-1 0 0,-6-2 0 0,0 3 0 16,-3-1-20-16,-6-2-8 0,0 0-2 0,-3 3 0 0,-3-3 30 15,0 2 0-15,-6-2-8 0,0 0 8 16,-3 3-29-16,0-3-3 0,-3 0-1 0,-3 0 0 0,4-1 33 0,-1-1 0 16,-3-1 0-16,0 3 0 0,3-3 20 15,3 1 12-15,-3-4 1 0,4 4 1 0,2-6-34 0,0 2 0 0,3-2-12 0,0 0 3 31,9 0-82-31,-6 0-16 0,6 0-3 0,-3-8-1 16,0 0-100-16,3 0-20 0</inkml:trace>
  <inkml:trace contextRef="#ctx0" brushRef="#br0" timeOffset="19828.152">17832 6951 2063 0,'0'0'87'15,"6"-5"-70"1,-6 5 141-16,3-3 28 0,-3 3 6 0,0 0 0 15,3 0-102-15,-3 0-21 0,6 3-4 0,0-1-1 16,-3 1 0-16,3 2 0 0,0 1 0 0,-3 2 0 16,0 2-51-16,3 1-13 0,-3 2 0 0,0 3 0 15,0 0 28-15,-3 0 4 0,3 2 0 0,0 1 0 16,-3-1-32-16,0 1 8 0,3-1-8 0,-3-2 0 16,0 0 0-16,0 0 0 0,0-3 0 0,-3 0 0 15,3 1-32-15,0-1-2 0,0-3-1 0,0 1 0 16,0-3-122-16,0-3-25 0,0 0-5 0</inkml:trace>
  <inkml:trace contextRef="#ctx0" brushRef="#br0" timeOffset="19990.861">18148 6710 2328 0,'-12'-32'48'0,"6"25"12"0,3-4-48 0,0 3-12 0,3 0 0 0,-3 0 0 31,3 0 50-31,0 3 7 0,3 0 2 0,-3 5 0 0,0-6-59 0,3 4 0 0,3-1 0 0</inkml:trace>
  <inkml:trace contextRef="#ctx0" brushRef="#br0" timeOffset="20371.028">18187 6940 2325 0,'0'0'48'0,"-6"-2"12"16,6 2-48-16,0 0-12 0,0 0 0 0,0 0 0 15,0 0 89-15,0 0 16 0,3-5 3 0,0 2 1 16,2 0-45-16,1 1-8 0,0-1-3 0,3 3 0 15,-3-3-21-15,3 1-5 0,3 2-1 0,-3 0 0 16,0 0-26-16,3 0 0 0,0 2 0 0,-3 1 0 16,0 2 0-16,-3 1 0 0,3-1 0 0,-4 0 0 15,-2 3 27-15,0-3 0 0,0 3 0 0,0 0 0 16,-3 3-43-16,-3-3-9 0,3 2-2 0,-6 1 0 0,3-3 27 0,-2 2 0 16,2-2 0-16,-3 0 0 0,0 0 0 15,0 0 0-15,3 0 0 0,-3-3 0 0,3 1 0 0,3-6 12 16,0 0 0-16,0 0-1 0,0 0-11 0,0 0 8 15,0 0-8-15,0 0 8 0,0 0-19 16,0 0-4-16,0 0-1 0,3-6 0 16,0 1-37-16,0-3-8 0,3 3-2 15</inkml:trace>
  <inkml:trace contextRef="#ctx0" brushRef="#br0" timeOffset="20893.306">18204 6985 2310 0,'0'0'48'0,"-3"-5"11"15,3 0-47-15,0 0-12 0,3-1 0 0,0 1 0 16,0 0 100-16,3 2 17 0,0-2 4 0,0-1 1 15,3 4-42-15,-3-3-9 0,3 2-2 0,3-2 0 16,-3 2-21-16,0 0-5 0,3 1-1 0,-3-1 0 16,0 3-6-16,2 0-2 0,-2-3 0 0,0 3 0 0,0 3-14 0,-3-3-4 0,3 3 0 15,0-1 0 1,-3 1-16-16,0 0 8 0,0 2-8 0,-3 0 0 16,0 3-17-16,0 0-11 0,0 0-1 0,-3 0-1 15,-3 5 30-15,0 0 0 0,-3 3 0 0,0 0 0 0,-3 3 11 16,-3-1 8-16,0 3 1 0,-3 1 1 15,3-4-21-15,-2 3 0 0,-1-2-12 0,-3-1 4 0,6-2-5 0,-3 0-1 16,3 0 0-16,0 0 0 0,0-3 22 0,3 0 4 0,0 0 0 16,3 1 1-16,3-4-13 0,1 1 0 0,-1-1 0 15,3-2 0-15,0 0 0 0,3 3 0 16,-1-6 0-16,1 3 0 0,3-3 0 0,0 3 0 16,0-2 0-16,3-4 0 0,0 4 0 0,0-4 0 0,3 1 0 0,0 0 0 15,3-1 0-15,-3 1 11 0,3-1-11 0,-1-2 10 16,1 3-10-16,3-3 0 0,0 3 0 0,-3-3 0 15,3 2 0-15,-3-2 0 0,0 0 0 0,2 0 0 16,-2 3-13 0,0-3-8-16,0 0-2 0,-3 0 0 0,0 0-41 0,0 0-9 15,0 0-2-15,-3 0 0 0,0 0-102 16,0 0-21-16,-4-3-4 0</inkml:trace>
  <inkml:trace contextRef="#ctx0" brushRef="#br0" timeOffset="21182.234">18184 7120 2486 0,'-6'-2'71'0,"6"2"14"0,0 0-68 0,0 0-17 0,0 0 0 0,0 0 0 15,0 0 95 1,-3-3 15-16,3 3 3 0,0 0 1 0,0 0-54 0,0 0-12 16,3-5-1-16,-3 5-1 0,3-3-22 0,3 1-4 0,-1-1 0 0,1 3-1 15,3 0-19-15,0 3 0 0,0-3 0 0,3 2 0 16,0 1 0-16,3-3-12 0,3 2 1 0,-3 1 1 31,3 0-92-31,2-1-18 0,1 1-4 0</inkml:trace>
  <inkml:trace contextRef="#ctx0" brushRef="#br0" timeOffset="21611.629">18582 7152 1948 0,'0'0'40'0,"0"0"11"16,0 0-41-16,3 5-10 0,3-2 0 0,-3 2 0 15,6-2 112-15,-3-3 20 0,3 3 4 0,3-1 0 16,0-2-40-16,0 3-8 0,3-3-1 0,3 0-1 16,-1 0-18-16,1 0-3 0,0-3-1 0,0 1 0 15,0-1-51-15,3-2-13 0,-3-1 0 0,-4 1 0 16,1 2 0-16,3-2 0 0,-3 0 0 0,-3-3 0 0,3 3 54 0,-6-1 8 0,3 1 2 0,-6-3 0 31,0 3-45-31,-3-3-9 0,-3 0-2 0,0 0 0 16,-3 0 11-16,-3 0 1 0,-3 0 1 0,-3 0 0 15,0 0-3-15,-3 0-1 0,0 3 0 0,-3 0 0 0,0 0-6 16,-2 2-2-16,-4 3 0 0,0 0 0 0,3 3-9 0,-3 2 0 16,3 0 0-16,1 3 0 0,5 0 0 0,0 3-11 15,0-1 11-15,3 3-12 0,6 1 12 0,0-1-12 16,0 0 12-16,6 3-12 0,0-3 12 0,0 3-13 0,6-3 5 16,-3 1 8-16,6-1-10 0,0 0 10 0,0-2 0 15,3-1-9-15,3-2 9 0,0 3 0 0,2-6-9 16,1 3 9-16,0-3-79 0,6 0-11 15,0-2-2-15,0 0-1 16,2-3-131-16,-2-3-25 0</inkml:trace>
  <inkml:trace contextRef="#ctx0" brushRef="#br0" timeOffset="22247.038">19612 7041 2747 0,'-12'-5'78'0,"-2"-1"17"15,2 4-76-15,-3-1-19 0,3 3 0 0,-3 0 0 16,0 0 55-16,3 3 7 0,-3 2 2 0,3-2 0 16,0 5 0-16,4-3 0 0,-4 3 0 0,3 0 0 15,3 2-52-15,0 1-12 0,0 0 0 0,3-1 0 16,0 3 0-16,0-2 0 0,3 2 0 0,3 0 0 16,0 1 0-16,0-1 0 0,3 0 0 0,0-2 0 15,3 2 0-15,3-2 0 0,-1-1 0 0,4 1 0 0,-3-1 0 16,6-4-18-16,-3 1 4 0,3-1 1 0,-3-4 0 15,0 1 0-15,2 0 0 0,-2-1 0 16,-3-4-20-16,0-1-4 0,3 0-1 0,-6 1 0 0,0-4 82 16,0 1 16-16,-3-3 3 0,0 0 1 15,-3-2-52-15,0-1-12 0,-3-2 0 0,3 2 0 16,-3-5 0-16,-3 1 0 0,3-4 0 0,-3 1 0 0,3-4 54 0,-3 1 8 16,0-5 2-16,0 2 0 0,3 0-47 0,0 0-9 0,-3 0-8 15,3 1 12-15,3 2-3 0,0-1 0 0,0 1 0 0,3 0 0 16,3 2-9-16,0-2 0 0,0 3 0 0,2-1 0 15,4 1 0-15,0-3 0 0,0 2-12 0,0 1 12 16,6-4-9-16,0 4 9 16,2-1 0-16,4 1 0 0,0-1-9 0,0 3 9 0,6 3 0 0,-7-3-9 15,1 3 9-15,0 2 0 0,-3-2 0 0,-3 3 0 16,-4-1 0-16,-2 1 0 0,-3-1 0 0,0 0 0 16,-3 3 8-16,-6-2 0 0,0 2 0 0,-3 0 0 15,0 0 7-15,-6 0 1 0,3 0 1 0,-6 3 0 16,3 0-9-16,-3 2-8 0,-3-2 12 0,0 5-12 15,1 0 8-15,-1 2-8 0,0 1 0 0,0 2 0 16,0 3 0-16,0 0 0 0,0 0 0 0,0 5 0 16,3 0 0-16,0 3 0 0,0 0-10 0,3 8 10 15,1 0 0-15,2 8-9 0,0-1 9 0,3 6 0 16,3-5 0-16,0 3 0 0,-1-4 0 0,4 4 0 16,-3-6 0-16,3 0 0 0,0 0 0 0,0 0 0 15,0 3 0-15,0-3 0 0,0 3 0 0,0 2 0 16,0-5 0-16,-3 0 0 0,0-2 0 0,0-1 0 15,0-2-16-15,-3-5 0 0,0-1 0 0,0 1 0 16,0-3-31-16,-3-3-5 0,0 0-2 0,0-2 0 16,0-1-128-16,-3-2-26 0,0-3-4 0</inkml:trace>
  <inkml:trace contextRef="#ctx0" brushRef="#br0" timeOffset="22439.299">19836 6927 2310 0,'0'0'97'0,"3"-5"-77"16,2 2 86-16,1 1 18 0,3-1 3 0,-3 0 1 15,6 1-52-15,0-1-9 0,3 0-3 0,3 3 0 16,0 0-5-16,3-2-2 0,-1 2 0 0,4 0 0 16,0-3-43-16,3 0-14 0,0 1 8 0,2-1-8 15,4-2-155-15,3 0-34 0</inkml:trace>
  <inkml:trace contextRef="#ctx0" brushRef="#br0" timeOffset="23803.385">21023 6917 1824 0,'0'0'38'0,"-3"-3"8"0,3 3-37 0,0-5-9 0,-3-1 0 0,3 6 0 16,0 0 104-16,3-5 20 0,-3 5 3 0,3-3 1 16,-3 3-52-16,6 0-9 0,0 0-3 0,-3 3 0 15,3 0 0-15,-3 2 0 0,0 3 0 0,3 0 0 16,-3 3-51-16,0 2-13 0,-3 0 0 0,3 0 0 16,-3 3 0-16,0 3 0 0,0-1 0 0,0 3 0 15,-3-2 0-15,0-1 0 0,0 1 0 0,0-3 0 16,-3 0 0-16,3-3 0 0,-3-3 0 0,0 1 0 15,3-3 0-15,-3-3 0 0,0 3 0 0,6-8 0 16,0 0 0-16,0 0 0 0,0 0 0 0,0 0 0 0,-3-8 0 0,0 0 0 16,3 0 0-16,0-5 0 0,3 0 54 0,0-3 8 15,0-2 2-15,3-1 0 0,0-2-56 0,0 0-8 16,0-3 0-16,3 0-10 0,0 3 10 0,0 0 0 16,3-3 10-16,-3 3-10 0,3 0 0 0,0-1 0 0,-1 4 0 15,1-3 0-15,0 2 22 0,-3 3-2 0,3-2 0 16,-3 5 0-16,3-1-11 0,-3 1-9 0,0 5 12 0,-3 0-12 15,3 3-14 1,0 2-10-16,-1 1-1 0,-2 4-1 0,3 4 26 0,-3-1 0 16,0 0 0-16,0 6 0 0,0-1 0 0,0 4 0 0,-3-1 0 0,3 0 0 15,-3 3 0-15,0 0 0 0,0-3 0 0,3 3 0 16,-3-3 0-16,0 0 0 0,-3 1 0 0,3-1 0 16,-3-3 0-16,0 1 0 0,0-3 0 0,0 2 0 15,0-4 0-15,0 2 0 0,0-8 0 0,0 0 0 16,0 0 8-16,0 0-8 0,0 0 8 0,0 0-8 15,0 0 0-15,0 0 0 0,0 0 0 0,3-6 8 16,3-2-8-16,-3 3 8 0,3 0-8 0,0-3 8 16,-3-3 3-16,3 1 1 0,0 2 0 0,0-5 0 15,-1 2 2-15,1 0 1 0,0-2 0 0,0 0 0 16,3 0 8-16,-3 2 1 0,0 1 1 0,3-1 0 16,-3 0-25-16,0 3 0 0,3 1 0 0,-3 1 0 15,0 1 0-15,0 2 0 0,0 1 0 0,0-1 0 16,-3 6 17-16,3-1-1 0,0 4-1 0,-3-1 0 15,0 3-15-15,0 0 11 0,0 2-11 0,-1 4 10 16,-2-1-10-16,3 0 0 0,-3 3 0 0,0 0 0 16,-3-3 0-16,3 3 0 0,-2 0 0 0,-1 0 0 0,0 0 0 0,-3-1 0 15,3 1 8-15,0 3-8 0,0-3 0 0,0 0-16 0,0-1 4 0,3-1 1 32,0 2-51-32,0-6-10 0,3 1-3 0,0 2 0 15,3-8-57-15,3 1-12 0,-1-4-3 0,1 1 0 16,6-6 31-16,0-2 5 0,3 0 2 0,0-3 0 15,0-3-15-15,3-2-4 0,-4 0 0 0,7-1 0 0,-6 1 103 0,3 0 25 0,-3-3 0 16,0 3 0-16,-3-3 97 0,-1 3 25 0,-2-3 5 16,-3 0 1-16,0-3 51 0,-3 4 10 15,3-1 3-15,-6 0 0 0,0 3-103 0,0-1-20 0,-3 1-4 0,3 3-1 16,-3 2 0-16,0 0 0 0,-3 0 0 0,3 2 0 16,0 6-20-16,0 0-4 0,0 0 0 0,0 0-1 15,0 0-26-15,-3 6-5 0,-3 2 0 0,6 2-8 16,-3 1 0-16,0 2 0 0,0 0-10 0,3 0 10 15,0 3 0-15,0 3 0 0,0-3 0 0,3 0 0 16,0 0-9-16,0-1 9 0,3 4 0 0,0-3 0 16,0 0-36-16,3 0-1 0,0-1 0 15,3-1 0-15,0-1 37 0,3 0 0 0,-1-2 0 0,1-1 0 16,0-2 15-16,3-5 10 0,0 0 3 0,0-3 0 16,0-3-19-16,-1 0-9 0,1-2 10 0,-3-3-10 15,3 0 31-15,-3-3 0 0,0 1 0 0,-3-3 0 16,0-1-14-16,0 1-2 0,-4-3-1 0,1 3 0 15,0-3 29-15,-3 0 5 0,0 0 2 0,0-2 0 16,-3 2-40-16,0-2-10 0,0-1 0 0,0 0 0 16,-3 1 0-16,0-1 0 0,0-2 0 0,0 3 0 0,0-1 0 15,0 3 0-15,0 0 0 0,-3 3 0 16,3 0-49-16,0 2-12 0,0 3-3 0,0 1 0 16,3 1-51-16,0 1-10 0,0 2-3 0,3 3 0 15,-3 0-160-15,3 3-33 0</inkml:trace>
  <inkml:trace contextRef="#ctx0" brushRef="#br0" timeOffset="24030.061">22854 6768 2669 0,'6'-2'76'0,"-3"-1"16"0,-3 3-74 0,0 0-18 0,0 0 0 0,0 0 0 16,0 0 111-16,0 0 18 0,0 0 4 0,0 0 1 15,0 0-62-15,0 0-13 0,-9 0-3 0,0 3 0 16,0 2-33-16,-3 0-7 0,0 3-2 0,-3 3 0 15,0 0-14-15,1 2 8 0,-4 0-8 0,-3 3 0 16,0 0 11-16,0 2-11 0,-3 1 12 0,-2 2-12 16,-4 0 0-16,0 3 0 0,0 0 0 0,-5 0 0 15,2 2 0-15,-3-2-14 0,0 2 1 0,1-2 0 16,5-3-68-16,0-2-14 0,3-1-2 0</inkml:trace>
  <inkml:trace contextRef="#ctx0" brushRef="#br0" timeOffset="24275.943">22547 6768 3040 0,'-3'-23'64'0,"-3"-1"12"0,3 5-60 16,0 3-16-16,0 1 0 0,0 1 0 0,0 6 54 0,0 0 8 0,3 3 2 15,0 5 0-15,0 0-13 0,0 0-3 0,0 0 0 0,0 11 0 16,3 2-38-16,-3 3-10 0,3 2 0 0,-3 4 0 15,3 1 8-15,0-1-8 0,0 1 12 0,0 4-4 16,3-6 1-16,-3 0 0 0,3 0 0 0,0 0 0 16,-3 3-9-16,3-3 0 0,0 3 0 0,0 3 0 15,0-3-152 1,0-1-32-16,0 1-6 0</inkml:trace>
  <inkml:trace contextRef="#ctx0" brushRef="#br0" timeOffset="29904.055">19222 8330 2030 0,'0'0'57'0,"0"0"14"0,0 0-57 0,0 0-14 0,0 0 0 0,0 0 0 15,0 0 113-15,0 0 20 0,0 0 4 0,0 0 1 16,0 0-58-16,0 0-12 0,0 0-3 0,3 2 0 16,3 1-9-16,0 2-3 0,3-2 0 0,0-1 0 15,3 1-22-15,0-3-5 0,0 3-1 0,3-3 0 16,0 0 1-16,-1 0 0 0,4 0 0 0,0 0 0 16,3 0-10-16,0-3-3 0,6 0 0 0,-1-2 0 15,4 3-13-15,0-4 8 0,3 1-8 0,-1 0 0 16,-2 2 0-16,0-2 8 0,-6 2-8 0,3 0 0 15,-7 1 0-15,1-1-8 0,0-2 8 0,-6 2-13 16,0 1-20-16,0-1-4 0,-3 3-1 16,0-3 0-16,-3 3-22 0,-4 0-4 15,1 0 0-15,-6 0-1 0,0 0-27 0,0 0-4 0,0 0-2 0,0 8 0 16,-6 0-138-16,-2 0-27 0</inkml:trace>
  <inkml:trace contextRef="#ctx0" brushRef="#br0" timeOffset="30200.117">19413 8491 1824 0,'-27'13'38'0,"18"-7"8"0,-3-4-37 0,3 1-9 0,0-1 0 0,0 1 0 16,1 0 104-16,2-1 20 0,6-2 3 0,0 0 1 16,0 0 0-16,0 0 0 0,0 0 0 0,0 0 0 15,0 0-52-15,0 0-9 0,3 3-3 0,3 2 0 16,-1-5 0-16,4 3 0 0,0-3 0 0,0 0 0 15,3 0-51-15,0-3-13 0,3 3 0 0,0 0 0 16,3-2 39-16,3 2 5 0,-1-3 0 0,4 3 1 16,0 0-33-16,3-3-12 0,0 3 9 0,-4 0-9 15,4 0 0-15,-3 0 8 0,0 0-8 0,-3 0 0 16,-1 0 0-16,-2-2 0 0,0-1 0 0,0 3 0 16,0 0 0-16,-3-3-20 0,3 3 3 0,-3-2 1 15,-1 2-30-15,-2-3-6 0,0 3 0 0,-3 0-1 16,0-2-78-16,0 2-15 0,-3 0-3 0</inkml:trace>
  <inkml:trace contextRef="#ctx0" brushRef="#br0" timeOffset="34446.952">20395 8023 1854 0,'0'0'78'16,"3"-6"-62"-16,0 4 91 0,3-1 18 0,-3 0 4 0,-3 3 1 16,3 0-40-16,3-2-8 0,-6 2-2 0,3 0 0 15,-3 0-32-15,3 2-8 0,3 4 0 0,-3-1-1 16,0 3-22-16,-3 3-4 0,3 2-1 0,-3 0 0 16,3 3-12-16,-3 2 8 0,0 1-8 0,0 2 0 15,0 3 0-15,0 2 0 0,0 3 0 16,0 1 0-16,0-1 0 0,0-3 0 15,3 3 0-15,-3 0 0 0,0-5-11 0,3-3-1 0,0-2-1 0,-3 2 0 16,3-5-3-16,0-3 0 0,0 0 0 0,-3 1 0 16,3-4 25-16,0-2 5 0,-3 0 1 0,3-3 0 15,-3-5-15-15,0 0 0 0,3 3 0 0,-3-3 0 16,6 0 0-16,-1-3 0 0,1 1 0 0,-3-1 0 16,3-5 0-16,0 3 0 0,-3-6 0 0,3 3 0 15,0 0 0-15,0-2 0 0,0-1 0 0,0 1 0 16,0-1 0-16,0 0 0 0,0 1 0 0,-3-1 0 15,3-2 54-15,0 2 8 0,-3 1 2 0,3 2 0 16,0-3-52-16,0 3-12 0,0 3 0 0,0-3 0 16,-4 6 0-16,4-1 0 0,0 0 0 0,-3 3 0 15,3 0 0-15,0 3 0 0,-3 2 0 0,3-2 0 16,-3 5 0-16,0 0 0 0,3 2 0 0,-3-2 0 16,0 3 0-16,0-1 0 0,-3 1 0 0,3 2 0 0,-3-2 0 15,3 2 0-15,-3-2 0 0,0-1 0 16,3 3-48-16,-3-2-13 0,0 0-3 0,3-1 0 15,-3 1 52-15,3-1 12 0,0-2 0 0,0-2 0 16,0-4-54-16,3 4-8 0,0-4-2 0,0-2 0 16,3 0 52-16,-3-2 12 0,3-1 0 0,-1 0 0 15,1-2 16-15,0 0 7 0,3-3 1 0,0 0 0 0,-3 0 17 0,3 0 4 16,0-3 1-16,0 3 0 0,-3-2 0 0,3-1 0 0,-3 3 0 0,-1 0 0 16,-2-2-6-16,3 2-2 0,-3-3 0 0,0 3 0 15,-3 0-6-15,3 3-2 0,-3 0 0 0,0 2 0 16,-3 3-14-16,0 0-2 0,0 0-1 0,0 0 0 15,0 0-5-15,0 5-8 0,0 3 11 16,0 0-11-16,0 0 0 0,0 3 0 16,0-1 0-16,0 1 0 0,0-3 0 15,3 5 0-15,0-2 0 0,0-1 0 0,3 1 0 0,-3-1 0 0,3 1 0 16,0-3-9-16,0 0 9 0,0 0-12 0,3 0 12 0,0-3-12 16,0 0 12-16,0 1-8 0,-1-4 8 0,1-2-8 15,0 0 8-15,3 0 0 0,-3-2 0 0,0-4 0 16,3 1 0-16,-3 2 0 0,3-4 8 0,-3 1-8 15,3-2 24-15,-3 3 0 0,0-3 0 0,-3 0 0 16,2 0 4-16,1 0 2 0,-3 0 0 0,-3-2 0 16,0-1-8-16,0 1-2 0,-3-1 0 0,0 0 0 15,0-2-9-15,-3 0-3 0,-3 2 0 0,3-2 0 16,-3 0-8-16,-3 2 0 0,1 1 9 0,-1-1-9 16,-3 3 0-16,3 0 0 0,-3 0 0 0,0 3-8 15,3 0-20-15,-3-1-4 0,6 4-1 0,-3-1 0 16,0 3-96-16,0-3-19 0,9 3-4 0</inkml:trace>
  <inkml:trace contextRef="#ctx0" brushRef="#br0" timeOffset="35019.599">21369 8266 2598 0,'-12'-5'54'0,"12"5"13"0,-6-3-54 16,0-2-13-16,3 2 0 0,3 3 0 0,-6-2 102 0,6 2 18 0,-3 0 3 0,3 0 1 15,0 0-64-15,0 0-13 0,0 0-3 0,-6 5 0 16,3 3-25-16,0 0-6 0,0 2-1 0,0 1 0 16,0 2-12-16,0-2 0 0,3 5 0 0,0-1 0 15,-3-1 0-15,3-1 0 0,0 3 0 0,0-3 0 16,3 0 0-16,-3 1 0 0,3-1 0 0,0-3 0 16,0 4-48-1,0-4-13-15,0 1-3 0,3-1 0 0,0-2 52 0,3 0 12 0,-3-3 0 0,0 1 0 16,3-1-54-16,-4-5-8 0,1 3-2 15,3-3 0-15,-3-3 52 0,3 0 12 0,-3-2 0 0,3 2 0 16,-3-2 0-16,0-3 0 0,3 3 0 0,-3-3 0 16,0 0 0-16,0 3 0 0,0-3 0 0,0 0 0 15,-3 0 48-15,0 0 13 0,0 0 3 0,0 0 0 16,0-2-16-16,0-1-4 0,0 3 0 0,-3-3 0 16,3 4-19-16,-3-4-4 0,0 3-1 0,3 3 0 15,-3-3-20-15,0 8 0 0,0 0 0 0,0 0 0 16,0 0 0-16,0 0 0 0,0 0 0 0,0 0 0 15,0 8 0-15,3 2 0 0,-3-2 0 0,2 3 0 16,-2 2 0-16,3-2 0 0,0-1 0 0,3 1 0 16,-3-1 12-16,3 1-1 0,0-3-1 0,-3 2 0 0,6-2-10 15,0 3-17-15,0-3 4 0,0 0 1 0,0-3 12 0,3 0-12 16,0 1 12-16,0-4-12 0,0 1 12 0,-1-3 0 0,1 3 0 16,0-3 0-16,0-3 0 0,0 0 0 0,-3 1 0 0,3-4 0 15,-3 1 18-15,0-3 0 0,0 3 0 0,-3-3 0 16,0 0 9-16,0-3 1 0,-1 1 1 0,1-1 0 15,-3 1-10-15,0-3-3 0,-3-1 0 0,3-2 0 16,0-2-16-16,-3 2 10 0,3-5-10 16,0 2 8-16,0 1-8 0,0-3 0 0,0 2-12 15,-3-2 12-15,3 5-86 0,0 0-10 0,0 3-1 0</inkml:trace>
  <inkml:trace contextRef="#ctx0" brushRef="#br0" timeOffset="37262.332">22413 8155 1948 0,'0'0'40'0,"0"0"11"0,0 0-41 16,6 0-10-16,0 0 0 0,0 0 0 0,0 3 101 0,0-1 19 0,0 1 3 0,0 2 1 15,0 3-51-15,0 0-9 0,0 0-3 0,-3 3 0 16,3 2-33-16,-3 0-6 0,0 3-2 0,0 0 0 15,3 0-12-15,-3 2-8 0,-3 1 8 0,3-1-8 16,-3-2 0-16,0 0 8 0,0 0-8 0,0-3 0 16,0 0 0-16,0-5 0 0,0 3 0 0,-3-3 0 15,3 0 0-15,0-3 0 0,0-5 0 0,0 0-12 16,0 0 12-16,0 0 0 0,0 0 0 0,0 0 0 16,0 0 0-16,0 0 0 0,0 0 0 0,3-3 0 15,0-5 0-15,0 3 0 0,3-5 0 0,-4-1 0 16,4 0 0-16,0 1 0 0,3-1 0 0,-3-2 0 15,0-3 0-15,3 3 8 0,-3-3-8 0,0 0 11 16,3 0 2-16,-3 0 1 0,3 1 0 16,-3-1 0-16,3 2 5 0,-3 1 1 0,3 3 0 0,-3-1 0 15,3 3-6-15,-4 0-1 0,4 0 0 0,-3 6 0 16,3-1-13-16,-3 0 0 0,0 1 8 0,3 2-8 16,-3 2 0-16,0 1 0 0,0 2 8 0,-3 0-8 15,0 3 0-15,0 0 0 0,0 3 0 0,0 0 0 16,0 2 24-16,0 0 0 0,-3 0-1 0,0 3 0 15,0-5-23-15,0 2 0 0,0 0 0 0,0 0 0 16,-3-2 0-16,0 0 0 0,3-4 0 0,-3 1 0 16,0 0 0-16,3-5 0 0,0-3 0 0,0 0 0 15,0 0 0-15,0 0 0 0,0 0 0 0,0 0 0 0,0 0 0 16,0 0 0-16,0-3 0 0,0-5 0 16,0-2 0-16,3 2 0 0,0-3 0 0,0 1 0 0,0-4 0 0,0 4 0 0,3-3 0 0,0-1 0 15,0 1 32-15,3 0 3 0,0 0 0 0,-1 2 0 16,1-2-18-16,3 2-3 0,0 1-1 0,3 2 0 15,-3 0-5-15,0 0-8 0,3 3 11 0,-3-1-11 16,0 1 0 0,-1 2 0-16,1 1 0 0,0-1 0 0,-3 1 0 0,0-1 0 0,0 3 0 0,0 3 0 15,-3-3 0-15,0 5 0 0,0-3 0 0,-3 4 0 16,0-1 0-16,0 3 0 0,0 0 0 16,0 2 0-16,-3 1-13 0,0 0 0 0,3 2 0 0,-3 3 0 15,0-3-5-15,0 3-1 0,0 0 0 0,0 0 0 16,0 2-9-1,3-5-3-15,-3 3 0 0,3 0 0 16,-3-3-4-16,3-2-1 0,0 0 0 0,0-1 0 0,3-2 16 0,0 0 4 0,2 0 0 0,1-3 0 16,0 1 16-16,0-4 0 0,3 1 0 0,3-1 0 15,0-2 0-15,0 0 0 0,3 0 0 0,0-2 0 16,2-1 0-16,1-2 8 0,0 0-8 0,0-1 12 16,0-2 16-16,-3 0 2 0,-1 0 1 0,1-2 0 15,0 2 5-15,-3-3 0 0,0-2 1 0,-3 0 0 16,-3 0 5-16,0-1 1 0,0 1 0 0,0 0 0 15,-4 0 1-15,-2-3 1 0,3 3 0 0,-3-1 0 16,0 4-8-16,-3-3-1 0,0 2-1 0,0 3 0 16,0-3-10-16,-3 6-1 0,0-3-1 0,-3 3 0 15,1 0-8-15,-4-1-2 0,0 4 0 0,-3-4 0 0,0 6-13 16,0-2 9-16,0 2-9 0,-3-3 8 0,3 3-8 16,0 3 0-16,0-3 0 0,1 2 0 15,-1 4 0-15,3-4 0 0,3 4-9 0,0 2 9 0,0 0-23 0,6-1 3 0,0 4 0 0,0-3 0 31,3 3-14-31,3-1-2 0,-3 1-1 0,6-1 0 16,0-2-21-16,0 0-4 0,-1 0-1 0,4 0 0 16,0-5-2-16,0-1-1 0,0 1 0 0,0-3 0 0,-3 0 37 0,3 0 7 0,-3-3 2 0,-3 1 0 15,3-1 20-15,-3-2 0 0,0 0 0 0,-1-3 0 16,1 2 13-16,0 1 1 0,0-3 0 0,0 3 0 16,0-1 1-16,0-1 0 0,3 4 0 0,-3-2 0 15,0 2-7-15,3-2-8 0,-3 5 11 0,0 0-11 16,3 0 8-16,-3 2-8 0,0 1 0 0,0 0 0 15,0 5 0-15,0-1 0 0,0 4 0 0,-1 0 0 16,-2 2 8-16,0 0-8 16,0 3 0-16,0 0 0 0,0 0 0 0,0 0 0 0,0-1 0 0,-3 1 0 15,3-2 0-15,-3-1-9 0,0 0 9 0,0-2-12 16,0-1 12-16,0 1 0 0,0-3 0 0,0-3-8 16,0 3 8-16,-3-3 0 0,3-5 0 0,0 0 0 15,0 0 0-15,0 0 0 0,0 0 8 0,0 0-8 16,0 0 9-16,0 0-9 0,0 0 12 0,0 0-12 15,0-5 17-15,0-3-3 0,0 3-1 0,3-3 0 16,-3-3 7-16,0 3 2 0,3-5 0 0,-3 2 0 16,3-2-5-16,0-3-1 0,0-2 0 0,3-1 0 15,0 1 0-15,0-3-1 0,0 2 0 0,3-2 0 16,0 5-4-16,0-2-1 0,3 2 0 0,0 0 0 0,0 3-2 0,-1 2-8 16,1 0 12-16,0 3-4 0,0 3-8 0,0 0 12 0,0-3-12 15,0 5 12-15,-3 1-12 0,0-1 0 16,3 3 9-16,-3 0-9 0,-3 3 0 0,2-3 9 0,-2 5-9 15,0-2 0-15,0 2 8 0,0-2-8 0,3 4 0 16,-6-1 0-16,3 2 0 16,0 2 0-16,-3 1 0 0,3 2 0 0,-3-2 0 15,3 5 0-15,-3-3 0 0,0 3 0 0,0 0 8 0,0-3-8 16,-3 3 0-16,0-3 0 0,0 0 0 0,0-2 0 0,-3-1 0 16,0-2 0-16,3 0 0 0,-3 0 0 0,0-3 0 0,3-5 0 15,0 0 0-15,0 0 0 0,0 0 0 0,0 0 0 16,0 0 9-16,-6-2-9 0,6 2 0 0,-6-6 9 15,3 1-9-15,0 0 0 0,0-3 0 0,0 3 0 16,0-3 0-16,3-3 0 0,0 3 8 0,-3 0-8 16,6-2 0-16,-3-1 0 0,0 0 0 0,0 1 0 15,3 2 0-15,-3-3 0 0,3 1 0 0,3-1 0 16,-3 1 0-16,3 2 0 0,0-3 0 0,0 3 0 16,3 0 0-16,0 0 0 0,3 0 0 0,-3 0 8 15,2 3-8-15,1 0 8 0,0 0-8 0,0 2 8 16,0-2-8-16,0 2 10 0,3 3-10 0,-3-3 10 15,-3 3-10-15,3 0 8 0,-3 0-8 0,0 3 8 16,-1 0-8-16,1-1 0 0,-3 1 9 0,0 2-9 16,0 3 0-16,-3 0 0 0,3 0 0 0,-3 3 8 15,-3-1-8-15,3 3 0 0,-3 1 0 0,0-1 0 0,0 3 0 16,-3 0-13-16,0 2 5 0,0 1 8 16,0-4-35-16,0 1 1 0,0 0 0 0,-3 0 0 15,3-5-22-15,0-1-4 0,0 1 0 0,0-3-1 16,3-3-83-16,0-5-16 0,0 0-3 0,0 0-1 15,0 0-3-15,0 0-1 0,0 0 0 0,3-5 0 16,3 0 94-16,-3-3 18 0,3-3 4 0,3 3 1 0,-3-5 51 16,0-3 22-16,0 3-2 0,0-3 0 0,0 0 87 0,0 0 17 0,3-2 3 0,-3 2 1 15,0 0-9-15,3 0-2 0,-3 0 0 0,3 3 0 16,-1 0-40-16,1-1-8 0,0 1-1 0,-3 3-1 16,3-1-27-16,-3 0-6 0,0 3-1 0,0 1 0 15,-3 4-15-15,3-2-3 0,0 5-1 0,-3 0 0 16,0 2-14-16,3 1 11 0,-3 2-11 0,0 0 10 15,3 1-10-15,-3 2 0 0,3 0 9 0,0 0-9 16,0 0 0-16,0-1 0 0,2 4 0 0,4 0 0 16,0-3-13-16,0 2-7 0,3 1-2 0,3-3 0 15,0 0-11-15,0 0-3 0,3-1 0 0,-1 1 0 16,-2-2 20-16,3-4 4 0,-3 1 1 0,0 0 0 16,0-3 11-16,-3 0-8 0,-4-3 8 0,1-2-8 15,0-1 21-15,-3-2 5 0,0-2 1 0,0 2 0 16,-3-3 29-16,0 1 7 0,-3-1 1 0,0 1 0 15,0-4 1-15,-3 4 1 0,0-3 0 0,0-1 0 16,0 4-11-16,0-1-3 0,0 1 0 0,-3-4 0 16,3 6-11-16,0 0-2 0,-3 1-1 0,3-1 0 15,-3 5-8-15,3 3-2 0,0 0 0 0,0 0 0 16,-6 0-9-16,0 3-3 0,-3-1 0 0,3 6 0 0,-3 3-8 16,3-1 0-16,-3 1 0 0,-3 5 0 0,3-3 0 0,1 3 0 15,-4 0 0-15,0 5 0 0,-3 3 0 0,0 5 0 16,0 3 0-16,0 2 0 0,0-5 0 0,0 3 0 15,-2-3 0-15,2 0 0 0,0-5 0 16,0 2 0-16,3-4 0 0,0 1 8 16,0-1-8-16,0 1 0 0,0-1 0 0,3-1 0 15,-2 0-152-15,2 3-32 0,0-3-6 0</inkml:trace>
  <inkml:trace contextRef="#ctx0" brushRef="#br0" timeOffset="38464.765">20669 9295 2066 0,'-3'-2'43'0,"0"-4"10"0,3 6-42 0,0 0-11 0,0-2 0 0,0 2 0 15,3-5 91-15,-3 5 16 0,3-6 3 0,-3 6 1 16,6-2-24-16,0-1-5 0,0 0-1 0,3 3 0 15,0 0-65-15,0 0-16 0,0 0 0 0,2 3 0 16,-2 0 31-16,3-1 2 0,-3 1 1 0,3 2 0 16,-3 0-14-16,0 1-2 0,0 2-1 0,0 0 0 15,0 0-9-15,-3 2-8 0,3 1 9 0,-3 2-9 16,0-2 8-16,-3 4-8 0,0-1 0 0,0 2 0 16,0-1 11-16,-3 1-11 0,0 3 12 0,0-3-12 15,-3 0 0-15,0-1 0 0,0 1 0 0,0-2 0 16,0-1 0-16,0-3 0 0,0 1 0 0,0-3 0 15,3 0 0-15,-3-3 0 0,3-5 0 0,0 0 0 16,0 0 0-16,0 0 0 0,0 0 0 0,0 0 0 16,0 0 0-16,0 0 0 0,3-8 0 0,0-2 0 15,0-1 0-15,0-2 0 0,3 2 0 0,-3-5 0 16,3 3 58-16,-1-3 5 0,4 0 1 0,-3 0 0 16,3 1-52-16,-3 1-12 0,3-2 0 0,0 6 0 0,0-3 0 0,0-1 0 15,0 1 0-15,0 3 0 0,0-4 0 0,0 4 0 16,0-1 0-16,0 1 0 0,-4 2 0 0,4 2 0 15,0-2 0-15,-3 6 0 0,3-3 34 0,-3 2 4 16,0 0 1-16,3 3 0 16,-3 0-25-16,0 0-5 0,0 3-1 0,0 0 0 0,0 2-8 0,-3-3 0 0,3 6 0 15,0-2 0-15,-3 2 0 0,0 0 8 0,0-1-8 16,0 4 8-16,-3 0-8 0,3-1 0 16,-3 1 0-16,0 2 0 0,-3 3 0 0,3 0 0 15,-3 0 0-15,0 0-11 0,3 2-11 0,-3-2-2 0,3-3-1 16,-3 3 0-16,3-5 2 0,0 2 1 0,3-5 0 0,-3 0 0 31,3-3-34-31,3 0-6 0,-3-2-2 0,0-3 0 16,3-3 0-16,2 1 0 0,1-6 0 0,0 2 0 0,0-4 33 0,3-1 7 0,3-2 0 0,-3 0 1 15,0 0 23-15,3-3 13 0,-3 3-1 0,0-3-1 16,-1 0 29-16,1 3 7 0,0 2 1 0,-3 0 0 16,0 1 4-16,-3-3 2 0,0 5 0 0,0-3 0 15,0 3-5-15,0 0-1 0,0-2 0 0,0 4 0 16,-3 1-14-16,-3 0-3 0,3 2-1 0,-3 3 0 15,0 0-11-15,0 0-3 0,0 0 0 0,0 0 0 16,0 0-8-16,0 0-8 0,0 0 12 0,0 8-12 16,3 0 8-16,-3 0-8 0,0 0 0 0,0 0 0 15,0 0 0-15,-3 2 0 0,6 1 0 0,-3 2 0 16,0 0 0-16,0 1 0 0,0 1 0 0,3 1 0 16,0 0 0-16,0 0 0 0,0 0-11 0,3 0 11 15,0-3-20-15,-1 0 2 0,1-2 1 0,0 2 0 0,0-5 3 16,3 0 1-16,-3 0 0 0,3-3 0 15,0-2-11-15,0-3-3 0,0 0 0 0,0 0 0 16,3-5 27-16,0-1 0 0,0 1 0 0,0-3 0 16,-4-3 46-16,4-2 14 0,0 3 4 0,3-6 0 0,-6 0-56 0,3 0-8 0,-3-3 0 15,3 1-10-15,-3-1 27 0,0 4 6 0,-3-1 1 16,3 0 0-16,-4 0-12 0,1 3-1 0,0-3-1 0,-3 3 0 16,0-1-10-16,-3 1 0 0,3 3 9 0,-3-4-9 15,0 4 0-15,-3-4-10 0,3 4 1 0,-3-1 0 31,0 1-75-31,0-1-16 0,0 3-2 0</inkml:trace>
  <inkml:trace contextRef="#ctx0" brushRef="#br0" timeOffset="39871.568">21776 9314 2258 0,'0'0'64'0,"0"0"14"0,0 0-62 16,0 0-16-16,0 0 0 0,3-5 0 0,-3-1 99 0,0 6 17 0,3-5 3 0,0 2 1 15,3 1-40-15,-3-4-7 0,3 6-1 0,0-2-1 16,0 2-23-16,0 0-4 0,0 0 0 0,0 2-1 16,0-2-17-16,-3 3-3 0,3 0-1 15,0-1 0-15,3 4-11 0,-3-4-3 0,0 4 0 0,0 2 0 16,-1-1-8-16,1 1 0 0,0 0 0 0,0 0 0 15,-3 3 0-15,3-1 0 0,-6 1 8 0,3 0-8 16,0 2 0-16,-3-3 0 0,0 4-12 0,0-1 12 16,-3-2-16-16,3-1 4 0,-3-2 0 0,0 0 1 15,3-3 11-15,-3 1 14 0,0-1-3 0,3-5-1 16,0 0-10-16,0 0 0 0,0 0 0 0,0 0 0 16,0 0 0-16,0-5 0 0,-3-3 0 0,3 0 0 15,0 0-49-15,3-3-12 0,-3 1-3 16,3-1 0-16,3-2 83 0,-3 2 16 0,3 1 3 0,-3-1 1 15,3 0-39-15,3 1 0 0,-3-1 0 0,3 3-8 16,0-2 8-16,0 2 0 0,0 0 0 0,3 0 0 16,-3 0 0-16,2 0 0 0,1 0 10 0,-3 3-10 15,3-3 10-15,0 3-10 0,-3 2 10 0,3 0-10 16,-3 1 8-16,0 2-8 0,0-3 0 0,0 6 0 16,0-3 9-16,-3 2-9 0,0 1 8 0,-1 2-8 15,1 1 0-15,-3 1 0 0,0 1 8 0,0 0-8 16,0 3 0-16,0-1 0 0,0 1 9 0,-3 0-9 15,3-1 0-15,-3 1 0 0,0-1 0 0,0 1 0 16,-3 0 8-16,3-3 3 0,0 2 1 0,-3-2 0 16,0 0-61-16,3 0-12 0,0-3-3 15,0-5 0-15,0 0 52 0,0 0 12 0,0 0 0 0,0 0 0 0,0 0 0 0,0 0 0 0,0 0 0 0,0 0 0 16,0 0 0-16,3-5 0 0,0-3 0 0,0 3 0 16,3-3 0-16,-3-3 0 0,3 3 0 0,0-2 0 15,-3 2 0-15,3-3 0 0,0 1 0 0,0 2 0 16,0-3 0-16,0 3 0 0,3-3 0 0,-3 4 0 15,3-4 48-15,-3 3 13 0,3-3 3 0,-4 4 0 16,4 1-52-16,0-2-12 0,0 3 0 16,0 0 0-16,-3 2 0 0,3 0-12 0,-3 3 3 0,0 0 0 15,0 0 9-15,-3 3 0 0,3 0 8 16,-3-1-8-16,0 4 0 0,0 2 0 0,0-3 0 0,-3 5 8 16,0-2-8-16,0 3 0 0,0 0 0 0,-3-1 0 15,0 1 0-15,3-1 9 0,-3 4-9 0,0-4 0 16,0 3-44-16,3 1-16 0,-3-1-4 0,0 0 0 15,3-2 52-15,0-1 12 0,0 1 0 0,0-3 0 16,3 0-54-16,0-6-8 16,-3-2-2-16,6 3 0 0,0-6 0 0,3-2 0 0,0 0 0 0,3-3 0 15,-1-3 52-15,1 1 12 0,3-4 0 0,0 1 0 16,0 0 0-16,0 0 0 0,3-3 0 0,-3 0 0 16,0 3 0-16,-4-6 0 0,1 3 0 0,0-2 0 15,0-1 100-15,-3-2 22 0,-3 0 5 0,3 0 1 0,-3 0-52 16,0-3-9-16,0 0-3 0,-3 0 0 0,3 3-51 0,-3 2-13 15,0 1 0-15,0-1 0 0,0 9 54 16,-3-1 8-16,3 6 2 0,-3 0 0 16,0 5-52-16,0 0-12 0,0 0 0 0,0 0 0 0,0 10 0 0,-3 1 0 0,3 5 0 0,-3 2 0 15,0 1 0-15,3 2 0 0,0 5 0 0,-3-2 0 16,3-3 0-16,-3 3 0 0,3-5 0 0,0 2 0 16,0-3 0-16,0 1 0 0,0-3 0 0,0 2 0 31,0-4-48-31,0-1-13 0,0 0-3 0,0-2 0 0,0-1 52 0,3-2 12 0,-3 0 0 15,0 0 0-15,3 0 0 0,-3-8 0 0,0 0 0 0,0 0 0 16,0 0 0-16,0 0 0 0,3 0 0 0,3-3 0 16,-3 1 0-16,0-1 0 0,3-2 0 0,-3-1 0 15,2 1 0-15,1 0 0 0,0-3 0 0,0 3 0 16,0-3 0-16,3 2 0 0,0-2 0 0,0 3 0 16,3 0 0-16,0-3 0 0,-3 3 0 0,6-1 0 15,-3 1 12-15,2 2 6 0,1-2 1 0,0 2 0 16,0 3-19-16,0 0 10 0,-3 0-10 0,0 0 8 15,-3 6-8-15,0-4 12 0,0 4-12 0,-3-1 12 16,0 3-12-16,-3 0 10 0,-1 0-10 16,1 0 10-16,-3 2-10 0,0 1 0 0,0-1 0 0,-3 4 8 15,1-1-8-15,-4 0 0 0,3 0 9 0,-6 1-9 16,0 2 0-16,0-3 8 0,-3 0-8 0,0 3 0 16,-3-3 8-16,0-2-8 0,0-1 8 0,-3 1-8 15,4-3 20-15,-1-3-1 0,0 0 0 0,0 1 0 16,3-4-19-16,0-2 0 0,0-2 0 0,3 2 0 15,3-6-99-15,0 1-23 0,0-3-5 0,3 0-1 16,0-5-102-16,3 0-21 0</inkml:trace>
  <inkml:trace contextRef="#ctx0" brushRef="#br0" timeOffset="40619.678">23074 9354 1592 0,'12'0'67'0,"-3"0"-54"15,3 0 122-15,-3 0 24 0,6 0 5 0,-3 0 0 16,-1 0-72-16,1-3-14 0,0 3-3 0,0-3-1 16,-3 1-20-16,3 2-4 0,0-3-1 0,0 0 0 15,-3 1 3-15,0-1 0 0,0 0 0 0,-3 1 0 16,0-4-4-16,-3 4 0 0,-1-1 0 0,1-2 0 15,-3 2 3-15,0-2 0 0,0 0 0 0,0-1 0 16,-3 4-12-16,-2-4-3 0,2 4 0 0,-3-3 0 16,-3 2-12-16,0 0-4 0,0 1 0 0,-3-1 0 15,0 0-11-15,0 3-9 0,0 0 12 0,-3 0-12 16,3 0 0-16,1 3 0 0,-4 0 0 0,3-1 0 16,0 4 0-16,0 1 0 0,3-1 0 0,0 2 0 15,0 0-9-15,3 0-3 0,0 2 0 0,3 1 0 16,0-3-5-16,0 2-2 0,3 1 0 0,3-1 0 15,0 4-5-15,0-4 0 0,3 1-1 0,0-1 0 16,0 1-11-16,3-3-1 0,3 0-1 0,-3 0 0 16,3-3-11-16,3-2-3 0,0 2 0 0,-1-5 0 15,1 0 1-15,3 0 0 0,0-3 0 0,0 1 0 0,0-1 25 16,-3-2 5-16,-1-3 1 0,1 3 0 0,0-1 20 16,-3 1 0-16,-3-3 0 0,3 3 0 0,-3-1 12 15,0-1 8-15,-3-1 0 0,0 2 1 0,0-2 21 16,0 0 4-16,0 3 1 0,-3-3 0 0,3 3-14 0,-3-3-2 0,2 0-1 0,1 3 0 15,-3-1-14-15,3 1-2 0,0 0-1 16,3 0 0-16,-3 2-5 0,0 0 0 0,3 1-8 16,-3-1 12-16,0 3-2 0,3 3-1 0,-3-3 0 0,0 2 0 15,0 1 3-15,-3 2 1 0,3-2 0 0,-3 2 0 16,0 0 3-16,0 3 0 0,-3 0 0 0,0 3 0 16,0-3-16-16,0 5 11 0,0-2-11 0,-3 5 10 15,0-1-10-15,3 1 0 0,-3 3 0 0,0-1 0 16,3 1 0-16,-3-1 0 0,0-2 0 0,0 3 0 15,0-6 0-15,-3 0 0 0,3-2-9 0,0-1 9 16,0-2 0-16,0 0 0 0,3-8 0 0,0 0 0 16,0 0 8-16,0 0 0 0,0 0-8 0,0 0 12 15,0 0 6-15,-3-5 1 0,3-3 0 0,3 0 0 16,-3-2 4-16,3-1 1 0,3-2 0 0,-3-3 0 16,6 0-5-16,-3 0-1 0,6-2 0 0,0-1 0 15,-1 1-10-15,7-1-8 0,-3 3 9 0,6-2-9 16,-3 4 0-16,3-2 0 0,0 3 0 0,-1 0 0 15,-2 2 0-15,3-2 0 0,-3 3 0 0,-3-4 0 16,0 4-20-16,0-1-6 0,-1 1-2 0,-2 2 0 16,0 0-126-16,0 0-26 0,-3 3-4 0</inkml:trace>
  <inkml:trace contextRef="#ctx0" brushRef="#br0" timeOffset="41124.432">24042 9293 2784 0,'0'0'58'0,"0"0"14"0,0 0-58 0,0 0-14 0,2-6 0 0,-2 6 0 16,0 0 77-16,0 0 13 0,0 0 2 0,0 0 1 16,-5-2-47-16,-4-1-10 0,0 3-1 0,0 0-1 15,-3 3-18-15,0-1-3 0,0 1-1 0,-3 2 0 16,3 1-12-16,-3-4 9 0,0 6-9 0,4-2 8 16,2 1-8-16,0 1 0 0,0 0 0 0,3 0 0 15,0 0 0-15,3 0 0 0,0-3 0 0,6 3-11 16,0 0 11-16,3 0 0 0,0-2-9 0,3 4 9 15,3-5 0-15,0 3 0 0,2 0-9 0,1 0 9 16,0 0 0-16,0 0 0 0,0 0 0 0,-3 3 0 16,0-3 0-16,-3 2 0 0,0 1 0 0,-6-3 0 15,0 2 0-15,0 1 0 0,-6-1 0 0,0 1 0 16,-3-3 20-16,-6 3-1 0,0-1-1 0,-3 1 0 0,-3-3 2 16,-3 0 1-16,0-3 0 0,1 3 0 0,-1-3-9 15,-3 3-3-15,3-3 0 0,-3 3 0 0,0-5-9 0,-2 2 0 16,-1 1 0-16,0-1 8 0,3 0-8 15,3 0 0-15,-2-2 0 0,5 2 0 0,3-2-17 0,3 0-3 0,0-1 0 16,6 1 0 0,0 0-111-16,0-3-22 0,6 0-5 0</inkml:trace>
  <inkml:trace contextRef="#ctx0" brushRef="#br0" timeOffset="67317.064">11439 4858 2032 0,'0'0'42'0,"0"0"10"0,0 0-41 0,0 0-11 0,0 0 0 0,0 0 0 16,0 0 112-16,0 0 20 0,0 0 4 0,0 0 0 16,0 0-57-16,-6 5-12 0,3 6-3 0,-3-6 0 15,3 6-51-15,0 5-13 0,0 0 0 0,0 2 0 16,0 6 0-16,-3 2 0 0,3 3 0 0,-3 3 0 15,3-3 0-15,-3-2 0 0,0 2 0 0,3-3 0 16,-3 3 0-16,0-7 0 0,3 1 0 0,-3 4 0 16,0-6 8-16,0 0-8 0,0 0 0 0,0-2 0 15,3-1 0-15,-3 1 0 0,3-3 0 0,-2-3 0 16,2-5 0-16,-3 0 0 0,3 0 0 0,3-8 0 16,0 0 8-16,0 0 6 0,-3-8 1 0,3 0 0 15,-3-5 3-15,3-3 1 0,3 0 0 0,-3-5 0 16,3 2-8-16,0-2-2 0,0 3 0 0,0-11 0 0,0 2 10 15,2 1 1-15,1-6 1 0,0-3 0 16,0 1-21-16,3-3 0 0,3-3 0 0,-3 3 0 0,3 3 0 16,0 2 0-16,0 0 0 0,3 6 0 15,0-1 0-15,-4 1 0 0,4 5 0 0,0-3 0 16,-3 6 0-16,3-1 0 0,-3 0 0 0,-3 4 0 16,3 1 41-16,-3 1 4 0,0 3 1 0,-3 4 0 0,3 4-22 0,-4-4-5 0,1 6-1 15,0 6 0-15,-3-1-18 0,3 3 0 0,0 5 0 16,0 0 0-16,0 3 0 0,-3 3 0 0,3-1 0 0,0 3 0 15,0-2 0-15,-3 2 0 0,3 3 0 0,0-3 0 16,-3 8 20-16,3 0 0 16,-3 3 0-16,0 2 0 0,0-2-20 0,0 5 0 0,-3-5 0 0,3 5 0 15,0-8 0-15,-3 0-12 0,0-2 1 0,0 2 1 16,-3-5 0-16,0-1 0 0,0 1 0 0,-3 0 0 16,0-3-43-16,3 0-9 0,-3 1-2 0,0-4 0 15,0 1-51-15,0-4-10 0,0 1-3 0</inkml:trace>
  <inkml:trace contextRef="#ctx0" brushRef="#br0" timeOffset="67536.953">11325 5160 1824 0,'0'0'38'0,"0"0"8"15,0 0-37-15,0 0-9 0,0 0 0 0,0 0 0 16,0 0 121-16,0 0 23 0,6 0 4 0,0 0 0 0,3 0-32 0,-3 0-8 0,3 0 0 0,3 0-1 16,0 0-63-16,3 0-12 0,0 0-2 0,3-3-1 15,2 3-15-15,1-3-3 0,0-2-1 0,3 2 0 32,3-2-39-32,-1 0-8 0,1-3-2 0</inkml:trace>
  <inkml:trace contextRef="#ctx0" brushRef="#br0" timeOffset="68443.278">11918 5194 1758 0,'-15'0'36'15,"12"0"10"-15,-3 0-37 0,0 0-9 0,6 0 0 0,-6 3 0 16,0-3 118-16,0 0 22 0,3 2 4 0,-3 1 0 16,0-3-64-16,0 3-12 0,3 2-4 0,-3-2 0 15,0 2 0-15,0 0 0 0,4 0 0 0,-4 3 0 16,3-2-51-16,0-1-13 0,0 6 0 0,0-6 0 15,-3 0 0-15,3 3 0 0,3 0 0 0,-3 3 0 16,3-3 0-16,0 2 0 0,0-2 0 0,0 5 0 16,3-2 0-16,0 0 0 0,0 2 0 0,0-3 0 0,3 4 0 0,0-4 0 15,0 3 0-15,-1-2 0 0,4-3 0 0,0 2 0 16,0-2 0-16,0-2 0 0,3-4 24 0,0 1 3 0,0 0 0 16,0-6 0-16,3 3-15 0,0-5-2 0,-1-1-1 15,1-2 0-15,-3 1 15 0,3-1 4 0,-3-3 0 0,0 0 0 16,0 1-28-16,0-1 0 0,-3 1 0 0,0-1 0 15,0-2 56-15,-4 2 7 0,-2 1 1 16,0-1 0-16,0 1 0 16,0-1 0-16,-3-2 0 0,0 2 0 0,0 3-52 0,0-2-12 15,-3-1 0-15,0 0 0 0,0 3 0 16,0 1 0-16,-2-1 0 0,-1 0 0 0,0 2 0 0,-3 1 0 0,0 2 8 0,0-4-8 16,-3 4-11-16,-3 3-5 0,3 0 0 0,-3 0-1 31,0 3-80-31,-2-1-16 0,2 3-3 0</inkml:trace>
  <inkml:trace contextRef="#ctx0" brushRef="#br0" timeOffset="70033.71">11331 11526 953 0,'0'0'40'0,"0"0"-32"15,0 0 75-15,0 0 14 0,0 0 3 0,0 0 1 16,0 0 21-16,0 0 4 0,0 0 1 0,0 0 0 16,0 0-25-16,0 0-5 0,0 0-1 0,0 0 0 15,-3 5-17-15,0 1-4 0,3-4-1 0,-3 6 0 16,3 0-26-16,-3 3-4 0,3 2-2 0,0 0 0 16,0 3-22-16,-2 0-4 0,2 2 0 0,0 4-1 15,0-4-15-15,-3 3 9 0,0 0-9 0,3 3 8 16,-3 0-8-16,0 3 0 0,0-1 9 0,0 3-9 15,-3-2 0-15,3 4 0 0,0 1 0 0,-3-3 0 16,3 0-10-16,-3-5-3 0,3 0-1 0,-3 0 0 16,3-6 2-16,-3 1 0 0,0-3 0 0,3-3 0 0,-3-3 12 15,3-2 0-15,-3 0 0 0,6-8-9 16,0 0 9-16,0 0 0 0,0 0-9 0,0-8 9 16,3-2 0-16,0-6-9 0,0 0 9 0,3-5 0 15,0-6 0-15,0-2 0 0,3-5 0 0,-3-3 0 0,6 2 0 16,-3 1 8-16,0-3-8 0,0 0 12 0,-1 0 14 15,4-3 2-15,-3-2 1 0,3 0 0 0,0-1 12 16,3-2 3-16,3 0 0 0,-3 3 0 16,0 8-4-16,2 2-1 0,-2 8 0 0,0-2 0 0,0 4-7 0,0 1-2 0,-3 3 0 15,0 2 0-15,-3 0-8 0,3 5-2 0,-6 1 0 16,3 4 0-16,-1 1-6 0,-2 5-2 0,0 3 0 0,3 2 0 16,-3 0-3-16,0 6-1 0,0 0 0 0,0 2 0 15,0 0-8-15,0 3 0 0,0 2 0 0,0 1 8 16,-3 5-8-16,0 0 0 0,3 2 0 0,-3 6 0 15,3 0 0-15,-3 2 0 0,0 3 0 0,0 0 0 16,0-3 0-16,0-5-19 0,0 1 3 0,0-1 1 16,0 0-17-16,-3-3-4 0,3 1-1 0,-3-1 0 15,0 1-80-15,0-1-16 0,0-2-3 0,-3 0-1 16,0-3-93-16,-3 0-18 0</inkml:trace>
  <inkml:trace contextRef="#ctx0" brushRef="#br0" timeOffset="70287.711">11352 11761 2066 0,'-3'-2'43'0,"3"2"10"0,0 0-42 0,0-5-11 0,0 5 0 0,0 0 0 15,0-6 92-15,0 6 17 0,0-2 3 0,6-4 1 16,-3 4-29-16,3-1-5 0,0 0-2 0,3 3 0 31,0-2-9-31,3 2-1 0,0 0-1 0,0-3 0 0,3 3-47 0,-1 0-10 0,1 0-1 0,3 0-8 16,0 0 14-16,3 0-4 0,-3 0-1 0,3 0 0 15,-4 0-9-15,4 0 0 0,0 0 0 0,-3 0 0 32,0 0-73-32,3 0-17 0,-1 0-3 0</inkml:trace>
  <inkml:trace contextRef="#ctx0" brushRef="#br0" timeOffset="70573.265">11992 11693 2415 0,'0'0'68'0,"0"0"16"16,0 0-68-16,0 0-16 0,0 0 0 0,0 0 0 15,0 0 98-15,0 0 16 0,0 0 3 0,3 0 1 16,-3 0-43-16,6 2-9 0,-3 1-2 0,0 2 0 15,0 1-19-15,0-1-4 0,3 3-1 0,-3 0 0 16,-3 0-9-16,3 0-3 0,-3 2 0 0,0 1 0 16,0 2-12-16,0 0-2 0,3 0-1 0,-3 3 0 0,-3 0-13 0,3 5 11 15,0 1-11-15,0-1 10 16,0 5-10-16,0-2 0 0,0 0 0 0,0 2 8 0,0-5-8 0,0 1 0 16,0-4 0-16,0-2 0 15,0 0 11-15,0-3 0 0,0-2 0 0,0-1 0 16,0-2-87-16,0 0-18 0,3-3-3 0</inkml:trace>
  <inkml:trace contextRef="#ctx0" brushRef="#br1" timeOffset="83169.88">14216 3318 1579 0,'0'0'32'0,"0"0"10"16,0 0-34-16,0 0-8 0,0 0 0 0,0 0 0 0,0 0 104 16,0-5 20-16,0 5 3 0,0 0 1 15,0 0-52-15,0 0-9 0,0 0-3 0,0 0 0 0,0 0-51 0,0 0-13 0,0 0 0 0,3 0 0 16,3-3 54 0,0 3 8-16,0 0 2 0,2 3 0 15,1-3-44-15,3 0-9 0,0 2-2 0,3 1 0 0,3-3-9 0,0 5 10 0,3-5-10 16,0 0 10-16,-1 0-10 15,4 0 0-15,0 0 0 0,0 0 0 0,0 0 0 16,-1 0 0-16,1-5 0 0,6 0 0 0,-3 2 0 0,3 0 0 0,2 1 0 0,1-1 0 16,-3 3 0-16,0-5 0 0,2 5 0 15,-5-3 0-15,0 3 0 0,-3 0 0 0,0 0 0 16,-1-5 0-16,-2 5 0 0,-3-3 0 0,3 3 0 16,-3 0 0-16,0-5 0 0,-1 5 0 0,1 0 0 0,0-3 0 15,0 3 0-15,3 0 8 0,-3 3-8 0,0-3 0 16,-1 5 0-16,1-5 0 0,0 0 8 0,0 3-8 15,0 2 10-15,-3-2 0 0,0 2 0 0,0-5 0 16,-4 5 7-16,1-2 2 0,0 2 0 0,0 3 0 16,-3-8-1-16,-3 8 0 0,3-8 0 0,-3 6 0 15,0-1 0-15,-3 0 0 0,3 0 0 0,-3 3 0 16,0-5-2-16,0 2-1 0,0 1 0 0,0-1 0 16,0 6-3-16,0-4-1 0,0 1 0 0,0-2 0 15,0 2-3-15,0 0-8 0,0 0 12 0,-1-1-4 16,1 1 0-16,0 0-8 0,0 0 12 0,0 3-4 15,0-3 0-15,0 2-8 0,0-2 12 0,0 0-4 16,0 3-8-16,0-3 8 0,0 0-8 0,0 0 8 16,0 0-8-16,0 0 0 0,0-1 0 0,0 7 8 15,0-9-8-15,-3 6 0 0,3-4 0 0,0 1 8 0,0 3-8 0,-3 0 0 16,3-3 0-16,-3 2 0 0,0 6 0 0,3-5 0 0,-3 2 0 0,0 3 0 16,3 0 0-16,-3 5 0 0,3-3 0 0,-3 6 0 15,3-3 0-15,-3 0 0 0,0 3 8 16,3-5-8-16,-3 2 0 0,0-3 0 0,3 1 0 0,-3-3 0 15,3 2 0 1,-3-4 0-16,3 1 0 0,-3 1 0 0,0 0 0 16,3 0 0-16,-3 3 0 0,0-6 0 0,0 5 0 0,3 4 0 15,-3-1 0-15,0 3 0 0,3-1 0 0,0 4 8 16,-3-3-8-16,3 2 0 0,-3-2 0 0,3-3 0 0,0 0 0 0,0 3 0 16,0-8 0-16,0 5 0 0,0-8 0 0,-3 6 0 15,3-1 0-15,-3-2 0 0,0 3 8 0,2 2-8 16,-2-3 0-16,0 9 8 0,3-3-8 0,-3 2 8 15,0 1-8-15,3-1 10 0,-3 1-10 0,0 2 10 16,3-8-10-16,-3 0 0 0,0-2 9 0,3-1-9 16,0 1 0-16,-3-4 8 0,3 4-8 0,-3-1 0 15,3-2 8-15,-3 6-8 0,3-4 8 0,-3 3-8 16,3 6 9-16,-3-1-9 0,0 1 12 0,3 2-12 16,-3 0 13-16,0-3-4 0,0 3-1 0,0-7 0 15,0 1 0-15,0-1-8 0,0-1 12 0,0-3-4 16,0 3-8-16,0-2 12 0,0 2-12 0,0 3 12 15,3 2-12-15,-3 3 8 0,0 6-8 0,0-6 8 16,3 0-8-16,-3 3 0 0,0-3 0 0,0 0 8 16,0-5-8-16,0 0 0 0,0-1 0 0,0 4 0 15,0-3 8-15,0 5-8 0,0 0 0 0,0 3 8 16,0 2-8-16,-3 0 10 0,3 6-10 0,0-3 10 16,0-5-10-16,0-3 0 0,0-2 9 0,0-1-9 15,0 0 0-15,0 1 9 0,0-1-9 0,0 3 0 0,0 3 8 16,-3 5-8-16,3 0 0 0,0 0 0 15,0-2 8-15,-3-3-8 0,3-3 0 0,0 0 0 16,0-5 8-16,-3 2-8 0,3-2 0 0,-3 5 0 0,3 0 8 0,-3 5-8 0,0 1 0 0,3 2 0 16,-3-3 0-16,0-2 0 0,3 2 8 0,-3-2-8 15,0-5 0-15,0-1 0 0,1-5 0 0,-1 6 0 16,0-1 0-16,0 1 0 0,-3 2 0 0,3 2 0 16,0 4 0-16,0-1 0 0,0 1 0 0,0 2 0 15,0-8 8-15,0 0-8 0,0-3 0 0,0 1 0 16,0-3 0-16,0-1 0 0,0 1 0 15,0 5 0-15,3 1 0 0,-3 4 0 16,0 0 0-16,0 3 0 0,3-5 8 0,-3 3-8 0,3-6 0 0,-3 0 0 16,3-3 0-16,0-2 0 0,-3 0 0 0,3 0 0 15,-3 2 8-15,0 3-8 0,0 0 0 0,0 0 0 16,3 3 8-16,-3 3-8 0,0-1 0 0,3 0 0 16,-3-5 0-16,3-2 0 0,0-3 0 0,-3 0 0 15,3-1 8-15,0-1-8 0,-3 1 0 0,3 1 0 16,-3 0 0-16,0 5 0 0,3-2 8 0,-3 4-8 15,3-2 0-15,-3 3 0 0,0-3 0 0,3 0 0 16,-3-2 8-16,3-6-8 0,-3 0 0 0,3 0 0 16,-3 0 0-16,1-2 0 0,2 0 8 0,-3-1-8 15,0 3 0-15,3 0 0 0,-3 3 0 0,0 3 0 16,3-4 8-16,-3 4-8 0,0-1 0 0,0 4 0 0,3-7 0 16,-3-2 0-16,0 1 0 0,3-1 0 0,-3-3 8 0,0 1-8 15,3-3 0-15,-3 2 0 0,0 1 0 0,0-3 0 0,0 0 8 16,0 2-8-16,0-2 0 0,0 5 0 0,0-2 8 0,0 2-8 31,3 0 0-31,-3 0 0 0,3 0 0 0,-3 3 0 16,0-3 8-16,0-2-8 0,3 2 0 0,-3-3 0 15,0 1 0-15,0-3 0 0,3 0 0 0,-3-3 0 0,0 0 0 16,0 0 0-16,-3-2 0 0,3 0 0 0,3 2 0 0,-3-5 0 0,0 2 0 0,0 1 0 16,0 0 8-16,0-4-8 0,3 4 0 0,-6 0 0 15,3-3 8-15,-2 2-8 0,2 1 0 0,-3-3 0 16,0 2 8-16,0 1-8 0,3-1 0 0,-3 1 0 15,0 0 9-15,0-3-9 0,0 2 0 0,0-2 9 16,-3 3-9-16,0-3 0 0,3 0 0 0,-6-1 8 16,3-1-8-16,0 2 0 0,0 0 0 0,0-3 8 15,-2 3-8-15,2-3 0 0,0-2 0 0,-3 2 8 16,0 0-8-16,0 1 0 0,3-4-10 0,-3 1 10 16,0 2 0-16,3-2 0 0,-3 0 0 0,1-1 0 15,2 1 0-15,0-1 0 0,-3 1 0 0,3-3 0 16,0 3 0-16,0-1 18 0,0 1-2 0,0 0-1 15,-3-1-15-15,3-2 0 0,-3 3 8 0,0 0-8 16,1-1-11-16,-1-2-5 0,0 3 0 0,-3 0-1 16,0-3 32-16,0 2 6 0,0-2 2 0,0 3 0 15,0-3-23-15,1 0 8 0,-1 3-8 0,0-3 0 16,0 2 9-16,0-2-9 0,0 0 12 0,0 0-12 16,3 0 0-16,0 0 0 0,1 0 0 0,-1 0 0 15,0 0 0-15,3 0 0 0,-3 0 0 0,3 0 0 16,0 0 33-16,0 0 0 0,3 0 0 0,0 3 0 15,0-3-52-15,0 0-10 0,0 0-3 0,0 0 0 16,-3 0 32-16,3 0 0 0,1 0 0 0,-1 0 0 0,-3 0 0 16,3 0 0-16,0 0 0 0,0 2 0 0,-3-2 0 0,3 0 0 0,-3 0 0 0,3 0 0 15,-3 0 0-15,3 0 0 0,-3 0 0 16,0 3 0-16,3-3 0 0,-3 0 0 0,3 0 0 16,-2 3 0-16,2-3 0 0,-3 0 0 0,0 0 0 15,0 2 0-15,3-2 0 0,-3 0 0 0,3 3 0 16,-3-3 0-16,0 0 22 0,3 0 7 0,-3 0 2 15,0 3 0-15,0-3-31 0,0 2 0 0,0-2 0 16,1 0 0-16,-1 3 0 16,0-3 0-16,0 0 0 0,0 0 0 0,0 3 0 0,3-3 0 0,-3 2 0 0,3-2 0 15,0 0 0-15,6 0 0 0,-6 3 0 0,6-3 0 16,-6 0 0-16,0 3 0 0,6-3 0 0,-6 2 0 16,6-2 0-16,0 0 0 0,-6 0 0 0,6 0 0 15,0 0 0-15,0 0 0 0,0 0 0 0,-9 6 0 16,9-6 0-16,0 0 0 0,0 0 0 0,-6 2 0 15,6-2 0-15,0 0 0 0,0 0 0 0,-5 3 0 16,5-3 0-16,0 0 0 0,0 0 0 0,0 0 0 16,0 0 0-16,0 0 0 0,0 0 0 0,0 0 0 15,0 0 0-15,0 0 0 0,0 0 0 0,0 0 0 16,0 0-45-16,0 0-15 0,0 0-4 0,0 0 0 16,0 0-51-16,0 0-10 0,0 0-3 0</inkml:trace>
  <inkml:trace contextRef="#ctx0" brushRef="#br1" timeOffset="84242.781">12701 1979 1774 0,'0'-5'75'0,"0"5"-60"31,3-8 104-31,-3 3 21 0,0 5 4 0,-3-3 0 16,-3-2-53-16,0 2-11 0,0 3-3 0,-3 0 0 0,0-5-24 0,-3 5-5 16,0 0 0-16,-3 5-1 0,0-5-38 0,0 8-9 0,1-5 0 0,-1 5 0 15,3 2 0-15,-3-2 0 0,3 0 0 0,-3 0 0 16,6 0 0-16,-3 0 0 0,0 0 0 0,3 5 0 16,3-8 0-16,1 6 0 0,2 2 0 0,0-5 0 15,3 5 0-15,3-2 12 0,2 2-12 0,1 0 12 16,0 3-12-16,3-3 0 0,-3-2-12 15,6 2 12-15,-3 1 0 0,3-4 0 0,3 3 0 16,0 1 0-16,-3-4 0 16,3 3 0-16,-1-5 0 0,1 6 0 0,-3-7 0 0,0 1 0 0,0 0 0 15,0 0 0-15,-6 0 0 0,0 0 0 0,-3-3 0 0,0 3 0 16,-6-2 0-16,0 2 0 0,-3 0 8 0,0-3-8 16,-3 3 0-16,0-6 0 0,-3 4-9 0,3 2 9 15,-3-6 0-15,0 4 0 0,1-1 0 0,-1-2 0 16,0 2 0-16,3-2 0 0,-3 2 0 0,3-5 0 15,3 0 0-15,-3 0 0 0,9 0 0 0,-6 0 0 16,6 0-102-16,0 0-14 0,-3-5-2 0</inkml:trace>
  <inkml:trace contextRef="#ctx0" brushRef="#br1" timeOffset="84490.276">12900 2101 2006 0,'0'0'42'0,"0"0"9"0,0 0-41 16,3-3-10-16,0-2 0 0,0 2 0 0,0-2 109 0,0 2 20 0,0 3 4 0,3-5 1 15,0 0-53-15,0 2-10 0,0-2-3 0,3 2 0 16,-3-2-20-16,6 2-5 0,-1-2-1 0,1 0 0 16,0 2-21-16,0 3-4 0,0-5-1 0,3 5 0 15,-3-3-16-15,0 3 8 0,3 0-8 16,-3 0 0-16,-1 0 0 0,-2 0 0 0,3 0 0 0,-3 0 0 31,0 0-81-31,-3 0-20 0,0 3-4 0,0-3-1 0,0 5-105 16,0-5-21-16</inkml:trace>
  <inkml:trace contextRef="#ctx0" brushRef="#br1" timeOffset="84729.311">12939 2233 2048 0,'0'0'43'0,"0"0"9"0,0 0-42 0,0 0-10 0,0 0 0 0,0 0 0 16,0 0 86-16,0 0 15 0,0 0 3 0,0 0 1 15,0 0-31-15,0 0-6 0,3 6-2 0,3-4 0 16,0-2-22-16,0 5-4 0,0-5 0 0,2-5-1 16,1 5-17-16,0-2-3 0,3 2-1 0,0-6 0 15,3 4-18-15,0-4 8 0,0 4-8 0,6-9 0 16,-4 8 0-16,1-5 0 0,3 1 0 0,3-7 0 15,-3 6-180-15,3 0-31 0,-4 0-5 0</inkml:trace>
  <inkml:trace contextRef="#ctx0" brushRef="#br1" timeOffset="85121.482">13448 1974 1789 0,'0'0'37'0,"0"0"9"0,0 0-37 0,-3 0-9 0,3 0 0 0,0 0 0 16,-6-5 125-16,6 5 23 0,0 0 5 0,-6 5 1 15,0-5-54-15,0 0-10 0,6 0-2 0,-6 5-1 16,0 3-31-16,0-5-7 0,0 2-1 0,-3 3 0 16,6 0-27-16,-3 0-5 0,3 0-2 0,0 5 0 15,0-5-14-15,0 5 0 0,3-5 8 0,-3 5-8 16,3-2 0-16,3 2 0 0,-3 0 0 0,3-2 0 16,0 2 0-16,0 0 0 0,0-5 0 0,3 3 0 15,0-3 0-15,3 3-10 0,-3-4 10 0,3 1-8 16,0-5 8-16,0 2-13 0,0-5 5 0,3 6 8 15,-3-6-8-15,3 0 8 0,-1 0 0 0,1-6 0 16,0 6 0-16,0-8 0 0,0 8 0 0,0-8 0 16,0 3 0-16,-3-3 0 0,3 3 12 0,-3-3-4 15,0 0 15-15,0-3 2 0,-4 4 1 0,1-4 0 16,0 3 7-16,0-3 2 0,0 1 0 0,-3-1 0 16,0-2-7-16,0 5-2 0,-3-5 0 0,0 2 0 15,0-2-12-15,0 5-2 0,-3 0-1 0,0 0 0 16,0-5-11-16,-3 5 0 0,-3 0 9 0,0 0-9 15,1 3 0-15,-4 0 0 0,0 2 0 0,0-5 8 16,-3 8-18-16,0-5-3 0,0 2-1 0,-3 3 0 16,3 0-102-16,-2 0-20 0,2 3-4 0</inkml:trace>
  <inkml:trace contextRef="#ctx0" brushRef="#br1" timeOffset="90640.078">16984 4850 2066 0,'0'0'43'0,"0"0"10"0,0 0-42 0,0 0-11 0,0 0 0 0,0 0 0 15,0 0 93-15,0 0 17 0,0 0 3 0,0 0 1 16,0 0-29-16,0 0-5 0,-3 8-2 0,0 0 0 16,0 3-62-16,0-1-16 0,3 3 0 0,-3 1 0 15,0 1 0-15,0 1 0 0,0 3 0 0,-3-1 0 16,3 4 24-16,0-1 3 0,0 0 0 0,0-3 0 15,0 4-43-15,-3-4-9 0,3 1-2 16,-3-3 0-16,3-1 27 0,-2-1 0 0,2-1 0 0,-3-3 0 16,3 1 20-16,-3-3 8 0,3-3 3 0,0 1 0 15,3-6 1-15,0 0 1 0,0 0 0 0,0 0 0 16,0 0-41-16,0-8-9 0,0 0-2 0,0-3 0 16,3-2 31-16,0-3 5 0,3-3 2 0,-3 1 0 15,3-3-27-15,2-3-6 0,-2 0-1 0,3 0 0 16,0-2 24-16,0 2 5 0,0-2 1 0,3 2 0 15,-3 0-15-15,6 0 0 0,0 0 0 0,0 1 0 16,-1-1 0-16,1 0 0 0,3 3 0 0,-3-3 0 16,3 3 0-16,-3 2 0 0,0 1 8 0,0 2-8 0,-3 3 14 15,-1 2 0-15,-2 3 0 0,0 3 0 0,-3 2 8 0,0 0 2 0,0 3 0 0,0 6 0 16,-3-1-1-16,0 3 0 0,3 5 0 0,-3-2 0 16,0 5-7-16,-3 2-2 0,3 1 0 0,0-1 0 15,-3 3-14-15,0-2 8 0,3 2-8 0,-3 0 0 16,0 0 8-16,0 1-8 0,0-1 0 15,0 5 0-15,0 1 0 16,0-1-18-16,0 3 2 0,0 0 1 16,-3 1-31-16,0-4-6 0,3 0-2 0,-3 1 0 15,0-6-119-15,-3 0-24 0,3-2-5 0</inkml:trace>
  <inkml:trace contextRef="#ctx0" brushRef="#br1" timeOffset="91101.894">17002 5123 1997 0,'-27'-14'41'0,"18"9"11"0,0 2-41 0,3-2-11 0,3 0 0 0,-3 2 0 16,3-2 116-16,3 5 20 0,0-3 5 0,0-5 1 16,3 6-70-16,0-4-15 0,3 1-2 0,3 0-1 15,0 2-11-15,3-5-3 0,3 0 0 0,0 3 0 16,0 0-14-16,5-3-3 0,1 5-1 0,0-7 0 15,0 4-13-15,0 4-9 0,0-1 12 0,-1 0-12 16,-2 3 8-16,-3 0-8 0,0 3 0 0,0 2 0 16,-6 1 11-16,0-1-2 0,0 3 0 0,-6 0 0 15,0 2-9-15,0 6 0 0,-3-5 0 0,0 7 0 16,-3-7 0-16,0 5 0 0,0 0 0 0,0 0 8 16,0-1-8-16,0 1 0 0,3-2 0 0,0-1 0 0,0 0-9 0,3 0-4 15,0-2-1-15,3 2 0 0,0-2-7 0,3-6-2 0,0 3 0 0,0-3 0 16,2 0 11-16,-2-2 3 0,3-3 0 15,0 0 0-15,-3 0 9 0,3-3 0 0,0-2 0 0,0 0 8 16,0 0 16-16,0-1 3 0,0-2 1 16,-1 0 0-16,-2 0-12 15,3 0-3-15,-3 1 0 0,-3-4 0 0,0 0 35 0,0 3 6 0,-3-7 2 0,0 1 0 16,-3 1-39-16,0-3-7 0,0 3-2 0,-3-3 0 16,0 0 22-16,-3 3 4 0,0 0 1 0,0 2 0 15,-3-5-22-15,0 6-4 0,0 2-1 0,0 0 0 16,-2 3-8-16,2 2-12 0,-3 0 2 0,0 3 1 15,0 3-73 1,0 0-14-16,0 2-4 0</inkml:trace>
  <inkml:trace contextRef="#ctx0" brushRef="#br1" timeOffset="92236.839">16514 11918 1925 0,'0'0'40'0,"0"0"10"0,0 0-40 0,-3-6-10 0,3 6 0 0,0 0 0 15,-3-2 122-15,3 2 22 0,0 0 5 0,0 0 1 16,0 0-57-16,0 0-11 0,0 0-2 0,0 0-1 16,0 0-12-16,0 0-3 0,0 0 0 0,-3 2 0 15,0 4-42-15,0 4-9 0,0-2-1 0,0 3-1 16,0 2-11-16,0 3 0 0,3 2 0 0,-3 1 0 16,0-1 0-16,3-2 0 0,-3 3 8 0,0-1-8 15,0 1 0-15,0-1 0 0,0-2 0 0,0 0 0 16,0 0-19-16,-3-3 4 0,3 3 1 0,-3-3 0 15,3-2 4-15,0-1 1 0,0 1 0 0,0-3 0 16,0-3 9-16,3-5-8 0,0 0 8 0,0 0-8 16,0 0 8-16,0 0-12 0,0 0 12 0,0 0-12 15,6-5 4-15,-3-3 0 0,3-3 0 0,3-2 0 0,0 0 8 16,0-6 0-16,0 1 0 0,0-3-8 0,3-3 8 0,-3 0 0 16,3-2 10-16,-3-6-10 0,2 3 12 0,-2-6-3 0,3 1-1 15,0 0 0-15,3 2 3 0,-3 3 0 0,0 0 0 0,3 2 0 16,-3 3-2-16,3 3 0 0,-4 3 0 0,4-3 0 15,0 5-9 1,-3 0 0-16,-3 3 0 0,0-1 0 0,0 6 0 16,0 0 0-16,0 3 0 0,-3 3 0 0,0 2 0 0,0 0 0 0,0 2 0 15,0 3 0-15,-3 3 0 0,2 0 0 0,-2 3 0 0,0 2 0 16,0-2 53-16,3 2 9 0,-3 0 2 16,0 0 0-16,0 3-52 0,0-2-12 0,0 1 0 0,-3 4 0 15,3-1 0-15,0 1 0 0,-3-1 0 0,3 4 0 16,-3-1-48-16,0 0-13 15,3 0-3-15,-3 3 0 0,0-3 27 0,-3 0 5 16,3-2 0-16,-3 2 1 0,3-5-89 0,-3-3-17 16,0 0-4-16</inkml:trace>
  <inkml:trace contextRef="#ctx0" brushRef="#br1" timeOffset="92495.507">16588 11947 2032 0,'-6'-6'42'0,"3"4"10"0,-3-4-41 15,6 6-11-15,0 0 0 0,0 0 0 0,0 0 92 0,0 0 16 0,0 0 3 0,0 0 1 16,0 0-35-16,0 0-6 0,6-2-2 0,0 2 0 16,0 0-39-16,0 0-8 0,3 0-2 0,0 0 0 15,3 0 36-15,0 2 6 0,0-2 2 0,5 0 0 16,1-2-52-1,0 2-12-15,0-3 0 0,3 3 0 16,0-5-48-16,3 2-13 0,-1 1-3 0,1-1 0 16,-3-2-51-16,3-1-10 0,0 1-3 0</inkml:trace>
  <inkml:trace contextRef="#ctx0" brushRef="#br1" timeOffset="92758.966">17112 11796 1580 0,'0'0'67'0,"0"0"-54"15,0 0 143-15,0 0 29 0,-6 0 6 0,6 0 1 16,0 0-52-16,0 0-9 0,0 0-3 0,-6 3 0 16,6-3-58-16,-3 7-12 0,0 1-2 0,0-2-1 15,3 2 14-15,0 2 3 0,0-2 1 0,0 3 0 16,0 2-58-16,0 0-15 0,3 3 0 0,-3 0 0 16,0 2 0-16,0 1 0 0,3-1 0 0,-3 4 0 15,0-4 41-15,3 1 6 0,-3-1 1 0,0-2 0 16,0 0-33-16,0-3-7 0,0 0 0 0,0 1-8 15,3-4 12-15,-3 1-4 0,0-1 0 0,3-2-8 16,-3 0 0-16,0 0-19 0,3 0 3 0,0-3 0 16,-3 1-96-16,3-1-20 0,0 0-3 15</inkml:trace>
  <inkml:trace contextRef="#ctx0" brushRef="#br1" timeOffset="100196.182">12686 3009 1804 0,'0'0'37'0,"-3"-3"10"0,0-2-38 0,0-1-9 0,0 1 0 0,0 2 0 16,-3 1 99-16,3 2 17 0,-3-6 4 0,-3 4 1 15,3 2-53-15,-3 0-12 0,0 0-1 0,0 0-1 16,-3 0-14-16,3 0-4 0,-2 2 0 0,-1 4 0 15,0-4-12-15,0 4-4 0,0-1 0 0,0 3 0 16,0 0-8-16,0 0-3 0,0 0 0 0,3 5 0 16,0-5-9-16,1 0 0 0,2 0 0 0,0 5 0 15,3-5 0-15,3 0 0 0,0 0 0 0,0 0 0 16,6 0-12-16,0 0 12 0,2 0-12 0,1 2 12 16,3-2-10-16,0 0 10 0,0-5 0 0,0 7-9 15,0-7 9-15,0 5 0 0,0-3 0 0,0 0 0 0,0 1 0 16,-1 4 0-16,-2-7 0 0,0 5 0 0,0-3 0 15,-3 0 0-15,-3 1 0 0,0-4 0 16,-3-2 0-16,0 8 9 0,-3 0-9 0,0-5 10 16,-3 2-10-16,-3 0 12 0,0 3-12 0,-3 0 12 0,1-5-12 15,-1 2 0-15,0 3 9 0,-3-5-9 0,0 2 0 0,-3 0 0 16,3-2 0-16,-3 2 8 0,4-2-8 0,-1 2 0 0,0-5 0 16,0 3 0-16,3-3-20 0,0 0-3 15,3 0 0-15,3-3 0 16,0 3-156-16,6-8-31 0</inkml:trace>
  <inkml:trace contextRef="#ctx0" brushRef="#br1" timeOffset="100473.485">12864 3175 2269 0,'3'-5'64'0,"0"2"15"16,3 3-63-16,0-2-16 0,0-1 0 0,0 3 0 16,3-5 80-16,-3 2 12 0,3 3 4 0,0-8 0 15,0 8-41-15,0-5-8 0,0 2-2 0,3 1 0 16,-1-1-23-16,-2 0-5 0,3 1-1 0,0 2 0 16,-3-3-16-16,3 3 0 0,0 0 0 0,-3 0 0 15,0 0 0-15,0-5 0 0,0 5 0 0,0 0 0 16,-3 0-14-16,-3 0-10 0,2 5-1 0,-5-5-1 15,0 0-138-15,0 3-28 0,0 2-6 0</inkml:trace>
  <inkml:trace contextRef="#ctx0" brushRef="#br1" timeOffset="100709.105">12829 3347 1326 0,'6'-2'56'0,"0"-1"-45"15,-1 3 136-15,1-3 27 0,3 1 6 0,0-1 0 16,0 0-50-16,-3 3-10 0,3-5-3 0,0 2 0 16,0 3-38-16,0-5-8 0,0 0-2 0,0 2 0 15,0 0-23-15,0-2-5 0,0 5-1 0,-1-8 0 16,4 8-16-16,-3-8-3 0,3 8-1 0,0-5 0 16,0 0-20-16,3 2 9 0,-3 0-9 0,0 1 0 15,3-1 0-15,-3 3 0 0,2 0 0 0,-2-5-9 31,3 2-115-31,-3 3-22 0,3-5-5 0</inkml:trace>
  <inkml:trace contextRef="#ctx0" brushRef="#br1" timeOffset="101034.609">13361 3088 1580 0,'0'0'67'16,"0"-8"-54"-1,0 8 143-15,-3-5 29 0,0 2 6 0,3-5 1 0,0 8-64 0,0-5-12 0,0 5-2 0,0 0-1 16,0-6-42-16,0 6-9 0,0 0-2 0,0 0 0 16,0 0-12-16,0 0-2 0,0 0-1 0,0 0 0 15,0 0-10-15,0 0-3 0,0 0 0 0,0 0 0 16,0 0-14-16,0 0-3 0,0 0-1 0,0 8 0 16,0 3-6-16,3-3-8 0,-3 0 11 0,0 2-11 15,3 1 10-15,-3 0-10 0,0-1 8 0,0 6-8 31,0-5 0-31,0-1 8 0,0 6-8 0,0-5 0 0,0-1 0 0,0 6 0 0,0-8 8 16,0 3-8-16,0-1-15 0,-3 1-5 0,3-1 0 0,0 6-1 16,0-8 21-16,0 3 0 0,0-1 0 0,0 1 0 15,0 0 0-15,0-1 0 0,0 3 0 16,0-5 0-16,0 0-160 0,3 0-25 16,-3 0-5-16</inkml:trace>
  <inkml:trace contextRef="#ctx0" brushRef="#br2" timeOffset="113246.575">11516 6073 2066 0,'0'0'43'0,"0"0"10"16,0 0-42-16,0 0-11 0,0 0 0 0,0 0 0 16,-6 2 104-16,0 4 20 0,3-1 3 0,0 3 1 15,0 0-103-15,0 2-25 0,0 3 0 0,-3 3 0 16,3 3 56-16,3 2 7 0,-3 0 1 0,0 6 0 15,3-1-52-15,0 1-12 0,0-1 0 0,0 1 0 16,0-4 0-16,0 1 0 0,0-3 0 0,0 0 0 16,0-2 0-16,0-3 0 0,0 0 0 0,0-3 0 15,-3 0 0-15,3-2 0 0,-3-1 0 0,0 1 0 16,0-6 0-16,-3 3 0 0,6-8-9 0,0 0 9 16,-3 0 0-16,3 0 0 0,-6-5 0 0,1 0 10 0,2-3 22 0,0-3 5 15,0-2 1-15,3-3 0 0,0-3-10 0,0-2-1 16,3-3-1-16,3-5 0 0,-1-2-26 0,4-6 0 15,0-3 0-15,3 0 0 0,3 1 0 0,3 4 0 0,0 1 0 16,0-6 0-16,3 3 0 0,-1 0 8 16,4-3-8-16,-3 1 0 0,0 7 8 15,0 0-8-15,0 3 8 0,-1 2-8 0,-2 6 0 0,3 5 0 0,-3 1-9 0,-3 4 9 16,0 3 0-16,0 3 0 0,-4 2 0 0,-2 3 0 16,-3 3 0-16,0 5 0 0,-3 0 0 0,0 2 0 15,-3 6 21-15,-3 3 11 0,0 2 3 0,-3 3 0 16,-3-1-5-16,3 1-1 0,-5 3 0 0,2-4 0 15,-3 1-48-15,0 0-9 0,0-5-3 16,0 2 0-16,3-3 19 0,0-2 12 0,0-3-13 0,0 3 5 16,3-2 8-16,-3-4-12 0,3 1 12 0,3-1-12 15,-2-2-6-15,5-2-2 0,0-6 0 0,0 7 0 16,0-7 20-16,0 0 0 0,5 3-8 0,1 0 8 16,0-6-8-16,0 3 8 0,3-5-12 0,0 2 12 15,0-2 0-15,3 0 0 0,3-1 0 0,-3 1 0 16,3 0 0-16,0-1 0 0,-1 4 0 0,1-1 0 15,-3 0 0-15,0 3 11 0,0 0-11 0,0 0 10 16,-3 3-10-16,0 2 0 0,-3 1 0 0,0 2 0 0,-3 2 16 16,-3 3 0-16,0 1 1 0,-3 2 0 0,0-1-27 15,-6 7-6-15,-3 1 0 0,0 1-1 0,-3 0 37 0,0 0 8 16,-6-3 2-16,4 3 0 0,-4-3-22 0,0 0-8 16,-3-2 0-16,3 2 9 0,-3-5-9 0,1 2 0 0,-1-4 9 15,0-1-9-15,0 3 0 0,0-3 8 0,1 0-8 16,2 0 0-16,3-2 0 0,3-1 0 0,0-2 0 15,3 0 0-15,3-5-26 16,3-3-10-16,6 0-1 0,0 0-1 16,6-8-183-16,3-3-37 0,3 1-7 0</inkml:trace>
  <inkml:trace contextRef="#ctx0" brushRef="#br2" timeOffset="113611.872">12046 6215 1846 0,'0'0'78'0,"0"0"-62"15,0 0 141-15,0 0 29 0,0 0 6 0,-6 6 0 16,3 4-95-16,-3-2-19 0,3 5-4 0,-3 1-1 16,0-1-38-16,0 3-8 0,0 0-2 0,0 2 0 15,0-2-13-15,0 0-4 0,0 0 0 0,0 0 0 16,3 0-8-16,3-1 0 0,-3-1 0 0,6-1 8 16,0 0-8-16,0 0 0 0,3-2 0 0,0 0 0 15,0-3 0-15,3-1 0 0,3 1 0 0,0 0 0 16,0-5 0-16,0 2 0 0,0-2 0 0,3-3 0 15,-1 0 0-15,-2-3 0 0,3-2 10 0,0 0-10 16,0-1 27-16,0-2-2 0,0 1 0 0,3-4 0 16,-4 3 6-16,1-5 1 0,0 2 0 0,0-2 0 15,-3 0-13-15,0-1-3 0,0-1 0 0,-3-1 0 16,-3 0 19-16,-3-5 3 0,0 0 1 0,-3-1 0 0,-3 1-12 16,0 0-3-16,-3 0 0 0,-3 2 0 15,-3 3-16-15,0 3-8 0,-3 0 0 0,0 2 8 0,-3 3-8 0,1 3 0 16,-1 3 0-16,0-1 0 15,-3 6-24-15,3-1-6 0,-6 3-2 0,0 3 0 16,1 6-124-16,-7-1-26 0,0 5-5 0</inkml:trace>
  <inkml:trace contextRef="#ctx0" brushRef="#br2" timeOffset="114800.169">11162 12989 1690 0,'0'0'35'0,"0"0"9"16,0 0-36-16,0 0-8 0,0 0 0 0,0 0 0 15,0 0 81-15,0 0 15 0,0 0 2 0,0 0 1 16,0 0-5-16,0 5-1 0,3 1 0 0,-3 2 0 15,3 2-41-15,0 1-8 0,-3 2-1 0,3 3-1 16,-3 5-18-16,0 3-4 0,3 0-1 0,-3 5 0 16,0 0-11-16,0 0-8 0,0 0 12 0,0 3-12 15,0-3 8-15,-3-5-8 0,3 2 0 0,0-2 0 16,-3-3 0-16,3 1 0 0,0-1 0 0,-3-3 0 16,0 1 0-16,3-3 0 0,-3-3 0 0,3 0-12 15,-3-2 38-15,3-3 8 0,0-3 2 0,0-5 0 16,0 0-58-16,0 0-11 0,-3-5-3 0,3-3 0 0,0-3 25 0,0-5 11 15,0 0-10-15,3-2 10 0,0-3-8 0,0-1 8 0,3-4 0 16,0 0-9-16,0-4 9 0,0-4 0 0,2-3 0 16,1 0 0-16,0 3 36 0,0-1 5 0,3-2 2 15,-3 3 0-15,3 2-35 0,0 3-8 0,3 0 0 16,-3 0 0-16,3 5 32 0,-4 0 4 0,4 3 0 16,0 2 1-16,0 3-21 0,0 1-5 0,3 1-1 0,-3 4 0 15,-3 4 6-15,3 4 0 0,-4 2 1 0,-2 2 0 16,0 4-17-16,0 2-9 0,-3 2 1 0,0 3 0 15,0 1 8-15,-6-1 16 0,3 3-4 0,-6 0-1 16,0 0-11-16,0-1 0 0,-6 1 0 0,3 5 0 16,-3-5 0-16,-3 3 0 0,0-1 0 0,1 4 0 15,-1-1-59 1,0-3-4-16,3 3-1 0,-3 1 0 0,0-4 64 0,0-2 18 0,3-3 1 0,0 0 0 16,3-2-31-16,0-3-5 0,0-3-2 0,6-5 0 15,0 0 19-15,0 0 0 0,0 0 0 0,0 0 0 16,0 0 0-16,3-5 0 0,3 0 0 0,0-3 0 15,0-3 0-15,6 1 0 0,-3-1 0 0,6-2 0 16,0 2 0-16,0 1 0 0,0 2 0 0,2-3 0 16,-2 6 48-16,3-3 12 0,0 5 4 0,0-2 0 0,-3 5-64 15,0 0-20-15,0 0 0 0,-1 3 0 0,-2 5 20 16,-3-1 0-16,3 1 0 0,-6 3 9 0,0 5 1 0,-3 0 0 16,0 2 0-16,-3 1 0 0,-3 2-1 0,-3-3 0 15,0 4 0-15,-3 1 0 0,-3-1-9 0,-3-4 0 0,1 3 0 16,-4 0 0-16,0-2-9 0,-3 2 9 0,0-2 0 0,-3-1 0 15,4 3 0-15,-1-2 0 16,-3 2 0-16,3-2 0 0,0-1 0 0,0 1 0 16,4-4 0-16,-1-1 0 0,0-1 0 15,-3-2 0-15,3-4 0 0,0 1 0 0,3-2 0 16,0-6 0-16,4 2 0 0,-1-4 0 0,3-6-13 0,0 0 1 0,6-3 0 16,0-2 0-1,3-3-36-15,3-2-6 0,3 2-2 0</inkml:trace>
  <inkml:trace contextRef="#ctx0" brushRef="#br2" timeOffset="115183.124">11861 13291 2747 0,'0'0'78'0,"0"0"17"16,-3-3-76-16,0-2-19 0,0 2 0 0,3 3 0 0,-3-5 55 0,-3 2 7 0,3-2 2 16,3 5 0-1,-3-3 0-15,3 3 0 0,0 0 0 0,-6-2 0 16,6 2 0-16,0 0 0 0,0 0 0 0,0 0 0 0,0 0-52 16,0 0-12-16,0 0 0 0,0 0 0 15,0 5 0-15,-3 3 0 0,3 0 0 0,3 5 0 16,-3-5 0-16,3 5 0 0,-3-2 0 0,3 2 0 0,0 0 0 0,-3 3 0 15,3 0 0-15,-3 3 0 0,3-1 12 0,-3 3-1 16,0 0 0-16,3 3 0 0,-3 3-11 0,0-1 0 16,0 3 0-16,0 3 0 0,3-5 0 0,-3-1 0 0,0-2 0 15,3 0 0-15,-3-3-9 0,0-5-4 0,3 2-1 0,-3-2 0 32,3-5-21-32,-3 2-4 0,0-3-1 0,3-2 0 15,-3 0-115-15,3-2-23 0,0-1-5 0</inkml:trace>
  <inkml:trace contextRef="#ctx0" brushRef="#br2" timeOffset="118933.354">16540 5871 2269 0,'0'0'64'0,"0"0"15"0,0 0-63 0,0 0-16 0,0 0 0 0,0 0 0 15,3 8 59-15,-3 3 9 0,-3-3 1 0,3 3 1 16,0 2-33-16,-3 0-6 0,0 0-2 0,3 3 0 16,-2 0-11-16,-1 2-2 0,0-2-1 0,0 0 0 15,0 0-15-15,0 0 11 0,0 0-11 0,0 0 10 16,0 0-1-16,3-3 0 0,-3 0 0 0,0-2 0 15,3 2-9-15,0-3 0 0,-3 1 0 16,3 0 0-16,0-3 0 0,-3-3 0 0,3-5 0 16,0 0 0-16,0 0 0 0,0 0 0 0,0 0 0 0,0 0 0 15,0-5 0-15,0-3 0 0,0 0 0 0,3-6 0 16,0 1 53-16,0 0 9 0,3-3 2 0,0 0 0 16,0-2-52-16,0-3-12 0,2-1 0 0,-2 1 0 15,3-3 0-15,0 1 0 0,0-4 0 0,-3 1 0 16,3-1 0-16,3-2 0 0,-3 3 0 0,3-1 0 15,0 1 0-15,3 5 0 0,-3 2 0 0,2 1 0 16,-2 4 9-16,3 6-1 0,-3-5 0 0,-3 3 0 16,3 4 7-16,-3 1 1 0,0 2 0 0,0 1 0 15,0-1-4-15,-3 0 0 0,3 3 0 0,-3 3 0 16,-1-3-12-16,1 3 11 0,0-3-11 0,-6 0 10 16,6 5-10-16,-3-2 0 0,3-1 9 0,-3 4-9 15,3-4 0-15,-6-2 0 0,3 5 0 0,3 3 0 16,-3 0 0-16,-3-8 0 0,3 3 0 0,-3-3 0 15,3 5 0-15,-3-5 0 0,3 6 0 0,-3-6 0 0,0 0 0 16,3 5 0-16,-3-5 0 0,0 0 0 16,0 0 0-16,3 5 0 0,-3-5 0 0,0 0 0 0,0 0 0 0,3 5 0 0,-3-5 0 0,0 0 0 15,3 6 0-15,-3-6 0 16,3 5 0-16,-3-5 0 0,3 5 0 0,3 1 0 16,-6-6 0-16,3 5 0 0,0 0 0 0,3 1 0 15,-3-1 0-15,-3 0-8 0,3 0 8 0,-3 3 0 16,0 0 0-16,-3 0 0 0,3 3 0 15,-3-3 0-15,-3 2 0 0,0 4-8 0,-3-4-8 0,-3 3 0 0,0 1-1 0,-3-1 0 16,0 0-1-16,-3-2 0 16,-2-1 0-16,-1 1 0 0,3-3 5 0,0 0 1 0,0 0 0 0,3 0 0 15,0-3 12-15,1 0 0 0,2 0 0 0,3 1 0 16,0-4 0-16,3 1 0 0,6-3 0 0,0 0 0 16,0 0-8-16,0 0 8 0,0 0 0 0,0 0-9 15,6 3 9-15,0-3-8 0,3-3 8 0,0 3-8 16,3 0 8-16,-1-3 0 0,4 1 0 0,-3-1-8 15,3 3 8-15,0-3 0 0,0 3 0 0,3-2 0 16,-3 2 13-16,2 0 5 16,-2 0 1-16,0 0 0 0,0 2-19 0,-3-2 0 0,3 3 0 0,-3 0 0 15,-3-1 0-15,0 1 0 0,0 2 9 0,0-2-9 16,-4 5 0-16,1-3 8 0,0 3-8 0,-3-3 0 16,0 3 0-16,0 0 0 0,0-2 0 0,-3 2 0 15,-3-1 0-15,0 1 0 0,0 0 0 0,-6 3-10 16,3-3 10-16,-5 0 0 0,-1 2 0 0,-3-2 0 15,0 0 0-15,-3 3 0 0,0-3 0 0,-3 2 0 16,1-2 0-16,-1 3 0 0,-3-1 0 0,3-2 0 16,0 0 0-16,3 0 0 0,-3-2 0 0,4 1 0 0,2-4 11 15,3 0 4-15,0-1 1 0,0-2 0 0,3 0-26 0,0-2-5 16,6 2-1-16,-3-6 0 16,3-1-89-16,3-1-19 0,3-3-3 0,0 0-1 15,3-4-102-15,3 1-21 0</inkml:trace>
  <inkml:trace contextRef="#ctx0" brushRef="#br2" timeOffset="119312.973">17142 5969 2204 0,'0'0'46'0,"0"0"10"0,0 0-45 0,0 0-11 0,-3 8 0 0,0-2 0 16,-3-1 120-16,3 0 21 0,-3 3 5 0,0-3 1 15,0 3-59-15,0-2-12 0,0 2-3 0,-3 0 0 16,3-1-58-16,0 1-15 0,0 0 0 0,0 3 0 15,0-3 0-15,0 2 0 0,3-2 0 0,-3 3 0 16,6 0 0-16,-2-4 0 0,2 4 0 0,2 0 0 16,-2-3 0-16,6 2 0 0,-3-2 0 0,3 3 0 15,3-3 0-15,-3-3 0 0,6 3 0 0,-3-3 0 16,3 0 0-16,0-5 0 0,3 3 0 0,-3-3 0 16,3-3 0-16,-1 1 0 0,1-3 0 0,3 2 0 15,-3-2 54-15,-3-1 8 0,3-2 2 0,-3 3 0 16,0 0-52-16,0-6-12 0,0 3 0 0,-4 0 0 15,1-2 0-15,-3-1 0 0,0 3 0 0,0-2 0 16,-3-1 47-16,0-2 6 0,-3 0 2 0,0-1 0 16,0 1-38-16,-6 3-7 0,3-4-2 0,-6 4 0 15,3-1-8-15,-6 3 0 0,1 0 0 0,-1 0 0 16,-3 3 0-16,-3 2 0 0,0-2 0 0,-3 5 0 16,-3-3-20-16,1 3-8 0,-4 3-3 0,0 0 0 15,-3 2-155-15,3 0-31 0,1 3-7 0</inkml:trace>
  <inkml:trace contextRef="#ctx0" brushRef="#br2" timeOffset="120678.213">16523 12897 1821 0,'-3'10'52'0,"-3"1"11"0,3-1-51 0,3 4-12 0,-3-1 0 0,0 0 0 16,3 3 45-16,0 2 7 0,-3 4 0 0,3-1 1 16,0 3-29-16,0-1-7 0,0 4-1 0,0-1 0 15,0-2-16-15,0 0 10 0,0 0-10 0,0-3 8 16,0-3-8-16,3-2 0 0,-3 0 0 0,3-3 0 16,-3 1-12-16,0-4-4 0,3-2 0 0,-3 0-1 15,0 0 41-15,0-8 9 0,0 0 2 0,0 0 0 16,0 0-7-16,0 0-2 0,0 0 0 0,0 0 0 15,0 0-18-15,3-8-8 0,0 0 0 0,0 0 8 16,0-5 37-16,0-3 7 0,0-2 2 0,2-6 0 16,1 0-27-16,0-2-6 0,0-4-1 0,0-1 0 15,0 2 4-15,3-1 1 0,0 4 0 0,3-3 0 16,-3 2 3-16,3 6 1 0,-3-3 0 0,6 3 0 16,0-3-29-16,2 3 0 0,1-3 0 0,0 3 0 15,0 0 57-15,0 3 6 0,3-1 1 0,-3 6 0 16,-1 2-52-16,-2 1-12 0,0 4 0 0,-3 1 0 15,0 5 0-15,-3 0 0 0,0 3 0 0,-3 2 0 16,0 0 0-16,0 6 0 0,-3 0 0 0,-3-1 0 16,0 6 0-16,-3-3 0 0,0 3 0 0,-6 3 0 15,3-4 0-15,-3-1 0 0,0 2 0 0,-3-1 0 16,0-1-48-16,0-1-13 0,-3 0-3 0,1 0 0 0,-1 1 52 16,3-4 12-16,-3 1 0 0,3-3 0 0,0 0 0 15,3 0 0-15,0-3 0 0,3-2 0 0,0 2 0 0,3-5 0 0,3 0 0 0,0 0 0 16,0 0 0-16,0 0 0 0,0 0 0 0,0 0 0 15,6-3 0-15,0 1 0 0,3-1 0 0,0-2 0 16,3 2 0-16,0 0 0 16,0 1 0-16,3-1 0 0,0 0 0 0,-4 3 0 15,4-2 0-15,-3 2 0 0,3 2 0 0,-3-2 0 0,0 3 0 0,0 0 0 16,0 2 0-16,-3-2 0 0,3 2 0 0,-6 3 0 16,-1-3 0-16,-2 6 0 0,0-3 0 0,0 2 0 15,-3 3 21-15,0 1 7 0,-3-1 2 16,-3 3 0-16,1 0-18 0,-4 0-4 0,-3 2-8 0,0-2 12 15,-3 2-12-15,0-2 0 0,-3 0 0 0,-3 3 0 16,0-6 8-16,1 0-8 0,-1 0 0 0,0-2 0 16,3 0 25-16,-3-3-1 0,3-1 0 0,1 1 0 15,2-2-34-15,3-4-7 0,0 1-2 0,0 0 0 16,3-3-21-16,3 0-4 0,0-3 0 0,0-2-1 16,3-1-67-16,0-2-12 0,3-2-4 0</inkml:trace>
  <inkml:trace contextRef="#ctx0" brushRef="#br2" timeOffset="121030.589">17067 13066 2310 0,'0'0'48'0,"0"0"11"0,0 0-47 16,0 0-12-16,0 0 0 0,0 0 0 16,0 0 104-16,0 0 20 0,0 0 3 0,0 0 1 15,0 0-52-15,0 0-9 0,3 3-3 0,3 2 0 16,-3-2-12-16,0 2-2 0,0 0-1 0,0 3 0 0,0 0-17 0,-3 3-4 0,3 2-1 0,-3 3 0 16,0 2-12-16,0 1-3 0,0 2 0 0,-3 0 0 15,3 0-28-15,-3 0-7 0,3-2-1 0,-3 2 0 16,0-2 45-16,3-4 9 0,-3 1 2 0,0 3 0 15,0-3-32-15,-3 2 8 0,3-2-8 0,0 3 0 16,-3 2 0-16,3 0 0 0,0 0 0 16,0 0 0-1,0 1-24-15,1-1-7 0,2 0-1 0,-3-3-1 0,0 1 33 0,3-6 0 0,-3 0 0 16,3 1 0-16,0-6-109 0,0-1-15 0,0 1-4 16</inkml:trace>
</inkml:ink>
</file>

<file path=ppt/ink/ink1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2:11:49.359"/>
    </inkml:context>
    <inkml:brush xml:id="br0">
      <inkml:brushProperty name="width" value="0.05292" units="cm"/>
      <inkml:brushProperty name="height" value="0.05292" units="cm"/>
      <inkml:brushProperty name="color" value="#00B050"/>
    </inkml:brush>
  </inkml:definitions>
  <inkml:trace contextRef="#ctx0" brushRef="#br0">19365 9166 1496 0,'0'0'42'0,"0"0"10"0,0 0-41 0,0 0-11 0,0 0 0 0,0 0 0 16,0 0 80-16,0 0 13 0,0 0 3 0,0 0 1 15,0 0-23-15,0 0-5 0,0 0-1 0,0 0 0 16,0 0-16-16,0 0-4 0,0 0-1 0,0 0 0 15,0 0-8-15,0 0-2 0,0 0 0 0,0 0 0 16,0 0-11-16,3-3-2 0,-3 3-1 0,3-3 0 16,-3 3-1-16,0 0 0 0,6-2 0 0,-6 2 0 15,3-3 4-15,-3 3 1 0,3-2 0 0,-3 2 0 16,3-3-3-16,0 0 0 0,0 1 0 0,-3 2 0 16,3-6-3-16,-3 4-1 0,3-4 0 0,-3 1 0 15,3 2-5-15,-3-2-2 0,3 0 0 0,-3 0 0 16,3-3 0-16,-3 2 0 0,3 1 0 0,-3-3 0 15,3 0 2-15,-3 0 0 0,3 0 0 0,-3-2 0 16,3 2 3-16,-3-3 1 0,3 3 0 16,-3-2 0-16,0-1-3 0,0 0-1 0,3 1 0 0,-3-1 0 15,3-2-3-15,-3 0-1 0,3 0 0 0,-3-3 0 16,3 0-2-16,-3 0 0 0,3-3 0 0,-3 1 0 16,0-6-9-16,3 0 8 0,-3-2-8 0,0-1 8 15,3 1-8-15,-3-3 10 0,0 0-10 0,3 0 10 16,-3 2-10-16,0-2 10 0,3 3-10 0,-3-6 10 15,3 0-2-15,-3 0-8 0,3-2 12 0,-3-3-4 16,3 0-8-16,0-3 8 0,-1 3-8 0,1-5 8 16,0 5-8-16,0-3 12 0,0 3-12 0,0-5 12 15,0-1-12-15,0 1 0 0,3-6 0 0,-3 1 8 0,0 4-8 0,0 1 0 16,3 5 0-16,-6-8 0 0,3 3 0 0,0-1 0 0,0-4 0 0,0-4 0 16,0 9 0-16,0 0 0 0,0-1 8 0,0-2-8 15,0 3 0-15,-3 0 0 0,0-1 0 0,3-4 0 16,-3 4 0-16,0 1 0 0,3-3 0 0,-3 0 0 15,0 8 0-15,3 0 0 0,-3 5 0 0,0-5 0 16,3 3 0-16,-3 0 0 0,0-6 0 0,0 3 0 16,3 2 0-16,-3 1 0 0,0 0 0 0,3 2 0 15,-3 5 0-15,0 1 0 0,0 2 0 16,0 0 0-16,0 0 0 0,0 1 0 0,0 1 0 0,0 1 0 16,0-2 0-16,0 1 0 0,-3 1 8 0,0 0-8 15,3 0 0-15,-3 0 0 0,0-1 0 0,0 1 0 16,0 5 0-16,0 1 0 0,-3 1 8 0,0 1-8 15,0 0 0-15,0 2 8 0,-3 3-8 0,0-2 8 16,0 2-8-16,-3 0 0 0,4 3 0 0,-4-3 0 16,0 0 8-16,-3 2-8 0,0 1 0 0,0-3 8 15,-3 3-8-15,-3-3 0 0,1 0 9 0,-4 0-9 16,-3 3 0-16,-3-3 0 0,0 0 0 0,-5 3 8 16,-1-3-8-16,0 0 0 0,-2 0 0 0,-4 0 0 15,-3 0 0-15,1 0 0 0,-4 0 0 0,-6-3 0 16,4 4 0-16,-4-4 0 0,1 0 0 0,-7 1 8 15,1-1-8-15,-1-2 0 0,-5 0 0 0,-4 0 0 16,7-1 0-16,-4 1 0 0,1 0 0 0,-7 0 8 16,4 2-8-16,-4-2 0 0,-2 2 0 0,-7 1 0 15,10-1 0-15,-6 0 0 0,-1 4 0 0,-8-4 0 16,12 0 0-16,-7 1 0 0,1-1 0 0,-7-2 0 0,10 2 0 16,0 1 0-16,-4-3 0 0,-2-1 0 0,6 4 0 15,-1-1 0-15,1-2 0 0,-7 0 8 0,7 2-8 0,0-5 0 16,-1 0 0-16,-8 0 0 0,9 3 0 0,-4-3 0 15,1 3 0-15,-7-5 0 16,10 4 0-16,0-1 0 0,-1-4 0 0,-5 3 0 0,9 0 0 0,-4 3 0 0,4-3 0 0,-7 3 0 16,10 0 0-16,-3 2 0 0,-4-2 0 0,-2 2 0 15,5 1 0-15,1-4 0 0,-3 4 0 0,-4-3 0 16,7-1 0-16,-1 1 0 0,1 0 0 0,-3 0 0 16,5 0 0-16,4-1 0 0,-1 1 0 0,-5 0 0 15,5 0 0-15,4-1 0 0,-4-2 0 0,-5 1 0 16,5 1 0-16,1 4 0 0,-3-1 0 0,-1-5 0 15,7 6 0-15,-1-1 0 0,4-2 0 16,-7 2 0-16,10 3 0 0,-4 3 0 0,1-3 0 16,-7 0 0-16,10 3 0 0,-1-3 0 0,1 0 0 0,-7 0 0 15,10 5 0-15,2-2 0 0,-3 3 0 0,1-4 0 16,2 1 0-16,-2 5 0 0,2-8 0 0,-2 3 0 16,2 2 0-16,3 0 0 0,4 3 0 0,-4-2 0 15,4-1 0-15,-1 3 0 0,-3-2 0 0,-2-1 0 16,8 0 0-16,0 3 0 0,1 0 0 0,-1 0 0 15,3 0 0-15,1-2 0 0,-4 2 0 0,0-3-8 16,4 3 8-16,-1 0 0 0,0 0 0 0,1 0 0 16,2 0 0-16,3 0 0 0,4 0 0 0,-7-5 0 15,6 5 0-15,-3 0 0 0,1-3 0 0,-4 3 0 0,6 0 0 16,1 3 0-16,-1-3 0 0,3 5 0 0,0-5 0 16,1 0 0-16,2 0 0 0,0 3 0 0,0-3 0 15,0 0 0-15,1 0 0 0,-4 2 0 0,3-2 0 0,0 3 8 0,0-3-8 16,-2 3 0-16,2-1 0 0,3 1 0 15,0 2 0-15,0-2 0 16,4 2 0-16,-4-2 0 0,3 2 0 0,0-2 8 0,3-1-8 0,-3-2 0 16,1 3 8-16,2 0-8 0,-3-1 0 15,3-2 0-15,-3 3 0 0,0-1 8 0,4 1-8 0,-1 5 0 16,0-8 0-16,3 3 0 0,0-1 0 16,0 4 0-16,0-4 0 0,3 1 0 0,0 0 0 0,4-1 0 0,-1 4 0 0,0-4 0 15,0-2-8-15,6 3-4 0,3-3 0 0,0 0 0 31,0 0-133-31,0 0-27 0,0 0-6 0</inkml:trace>
  <inkml:trace contextRef="#ctx0" brushRef="#br0" timeOffset="2284.828">14808 8031 1064 0,'0'0'30'0,"-6"5"6"0,6-5-28 0,-3 3-8 0,3-3 0 0,-3 5 0 16,3-5 74-16,0 0 14 0,-6 2 2 0,6-2 1 15,-3 3-7-15,3-3 0 0,-3 3-1 0,3-3 0 16,0 0-10-16,0 0-1 0,0 0-1 0,0 0 0 16,0 0-12-16,0 0-3 0,0 0 0 0,0 0 0 15,0 0-9-15,0 0-3 0,0 0 0 0,3 5 0 16,0 0-3-16,0-2-1 0,3 0 0 0,0-1 0 16,0 1-7-16,3 0-1 0,0-1-1 0,3 1 0 15,0 0-6-15,3 2-1 0,-1-5 0 0,4 2 0 16,0 1-7-16,3-3-1 0,3 3-1 0,3-3 0 15,-1 0-7-15,7 0-8 0,3 0 11 0,0-3-11 16,2 3 8-16,1-3-8 0,3 1 0 0,-1-1 0 16,7 1 0-16,-3-1 0 0,5 0 8 0,1 1-8 15,-1-4 0-15,1 4 10 0,3-1-10 0,2 0 8 16,-2 1-8-16,-1-1 0 0,1 0 9 0,5 1-9 16,-5-4 0-16,-3 4 8 0,-1-1-8 0,4 1 0 15,-7-1 0-15,4 0 0 0,0-2 0 0,-1 2 0 0,-5 1 0 0,-3-1 8 16,-4 0-8-16,4 1 0 0,-9-1 0 15,-1 3 0-15,1-3 0 0,-3 3 0 0,-3 0 0 16,-1 0 9-16,1 0-9 0,-3 0 0 0,-3 0 10 0,0 0-10 0,0 3 8 16,-1-3-8-16,-5 3 11 0,3-3-3 0,-3 2-8 15,-3 1 12-15,3 0-12 0,-3-1 8 16,0 1-8-16,0 0 0 0,-3-1 8 0,-1 4-8 0,1-1 0 0,0-3 9 16,0 6-9-16,-3-2 0 0,0-1 0 0,3 3 0 15,-3 0 0-15,0-3 8 0,3 3-8 0,-3 0 0 16,0 0 0-16,3 0 0 0,-3 0 8 0,0 0-8 15,3 2 0-15,-1-2 0 16,1 3 0-16,-3-1 0 0,3 1 0 0,0 2 8 0,-3 1-8 0,3-1 0 16,-3 3 8-16,0 0-8 0,3 2 0 0,-3-2 8 15,0 2-8-15,3-2 12 0,-3 3-12 0,0-1 12 16,3-2-4-16,-3 0-8 0,0-3 12 0,-1 3-4 16,1 0-8-16,0 0 0 0,0 0 9 0,0 0-9 15,-3 0 0-15,3-1 8 0,0-1-8 0,-3 4 0 16,3-2 0-16,-3 3 9 0,0-4-9 0,0 7 0 15,0-4 11-15,0 3-11 0,0 3 10 0,0 0-10 16,0-3 10-16,0 3-10 0,0-6 10 0,0 6-10 16,0-3 10-16,-3-2-10 0,3 2 10 0,0-2-10 15,0 2 9-15,0-3-9 0,0 1 8 0,-3 2-8 16,3-2 9-16,0 2-9 0,-3 0 10 0,3 3-10 16,0-3 8-16,-3 3-8 0,3 0 0 0,0-1 9 0,-3 1-9 0,3-3 0 15,0 3 0-15,-3-3 8 0,0 0-8 0,3 1 8 16,-3-1-8-16,0-3 8 0,0 1-8 15,0-1 0-15,0-2 0 0,0 3 8 16,0-3-8-16,0 2 12 0,0 1-12 0,0-3 12 0,2 2-12 0,-2 1 12 16,0-1-12-16,3 1 12 0,-3-3-12 15,3 2 10-15,-3-2-10 0,3-3 10 0,0 3-10 16,0-3 8-16,0-2-8 0,0-1 8 0,0 1-8 0,3 0 0 0,-3-3 0 16,0 2 0-16,0-2 0 0,3 3 8 0,-3-3-8 0,0 0 0 15,3-1 0-15,-3-1 0 0,0-1 8 0,3 3-8 16,-3-3 0-16,3-2 0 0,0 2 9 0,0-2-9 15,0 0 0-15,0-1 8 0,0 3-8 0,3-2 0 16,-3-3 0-16,-1 5 0 0,4-5 0 0,0 6 8 16,-3-6-8-16,3 2 0 0,0-2 0 0,-3 3 0 15,3-3 0-15,0 3 0 0,0-3 0 0,0 2 0 16,3-2 0-16,-3 0 0 0,0 3 0 0,0 0 8 16,2-3-8-16,-2 0 0 0,0 2 0 0,3-2 0 15,-3 0 0-15,0 3 0 0,0-1 0 0,0-2 0 16,0 3 0-16,0 0 0 0,0-1 0 0,0-2 0 15,0 3 0-15,-3 0 0 0,2-1 0 0,1-2 0 16,-3 3 0-16,3 0 0 0,0-1 0 0,-3-2 0 16,3 3 0-16,-3 0 0 0,3-1 0 0,-3-2 0 15,0 3 0-15,3-3 0 0,-3 3 0 0,3-3 0 16,0 0 0-16,0 0 8 0,-1 0-8 0,1 0 0 16,0 0 0-16,3 0 0 0,0 0 0 0,0 0 8 15,0-3-8-15,0 3 0 0,3-3 0 0,-3 3 0 0,0 0 0 0,2-2 0 16,1 2 0-16,-3 0 8 0,3 0-8 15,-3 0 0-15,0 0 0 0,0 0 0 0,0 0 0 16,0 0 0-16,0 2 0 0,-4-2 8 0,1 0-8 0,0 3 0 16,0 0 0-16,-3-3 0 0,3 2 0 0,0-2 0 0,-3 3 0 15,0-1 0-15,3-2 0 0,-3 0 0 0,0 3 0 0,0 0 0 16,0-3 0-16,0 0 0 16,0 2 0-16,0-2 0 0,0 0 0 0,2 3 0 0,-2-3 0 15,3 0 0-15,-3 0 0 0,0 0 0 0,3 0 0 0,0 0 0 31,-3 0-20-31,3-3-4 0,0 3-2 0,0 0 0 16,0 0-35-16,0 0-7 0,0 0-2 0,0 0 0 16,0 3-126-16,-4 0-24 0,1-3-6 0</inkml:trace>
  <inkml:trace contextRef="#ctx0" brushRef="#br0" timeOffset="3809.896">14996 13476 1235 0,'-9'-3'35'0,"0"3"8"16,0 0-35-16,3 3-8 0,-3 0 0 0,3-1 0 15,0 1 70-15,-3 0 12 0,3 2 2 0,0 0 1 16,0 1 14-16,0 1 2 0,0 1 1 0,0 0 0 0,3 0-30 0,-3 3-7 0,3-1-1 0,0-2 0 15,1 3-12-15,2-3-4 16,-3 2 0-16,6-2 0 0,-3 0-12 0,2 0-2 0,4 0-1 0,0 0 0 16,0-3-12-16,0 3-2 0,3-2-1 0,3-1 0 15,-3 0-18-15,6 1-11 0,-3-4 2 16,6 1 0-16,3 0 58 16,-1-3 12-16,1 2 3 0,6-2 0 15,0-2-80-15,3 2-16 0,-1-3-4 0,4-2 0 0,0 2 36 0,0-2 0 0,2 2 0 16,7-2 0-16,0-1 22 0,2 4 11 15,1-4 3-15,6 4 0 16,-4-3-60-16,1 2-11 0,2-2-2 0,4 2-1 0,0-2 61 0,-1-1 12 0,7 4 2 16,-1-4 1-1,-2 4-61-15,-4-1-12 0,1-2-2 0,5 2-1 0,-2 1 38 0,0 2 0 0,2 0 0 16,1 0 0-16,-7 0 0 0,1 0 0 0,-7 2 0 0,4 1 0 16,-3-3 0-16,2 2 0 0,-2 1 0 0,-1 0 0 15,-5-3 0-15,0 2 0 0,-1 4 0 0,-2-4 0 16,0 1 28-16,-3 0 6 0,-1 2 2 0,4-2 0 15,-6 2-58-15,-1-2-11 16,1-3-3-16,0 5 0 0,-6-5 36 0,-3 2 0 0,-1 1 0 0,-2 0 0 16,0-1 0-16,0 1 0 0,-3 0 0 15,0-1 0-15,-3 1 0 0,2-3 9 0,-2 0-9 0,0 3 8 16,0-3-8-16,-3 0 0 0,0-3 0 0,3 3 8 16,-6-3 1-16,0 1 0 0,-1-4 0 0,1 4 0 15,-3-4 7-15,0 1 2 0,0 0 0 0,0 0 0 16,-3-3 2-16,0 0 0 0,0 0 0 0,-3 0 0 15,0-3 0-15,3 1 1 0,-3-4 0 0,0 1 0 16,-3 0-5-16,3 0 0 0,0 0-1 0,-3-3 0 16,3 2 0-16,0-1 0 0,-3-1 0 0,3-3 0 15,0 3-2-15,-3-2 0 0,3 2 0 0,0-3 0 16,0-2-26-16,0-3-6 0,0-2-1 0,0-1 0 0,3-2 40 0,-3 0 8 16,0-3 2-16,3 1 0 0,-3-1-22 0,0 3-8 0,3 2 0 0,-3-2 9 15,3 0-9-15,0 3 0 0,-3-3 0 0,3 0 0 16,0-3 8-16,0-3-8 0,0 1 8 0,0 0-8 15,0-1 11-15,3 3-3 0,0 1-8 0,0-1 12 16,0 3-4-16,-3 0-8 0,3 0 11 0,0 0-11 16,0-3 9-16,-3 0-9 0,3-2 0 0,0-1 9 15,-1 1 1-15,1 2 0 0,-3 0 0 0,3 1 0 16,-3-1-10-16,0 3 0 0,3 2 0 0,-3-2 0 16,0 0 0-16,0 0 0 0,0-3 0 0,0 0 0 15,-3 3 0-15,3 0 0 0,0 0 0 0,0 0 0 16,0 3 0-16,-3-1 0 0,3 1 0 0,0 2 0 15,-3 0 0-15,0 3 0 0,3 0 0 0,-3-1 0 16,0 1 0-16,3 0 0 0,0 0 0 0,-3-3 0 16,0 6 0-16,3-6 0 0,-3 3 0 0,0-1 0 15,3 1 0-15,-3 3 0 0,3-1 0 0,0 1 0 16,-3 2 0-16,3 0 0 0,-3 0 0 0,3 0 0 16,-3-2 0-16,3 5 0 0,-3-3 0 0,3 2 0 15,-3 1 0-15,3 0 0 0,-3 0 0 0,3-3 0 16,0 3 0-16,-3-1 0 0,3-2 0 0,0 3 0 15,-3-3 0-15,3 1 0 0,0 1 0 0,-3-2 0 16,3 1 0-16,0 1 0 0,0 1 0 0,-1 0 0 0,1 0 0 0,0-1 0 16,0 4 0-16,0-1 0 0,3 1 0 0,-3-1 0 15,0 0 0-15,3 4 0 0,0-1 0 0,0 2 0 0,-3-2 0 16,3 0 0-16,0 3 0 0,0 0 0 0,0 2 0 0,0-2 0 16,0 2 0-16,3 1 0 15,-3-4 0-15,3 4 0 0,0-1 22 0,0 3 2 0,-1-3 1 16,4 3 0-16,-3 0-25 15,3 3 0-15,0-3 0 0,0 5 0 0,3-5 0 16,0 6 0-16,0-4 0 0,0 4 0 0,-4-4 0 0,4 3 0 0,0-2 0 0,0 2 0 16,-3-2 0-16,3-3-17 0,-3 3 4 0,3-3 1 31,0 0-52-31,-1-3-9 0,4-5-3 0</inkml:trace>
  <inkml:trace contextRef="#ctx0" brushRef="#br0" timeOffset="4715.154">20109 10296 1006 0,'0'0'20'0,"-3"5"7"0,3-5-27 0,-3 5 0 0,3-5 0 0,-3 5 0 16,3-5 64-16,-3 3 7 0,3-3 1 0,-2 8 1 16,2-8 3-16,0 5 1 0,0-5 0 0,-3 6 0 15,3-6-3-15,0 5-1 0,0-5 0 0,-3 5 0 16,3-5-6-16,0 5-2 0,0-5 0 0,0 6 0 16,0-6-6-16,0 0-2 0,0 0 0 0,0 5 0 15,0-5-16-15,0 0-3 0,3 5-1 0,-3-5 0 16,3 3-9-16,-1 0-3 0,4-1 0 0,-3 1 0 15,3-3 31-15,0 3 7 0,3-3 1 0,-3 0 0 16,0 2-52-16,3-2-12 0,0 0 0 0,-3 3 0 16,6-3 0-16,-3 3 0 0,0-3 0 0,0 0 0 15,3 2 54-15,-1-2 8 0,4 0 2 0,0 0 0 16,0 0-52-16,3 0-12 0,3 0 0 0,0 0 0 0,0-2 0 0,2 2 0 16,4-3 0-16,0 3-10 0,0-3 10 15,2 1 16-15,1 2-4 0,0-3-1 0,0 0-2 16,2 1 0-16,1-1 0 0,6 0 0 0,-3 1-1 0,5-1-8 0,1-2 12 15,3 2-4 1,-4 0-8-16,1 1 10 0,0-1-10 0,2 1 10 0,1-1-10 0,3 0 10 0,2 3-10 0,4-2 10 16,-7 2-10-16,1 0 12 0,0 0-12 0,-1 0 12 15,1 0-12-15,0 0 12 0,2 0-12 0,-2 0 12 16,-4 2-12-16,-2-2 0 0,0 0 9 0,-4 3-9 16,-2 0 0-16,0-3 8 0,0 2-8 0,-1 1 0 15,-5-1 0-15,3-2 8 0,-3 3-8 0,-1-3 0 16,-2 3 0-16,0-3 8 0,-6 2-8 0,3-2 0 15,-7 3 0-15,1-3 9 0,-3 3-9 0,0-1 0 16,-3 1 8-16,0 0-8 0,0-3 0 0,0 2 0 16,0-2 0-16,-3 3 0 0,-1-3 8 0,4 0-8 15,-3 3 0-15,0-3 0 0,0 0-8 0,0 0 8 16,-3 0-33-16,3 0-1 0,-3 0 0 0,0-3 0 16,0 0-87-16,-3 1-18 0,-3 2-3 0</inkml:trace>
  <inkml:trace contextRef="#ctx0" brushRef="#br0" timeOffset="5743.848">10638 5961 1576 0,'0'0'32'0,"0"0"9"0,0 0-33 0,0 0-8 0,0 0 0 0,0 0 0 16,0 0 133-16,0 0 25 0,0 0 5 0,0 8 1 15,0-2-57-15,0 2-11 0,-3-3-3 0,3 3 0 31,-3 0-23-31,3 0-5 0,0 0-1 0,-3 0 0 0,3 2 0 0,-3-2 0 0,3 3 0 0,-3-1 0 32,3 1-51-32,-3-1-13 0,3-2 0 0,-3 3 0 0,3 0 0 15,-3 2 0-15,3-3 0 0,0 4 0 0,0-1 0 0,0 0 0 0,0 0 0 16,0 1 0-16,0-4-13 16,0 1-6-16,0-1-1 0,0 1 0 0,0-3-19 0,3 0-4 15,-3-3-1-15,3 3 0 16,0-5-169-16,3-1-35 0</inkml:trace>
  <inkml:trace contextRef="#ctx0" brushRef="#br0" timeOffset="6483.593">9560 4596 2158 0,'-3'-10'91'0,"0"-1"-73"16,0 0 74-16,-3 3 14 0,0 0 3 0,1 3 1 16,-4 0-43-16,0 0-9 0,-3 2-2 0,0 3 0 15,-3 0-43-15,-3 3-13 0,3 2 0 0,-3 0 8 16,0 8-8-16,1-5 0 0,-4 6 0 0,3 1 0 15,3-1 0-15,0 4 0 0,3 1 0 0,-3-1 0 16,6 1 20-16,1-1 2 0,-1-2 1 0,3 3 0 16,3-6-23-16,0 5 0 0,3-4-10 0,3-1 10 15,0 3-13-15,3-3 4 0,3 3 1 0,-1-6 0 16,4 1-1-16,0 0 0 0,3-1 0 0,0-2 0 0,0 0 9 16,3 3-10-16,0-3 10 0,-1 0-10 0,1-1 10 15,-3 4 0-15,3-6 10 0,-3 3-10 0,-3 0 0 16,0 3 0-16,0-3 0 0,-3 2-10 0,-3-2 10 0,0 3 0 15,-3-3 0-15,-3 0 0 0,0 0 0 16,0 0 0-16,-6 2 0 0,0-4 0 0,0 1 0 0,-3 1 0 16,-3 0 0-16,0 0 0 0,0-2 0 15,-3 1 0-15,0-1 0 0,0-1 0 0,0 0 0 0,1 1 0 16,-1-1 0-16,0-2 0 0,0-3 0 16,3 2 0-16,0 1 0 0,0-3 8 15,3 0-33-15,0-3-7 0,0 1 0 0,3-1-1 0,1-2-119 0,2-1-23 16,0-2-5-16</inkml:trace>
  <inkml:trace contextRef="#ctx0" brushRef="#br0" timeOffset="6848.08">9682 4877 1579 0,'0'0'32'0,"0"0"10"16,0 0-34-16,0 0-8 0,0 0 0 0,0 0 0 15,0 0 139-15,0 2 25 0,3 6 6 0,-3-3 1 16,0 1-72-16,0 2-15 0,0 0-2 0,-3 0-1 15,3-1-32-15,0 4-6 0,-3-3-2 0,3 3 0 16,0-1-15-16,0 1-3 0,0-1-1 0,0 1 0 16,0 2-14-16,3-8-8 0,-3 6 10 0,3-3-10 15,0 0 15-15,0 0-3 0,0 0-1 0,0-3 0 0,3 0-11 0,-3 3-16 16,3-5 4-16,0 0 1 16,0-1 11-16,0 1 0 0,0-3 0 0,3 0 0 15,-3 0 36-15,3-5 8 0,0 2 3 0,-3 0 0 16,3-5-24-16,-1 3-5 0,-2-3-1 0,3 0 0 15,-3 0-17-15,0-2 0 0,0 2 0 0,0-3 0 16,0 1 0-16,-3-1 0 0,0-2 0 0,-3 0 0 0,3 2 48 0,-3-2 7 16,0 2 1-16,0-2 0 0,-3 5-36 0,3-5-6 0,-3 2-2 0,-3 3 0 15,0-2-12-15,0 2 8 0,0 0-8 16,-3 0 0-16,0 3 0 0,-2 2-18 0,-1 3 2 0,-3-5 1 16,0 10-135-1,0-2-27-15,-3 2-6 0</inkml:trace>
  <inkml:trace contextRef="#ctx0" brushRef="#br0" timeOffset="10468.355">11346 5393 1713 0,'0'0'72'0,"0"0"-57"15,-3 0 113-15,3 0 24 0,-6 0 4 0,6 0 0 16,-6 5-73-16,6-5-15 16,-6 0-4-16,3 5 0 0,0 0-51 0,1 1-13 0,-1-1 0 0,3 3 0 15,0 3 54-15,0-1 8 0,0-2 2 0,0 5 0 16,0-2-52-16,3 2-12 0,-1-2 0 0,1 2 0 15,0-3 0-15,3 4 0 0,0-4 0 0,0 1 0 16,0-3 0-16,3 2 0 0,-3-2 0 0,3 0 0 16,3-2 0-16,-3 2 0 0,3-3 0 0,-3-3 0 15,3 1 0-15,0 0 0 0,-1-3 0 0,4 0 0 16,-3-3-11-16,3 0-5 0,-3 1 0 16,0-1-1-16,0-2 48 0,0 0 9 0,-3-1 3 15,0-2 0-15,0 3-4 0,-1 0-1 0,-2-3 0 0,0 0 0 16,0-3 21-16,-3 3 4 0,0-2 1 0,0-3 0 15,-3-1-52-15,-3 1-12 0,3 0 0 0,-3 0 0 16,-3-1 33-16,0-1 4 0,0 1 1 16,-2 1 0-16,2 2-23 0,-3-2-5 0,-3 3-1 0,3 2 0 15,-3 0 7-15,0 0 0 0,0 3 1 0,-3-1 0 16,3 4-65-16,0-1-12 0,0 3-4 0,1 0 0 16,-1 5-10-16,0-2-2 0,0 2-1 0</inkml:trace>
  <inkml:trace contextRef="#ctx0" brushRef="#br0" timeOffset="11393.643">14186 7242 1516 0,'-6'24'32'0,"3"-14"6"0,0 1-30 0,0 2-8 0,0 1 0 0,0 1 0 16,0 4 57-16,-3-1 11 0,3 1 1 0,-3 2 1 16,3-2-47-16,0 2-10 0,-3-3-1 0,3 4-1 15,-3-7-11-15,3 4 0 0,0-3 0 0,0 0 0 16,1-3 0-16,-1 0 0 0,0-2 0 0,0-1 0 15,0-2 0-15,3-2 0 0,-3-1 0 0,3-5 0 16,0 0 40-16,0 0 5 0,0 0 2 0,0 0 0 16,-3-5-27-16,3-3-4 0,3 0-2 0,-3-6 0 15,3-1-14-15,3-4 8 0,-3-2-8 0,2-3 0 16,4-2 0-16,0-1 0 0,0-2 0 0,3 0 0 16,0-3 57-16,0 3 6 0,3 0 1 0,0-3 0 15,0 0 0-15,5-2 0 0,-2-3 0 0,0 3 0 16,0 2-31-16,0 3-5 0,0 2-2 0,3 1 0 15,-6 7 10-15,-1 1 1 0,-2 5 1 0,0 2 0 16,-3 0 21-16,0 3 4 0,0 3 1 0,-3 3 0 16,0 2-52-16,0 2-12 0,0 1 0 0,-3 5 0 15,0 2 0-15,0 4 0 0,0 1 0 0,0 4 0 16,0 2 12-16,-3 3 0 0,0 5 0 0,0 0 0 16,0 0-12-16,0-2-16 0,0 2 3 0,0 0 1 15,0 0 12-15,-3-3-11 0,3 4 11 0,-3-1-10 16,0 0-62-16,3 3-13 0,0-3-3 0,-3 2 0 15,0-1-111-15,3-4-22 0,-3-2-5 0</inkml:trace>
  <inkml:trace contextRef="#ctx0" brushRef="#br0" timeOffset="11863.738">14198 7419 1820 0,'-6'-5'76'0,"3"0"-60"16,0-3 90-16,0 3 18 0,3-1 4 0,0 1 1 16,0 0-52-16,3-1-10 0,3 1-3 0,0 2 0 15,3-2 0-15,3 0 0 0,0 0 0 0,2-1 0 16,4 4-28-16,3-4-5 0,0 4-2 0,3-4 0 16,0 4-17-16,-4-1-4 0,4 0-8 0,0 3 12 15,-3-2-12-15,0 2 0 0,0-3 0 0,-4 3 0 16,-2 3 25-16,0-1 3 0,-3 1 0 0,3 0 0 15,-6 2-28-15,-3 0 0 0,0 3 0 0,0 0 0 16,-3 3 0-16,0-1 0 0,-3 4 0 16,0 2 0-16,-3-1 0 0,3 1 0 0,-3 3 0 0,0-1 0 15,3-2 0-15,0 0 0 0,0 0 0 0,0-3 0 0,0 0 0 16,3-2 0-16,0 0 0 0,0-4 0 16,3 4 0-16,0-6 0 0,0 1 0 0,3-1 0 0,2-2 0 15,-2-3 0-15,3 0 0 0,0 0 0 0,3-3 0 16,-3 0 0-16,3 1 0 0,0-4 0 0,-3 1 0 0,3-6 0 15,-1 4 0-15,1-4 0 16,-3-2 56-16,0 0 7 0,0-1 1 0,-3-2 0 16,0-2-52-16,0-1-12 0,-3 3 0 0,0-2 0 0,-3 2 54 15,3 0 8-15,-3 0 2 0,-3 3 0 0,0 3-64 0,-3-4 0 0,-3 4-9 16,0 2 0-16,-3 2 9 0,-3 1 11 0,-3 0-3 16,-3 2 0-1,-3 3-32-15,-2 3-6 0,-4 0-2 0,0 4 0 0,0 1-101 16,-3 6-21-16,4-1-4 0</inkml:trace>
  <inkml:trace contextRef="#ctx0" brushRef="#br0" timeOffset="12823.639">14088 12719 1990 0,'-3'19'41'0,"0"2"11"0,0-2-42 0,0 2-10 0,3 0 0 0,-3 0 0 15,3 0 52-15,0 0 9 0,-3 1 2 0,3-1 0 31,-3 0-23-31,0 3-4 0,0-3 0 0,0 3-1 16,0-1-18-16,0 4-3 0,0-1-1 0,0 1 0 0,0-3-13 0,0-1 9 0,0-1-9 0,-3-1 8 16,3-3 0-16,0-2 0 0,0 0 0 0,0-5 0 15,0-1 2-15,0-2 0 0,0-3 0 0,0 1 0 16,3-6-2-16,0 0 0 0,0 0 0 0,0 0 0 16,-3-8 0-16,3-3 0 0,0-2 0 0,0-5 0 15,3-4 7-15,0-1 1 0,0-4 0 0,3-2 0 16,0 0-4-16,3 2 0 0,-3 1 0 15,3-3 0-15,-3 2-3 0,3-2-1 16,0 0 0-16,0 0 0 0,0-3 6 16,-3 1 1-16,3-6 0 0,0 2 0 0,-1 6-3 0,1 0 0 0,0 5 0 15,0 0 0-15,-3 8-12 0,3 1 0 0,0 1 0 0,0 4 0 16,-3 2 36-16,3 2 4 0,-3 1 0 0,3 5 1 16,-3-2-22-16,3 4-5 0,0-2-1 0,-3 3 0 15,2 5-2-15,1-3-1 0,-3 6 0 0,3-1 0 16,0 6-10-16,0 0 0 0,0 5 9 0,-3 3-9 15,3 2 0-15,0 1 9 0,-3 2-9 0,3-3 0 16,-3 1 0-16,3-3 0 0,-3-3 0 0,-3 0 0 16,3 0-15-16,-4 0-3 0,1 3-1 0,0-3 0 15,-3 3-28-15,0 0-5 0,0 2-2 0,-3 1 0 16,0-3-106-16,1-3-22 0,-1 3-4 0</inkml:trace>
  <inkml:trace contextRef="#ctx0" brushRef="#br0" timeOffset="13065.46">14100 13053 2288 0,'0'0'65'0,"0"0"14"0,0 0-63 0,0 0-16 0,0 0 0 0,0 0 0 16,6-3 71-16,-3 3 11 0,3-3 2 0,-4 3 1 15,4 0-37-15,3 0-8 0,0-2-2 0,0 2 0 16,3 0-30-16,0-3-8 0,0 0 0 0,3 3 0 16,3-2 19-16,0-3 2 0,2 2 1 0,4-2 0 15,0-1-81-15,3-2-16 0,0-2-3 0</inkml:trace>
  <inkml:trace contextRef="#ctx0" brushRef="#br0" timeOffset="13319.096">14740 12830 2176 0,'0'0'45'0,"-6"3"11"16,0 2-44-16,0 1-12 0,0-1 0 0,0 0 0 16,0 1 109-16,0-1 20 0,0 0 4 0,-3 3 1 15,3-3-52-15,0 3-10 0,3 0-3 0,-3 0 0 0,3 0-23 0,0 0-5 0,0 0-1 16,3 3 0 0,0-3-12-16,0 2-4 0,0 1 0 0,0-1 0 15,3 1-6-15,-3-1-2 0,0 4 0 0,3 2 0 16,0-1-2-16,-3 4-1 0,3 2 0 0,-3 0 0 15,3 3-4-15,-3 3-1 0,0-1 0 0,3-2 0 16,-3 0-8-16,0-3 0 0,3 0 0 0,-3-5 8 0,3 0-8 16,-3-3 0-16,0 0 0 0,3-2 0 15,-3-1-21-15,0-2-7 0,3-2 0 0,-3 2-1 16,0-3-127-16,3 0-24 0,-3 0-6 0</inkml:trace>
  <inkml:trace contextRef="#ctx0" brushRef="#br0" timeOffset="14936.744">10870 3257 2014 0,'-6'-18'42'0,"3"12"9"16,0 1-41-16,0 0-10 0,-3 2 0 0,-3-2 0 15,3 2 64-15,-3-5 12 0,-3 6 1 0,1-4 1 16,-4 6 40-16,-3-2 8 0,0 2 2 0,-3 2 0 16,0 1-103-16,0 2-25 0,1 3 0 0,-1-5 0 15,0 2 0-15,3 3 0 0,0 0 0 0,0 0 0 16,6 5 0-16,1-5-9 0,-1-3 0 0,3 6 0 15,0 2 9-15,3-5 0 0,3 3 0 0,0-1-8 16,3 1 8-16,3 0 16 0,0 4-4 0,3-4-1 0,3 2-11 16,3 0 0-16,0 1 0 0,2 2 0 0,1-6 0 0,3 3 0 15,3 1 0-15,3-1 0 16,-3 3-24-16,2-8-6 0,-2 2-2 0,0 3 0 0,0 1 52 0,-6-6 9 0,0 2 3 16,-3 3 0-16,-3 1-32 0,-3-6 0 15,-4 5 0-15,1-3 0 0,-6 1 0 0,-2 0 0 16,-1-3 0-16,-6 2 0 15,0-2-23-15,-3 3-10 0,-6 2-3 0,0-5 0 0,0 5 36 16,1-5 0-16,-4 0 0 0,3 3 0 0,0-1 24 16,3-2 9-16,0 3 2 0,0-3 0 15,4-3-79-15,2 0-16 0,0 3-4 0,6-8 0 0,0 0-51 16,6 0-10-16,-6-5-3 0</inkml:trace>
  <inkml:trace contextRef="#ctx0" brushRef="#br0" timeOffset="15312.79">10992 3519 1580 0,'0'0'67'15,"-6"3"-54"1,3 5 133-16,-3-8 26 0,0 8 6 0,0-6 1 16,0 4-83-16,-3-1-16 0,3 0-3 0,0 6-1 15,1-3-60-15,-1 0-16 0,0-3 0 0,0 6 0 16,0 2 57-16,3-5 6 0,-3 2 1 0,3 1 0 15,3-3-75-15,0 0-14 0,0 0-3 0,3 0-1 16,0 0 29-16,0 0 0 0,3-3-8 0,3 3 8 16,-3-3-30-16,2-2-3 0,4 2-1 0,0-5 0 15,0 0 34-15,3 0 0 0,0 0 0 0,0-5 0 16,0 2 44-16,3 3 16 0,-1-8 4 0,-2 3 0 0,0 0-52 0,0 2-12 16,-3-5 0-16,0 3 0 0,-3 2 34 15,0-5 4-15,-3 0 1 0,0 3 0 0,-3 0-11 0,-3-3-3 0,0 2 0 16,-3-2 0-16,0-2-25 0,-3 2 0 0,0-3 0 0,-3 1 0 15,-3 2 0-15,0 0 0 0,-3-5 0 16,0 5 0-16,3 0 0 0,-5 0 0 16,5-5 0-16,-3 5 0 15,3 0-46-15,0 0-14 0,0-3-4 0,0 6 0 0,3 0-127 0,-3-1-25 16</inkml:trace>
  <inkml:trace contextRef="#ctx0" brushRef="#br0" timeOffset="15555.722">11364 3482 2066 0,'6'0'43'0,"3"0"10"16,0-3-42-16,3 1-11 0,0-1 0 0,3 1 0 16,0-4 104-16,5 4 20 0,1-6 3 0,0 0 1 15,3 2-52-15,-3-1-9 0,0 1-3 0,2-2 0 16,-2 0 0-16,-3 3 0 0,3-3 0 0,-3 0 0 15,0-2-51-15,2 2-13 0,-2 2 0 0,0-2 0 0,0 0 0 16,0 1 0-16,3 1 0 0,-3 1 0 16,-4 2 0-16,1-2 0 0,0 2 0 0,-3 3 0 15,-3-5-151-15,0 10-33 0,0-5-6 0</inkml:trace>
  <inkml:trace contextRef="#ctx0" brushRef="#br0" timeOffset="15771.904">11581 3583 1824 0,'0'0'38'0,"0"0"8"0,0 0-37 0,6 0-9 0,3 2 0 0,-3-2 0 15,3 0 104-15,3 0 20 0,-3-2 3 0,3 2 1 16,0-6-52-16,0 4-9 0,0 2-3 0,0-6 0 16,-1 4 0-16,4-6 0 0,-3 3 0 0,3-1 0 15,3-2-51-15,0 0-13 0,3-2 0 0,0-3 0 16,2-1 0-16,1 1 0 0,3-3 0 0,0-2 0 15,0 5-100-15,-1-6-22 16,1 8-5-16</inkml:trace>
  <inkml:trace contextRef="#ctx0" brushRef="#br0" timeOffset="16145.092">12257 3207 1579 0,'0'0'32'0,"0"0"10"15,-6-3-34-15,0 3-8 0,0 0 0 0,0 0 0 16,-3 3 104-16,3 2 20 0,0-5 3 0,1 3 1 15,-1 2 0-15,0-2 0 0,0 2 0 0,0 0 0 16,0 3-52-16,0 0-9 0,3 0-3 0,-3 3 0 0,3-1-51 0,-3 1-13 0,3 2 0 0,0 0 0 16,3 3 0-1,-3-5 0-15,6 2 0 0,-3 3 0 0,3-5 0 0,0 4 0 16,3-4 0-16,0 2 0 0,0 1 0 16,6-4 0-16,0 1 0 0,0-1 0 0,2-2 0 15,4 0 0-15,0-3 0 0,3 1 0 0,0-4 0 0,0 4-15 16,2-6 3-16,-2 0 1 0,3 0 25 0,-3-6 5 0,0 4 1 15,0-6 0-15,-4 2 6 0,-2-1 2 16,3 1 0-16,-3-4 0 0,0-1-1 16,3 1 0-16,-3-6 0 0,-3 2 0 0,2-1 6 0,-2-7 2 0,-3 6 0 15,3-2 0-15,-6-1-5 0,0 6-1 0,0-3 0 0,-6-2 0 16,0 7 10-16,-6-5 1 0,0 6 1 0,-3-1 0 16,0-2-21-16,-3 2-5 0,-2 1-1 15,-1 2 0-15,-3 0-14 0,3 0 9 0,-3 3-9 0,-3 2 8 16,-3-2-25-16,-2 2-6 0,-4 3-1 15,-3 0 0 1,3 3-93-16,-2 2-19 0,-1-2-4 0</inkml:trace>
  <inkml:trace contextRef="#ctx0" brushRef="#br0" timeOffset="17165.931">22089 9028 2240 0,'0'0'64'0,"0"0"12"0,0 0-60 0,0 0-16 0,0 0 0 0,0 0 0 16,-3 5 41-16,0 1 6 0,0 2 1 0,-3 2 0 15,0 6-4-15,0 3 0 0,0 2 0 0,-3 5 0 16,0-2-25-16,-3 3-6 0,3 2-1 0,-5 0 0 16,2-3-12-16,-3 1 11 0,0-4-11 0,3 7 10 15,-3-1 14-15,3 0 2 0,0 0 1 0,0 0 0 16,0 0-46-16,4-2-9 15,-1-4-1-15,0-1-1 0,3-4 48 0,0-2 10 16,0-5 1-16,0-1 1 0,3-2-48 16,0 0-10-16,3-8-1 0,0 0-1 15,0 0-3-15,0 0-1 0,-3-5 0 0,0-3 0 0,3-5 34 0,3-3 0 0,0-3 0 0,0-5 0 16,6 1 0-16,0-4 0 0,0-2 0 0,6 0 0 16,-1 0 0-16,1 2 0 0,6 1 0 0,0-6 0 15,3 0 23-15,3 1 11 0,-1-6 2 0,1-1 1 16,0 4-7-16,-3 0-2 0,0 2 0 0,-4 3 0 15,1 2 4-15,-6 4 0 0,0 4 0 0,0-2 0 16,-3 8 2-16,0 2 1 0,0 0 0 0,0 4 0 16,-4 1-15-16,4 1-2 0,-3 5-1 0,0-3 0 15,0 3-3-15,0 3-1 0,-3 2 0 0,0 1 0 0,0 1-1 0,0 4-1 16,-3 5 0-16,0 2 0 0,0 6-3 16,-3 5-8-16,0 3 12 0,0 5-4 0,0-2-8 15,0-1 0-15,0-2 0 0,0 2 0 0,-3-2-15 0,3-3-5 16,-3 0 0-16,3 5-1 15,-3 1-15-15,3-1-2 0,-3 6-1 0,3-3 0 16,-3 0-15-16,3-8-3 0,-3 0-1 0,0 0 0 16,3-7-106-16,-3-1-20 0,0-3-5 0</inkml:trace>
  <inkml:trace contextRef="#ctx0" brushRef="#br0" timeOffset="17671.016">21931 9388 1998 0,'-21'-11'84'0,"3"1"-67"16,1 2 103-16,5 0 21 0,0 3 4 0,6-1 1 15,0 1-66-15,6 5-12 0,0 0-4 0,0 0 0 16,6-3-51-16,0 1-13 0,6-1 0 0,0 3 0 16,5 0 0-16,4 0 0 0,6 0 0 0,3 0 0 15,0 3 16-15,2-3 0 0,1 2 0 0,0-2 0 16,0 3-16-16,-4 0 0 0,4-1 0 0,0-2 0 15,0 3 0-15,5 0-21 0,4 2 3 0,-3-2 1 16,-4 2 32-16,1-2 6 0,-6 2 2 0,3 0 0 16,-13 0-23-16,1 1 0 0,-6-1 0 0,0-2 0 15,-6 2 9-15,0 3-9 0,-3-3 12 0,0 3-12 16,-3 0 16-16,-3 3-3 0,-3-1-1 0,0 3 0 16,0-2-1-16,0 2-1 0,-3 3 0 0,0-3 0 15,3 1-10-15,0-1 0 0,-3 0 0 0,3 0 0 16,3 1 15-16,0-4-3 0,0 1 0 0,3-1 0 0,0-2-12 0,3 0 0 15,0-3 0-15,3 1 0 0,0-1 0 0,0-2 0 0,0-1 0 16,2-2 0-16,1 0 0 0,3 0 0 0,0-2 0 16,3-1 0-16,0-2 0 0,-3-1 0 0,3-2 0 0,-1 1 0 15,1-4 0-15,0 0 0 0,0 1 0 0,-6-6 0 16,3 3 54-16,0-3 8 0,-6-3 2 0,3 3 0 16,-3-2-52-16,-4 2-12 0,4 0 0 0,-6-2 0 15,3 4 0-15,-3 1 0 0,-3 0 0 0,0 2 0 16,-3 1 0-16,-3 2 0 0,0 0 0 0,-5 3 0 15,-1-1 0-15,-3 4 0 0,-3-4 0 16,-3 4 0-16,0 2 0 0,-3 2 9 0,-2-2-9 0,-1 6 8 16,0-1-163-16,0 3-33 15,3 0-6-15</inkml:trace>
</inkml:ink>
</file>

<file path=ppt/ink/ink1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3-25T22:13:10.432"/>
    </inkml:context>
    <inkml:brush xml:id="br0">
      <inkml:brushProperty name="width" value="0.05292" units="cm"/>
      <inkml:brushProperty name="height" value="0.05292" units="cm"/>
      <inkml:brushProperty name="color" value="#00B050"/>
    </inkml:brush>
  </inkml:definitions>
  <inkml:trace contextRef="#ctx0" brushRef="#br0">15698 4353 1409 0,'0'0'60'16,"0"0"-48"-1,0 0 88-15,0 0 19 0,6-3 3 0,0 3 1 16,0 0-32-16,0 0-7 0,0 0 0 0,0 0-1 16,3-5-23-16,-3 5-4 0,3-3 0 0,0 3-1 15,-1 0-17-15,4 0-3 0,0 0-1 0,3 0 0 16,0-5-9-16,3 2-1 0,0 3-1 0,0-3 0 16,2 1-9-16,1-1-2 0,3 3 0 0,-3-2 0 15,3 2-12-15,0-3 8 0,-1 0-8 0,1 1 0 16,-3 2 8-16,0 0-8 0,-3-3 0 0,3 6 0 15,-4-3 0-15,1 0 0 0,0 0 0 0,0 0 0 0,-3 0 30 16,0 0 0-16,3 0 0 0,-3 0 0 16,-1 2-46-16,-2-2-8 0,0 0-3 0,0 3 0 15,0 0 27-15,-3-3 16 0,3 2-3 0,-3 1 0 0,0-1 8 16,0-2 2-16,-3 3 0 0,3 0 0 0,-4 2-4 16,1-2-1-16,-3 2 0 0,3-5 0 0,-3 3 0 0,3-1 0 0,-3 4 0 0,-3-6 0 15,3 5-3-15,0 0-1 0,0 3 0 0,0-5 0 16,-3 2-5-16,3 0-1 0,0 3 0 0,-3-2 0 15,3 4-8-15,-3-5 10 16,0 1-10-16,3 2 10 0,-3 2-10 0,3-2 8 0,-3-2-8 0,0 4 8 16,0-2-8-16,0 5 0 0,0-5 0 0,0 3 0 15,0-1 0-15,0 4 0 0,0-1 0 0,-3 0 0 16,0 3 0-16,3 2 8 0,0-4-8 0,-3 9 0 16,3-7 0-16,0 3 0 0,-3 2 0 0,3 0 0 15,0-2 0-15,-3 2 0 0,3-3 0 0,0 1 0 16,0 2 0-16,0 0 0 0,0 0 0 0,0 6 0 15,0-6 0-15,3 6 0 0,0-1 0 0,0 6 0 16,0 2 14-16,3-5-2 0,-3 8-1 0,3-5 0 16,0 2-2-16,0 1 0 0,0-3 0 0,0 5 0 15,0-3-9-15,0 6 8 0,0-1-8 0,0 1 8 16,-3 2-8-16,3-2 0 0,-1 2 0 0,-2 1 8 16,0-1-8-16,0-2 8 0,0 0-8 0,0 5 8 15,0-3 0-15,0 3-8 0,0 0 12 0,0 2-4 16,-3-4 2-16,3-1 0 0,0 0 0 0,-3 1 0 15,0-1-2-15,3 6 0 0,-3-3 0 0,0 2 0 0,0-2-8 16,0-2 8-16,3-4-8 0,-3 4 8 0,0-4-8 0,0 4 0 0,0-4 0 0,0 6 8 16,0-5-8-16,0 0 0 0,0-1 0 0,-3 1 0 15,3-3 0-15,0 0 8 0,-3 0-8 0,3 0 0 16,0 0 10-16,-3 0-10 0,3 0 12 0,0 3-12 16,-3-3 13-16,3-2-4 0,0-1-1 0,0 0 0 15,0-2-8-15,0 0 12 0,0-3-12 0,0 3 12 16,0 0-12-16,-3 2 12 15,3-2-12-15,-3 5 12 0,3-6-12 16,0-1 0-16,-3 1 0 0,3 1 8 0,-3-5-8 0,3-1 0 0,-3 3 0 0,3-2 0 16,-3-1 0-16,3-2 0 0,0 2 8 0,-3 1-8 15,3-1 0-15,0-2 0 0,-3 2 0 0,3 4 0 16,0-7 0-16,-3 1 0 0,3 0 0 0,0-3 8 16,0 0-8-16,0 1 0 0,0-1 9 0,0 0-9 15,0-3 8-15,-3-2-8 0,3 0 8 0,0 0-8 16,0 0 0-16,0 0 9 0,0-3-9 0,0 3 0 15,0-3 8-15,0 0-8 0,0 1 0 0,0-1 0 16,0 0 8-16,0-2-8 0,0 2 0 0,0 0 0 16,0-5 0-16,-2 3 0 0,2-3 0 0,0-3 0 15,-3 3 0-15,3-3-19 0,0-5 4 0,0 0 1 16,0 0-184-16,-3 3-37 0</inkml:trace>
  <inkml:trace contextRef="#ctx0" brushRef="#br0" timeOffset="2195.368">16517 8240 2048 0,'0'0'43'0,"0"0"9"0,0 0-42 0,0 0-10 0,0 0 0 0,0 0 0 15,0 0 75-15,0 0 13 0,0 0 2 0,6 5 1 16,-3 0-45-16,0-2-9 0,-3 2-1 0,3 0-1 16,-1 1-13-16,-2-1-2 0,3 0-1 0,0 3 0 15,-3 0-7-15,3 0 0 0,-3 0-1 0,3 0 0 16,-3 3-3-16,3-1 0 0,-3 1 0 0,3-1 0 16,-3 1-8-16,0 0 8 0,3-1-8 0,-3 3 8 15,0-2-8-15,3 0 0 0,-3-1 9 0,0 3-9 16,0-2 0-16,0 2 9 0,0 0-9 0,0 1 0 15,0-4 14-15,0 3-4 0,0-2-1 0,0 0 0 16,0-1 2-16,-3 1 0 0,3-1 0 0,-3 4 0 16,3-4-2-16,0 3 0 0,-3-2 0 0,3 2 0 15,-3-2-1-15,3 2 0 0,0-2 0 0,-3 2 0 16,3-3 0-16,0 4 0 0,-3-1 0 0,3-3 0 0,0 4 0 0,-3-1 0 16,3-3 0-16,0 1 0 0,0 0-8 0,0 2 8 0,0-5-8 15,0 2 8-15,0 1-8 0,0 0 0 0,0-3 9 0,0 2-9 16,0 1 0-16,0-1 9 0,0 1-9 0,0-1 0 15,0 1 8-15,0 2-8 16,0-5 0-16,0 3 0 0,0 2 0 0,0-2 0 0,0-1 8 16,0 3-8-16,0-2 20 0,-3 2 1 0,3 3 0 15,0-3 0-15,0 1-33 0,0-1-6 0,0 0-2 0,0 3 0 16,0 0 20-16,0 0 0 0,0-3 0 0,0 3 0 16,0 0 0-16,0-1 0 0,0-1 0 0,0 2 0 15,3-1 0-15,-3-1 0 0,0-1 0 0,0 3 0 16,0-3 12-16,0 3-4 0,0-3-8 0,3 3 12 15,-3-3-1-15,0 0-1 0,3 3 0 0,-3-2 0 16,0-1-10-16,3 3 0 0,-3 0 0 0,0-3 0 16,0 3 0-16,0 0 0 0,0-3 0 0,0 3 0 15,0 0 23-15,0-1 2 0,0 1 1 0,0 0 0 16,3 0-18-16,-3-3-8 0,0 3 8 0,0-3-8 16,0 1 9-16,0-1-9 0,0 0 10 0,0 0-10 15,0 1 8-15,0-1-8 0,0 0 0 0,0 0 9 16,0 0-9-16,-3 1 0 0,3-1 0 0,0 0 0 15,0 0 25-15,-3 1 0 0,3-1 0 0,0 3 0 16,0-3-25-16,-3 3 0 0,3-3 0 0,0 3 0 0,-3 0-9 16,3 0-7-16,0 0-2 0,0-1 0 0,0 1 18 15,-3-2 0-15,3 1 0 0,0-1 9 0,0-1-9 0,-2 3 0 16,2-3 0-16,0 0 8 0,0 3-8 0,-3-3 0 16,3 1 9-16,0-1-9 0,0 3 0 0,-3-3 0 15,3 0 0-15,0 0 8 0,0 3-8 0,-3-3 0 16,3 3 0-16,0-2 0 0,-3 1 10 15,3 1-2-15,0 0-8 0,-3 0 12 0,3 0-12 16,0 0 0-16,-3 0 0 0,3 0 0 0,0-3 0 0,-3 3 0 0,3-6 0 16,0 3-10-16,0 1 10 0,0-1 0 0,0-2 0 0,0 2 0 15,0-3 0-15,0 4 0 0,0-4 0 0,0 1 0 16,-3-1 0-16,3 1 0 0,0-1 0 0,-3 1 0 16,3-3 0-16,-3 3 8 0,3-3-8 0,-3-1 0 15,3 1 0-15,-3 3 9 0,3-6-9 0,-3 6 0 16,0-3 11-16,3-3-11 0,-3 3 10 0,0 0-10 15,3-3 14-15,-3 3-3 0,0 0-1 0,0-3 0 16,0 1-22-16,0-1-5 0,0 0-1 0,-3 1 0 16,3-1 46-16,-3 0 8 0,3-2 3 0,-3 2 0 15,3-2-26-15,-3 2-5 0,0-2 0 0,0 2-8 16,-3-2 10-16,4 2-10 0,-1-2 8 0,-3 2-8 16,0-2 8-16,0 2-8 0,-3-3 0 0,3 4 8 15,-3-4-8-15,3 4 0 0,-3-4 0 0,0 4 8 16,3-4-8-16,0 4 0 0,-2-4 0 0,2 3 0 15,-3 1 12-15,3-4-4 0,0 4 0 0,0-4 0 16,0 1-8-16,0 2 0 0,0-2 0 0,0 0 0 16,0-1 0-16,3 1 0 0,-3 2 0 0,3-2 0 15,-3-1 0-15,4 4-9 0,-4-4 9 0,0 1-13 16,3 2 13-16,-3-2 0 0,0 2 0 0,0-2 0 0,3 2 0 0,-3-2 0 16,0 0 0-16,0 2 0 0,3-3 0 0,-3 4 0 15,0-4 0-15,0 4 0 0,3-4 0 0,-2 4 0 0,2-4 0 16,-3 4 0-16,3-4 0 0,0 3 0 15,-3-2 0-15,3 2 0 0,0 1 0 0,0-4 0 0,0 4 0 0,0-4 0 16,0 4 0-16,0-4 0 0,0 4 0 0,0-4 0 16,0 3 0-16,6-5 0 0,-3 6-8 0,-3-1 8 15,0 0 0-15,3 1 0 0,0-1 0 0,-2 0 0 16,2 1 0-16,0 1 0 0,0-1 0 0,0-1 0 16,0 3 0-16,0-3 0 0,0 3 0 0,0 0 0 15,0 0 0-15,0 0 12 0,0 0-3 0,0 0 0 16,0 2-9-16,3-2 0 0,-3 0 0 0,0 3 0 15,3 0 0-15,-3-4 0 0,0 4 0 0,3 0 0 16,-3-1 0-16,0 1 0 0,3-3 0 0,-3 2 0 16,0 1 0-16,3-3-14 0,-3 0 3 0,3 2 1 15,-3-2 10-15,3 0 0 0,-3 0 0 0,0 0 0 16,3 0 0-16,-3 0 0 0,3 0 0 0,-3 0 0 16,3 0 0-16,0 2 0 0,-3-2 0 0,3 3 0 15,-3-3 0-15,3 0 14 0,0 0-3 0,-3 2-1 16,3-2-10-16,0 3-14 0,-3-3 3 0,3 0 1 15,0 2 10-15,-3-2 0 0,3 3 0 0,0-1 0 16,-3-2 0-16,3 3 0 0,0 0 0 0,-3-1 0 0,3 1 0 0,0-1 0 16,-3 3 0-16,3-2 0 0,-3 0 0 0,3-1 0 0,0 1 0 15,-3-1 0-15,3 1 0 0,0 0 0 0,-3-3 0 0,3 2 8 16,0 1-8-16,0-3 0 0,0 0 0 0,0 2 8 16,0-2-8-16,-3 0 0 0,3 0 8 0,0 0-8 15,0 0 8-15,0-3-8 0,0 3 8 16,0 0-8-16,0 0 0 15,-3 0 9-15,3 0-9 0,0 0 0 0,0 0 10 0,0 0-10 16,0 0 8-16,0 0-8 0,0-1 8 16,0 1-8-16,0 0 0 0,0 0 8 0,0-2-8 0,0 1 8 0,0-1-8 0,0 2 8 15,0-3-8-15,0 3 8 0,0-3-8 0,0 1 8 16,0 1-8-16,-3-1 0 0,3-1 0 0,0 3 8 16,0-3-8-16,0-5 0 0,0 6 0 0,0-1 0 15,0-5-13-15,0 0-8 0,0 8-2 0,0-8 0 16,0 0 23-16,0 0 0 0,0 0 8 0,0 0-8 31,0 0-102-31,0 0-26 0,3-8-4 0</inkml:trace>
  <inkml:trace contextRef="#ctx0" brushRef="#br0" timeOffset="3735.475">15121 4877 1337 0,'0'0'56'15,"0"0"-44"1,-6-3 41-16,3 3 9 0,3 0 2 0,-6 0 0 16,6 0 26-16,-6-5 6 0,6 5 0 0,0 0 1 15,-6 0-21-15,6 0-5 0,0 0-1 0,0 0 0 16,0 0-36-16,0 0-7 0,0 0-2 0,0 0 0 15,0 0 31-15,0 0 7 0,0 0 1 0,0 0 0 16,0 0-52-16,0 8-12 0,3-3 0 0,0 0 0 16,0-2 0-16,3 2 0 0,0-2 0 0,0-1 0 15,0 4 0-15,2-1 0 0,1-2 0 0,0-1 0 16,3 4 54-16,0-4 8 0,0 3 2 0,3-2 0 16,0 5-52-16,0-5-12 0,0-1 0 0,2 4 0 0,-2-4 0 15,6 4 0-15,-3-4 0 0,0-2 0 0,3 3 0 16,0 0 0-16,-1-3 0 0,4 0 0 15,0 2 0-15,0-2 0 0,3 0 0 0,2 3 0 16,-2 2-14-16,0-5-6 0,0 3 0 0,0-3-1 0,-1 0 21 0,1 2 0 16,-3-2 0-16,3 0 0 0,0 0 20 15,-4-2-2-15,4 2 0 0,3 0 0 0,0 0-18 0,-4 0-16 16,7 0 4-16,-3 0 0 0,-3 0 12 0,3 2 15 16,-1-2-3-16,-2 0-1 0,0-2-11 0,-3 2 0 0,-1-3 0 15,1 3 0-15,0 0 0 0,0-5 12 0,-3 5-4 16,6-3 0-16,-7 3 0 0,4 0-8 0,0 0 12 15,0 0-4-15,-6 0-8 0,3 0 12 0,-4 0-12 0,1 0 12 16,0 0-12-16,0 0 8 0,-3 0-8 0,3 0 8 16,-6 0-8-16,2 0 0 0,-2 0 9 0,0 0-9 15,0-2 0-15,0 2 9 0,0 0-9 0,0 0 0 16,0-3 8-16,0 3-8 0,3 0 0 0,-3 0 0 16,-1 0 11-16,4 0-11 0,-3 0 10 0,3 0-10 15,-3 3 9-15,0-3-9 0,3 0 8 0,0 2-8 16,-3-2 0-16,2 0 0 0,-2 3 8 0,0 2-8 15,0-5 0-15,0 0 8 0,-3 3-8 0,3-3 8 16,-3 2-8-16,0 1 8 0,0 0-8 0,0-3 8 16,-3 2 0-16,3 1-8 0,-3 0 12 0,-1-3-4 15,1 2-8-15,0 1 12 0,-3 0-12 0,-3-3 12 16,0 0-12-16,6 2 10 0,-6-2-10 0,3 3 10 0,-3-3-10 16,3 5 8-16,3-2-8 0,-6-3 8 0,3 2-8 0,-3-2 8 15,3 3-8-15,0 2 8 0,-3-5-8 16,6 3 0-16,-3 2 0 0,-3-5 8 15,3 6-8-15,0-4 12 0,0 6-12 0,-3-5 12 16,0-3-12-16,3 3 10 0,0 2-10 0,-3-5 10 0,3 5-2 0,-3-5-8 0,3 5 12 16,-3-5-4-16,3 8 1 0,-3-5 0 15,0-3 0-15,3 5 0 0,-3-5 1 0,3 6 0 0,-3-4 0 0,0-2 0 16,3 5 0-16,-3-5 0 0,0 0 0 0,3 3 0 16,-3-3-2-16,0 0-8 0,0 0 12 0,0 0-4 15,0 0-8-15,0 0 0 0,0 0 0 0,0 5 8 16,0-5-8-16,0 0 0 0,0 0 0 0,0 0 8 15,0 0-8-15,0 0 0 0,0 0 0 0,0 0 0 16,0 8 0-16,0-8 0 0,0 0 0 0,0 0 0 16,0 0 0-16,0 0 0 0,0 0-12 0,0 0 12 15,0 0-135-15,0 0-19 0,0 0-4 0</inkml:trace>
  <inkml:trace contextRef="#ctx0" brushRef="#br0" timeOffset="6043.754">17038 5046 1820 0,'0'0'76'0,"0"0"-60"15,0 0 90-15,0 0 18 0,0 0 4 0,-3 8 1 16,3-3-1-16,0 0 0 0,0 3 0 0,-3 0 0 15,3-2-102-15,0 2-26 0,0-1 0 0,-3 4 0 16,3 0 0-16,0-3 0 0,-3 5 0 0,3-3 0 16,-3 4 0-16,3-1 0 0,0 0 0 0,-3 3 0 15,3-3 29-15,0 3 1 0,-3 3 0 0,3-4 0 16,0 7-48-16,-3-4-10 0,0 3-1 0,3 1-1 16,-3 1 30-16,0 4 0 0,0 2 0 0,0 0 0 0,0 0 32 15,3 3 12-15,0 0 2 0,-3 2 1 16,3-2-14-16,3-1-2 0,-3-1-1 0,3 4 0 15,-3-2-18-15,3 2-4 0,0 3-8 0,0 3 12 16,0-3-12-16,0-3 0 0,3 1 8 0,-3 2-8 0,0-5 0 16,0 2 0-16,0-2 0 0,0 2 0 0,0 0 8 0,0 4-8 0,-1 1 0 15,-2 1 0-15,3-6 8 0,0 1-8 16,0-1 0-16,0 0 9 0,0-2-9 0,-3 0 0 0,3 0 9 0,-3 2-9 16,0 1 8-16,3-1-8 0,-3 3 10 0,0 0-10 15,3-3 10-15,-3-2-10 0,3 0 10 0,0 0-10 16,-3-3 10-16,3-3-10 0,-3 1 10 15,0 4-10 1,3-1 20-16,-3 1-1 0,0 4-1 0,0-1 0 0,0-2-18 0,3-3 0 0,-3 3 0 0,3-3 0 16,0-3 0-16,-3 1 0 0,3-1 0 0,-3 1 0 15,3-1 0-15,-3 1 0 0,3 2 0 0,-3 0 0 16,3 3 0-16,-3-3 0 0,3 2 0 0,0 4 0 16,-3-6 0-16,3-3 0 0,0 1 0 0,-3-1 0 15,3-2 0-15,-3 0 0 0,0 0 0 0,3 0 0 16,-3 2 0-16,0 0 0 0,0 4 0 0,0 1 0 15,0-2 36-15,3 1 3 0,-3-1 1 0,0-3 0 16,0 1-28-16,0-4-12 0,0-1 10 0,0 1-10 16,0-1 8-16,0-4-8 0,0 3 0 0,0 0 9 15,-3 1-9-15,3-1 0 0,0 3 0 0,-3-1 0 16,3 1 17-16,0 0-1 0,0 0-1 0,0 2 0 16,0-2-15-16,0-3-13 0,0-2 2 0,0 2 1 15,0-3 10-15,0-2 0 0,0 0 0 0,0 0-8 16,0 0 8-16,0-3 0 0,0 0 0 0,0 3 0 15,0-2 0-15,0-1 0 0,0 3 0 0,0-1 0 16,0 1 12-16,0 0-1 0,0 0-1 0,0 3 0 0,0-3-10 0,0 2-12 0,0 1 2 16,0-1 1-16,0-2 9 15,0 0 0-15,0 0 0 0,0-3 0 0,0 0 0 0,0 0 0 16,0-2 0-16,0 0 0 16,0-1 0-16,0 1 0 0,0-3 0 0,0 2 0 0,0 1 0 0,0-3 0 0,0 0 0 15,-3 2 0-15,3-2 0 16,0 0 0-16,0-3 0 0,-3 3 0 15,3-2 0-15,0 2 0 0,0 0 0 0,-3-3 0 0,3 3 0 0,0-3 0 0,-3 0 0 0,3 3 8 16,-3-2-8-16,0-1 0 0,0 0 8 0,0 3-8 16,0-3 0-16,0 3 0 0,0-2 0 0,0-1 8 15,0 3-8-15,0-3 0 0,0 0 0 0,0 3 8 16,0-5-8-16,0 2 0 0,-3 1 0 0,3-1 0 16,-3 0 0-16,1-2 0 0,2 2 0 0,-3-2 0 15,0 2 0-15,0-2 0 0,0-1 0 0,0 4 0 16,-3-4 0-16,3 4 0 0,-3-4 0 0,3 4 0 15,-3-4 0-15,0 4 0 0,0-4 0 0,0 3 0 16,-3 1 18-16,0-1 2 0,1 0 1 0,-1 1 0 16,0 2-21-16,-3-3 0 0,3 0 0 0,-3 3 8 15,3-3-8-15,-3 1 0 0,0 2 0 0,-2-3 0 16,2 0 0-16,0 3 0 0,-3-3 0 0,3 1 0 16,0 2-16-16,-3-3-5 0,0 0-1 0,1 3 0 0,2-3 22 15,0 3 0-15,-3 0 0 0,3 0 0 16,-3 0 0-16,-3 0 0 0,1 0 0 0,-4 0 0 0,-3 0 0 15,0 3 0-15,0-4 0 0,-2 1 0 16,-1 6 0-16,-3-1 0 0,3 0 0 0,-5 3 0 16,5 0 15-16,-3 0 7 0,3 0 2 0,-2 2 0 0,2 1 12 0,0-1 4 15,-3 1 0-15,1-1 0 16,2-2-64-16,0 0-12 0,0 0-2 0,1 0-1 0,2-3 11 0,0 0 3 0,3 0 0 16,0 1 0-16,3-4 45 0,-2 3 8 0,2-2 3 0,-3 2 0 15,3-2-31-15,3-1 0 0,0-2 0 0,1 3 0 16,2 0 0-16,-3-4 0 15,3 1 0-15,3 3 0 0,-3-3 0 0,3 3 0 16,3-4 0-16,-3 4 0 0,3-3 0 0,-2 3 0 0,5-1 0 0,-3 1 0 16,3-3 0-16,0 0 0 0,0 2 0 0,0 1 0 15,0-3 0-15,0 0 0 0,3 2 0 0,-3-2 0 16,3 3 0-16,-3-3 0 0,3 0 0 0,0 2 0 16,0-2 0-16,0 3 0 0,0-3 0 0,0 0 0 15,0 0-19-15,0 0-9 16,0 2-3-16,0-2 0 0,0 0 43 0,0 0 9 0,0 0 2 0,0 2 0 15,0-2-12-15,3 3-3 0,-2-3 0 0,-1 2 0 16,0 1-8-16,3-3-11 0,-3 0 3 0,0 3 0 16,0-1 8-16,3 1 0 0,-3-1 0 0,0-2 0 15,3 3-20-15,0-1-3 0,-3 1 0 0,3 0 0 16,-3 2 23-16,3-3 0 0,-3 4 0 0,3-1 0 16,-3-3 0-16,3 4 0 0,0-4 0 0,-3 3 0 15,3-2 14-15,0 2 7 0,-3 0 2 0,3 1 0 16,-3-4-37-16,3 1-7 0,0-1-2 0,-3 4 0 15,3-6 23-15,0 2 0 0,-3 1 0 0,3-3 0 0,0 2 0 16,-3 1 0-16,3-1 0 0,0-2 0 0,0 3 0 0,-3 0 0 16,3-1 0-16,0 1 0 0,0-3 15 0,-3 2 7 0,3 1 2 0,0-1 0 15,0 1-24-15,-3 0 0 0,3 2 0 0,0 0 0 16,0-2 0-16,-3 2 8 0,3 3-8 0,0-3 0 16,0 0 0-16,-3 3 0 0,3-3 0 0,0 3 8 15,0-3-8-15,-3 1 0 0,3-1 8 16,0 0-8-16,0 3 0 15,-3-3 8-15,3-2-8 0,0 2 0 0,0-2 0 0,0 2 8 0,0-3-8 0,0 4 0 16,0-4 0-16,0 1 9 0,0-1-9 0,0 4 0 16,0-4 9-16,0 1-9 0,0-1 0 0,0 4 9 15,0-4-9-15,-3 1 0 0,3-1 9 0,0 1-9 16,0 0 0-16,0 2 9 0,0-3-9 0,0 4 0 16,0-4 10-16,0 3-10 0,0-2 8 0,0 0-8 15,0-1 0-15,-3 1 8 0,3-1-8 0,0 1 0 16,0 0 8-16,-3-1-8 0,3-2 0 0,0 3 8 15,0-3-8-15,0 2 0 16,0-2 0-16,0 0 0 0,0 0 0 0,-3 0 8 0,3 0-8 0,0 0 0 16,-3-3 0-16,3 3 8 0,0 0-8 0,-3 0 0 15,3-3 0-15,0 3 8 0,-3 0-8 0,0 0 0 16,3-3 0-16,0 3 8 0,-3 0-8 0,3 0 0 16,0-3 0-16,-3 3 0 0,3-2 0 0,0-1 0 15,0 3 0-15,0-3 0 0,0 0 0 0,0 3 0 16,-3-2 0-16,3-1 0 0,0 3 0 0,0-3 0 15,-3 3 0-15,3 0 0 0,0-3 0 0,0 3 0 16,0-2 0-16,0 2 0 0,0-1 0 0,0-1 0 16,0 2 0-16,0-3 0 0,0 3 8 0,0 0-8 15,0-3 0-15,0 3 0 0,0 0 0 0,0-3 0 16,-3 3 0-16,3-2 0 0,0 1 8 0,0-1-8 0,0-1 0 0,0 0 0 0,0 3 0 0,0-2 0 16,-3-1 0-16,3 0 0 0,0 0 0 0,0 1 0 15,0-1 0-15,0 0 0 0,0 1 0 0,0-4 0 16,0-2 0-16,-3 8 0 0,3-3 0 0,0 1 0 15,0-6 0-15,0 2 0 0,0 4 0 16,0-6 0-16,0 5 0 0,-3 0 0 0,3 1 0 0,0-6 0 16,0 5 0-16,0-5 0 0,0 5 0 0,0-5 0 15,0 5 0-15,0-5 0 0,0 0 0 0,0 0 0 16,0 0 0-16,0 0 0 0,0 0-10 0,0 0 10 16,0 0-74-16,0 0-9 15,0 0-1-15,3-2-1 0,3-6-171 0,-3-3-35 16</inkml:trace>
  <inkml:trace contextRef="#ctx0" brushRef="#br0" timeOffset="11566.394">21979 2749 2100 0,'3'-5'44'0,"0"2"10"0,0-2-43 0,-3 2-11 0,3-5 0 0,-6 3 0 16,0-3 112-16,-3 3 20 0,0-3 4 0,-6 5 0 15,0-5-69-15,-3 0-15 0,0 3-2 0,-3 0-1 16,-3 2-23-16,1-2-5 0,-1 2-1 0,-6 3 0 16,0 0-9-16,-3 0-3 0,-2 3 0 0,-4 2 0 15,3 0-8-15,-2 3 0 0,5 0 0 0,0 3 0 16,3-3 0-16,3 5 0 0,7 0-8 0,2-2 8 16,3 2-10-16,3 0 10 0,3 3-13 0,6 0 5 15,0-3-1-15,6 3 0 0,6 0 0 0,3 3 0 16,2-4 9-16,7 1-10 0,6 0 10 15,3 5-10-15,0-2 10 0,2-1 0 0,1 1 0 0,-3 5 0 16,-1-11 0-16,-2 6 0 0,-3-4 0 0,0 4 8 16,-3-6-8-16,-1 3 8 0,-5-8-8 0,-3 3 8 15,-3-1-8-15,-3-2 11 0,-3 0-11 0,-6 0 12 16,0 0-25-16,-6 0-5 0,-3 0-1 0,-3-3 0 16,-3 3 19-16,-3-3 0 0,1 3 0 0,-7 0 0 15,0-5 0-15,0 2 0 0,-6-2 0 0,1-1 0 16,2 1 0-16,-3-3 0 0,0 3 0 0,1-3 0 15,5-3-208-15,0 0-39 0</inkml:trace>
  <inkml:trace contextRef="#ctx0" brushRef="#br0" timeOffset="11806.02">22202 2977 2166 0,'3'-6'91'0,"-3"6"-73"16,0 0 124-1,0 0 25-15,0 0 5 0,0 0 0 0,0 0-73 0,0 0-15 0,0 0-4 0,0 0 0 16,0 6-40-16,-3 2-9 0,3 2-2 0,-3 4 0 16,0-1-8-16,3 3-1 0,-3-1-1 0,0 4 0 15,0 0-11-15,0-1-8 0,0-2 9 0,0 5-9 16,0-5 0-16,-3 5 8 0,3-5-8 0,0 5 0 16,0-8 0-16,0 6-18 0,3-3 4 0,-3 2 1 31,3-2-41-31,0 0-8 0,3-3-2 0,0 1 0 0,-3 1-102 0,3-7-21 15</inkml:trace>
  <inkml:trace contextRef="#ctx0" brushRef="#br0" timeOffset="12213.075">22875 2670 2777 0,'-9'-16'58'0,"-3"0"13"0,-3 3-57 0,0 2-14 0,0-2 0 0,-3 5 0 16,0 0 55-16,1 0 8 0,-4 3 1 0,3 2 1 16,-3 3-40-16,0 3-8 0,3 2-1 0,-2-2-1 15,2 5-7-15,0-3-8 0,0 3 11 0,0 5-11 16,6-5 0-16,-3 8 0 16,6-3 0-16,0 3 0 0,4 0-11 15,2 0 11-15,0 2-12 0,6-2 12 0,2 0-11 0,4 5 11 16,3-5-10-16,0 5 10 0,3-5-12 0,0 5 3 0,0-7 1 0,3 4 0 15,0 1 8-15,-1-1 0 16,1 1 0-16,-3-1-8 0,3 1 8 0,-3-3 0 0,0 5 0 0,-3-5 0 16,-3-3 0-16,0 3 0 0,-3-3 0 0,-3 3 0 15,-1-5 0-15,-4-1 8 0,-1 1-8 0,-3-3 11 16,-3 2-11-16,-3-2 8 0,0 0-8 0,-3 0 8 16,-3 0-8-16,0-3 8 0,0 3-8 0,-2 0 8 15,-1 0-8-15,-3-5 0 0,0-1 0 0,0 4 0 16,0-4 0-16,1 1 0 0,-1 2 0 0,3-5 0 15,3 0-16-15,0 0-9 16,3 0-2-16,3 0 0 16,4-8-189-16,5 6-37 0</inkml:trace>
  <inkml:trace contextRef="#ctx0" brushRef="#br0" timeOffset="12551.21">23035 2998 2033 0,'-6'0'85'15,"-2"3"-68"1,2 2 127-16,0-5 24 0,0 8 6 0,-3-6 1 16,3 6-85-16,-3 3-17 0,0-3-3 0,3 0-1 0,0 2-36 0,0 1-7 0,0-3-2 0,3 3 0 15,0 2-13-15,0 0-3 0,3-5-8 0,0 3 12 16,3 2-12-16,3 0 0 0,0 0 0 0,3-5 0 16,0 3 0-16,0-1 0 0,3-2 0 15,-3 0 0-15,3 0 0 0,2-3 0 0,-2-2 0 0,0 0 0 16,3-1 0-1,0-2 8-15,0 0-8 0,0-2 0 0,0 2 16 0,0-6-2 16,-1 4-1-16,1-1 0 0,-3-2 17 16,0 2 3-16,-3-5 1 0,3-2 0 0,-3 2 2 0,-3-3 0 0,3 3 0 15,-6-5 0-15,0 0-13 0,0 0-3 0,-3-3 0 0,-3 0 0 16,0 0-11-16,-3 0-9 0,0-5 12 0,-3 5-12 16,0 3 0-16,-3-3 0 0,-3 0 0 0,-3 5 0 15,1 3-23-15,-1 1-8 16,-6 1-1-16,-3 4-1 0,0-1-133 0,-2 6-26 15,-4-1-6-15</inkml:trace>
  <inkml:trace contextRef="#ctx0" brushRef="#br0" timeOffset="13074.458">22047 3794 2066 0,'-18'-5'43'0,"12"0"10"0,0 5-42 0,-3 5-11 0,4-5 0 0,-1 3 0 16,-3 2 53-16,3 3 9 0,-3 5 2 0,-3-2 0 16,3-1 0-16,3 6 0 0,-3-3 0 0,0 6 0 15,3-3-52-15,3-3-12 0,-3 3 0 0,3 0 0 16,0-3 15-16,3 3 0 0,0 2 0 0,3-4 0 16,0 2-24-16,3-6-5 0,3 1-1 0,0-1 0 15,0-2 15-15,6 0 0 0,0-3 0 16,0 1 0-16,0-4 0 0,5 1 0 15,-2-3 0-15,3 0 0 0,0-3 48 0,0-2 13 0,-3 0 3 0,-1 0 0 16,-2-3 0-16,0-3 0 0,0 3 0 0,-6-2 0 16,0-6-52-16,0 2-12 0,-3-1 0 0,0-4 0 15,-3-2 54-15,0 2 8 0,-3-7 2 0,-3 7 0 16,3-7-52-16,-6 2-12 0,3 0 0 0,-6 3 0 16,3-3 0-16,-3 11 0 0,-3-5 0 0,-3 2 0 15,0 5 0-15,-3-2 0 0,1 5 0 0,-1 0 0 16,0 0 0-16,-3 3 0 0,0 2 0 0,0 0 0 15,4 3-48-15,2 0-13 0,0 3-3 0,-3 0 0 16,6 2-162-16,0-2-33 0</inkml:trace>
  <inkml:trace contextRef="#ctx0" brushRef="#br0" timeOffset="13547.222">22726 3739 2100 0,'0'0'44'0,"-6"0"10"0,6 0-43 0,-6 0-11 0,6 0 0 0,-6 5 0 15,0-5 88-15,0 8 15 0,3-5 3 0,-3 5 1 16,0-3-47-16,3 8-8 0,-3-5-3 0,3 0 0 16,-3 5-22-16,3 3-5 0,3-5-1 0,-3 7 0 15,3-7-12-15,0 2-9 0,0 3 12 0,3-3-12 16,0 3 0-16,3-5 0 0,0 2 0 0,0 0 0 16,3-2 0-16,3-1 0 0,0 3 0 0,0-7 0 15,3-1 0-15,0 3 0 0,2-5 0 0,1 5 0 16,0-8 14-16,3 0-4 0,-3 0-1 0,0 0 0 15,0 0 25-15,-4 0 5 0,1-6 1 0,0 1 0 16,-3 2 4-16,0-2 0 0,-3 0 1 0,0-1 0 16,-3-1-1-16,0-4 0 0,0 3 0 0,-3-3 0 15,-3-2-8-15,0 0-1 0,0 2-1 0,-3-5 0 16,-3 3-15-16,3-5-3 0,-3 2-1 0,-3-3 0 16,0 6-15-16,0-3 9 0,-3-2-9 0,-3 2 8 15,0 3-8-15,-2 2 0 0,-4-5 0 0,0 6 0 16,-3 2-78-16,-3 5-8 0,3-5-2 0</inkml:trace>
  <inkml:trace contextRef="#ctx0" brushRef="#br0" timeOffset="16138.818">12710 5935 2310 0,'0'-5'48'0,"0"-1"11"0,0 6-47 0,0 0-12 0,0 0 0 0,0 0 0 31,0 0 81-31,0 0 15 0,0 0 2 0,0 0 1 0,0 6-56 0,0 4-11 0,-3 1-3 0,0 2 0 15,0 0-29-15,0 3 0 0,-3 0 0 0,0 0 0 16,0 2 0-16,0-2 0 0,-3 3 0 0,3 2 0 16,-3 0 0-16,3 0 0 0,0 3 0 0,-3 3 0 15,3-4 0-15,0 1 0 0,0-3 0 0,0 1 0 16,0-4 0-16,3-2 0 0,0-3 0 16,0-2 0-16,-2-1 0 0,2-4 0 15,3-6 0-15,0 0 0 0,0 0 9 0,0 0-9 16,-6-3 8-16,3-8-8 0,3 1 0 0,-3-6 0 0,3-3 0 15,0-2 0-15,0 0 0 0,3-3 0 0,3-2 0 0,-3-1 0 16,3 1 24-16,-1 2 12 0,1-5 2 0,3 3 1 16,-3-6-12-16,3-3-3 0,0-4 0 0,3-1 0 15,0 3-3-15,0 0-1 0,3 0 0 0,-3 3 0 16,0 7 8-16,-1 3 0 0,-2 3 1 0,3 5 0 16,-3 3 1-16,-3 0 0 0,3 2 0 0,-3 3 0 15,0 3-11-15,-3 2-3 0,0 1 0 0,-3 2 0 16,6 2-16-16,0 1 8 0,-3 2-8 0,3 6 0 15,0-1 8-15,-3 4-8 0,3 1 0 0,-3 7 0 16,3 4 0-16,-3 6 0 0,3 2 0 0,-3 3 0 16,3-2-18-16,-1 2 2 0,-2 2 1 0,3-2 0 15,-3-2-15-15,3-1-3 0,-3 3-1 0,0-2 0 16,-3 2-34-16,3-3-6 0,-3 3-2 0,0-2 0 16,0-1-120-16,-3-5-24 0,0-2-4 0</inkml:trace>
  <inkml:trace contextRef="#ctx0" brushRef="#br0" timeOffset="16652.593">12641 6115 2245 0,'-27'-5'47'0,"18"5"10"0,3-3-45 0,0 0-12 0,6 3 0 0,0 0 0 16,0 0 118-16,0 0 22 0,0-5 4 0,6 0 0 15,0 2-115-15,3-2-29 0,3 0 0 0,3 2 0 16,3-2 57-16,3 2 6 0,3 0 1 0,-1 1 0 16,1-1-52-16,3 0-12 0,0 1 0 0,-3-1 0 15,-1 3-16-15,-2-3-5 0,0 1-2 0,0-1 0 16,-3 3 37-16,0-3 7 0,2 1 2 0,-5 2 0 16,0 0-23-16,-3 0 0 0,0 2 0 0,-3-2 0 15,-3 3 0-15,-6-3 0 0,0 0 0 0,0 0 0 16,0 0 0-16,0 8 0 0,-3-3 0 0,0 3-12 15,-3 0 12-15,0 0 0 0,0 0 10 0,0 3-10 16,0-3 8-16,0 2-8 0,0 1 0 0,3-1 9 16,0 4-9-16,0-1 0 0,3 0 0 0,0 0-11 15,3 1 11-15,0-1-8 0,3 0 8 0,0-2-8 16,3-4 8-16,0 1 0 0,0 0 10 0,3-2-10 16,-3-4 0-16,3-2 0 0,3-2 0 0,-3-4 0 15,-1 1 0-15,1-3 0 0,3-2 0 0,-3 2 0 0,-3-6 19 16,3 4-3-16,-3-3 0 0,-3 2 0 0,3-2 11 15,-3 2 1-15,-3 1 1 0,0-1 0 16,0 0-5-16,-3 1-2 0,0-1 0 0,-3 3 0 0,3-2-10 0,-3-1-3 16,0 1 0-16,-3-1 0 0,3 3-9 0,-3-3 0 0,0 1 0 0,0 2 8 15,0 0-8-15,0 0 0 0,0 0-12 16,-3 5 12-16,0-2-41 16,3 0-1-16,-3 2 0 0,0 3 0 15,1 3-170-15,-4 0-35 0</inkml:trace>
  <inkml:trace contextRef="#ctx0" brushRef="#br0" timeOffset="18442.156">12876 12148 2066 0,'0'0'43'0,"-6"2"10"16,6-2-42-16,-6 3-11 0,6-3 0 0,-6 3 0 16,6-3 104-16,0 0 20 0,0 0 3 0,-6 2 1 15,6-2-52-15,0 0-9 0,0 0-3 0,0 0 0 16,-6 0 6-16,6 0 1 0,0 0 0 0,0 0 0 16,-5 3-46-16,5-3-9 0,-3 5-1 0,0 1-1 15,0-1-14-15,0 3 11 0,0-3-11 0,3 6 10 16,-3-3-10-16,0 5 0 0,0 0 9 0,0 3-9 15,0 2 0-15,0 4 0 0,0-1 0 0,0 3 0 16,3-1 0-16,-3 1 0 0,0 0-11 0,0 0 11 16,0-3-12-16,0-2 12 0,0-4-13 0,0 1 5 15,3-2 8-15,-3-4 0 0,0 1-9 0,0-3 9 16,3-3 0-16,-3 0 0 0,3-5-9 0,0 0 9 0,0 0 0 16,0 0-10-16,0 0 10 0,0-8-8 0,0-2 8 0,0-6-13 15,3 0 5-15,0-8 8 0,3 0-9 0,3-7 9 0,0-1 0 16,0-3 0-16,0 4 0 0,3-1 0 0,0 0 0 15,-4 0 0-15,4-2 0 0,0 2 8 16,-3-5 0-16,0-2 1 0,3 2 11 0,-3-3 3 0,0-3 0 16,0 4 0-16,0 4 2 0,3 4 1 0,-3 4 0 0,2 3 0 15,-5 3-5-15,3 5-1 0,0 0 0 0,0 3 0 16,-3 3-3-16,0-1-1 0,0 3 0 0,0 0 0 16,0 3-6-16,0 0-2 0,-3 2 0 0,-3 3 0 15,6 0-8-15,0 3 10 0,0-3-10 0,0 5 10 16,3 0-10-16,-3 0 0 0,0 1 0 0,0 2 8 15,-1 2-8-15,1 1 0 0,0 2 0 0,0 0 0 16,-3 6 0-16,0-1 0 0,0 1 0 0,0 7 0 16,0 3 0-16,-3 6-14 0,0 2 5 0,-3 3 1 15,0-6-9-15,0-2-2 0,-3-3 0 0,0 0 0 16,0-3-11-16,-2 1-2 0,-1-3-1 0,0 2 0 16,-3 3-11-16,3-2-3 0,0 2 0 15,-3 0 0-15,3-5-13 0,0 0-2 0,0-3-1 0,0 0 0 16,-3-5-161-16,3-3-33 0</inkml:trace>
  <inkml:trace contextRef="#ctx0" brushRef="#br0" timeOffset="18638.173">12939 12164 2747 0,'-3'-6'78'0,"-3"1"17"0,6 5-76 0,-3-3-19 0,3 3 0 0,0 0 0 16,0 0 55-1,0 0 7-15,0 0 2 0,0 0 0 0,6-5-33 0,-3 5-7 0,3-3 0 0,0 3-1 16,3 3 0-16,0-3 0 0,2 0 0 0,4 3 0 16,-3-1-12-16,6-2-3 0,-3 0 0 0,3 3 0 15,3-3-8-15,0 0 0 0,-1-3 0 0,4 3 0 32,0-2-92-32,0-1-21 0,3-2-4 0</inkml:trace>
  <inkml:trace contextRef="#ctx0" brushRef="#br0" timeOffset="18887.543">13433 12015 2310 0,'-12'0'48'0,"12"0"11"16,-6 3-47-16,6-3-12 0,0 0 0 0,-6 0 0 16,6 0 136-16,-6 3 24 0,6-3 6 0,-6 5 1 15,3 0-83-15,0 1-17 0,0-1-3 0,3 3-1 16,-3 0-15-16,3 2-4 0,0-2 0 0,0 3 0 15,-3 0-13-15,3-1-3 0,0 3-1 0,-3-2 0 16,0 2-10-16,3 0-1 0,-3 1-1 0,-3 1 0 16,3 1-15-16,0 0 0 0,0 3 0 0,0 2 0 15,-2 0 0-15,2 3 0 0,0 2 0 0,-3 1 0 0,6-3-13 0,-3-1-3 16,0-1 0-16,3-1 0 16,-3-5-79-16,6 0-16 0,-3-3-3 0</inkml:trace>
  <inkml:trace contextRef="#ctx0" brushRef="#br0" timeOffset="20971.937">12882 6755 2166 0,'-6'-10'45'0,"6"10"10"15,0 0-44-15,-3-6-11 0,3 6 0 0,-3-2 0 0,3 2 76 0,0 0 14 16,0 0 2-16,0 0 1 0,0 0-34 0,0 0-7 0,0 0-2 0,0 5 0 16,-3 3-33-16,3 3-6 0,0-1-2 15,0 3 0-15,0 1-9 0,0 1 0 16,0 1 9-16,0 3-9 15,0-3 0-15,0 2 9 0,0-2-9 0,0 3 0 0,-3-3 9 16,3 2-9-16,-3-2 0 0,0 2 9 0,0 1-9 16,3-3 0-16,-3 0 0 0,0 0 8 0,0-1-8 0,1-1 0 15,2-1 0-15,-3-2 0 0,0-1 0 0,0-5 8 16,3 1-8-16,0-6 0 0,0 0 8 0,0 0-8 0,0 0 0 0,-3-6 8 16,3 1 8-16,-3-5 0 0,3-1 1 0,0-2 0 15,0-3-3-15,3 0-1 0,0-3 0 0,0 1 0 16,0 2-4-16,0-3-1 0,-1 1 0 0,4-1 0 15,0-2 2-15,3 0 0 0,-3 0 0 16,0 0 0-16,3-3-1 0,-3 0 0 0,3 0 0 0,-3-2 0 16,3 2 1-16,3 0 0 0,-3 0 0 0,3 1 0 15,0 1-10-15,2 4 0 0,1 5 0 0,0-1 0 16,0 4 0-16,0 2 0 0,0 0-12 0,-3 5 12 16,0 1 0-16,0 2 0 0,-3 0 9 0,-1 2-1 15,-2 4-8-15,0 2 0 0,0 0 0 0,-6 2 0 16,3 3 0-16,-3-2-13 0,-3 5 3 0,0 0 1 15,0 0-8-15,-3-1-2 0,0 1 0 0,0 3 0 16,-2-3 5-16,2-3 1 0,-3 0 0 0,-3 0 0 16,3 1-14-16,0-6-2 0,0 2-1 0,0-2 0 15,0-3 30-15,0 3 0 0,0 0 0 0,3-2 0 16,0-1 0-16,0-3 0 0,6-2 0 0,0 0 0 0,0 0 0 16,0 0 0-16,0 0 0 0,0 0 0 15,0 0 0-15,0 0 0 0,0 0 0 0,0 0 0 0,3-2 24 16,3 2 10-16,0-3 2 0,3 1 1 0,0-1-23 0,0 0-5 15,3 3-1-15,-3-2 0 0,3 2 9 16,3 0 2-16,-3 2 0 0,2 1 0 16,-2 0-19-16,0-3-17 0,0 5 3 0,-3-3 1 0,3 4 13 15,-3-4 0-15,-3 4 0 0,0 2 0 0,0-3 10 16,-3 3-10-16,0-3 8 0,-6 0-8 0,0 3 10 0,-3 3-10 16,-3-3 12-16,0 0-12 0,-3 2 0 0,-3 1 0 0,-3 2 0 15,1 0 0-15,-1 1 0 0,0 2 0 0,0-3 0 0,0 3 0 16,0-3 0-16,3 3 0 15,0-3 0-15,1-2 0 0,5-1 10 16,-3 1-10-16,3-3 8 0,0-3-8 16,0 0-23-16,9-5-9 0,0 0-3 0,0 0 0 0,0 0-137 0,0-10-28 15,0 2-6-15</inkml:trace>
  <inkml:trace contextRef="#ctx0" brushRef="#br0" timeOffset="21340.236">13382 6821 2238 0,'0'0'47'0,"-6"6"9"16,0-1-44-16,3 0-12 0,-3 1 0 0,0-1 0 16,1 3 68-16,2 0 12 0,-3 0 3 0,0 0 0 15,0 0-15-15,3-1-4 0,-3 4 0 0,0 0 0 16,3-3-12-16,-3 2-4 0,0-2 0 0,3 3 0 16,0-1-30-16,0 1-6 0,0 2-2 0,3-2 0 0,0-1-10 0,0 3 0 15,3-2 0-15,0 0 0 0,0-1 9 16,3 1-9-16,0-3 10 0,0 0-10 15,0 0 0-15,3-3 0 0,0 0-13 0,0-2 4 16,-1-3 9-16,4 0 11 0,-3-3-3 0,3-2 0 16,3 2-8-16,-3-2 0 0,0-3 0 0,3 0 0 0,-3-2 0 15,0-1 0-15,2 0 0 0,-5 1 0 0,3-1 0 0,0 1 0 0,-3-4 0 16,0 4 0-16,-3-1 53 0,0 1 9 0,0-1 2 0,-3-2 0 16,0 5-42-16,-3-3-8 0,0 1-2 15,-3-1 0-15,0 1-3 0,0 2-1 0,-3 0 0 0,0 0 0 16,-3 0-22-16,0 0-5 0,-3 3-1 0,0-1 0 15,-2 1 20-15,-1 2 0 16,-3 1 0-16,0 2 0 16,0 0-193-16,-6 2-35 0</inkml:trace>
  <inkml:trace contextRef="#ctx0" brushRef="#br0" timeOffset="22956.69">12945 12764 1976 0,'-3'8'83'0,"0"-2"-67"16,0 1 109-16,0 1 22 0,0 0 4 0,0 3 1 16,0 0-83-16,3 2-16 0,-3 0-3 0,0 3-1 15,0 0-28-15,0 0-5 0,0-1-2 0,0 4 0 16,0 0-14-16,0-4 0 0,0 4 0 0,0-1 0 15,0 1 0-15,0-3 0 0,0 0 0 0,0 2 0 16,3-2 8-16,-3 0-8 0,0 0 0 0,0 0 9 16,3-3-9-16,-3 0 0 0,0-2 0 0,3-3 0 15,0-3 0-15,0-5 0 0,0 0 0 0,0 0 0 16,0 0-9-16,0 0 9 0,0 0 0 0,3-8 0 16,0-3-9-16,0-2 9 0,3-3 0 0,-3 1-9 15,3-4 9-15,0 0 0 0,0 1 10 0,3-1-10 16,-3 1 0-16,0-3 0 0,3 2 0 0,0-2 0 15,0 0 0-15,-3 0 0 0,6-6 0 0,-1 3 0 16,1 1 41-16,3-4 3 0,0-2 0 0,3 5 0 16,0 0-11-16,0 6-1 0,3-1-1 0,-1 4 0 15,-2 4-14-15,3 0-2 0,-3 3-1 0,0 0 0 16,-3 6-5-16,-3 2-1 0,-1 0 0 0,-2 0 0 16,0 5-8-16,-3 0 12 0,0 3-12 0,-3 3 12 15,0 0-12-15,-3-1 8 0,0 3-8 0,0 3 8 16,-3 0-8-16,-3 0-14 0,0 2 3 0,0-2 1 15,-3 3-6-15,0-3 0 0,1 2-1 0,-1-2 0 16,-3-3 3-16,3 1 1 0,-3-4 0 0,3 1 0 0,0-3 13 16,0 0-11-16,0-3 11 0,0 0-10 0,3 1 10 0,0-4 0 0,0 1-9 15,6-3 9-15,0 0 0 0,0 0-9 16,0 0 9-16,0 0 0 0,0 0-10 0,0 0 10 16,6-5-8-16,0-1 8 0,3-2 0 0,0 3 0 0,3 0 12 15,0-1-4-15,3 4 0 0,-3-4 1 16,0 1 0-16,0 0 0 15,-1 2-9-15,1 1 0 0,-3 2 0 0,3 0-11 0,-3 0 24 0,0 2 5 0,-3 1 1 16,0 2 0-16,0 0-11 0,0 1-8 0,-3-1 9 0,0 3-9 16,0 0 10-16,-3 0-10 0,0 2 10 0,0 1-10 15,-3 0 9-15,0 2-9 0,-3-3 8 0,0 4-8 16,-3-4 0-16,-3 3 0 0,0-2 0 0,-3 2 0 16,0 1-12-16,1-1 1 0,-4 0 1 0,-3 0 0 15,3 0 0-15,-3 1 0 0,3 2 0 0,-3-3 0 16,7 0-1-16,-4-2 0 0,3-1 0 0,3-2 0 15,0-5-41-15,0 2-9 0,6-2-2 16,-3-3 0-16,6 0-103 0,0-6-21 0,0 1-4 0</inkml:trace>
  <inkml:trace contextRef="#ctx0" brushRef="#br0" timeOffset="23269.31">13445 12920 2211 0,'0'0'93'16,"0"0"-74"-16,0 0 101 16,0 0 20-16,0 0 4 0,0 0 0 0,0 0-51 0,0 0-10 0,3 6-3 15,0-4 0-15,-3-2-20 0,6 6-5 0,-3-4-1 16,3 1 0-16,-3 2-14 0,0-2-2 0,0 2-1 0,0 0 0 16,-1 1-11-16,-2 2-2 0,3-3-1 0,-3 3 0 15,-3-3-8-15,3 3-2 0,-2 0 0 0,-1 3 0 16,0-1-5-16,-3 1-8 0,3-1 11 0,-3 6-11 15,0 0 8-15,0 3-8 16,0 2 0-16,0 0 0 0,0 0 8 0,-3 3-8 16,3 0 0-16,0 0 0 0,0-3 0 0,0-3-16 0,0 1 4 0,0-1 0 31,3-2-16-31,0-3-4 0,0-2 0 0,0 0 0 0,0-1-68 0,3-2-13 16,0 0-3-16,-3 0-1 0,3-8-107 0,0 0-22 0</inkml:trace>
  <inkml:trace contextRef="#ctx0" brushRef="#br0" timeOffset="24337.472">13126 7435 2082 0,'-3'-10'88'0,"-3"-1"-71"16,0 1 133-16,0 2 26 0,0-3 6 0,1 3 1 16,-4 0-91-16,0 3-19 0,-3 0-3 0,3 2-1 15,-3 0-25-15,-3 3-4 0,3 0-2 0,-3 3 0 16,3 2-21-16,-3 0-4 0,1 3-1 0,2 0 0 16,-3 6 2-16,3-1 0 0,0 3 0 0,0 5 0 15,3-3-14-15,-3 4-18 0,3-1 4 0,0 3 1 16,6-1 1-1,0-2 0-15,0-2 0 0,3 2 0 16,3-2-22-16,3-3-4 0,3 2-1 0,3-2 0 16,0-3-20-16,0-2-4 0,3-3-1 0,3 2 0 15,0-7 0-15,2 2 0 0,4-5 0 0,0 0 0 16,3 0 18-16,0-2 3 0,2-1 1 0,-2 0 0 0,0-2 33 0,-3 0 9 0,0-1 0 16,-4 1 0-16,-2 0 14 0,-3 0 7 0,-3-1 2 0,0 1 0 15,-3 0 61-15,0 2 12 0,-6-2 2 0,3-1 1 16,-3 4-17-16,-3-3-3 0,0 5-1 0,0 0 0 15,0 0-22-15,0 0-4 0,0 0 0 0,0 0-1 16,0 0-22-16,0 0-4 0,0 0-1 0,0 0 0 16,0 0-14-16,-6 2-10 0,0 1 12 0,0 2-12 15,3-2 0-15,-3 5 0 0,3-3 0 0,0 3 0 16,3 0 0-16,-3-3 0 0,3 3 0 0,3 0 0 16,-3 0 0-16,6-3-9 0,-3 3 1 0,3-3 0 15,0 1-7-15,0-1-1 0,0 0 0 0,0 1 0 16,3-4-1-16,-3-2-1 0,3 0 0 0,0 0 0 15,-1 0 18-15,1-2-12 0,0-1 12 0,3 0-10 16,-3-2 10-16,3 0 0 0,-3-1 0 0,3 1 0 16,-3 0 0-16,0 2 0 0,3-2 0 0,-3 0 0 15,-3-1 0-15,-1 1 0 0,1 0 0 0,0 0 0 16,-3-1 55-16,0-2 6 0,0 3 2 0,-3-3 0 16,0 0-35-16,-3 0-8 0,0-2 0 0,0 2-1 15,-3-3-7-15,0 3-2 0,1-2 0 0,-4 2 0 0,0 0 21 0,0 0 4 16,-3 0 1-16,3 2 0 15,-3 1-62-15,0 3-12 0,0-1-2 0,0 3-1 0,0 3 14 0,0 2 3 16,1-3 1-16,-4 6 0 16,3 0-186-16,-3 0-38 0,0 3-7 0</inkml:trace>
  <inkml:trace contextRef="#ctx0" brushRef="#br0" timeOffset="25416.189">13111 13709 1299 0,'6'-5'55'0,"-3"-1"-44"15,3 1 153-15,0-3 30 0,-3 0 6 16,3 0 2-16,-3-2-73 0,0 2-14 0,0-3-3 0,-3 3-1 16,-3-2-24-16,3 2-5 0,-3-3-1 0,-3 3 0 15,0-2-13-15,-3 2-4 0,0 0 0 0,-3 2 0 31,1 1-51-31,-1 0-13 0,-3 0 0 0,0 2 0 0,0 3 54 16,0 3 8-16,-3-1 2 0,3 3 0 0,0 3-52 0,1 0-12 0,2 3 0 16,-3 2 0-16,6 0 0 0,-3 6 0 0,3-3 0 15,-3 0 0-15,3 2 0 0,3-2 0 0,-3 0 0 16,0 2 0-16,6-2 0 0,0 0 0 0,3 0 0 0,0 0 0 16,3-3-48-1,3 3-13-15,0-3-3 0,3-2 0 0,0-1 0 0,3 1 0 16,3-3 0-16,3 0 0 0,3-3-102 0,2-5-21 15,1 0-4-15,6-5-1 16,0 2 81-16,6-2 16 0,-4-3 3 0,4 0 1 0,0-2 43 0,-6-1 9 0,-4-2 2 0,1 2 0 16,-6 1 81-16,0-1 16 0,-6 3 3 0,0 0 1 15,-4 0 51-15,-2 0 10 0,-3 3 3 0,-3 0 0 16,0-1 0-16,-3 6 0 0,0 0 0 0,-3-5 0 16,0 0-5-16,-3 2-1 0,0 0 0 0,0 1 0 15,1-1-58-15,-1 3-11 0,0 0-2 0,0 0-1 16,6 0-19-16,-6 3-4 0,0 2-1 0,0-2 0 15,3 2-11-15,-3 0-3 0,3 1 0 0,0 2 0 16,0-1-12-16,0 4 9 0,0-3-9 0,0 3 8 16,3-1-8-16,0 1 0 0,0 2 0 0,-3 0 0 15,3 0 0-15,-3 3 0 0,3 0 0 0,0 5 0 16,-3-2 0-16,3 2 0 0,0 0 0 0,0 3 0 16,0-3-21-16,-3 0 3 0,3-2 1 0,0-1 0 15,0-2-22-15,0 0-4 0,0-3-1 0,-3 1 0 16,3-6-88-16,0 2-19 0,-3-5-3 0</inkml:trace>
  <inkml:trace contextRef="#ctx0" brushRef="#br0" timeOffset="26108.22">13156 8028 1907 0,'-12'11'40'0,"9"-6"8"0,3-5-38 0,-3 5-10 0,3-5 0 0,-3 5 0 16,0 3 104-16,0-2 20 0,3-1 3 0,-3 0 1 15,3 1-50-15,-3 1-10 0,3 1-1 0,0 0-1 16,0 0-35-16,0 0-7 0,0 0-2 0,0 3 0 16,0 2-3-16,3 0-1 0,-3 3 0 0,0 0 0 15,3 5-18-15,-3 0-14 0,0 3 2 0,0 3 1 16,0-4 11-16,0 1 0 0,0 0 0 0,0 0 0 15,0-3 0-15,-3-2 0 0,3-4 0 0,-3 1 0 16,3 0-30-16,-3-3-1 0,0 1 0 16,0-4 0-16,3 1-35 0,-3-3-7 0,0 0-2 0,0-3 0 15,3-5-150-15,0 0-31 0</inkml:trace>
  <inkml:trace contextRef="#ctx0" brushRef="#br0" timeOffset="26785.511">13207 8189 2146 0,'0'-21'60'0,"0"0"15"0,0 0-60 0,-3 2-15 0,0-2 0 0,0 3 0 16,0 2 108-16,0-3 18 0,0 3 4 0,0 0 1 16,0 3-49-16,-3 3-10 0,3-4-1 0,0 7-1 15,0 1-28-15,3 6-6 0,0 0 0 0,0 0-1 16,0 0-14-16,0 0-2 0,0 0-1 0,6 6 0 16,0 1-6-16,3 4 0 0,-3 2-1 0,3 0 0 15,3 1-2-15,-3-4 0 0,2 4 0 0,1 1 0 16,0-1-9-16,0-1 12 0,3 3-12 0,-3-3 12 31,-3 3-12-31,3-3 0 0,-3 0 0 0,0 3 8 0,0 0-8 0,-1 3 0 0,-2-1 0 0,0 3 0 16,-3 0 0-16,0 1 8 0,-3-1-8 0,0 3 0 15,-3-3 0-15,0-3 0 0,-3 1 0 0,0-1 0 16,-2-2 0-16,2-3-11 0,-3 3 11 0,-3-2-12 16,0-4 12-16,0 3 0 0,-6-5-9 0,6 0 9 15,-3 0-11-15,0-3 3 0,1 1 0 0,2-4 0 16,0 1-27-16,3-3-5 0,3 0 0 0,-3-3-1 15,9-2-135-15,0-3-26 0,3 0-6 0,3 0 0 16,6-5-6-16,3 0-1 0,2-3 0 0,4 0 0 16,-3-2 6-16,6-1 1 0,-3 1 0 0,0-4 0 15,2 4 101-15,-2-1 21 0,0 1 4 0,0-1 1 16,-3 3 174-16,0 3 35 0,-6 3 8 0,2-1 0 16,-5 6 78-16,3-1 15 0,-6 1 3 0,-3 2 1 0,-3 3-33 0,0 0-8 15,0 0 0-15,0 0-1 0,0 0-75 16,0 0-14-16,0 0-3 0,0 11-1 15,0-3-52-15,-3 3-10 0,0 2-3 0,0 0 0 16,-3 3-17-16,3 0-3 0,0 0-1 0,0 2 0 16,0-2-2-16,0 3-1 0,1-1 0 0,-1-2 0 0,3 0-9 15,0-3 0-15,-3 0 0 0,3 1 0 0,0-4 0 0,3 3 0 0,-3-2 0 0,3 0 0 32,2-4-19-32,1 1-5 0,0 0-2 0,3-2 0 15,0-1-10-15,3-2-1 0,-3-1-1 0,3 1 0 0,-3 0 38 0,3-3 0 0,0-3 0 0,-3 3 0 16,3-3 0-16,-1 1 0 0,-2-4 0 0,3 4 0 15,-3-4 44-15,0 1 16 0,0 0 3 16,-3-1 1-16,0-1-52 0,0-1-12 0,0 0 0 16,-3 0 0-16,0-3 54 0,0 3 8 0,-3-5 2 0,3 2 0 15,-3-2-52-15,0 0-12 0,0-3 0 0,0 0 0 16,-3 3 0-16,3-3 0 0,-3 3 0 0,-3 0 0 16,3 2 0-16,-3 0 0 0,0 1 0 0,-6 5 0 15,0-3-100-15,0 5-22 0,-3 0-5 0</inkml:trace>
  <inkml:trace contextRef="#ctx0" brushRef="#br0" timeOffset="27959.663">12989 14323 2529 0,'-12'0'52'0,"12"0"14"0,-3 0-53 0,3 0-13 0,-8 0 0 0,2 2 0 15,3 1 83-15,-3 0 13 0,0 2 4 0,3 3 0 16,-3 0-52-16,3 2-9 0,0 4-3 0,-3-1 0 16,3 5-24-16,3 4-12 0,-3-1 10 0,3 3-10 15,0-3 0-15,0 3 0 0,0-3 0 0,3 0 0 16,-3 3 0-16,0-3 0 0,3 0 0 0,-3 3-10 15,0 0-20-15,3 0-4 0,-3-3-1 0,3 3 0 16,-3-6 3-16,3 1 1 0,-3-1 0 0,0 1 0 16,3-6-95-16,-3-3-19 0,3 1-4 0,-3-3-1 15,0-5 10-15,0-3 3 0,0 0 0 0,0 0 0 16,3-6 68-16,0-2 13 0,3-2 4 0,-3-3 0 16,0-3 52-16,3-6 20 0,-3 4-1 0,2-3 0 15,1 0 36-15,-3-1 7 0,0-1 2 0,0 1 0 16,0 1 51-16,-3 0 10 0,0 3 3 0,0-4 0 0,0 1 0 15,-3 0 0-15,0 0 0 0,-3 0 0 16,0 0-68-16,1 2-12 0,-4-2-4 0,3 2 0 0,0 6 12 16,-3 0 1-16,3 0 1 0,0 5 0 0,3 0-22 0,-3 0-4 15,3 3 0-15,0 2-1 0,3 3-11 16,0 0-3-16,0 0 0 0,0 0 0 0,0 0-9 0,0 0-8 16,0 0 9-16,6 0-9 0,0 0 8 0,3 3-8 15,3 2 0-15,0 0 9 0,3 0-9 0,5 6 10 16,1-3-10-16,3 5 10 0,0-2-10 0,3 5 0 15,-4-3 0-15,4 3 0 0,-3-3 0 0,0 0 0 0,-3-2 8 0,-3 2-8 16,-4 0 0-16,1-2 0 0,-3-1 0 0,-3 1 0 16,-3 0-22-16,0-1 3 0,0 1 1 0,-3 2 0 15,-3-2-1-15,-3 2 0 0,-3 0 0 0,0 0 0 16,0 1 7-16,-6-1 2 0,3 0 0 0,-3 0 0 16,-2 0 10-16,-1 1 0 0,0-1-9 0,-6 0 9 15,6-2-10-15,-3 2 10 0,-3-2-13 0,3-1 5 16,4-2-27-16,-1 0-5 0,0-3 0 0,0 1-1 15,3-4-19-15,3 1-3 0,0-6-1 0,-3 1 0 16,3-4-204-16,0-2-42 16</inkml:trace>
  <inkml:trace contextRef="#ctx0" brushRef="#br0" timeOffset="28245.887">13448 14505 2553 0,'-9'11'53'0,"9"-11"12"0,0 0-52 16,0 0-13-16,0 0 0 0,0 0 0 0,0 0 105 0,0 8 19 15,0-8 3-15,0 5 1 0,0 3-68 0,3-3-12 0,-3-2-4 0,3 5 0 16,0-3-6-16,0 1-2 0,0 2 0 0,0-3 0 16,0 3-12-16,3 0-2 0,-3 0-1 0,0 2 0 15,0-2-9-15,-3 5-1 0,3-2-1 0,-3 2 0 16,0 3-2-16,0 3 0 0,0-1 0 0,0 6 0 15,-3 0-8-15,3 5 0 16,0 0 0-16,-3 3 0 0,0-6 0 0,3 1 0 16,-3-4-11-16,0-1 11 0,3-1-45 15,-3-5-4-15,0 2-1 0,3-2 0 0,-3-3-114 16,3 1-22-16,0-1-5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a:extLst>
              <a:ext uri="{FF2B5EF4-FFF2-40B4-BE49-F238E27FC236}">
                <a16:creationId xmlns:a16="http://schemas.microsoft.com/office/drawing/2014/main" id="{BCD4045B-8F41-6B4E-97BD-FF08E793C303}"/>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099" name="Rectangle 3">
            <a:extLst>
              <a:ext uri="{FF2B5EF4-FFF2-40B4-BE49-F238E27FC236}">
                <a16:creationId xmlns:a16="http://schemas.microsoft.com/office/drawing/2014/main" id="{9F0351C3-1740-AA4D-BDDF-BF0F4C69FD11}"/>
              </a:ext>
            </a:extLst>
          </p:cNvPr>
          <p:cNvSpPr>
            <a:spLocks noGrp="1" noChangeArrowheads="1"/>
          </p:cNvSpPr>
          <p:nvPr>
            <p:ph type="dt" idx="1"/>
          </p:nvPr>
        </p:nvSpPr>
        <p:spPr bwMode="auto">
          <a:xfrm>
            <a:off x="388620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2052" name="Rectangle 4">
            <a:extLst>
              <a:ext uri="{FF2B5EF4-FFF2-40B4-BE49-F238E27FC236}">
                <a16:creationId xmlns:a16="http://schemas.microsoft.com/office/drawing/2014/main" id="{6474A07D-2658-461F-8F83-4F740994F24C}"/>
              </a:ext>
            </a:extLst>
          </p:cNvPr>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01" name="Rectangle 5">
            <a:extLst>
              <a:ext uri="{FF2B5EF4-FFF2-40B4-BE49-F238E27FC236}">
                <a16:creationId xmlns:a16="http://schemas.microsoft.com/office/drawing/2014/main" id="{B0787F0E-99E1-EC46-8903-479D5ABA0DBF}"/>
              </a:ext>
            </a:extLst>
          </p:cNvPr>
          <p:cNvSpPr>
            <a:spLocks noGrp="1" noChangeArrowheads="1"/>
          </p:cNvSpPr>
          <p:nvPr>
            <p:ph type="body" sz="quarter" idx="3"/>
          </p:nvPr>
        </p:nvSpPr>
        <p:spPr bwMode="auto">
          <a:xfrm>
            <a:off x="914400" y="4343400"/>
            <a:ext cx="5029200" cy="41148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102" name="Rectangle 6">
            <a:extLst>
              <a:ext uri="{FF2B5EF4-FFF2-40B4-BE49-F238E27FC236}">
                <a16:creationId xmlns:a16="http://schemas.microsoft.com/office/drawing/2014/main" id="{8261E7AE-94F1-554C-9081-C782E41C57C0}"/>
              </a:ext>
            </a:extLst>
          </p:cNvPr>
          <p:cNvSpPr>
            <a:spLocks noGrp="1" noChangeArrowheads="1"/>
          </p:cNvSpPr>
          <p:nvPr>
            <p:ph type="ftr" sz="quarter" idx="4"/>
          </p:nvPr>
        </p:nvSpPr>
        <p:spPr bwMode="auto">
          <a:xfrm>
            <a:off x="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103" name="Rectangle 7">
            <a:extLst>
              <a:ext uri="{FF2B5EF4-FFF2-40B4-BE49-F238E27FC236}">
                <a16:creationId xmlns:a16="http://schemas.microsoft.com/office/drawing/2014/main" id="{B74AB494-A933-744C-97AB-D567B6DD35B2}"/>
              </a:ext>
            </a:extLst>
          </p:cNvPr>
          <p:cNvSpPr>
            <a:spLocks noGrp="1" noChangeArrowheads="1"/>
          </p:cNvSpPr>
          <p:nvPr>
            <p:ph type="sldNum" sz="quarter" idx="5"/>
          </p:nvPr>
        </p:nvSpPr>
        <p:spPr bwMode="auto">
          <a:xfrm>
            <a:off x="388620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F969DB7-CD90-4014-9B8D-CC33BD96DEA6}"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ＭＳ Ｐゴシック" charset="0"/>
      </a:defRPr>
    </a:lvl1pPr>
    <a:lvl2pPr marL="4572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2pPr>
    <a:lvl3pPr marL="9144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3pPr>
    <a:lvl4pPr marL="13716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4pPr>
    <a:lvl5pPr marL="18288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3A225FB7-6986-41E4-8F43-F86C2C27428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5C0D8ACF-9AF7-4BE6-B2E3-865733B3F781}"/>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A1803AE-9905-4AF8-9DA3-73789375BE18}"/>
              </a:ext>
            </a:extLst>
          </p:cNvPr>
          <p:cNvSpPr>
            <a:spLocks noGrp="1" noChangeArrowheads="1"/>
          </p:cNvSpPr>
          <p:nvPr>
            <p:ph type="sldNum" sz="quarter" idx="12"/>
          </p:nvPr>
        </p:nvSpPr>
        <p:spPr>
          <a:ln/>
        </p:spPr>
        <p:txBody>
          <a:bodyPr/>
          <a:lstStyle>
            <a:lvl1pPr>
              <a:defRPr/>
            </a:lvl1pPr>
          </a:lstStyle>
          <a:p>
            <a:pPr>
              <a:defRPr/>
            </a:pPr>
            <a:fld id="{E8BAFD67-0D38-4EFF-B956-560E674B21E2}" type="slidenum">
              <a:rPr lang="en-US" altLang="zh-CN"/>
              <a:pPr>
                <a:defRPr/>
              </a:pPr>
              <a:t>‹#›</a:t>
            </a:fld>
            <a:endParaRPr lang="en-US" altLang="zh-CN"/>
          </a:p>
        </p:txBody>
      </p:sp>
    </p:spTree>
    <p:extLst>
      <p:ext uri="{BB962C8B-B14F-4D97-AF65-F5344CB8AC3E}">
        <p14:creationId xmlns:p14="http://schemas.microsoft.com/office/powerpoint/2010/main" val="321095917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914623E-7E5C-4AFD-BE24-3DB80703DAC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0C93BFD6-7F93-4733-A226-6C0EC46E7684}"/>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ED5D424-E135-44CC-BA4E-A2DB770BDC81}"/>
              </a:ext>
            </a:extLst>
          </p:cNvPr>
          <p:cNvSpPr>
            <a:spLocks noGrp="1" noChangeArrowheads="1"/>
          </p:cNvSpPr>
          <p:nvPr>
            <p:ph type="sldNum" sz="quarter" idx="12"/>
          </p:nvPr>
        </p:nvSpPr>
        <p:spPr>
          <a:ln/>
        </p:spPr>
        <p:txBody>
          <a:bodyPr/>
          <a:lstStyle>
            <a:lvl1pPr>
              <a:defRPr/>
            </a:lvl1pPr>
          </a:lstStyle>
          <a:p>
            <a:pPr>
              <a:defRPr/>
            </a:pPr>
            <a:fld id="{F97619F1-5350-4307-9409-443BD1067667}" type="slidenum">
              <a:rPr lang="en-US" altLang="zh-CN"/>
              <a:pPr>
                <a:defRPr/>
              </a:pPr>
              <a:t>‹#›</a:t>
            </a:fld>
            <a:endParaRPr lang="en-US" altLang="zh-CN"/>
          </a:p>
        </p:txBody>
      </p:sp>
    </p:spTree>
    <p:extLst>
      <p:ext uri="{BB962C8B-B14F-4D97-AF65-F5344CB8AC3E}">
        <p14:creationId xmlns:p14="http://schemas.microsoft.com/office/powerpoint/2010/main" val="13021643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009446CB-484F-4252-BB19-9C497B0F540F}"/>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73A8F4DA-9E72-49E7-9FF9-D36FD65AE1B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7A08CB3-EAD0-4E99-8B98-C89B6DB018EF}"/>
              </a:ext>
            </a:extLst>
          </p:cNvPr>
          <p:cNvSpPr>
            <a:spLocks noGrp="1" noChangeArrowheads="1"/>
          </p:cNvSpPr>
          <p:nvPr>
            <p:ph type="sldNum" sz="quarter" idx="12"/>
          </p:nvPr>
        </p:nvSpPr>
        <p:spPr>
          <a:ln/>
        </p:spPr>
        <p:txBody>
          <a:bodyPr/>
          <a:lstStyle>
            <a:lvl1pPr>
              <a:defRPr/>
            </a:lvl1pPr>
          </a:lstStyle>
          <a:p>
            <a:pPr>
              <a:defRPr/>
            </a:pPr>
            <a:fld id="{C653D098-D75C-4EE5-8B40-FC63AFD0D628}" type="slidenum">
              <a:rPr lang="en-US" altLang="zh-CN"/>
              <a:pPr>
                <a:defRPr/>
              </a:pPr>
              <a:t>‹#›</a:t>
            </a:fld>
            <a:endParaRPr lang="en-US" altLang="zh-CN"/>
          </a:p>
        </p:txBody>
      </p:sp>
    </p:spTree>
    <p:extLst>
      <p:ext uri="{BB962C8B-B14F-4D97-AF65-F5344CB8AC3E}">
        <p14:creationId xmlns:p14="http://schemas.microsoft.com/office/powerpoint/2010/main" val="69078586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D1C54467-B79B-4B77-A3B1-44DDDE77CE38}"/>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462F25E2-A807-49CB-BC93-3D806EA7E07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15932679-2C29-4D7B-881E-4BB2B5FA51EA}"/>
              </a:ext>
            </a:extLst>
          </p:cNvPr>
          <p:cNvSpPr>
            <a:spLocks noGrp="1" noChangeArrowheads="1"/>
          </p:cNvSpPr>
          <p:nvPr>
            <p:ph type="sldNum" sz="quarter" idx="12"/>
          </p:nvPr>
        </p:nvSpPr>
        <p:spPr>
          <a:ln/>
        </p:spPr>
        <p:txBody>
          <a:bodyPr/>
          <a:lstStyle>
            <a:lvl1pPr>
              <a:defRPr/>
            </a:lvl1pPr>
          </a:lstStyle>
          <a:p>
            <a:pPr>
              <a:defRPr/>
            </a:pPr>
            <a:fld id="{4C11FBC1-3F18-4B9F-83D9-3A5A4B6E257A}" type="slidenum">
              <a:rPr lang="en-US" altLang="zh-CN"/>
              <a:pPr>
                <a:defRPr/>
              </a:pPr>
              <a:t>‹#›</a:t>
            </a:fld>
            <a:endParaRPr lang="en-US" altLang="zh-CN"/>
          </a:p>
        </p:txBody>
      </p:sp>
    </p:spTree>
    <p:extLst>
      <p:ext uri="{BB962C8B-B14F-4D97-AF65-F5344CB8AC3E}">
        <p14:creationId xmlns:p14="http://schemas.microsoft.com/office/powerpoint/2010/main" val="21738506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5ED9B991-D00B-4804-89EB-33BB202D7AEB}"/>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8" name="Rectangle 5">
            <a:extLst>
              <a:ext uri="{FF2B5EF4-FFF2-40B4-BE49-F238E27FC236}">
                <a16:creationId xmlns:a16="http://schemas.microsoft.com/office/drawing/2014/main" id="{78015FF5-E07E-4C7A-8238-1AF9E0FFD5C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9" name="Rectangle 6">
            <a:extLst>
              <a:ext uri="{FF2B5EF4-FFF2-40B4-BE49-F238E27FC236}">
                <a16:creationId xmlns:a16="http://schemas.microsoft.com/office/drawing/2014/main" id="{C3F5F623-7278-4A70-8A13-35C022DCEBFB}"/>
              </a:ext>
            </a:extLst>
          </p:cNvPr>
          <p:cNvSpPr>
            <a:spLocks noGrp="1" noChangeArrowheads="1"/>
          </p:cNvSpPr>
          <p:nvPr>
            <p:ph type="sldNum" sz="quarter" idx="12"/>
          </p:nvPr>
        </p:nvSpPr>
        <p:spPr>
          <a:ln/>
        </p:spPr>
        <p:txBody>
          <a:bodyPr/>
          <a:lstStyle>
            <a:lvl1pPr>
              <a:defRPr/>
            </a:lvl1pPr>
          </a:lstStyle>
          <a:p>
            <a:pPr>
              <a:defRPr/>
            </a:pPr>
            <a:fld id="{64CCFC92-1B0B-4860-87FB-21B0774F2EA7}" type="slidenum">
              <a:rPr lang="en-US" altLang="zh-CN"/>
              <a:pPr>
                <a:defRPr/>
              </a:pPr>
              <a:t>‹#›</a:t>
            </a:fld>
            <a:endParaRPr lang="en-US" altLang="zh-CN"/>
          </a:p>
        </p:txBody>
      </p:sp>
    </p:spTree>
    <p:extLst>
      <p:ext uri="{BB962C8B-B14F-4D97-AF65-F5344CB8AC3E}">
        <p14:creationId xmlns:p14="http://schemas.microsoft.com/office/powerpoint/2010/main" val="25607989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76200" y="76200"/>
            <a:ext cx="8991600" cy="380999"/>
          </a:xfrm>
        </p:spPr>
        <p:txBody>
          <a:bodyPr/>
          <a:lstStyle>
            <a:lvl1pPr>
              <a:defRPr sz="3400">
                <a:solidFill>
                  <a:srgbClr val="FF0000"/>
                </a:solidFill>
              </a:defRPr>
            </a:lvl1pPr>
          </a:lstStyle>
          <a:p>
            <a:r>
              <a:rPr lang="en-US" dirty="0"/>
              <a:t>Click to edit Master title style</a:t>
            </a:r>
          </a:p>
        </p:txBody>
      </p:sp>
      <p:sp>
        <p:nvSpPr>
          <p:cNvPr id="3" name="Rectangle 4">
            <a:extLst>
              <a:ext uri="{FF2B5EF4-FFF2-40B4-BE49-F238E27FC236}">
                <a16:creationId xmlns:a16="http://schemas.microsoft.com/office/drawing/2014/main" id="{1FE1E440-A8C8-43AB-B8E7-F86B3E9B4BB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4" name="Rectangle 5">
            <a:extLst>
              <a:ext uri="{FF2B5EF4-FFF2-40B4-BE49-F238E27FC236}">
                <a16:creationId xmlns:a16="http://schemas.microsoft.com/office/drawing/2014/main" id="{582FBE08-5985-4EC5-801D-BD8B156BACB7}"/>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5" name="Rectangle 6">
            <a:extLst>
              <a:ext uri="{FF2B5EF4-FFF2-40B4-BE49-F238E27FC236}">
                <a16:creationId xmlns:a16="http://schemas.microsoft.com/office/drawing/2014/main" id="{BDCED17A-0888-409A-80D0-BD3B63CD522C}"/>
              </a:ext>
            </a:extLst>
          </p:cNvPr>
          <p:cNvSpPr>
            <a:spLocks noGrp="1" noChangeArrowheads="1"/>
          </p:cNvSpPr>
          <p:nvPr>
            <p:ph type="sldNum" sz="quarter" idx="12"/>
          </p:nvPr>
        </p:nvSpPr>
        <p:spPr>
          <a:ln/>
        </p:spPr>
        <p:txBody>
          <a:bodyPr/>
          <a:lstStyle>
            <a:lvl1pPr>
              <a:defRPr/>
            </a:lvl1pPr>
          </a:lstStyle>
          <a:p>
            <a:pPr>
              <a:defRPr/>
            </a:pPr>
            <a:fld id="{A97966BF-D65F-4E28-A407-653B2DF03F01}" type="slidenum">
              <a:rPr lang="en-US" altLang="zh-CN"/>
              <a:pPr>
                <a:defRPr/>
              </a:pPr>
              <a:t>‹#›</a:t>
            </a:fld>
            <a:endParaRPr lang="en-US" altLang="zh-CN"/>
          </a:p>
        </p:txBody>
      </p:sp>
    </p:spTree>
    <p:extLst>
      <p:ext uri="{BB962C8B-B14F-4D97-AF65-F5344CB8AC3E}">
        <p14:creationId xmlns:p14="http://schemas.microsoft.com/office/powerpoint/2010/main" val="414361790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31F0ED2C-B519-4F57-8672-730E3329D11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3" name="Rectangle 5">
            <a:extLst>
              <a:ext uri="{FF2B5EF4-FFF2-40B4-BE49-F238E27FC236}">
                <a16:creationId xmlns:a16="http://schemas.microsoft.com/office/drawing/2014/main" id="{AC221C3B-499D-4477-B03B-03A7E024464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4" name="Rectangle 6">
            <a:extLst>
              <a:ext uri="{FF2B5EF4-FFF2-40B4-BE49-F238E27FC236}">
                <a16:creationId xmlns:a16="http://schemas.microsoft.com/office/drawing/2014/main" id="{DCD4F977-FA0E-4B3A-B94F-0279441CCCC6}"/>
              </a:ext>
            </a:extLst>
          </p:cNvPr>
          <p:cNvSpPr>
            <a:spLocks noGrp="1" noChangeArrowheads="1"/>
          </p:cNvSpPr>
          <p:nvPr>
            <p:ph type="sldNum" sz="quarter" idx="12"/>
          </p:nvPr>
        </p:nvSpPr>
        <p:spPr>
          <a:ln/>
        </p:spPr>
        <p:txBody>
          <a:bodyPr/>
          <a:lstStyle>
            <a:lvl1pPr>
              <a:defRPr/>
            </a:lvl1pPr>
          </a:lstStyle>
          <a:p>
            <a:pPr>
              <a:defRPr/>
            </a:pPr>
            <a:fld id="{5182C1FB-A275-4CBE-B85C-63204551E734}" type="slidenum">
              <a:rPr lang="en-US" altLang="zh-CN"/>
              <a:pPr>
                <a:defRPr/>
              </a:pPr>
              <a:t>‹#›</a:t>
            </a:fld>
            <a:endParaRPr lang="en-US" altLang="zh-CN"/>
          </a:p>
        </p:txBody>
      </p:sp>
    </p:spTree>
    <p:extLst>
      <p:ext uri="{BB962C8B-B14F-4D97-AF65-F5344CB8AC3E}">
        <p14:creationId xmlns:p14="http://schemas.microsoft.com/office/powerpoint/2010/main" val="225559968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7D62850-C9F3-4ECE-848C-FF22D5C8AF2A}"/>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EC12A31E-209B-42A9-826C-D78F92405A20}"/>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C821507E-9AE1-4B0E-B93B-7C085C529666}"/>
              </a:ext>
            </a:extLst>
          </p:cNvPr>
          <p:cNvSpPr>
            <a:spLocks noGrp="1" noChangeArrowheads="1"/>
          </p:cNvSpPr>
          <p:nvPr>
            <p:ph type="sldNum" sz="quarter" idx="12"/>
          </p:nvPr>
        </p:nvSpPr>
        <p:spPr>
          <a:ln/>
        </p:spPr>
        <p:txBody>
          <a:bodyPr/>
          <a:lstStyle>
            <a:lvl1pPr>
              <a:defRPr/>
            </a:lvl1pPr>
          </a:lstStyle>
          <a:p>
            <a:pPr>
              <a:defRPr/>
            </a:pPr>
            <a:fld id="{9BC2F104-DF84-4AEF-9187-41AF5BE74E37}" type="slidenum">
              <a:rPr lang="en-US" altLang="zh-CN"/>
              <a:pPr>
                <a:defRPr/>
              </a:pPr>
              <a:t>‹#›</a:t>
            </a:fld>
            <a:endParaRPr lang="en-US" altLang="zh-CN"/>
          </a:p>
        </p:txBody>
      </p:sp>
    </p:spTree>
    <p:extLst>
      <p:ext uri="{BB962C8B-B14F-4D97-AF65-F5344CB8AC3E}">
        <p14:creationId xmlns:p14="http://schemas.microsoft.com/office/powerpoint/2010/main" val="1408060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A202DB48-69AE-4AF3-868F-545FF5AF8F19}"/>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B7F3E5B6-43C3-4346-B165-FDD6F1E37E9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5CD27224-906E-4B0A-BE25-6FED1CA2EB3C}"/>
              </a:ext>
            </a:extLst>
          </p:cNvPr>
          <p:cNvSpPr>
            <a:spLocks noGrp="1" noChangeArrowheads="1"/>
          </p:cNvSpPr>
          <p:nvPr>
            <p:ph type="sldNum" sz="quarter" idx="12"/>
          </p:nvPr>
        </p:nvSpPr>
        <p:spPr>
          <a:ln/>
        </p:spPr>
        <p:txBody>
          <a:bodyPr/>
          <a:lstStyle>
            <a:lvl1pPr>
              <a:defRPr/>
            </a:lvl1pPr>
          </a:lstStyle>
          <a:p>
            <a:pPr>
              <a:defRPr/>
            </a:pPr>
            <a:fld id="{11AFDD3B-1453-418D-980A-9289DD4C51F2}" type="slidenum">
              <a:rPr lang="en-US" altLang="zh-CN"/>
              <a:pPr>
                <a:defRPr/>
              </a:pPr>
              <a:t>‹#›</a:t>
            </a:fld>
            <a:endParaRPr lang="en-US" altLang="zh-CN"/>
          </a:p>
        </p:txBody>
      </p:sp>
    </p:spTree>
    <p:extLst>
      <p:ext uri="{BB962C8B-B14F-4D97-AF65-F5344CB8AC3E}">
        <p14:creationId xmlns:p14="http://schemas.microsoft.com/office/powerpoint/2010/main" val="2602560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B9F8C36-2FA4-465E-B8F9-3C035D0919B7}"/>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6E95604D-DBCA-4814-BBC5-446C778B819E}"/>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5758D9F7-727C-4D99-89FD-0C87515CC9B8}"/>
              </a:ext>
            </a:extLst>
          </p:cNvPr>
          <p:cNvSpPr>
            <a:spLocks noGrp="1" noChangeArrowheads="1"/>
          </p:cNvSpPr>
          <p:nvPr>
            <p:ph type="sldNum" sz="quarter" idx="12"/>
          </p:nvPr>
        </p:nvSpPr>
        <p:spPr>
          <a:ln/>
        </p:spPr>
        <p:txBody>
          <a:bodyPr/>
          <a:lstStyle>
            <a:lvl1pPr>
              <a:defRPr/>
            </a:lvl1pPr>
          </a:lstStyle>
          <a:p>
            <a:pPr>
              <a:defRPr/>
            </a:pPr>
            <a:fld id="{C670AC39-4B88-4002-B23C-3DAA2B76F349}" type="slidenum">
              <a:rPr lang="en-US" altLang="zh-CN"/>
              <a:pPr>
                <a:defRPr/>
              </a:pPr>
              <a:t>‹#›</a:t>
            </a:fld>
            <a:endParaRPr lang="en-US" altLang="zh-CN"/>
          </a:p>
        </p:txBody>
      </p:sp>
    </p:spTree>
    <p:extLst>
      <p:ext uri="{BB962C8B-B14F-4D97-AF65-F5344CB8AC3E}">
        <p14:creationId xmlns:p14="http://schemas.microsoft.com/office/powerpoint/2010/main" val="17734372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3700" y="228600"/>
            <a:ext cx="21717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228600"/>
            <a:ext cx="63627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6694072-58C3-4095-B658-E2EC7AE668D6}"/>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E093BA2E-5916-442F-A773-1816573953A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69B41EDC-CE19-4648-891A-4EFB1DCC0E4C}"/>
              </a:ext>
            </a:extLst>
          </p:cNvPr>
          <p:cNvSpPr>
            <a:spLocks noGrp="1" noChangeArrowheads="1"/>
          </p:cNvSpPr>
          <p:nvPr>
            <p:ph type="sldNum" sz="quarter" idx="12"/>
          </p:nvPr>
        </p:nvSpPr>
        <p:spPr>
          <a:ln/>
        </p:spPr>
        <p:txBody>
          <a:bodyPr/>
          <a:lstStyle>
            <a:lvl1pPr>
              <a:defRPr/>
            </a:lvl1pPr>
          </a:lstStyle>
          <a:p>
            <a:pPr>
              <a:defRPr/>
            </a:pPr>
            <a:fld id="{586CB7B8-7C25-401E-AFCE-7AE2AED9C127}" type="slidenum">
              <a:rPr lang="en-US" altLang="zh-CN"/>
              <a:pPr>
                <a:defRPr/>
              </a:pPr>
              <a:t>‹#›</a:t>
            </a:fld>
            <a:endParaRPr lang="en-US" altLang="zh-CN"/>
          </a:p>
        </p:txBody>
      </p:sp>
    </p:spTree>
    <p:extLst>
      <p:ext uri="{BB962C8B-B14F-4D97-AF65-F5344CB8AC3E}">
        <p14:creationId xmlns:p14="http://schemas.microsoft.com/office/powerpoint/2010/main" val="21948232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92ADB1AC-32D3-49A7-A1DC-4BB1BCC56835}"/>
              </a:ext>
            </a:extLst>
          </p:cNvPr>
          <p:cNvSpPr>
            <a:spLocks noGrp="1" noChangeArrowheads="1"/>
          </p:cNvSpPr>
          <p:nvPr>
            <p:ph type="title"/>
          </p:nvPr>
        </p:nvSpPr>
        <p:spPr bwMode="auto">
          <a:xfrm>
            <a:off x="228600" y="228600"/>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2CC26A9E-31B8-4391-AE6F-822CE2529FF9}"/>
              </a:ext>
            </a:extLst>
          </p:cNvPr>
          <p:cNvSpPr>
            <a:spLocks noGrp="1" noChangeArrowheads="1"/>
          </p:cNvSpPr>
          <p:nvPr>
            <p:ph type="body" idx="1"/>
          </p:nvPr>
        </p:nvSpPr>
        <p:spPr bwMode="auto">
          <a:xfrm>
            <a:off x="228600" y="914400"/>
            <a:ext cx="86868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D3DE5A9-11D5-4AEB-B896-6DAD1B6EEEBC}"/>
              </a:ext>
            </a:extLst>
          </p:cNvPr>
          <p:cNvSpPr>
            <a:spLocks noGrp="1" noChangeArrowheads="1"/>
          </p:cNvSpPr>
          <p:nvPr>
            <p:ph type="dt" sz="half" idx="2"/>
          </p:nvPr>
        </p:nvSpPr>
        <p:spPr bwMode="auto">
          <a:xfrm>
            <a:off x="2286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vl1pPr>
          </a:lstStyle>
          <a:p>
            <a:pPr>
              <a:defRPr/>
            </a:pPr>
            <a:endParaRPr lang="zh-CN" altLang="en-US"/>
          </a:p>
        </p:txBody>
      </p:sp>
      <p:sp>
        <p:nvSpPr>
          <p:cNvPr id="1029" name="Rectangle 5">
            <a:extLst>
              <a:ext uri="{FF2B5EF4-FFF2-40B4-BE49-F238E27FC236}">
                <a16:creationId xmlns:a16="http://schemas.microsoft.com/office/drawing/2014/main" id="{2C62297E-DDFC-4E4B-B572-4234ABFF44A5}"/>
              </a:ext>
            </a:extLst>
          </p:cNvPr>
          <p:cNvSpPr>
            <a:spLocks noGrp="1" noChangeArrowheads="1"/>
          </p:cNvSpPr>
          <p:nvPr>
            <p:ph type="ftr" sz="quarter" idx="3"/>
          </p:nvPr>
        </p:nvSpPr>
        <p:spPr bwMode="auto">
          <a:xfrm>
            <a:off x="2590800" y="6324600"/>
            <a:ext cx="39624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vl1pPr>
          </a:lstStyle>
          <a:p>
            <a:pPr>
              <a:defRPr/>
            </a:pPr>
            <a:endParaRPr lang="zh-CN" altLang="en-US"/>
          </a:p>
        </p:txBody>
      </p:sp>
      <p:sp>
        <p:nvSpPr>
          <p:cNvPr id="1030" name="Rectangle 6">
            <a:extLst>
              <a:ext uri="{FF2B5EF4-FFF2-40B4-BE49-F238E27FC236}">
                <a16:creationId xmlns:a16="http://schemas.microsoft.com/office/drawing/2014/main" id="{B8CD9B8A-A795-4DB1-8964-96651783B99F}"/>
              </a:ext>
            </a:extLst>
          </p:cNvPr>
          <p:cNvSpPr>
            <a:spLocks noGrp="1" noChangeArrowheads="1"/>
          </p:cNvSpPr>
          <p:nvPr>
            <p:ph type="sldNum" sz="quarter" idx="4"/>
          </p:nvPr>
        </p:nvSpPr>
        <p:spPr bwMode="auto">
          <a:xfrm>
            <a:off x="70104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smtClean="0"/>
            </a:lvl1pPr>
          </a:lstStyle>
          <a:p>
            <a:pPr>
              <a:defRPr/>
            </a:pPr>
            <a:fld id="{6E3611C3-C128-4ADE-9736-85CD38B1067C}" type="slidenum">
              <a:rPr lang="en-US" altLang="zh-CN"/>
              <a:pPr>
                <a:defRPr/>
              </a:pPr>
              <a:t>‹#›</a:t>
            </a:fld>
            <a:endParaRPr lang="en-US" altLang="zh-CN"/>
          </a:p>
        </p:txBody>
      </p:sp>
    </p:spTree>
    <p:extLst>
      <p:ext uri="{BB962C8B-B14F-4D97-AF65-F5344CB8AC3E}">
        <p14:creationId xmlns:p14="http://schemas.microsoft.com/office/powerpoint/2010/main" val="11835629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ftr="0" dt="0"/>
  <p:txStyles>
    <p:title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hyperlink" Target="mailto:maruf@iastate.edu" TargetMode="Externa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hyperlink" Target="https://canvas.iastate.edu/courses/89436/assignments/1693395" TargetMode="Externa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customXml" Target="../ink/ink1.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customXml" Target="../ink/ink2.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customXml" Target="../ink/ink3.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customXml" Target="../ink/ink4.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customXml" Target="../ink/ink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customXml" Target="../ink/ink6.xml"/><Relationship Id="rId2" Type="http://schemas.openxmlformats.org/officeDocument/2006/relationships/image" Target="../media/image7.png"/><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customXml" Target="../ink/ink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customXml" Target="../ink/ink8.xml"/><Relationship Id="rId2" Type="http://schemas.openxmlformats.org/officeDocument/2006/relationships/image" Target="../media/image10.png"/><Relationship Id="rId1" Type="http://schemas.openxmlformats.org/officeDocument/2006/relationships/slideLayout" Target="../slideLayouts/slideLayout7.xml"/><Relationship Id="rId4" Type="http://schemas.openxmlformats.org/officeDocument/2006/relationships/image" Target="../media/image1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customXml" Target="../ink/ink9.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customXml" Target="../ink/ink10.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customXml" Target="../ink/ink11.xml"/><Relationship Id="rId2" Type="http://schemas.openxmlformats.org/officeDocument/2006/relationships/image" Target="../media/image15.png"/><Relationship Id="rId1" Type="http://schemas.openxmlformats.org/officeDocument/2006/relationships/slideLayout" Target="../slideLayouts/slideLayout7.xml"/><Relationship Id="rId4" Type="http://schemas.openxmlformats.org/officeDocument/2006/relationships/image" Target="../media/image16.png"/></Relationships>
</file>

<file path=ppt/slides/_rels/slide5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2.xml"/><Relationship Id="rId5" Type="http://schemas.openxmlformats.org/officeDocument/2006/relationships/image" Target="../media/image20.png"/><Relationship Id="rId4" Type="http://schemas.openxmlformats.org/officeDocument/2006/relationships/customXml" Target="../ink/ink12.xml"/></Relationships>
</file>

<file path=ppt/slides/_rels/slide6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customXml" Target="../ink/ink1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customXml" Target="../ink/ink14.xml"/><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3" Type="http://schemas.openxmlformats.org/officeDocument/2006/relationships/customXml" Target="../ink/ink15.xml"/><Relationship Id="rId2" Type="http://schemas.openxmlformats.org/officeDocument/2006/relationships/image" Target="../media/image27.png"/><Relationship Id="rId1" Type="http://schemas.openxmlformats.org/officeDocument/2006/relationships/slideLayout" Target="../slideLayouts/slideLayout6.xml"/><Relationship Id="rId4" Type="http://schemas.openxmlformats.org/officeDocument/2006/relationships/image" Target="../media/image28.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customXml" Target="../ink/ink16.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xml"/><Relationship Id="rId4" Type="http://schemas.openxmlformats.org/officeDocument/2006/relationships/image" Target="../media/image32.png"/></Relationships>
</file>

<file path=ppt/slides/_rels/slide8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34.gif"/><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A0691B0-CEC6-481E-939D-D8810FDC170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182C1FB-A275-4CBE-B85C-63204551E734}"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7" name="Rectangle 6">
            <a:extLst>
              <a:ext uri="{FF2B5EF4-FFF2-40B4-BE49-F238E27FC236}">
                <a16:creationId xmlns:a16="http://schemas.microsoft.com/office/drawing/2014/main" id="{64295ADE-74FF-47AD-9C8F-165D1AECFFA2}"/>
              </a:ext>
            </a:extLst>
          </p:cNvPr>
          <p:cNvSpPr/>
          <p:nvPr/>
        </p:nvSpPr>
        <p:spPr>
          <a:xfrm>
            <a:off x="0" y="2209800"/>
            <a:ext cx="9144000" cy="3454885"/>
          </a:xfrm>
          <a:prstGeom prst="rect">
            <a:avLst/>
          </a:prstGeom>
          <a:solidFill>
            <a:sysClr val="window" lastClr="FFFFFF">
              <a:lumMod val="95000"/>
            </a:sysClr>
          </a:solidFill>
          <a:ln w="12700" cap="flat" cmpd="sng" algn="ctr">
            <a:solidFill>
              <a:srgbClr val="C00000"/>
            </a:solid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8" name="Rectangle 7">
            <a:extLst>
              <a:ext uri="{FF2B5EF4-FFF2-40B4-BE49-F238E27FC236}">
                <a16:creationId xmlns:a16="http://schemas.microsoft.com/office/drawing/2014/main" id="{1ACCEACF-131C-41A4-94AE-DC03953FB264}"/>
              </a:ext>
            </a:extLst>
          </p:cNvPr>
          <p:cNvSpPr/>
          <p:nvPr/>
        </p:nvSpPr>
        <p:spPr>
          <a:xfrm>
            <a:off x="8756650" y="2218752"/>
            <a:ext cx="387350"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9" name="Rectangle 8">
            <a:extLst>
              <a:ext uri="{FF2B5EF4-FFF2-40B4-BE49-F238E27FC236}">
                <a16:creationId xmlns:a16="http://schemas.microsoft.com/office/drawing/2014/main" id="{4A2A6099-E7BC-4E0E-A993-A4A0E232DA82}"/>
              </a:ext>
            </a:extLst>
          </p:cNvPr>
          <p:cNvSpPr/>
          <p:nvPr/>
        </p:nvSpPr>
        <p:spPr>
          <a:xfrm>
            <a:off x="0" y="2218752"/>
            <a:ext cx="192024"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C00000"/>
              </a:solidFill>
              <a:effectLst/>
              <a:uLnTx/>
              <a:uFillTx/>
              <a:latin typeface="Calibri" panose="020F0502020204030204"/>
              <a:ea typeface="MS PGothic" panose="020B0600070205080204" pitchFamily="34" charset="-128"/>
              <a:cs typeface="+mn-cs"/>
            </a:endParaRPr>
          </a:p>
        </p:txBody>
      </p:sp>
      <p:sp>
        <p:nvSpPr>
          <p:cNvPr id="10" name="Rectangle 9">
            <a:extLst>
              <a:ext uri="{FF2B5EF4-FFF2-40B4-BE49-F238E27FC236}">
                <a16:creationId xmlns:a16="http://schemas.microsoft.com/office/drawing/2014/main" id="{DAA7D032-226B-4118-91E6-7691DCD6E9C0}"/>
              </a:ext>
            </a:extLst>
          </p:cNvPr>
          <p:cNvSpPr/>
          <p:nvPr/>
        </p:nvSpPr>
        <p:spPr>
          <a:xfrm>
            <a:off x="188735" y="2218752"/>
            <a:ext cx="192024" cy="3445934"/>
          </a:xfrm>
          <a:prstGeom prst="rect">
            <a:avLst/>
          </a:prstGeom>
          <a:solidFill>
            <a:srgbClr val="FFC000">
              <a:lumMod val="75000"/>
            </a:srgbClr>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11" name="Rectangle 2">
            <a:extLst>
              <a:ext uri="{FF2B5EF4-FFF2-40B4-BE49-F238E27FC236}">
                <a16:creationId xmlns:a16="http://schemas.microsoft.com/office/drawing/2014/main" id="{5103DEAD-D09C-405E-8E54-66750C17923C}"/>
              </a:ext>
            </a:extLst>
          </p:cNvPr>
          <p:cNvSpPr txBox="1">
            <a:spLocks noChangeArrowheads="1"/>
          </p:cNvSpPr>
          <p:nvPr/>
        </p:nvSpPr>
        <p:spPr>
          <a:xfrm>
            <a:off x="0" y="663575"/>
            <a:ext cx="9144000" cy="1470025"/>
          </a:xfrm>
          <a:prstGeom prst="rect">
            <a:avLst/>
          </a:prstGeom>
        </p:spPr>
        <p:txBody>
          <a:bodyPr/>
          <a:lst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0" cap="none" spc="0" normalizeH="0" baseline="0" noProof="0" dirty="0">
                <a:ln>
                  <a:noFill/>
                </a:ln>
                <a:solidFill>
                  <a:srgbClr val="FF0000"/>
                </a:solidFill>
                <a:effectLst/>
                <a:uLnTx/>
                <a:uFillTx/>
                <a:latin typeface="Times New Roman"/>
                <a:ea typeface="ＭＳ Ｐゴシック" charset="0"/>
                <a:cs typeface="+mj-cs"/>
              </a:rPr>
              <a:t>CPR E 281: Digital Logic</a:t>
            </a:r>
          </a:p>
        </p:txBody>
      </p:sp>
      <p:sp>
        <p:nvSpPr>
          <p:cNvPr id="12" name="Rectangle 3">
            <a:extLst>
              <a:ext uri="{FF2B5EF4-FFF2-40B4-BE49-F238E27FC236}">
                <a16:creationId xmlns:a16="http://schemas.microsoft.com/office/drawing/2014/main" id="{00D3868F-B461-4FA8-9F34-9EACAEC215AB}"/>
              </a:ext>
            </a:extLst>
          </p:cNvPr>
          <p:cNvSpPr txBox="1">
            <a:spLocks noChangeArrowheads="1"/>
          </p:cNvSpPr>
          <p:nvPr/>
        </p:nvSpPr>
        <p:spPr>
          <a:xfrm>
            <a:off x="0" y="3048000"/>
            <a:ext cx="9144000" cy="2209800"/>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000" b="1" i="0" u="none" strike="noStrike" kern="0" cap="none" spc="0" normalizeH="0" baseline="0" noProof="0" dirty="0">
                <a:ln>
                  <a:noFill/>
                </a:ln>
                <a:solidFill>
                  <a:srgbClr val="000000"/>
                </a:solidFill>
                <a:effectLst/>
                <a:uLnTx/>
                <a:uFillTx/>
                <a:latin typeface="Times New Roman"/>
                <a:ea typeface="MS PGothic" panose="020B0600070205080204" pitchFamily="34" charset="-128"/>
              </a:rPr>
              <a:t>Md Maruf Ahamed</a:t>
            </a:r>
            <a:b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t>Office: 307 Durham Center</a:t>
            </a:r>
            <a:b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t>Phone: (515) 294-6323</a:t>
            </a:r>
            <a:b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dirty="0">
                <a:ln>
                  <a:noFill/>
                </a:ln>
                <a:solidFill>
                  <a:srgbClr val="000000"/>
                </a:solidFill>
                <a:effectLst/>
                <a:uLnTx/>
                <a:uFillTx/>
                <a:latin typeface="Times New Roman"/>
                <a:ea typeface="MS PGothic" panose="020B0600070205080204" pitchFamily="34" charset="-128"/>
              </a:rPr>
              <a:t>Email: </a:t>
            </a:r>
            <a:r>
              <a:rPr kumimoji="0" lang="en-US" sz="3000" b="0" i="0" u="none" strike="noStrike" kern="0" cap="none" spc="0" normalizeH="0" baseline="0" noProof="0" dirty="0">
                <a:ln>
                  <a:noFill/>
                </a:ln>
                <a:solidFill>
                  <a:srgbClr val="0070C0"/>
                </a:solidFill>
                <a:effectLst/>
                <a:uLnTx/>
                <a:uFillTx/>
                <a:latin typeface="Times New Roman"/>
                <a:ea typeface="MS PGothic" panose="020B0600070205080204" pitchFamily="34" charset="-128"/>
                <a:hlinkClick r:id="rId2">
                  <a:extLst>
                    <a:ext uri="{A12FA001-AC4F-418D-AE19-62706E023703}">
                      <ahyp:hlinkClr xmlns:ahyp="http://schemas.microsoft.com/office/drawing/2018/hyperlinkcolor" val="tx"/>
                    </a:ext>
                  </a:extLst>
                </a:hlinkClick>
              </a:rPr>
              <a:t>maruf@iastate.edu</a:t>
            </a:r>
            <a:endParaRPr kumimoji="0" lang="en-US" sz="3000" b="0" i="0" u="none" strike="noStrike" kern="0" cap="none" spc="0" normalizeH="0" baseline="0" noProof="0" dirty="0">
              <a:ln>
                <a:noFill/>
              </a:ln>
              <a:solidFill>
                <a:srgbClr val="0070C0"/>
              </a:solidFill>
              <a:effectLst/>
              <a:uLnTx/>
              <a:uFillTx/>
              <a:latin typeface="Times New Roman"/>
              <a:ea typeface="MS PGothic" panose="020B0600070205080204" pitchFamily="34" charset="-128"/>
            </a:endParaRPr>
          </a:p>
        </p:txBody>
      </p:sp>
    </p:spTree>
    <p:extLst>
      <p:ext uri="{BB962C8B-B14F-4D97-AF65-F5344CB8AC3E}">
        <p14:creationId xmlns:p14="http://schemas.microsoft.com/office/powerpoint/2010/main" val="204361169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9FC2C7-9EDE-4430-A34B-E779489E72BD}"/>
              </a:ext>
            </a:extLst>
          </p:cNvPr>
          <p:cNvSpPr>
            <a:spLocks noGrp="1"/>
          </p:cNvSpPr>
          <p:nvPr>
            <p:ph type="title"/>
          </p:nvPr>
        </p:nvSpPr>
        <p:spPr/>
        <p:txBody>
          <a:bodyPr/>
          <a:lstStyle/>
          <a:p>
            <a:r>
              <a:rPr lang="en-US" sz="3600" dirty="0">
                <a:ea typeface="+mj-ea"/>
                <a:cs typeface="+mj-cs"/>
              </a:rPr>
              <a:t>24-Registers </a:t>
            </a:r>
          </a:p>
        </p:txBody>
      </p:sp>
      <p:sp>
        <p:nvSpPr>
          <p:cNvPr id="3" name="Slide Number Placeholder 2">
            <a:extLst>
              <a:ext uri="{FF2B5EF4-FFF2-40B4-BE49-F238E27FC236}">
                <a16:creationId xmlns:a16="http://schemas.microsoft.com/office/drawing/2014/main" id="{CF09B821-ABB0-4BC8-AF04-34B658E1766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4" name="Rectangle 3">
            <a:extLst>
              <a:ext uri="{FF2B5EF4-FFF2-40B4-BE49-F238E27FC236}">
                <a16:creationId xmlns:a16="http://schemas.microsoft.com/office/drawing/2014/main" id="{CA5AE38B-8B29-4CFD-8DC4-49E537DD3855}"/>
              </a:ext>
            </a:extLst>
          </p:cNvPr>
          <p:cNvSpPr txBox="1">
            <a:spLocks noChangeArrowheads="1"/>
          </p:cNvSpPr>
          <p:nvPr/>
        </p:nvSpPr>
        <p:spPr>
          <a:xfrm>
            <a:off x="76200" y="735329"/>
            <a:ext cx="8991600" cy="5589271"/>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lvl="1" eaLnBrk="1" hangingPunct="1">
              <a:defRPr/>
            </a:pPr>
            <a:r>
              <a:rPr lang="en-US" sz="3000" b="1" kern="0" dirty="0">
                <a:solidFill>
                  <a:srgbClr val="000000"/>
                </a:solidFill>
              </a:rPr>
              <a:t>Register</a:t>
            </a:r>
          </a:p>
          <a:p>
            <a:pPr lvl="1" eaLnBrk="1" hangingPunct="1">
              <a:defRPr/>
            </a:pPr>
            <a:r>
              <a:rPr lang="en-US" sz="3000" b="1" kern="0" dirty="0">
                <a:solidFill>
                  <a:srgbClr val="000000"/>
                </a:solidFill>
              </a:rPr>
              <a:t>Parallel-Access Register</a:t>
            </a:r>
          </a:p>
          <a:p>
            <a:pPr lvl="1" eaLnBrk="1" hangingPunct="1">
              <a:defRPr/>
            </a:pPr>
            <a:r>
              <a:rPr lang="en-US" sz="3000" b="1" kern="0" dirty="0">
                <a:solidFill>
                  <a:srgbClr val="000000"/>
                </a:solidFill>
              </a:rPr>
              <a:t>Shift Register</a:t>
            </a:r>
          </a:p>
          <a:p>
            <a:pPr lvl="1" eaLnBrk="1" hangingPunct="1">
              <a:defRPr/>
            </a:pPr>
            <a:r>
              <a:rPr lang="en-US" sz="3000" b="1" kern="0" dirty="0">
                <a:solidFill>
                  <a:srgbClr val="000000"/>
                </a:solidFill>
              </a:rPr>
              <a:t>Parallel-Access Shift Register</a:t>
            </a:r>
          </a:p>
          <a:p>
            <a:pPr lvl="1" eaLnBrk="1" hangingPunct="1">
              <a:defRPr/>
            </a:pPr>
            <a:r>
              <a:rPr lang="en-US" sz="3000" b="1" kern="0" dirty="0">
                <a:solidFill>
                  <a:srgbClr val="000000"/>
                </a:solidFill>
              </a:rPr>
              <a:t>A shift register with parallel load and enable control inputs</a:t>
            </a:r>
          </a:p>
          <a:p>
            <a:pPr lvl="1" eaLnBrk="1" hangingPunct="1">
              <a:defRPr/>
            </a:pPr>
            <a:r>
              <a:rPr lang="en-US" sz="3000" b="1" kern="0" dirty="0">
                <a:solidFill>
                  <a:srgbClr val="000000"/>
                </a:solidFill>
              </a:rPr>
              <a:t>Parallel-access shift left/right  register</a:t>
            </a:r>
          </a:p>
          <a:p>
            <a:pPr lvl="1" eaLnBrk="1" hangingPunct="1">
              <a:defRPr/>
            </a:pPr>
            <a:r>
              <a:rPr lang="en-US" sz="3000" b="1" kern="0" dirty="0">
                <a:solidFill>
                  <a:srgbClr val="000000"/>
                </a:solidFill>
              </a:rPr>
              <a:t>Design a Register File with four 2-bit Register.</a:t>
            </a:r>
            <a:endParaRPr lang="en-US" sz="3000" kern="0" dirty="0">
              <a:solidFill>
                <a:srgbClr val="000000"/>
              </a:solidFill>
            </a:endParaRPr>
          </a:p>
          <a:p>
            <a:pPr lvl="1" eaLnBrk="1" hangingPunct="1">
              <a:defRPr/>
            </a:pPr>
            <a:endParaRPr lang="en-US" sz="3000" kern="0" dirty="0">
              <a:solidFill>
                <a:srgbClr val="000000"/>
              </a:solidFill>
            </a:endParaRPr>
          </a:p>
        </p:txBody>
      </p:sp>
    </p:spTree>
    <p:extLst>
      <p:ext uri="{BB962C8B-B14F-4D97-AF65-F5344CB8AC3E}">
        <p14:creationId xmlns:p14="http://schemas.microsoft.com/office/powerpoint/2010/main" val="230846962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80F84150-23C2-2B4E-9AF3-3C96FE96EDE8}"/>
              </a:ext>
            </a:extLst>
          </p:cNvPr>
          <p:cNvSpPr>
            <a:spLocks noGrp="1" noChangeArrowheads="1"/>
          </p:cNvSpPr>
          <p:nvPr>
            <p:ph type="title"/>
          </p:nvPr>
        </p:nvSpPr>
        <p:spPr>
          <a:xfrm>
            <a:off x="228600" y="76200"/>
            <a:ext cx="8686800" cy="457200"/>
          </a:xfrm>
        </p:spPr>
        <p:txBody>
          <a:bodyPr/>
          <a:lstStyle/>
          <a:p>
            <a:pPr eaLnBrk="1" hangingPunct="1">
              <a:defRPr/>
            </a:pPr>
            <a:r>
              <a:rPr lang="en-US" sz="3600" dirty="0">
                <a:solidFill>
                  <a:srgbClr val="FF0000"/>
                </a:solidFill>
                <a:ea typeface="+mj-ea"/>
                <a:cs typeface="+mj-cs"/>
              </a:rPr>
              <a:t>Administrative Stuff</a:t>
            </a:r>
          </a:p>
        </p:txBody>
      </p:sp>
      <p:sp>
        <p:nvSpPr>
          <p:cNvPr id="207875" name="Rectangle 3">
            <a:extLst>
              <a:ext uri="{FF2B5EF4-FFF2-40B4-BE49-F238E27FC236}">
                <a16:creationId xmlns:a16="http://schemas.microsoft.com/office/drawing/2014/main" id="{D583FDE5-0A59-BD41-A182-AC71C16B0812}"/>
              </a:ext>
            </a:extLst>
          </p:cNvPr>
          <p:cNvSpPr>
            <a:spLocks noGrp="1" noChangeArrowheads="1"/>
          </p:cNvSpPr>
          <p:nvPr>
            <p:ph type="body" idx="1"/>
          </p:nvPr>
        </p:nvSpPr>
        <p:spPr>
          <a:xfrm>
            <a:off x="76200" y="609600"/>
            <a:ext cx="8991600" cy="5791200"/>
          </a:xfrm>
        </p:spPr>
        <p:txBody>
          <a:bodyPr/>
          <a:lstStyle/>
          <a:p>
            <a:pPr marL="320040" lvl="1" indent="-320040" eaLnBrk="1" hangingPunct="1">
              <a:spcBef>
                <a:spcPts val="400"/>
              </a:spcBef>
              <a:spcAft>
                <a:spcPts val="600"/>
              </a:spcAft>
              <a:defRPr/>
            </a:pPr>
            <a:r>
              <a:rPr lang="en-US" sz="3000" dirty="0">
                <a:solidFill>
                  <a:schemeClr val="accent2"/>
                </a:solidFill>
              </a:rPr>
              <a:t>Homework: </a:t>
            </a:r>
            <a:r>
              <a:rPr lang="en-US" sz="3000" dirty="0"/>
              <a:t>HW#7 due on Sunday @ 11:59 PM</a:t>
            </a:r>
          </a:p>
          <a:p>
            <a:pPr marL="320040" lvl="1" indent="-320040" eaLnBrk="1" hangingPunct="1">
              <a:spcBef>
                <a:spcPts val="400"/>
              </a:spcBef>
              <a:spcAft>
                <a:spcPts val="600"/>
              </a:spcAft>
              <a:defRPr/>
            </a:pPr>
            <a:r>
              <a:rPr lang="en-US" sz="3000" dirty="0">
                <a:solidFill>
                  <a:schemeClr val="accent2"/>
                </a:solidFill>
              </a:rPr>
              <a:t>Quiz: </a:t>
            </a:r>
            <a:r>
              <a:rPr lang="en-US" sz="3000" dirty="0"/>
              <a:t>Quiz #8 due on Friday @ 4:25 PM</a:t>
            </a:r>
          </a:p>
          <a:p>
            <a:pPr marL="320040" lvl="1" indent="-320040" eaLnBrk="1" hangingPunct="1">
              <a:spcBef>
                <a:spcPts val="400"/>
              </a:spcBef>
              <a:spcAft>
                <a:spcPts val="600"/>
              </a:spcAft>
              <a:defRPr/>
            </a:pPr>
            <a:r>
              <a:rPr lang="en-US" sz="3000" dirty="0">
                <a:solidFill>
                  <a:schemeClr val="accent2"/>
                </a:solidFill>
              </a:rPr>
              <a:t>Recitation: </a:t>
            </a:r>
            <a:r>
              <a:rPr lang="en-US" sz="3000" dirty="0"/>
              <a:t>Recitation 8 next week</a:t>
            </a:r>
          </a:p>
          <a:p>
            <a:pPr marL="320040" lvl="1" indent="-320040" eaLnBrk="1" hangingPunct="1">
              <a:spcBef>
                <a:spcPts val="400"/>
              </a:spcBef>
              <a:spcAft>
                <a:spcPts val="600"/>
              </a:spcAft>
              <a:defRPr/>
            </a:pPr>
            <a:r>
              <a:rPr lang="en-US" sz="3000" dirty="0">
                <a:solidFill>
                  <a:schemeClr val="accent2"/>
                </a:solidFill>
              </a:rPr>
              <a:t>Lab: </a:t>
            </a:r>
            <a:r>
              <a:rPr lang="en-US" sz="3000" dirty="0"/>
              <a:t>Lab 8 next week</a:t>
            </a:r>
          </a:p>
          <a:p>
            <a:pPr marL="320040" lvl="1" indent="-320040" eaLnBrk="1" hangingPunct="1">
              <a:spcBef>
                <a:spcPts val="400"/>
              </a:spcBef>
              <a:spcAft>
                <a:spcPts val="600"/>
              </a:spcAft>
              <a:defRPr/>
            </a:pPr>
            <a:r>
              <a:rPr lang="en-US" sz="3000" dirty="0">
                <a:solidFill>
                  <a:srgbClr val="0000FF"/>
                </a:solidFill>
              </a:rPr>
              <a:t>Lecture-25 Readings: </a:t>
            </a:r>
            <a:r>
              <a:rPr lang="en-US" sz="3000" dirty="0"/>
              <a:t>5.9 and 5.10</a:t>
            </a:r>
          </a:p>
          <a:p>
            <a:pPr marL="320040" lvl="1" indent="-320040" eaLnBrk="1" hangingPunct="1">
              <a:spcBef>
                <a:spcPts val="400"/>
              </a:spcBef>
              <a:spcAft>
                <a:spcPts val="600"/>
              </a:spcAft>
              <a:defRPr/>
            </a:pPr>
            <a:r>
              <a:rPr lang="en-US" sz="3000" b="1" dirty="0"/>
              <a:t>Midterm 2:</a:t>
            </a:r>
            <a:r>
              <a:rPr lang="en-US" sz="3000" dirty="0"/>
              <a:t> </a:t>
            </a:r>
            <a:r>
              <a:rPr lang="en-US" sz="3000" dirty="0">
                <a:highlight>
                  <a:srgbClr val="FFFF00"/>
                </a:highlight>
              </a:rPr>
              <a:t>Friday, April 1</a:t>
            </a:r>
            <a:r>
              <a:rPr lang="en-US" sz="3000" baseline="30000" dirty="0">
                <a:highlight>
                  <a:srgbClr val="FFFF00"/>
                </a:highlight>
              </a:rPr>
              <a:t>st</a:t>
            </a:r>
            <a:r>
              <a:rPr lang="en-US" sz="3000" dirty="0">
                <a:highlight>
                  <a:srgbClr val="FFFF00"/>
                </a:highlight>
              </a:rPr>
              <a:t> @4:25 PM</a:t>
            </a:r>
          </a:p>
        </p:txBody>
      </p:sp>
      <p:sp>
        <p:nvSpPr>
          <p:cNvPr id="2" name="Slide Number Placeholder 1">
            <a:extLst>
              <a:ext uri="{FF2B5EF4-FFF2-40B4-BE49-F238E27FC236}">
                <a16:creationId xmlns:a16="http://schemas.microsoft.com/office/drawing/2014/main" id="{27480B98-CB43-4109-9B52-91BC90F2543E}"/>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97619F1-5350-4307-9409-443BD1067667}"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29804523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Title 1">
            <a:extLst>
              <a:ext uri="{FF2B5EF4-FFF2-40B4-BE49-F238E27FC236}">
                <a16:creationId xmlns:a16="http://schemas.microsoft.com/office/drawing/2014/main" id="{E1218F23-80E4-47B9-A320-9036EE29D725}"/>
              </a:ext>
            </a:extLst>
          </p:cNvPr>
          <p:cNvSpPr>
            <a:spLocks noGrp="1" noChangeArrowheads="1"/>
          </p:cNvSpPr>
          <p:nvPr>
            <p:ph type="title"/>
          </p:nvPr>
        </p:nvSpPr>
        <p:spPr>
          <a:xfrm>
            <a:off x="228600" y="76200"/>
            <a:ext cx="8686800" cy="457200"/>
          </a:xfrm>
        </p:spPr>
        <p:txBody>
          <a:bodyPr/>
          <a:lstStyle/>
          <a:p>
            <a:r>
              <a:rPr lang="en-US" altLang="en-US" dirty="0"/>
              <a:t>Midterm 2: Bonus</a:t>
            </a:r>
          </a:p>
        </p:txBody>
      </p:sp>
      <p:sp>
        <p:nvSpPr>
          <p:cNvPr id="8194" name="Content Placeholder 2">
            <a:extLst>
              <a:ext uri="{FF2B5EF4-FFF2-40B4-BE49-F238E27FC236}">
                <a16:creationId xmlns:a16="http://schemas.microsoft.com/office/drawing/2014/main" id="{74FCD54D-DBAB-4BC0-9290-774522E42077}"/>
              </a:ext>
            </a:extLst>
          </p:cNvPr>
          <p:cNvSpPr>
            <a:spLocks noGrp="1" noChangeArrowheads="1"/>
          </p:cNvSpPr>
          <p:nvPr>
            <p:ph idx="1"/>
          </p:nvPr>
        </p:nvSpPr>
        <p:spPr>
          <a:xfrm>
            <a:off x="76200" y="685800"/>
            <a:ext cx="8991600" cy="4953000"/>
          </a:xfrm>
        </p:spPr>
        <p:txBody>
          <a:bodyPr/>
          <a:lstStyle/>
          <a:p>
            <a:pPr marL="182880" indent="-182880" algn="just"/>
            <a:r>
              <a:rPr lang="en-US" altLang="en-US" sz="2600" dirty="0"/>
              <a:t>Complete the </a:t>
            </a:r>
            <a:r>
              <a:rPr lang="en-US" altLang="en-US" sz="2600" dirty="0">
                <a:solidFill>
                  <a:srgbClr val="0000FF"/>
                </a:solidFill>
                <a:hlinkClick r:id="rId2">
                  <a:extLst>
                    <a:ext uri="{A12FA001-AC4F-418D-AE19-62706E023703}">
                      <ahyp:hlinkClr xmlns:ahyp="http://schemas.microsoft.com/office/drawing/2018/hyperlinkcolor" val="tx"/>
                    </a:ext>
                  </a:extLst>
                </a:hlinkClick>
              </a:rPr>
              <a:t>Midterm 2 bonus </a:t>
            </a:r>
            <a:r>
              <a:rPr lang="en-US" altLang="en-US" sz="2600" dirty="0"/>
              <a:t>activity by </a:t>
            </a:r>
            <a:r>
              <a:rPr lang="da-DK" sz="2600" b="1" dirty="0">
                <a:solidFill>
                  <a:srgbClr val="FF0000"/>
                </a:solidFill>
              </a:rPr>
              <a:t>April 1 at 4:00 PM</a:t>
            </a:r>
            <a:endParaRPr lang="en-US" altLang="en-US" sz="2600" dirty="0">
              <a:solidFill>
                <a:srgbClr val="FF0000"/>
              </a:solidFill>
            </a:endParaRPr>
          </a:p>
          <a:p>
            <a:pPr marL="582930" lvl="1" indent="-182880" algn="just"/>
            <a:r>
              <a:rPr lang="en-US" altLang="en-US" sz="2200" dirty="0"/>
              <a:t>You might get up-to 5 points as a bonus which will be added to your Midterm 2 exam score to make it 100%. </a:t>
            </a:r>
          </a:p>
          <a:p>
            <a:pPr marL="582930" lvl="1" indent="-182880" algn="just"/>
            <a:endParaRPr lang="en-US" altLang="en-US" sz="22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Title 1">
            <a:extLst>
              <a:ext uri="{FF2B5EF4-FFF2-40B4-BE49-F238E27FC236}">
                <a16:creationId xmlns:a16="http://schemas.microsoft.com/office/drawing/2014/main" id="{E1218F23-80E4-47B9-A320-9036EE29D725}"/>
              </a:ext>
            </a:extLst>
          </p:cNvPr>
          <p:cNvSpPr>
            <a:spLocks noGrp="1" noChangeArrowheads="1"/>
          </p:cNvSpPr>
          <p:nvPr>
            <p:ph type="title"/>
          </p:nvPr>
        </p:nvSpPr>
        <p:spPr>
          <a:xfrm>
            <a:off x="228600" y="76200"/>
            <a:ext cx="8686800" cy="457200"/>
          </a:xfrm>
        </p:spPr>
        <p:txBody>
          <a:bodyPr/>
          <a:lstStyle/>
          <a:p>
            <a:r>
              <a:rPr lang="en-US" altLang="en-US" dirty="0"/>
              <a:t>Midterm 2: Format</a:t>
            </a:r>
          </a:p>
        </p:txBody>
      </p:sp>
      <p:sp>
        <p:nvSpPr>
          <p:cNvPr id="8194" name="Content Placeholder 2">
            <a:extLst>
              <a:ext uri="{FF2B5EF4-FFF2-40B4-BE49-F238E27FC236}">
                <a16:creationId xmlns:a16="http://schemas.microsoft.com/office/drawing/2014/main" id="{74FCD54D-DBAB-4BC0-9290-774522E42077}"/>
              </a:ext>
            </a:extLst>
          </p:cNvPr>
          <p:cNvSpPr>
            <a:spLocks noGrp="1" noChangeArrowheads="1"/>
          </p:cNvSpPr>
          <p:nvPr>
            <p:ph idx="1"/>
          </p:nvPr>
        </p:nvSpPr>
        <p:spPr>
          <a:xfrm>
            <a:off x="152400" y="838200"/>
            <a:ext cx="8915400" cy="4953000"/>
          </a:xfrm>
        </p:spPr>
        <p:txBody>
          <a:bodyPr/>
          <a:lstStyle/>
          <a:p>
            <a:pPr algn="just"/>
            <a:r>
              <a:rPr lang="en-US" dirty="0"/>
              <a:t>Midterm 2 will be </a:t>
            </a:r>
            <a:r>
              <a:rPr lang="en-US" b="1" dirty="0"/>
              <a:t>closed book and closed notes</a:t>
            </a:r>
            <a:r>
              <a:rPr lang="en-US" dirty="0"/>
              <a:t>. But you are allowed to use</a:t>
            </a:r>
            <a:r>
              <a:rPr lang="en-US" b="1" dirty="0"/>
              <a:t> 2 pages cheat-sheet</a:t>
            </a:r>
            <a:r>
              <a:rPr lang="en-US" dirty="0"/>
              <a:t>  (double sided-printed or handwritten)</a:t>
            </a:r>
          </a:p>
          <a:p>
            <a:pPr algn="just"/>
            <a:r>
              <a:rPr lang="en-US" altLang="en-US" dirty="0"/>
              <a:t>The exam will be out of </a:t>
            </a:r>
            <a:r>
              <a:rPr lang="en-US" altLang="en-US" dirty="0">
                <a:solidFill>
                  <a:srgbClr val="0070C0"/>
                </a:solidFill>
              </a:rPr>
              <a:t>130 points</a:t>
            </a:r>
          </a:p>
          <a:p>
            <a:pPr algn="just"/>
            <a:r>
              <a:rPr lang="en-US" altLang="en-US" dirty="0"/>
              <a:t>You need </a:t>
            </a:r>
            <a:r>
              <a:rPr lang="en-US" altLang="en-US" dirty="0">
                <a:solidFill>
                  <a:srgbClr val="0070C0"/>
                </a:solidFill>
              </a:rPr>
              <a:t>100/130 points to get 100% </a:t>
            </a:r>
            <a:r>
              <a:rPr lang="en-US" altLang="en-US" dirty="0"/>
              <a:t> on this exam</a:t>
            </a:r>
          </a:p>
          <a:p>
            <a:pPr algn="just"/>
            <a:r>
              <a:rPr lang="en-US" altLang="en-US" dirty="0"/>
              <a:t>It will be great if you can score more than 100 points.</a:t>
            </a:r>
          </a:p>
          <a:p>
            <a:pPr lvl="1" algn="just"/>
            <a:r>
              <a:rPr lang="en-US" altLang="en-US" dirty="0"/>
              <a:t> </a:t>
            </a:r>
            <a:r>
              <a:rPr lang="en-US" altLang="en-US" dirty="0">
                <a:solidFill>
                  <a:srgbClr val="FF0000"/>
                </a:solidFill>
              </a:rPr>
              <a:t>but you can’t roll over your extra points </a:t>
            </a:r>
            <a:r>
              <a:rPr lang="en-US" altLang="en-US" dirty="0">
                <a:solidFill>
                  <a:srgbClr val="FF0000"/>
                </a:solidFill>
                <a:sym typeface="Wingdings" panose="05000000000000000000" pitchFamily="2" charset="2"/>
              </a:rPr>
              <a:t></a:t>
            </a:r>
            <a:endParaRPr lang="en-US" altLang="en-US" dirty="0">
              <a:solidFill>
                <a:srgbClr val="FF0000"/>
              </a:solidFill>
            </a:endParaRPr>
          </a:p>
          <a:p>
            <a:pPr algn="just">
              <a:buFontTx/>
              <a:buNone/>
            </a:pPr>
            <a:endParaRPr lang="en-US" altLang="en-US" dirty="0"/>
          </a:p>
        </p:txBody>
      </p:sp>
    </p:spTree>
    <p:extLst>
      <p:ext uri="{BB962C8B-B14F-4D97-AF65-F5344CB8AC3E}">
        <p14:creationId xmlns:p14="http://schemas.microsoft.com/office/powerpoint/2010/main" val="304662238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8623465-947D-4758-924E-F1D5E8A8A273}"/>
              </a:ext>
            </a:extLst>
          </p:cNvPr>
          <p:cNvSpPr/>
          <p:nvPr/>
        </p:nvSpPr>
        <p:spPr>
          <a:xfrm>
            <a:off x="76200" y="125249"/>
            <a:ext cx="8991600" cy="615553"/>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0" u="none" strike="noStrike" kern="1200" cap="none" spc="0" normalizeH="0" baseline="0" noProof="0" dirty="0">
                <a:ln>
                  <a:noFill/>
                </a:ln>
                <a:solidFill>
                  <a:srgbClr val="FF0000"/>
                </a:solidFill>
                <a:effectLst/>
                <a:uLnTx/>
                <a:uFillTx/>
                <a:latin typeface="Times New Roman"/>
                <a:ea typeface="MS PGothic" panose="020B0600070205080204" pitchFamily="34" charset="-128"/>
                <a:cs typeface="+mn-cs"/>
              </a:rPr>
              <a:t>Midterm</a:t>
            </a:r>
            <a:r>
              <a:rPr kumimoji="0" lang="en-US" altLang="en-US" sz="28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 </a:t>
            </a:r>
            <a:r>
              <a:rPr lang="en-US" altLang="en-US" sz="3400" b="1" dirty="0">
                <a:solidFill>
                  <a:srgbClr val="FF0000"/>
                </a:solidFill>
                <a:latin typeface="Times New Roman"/>
              </a:rPr>
              <a:t>2</a:t>
            </a:r>
            <a:r>
              <a:rPr kumimoji="0" lang="en-US" altLang="en-US" sz="3400" b="1" i="0" u="none" strike="noStrike" kern="1200" cap="none" spc="0" normalizeH="0" baseline="0" noProof="0" dirty="0">
                <a:ln>
                  <a:noFill/>
                </a:ln>
                <a:solidFill>
                  <a:srgbClr val="FF0000"/>
                </a:solidFill>
                <a:effectLst/>
                <a:uLnTx/>
                <a:uFillTx/>
                <a:latin typeface="Times New Roman"/>
                <a:ea typeface="MS PGothic" panose="020B0600070205080204" pitchFamily="34" charset="-128"/>
                <a:cs typeface="+mn-cs"/>
              </a:rPr>
              <a:t>- sample outlines</a:t>
            </a:r>
            <a:endParaRPr kumimoji="0" lang="en-US" sz="3400" b="1" i="0" u="none" strike="noStrike" kern="1200" cap="none" spc="0" normalizeH="0" baseline="0" noProof="0" dirty="0">
              <a:ln>
                <a:noFill/>
              </a:ln>
              <a:solidFill>
                <a:srgbClr val="FF0000"/>
              </a:solidFill>
              <a:effectLst/>
              <a:uLnTx/>
              <a:uFillTx/>
              <a:latin typeface="Times New Roman"/>
              <a:ea typeface="MS PGothic" panose="020B0600070205080204" pitchFamily="34" charset="-128"/>
              <a:cs typeface="+mn-cs"/>
            </a:endParaRPr>
          </a:p>
        </p:txBody>
      </p:sp>
      <p:pic>
        <p:nvPicPr>
          <p:cNvPr id="5" name="Picture 4">
            <a:extLst>
              <a:ext uri="{FF2B5EF4-FFF2-40B4-BE49-F238E27FC236}">
                <a16:creationId xmlns:a16="http://schemas.microsoft.com/office/drawing/2014/main" id="{B52A1229-EFA3-49F8-9B30-5FAA5C2A5E30}"/>
              </a:ext>
            </a:extLst>
          </p:cNvPr>
          <p:cNvPicPr>
            <a:picLocks noChangeAspect="1"/>
          </p:cNvPicPr>
          <p:nvPr/>
        </p:nvPicPr>
        <p:blipFill>
          <a:blip r:embed="rId2"/>
          <a:stretch>
            <a:fillRect/>
          </a:stretch>
        </p:blipFill>
        <p:spPr>
          <a:xfrm>
            <a:off x="114858" y="1092971"/>
            <a:ext cx="7162434" cy="5000625"/>
          </a:xfrm>
          <a:prstGeom prst="rect">
            <a:avLst/>
          </a:prstGeom>
        </p:spPr>
      </p:pic>
    </p:spTree>
    <p:extLst>
      <p:ext uri="{BB962C8B-B14F-4D97-AF65-F5344CB8AC3E}">
        <p14:creationId xmlns:p14="http://schemas.microsoft.com/office/powerpoint/2010/main" val="21271395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Title 1">
            <a:extLst>
              <a:ext uri="{FF2B5EF4-FFF2-40B4-BE49-F238E27FC236}">
                <a16:creationId xmlns:a16="http://schemas.microsoft.com/office/drawing/2014/main" id="{E1218F23-80E4-47B9-A320-9036EE29D725}"/>
              </a:ext>
            </a:extLst>
          </p:cNvPr>
          <p:cNvSpPr>
            <a:spLocks noGrp="1" noChangeArrowheads="1"/>
          </p:cNvSpPr>
          <p:nvPr>
            <p:ph type="title"/>
          </p:nvPr>
        </p:nvSpPr>
        <p:spPr>
          <a:xfrm>
            <a:off x="228600" y="76200"/>
            <a:ext cx="8686800" cy="457200"/>
          </a:xfrm>
        </p:spPr>
        <p:txBody>
          <a:bodyPr/>
          <a:lstStyle/>
          <a:p>
            <a:r>
              <a:rPr lang="en-US" altLang="en-US" dirty="0"/>
              <a:t>Midterm 2: </a:t>
            </a:r>
            <a:r>
              <a:rPr lang="fr-FR" dirty="0"/>
              <a:t>Syllabus</a:t>
            </a:r>
            <a:endParaRPr lang="en-US" altLang="en-US" dirty="0"/>
          </a:p>
        </p:txBody>
      </p:sp>
      <p:sp>
        <p:nvSpPr>
          <p:cNvPr id="8194" name="Content Placeholder 2">
            <a:extLst>
              <a:ext uri="{FF2B5EF4-FFF2-40B4-BE49-F238E27FC236}">
                <a16:creationId xmlns:a16="http://schemas.microsoft.com/office/drawing/2014/main" id="{74FCD54D-DBAB-4BC0-9290-774522E42077}"/>
              </a:ext>
            </a:extLst>
          </p:cNvPr>
          <p:cNvSpPr>
            <a:spLocks noGrp="1" noChangeArrowheads="1"/>
          </p:cNvSpPr>
          <p:nvPr>
            <p:ph idx="1"/>
          </p:nvPr>
        </p:nvSpPr>
        <p:spPr>
          <a:xfrm>
            <a:off x="609600" y="838200"/>
            <a:ext cx="8305800" cy="4953000"/>
          </a:xfrm>
        </p:spPr>
        <p:txBody>
          <a:bodyPr/>
          <a:lstStyle/>
          <a:p>
            <a:pPr marL="0" indent="0">
              <a:buNone/>
            </a:pPr>
            <a:r>
              <a:rPr lang="fr-FR" b="1" u="sng" dirty="0"/>
              <a:t>Syllabus:</a:t>
            </a:r>
            <a:endParaRPr lang="fr-FR" dirty="0"/>
          </a:p>
          <a:p>
            <a:r>
              <a:rPr lang="fr-FR" b="1" dirty="0"/>
              <a:t>Lectures</a:t>
            </a:r>
            <a:r>
              <a:rPr lang="fr-FR" dirty="0"/>
              <a:t>: </a:t>
            </a:r>
            <a:r>
              <a:rPr lang="fr-FR" dirty="0" err="1"/>
              <a:t>Lec</a:t>
            </a:r>
            <a:r>
              <a:rPr lang="fr-FR" dirty="0"/>
              <a:t> 13 - </a:t>
            </a:r>
            <a:r>
              <a:rPr lang="fr-FR" dirty="0" err="1"/>
              <a:t>Lec</a:t>
            </a:r>
            <a:r>
              <a:rPr lang="fr-FR" dirty="0"/>
              <a:t> 26</a:t>
            </a:r>
          </a:p>
          <a:p>
            <a:r>
              <a:rPr lang="fr-FR" b="1" dirty="0"/>
              <a:t>Quiz: </a:t>
            </a:r>
            <a:r>
              <a:rPr lang="en-US" dirty="0"/>
              <a:t>Quiz #4 - Quiz #8</a:t>
            </a:r>
          </a:p>
          <a:p>
            <a:r>
              <a:rPr lang="fr-FR" b="1" dirty="0"/>
              <a:t>Homework:</a:t>
            </a:r>
            <a:r>
              <a:rPr lang="fr-FR" dirty="0"/>
              <a:t> HW #05 - HW #08</a:t>
            </a:r>
          </a:p>
          <a:p>
            <a:r>
              <a:rPr lang="fr-FR" b="1" dirty="0" err="1"/>
              <a:t>Recitation</a:t>
            </a:r>
            <a:r>
              <a:rPr lang="fr-FR" dirty="0"/>
              <a:t>: </a:t>
            </a:r>
            <a:r>
              <a:rPr lang="fr-FR" dirty="0" err="1"/>
              <a:t>Recitation</a:t>
            </a:r>
            <a:r>
              <a:rPr lang="fr-FR" dirty="0"/>
              <a:t> #04 - 08</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1C641B36-693E-44CF-B541-B27AE245AAF1}"/>
                  </a:ext>
                </a:extLst>
              </p14:cNvPr>
              <p14:cNvContentPartPr/>
              <p14:nvPr/>
            </p14:nvContentPartPr>
            <p14:xfrm>
              <a:off x="5442480" y="2444400"/>
              <a:ext cx="270360" cy="343080"/>
            </p14:xfrm>
          </p:contentPart>
        </mc:Choice>
        <mc:Fallback>
          <p:pic>
            <p:nvPicPr>
              <p:cNvPr id="2" name="Ink 1">
                <a:extLst>
                  <a:ext uri="{FF2B5EF4-FFF2-40B4-BE49-F238E27FC236}">
                    <a16:creationId xmlns:a16="http://schemas.microsoft.com/office/drawing/2014/main" id="{1C641B36-693E-44CF-B541-B27AE245AAF1}"/>
                  </a:ext>
                </a:extLst>
              </p:cNvPr>
              <p:cNvPicPr/>
              <p:nvPr/>
            </p:nvPicPr>
            <p:blipFill>
              <a:blip r:embed="rId3"/>
              <a:stretch>
                <a:fillRect/>
              </a:stretch>
            </p:blipFill>
            <p:spPr>
              <a:xfrm>
                <a:off x="5433120" y="2435040"/>
                <a:ext cx="289080" cy="361800"/>
              </a:xfrm>
              <a:prstGeom prst="rect">
                <a:avLst/>
              </a:prstGeom>
            </p:spPr>
          </p:pic>
        </mc:Fallback>
      </mc:AlternateContent>
    </p:spTree>
    <p:extLst>
      <p:ext uri="{BB962C8B-B14F-4D97-AF65-F5344CB8AC3E}">
        <p14:creationId xmlns:p14="http://schemas.microsoft.com/office/powerpoint/2010/main" val="17738122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Title 1">
            <a:extLst>
              <a:ext uri="{FF2B5EF4-FFF2-40B4-BE49-F238E27FC236}">
                <a16:creationId xmlns:a16="http://schemas.microsoft.com/office/drawing/2014/main" id="{1DBBDDFB-87B6-4409-B470-7CAC8B632065}"/>
              </a:ext>
            </a:extLst>
          </p:cNvPr>
          <p:cNvSpPr>
            <a:spLocks noGrp="1" noChangeArrowheads="1"/>
          </p:cNvSpPr>
          <p:nvPr>
            <p:ph type="title"/>
          </p:nvPr>
        </p:nvSpPr>
        <p:spPr>
          <a:xfrm>
            <a:off x="0" y="76200"/>
            <a:ext cx="9144000" cy="457200"/>
          </a:xfrm>
        </p:spPr>
        <p:txBody>
          <a:bodyPr/>
          <a:lstStyle/>
          <a:p>
            <a:r>
              <a:rPr lang="en-US" altLang="en-US" dirty="0"/>
              <a:t>Midterm 2: Topics</a:t>
            </a:r>
          </a:p>
        </p:txBody>
      </p:sp>
      <p:sp>
        <p:nvSpPr>
          <p:cNvPr id="9218" name="Content Placeholder 2">
            <a:extLst>
              <a:ext uri="{FF2B5EF4-FFF2-40B4-BE49-F238E27FC236}">
                <a16:creationId xmlns:a16="http://schemas.microsoft.com/office/drawing/2014/main" id="{43FD5A9B-0A97-4A07-911C-107DC174FB63}"/>
              </a:ext>
            </a:extLst>
          </p:cNvPr>
          <p:cNvSpPr>
            <a:spLocks noGrp="1" noChangeArrowheads="1"/>
          </p:cNvSpPr>
          <p:nvPr>
            <p:ph idx="1"/>
          </p:nvPr>
        </p:nvSpPr>
        <p:spPr>
          <a:xfrm>
            <a:off x="381000" y="685800"/>
            <a:ext cx="8763000" cy="5410200"/>
          </a:xfrm>
        </p:spPr>
        <p:txBody>
          <a:bodyPr/>
          <a:lstStyle/>
          <a:p>
            <a:r>
              <a:rPr lang="en-US" altLang="en-US" sz="2600" dirty="0"/>
              <a:t>Binary Numbers and Hexadecimal Numbers</a:t>
            </a:r>
          </a:p>
          <a:p>
            <a:r>
              <a:rPr lang="en-US" altLang="en-US" sz="2600" dirty="0"/>
              <a:t>1’s complement and 2’s complement representation</a:t>
            </a:r>
          </a:p>
          <a:p>
            <a:r>
              <a:rPr lang="en-US" altLang="en-US" sz="2600" dirty="0"/>
              <a:t>Addition and subtraction of binary numbers</a:t>
            </a:r>
          </a:p>
          <a:p>
            <a:r>
              <a:rPr lang="en-US" altLang="en-US" sz="2600" dirty="0"/>
              <a:t>Circuits for adders and fast adders</a:t>
            </a:r>
          </a:p>
          <a:p>
            <a:endParaRPr lang="en-US" altLang="en-US" sz="2600" dirty="0"/>
          </a:p>
          <a:p>
            <a:r>
              <a:rPr lang="en-US" altLang="en-US" sz="2600" dirty="0"/>
              <a:t>Single and Double precision IEEE floating point formats</a:t>
            </a:r>
          </a:p>
          <a:p>
            <a:r>
              <a:rPr lang="en-US" altLang="en-US" sz="2600" dirty="0"/>
              <a:t>Converting a real number to the IEEE format</a:t>
            </a:r>
          </a:p>
          <a:p>
            <a:r>
              <a:rPr lang="en-US" altLang="en-US" sz="2600" dirty="0"/>
              <a:t>Converting a floating point number to base 10</a:t>
            </a:r>
          </a:p>
          <a:p>
            <a:endParaRPr lang="en-US" altLang="en-US" sz="2600" dirty="0"/>
          </a:p>
          <a:p>
            <a:r>
              <a:rPr lang="en-US" altLang="en-US" sz="2600" dirty="0"/>
              <a:t>Multiplexers (circuits and function)</a:t>
            </a:r>
          </a:p>
          <a:p>
            <a:r>
              <a:rPr lang="en-US" altLang="en-US" sz="2600" dirty="0"/>
              <a:t>Synthesis of logic functions using multiplexers</a:t>
            </a:r>
          </a:p>
          <a:p>
            <a:r>
              <a:rPr lang="en-US" altLang="en-US" sz="2600" dirty="0"/>
              <a:t>Shannon’s Expansion Theorem</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0482C64B-B8F6-407E-A283-431009EE6CD7}"/>
                  </a:ext>
                </a:extLst>
              </p14:cNvPr>
              <p14:cNvContentPartPr/>
              <p14:nvPr/>
            </p14:nvContentPartPr>
            <p14:xfrm>
              <a:off x="5477760" y="2460600"/>
              <a:ext cx="3233160" cy="2381760"/>
            </p14:xfrm>
          </p:contentPart>
        </mc:Choice>
        <mc:Fallback>
          <p:pic>
            <p:nvPicPr>
              <p:cNvPr id="2" name="Ink 1">
                <a:extLst>
                  <a:ext uri="{FF2B5EF4-FFF2-40B4-BE49-F238E27FC236}">
                    <a16:creationId xmlns:a16="http://schemas.microsoft.com/office/drawing/2014/main" id="{0482C64B-B8F6-407E-A283-431009EE6CD7}"/>
                  </a:ext>
                </a:extLst>
              </p:cNvPr>
              <p:cNvPicPr/>
              <p:nvPr/>
            </p:nvPicPr>
            <p:blipFill>
              <a:blip r:embed="rId3"/>
              <a:stretch>
                <a:fillRect/>
              </a:stretch>
            </p:blipFill>
            <p:spPr>
              <a:xfrm>
                <a:off x="5468400" y="2451240"/>
                <a:ext cx="3251880" cy="2400480"/>
              </a:xfrm>
              <a:prstGeom prst="rect">
                <a:avLst/>
              </a:prstGeom>
            </p:spPr>
          </p:pic>
        </mc:Fallback>
      </mc:AlternateContent>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1" name="Title 1">
            <a:extLst>
              <a:ext uri="{FF2B5EF4-FFF2-40B4-BE49-F238E27FC236}">
                <a16:creationId xmlns:a16="http://schemas.microsoft.com/office/drawing/2014/main" id="{BA864D3F-2254-41EF-8A15-3961A5B33209}"/>
              </a:ext>
            </a:extLst>
          </p:cNvPr>
          <p:cNvSpPr>
            <a:spLocks noGrp="1" noChangeArrowheads="1"/>
          </p:cNvSpPr>
          <p:nvPr>
            <p:ph type="title"/>
          </p:nvPr>
        </p:nvSpPr>
        <p:spPr>
          <a:xfrm>
            <a:off x="0" y="76200"/>
            <a:ext cx="9144000" cy="457200"/>
          </a:xfrm>
        </p:spPr>
        <p:txBody>
          <a:bodyPr/>
          <a:lstStyle/>
          <a:p>
            <a:r>
              <a:rPr lang="en-US" altLang="en-US" dirty="0"/>
              <a:t>Midterm 2: Topics cont.</a:t>
            </a:r>
          </a:p>
        </p:txBody>
      </p:sp>
      <p:sp>
        <p:nvSpPr>
          <p:cNvPr id="10242" name="Content Placeholder 2">
            <a:extLst>
              <a:ext uri="{FF2B5EF4-FFF2-40B4-BE49-F238E27FC236}">
                <a16:creationId xmlns:a16="http://schemas.microsoft.com/office/drawing/2014/main" id="{88325B71-E6D8-4838-9CCD-CD1E41B4FA3B}"/>
              </a:ext>
            </a:extLst>
          </p:cNvPr>
          <p:cNvSpPr>
            <a:spLocks noGrp="1" noChangeArrowheads="1"/>
          </p:cNvSpPr>
          <p:nvPr>
            <p:ph idx="1"/>
          </p:nvPr>
        </p:nvSpPr>
        <p:spPr>
          <a:xfrm>
            <a:off x="609600" y="609600"/>
            <a:ext cx="8382000" cy="6019800"/>
          </a:xfrm>
        </p:spPr>
        <p:txBody>
          <a:bodyPr/>
          <a:lstStyle/>
          <a:p>
            <a:pPr>
              <a:spcBef>
                <a:spcPts val="300"/>
              </a:spcBef>
              <a:spcAft>
                <a:spcPts val="300"/>
              </a:spcAft>
            </a:pPr>
            <a:r>
              <a:rPr lang="en-US" altLang="en-US" sz="2600" dirty="0"/>
              <a:t>Decoders (circuits and function)</a:t>
            </a:r>
          </a:p>
          <a:p>
            <a:pPr>
              <a:spcBef>
                <a:spcPts val="300"/>
              </a:spcBef>
              <a:spcAft>
                <a:spcPts val="300"/>
              </a:spcAft>
            </a:pPr>
            <a:r>
              <a:rPr lang="en-US" altLang="en-US" sz="2600" dirty="0"/>
              <a:t>Demultiplexers</a:t>
            </a:r>
          </a:p>
          <a:p>
            <a:pPr>
              <a:spcBef>
                <a:spcPts val="300"/>
              </a:spcBef>
              <a:spcAft>
                <a:spcPts val="300"/>
              </a:spcAft>
            </a:pPr>
            <a:r>
              <a:rPr lang="en-US" altLang="en-US" sz="2600" dirty="0"/>
              <a:t>Encoders (binary and priority)</a:t>
            </a:r>
          </a:p>
          <a:p>
            <a:pPr>
              <a:spcBef>
                <a:spcPts val="300"/>
              </a:spcBef>
              <a:spcAft>
                <a:spcPts val="300"/>
              </a:spcAft>
            </a:pPr>
            <a:r>
              <a:rPr lang="en-US" altLang="en-US" sz="2600" dirty="0"/>
              <a:t>Code Converters</a:t>
            </a:r>
          </a:p>
          <a:p>
            <a:pPr>
              <a:spcBef>
                <a:spcPts val="300"/>
              </a:spcBef>
              <a:spcAft>
                <a:spcPts val="300"/>
              </a:spcAft>
            </a:pPr>
            <a:r>
              <a:rPr lang="en-US" altLang="en-US" sz="2600" dirty="0"/>
              <a:t>K-maps for 2, 3, and 4 variables</a:t>
            </a:r>
          </a:p>
          <a:p>
            <a:pPr>
              <a:spcBef>
                <a:spcPts val="300"/>
              </a:spcBef>
              <a:spcAft>
                <a:spcPts val="300"/>
              </a:spcAft>
            </a:pPr>
            <a:r>
              <a:rPr lang="en-US" altLang="en-US" sz="2600" dirty="0"/>
              <a:t>Synthesis of logic circuits using adders, multiplexers, encoders, decoders, and basic logic gates</a:t>
            </a:r>
          </a:p>
          <a:p>
            <a:pPr>
              <a:spcBef>
                <a:spcPts val="300"/>
              </a:spcBef>
              <a:spcAft>
                <a:spcPts val="300"/>
              </a:spcAft>
            </a:pPr>
            <a:r>
              <a:rPr lang="en-US" altLang="en-US" sz="2600" dirty="0"/>
              <a:t>Synthesis of logic circuits given constraints on the available building blocks that you can use</a:t>
            </a:r>
          </a:p>
          <a:p>
            <a:pPr>
              <a:spcBef>
                <a:spcPts val="300"/>
              </a:spcBef>
              <a:spcAft>
                <a:spcPts val="300"/>
              </a:spcAft>
            </a:pPr>
            <a:r>
              <a:rPr lang="en-US" altLang="en-US" sz="2600" dirty="0"/>
              <a:t>Latches (circuits, behavior, timing diagrams)</a:t>
            </a:r>
          </a:p>
          <a:p>
            <a:pPr>
              <a:spcBef>
                <a:spcPts val="300"/>
              </a:spcBef>
              <a:spcAft>
                <a:spcPts val="300"/>
              </a:spcAft>
            </a:pPr>
            <a:r>
              <a:rPr lang="en-US" altLang="en-US" sz="2600" dirty="0"/>
              <a:t>Flip-Flops (circuits, behavior, timing diagrams)</a:t>
            </a:r>
          </a:p>
          <a:p>
            <a:pPr>
              <a:spcBef>
                <a:spcPts val="300"/>
              </a:spcBef>
              <a:spcAft>
                <a:spcPts val="300"/>
              </a:spcAft>
            </a:pPr>
            <a:r>
              <a:rPr lang="en-US" altLang="en-US" sz="2600" dirty="0"/>
              <a:t>Registers and Register Files</a:t>
            </a:r>
          </a:p>
          <a:p>
            <a:pPr>
              <a:spcBef>
                <a:spcPts val="300"/>
              </a:spcBef>
              <a:spcAft>
                <a:spcPts val="300"/>
              </a:spcAft>
            </a:pPr>
            <a:r>
              <a:rPr lang="en-US" altLang="en-US" sz="2600" dirty="0"/>
              <a:t>Counters</a:t>
            </a:r>
          </a:p>
          <a:p>
            <a:pPr>
              <a:spcBef>
                <a:spcPts val="300"/>
              </a:spcBef>
              <a:spcAft>
                <a:spcPts val="300"/>
              </a:spcAft>
            </a:pPr>
            <a:endParaRPr lang="en-US" altLang="en-US" sz="2600" dirty="0"/>
          </a:p>
          <a:p>
            <a:pPr>
              <a:spcBef>
                <a:spcPts val="300"/>
              </a:spcBef>
              <a:spcAft>
                <a:spcPts val="300"/>
              </a:spcAft>
            </a:pPr>
            <a:endParaRPr lang="en-US" altLang="en-US" sz="2600" dirty="0"/>
          </a:p>
          <a:p>
            <a:pPr>
              <a:spcBef>
                <a:spcPts val="300"/>
              </a:spcBef>
              <a:spcAft>
                <a:spcPts val="300"/>
              </a:spcAft>
            </a:pPr>
            <a:endParaRPr lang="en-US" altLang="en-US" sz="2600" dirty="0"/>
          </a:p>
          <a:p>
            <a:pPr>
              <a:spcBef>
                <a:spcPts val="300"/>
              </a:spcBef>
              <a:spcAft>
                <a:spcPts val="300"/>
              </a:spcAft>
            </a:pPr>
            <a:endParaRPr lang="en-US" altLang="en-US" sz="2600" dirty="0"/>
          </a:p>
          <a:p>
            <a:pPr>
              <a:spcBef>
                <a:spcPts val="300"/>
              </a:spcBef>
              <a:spcAft>
                <a:spcPts val="300"/>
              </a:spcAft>
            </a:pPr>
            <a:endParaRPr lang="en-US" altLang="en-US" sz="26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Rectangle 3">
            <a:extLst>
              <a:ext uri="{FF2B5EF4-FFF2-40B4-BE49-F238E27FC236}">
                <a16:creationId xmlns:a16="http://schemas.microsoft.com/office/drawing/2014/main" id="{8D84EEC1-BFE5-4883-BCE6-33AC837527C1}"/>
              </a:ext>
            </a:extLst>
          </p:cNvPr>
          <p:cNvSpPr>
            <a:spLocks noChangeArrowheads="1"/>
          </p:cNvSpPr>
          <p:nvPr/>
        </p:nvSpPr>
        <p:spPr bwMode="auto">
          <a:xfrm>
            <a:off x="0" y="228599"/>
            <a:ext cx="9144000" cy="571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Registers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Readings 5.8</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65BE03A3-A9F9-DF45-8A55-12A77BB1A376}"/>
              </a:ext>
            </a:extLst>
          </p:cNvPr>
          <p:cNvSpPr>
            <a:spLocks noGrp="1" noChangeArrowheads="1"/>
          </p:cNvSpPr>
          <p:nvPr>
            <p:ph type="title"/>
          </p:nvPr>
        </p:nvSpPr>
        <p:spPr>
          <a:xfrm>
            <a:off x="0" y="152400"/>
            <a:ext cx="9144000" cy="457200"/>
          </a:xfrm>
        </p:spPr>
        <p:txBody>
          <a:bodyPr/>
          <a:lstStyle/>
          <a:p>
            <a:pPr eaLnBrk="1" hangingPunct="1">
              <a:defRPr/>
            </a:pPr>
            <a:r>
              <a:rPr lang="en-US" dirty="0">
                <a:ea typeface="+mj-ea"/>
                <a:cs typeface="+mj-cs"/>
              </a:rPr>
              <a:t>Register (Definition)</a:t>
            </a:r>
          </a:p>
        </p:txBody>
      </p:sp>
      <p:sp>
        <p:nvSpPr>
          <p:cNvPr id="91138" name="Rectangle 3">
            <a:extLst>
              <a:ext uri="{FF2B5EF4-FFF2-40B4-BE49-F238E27FC236}">
                <a16:creationId xmlns:a16="http://schemas.microsoft.com/office/drawing/2014/main" id="{79169D34-3A82-40FC-A178-AE5F62A9DB78}"/>
              </a:ext>
            </a:extLst>
          </p:cNvPr>
          <p:cNvSpPr>
            <a:spLocks noGrp="1" noChangeArrowheads="1"/>
          </p:cNvSpPr>
          <p:nvPr>
            <p:ph type="body" idx="1"/>
          </p:nvPr>
        </p:nvSpPr>
        <p:spPr>
          <a:xfrm>
            <a:off x="609600" y="1219200"/>
            <a:ext cx="8305800" cy="4953000"/>
          </a:xfrm>
        </p:spPr>
        <p:txBody>
          <a:bodyPr/>
          <a:lstStyle/>
          <a:p>
            <a:pPr eaLnBrk="1" hangingPunct="1"/>
            <a:r>
              <a:rPr lang="en-US" altLang="en-US" dirty="0"/>
              <a:t>A </a:t>
            </a:r>
            <a:r>
              <a:rPr lang="en-US" altLang="en-US" dirty="0">
                <a:solidFill>
                  <a:srgbClr val="FF0000"/>
                </a:solidFill>
              </a:rPr>
              <a:t>flip-flop</a:t>
            </a:r>
            <a:r>
              <a:rPr lang="en-US" altLang="en-US" dirty="0"/>
              <a:t> stores </a:t>
            </a:r>
            <a:r>
              <a:rPr lang="en-US" altLang="en-US" dirty="0">
                <a:solidFill>
                  <a:srgbClr val="FF0000"/>
                </a:solidFill>
              </a:rPr>
              <a:t>one bit </a:t>
            </a:r>
            <a:r>
              <a:rPr lang="en-US" altLang="en-US" dirty="0"/>
              <a:t>of information.</a:t>
            </a:r>
          </a:p>
          <a:p>
            <a:pPr eaLnBrk="1" hangingPunct="1"/>
            <a:endParaRPr lang="en-US" altLang="en-US" dirty="0"/>
          </a:p>
          <a:p>
            <a:pPr eaLnBrk="1" hangingPunct="1"/>
            <a:r>
              <a:rPr lang="en-US" altLang="en-US" dirty="0"/>
              <a:t>When a set of </a:t>
            </a:r>
            <a:r>
              <a:rPr lang="en-US" altLang="en-US" dirty="0">
                <a:solidFill>
                  <a:srgbClr val="FF0000"/>
                </a:solidFill>
              </a:rPr>
              <a:t>n flip-flops </a:t>
            </a:r>
            <a:r>
              <a:rPr lang="en-US" altLang="en-US" dirty="0"/>
              <a:t>is used to </a:t>
            </a:r>
            <a:r>
              <a:rPr lang="en-US" altLang="en-US" dirty="0">
                <a:solidFill>
                  <a:srgbClr val="FF0000"/>
                </a:solidFill>
              </a:rPr>
              <a:t>store n bits </a:t>
            </a:r>
            <a:r>
              <a:rPr lang="en-US" altLang="en-US" dirty="0"/>
              <a:t>of information, such as an n-bit number, we refer to these flip-flops as a </a:t>
            </a:r>
            <a:r>
              <a:rPr lang="en-US" altLang="en-US" b="1" dirty="0">
                <a:solidFill>
                  <a:schemeClr val="accent2"/>
                </a:solidFill>
              </a:rPr>
              <a:t>register</a:t>
            </a:r>
            <a:r>
              <a:rPr lang="en-US" altLang="en-US" dirty="0"/>
              <a:t>.</a:t>
            </a:r>
          </a:p>
          <a:p>
            <a:pPr eaLnBrk="1" hangingPunct="1">
              <a:buFontTx/>
              <a:buNone/>
            </a:pPr>
            <a:endParaRPr lang="en-US" altLang="en-US" dirty="0"/>
          </a:p>
          <a:p>
            <a:pPr eaLnBrk="1" hangingPunct="1"/>
            <a:endParaRPr lang="en-US" altLang="en-US" dirty="0"/>
          </a:p>
          <a:p>
            <a:pPr eaLnBrk="1" hangingPunct="1"/>
            <a:endParaRPr lang="en-US" altLang="en-US" dirty="0"/>
          </a:p>
          <a:p>
            <a:pPr eaLnBrk="1" hangingPunct="1"/>
            <a:endParaRPr lang="en-US" altLang="en-US"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3">
            <a:extLst>
              <a:ext uri="{FF2B5EF4-FFF2-40B4-BE49-F238E27FC236}">
                <a16:creationId xmlns:a16="http://schemas.microsoft.com/office/drawing/2014/main" id="{EA1125B2-8543-4EFF-8900-B65EA4B3D754}"/>
              </a:ext>
            </a:extLst>
          </p:cNvPr>
          <p:cNvSpPr>
            <a:spLocks noChangeArrowheads="1"/>
          </p:cNvSpPr>
          <p:nvPr/>
        </p:nvSpPr>
        <p:spPr bwMode="auto">
          <a:xfrm>
            <a:off x="0" y="20574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Parallel-Access Register</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8137CA3B-6B12-4D10-8718-CF1BEC4D3C29}"/>
                  </a:ext>
                </a:extLst>
              </p14:cNvPr>
              <p14:cNvContentPartPr/>
              <p14:nvPr/>
            </p14:nvContentPartPr>
            <p14:xfrm>
              <a:off x="1750680" y="3127320"/>
              <a:ext cx="3649320" cy="111600"/>
            </p14:xfrm>
          </p:contentPart>
        </mc:Choice>
        <mc:Fallback>
          <p:pic>
            <p:nvPicPr>
              <p:cNvPr id="2" name="Ink 1">
                <a:extLst>
                  <a:ext uri="{FF2B5EF4-FFF2-40B4-BE49-F238E27FC236}">
                    <a16:creationId xmlns:a16="http://schemas.microsoft.com/office/drawing/2014/main" id="{8137CA3B-6B12-4D10-8718-CF1BEC4D3C29}"/>
                  </a:ext>
                </a:extLst>
              </p:cNvPr>
              <p:cNvPicPr/>
              <p:nvPr/>
            </p:nvPicPr>
            <p:blipFill>
              <a:blip r:embed="rId3"/>
              <a:stretch>
                <a:fillRect/>
              </a:stretch>
            </p:blipFill>
            <p:spPr>
              <a:xfrm>
                <a:off x="1741320" y="3117960"/>
                <a:ext cx="3668040" cy="130320"/>
              </a:xfrm>
              <a:prstGeom prst="rect">
                <a:avLst/>
              </a:prstGeom>
            </p:spPr>
          </p:pic>
        </mc:Fallback>
      </mc:AlternateContent>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Title 1">
            <a:extLst>
              <a:ext uri="{FF2B5EF4-FFF2-40B4-BE49-F238E27FC236}">
                <a16:creationId xmlns:a16="http://schemas.microsoft.com/office/drawing/2014/main" id="{04EFECA0-39D1-474D-A2A0-BD5D22D2D94A}"/>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1-Bit Parallel-Access Register</a:t>
            </a:r>
          </a:p>
        </p:txBody>
      </p:sp>
      <p:grpSp>
        <p:nvGrpSpPr>
          <p:cNvPr id="2" name="Group 1">
            <a:extLst>
              <a:ext uri="{FF2B5EF4-FFF2-40B4-BE49-F238E27FC236}">
                <a16:creationId xmlns:a16="http://schemas.microsoft.com/office/drawing/2014/main" id="{B6DC4DFD-9DB8-40C9-9073-465EA43895B5}"/>
              </a:ext>
            </a:extLst>
          </p:cNvPr>
          <p:cNvGrpSpPr/>
          <p:nvPr/>
        </p:nvGrpSpPr>
        <p:grpSpPr>
          <a:xfrm>
            <a:off x="4953000" y="990600"/>
            <a:ext cx="937471" cy="1679187"/>
            <a:chOff x="4857711" y="1219200"/>
            <a:chExt cx="937471" cy="1679187"/>
          </a:xfrm>
        </p:grpSpPr>
        <p:sp>
          <p:nvSpPr>
            <p:cNvPr id="93197" name="Rectangle 41">
              <a:extLst>
                <a:ext uri="{FF2B5EF4-FFF2-40B4-BE49-F238E27FC236}">
                  <a16:creationId xmlns:a16="http://schemas.microsoft.com/office/drawing/2014/main" id="{B91F9E64-43A7-41B9-AD20-4E1E696E34B9}"/>
                </a:ext>
              </a:extLst>
            </p:cNvPr>
            <p:cNvSpPr>
              <a:spLocks noChangeArrowheads="1"/>
            </p:cNvSpPr>
            <p:nvPr/>
          </p:nvSpPr>
          <p:spPr bwMode="auto">
            <a:xfrm>
              <a:off x="4857711" y="2564600"/>
              <a:ext cx="22064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9" name="Freeform 293">
              <a:extLst>
                <a:ext uri="{FF2B5EF4-FFF2-40B4-BE49-F238E27FC236}">
                  <a16:creationId xmlns:a16="http://schemas.microsoft.com/office/drawing/2014/main" id="{B2BCBF26-6CE4-4A1A-9645-5C2D245830F8}"/>
                </a:ext>
              </a:extLst>
            </p:cNvPr>
            <p:cNvSpPr>
              <a:spLocks noChangeAspect="1"/>
            </p:cNvSpPr>
            <p:nvPr/>
          </p:nvSpPr>
          <p:spPr bwMode="auto">
            <a:xfrm>
              <a:off x="5489155" y="2139429"/>
              <a:ext cx="295566" cy="75895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0" name="Line 294">
              <a:extLst>
                <a:ext uri="{FF2B5EF4-FFF2-40B4-BE49-F238E27FC236}">
                  <a16:creationId xmlns:a16="http://schemas.microsoft.com/office/drawing/2014/main" id="{D7ABACB8-8A91-4084-8271-C1FEF045843E}"/>
                </a:ext>
              </a:extLst>
            </p:cNvPr>
            <p:cNvSpPr>
              <a:spLocks noChangeAspect="1" noChangeShapeType="1"/>
            </p:cNvSpPr>
            <p:nvPr/>
          </p:nvSpPr>
          <p:spPr bwMode="auto">
            <a:xfrm>
              <a:off x="5627655" y="1465992"/>
              <a:ext cx="6187" cy="75490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3" name="Line 25">
              <a:extLst>
                <a:ext uri="{FF2B5EF4-FFF2-40B4-BE49-F238E27FC236}">
                  <a16:creationId xmlns:a16="http://schemas.microsoft.com/office/drawing/2014/main" id="{1879F0D6-CAE1-46ED-93FC-E2873583E8FF}"/>
                </a:ext>
              </a:extLst>
            </p:cNvPr>
            <p:cNvSpPr>
              <a:spLocks noChangeShapeType="1"/>
            </p:cNvSpPr>
            <p:nvPr/>
          </p:nvSpPr>
          <p:spPr bwMode="auto">
            <a:xfrm>
              <a:off x="5169089" y="2368465"/>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5" name="Line 25">
              <a:extLst>
                <a:ext uri="{FF2B5EF4-FFF2-40B4-BE49-F238E27FC236}">
                  <a16:creationId xmlns:a16="http://schemas.microsoft.com/office/drawing/2014/main" id="{B14F1AE9-B776-4AF4-BEA1-A514767D961E}"/>
                </a:ext>
              </a:extLst>
            </p:cNvPr>
            <p:cNvSpPr>
              <a:spLocks noChangeShapeType="1"/>
            </p:cNvSpPr>
            <p:nvPr/>
          </p:nvSpPr>
          <p:spPr bwMode="auto">
            <a:xfrm>
              <a:off x="5158336" y="2690995"/>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8" name="Rectangle 135">
              <a:extLst>
                <a:ext uri="{FF2B5EF4-FFF2-40B4-BE49-F238E27FC236}">
                  <a16:creationId xmlns:a16="http://schemas.microsoft.com/office/drawing/2014/main" id="{8DE32A54-51CB-4973-BD6B-073E2D13755C}"/>
                </a:ext>
              </a:extLst>
            </p:cNvPr>
            <p:cNvSpPr>
              <a:spLocks noChangeArrowheads="1"/>
            </p:cNvSpPr>
            <p:nvPr/>
          </p:nvSpPr>
          <p:spPr bwMode="auto">
            <a:xfrm>
              <a:off x="5423323" y="1219200"/>
              <a:ext cx="3718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9" name="Rectangle 41">
              <a:extLst>
                <a:ext uri="{FF2B5EF4-FFF2-40B4-BE49-F238E27FC236}">
                  <a16:creationId xmlns:a16="http://schemas.microsoft.com/office/drawing/2014/main" id="{049B6767-F552-416B-8D8C-08A6D67B58F7}"/>
                </a:ext>
              </a:extLst>
            </p:cNvPr>
            <p:cNvSpPr>
              <a:spLocks noChangeArrowheads="1"/>
            </p:cNvSpPr>
            <p:nvPr/>
          </p:nvSpPr>
          <p:spPr bwMode="auto">
            <a:xfrm>
              <a:off x="5540172" y="2245111"/>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0" name="Rectangle 41">
              <a:extLst>
                <a:ext uri="{FF2B5EF4-FFF2-40B4-BE49-F238E27FC236}">
                  <a16:creationId xmlns:a16="http://schemas.microsoft.com/office/drawing/2014/main" id="{8994D197-9712-4716-9BE1-85C8A8B27437}"/>
                </a:ext>
              </a:extLst>
            </p:cNvPr>
            <p:cNvSpPr>
              <a:spLocks noChangeArrowheads="1"/>
            </p:cNvSpPr>
            <p:nvPr/>
          </p:nvSpPr>
          <p:spPr bwMode="auto">
            <a:xfrm>
              <a:off x="5545891" y="2562748"/>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3" name="Group 2">
            <a:extLst>
              <a:ext uri="{FF2B5EF4-FFF2-40B4-BE49-F238E27FC236}">
                <a16:creationId xmlns:a16="http://schemas.microsoft.com/office/drawing/2014/main" id="{BC8FFF34-6A1D-402B-8C1C-65EDADBADD67}"/>
              </a:ext>
            </a:extLst>
          </p:cNvPr>
          <p:cNvGrpSpPr/>
          <p:nvPr/>
        </p:nvGrpSpPr>
        <p:grpSpPr>
          <a:xfrm>
            <a:off x="5543550" y="2001325"/>
            <a:ext cx="3295650" cy="1500700"/>
            <a:chOff x="4476750" y="2229925"/>
            <a:chExt cx="3295650" cy="1500700"/>
          </a:xfrm>
        </p:grpSpPr>
        <p:sp>
          <p:nvSpPr>
            <p:cNvPr id="93187" name="Freeform 38">
              <a:extLst>
                <a:ext uri="{FF2B5EF4-FFF2-40B4-BE49-F238E27FC236}">
                  <a16:creationId xmlns:a16="http://schemas.microsoft.com/office/drawing/2014/main" id="{3CE4A1C1-1022-4107-93A4-AA2022FAC4A7}"/>
                </a:ext>
              </a:extLst>
            </p:cNvPr>
            <p:cNvSpPr>
              <a:spLocks/>
            </p:cNvSpPr>
            <p:nvPr/>
          </p:nvSpPr>
          <p:spPr bwMode="auto">
            <a:xfrm>
              <a:off x="7180417" y="2490860"/>
              <a:ext cx="57144" cy="57155"/>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88" name="Rectangle 4">
              <a:extLst>
                <a:ext uri="{FF2B5EF4-FFF2-40B4-BE49-F238E27FC236}">
                  <a16:creationId xmlns:a16="http://schemas.microsoft.com/office/drawing/2014/main" id="{F74ED18A-FFC6-4D4C-864B-A1DD934BEF05}"/>
                </a:ext>
              </a:extLst>
            </p:cNvPr>
            <p:cNvSpPr>
              <a:spLocks noChangeArrowheads="1"/>
            </p:cNvSpPr>
            <p:nvPr/>
          </p:nvSpPr>
          <p:spPr bwMode="auto">
            <a:xfrm>
              <a:off x="6174523" y="2229925"/>
              <a:ext cx="666681" cy="106848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89" name="Rectangle 5">
              <a:extLst>
                <a:ext uri="{FF2B5EF4-FFF2-40B4-BE49-F238E27FC236}">
                  <a16:creationId xmlns:a16="http://schemas.microsoft.com/office/drawing/2014/main" id="{5B5D8075-DA60-4195-8695-DEB58B3D1FC7}"/>
                </a:ext>
              </a:extLst>
            </p:cNvPr>
            <p:cNvSpPr>
              <a:spLocks noChangeArrowheads="1"/>
            </p:cNvSpPr>
            <p:nvPr/>
          </p:nvSpPr>
          <p:spPr bwMode="auto">
            <a:xfrm>
              <a:off x="6241192" y="2409328"/>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0" name="Rectangle 6">
              <a:extLst>
                <a:ext uri="{FF2B5EF4-FFF2-40B4-BE49-F238E27FC236}">
                  <a16:creationId xmlns:a16="http://schemas.microsoft.com/office/drawing/2014/main" id="{143734E7-0FBB-463F-80A2-A5A4A14243AE}"/>
                </a:ext>
              </a:extLst>
            </p:cNvPr>
            <p:cNvSpPr>
              <a:spLocks noChangeArrowheads="1"/>
            </p:cNvSpPr>
            <p:nvPr/>
          </p:nvSpPr>
          <p:spPr bwMode="auto">
            <a:xfrm>
              <a:off x="6636438" y="2401390"/>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1" name="Line 7">
              <a:extLst>
                <a:ext uri="{FF2B5EF4-FFF2-40B4-BE49-F238E27FC236}">
                  <a16:creationId xmlns:a16="http://schemas.microsoft.com/office/drawing/2014/main" id="{F2585E23-3A70-4F0A-9E8A-83116F4954EF}"/>
                </a:ext>
              </a:extLst>
            </p:cNvPr>
            <p:cNvSpPr>
              <a:spLocks noChangeShapeType="1"/>
            </p:cNvSpPr>
            <p:nvPr/>
          </p:nvSpPr>
          <p:spPr bwMode="auto">
            <a:xfrm flipH="1">
              <a:off x="6650724" y="2934839"/>
              <a:ext cx="9524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2" name="Rectangle 9">
              <a:extLst>
                <a:ext uri="{FF2B5EF4-FFF2-40B4-BE49-F238E27FC236}">
                  <a16:creationId xmlns:a16="http://schemas.microsoft.com/office/drawing/2014/main" id="{BDE14726-6B37-40E6-9058-FFD229D42CCF}"/>
                </a:ext>
              </a:extLst>
            </p:cNvPr>
            <p:cNvSpPr>
              <a:spLocks noChangeArrowheads="1"/>
            </p:cNvSpPr>
            <p:nvPr/>
          </p:nvSpPr>
          <p:spPr bwMode="auto">
            <a:xfrm>
              <a:off x="6638026" y="2947540"/>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3" name="Rectangle 11">
              <a:extLst>
                <a:ext uri="{FF2B5EF4-FFF2-40B4-BE49-F238E27FC236}">
                  <a16:creationId xmlns:a16="http://schemas.microsoft.com/office/drawing/2014/main" id="{7738C8DD-50B1-4C76-88F4-D47441BA9B5B}"/>
                </a:ext>
              </a:extLst>
            </p:cNvPr>
            <p:cNvSpPr>
              <a:spLocks noChangeArrowheads="1"/>
            </p:cNvSpPr>
            <p:nvPr/>
          </p:nvSpPr>
          <p:spPr bwMode="auto">
            <a:xfrm>
              <a:off x="4476750" y="3490890"/>
              <a:ext cx="542869"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5" name="Freeform 36">
              <a:extLst>
                <a:ext uri="{FF2B5EF4-FFF2-40B4-BE49-F238E27FC236}">
                  <a16:creationId xmlns:a16="http://schemas.microsoft.com/office/drawing/2014/main" id="{20A5014F-F4E4-42EC-9D21-95272AFDE8AC}"/>
                </a:ext>
              </a:extLst>
            </p:cNvPr>
            <p:cNvSpPr>
              <a:spLocks/>
            </p:cNvSpPr>
            <p:nvPr/>
          </p:nvSpPr>
          <p:spPr bwMode="auto">
            <a:xfrm>
              <a:off x="6174523" y="2972942"/>
              <a:ext cx="133336" cy="13336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6" name="Line 37">
              <a:extLst>
                <a:ext uri="{FF2B5EF4-FFF2-40B4-BE49-F238E27FC236}">
                  <a16:creationId xmlns:a16="http://schemas.microsoft.com/office/drawing/2014/main" id="{005ACC2D-BFF4-4FE5-BF5C-C0EECD66EC40}"/>
                </a:ext>
              </a:extLst>
            </p:cNvPr>
            <p:cNvSpPr>
              <a:spLocks noChangeShapeType="1"/>
            </p:cNvSpPr>
            <p:nvPr/>
          </p:nvSpPr>
          <p:spPr bwMode="auto">
            <a:xfrm>
              <a:off x="5907851" y="3030097"/>
              <a:ext cx="266673"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1" name="Line 25">
              <a:extLst>
                <a:ext uri="{FF2B5EF4-FFF2-40B4-BE49-F238E27FC236}">
                  <a16:creationId xmlns:a16="http://schemas.microsoft.com/office/drawing/2014/main" id="{13E4EACB-48EE-4B43-90EE-6A3824272BC2}"/>
                </a:ext>
              </a:extLst>
            </p:cNvPr>
            <p:cNvSpPr>
              <a:spLocks noChangeShapeType="1"/>
            </p:cNvSpPr>
            <p:nvPr/>
          </p:nvSpPr>
          <p:spPr bwMode="auto">
            <a:xfrm>
              <a:off x="6841204" y="2519074"/>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2" name="Line 25">
              <a:extLst>
                <a:ext uri="{FF2B5EF4-FFF2-40B4-BE49-F238E27FC236}">
                  <a16:creationId xmlns:a16="http://schemas.microsoft.com/office/drawing/2014/main" id="{030AD22F-6FC9-4450-945E-C284C88C8024}"/>
                </a:ext>
              </a:extLst>
            </p:cNvPr>
            <p:cNvSpPr>
              <a:spLocks noChangeShapeType="1"/>
            </p:cNvSpPr>
            <p:nvPr/>
          </p:nvSpPr>
          <p:spPr bwMode="auto">
            <a:xfrm>
              <a:off x="6845051" y="3032822"/>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4" name="Rectangle 41">
              <a:extLst>
                <a:ext uri="{FF2B5EF4-FFF2-40B4-BE49-F238E27FC236}">
                  <a16:creationId xmlns:a16="http://schemas.microsoft.com/office/drawing/2014/main" id="{5453361F-9D3A-48F9-AC14-22F92CD32BA1}"/>
                </a:ext>
              </a:extLst>
            </p:cNvPr>
            <p:cNvSpPr>
              <a:spLocks noChangeArrowheads="1"/>
            </p:cNvSpPr>
            <p:nvPr/>
          </p:nvSpPr>
          <p:spPr bwMode="auto">
            <a:xfrm>
              <a:off x="7503124" y="2403478"/>
              <a:ext cx="269276"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1" name="Line 290">
              <a:extLst>
                <a:ext uri="{FF2B5EF4-FFF2-40B4-BE49-F238E27FC236}">
                  <a16:creationId xmlns:a16="http://schemas.microsoft.com/office/drawing/2014/main" id="{BA929E72-5C2F-4E42-8464-32A0BBE4D140}"/>
                </a:ext>
              </a:extLst>
            </p:cNvPr>
            <p:cNvSpPr>
              <a:spLocks noChangeAspect="1" noChangeShapeType="1"/>
            </p:cNvSpPr>
            <p:nvPr/>
          </p:nvSpPr>
          <p:spPr bwMode="auto">
            <a:xfrm>
              <a:off x="5054334" y="3631268"/>
              <a:ext cx="870068"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2" name="Line 294">
              <a:extLst>
                <a:ext uri="{FF2B5EF4-FFF2-40B4-BE49-F238E27FC236}">
                  <a16:creationId xmlns:a16="http://schemas.microsoft.com/office/drawing/2014/main" id="{824544EE-A14F-4D39-9964-A4493EFA2AA7}"/>
                </a:ext>
              </a:extLst>
            </p:cNvPr>
            <p:cNvSpPr>
              <a:spLocks noChangeAspect="1" noChangeShapeType="1"/>
            </p:cNvSpPr>
            <p:nvPr/>
          </p:nvSpPr>
          <p:spPr bwMode="auto">
            <a:xfrm>
              <a:off x="5917066" y="3020267"/>
              <a:ext cx="5113" cy="6238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8" name="Line 25">
            <a:extLst>
              <a:ext uri="{FF2B5EF4-FFF2-40B4-BE49-F238E27FC236}">
                <a16:creationId xmlns:a16="http://schemas.microsoft.com/office/drawing/2014/main" id="{EB8C799C-63CE-4802-A261-13348A998CA5}"/>
              </a:ext>
            </a:extLst>
          </p:cNvPr>
          <p:cNvSpPr>
            <a:spLocks noChangeShapeType="1"/>
          </p:cNvSpPr>
          <p:nvPr/>
        </p:nvSpPr>
        <p:spPr bwMode="auto">
          <a:xfrm>
            <a:off x="6704131" y="2288720"/>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 name="Line 25">
            <a:extLst>
              <a:ext uri="{FF2B5EF4-FFF2-40B4-BE49-F238E27FC236}">
                <a16:creationId xmlns:a16="http://schemas.microsoft.com/office/drawing/2014/main" id="{48BE3021-B6D5-4C72-B5F1-5ED48A741EE5}"/>
              </a:ext>
            </a:extLst>
          </p:cNvPr>
          <p:cNvSpPr>
            <a:spLocks noChangeShapeType="1"/>
          </p:cNvSpPr>
          <p:nvPr/>
        </p:nvSpPr>
        <p:spPr bwMode="auto">
          <a:xfrm>
            <a:off x="5872713" y="2282610"/>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4D69DFF8-2444-4BE9-8360-5AADDC433009}"/>
                  </a:ext>
                </a:extLst>
              </p14:cNvPr>
              <p14:cNvContentPartPr/>
              <p14:nvPr/>
            </p14:nvContentPartPr>
            <p14:xfrm>
              <a:off x="4758840" y="870480"/>
              <a:ext cx="4232880" cy="3138120"/>
            </p14:xfrm>
          </p:contentPart>
        </mc:Choice>
        <mc:Fallback>
          <p:pic>
            <p:nvPicPr>
              <p:cNvPr id="4" name="Ink 3">
                <a:extLst>
                  <a:ext uri="{FF2B5EF4-FFF2-40B4-BE49-F238E27FC236}">
                    <a16:creationId xmlns:a16="http://schemas.microsoft.com/office/drawing/2014/main" id="{4D69DFF8-2444-4BE9-8360-5AADDC433009}"/>
                  </a:ext>
                </a:extLst>
              </p:cNvPr>
              <p:cNvPicPr/>
              <p:nvPr/>
            </p:nvPicPr>
            <p:blipFill>
              <a:blip r:embed="rId3"/>
              <a:stretch>
                <a:fillRect/>
              </a:stretch>
            </p:blipFill>
            <p:spPr>
              <a:xfrm>
                <a:off x="4749480" y="861120"/>
                <a:ext cx="4251600" cy="3156840"/>
              </a:xfrm>
              <a:prstGeom prst="rect">
                <a:avLst/>
              </a:prstGeom>
            </p:spPr>
          </p:pic>
        </mc:Fallback>
      </mc:AlternateContent>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Title 1">
            <a:extLst>
              <a:ext uri="{FF2B5EF4-FFF2-40B4-BE49-F238E27FC236}">
                <a16:creationId xmlns:a16="http://schemas.microsoft.com/office/drawing/2014/main" id="{3D35D627-B4A9-43A3-B6BB-E82A5E4B19B6}"/>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1-Bit Parallel-Access Register</a:t>
            </a:r>
          </a:p>
        </p:txBody>
      </p:sp>
      <p:grpSp>
        <p:nvGrpSpPr>
          <p:cNvPr id="94210" name="Group 1">
            <a:extLst>
              <a:ext uri="{FF2B5EF4-FFF2-40B4-BE49-F238E27FC236}">
                <a16:creationId xmlns:a16="http://schemas.microsoft.com/office/drawing/2014/main" id="{9D9165FB-7C2C-45FD-87BF-AF00426B8A75}"/>
              </a:ext>
            </a:extLst>
          </p:cNvPr>
          <p:cNvGrpSpPr>
            <a:grpSpLocks/>
          </p:cNvGrpSpPr>
          <p:nvPr/>
        </p:nvGrpSpPr>
        <p:grpSpPr bwMode="auto">
          <a:xfrm>
            <a:off x="2924175" y="917575"/>
            <a:ext cx="3295650" cy="2511425"/>
            <a:chOff x="1143000" y="2133600"/>
            <a:chExt cx="3295989" cy="2511197"/>
          </a:xfrm>
        </p:grpSpPr>
        <p:sp>
          <p:nvSpPr>
            <p:cNvPr id="94212" name="Freeform 38">
              <a:extLst>
                <a:ext uri="{FF2B5EF4-FFF2-40B4-BE49-F238E27FC236}">
                  <a16:creationId xmlns:a16="http://schemas.microsoft.com/office/drawing/2014/main" id="{9D9D41B4-C1B5-4B54-BD27-7A5D746B0868}"/>
                </a:ext>
              </a:extLst>
            </p:cNvPr>
            <p:cNvSpPr>
              <a:spLocks/>
            </p:cNvSpPr>
            <p:nvPr/>
          </p:nvSpPr>
          <p:spPr bwMode="auto">
            <a:xfrm>
              <a:off x="3846945" y="340514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3" name="Rectangle 4">
              <a:extLst>
                <a:ext uri="{FF2B5EF4-FFF2-40B4-BE49-F238E27FC236}">
                  <a16:creationId xmlns:a16="http://schemas.microsoft.com/office/drawing/2014/main" id="{B6C8D75B-6FC4-4C3E-952C-05494EEDA95F}"/>
                </a:ext>
              </a:extLst>
            </p:cNvPr>
            <p:cNvSpPr>
              <a:spLocks noChangeArrowheads="1"/>
            </p:cNvSpPr>
            <p:nvPr/>
          </p:nvSpPr>
          <p:spPr bwMode="auto">
            <a:xfrm>
              <a:off x="2840948" y="314423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4" name="Rectangle 5">
              <a:extLst>
                <a:ext uri="{FF2B5EF4-FFF2-40B4-BE49-F238E27FC236}">
                  <a16:creationId xmlns:a16="http://schemas.microsoft.com/office/drawing/2014/main" id="{B844009B-C5AB-4F2F-9B25-AF2FF7C6C305}"/>
                </a:ext>
              </a:extLst>
            </p:cNvPr>
            <p:cNvSpPr>
              <a:spLocks noChangeArrowheads="1"/>
            </p:cNvSpPr>
            <p:nvPr/>
          </p:nvSpPr>
          <p:spPr bwMode="auto">
            <a:xfrm>
              <a:off x="2907623" y="33236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5" name="Rectangle 6">
              <a:extLst>
                <a:ext uri="{FF2B5EF4-FFF2-40B4-BE49-F238E27FC236}">
                  <a16:creationId xmlns:a16="http://schemas.microsoft.com/office/drawing/2014/main" id="{B07C1E04-D801-462F-8D2B-34177777BA72}"/>
                </a:ext>
              </a:extLst>
            </p:cNvPr>
            <p:cNvSpPr>
              <a:spLocks noChangeArrowheads="1"/>
            </p:cNvSpPr>
            <p:nvPr/>
          </p:nvSpPr>
          <p:spPr bwMode="auto">
            <a:xfrm>
              <a:off x="3302910" y="33156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6" name="Line 7">
              <a:extLst>
                <a:ext uri="{FF2B5EF4-FFF2-40B4-BE49-F238E27FC236}">
                  <a16:creationId xmlns:a16="http://schemas.microsoft.com/office/drawing/2014/main" id="{26614878-20F2-462E-818A-97EB114CD55D}"/>
                </a:ext>
              </a:extLst>
            </p:cNvPr>
            <p:cNvSpPr>
              <a:spLocks noChangeShapeType="1"/>
            </p:cNvSpPr>
            <p:nvPr/>
          </p:nvSpPr>
          <p:spPr bwMode="auto">
            <a:xfrm flipH="1">
              <a:off x="3317198" y="384908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7" name="Rectangle 9">
              <a:extLst>
                <a:ext uri="{FF2B5EF4-FFF2-40B4-BE49-F238E27FC236}">
                  <a16:creationId xmlns:a16="http://schemas.microsoft.com/office/drawing/2014/main" id="{13C541FC-3A06-4FAB-8510-62DAF506E2A9}"/>
                </a:ext>
              </a:extLst>
            </p:cNvPr>
            <p:cNvSpPr>
              <a:spLocks noChangeArrowheads="1"/>
            </p:cNvSpPr>
            <p:nvPr/>
          </p:nvSpPr>
          <p:spPr bwMode="auto">
            <a:xfrm>
              <a:off x="3304498" y="38617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8" name="Rectangle 11">
              <a:extLst>
                <a:ext uri="{FF2B5EF4-FFF2-40B4-BE49-F238E27FC236}">
                  <a16:creationId xmlns:a16="http://schemas.microsoft.com/office/drawing/2014/main" id="{AA64F854-A135-4D6F-84CB-C525AA2942A4}"/>
                </a:ext>
              </a:extLst>
            </p:cNvPr>
            <p:cNvSpPr>
              <a:spLocks noChangeArrowheads="1"/>
            </p:cNvSpPr>
            <p:nvPr/>
          </p:nvSpPr>
          <p:spPr bwMode="auto">
            <a:xfrm>
              <a:off x="1143000" y="440508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9" name="Line 25">
              <a:extLst>
                <a:ext uri="{FF2B5EF4-FFF2-40B4-BE49-F238E27FC236}">
                  <a16:creationId xmlns:a16="http://schemas.microsoft.com/office/drawing/2014/main" id="{5EF0F07C-CF93-4A2D-B680-2EACE7B11FC3}"/>
                </a:ext>
              </a:extLst>
            </p:cNvPr>
            <p:cNvSpPr>
              <a:spLocks noChangeShapeType="1"/>
            </p:cNvSpPr>
            <p:nvPr/>
          </p:nvSpPr>
          <p:spPr bwMode="auto">
            <a:xfrm>
              <a:off x="2446449" y="343157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0" name="Freeform 36">
              <a:extLst>
                <a:ext uri="{FF2B5EF4-FFF2-40B4-BE49-F238E27FC236}">
                  <a16:creationId xmlns:a16="http://schemas.microsoft.com/office/drawing/2014/main" id="{E1CC6780-AAD3-4D59-B5E4-C1BE32A0146E}"/>
                </a:ext>
              </a:extLst>
            </p:cNvPr>
            <p:cNvSpPr>
              <a:spLocks/>
            </p:cNvSpPr>
            <p:nvPr/>
          </p:nvSpPr>
          <p:spPr bwMode="auto">
            <a:xfrm>
              <a:off x="2840948" y="388718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1" name="Line 37">
              <a:extLst>
                <a:ext uri="{FF2B5EF4-FFF2-40B4-BE49-F238E27FC236}">
                  <a16:creationId xmlns:a16="http://schemas.microsoft.com/office/drawing/2014/main" id="{C19BD3B3-58CE-40AF-85B4-C80611E55B3B}"/>
                </a:ext>
              </a:extLst>
            </p:cNvPr>
            <p:cNvSpPr>
              <a:spLocks noChangeShapeType="1"/>
            </p:cNvSpPr>
            <p:nvPr/>
          </p:nvSpPr>
          <p:spPr bwMode="auto">
            <a:xfrm>
              <a:off x="2574248" y="394433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2" name="Rectangle 41">
              <a:extLst>
                <a:ext uri="{FF2B5EF4-FFF2-40B4-BE49-F238E27FC236}">
                  <a16:creationId xmlns:a16="http://schemas.microsoft.com/office/drawing/2014/main" id="{53AA0F29-CED8-4949-87F0-FAC78FFABFB3}"/>
                </a:ext>
              </a:extLst>
            </p:cNvPr>
            <p:cNvSpPr>
              <a:spLocks noChangeArrowheads="1"/>
            </p:cNvSpPr>
            <p:nvPr/>
          </p:nvSpPr>
          <p:spPr bwMode="auto">
            <a:xfrm>
              <a:off x="1524000" y="3478878"/>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3" name="Line 290">
              <a:extLst>
                <a:ext uri="{FF2B5EF4-FFF2-40B4-BE49-F238E27FC236}">
                  <a16:creationId xmlns:a16="http://schemas.microsoft.com/office/drawing/2014/main" id="{AC2AB195-333A-4D7D-8836-9455556A213A}"/>
                </a:ext>
              </a:extLst>
            </p:cNvPr>
            <p:cNvSpPr>
              <a:spLocks noChangeAspect="1" noChangeShapeType="1"/>
            </p:cNvSpPr>
            <p:nvPr/>
          </p:nvSpPr>
          <p:spPr bwMode="auto">
            <a:xfrm>
              <a:off x="1828387" y="282896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4" name="Freeform 293">
              <a:extLst>
                <a:ext uri="{FF2B5EF4-FFF2-40B4-BE49-F238E27FC236}">
                  <a16:creationId xmlns:a16="http://schemas.microsoft.com/office/drawing/2014/main" id="{B22DF22D-9C53-4D1B-BCA1-926421469A49}"/>
                </a:ext>
              </a:extLst>
            </p:cNvPr>
            <p:cNvSpPr>
              <a:spLocks noChangeAspect="1"/>
            </p:cNvSpPr>
            <p:nvPr/>
          </p:nvSpPr>
          <p:spPr bwMode="auto">
            <a:xfrm>
              <a:off x="2155509" y="305374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5" name="Line 294">
              <a:extLst>
                <a:ext uri="{FF2B5EF4-FFF2-40B4-BE49-F238E27FC236}">
                  <a16:creationId xmlns:a16="http://schemas.microsoft.com/office/drawing/2014/main" id="{C85CE0B9-5C5D-47C3-8A56-9D29D952282B}"/>
                </a:ext>
              </a:extLst>
            </p:cNvPr>
            <p:cNvSpPr>
              <a:spLocks noChangeAspect="1" noChangeShapeType="1"/>
            </p:cNvSpPr>
            <p:nvPr/>
          </p:nvSpPr>
          <p:spPr bwMode="auto">
            <a:xfrm>
              <a:off x="2294023" y="238037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6" name="Line 25">
              <a:extLst>
                <a:ext uri="{FF2B5EF4-FFF2-40B4-BE49-F238E27FC236}">
                  <a16:creationId xmlns:a16="http://schemas.microsoft.com/office/drawing/2014/main" id="{DF54DA59-9EC3-4BFF-B1B7-B1BDC0DE7ECA}"/>
                </a:ext>
              </a:extLst>
            </p:cNvPr>
            <p:cNvSpPr>
              <a:spLocks noChangeShapeType="1"/>
            </p:cNvSpPr>
            <p:nvPr/>
          </p:nvSpPr>
          <p:spPr bwMode="auto">
            <a:xfrm>
              <a:off x="3506565" y="343474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7" name="Line 25">
              <a:extLst>
                <a:ext uri="{FF2B5EF4-FFF2-40B4-BE49-F238E27FC236}">
                  <a16:creationId xmlns:a16="http://schemas.microsoft.com/office/drawing/2014/main" id="{56BC1305-47EB-4856-80E4-81267B5F83F2}"/>
                </a:ext>
              </a:extLst>
            </p:cNvPr>
            <p:cNvSpPr>
              <a:spLocks noChangeShapeType="1"/>
            </p:cNvSpPr>
            <p:nvPr/>
          </p:nvSpPr>
          <p:spPr bwMode="auto">
            <a:xfrm>
              <a:off x="3511545" y="394705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8" name="Line 25">
              <a:extLst>
                <a:ext uri="{FF2B5EF4-FFF2-40B4-BE49-F238E27FC236}">
                  <a16:creationId xmlns:a16="http://schemas.microsoft.com/office/drawing/2014/main" id="{A9F5547C-F3E3-4F78-94E4-7C87FD540FEA}"/>
                </a:ext>
              </a:extLst>
            </p:cNvPr>
            <p:cNvSpPr>
              <a:spLocks noChangeShapeType="1"/>
            </p:cNvSpPr>
            <p:nvPr/>
          </p:nvSpPr>
          <p:spPr bwMode="auto">
            <a:xfrm>
              <a:off x="1835410" y="32827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9" name="Rectangle 41">
              <a:extLst>
                <a:ext uri="{FF2B5EF4-FFF2-40B4-BE49-F238E27FC236}">
                  <a16:creationId xmlns:a16="http://schemas.microsoft.com/office/drawing/2014/main" id="{DA60485A-3C82-42B6-AE2E-B688CFEC24CE}"/>
                </a:ext>
              </a:extLst>
            </p:cNvPr>
            <p:cNvSpPr>
              <a:spLocks noChangeArrowheads="1"/>
            </p:cNvSpPr>
            <p:nvPr/>
          </p:nvSpPr>
          <p:spPr bwMode="auto">
            <a:xfrm>
              <a:off x="4169685" y="3317770"/>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0" name="Line 25">
              <a:extLst>
                <a:ext uri="{FF2B5EF4-FFF2-40B4-BE49-F238E27FC236}">
                  <a16:creationId xmlns:a16="http://schemas.microsoft.com/office/drawing/2014/main" id="{5C5A2D4B-4EC6-4175-88C0-3A54CAB24E9F}"/>
                </a:ext>
              </a:extLst>
            </p:cNvPr>
            <p:cNvSpPr>
              <a:spLocks noChangeShapeType="1"/>
            </p:cNvSpPr>
            <p:nvPr/>
          </p:nvSpPr>
          <p:spPr bwMode="auto">
            <a:xfrm>
              <a:off x="1824656" y="36052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1" name="Line 294">
              <a:extLst>
                <a:ext uri="{FF2B5EF4-FFF2-40B4-BE49-F238E27FC236}">
                  <a16:creationId xmlns:a16="http://schemas.microsoft.com/office/drawing/2014/main" id="{07062BA8-808A-4D1D-85D6-B2A5F43A0E49}"/>
                </a:ext>
              </a:extLst>
            </p:cNvPr>
            <p:cNvSpPr>
              <a:spLocks noChangeAspect="1" noChangeShapeType="1"/>
            </p:cNvSpPr>
            <p:nvPr/>
          </p:nvSpPr>
          <p:spPr bwMode="auto">
            <a:xfrm>
              <a:off x="1841081" y="282326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2" name="Line 294">
              <a:extLst>
                <a:ext uri="{FF2B5EF4-FFF2-40B4-BE49-F238E27FC236}">
                  <a16:creationId xmlns:a16="http://schemas.microsoft.com/office/drawing/2014/main" id="{42E34C66-C048-4C7B-91EE-3EF808A19430}"/>
                </a:ext>
              </a:extLst>
            </p:cNvPr>
            <p:cNvSpPr>
              <a:spLocks noChangeAspect="1" noChangeShapeType="1"/>
            </p:cNvSpPr>
            <p:nvPr/>
          </p:nvSpPr>
          <p:spPr bwMode="auto">
            <a:xfrm>
              <a:off x="3869399" y="2819025"/>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3" name="Rectangle 135">
              <a:extLst>
                <a:ext uri="{FF2B5EF4-FFF2-40B4-BE49-F238E27FC236}">
                  <a16:creationId xmlns:a16="http://schemas.microsoft.com/office/drawing/2014/main" id="{A4024905-E8C8-49F9-B611-465929A6A901}"/>
                </a:ext>
              </a:extLst>
            </p:cNvPr>
            <p:cNvSpPr>
              <a:spLocks noChangeArrowheads="1"/>
            </p:cNvSpPr>
            <p:nvPr/>
          </p:nvSpPr>
          <p:spPr bwMode="auto">
            <a:xfrm>
              <a:off x="2089670" y="21336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4" name="Rectangle 41">
              <a:extLst>
                <a:ext uri="{FF2B5EF4-FFF2-40B4-BE49-F238E27FC236}">
                  <a16:creationId xmlns:a16="http://schemas.microsoft.com/office/drawing/2014/main" id="{955AA5AE-1D01-4F15-BF35-65FE02BB90C6}"/>
                </a:ext>
              </a:extLst>
            </p:cNvPr>
            <p:cNvSpPr>
              <a:spLocks noChangeArrowheads="1"/>
            </p:cNvSpPr>
            <p:nvPr/>
          </p:nvSpPr>
          <p:spPr bwMode="auto">
            <a:xfrm>
              <a:off x="2206531" y="315941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5" name="Rectangle 41">
              <a:extLst>
                <a:ext uri="{FF2B5EF4-FFF2-40B4-BE49-F238E27FC236}">
                  <a16:creationId xmlns:a16="http://schemas.microsoft.com/office/drawing/2014/main" id="{6943CDE4-5CD6-42E4-89C8-F7407B68088F}"/>
                </a:ext>
              </a:extLst>
            </p:cNvPr>
            <p:cNvSpPr>
              <a:spLocks noChangeArrowheads="1"/>
            </p:cNvSpPr>
            <p:nvPr/>
          </p:nvSpPr>
          <p:spPr bwMode="auto">
            <a:xfrm>
              <a:off x="2212251" y="347702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6" name="Line 290">
              <a:extLst>
                <a:ext uri="{FF2B5EF4-FFF2-40B4-BE49-F238E27FC236}">
                  <a16:creationId xmlns:a16="http://schemas.microsoft.com/office/drawing/2014/main" id="{7179185E-CA53-454D-B512-151A22103E28}"/>
                </a:ext>
              </a:extLst>
            </p:cNvPr>
            <p:cNvSpPr>
              <a:spLocks noChangeAspect="1" noChangeShapeType="1"/>
            </p:cNvSpPr>
            <p:nvPr/>
          </p:nvSpPr>
          <p:spPr bwMode="auto">
            <a:xfrm>
              <a:off x="1720643" y="4545449"/>
              <a:ext cx="87015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7" name="Line 294">
              <a:extLst>
                <a:ext uri="{FF2B5EF4-FFF2-40B4-BE49-F238E27FC236}">
                  <a16:creationId xmlns:a16="http://schemas.microsoft.com/office/drawing/2014/main" id="{6D1C316E-1C91-46DB-A412-BFA213F89CE5}"/>
                </a:ext>
              </a:extLst>
            </p:cNvPr>
            <p:cNvSpPr>
              <a:spLocks noChangeAspect="1" noChangeShapeType="1"/>
            </p:cNvSpPr>
            <p:nvPr/>
          </p:nvSpPr>
          <p:spPr bwMode="auto">
            <a:xfrm>
              <a:off x="2583464" y="393450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4211" name="AutoShape 3">
            <a:extLst>
              <a:ext uri="{FF2B5EF4-FFF2-40B4-BE49-F238E27FC236}">
                <a16:creationId xmlns:a16="http://schemas.microsoft.com/office/drawing/2014/main" id="{6D8CBAF4-7DC8-408A-BC2A-4D58B70A7193}"/>
              </a:ext>
            </a:extLst>
          </p:cNvPr>
          <p:cNvSpPr txBox="1">
            <a:spLocks noChangeArrowheads="1"/>
          </p:cNvSpPr>
          <p:nvPr/>
        </p:nvSpPr>
        <p:spPr bwMode="auto">
          <a:xfrm>
            <a:off x="1200150" y="3990975"/>
            <a:ext cx="6981825" cy="133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The 2-to-1 multiplexer is used to select whether to load a new value into the D flip-flop or to retain the old value. </a:t>
            </a: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The output of this circuit is the Q output of the flip-flop.</a:t>
            </a: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Title 1">
            <a:extLst>
              <a:ext uri="{FF2B5EF4-FFF2-40B4-BE49-F238E27FC236}">
                <a16:creationId xmlns:a16="http://schemas.microsoft.com/office/drawing/2014/main" id="{B4E1752F-BADD-4EE8-8017-141398105C32}"/>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1-Bit Parallel-Access Register</a:t>
            </a:r>
          </a:p>
        </p:txBody>
      </p:sp>
      <p:grpSp>
        <p:nvGrpSpPr>
          <p:cNvPr id="95234" name="Group 1">
            <a:extLst>
              <a:ext uri="{FF2B5EF4-FFF2-40B4-BE49-F238E27FC236}">
                <a16:creationId xmlns:a16="http://schemas.microsoft.com/office/drawing/2014/main" id="{599FA897-B47C-4C9A-9F8C-257475132D1E}"/>
              </a:ext>
            </a:extLst>
          </p:cNvPr>
          <p:cNvGrpSpPr>
            <a:grpSpLocks/>
          </p:cNvGrpSpPr>
          <p:nvPr/>
        </p:nvGrpSpPr>
        <p:grpSpPr bwMode="auto">
          <a:xfrm>
            <a:off x="3048000" y="954087"/>
            <a:ext cx="3295650" cy="2511425"/>
            <a:chOff x="1143000" y="2133600"/>
            <a:chExt cx="3295989" cy="2511197"/>
          </a:xfrm>
        </p:grpSpPr>
        <p:sp>
          <p:nvSpPr>
            <p:cNvPr id="95238" name="Line 25">
              <a:extLst>
                <a:ext uri="{FF2B5EF4-FFF2-40B4-BE49-F238E27FC236}">
                  <a16:creationId xmlns:a16="http://schemas.microsoft.com/office/drawing/2014/main" id="{E1265AD5-9636-42C0-8F67-604A874D0936}"/>
                </a:ext>
              </a:extLst>
            </p:cNvPr>
            <p:cNvSpPr>
              <a:spLocks noChangeShapeType="1"/>
            </p:cNvSpPr>
            <p:nvPr/>
          </p:nvSpPr>
          <p:spPr bwMode="auto">
            <a:xfrm>
              <a:off x="3506565" y="3434745"/>
              <a:ext cx="53340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9" name="Line 294">
              <a:extLst>
                <a:ext uri="{FF2B5EF4-FFF2-40B4-BE49-F238E27FC236}">
                  <a16:creationId xmlns:a16="http://schemas.microsoft.com/office/drawing/2014/main" id="{2F7B1C18-84BB-4887-9E51-EBFF286EC6C3}"/>
                </a:ext>
              </a:extLst>
            </p:cNvPr>
            <p:cNvSpPr>
              <a:spLocks noChangeAspect="1" noChangeShapeType="1"/>
            </p:cNvSpPr>
            <p:nvPr/>
          </p:nvSpPr>
          <p:spPr bwMode="auto">
            <a:xfrm>
              <a:off x="3869399" y="2819025"/>
              <a:ext cx="5114" cy="62383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0" name="Freeform 38">
              <a:extLst>
                <a:ext uri="{FF2B5EF4-FFF2-40B4-BE49-F238E27FC236}">
                  <a16:creationId xmlns:a16="http://schemas.microsoft.com/office/drawing/2014/main" id="{DA621400-ADB8-468F-8FDB-4C59F68254C9}"/>
                </a:ext>
              </a:extLst>
            </p:cNvPr>
            <p:cNvSpPr>
              <a:spLocks/>
            </p:cNvSpPr>
            <p:nvPr/>
          </p:nvSpPr>
          <p:spPr bwMode="auto">
            <a:xfrm>
              <a:off x="3846945" y="340514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1" name="Rectangle 4">
              <a:extLst>
                <a:ext uri="{FF2B5EF4-FFF2-40B4-BE49-F238E27FC236}">
                  <a16:creationId xmlns:a16="http://schemas.microsoft.com/office/drawing/2014/main" id="{2E9EA1AF-94AC-4617-9F2B-85F9E81D230D}"/>
                </a:ext>
              </a:extLst>
            </p:cNvPr>
            <p:cNvSpPr>
              <a:spLocks noChangeArrowheads="1"/>
            </p:cNvSpPr>
            <p:nvPr/>
          </p:nvSpPr>
          <p:spPr bwMode="auto">
            <a:xfrm>
              <a:off x="2840948" y="314423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2" name="Rectangle 5">
              <a:extLst>
                <a:ext uri="{FF2B5EF4-FFF2-40B4-BE49-F238E27FC236}">
                  <a16:creationId xmlns:a16="http://schemas.microsoft.com/office/drawing/2014/main" id="{EF2D2C48-0236-45ED-B8EF-9D8BF38B9ED9}"/>
                </a:ext>
              </a:extLst>
            </p:cNvPr>
            <p:cNvSpPr>
              <a:spLocks noChangeArrowheads="1"/>
            </p:cNvSpPr>
            <p:nvPr/>
          </p:nvSpPr>
          <p:spPr bwMode="auto">
            <a:xfrm>
              <a:off x="2907623" y="33236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3" name="Rectangle 6">
              <a:extLst>
                <a:ext uri="{FF2B5EF4-FFF2-40B4-BE49-F238E27FC236}">
                  <a16:creationId xmlns:a16="http://schemas.microsoft.com/office/drawing/2014/main" id="{FFC8C14F-A007-448F-8C1F-0E1666C31826}"/>
                </a:ext>
              </a:extLst>
            </p:cNvPr>
            <p:cNvSpPr>
              <a:spLocks noChangeArrowheads="1"/>
            </p:cNvSpPr>
            <p:nvPr/>
          </p:nvSpPr>
          <p:spPr bwMode="auto">
            <a:xfrm>
              <a:off x="3302910" y="33156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4" name="Line 7">
              <a:extLst>
                <a:ext uri="{FF2B5EF4-FFF2-40B4-BE49-F238E27FC236}">
                  <a16:creationId xmlns:a16="http://schemas.microsoft.com/office/drawing/2014/main" id="{B0BEF90F-FE8D-425E-AB49-A84D03EEF4D2}"/>
                </a:ext>
              </a:extLst>
            </p:cNvPr>
            <p:cNvSpPr>
              <a:spLocks noChangeShapeType="1"/>
            </p:cNvSpPr>
            <p:nvPr/>
          </p:nvSpPr>
          <p:spPr bwMode="auto">
            <a:xfrm flipH="1">
              <a:off x="3317198" y="384908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5" name="Rectangle 9">
              <a:extLst>
                <a:ext uri="{FF2B5EF4-FFF2-40B4-BE49-F238E27FC236}">
                  <a16:creationId xmlns:a16="http://schemas.microsoft.com/office/drawing/2014/main" id="{B6C42AA9-C015-4202-8E40-F912FB1E456B}"/>
                </a:ext>
              </a:extLst>
            </p:cNvPr>
            <p:cNvSpPr>
              <a:spLocks noChangeArrowheads="1"/>
            </p:cNvSpPr>
            <p:nvPr/>
          </p:nvSpPr>
          <p:spPr bwMode="auto">
            <a:xfrm>
              <a:off x="3304498" y="38617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6" name="Rectangle 11">
              <a:extLst>
                <a:ext uri="{FF2B5EF4-FFF2-40B4-BE49-F238E27FC236}">
                  <a16:creationId xmlns:a16="http://schemas.microsoft.com/office/drawing/2014/main" id="{6CED6B67-F2DD-411E-A41E-FD299A28E5E3}"/>
                </a:ext>
              </a:extLst>
            </p:cNvPr>
            <p:cNvSpPr>
              <a:spLocks noChangeArrowheads="1"/>
            </p:cNvSpPr>
            <p:nvPr/>
          </p:nvSpPr>
          <p:spPr bwMode="auto">
            <a:xfrm>
              <a:off x="1143000" y="440508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7" name="Line 25">
              <a:extLst>
                <a:ext uri="{FF2B5EF4-FFF2-40B4-BE49-F238E27FC236}">
                  <a16:creationId xmlns:a16="http://schemas.microsoft.com/office/drawing/2014/main" id="{F1C2147D-016A-4B52-9817-B89B83E4AEC3}"/>
                </a:ext>
              </a:extLst>
            </p:cNvPr>
            <p:cNvSpPr>
              <a:spLocks noChangeShapeType="1"/>
            </p:cNvSpPr>
            <p:nvPr/>
          </p:nvSpPr>
          <p:spPr bwMode="auto">
            <a:xfrm>
              <a:off x="2446449" y="3431570"/>
              <a:ext cx="400751"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8" name="Freeform 36">
              <a:extLst>
                <a:ext uri="{FF2B5EF4-FFF2-40B4-BE49-F238E27FC236}">
                  <a16:creationId xmlns:a16="http://schemas.microsoft.com/office/drawing/2014/main" id="{9F965937-B74B-4558-A1F7-490DB4AB2FEE}"/>
                </a:ext>
              </a:extLst>
            </p:cNvPr>
            <p:cNvSpPr>
              <a:spLocks/>
            </p:cNvSpPr>
            <p:nvPr/>
          </p:nvSpPr>
          <p:spPr bwMode="auto">
            <a:xfrm>
              <a:off x="2840948" y="388718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9" name="Line 37">
              <a:extLst>
                <a:ext uri="{FF2B5EF4-FFF2-40B4-BE49-F238E27FC236}">
                  <a16:creationId xmlns:a16="http://schemas.microsoft.com/office/drawing/2014/main" id="{2DC0E6E0-4980-4324-8A48-9E2E8FFC2000}"/>
                </a:ext>
              </a:extLst>
            </p:cNvPr>
            <p:cNvSpPr>
              <a:spLocks noChangeShapeType="1"/>
            </p:cNvSpPr>
            <p:nvPr/>
          </p:nvSpPr>
          <p:spPr bwMode="auto">
            <a:xfrm>
              <a:off x="2574248" y="394433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0" name="Rectangle 41">
              <a:extLst>
                <a:ext uri="{FF2B5EF4-FFF2-40B4-BE49-F238E27FC236}">
                  <a16:creationId xmlns:a16="http://schemas.microsoft.com/office/drawing/2014/main" id="{81C1E617-9D0C-4F72-934A-D3DBF00D535F}"/>
                </a:ext>
              </a:extLst>
            </p:cNvPr>
            <p:cNvSpPr>
              <a:spLocks noChangeArrowheads="1"/>
            </p:cNvSpPr>
            <p:nvPr/>
          </p:nvSpPr>
          <p:spPr bwMode="auto">
            <a:xfrm>
              <a:off x="1524000" y="3478878"/>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1" name="Line 290">
              <a:extLst>
                <a:ext uri="{FF2B5EF4-FFF2-40B4-BE49-F238E27FC236}">
                  <a16:creationId xmlns:a16="http://schemas.microsoft.com/office/drawing/2014/main" id="{1A4ADA01-FF4F-4858-87FB-05BD786F220C}"/>
                </a:ext>
              </a:extLst>
            </p:cNvPr>
            <p:cNvSpPr>
              <a:spLocks noChangeAspect="1" noChangeShapeType="1"/>
            </p:cNvSpPr>
            <p:nvPr/>
          </p:nvSpPr>
          <p:spPr bwMode="auto">
            <a:xfrm>
              <a:off x="1828387" y="2828968"/>
              <a:ext cx="205178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2" name="Freeform 293">
              <a:extLst>
                <a:ext uri="{FF2B5EF4-FFF2-40B4-BE49-F238E27FC236}">
                  <a16:creationId xmlns:a16="http://schemas.microsoft.com/office/drawing/2014/main" id="{39918D6C-D218-4233-9079-CD5051A8000D}"/>
                </a:ext>
              </a:extLst>
            </p:cNvPr>
            <p:cNvSpPr>
              <a:spLocks noChangeAspect="1"/>
            </p:cNvSpPr>
            <p:nvPr/>
          </p:nvSpPr>
          <p:spPr bwMode="auto">
            <a:xfrm>
              <a:off x="2155509" y="305374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3" name="Line 294">
              <a:extLst>
                <a:ext uri="{FF2B5EF4-FFF2-40B4-BE49-F238E27FC236}">
                  <a16:creationId xmlns:a16="http://schemas.microsoft.com/office/drawing/2014/main" id="{90552DE4-4C6E-4975-8B43-EF25EDD3AF65}"/>
                </a:ext>
              </a:extLst>
            </p:cNvPr>
            <p:cNvSpPr>
              <a:spLocks noChangeAspect="1" noChangeShapeType="1"/>
            </p:cNvSpPr>
            <p:nvPr/>
          </p:nvSpPr>
          <p:spPr bwMode="auto">
            <a:xfrm>
              <a:off x="2294023" y="238037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4" name="Line 25">
              <a:extLst>
                <a:ext uri="{FF2B5EF4-FFF2-40B4-BE49-F238E27FC236}">
                  <a16:creationId xmlns:a16="http://schemas.microsoft.com/office/drawing/2014/main" id="{B9389F05-F4BA-46B5-92DD-F352F93D89D3}"/>
                </a:ext>
              </a:extLst>
            </p:cNvPr>
            <p:cNvSpPr>
              <a:spLocks noChangeShapeType="1"/>
            </p:cNvSpPr>
            <p:nvPr/>
          </p:nvSpPr>
          <p:spPr bwMode="auto">
            <a:xfrm>
              <a:off x="3511545" y="394705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5" name="Line 25">
              <a:extLst>
                <a:ext uri="{FF2B5EF4-FFF2-40B4-BE49-F238E27FC236}">
                  <a16:creationId xmlns:a16="http://schemas.microsoft.com/office/drawing/2014/main" id="{5E9CD975-36D2-4679-BFC8-9A049206FBB8}"/>
                </a:ext>
              </a:extLst>
            </p:cNvPr>
            <p:cNvSpPr>
              <a:spLocks noChangeShapeType="1"/>
            </p:cNvSpPr>
            <p:nvPr/>
          </p:nvSpPr>
          <p:spPr bwMode="auto">
            <a:xfrm>
              <a:off x="1835410" y="3282761"/>
              <a:ext cx="331199"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6" name="Rectangle 41">
              <a:extLst>
                <a:ext uri="{FF2B5EF4-FFF2-40B4-BE49-F238E27FC236}">
                  <a16:creationId xmlns:a16="http://schemas.microsoft.com/office/drawing/2014/main" id="{CEF35E2B-F5F9-43DC-B523-F8A0412785F7}"/>
                </a:ext>
              </a:extLst>
            </p:cNvPr>
            <p:cNvSpPr>
              <a:spLocks noChangeArrowheads="1"/>
            </p:cNvSpPr>
            <p:nvPr/>
          </p:nvSpPr>
          <p:spPr bwMode="auto">
            <a:xfrm>
              <a:off x="4169685" y="3317770"/>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7" name="Line 25">
              <a:extLst>
                <a:ext uri="{FF2B5EF4-FFF2-40B4-BE49-F238E27FC236}">
                  <a16:creationId xmlns:a16="http://schemas.microsoft.com/office/drawing/2014/main" id="{7C1687BB-6484-452F-B2A4-AD8771AE7FBB}"/>
                </a:ext>
              </a:extLst>
            </p:cNvPr>
            <p:cNvSpPr>
              <a:spLocks noChangeShapeType="1"/>
            </p:cNvSpPr>
            <p:nvPr/>
          </p:nvSpPr>
          <p:spPr bwMode="auto">
            <a:xfrm>
              <a:off x="1824656" y="36052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8" name="Line 294">
              <a:extLst>
                <a:ext uri="{FF2B5EF4-FFF2-40B4-BE49-F238E27FC236}">
                  <a16:creationId xmlns:a16="http://schemas.microsoft.com/office/drawing/2014/main" id="{6DF91E69-BCBB-4853-8AF2-F79C63B93FBA}"/>
                </a:ext>
              </a:extLst>
            </p:cNvPr>
            <p:cNvSpPr>
              <a:spLocks noChangeAspect="1" noChangeShapeType="1"/>
            </p:cNvSpPr>
            <p:nvPr/>
          </p:nvSpPr>
          <p:spPr bwMode="auto">
            <a:xfrm>
              <a:off x="1841081" y="2823265"/>
              <a:ext cx="3842" cy="468694"/>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9" name="Rectangle 135">
              <a:extLst>
                <a:ext uri="{FF2B5EF4-FFF2-40B4-BE49-F238E27FC236}">
                  <a16:creationId xmlns:a16="http://schemas.microsoft.com/office/drawing/2014/main" id="{ABC20F81-64CF-4269-94A1-E4213E1ED885}"/>
                </a:ext>
              </a:extLst>
            </p:cNvPr>
            <p:cNvSpPr>
              <a:spLocks noChangeArrowheads="1"/>
            </p:cNvSpPr>
            <p:nvPr/>
          </p:nvSpPr>
          <p:spPr bwMode="auto">
            <a:xfrm>
              <a:off x="2089670" y="21336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0" name="Rectangle 41">
              <a:extLst>
                <a:ext uri="{FF2B5EF4-FFF2-40B4-BE49-F238E27FC236}">
                  <a16:creationId xmlns:a16="http://schemas.microsoft.com/office/drawing/2014/main" id="{F8DE7A1C-5757-4398-8E46-ECFB7E537EAE}"/>
                </a:ext>
              </a:extLst>
            </p:cNvPr>
            <p:cNvSpPr>
              <a:spLocks noChangeArrowheads="1"/>
            </p:cNvSpPr>
            <p:nvPr/>
          </p:nvSpPr>
          <p:spPr bwMode="auto">
            <a:xfrm>
              <a:off x="2206531" y="315941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1" name="Rectangle 41">
              <a:extLst>
                <a:ext uri="{FF2B5EF4-FFF2-40B4-BE49-F238E27FC236}">
                  <a16:creationId xmlns:a16="http://schemas.microsoft.com/office/drawing/2014/main" id="{4702F6FC-1AD0-4D0A-A4AB-B09B94C29ACB}"/>
                </a:ext>
              </a:extLst>
            </p:cNvPr>
            <p:cNvSpPr>
              <a:spLocks noChangeArrowheads="1"/>
            </p:cNvSpPr>
            <p:nvPr/>
          </p:nvSpPr>
          <p:spPr bwMode="auto">
            <a:xfrm>
              <a:off x="2212251" y="347702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2" name="Line 290">
              <a:extLst>
                <a:ext uri="{FF2B5EF4-FFF2-40B4-BE49-F238E27FC236}">
                  <a16:creationId xmlns:a16="http://schemas.microsoft.com/office/drawing/2014/main" id="{F52C78FE-EF89-478E-B5DA-75997E4AD6F6}"/>
                </a:ext>
              </a:extLst>
            </p:cNvPr>
            <p:cNvSpPr>
              <a:spLocks noChangeAspect="1" noChangeShapeType="1"/>
            </p:cNvSpPr>
            <p:nvPr/>
          </p:nvSpPr>
          <p:spPr bwMode="auto">
            <a:xfrm>
              <a:off x="1720643" y="4545449"/>
              <a:ext cx="87015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3" name="Line 294">
              <a:extLst>
                <a:ext uri="{FF2B5EF4-FFF2-40B4-BE49-F238E27FC236}">
                  <a16:creationId xmlns:a16="http://schemas.microsoft.com/office/drawing/2014/main" id="{BF6B0BD3-1734-470E-B349-C9FF2CF9A187}"/>
                </a:ext>
              </a:extLst>
            </p:cNvPr>
            <p:cNvSpPr>
              <a:spLocks noChangeAspect="1" noChangeShapeType="1"/>
            </p:cNvSpPr>
            <p:nvPr/>
          </p:nvSpPr>
          <p:spPr bwMode="auto">
            <a:xfrm>
              <a:off x="2583464" y="393450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5235" name="AutoShape 3">
            <a:extLst>
              <a:ext uri="{FF2B5EF4-FFF2-40B4-BE49-F238E27FC236}">
                <a16:creationId xmlns:a16="http://schemas.microsoft.com/office/drawing/2014/main" id="{7032AE8D-641B-4643-9B17-C2A37339DE59}"/>
              </a:ext>
            </a:extLst>
          </p:cNvPr>
          <p:cNvSpPr txBox="1">
            <a:spLocks noChangeArrowheads="1"/>
          </p:cNvSpPr>
          <p:nvPr/>
        </p:nvSpPr>
        <p:spPr bwMode="auto">
          <a:xfrm>
            <a:off x="2057400" y="4191000"/>
            <a:ext cx="60960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If Load = 0,   then retain the old value.</a:t>
            </a: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1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95236" name="Line 25">
            <a:extLst>
              <a:ext uri="{FF2B5EF4-FFF2-40B4-BE49-F238E27FC236}">
                <a16:creationId xmlns:a16="http://schemas.microsoft.com/office/drawing/2014/main" id="{C87E36A5-6DA8-4093-B2E0-00FF0EC43332}"/>
              </a:ext>
            </a:extLst>
          </p:cNvPr>
          <p:cNvSpPr>
            <a:spLocks noChangeShapeType="1"/>
          </p:cNvSpPr>
          <p:nvPr/>
        </p:nvSpPr>
        <p:spPr bwMode="auto">
          <a:xfrm>
            <a:off x="4083050" y="2117725"/>
            <a:ext cx="298450" cy="136525"/>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7" name="TextBox 1">
            <a:extLst>
              <a:ext uri="{FF2B5EF4-FFF2-40B4-BE49-F238E27FC236}">
                <a16:creationId xmlns:a16="http://schemas.microsoft.com/office/drawing/2014/main" id="{44C89AA8-A192-48F2-9CB3-28BC122AC58A}"/>
              </a:ext>
            </a:extLst>
          </p:cNvPr>
          <p:cNvSpPr txBox="1">
            <a:spLocks noChangeArrowheads="1"/>
          </p:cNvSpPr>
          <p:nvPr/>
        </p:nvSpPr>
        <p:spPr bwMode="auto">
          <a:xfrm>
            <a:off x="4156075" y="1058862"/>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Title 1">
            <a:extLst>
              <a:ext uri="{FF2B5EF4-FFF2-40B4-BE49-F238E27FC236}">
                <a16:creationId xmlns:a16="http://schemas.microsoft.com/office/drawing/2014/main" id="{8E024541-A7F3-4D43-B23D-68685A9D2F79}"/>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1-Bit Parallel-Access Register</a:t>
            </a:r>
          </a:p>
        </p:txBody>
      </p:sp>
      <p:grpSp>
        <p:nvGrpSpPr>
          <p:cNvPr id="96258" name="Group 1">
            <a:extLst>
              <a:ext uri="{FF2B5EF4-FFF2-40B4-BE49-F238E27FC236}">
                <a16:creationId xmlns:a16="http://schemas.microsoft.com/office/drawing/2014/main" id="{4186BE07-1B30-4795-99B1-8E2354EEFEAD}"/>
              </a:ext>
            </a:extLst>
          </p:cNvPr>
          <p:cNvGrpSpPr>
            <a:grpSpLocks/>
          </p:cNvGrpSpPr>
          <p:nvPr/>
        </p:nvGrpSpPr>
        <p:grpSpPr bwMode="auto">
          <a:xfrm>
            <a:off x="2971800" y="954087"/>
            <a:ext cx="3295650" cy="2511425"/>
            <a:chOff x="1143000" y="2133600"/>
            <a:chExt cx="3295989" cy="2511197"/>
          </a:xfrm>
        </p:grpSpPr>
        <p:sp>
          <p:nvSpPr>
            <p:cNvPr id="96262" name="Freeform 38">
              <a:extLst>
                <a:ext uri="{FF2B5EF4-FFF2-40B4-BE49-F238E27FC236}">
                  <a16:creationId xmlns:a16="http://schemas.microsoft.com/office/drawing/2014/main" id="{DFF50B77-1886-41F4-90DC-1A3BC7412783}"/>
                </a:ext>
              </a:extLst>
            </p:cNvPr>
            <p:cNvSpPr>
              <a:spLocks/>
            </p:cNvSpPr>
            <p:nvPr/>
          </p:nvSpPr>
          <p:spPr bwMode="auto">
            <a:xfrm>
              <a:off x="3846945" y="340514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3" name="Rectangle 4">
              <a:extLst>
                <a:ext uri="{FF2B5EF4-FFF2-40B4-BE49-F238E27FC236}">
                  <a16:creationId xmlns:a16="http://schemas.microsoft.com/office/drawing/2014/main" id="{20577894-D82D-4A51-8253-B2EDDAEE1EAF}"/>
                </a:ext>
              </a:extLst>
            </p:cNvPr>
            <p:cNvSpPr>
              <a:spLocks noChangeArrowheads="1"/>
            </p:cNvSpPr>
            <p:nvPr/>
          </p:nvSpPr>
          <p:spPr bwMode="auto">
            <a:xfrm>
              <a:off x="2840948" y="314423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4" name="Rectangle 5">
              <a:extLst>
                <a:ext uri="{FF2B5EF4-FFF2-40B4-BE49-F238E27FC236}">
                  <a16:creationId xmlns:a16="http://schemas.microsoft.com/office/drawing/2014/main" id="{B06A553D-0E2F-4667-B78F-201B6B6CC32C}"/>
                </a:ext>
              </a:extLst>
            </p:cNvPr>
            <p:cNvSpPr>
              <a:spLocks noChangeArrowheads="1"/>
            </p:cNvSpPr>
            <p:nvPr/>
          </p:nvSpPr>
          <p:spPr bwMode="auto">
            <a:xfrm>
              <a:off x="2907623" y="33236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5" name="Rectangle 6">
              <a:extLst>
                <a:ext uri="{FF2B5EF4-FFF2-40B4-BE49-F238E27FC236}">
                  <a16:creationId xmlns:a16="http://schemas.microsoft.com/office/drawing/2014/main" id="{93D00D1A-015F-4C05-B936-57CDE1355C42}"/>
                </a:ext>
              </a:extLst>
            </p:cNvPr>
            <p:cNvSpPr>
              <a:spLocks noChangeArrowheads="1"/>
            </p:cNvSpPr>
            <p:nvPr/>
          </p:nvSpPr>
          <p:spPr bwMode="auto">
            <a:xfrm>
              <a:off x="3302910" y="33156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6" name="Line 7">
              <a:extLst>
                <a:ext uri="{FF2B5EF4-FFF2-40B4-BE49-F238E27FC236}">
                  <a16:creationId xmlns:a16="http://schemas.microsoft.com/office/drawing/2014/main" id="{6F200950-90B7-4060-A5D1-6F6CC0E759A8}"/>
                </a:ext>
              </a:extLst>
            </p:cNvPr>
            <p:cNvSpPr>
              <a:spLocks noChangeShapeType="1"/>
            </p:cNvSpPr>
            <p:nvPr/>
          </p:nvSpPr>
          <p:spPr bwMode="auto">
            <a:xfrm flipH="1">
              <a:off x="3317198" y="384908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7" name="Rectangle 9">
              <a:extLst>
                <a:ext uri="{FF2B5EF4-FFF2-40B4-BE49-F238E27FC236}">
                  <a16:creationId xmlns:a16="http://schemas.microsoft.com/office/drawing/2014/main" id="{4B706727-7AE1-4E8F-9069-F1AB56F6E52B}"/>
                </a:ext>
              </a:extLst>
            </p:cNvPr>
            <p:cNvSpPr>
              <a:spLocks noChangeArrowheads="1"/>
            </p:cNvSpPr>
            <p:nvPr/>
          </p:nvSpPr>
          <p:spPr bwMode="auto">
            <a:xfrm>
              <a:off x="3304498" y="38617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8" name="Rectangle 11">
              <a:extLst>
                <a:ext uri="{FF2B5EF4-FFF2-40B4-BE49-F238E27FC236}">
                  <a16:creationId xmlns:a16="http://schemas.microsoft.com/office/drawing/2014/main" id="{B3C7E0F2-4EB8-4779-A984-DA73625210E1}"/>
                </a:ext>
              </a:extLst>
            </p:cNvPr>
            <p:cNvSpPr>
              <a:spLocks noChangeArrowheads="1"/>
            </p:cNvSpPr>
            <p:nvPr/>
          </p:nvSpPr>
          <p:spPr bwMode="auto">
            <a:xfrm>
              <a:off x="1143000" y="440508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9" name="Line 25">
              <a:extLst>
                <a:ext uri="{FF2B5EF4-FFF2-40B4-BE49-F238E27FC236}">
                  <a16:creationId xmlns:a16="http://schemas.microsoft.com/office/drawing/2014/main" id="{3D90C73E-07BE-4307-AE85-55C7C8069A5D}"/>
                </a:ext>
              </a:extLst>
            </p:cNvPr>
            <p:cNvSpPr>
              <a:spLocks noChangeShapeType="1"/>
            </p:cNvSpPr>
            <p:nvPr/>
          </p:nvSpPr>
          <p:spPr bwMode="auto">
            <a:xfrm>
              <a:off x="2446449" y="3431570"/>
              <a:ext cx="400751"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0" name="Freeform 36">
              <a:extLst>
                <a:ext uri="{FF2B5EF4-FFF2-40B4-BE49-F238E27FC236}">
                  <a16:creationId xmlns:a16="http://schemas.microsoft.com/office/drawing/2014/main" id="{1012F9DD-1611-48FC-9058-18434E74052A}"/>
                </a:ext>
              </a:extLst>
            </p:cNvPr>
            <p:cNvSpPr>
              <a:spLocks/>
            </p:cNvSpPr>
            <p:nvPr/>
          </p:nvSpPr>
          <p:spPr bwMode="auto">
            <a:xfrm>
              <a:off x="2840948" y="388718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1" name="Line 37">
              <a:extLst>
                <a:ext uri="{FF2B5EF4-FFF2-40B4-BE49-F238E27FC236}">
                  <a16:creationId xmlns:a16="http://schemas.microsoft.com/office/drawing/2014/main" id="{2252515B-0267-49B3-92AE-BC2BA0978428}"/>
                </a:ext>
              </a:extLst>
            </p:cNvPr>
            <p:cNvSpPr>
              <a:spLocks noChangeShapeType="1"/>
            </p:cNvSpPr>
            <p:nvPr/>
          </p:nvSpPr>
          <p:spPr bwMode="auto">
            <a:xfrm>
              <a:off x="2574248" y="394433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2" name="Rectangle 41">
              <a:extLst>
                <a:ext uri="{FF2B5EF4-FFF2-40B4-BE49-F238E27FC236}">
                  <a16:creationId xmlns:a16="http://schemas.microsoft.com/office/drawing/2014/main" id="{E664AA21-BFC3-4375-A5C9-CB2A5CB51B5C}"/>
                </a:ext>
              </a:extLst>
            </p:cNvPr>
            <p:cNvSpPr>
              <a:spLocks noChangeArrowheads="1"/>
            </p:cNvSpPr>
            <p:nvPr/>
          </p:nvSpPr>
          <p:spPr bwMode="auto">
            <a:xfrm>
              <a:off x="1524000" y="3478878"/>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3" name="Line 290">
              <a:extLst>
                <a:ext uri="{FF2B5EF4-FFF2-40B4-BE49-F238E27FC236}">
                  <a16:creationId xmlns:a16="http://schemas.microsoft.com/office/drawing/2014/main" id="{0AE92A82-9173-42CD-AD08-6B6DD8D1438E}"/>
                </a:ext>
              </a:extLst>
            </p:cNvPr>
            <p:cNvSpPr>
              <a:spLocks noChangeAspect="1" noChangeShapeType="1"/>
            </p:cNvSpPr>
            <p:nvPr/>
          </p:nvSpPr>
          <p:spPr bwMode="auto">
            <a:xfrm>
              <a:off x="1828387" y="282896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4" name="Freeform 293">
              <a:extLst>
                <a:ext uri="{FF2B5EF4-FFF2-40B4-BE49-F238E27FC236}">
                  <a16:creationId xmlns:a16="http://schemas.microsoft.com/office/drawing/2014/main" id="{0333F980-754E-4AD8-BE7C-2AF4D11E0C9D}"/>
                </a:ext>
              </a:extLst>
            </p:cNvPr>
            <p:cNvSpPr>
              <a:spLocks noChangeAspect="1"/>
            </p:cNvSpPr>
            <p:nvPr/>
          </p:nvSpPr>
          <p:spPr bwMode="auto">
            <a:xfrm>
              <a:off x="2155509" y="305374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5" name="Line 294">
              <a:extLst>
                <a:ext uri="{FF2B5EF4-FFF2-40B4-BE49-F238E27FC236}">
                  <a16:creationId xmlns:a16="http://schemas.microsoft.com/office/drawing/2014/main" id="{7840F3BE-7DF3-4C62-B1B4-1A58CE391CFB}"/>
                </a:ext>
              </a:extLst>
            </p:cNvPr>
            <p:cNvSpPr>
              <a:spLocks noChangeAspect="1" noChangeShapeType="1"/>
            </p:cNvSpPr>
            <p:nvPr/>
          </p:nvSpPr>
          <p:spPr bwMode="auto">
            <a:xfrm>
              <a:off x="2294023" y="238037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6" name="Line 25">
              <a:extLst>
                <a:ext uri="{FF2B5EF4-FFF2-40B4-BE49-F238E27FC236}">
                  <a16:creationId xmlns:a16="http://schemas.microsoft.com/office/drawing/2014/main" id="{3FDE4DD9-C3B0-46F4-8063-9A7951D13A0B}"/>
                </a:ext>
              </a:extLst>
            </p:cNvPr>
            <p:cNvSpPr>
              <a:spLocks noChangeShapeType="1"/>
            </p:cNvSpPr>
            <p:nvPr/>
          </p:nvSpPr>
          <p:spPr bwMode="auto">
            <a:xfrm>
              <a:off x="3506565" y="3434745"/>
              <a:ext cx="53340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7" name="Line 25">
              <a:extLst>
                <a:ext uri="{FF2B5EF4-FFF2-40B4-BE49-F238E27FC236}">
                  <a16:creationId xmlns:a16="http://schemas.microsoft.com/office/drawing/2014/main" id="{43401BCA-8C61-42BB-8466-8830C769EFED}"/>
                </a:ext>
              </a:extLst>
            </p:cNvPr>
            <p:cNvSpPr>
              <a:spLocks noChangeShapeType="1"/>
            </p:cNvSpPr>
            <p:nvPr/>
          </p:nvSpPr>
          <p:spPr bwMode="auto">
            <a:xfrm>
              <a:off x="3511545" y="394705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8" name="Line 25">
              <a:extLst>
                <a:ext uri="{FF2B5EF4-FFF2-40B4-BE49-F238E27FC236}">
                  <a16:creationId xmlns:a16="http://schemas.microsoft.com/office/drawing/2014/main" id="{99ABA84A-C7E1-4E7F-9DAA-FF8ADA8254F2}"/>
                </a:ext>
              </a:extLst>
            </p:cNvPr>
            <p:cNvSpPr>
              <a:spLocks noChangeShapeType="1"/>
            </p:cNvSpPr>
            <p:nvPr/>
          </p:nvSpPr>
          <p:spPr bwMode="auto">
            <a:xfrm>
              <a:off x="1835410" y="32827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9" name="Rectangle 41">
              <a:extLst>
                <a:ext uri="{FF2B5EF4-FFF2-40B4-BE49-F238E27FC236}">
                  <a16:creationId xmlns:a16="http://schemas.microsoft.com/office/drawing/2014/main" id="{6C1157CE-0D6F-433F-A460-67B8C924614B}"/>
                </a:ext>
              </a:extLst>
            </p:cNvPr>
            <p:cNvSpPr>
              <a:spLocks noChangeArrowheads="1"/>
            </p:cNvSpPr>
            <p:nvPr/>
          </p:nvSpPr>
          <p:spPr bwMode="auto">
            <a:xfrm>
              <a:off x="4169685" y="3317770"/>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0" name="Line 25">
              <a:extLst>
                <a:ext uri="{FF2B5EF4-FFF2-40B4-BE49-F238E27FC236}">
                  <a16:creationId xmlns:a16="http://schemas.microsoft.com/office/drawing/2014/main" id="{899C5CF6-D009-4C91-8977-71A257D4CBC1}"/>
                </a:ext>
              </a:extLst>
            </p:cNvPr>
            <p:cNvSpPr>
              <a:spLocks noChangeShapeType="1"/>
            </p:cNvSpPr>
            <p:nvPr/>
          </p:nvSpPr>
          <p:spPr bwMode="auto">
            <a:xfrm>
              <a:off x="1824656" y="3605261"/>
              <a:ext cx="331199"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1" name="Line 294">
              <a:extLst>
                <a:ext uri="{FF2B5EF4-FFF2-40B4-BE49-F238E27FC236}">
                  <a16:creationId xmlns:a16="http://schemas.microsoft.com/office/drawing/2014/main" id="{4FED54B6-3150-4A28-82C6-AA37DC488FCC}"/>
                </a:ext>
              </a:extLst>
            </p:cNvPr>
            <p:cNvSpPr>
              <a:spLocks noChangeAspect="1" noChangeShapeType="1"/>
            </p:cNvSpPr>
            <p:nvPr/>
          </p:nvSpPr>
          <p:spPr bwMode="auto">
            <a:xfrm>
              <a:off x="1841081" y="282326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2" name="Line 294">
              <a:extLst>
                <a:ext uri="{FF2B5EF4-FFF2-40B4-BE49-F238E27FC236}">
                  <a16:creationId xmlns:a16="http://schemas.microsoft.com/office/drawing/2014/main" id="{9636B8B9-010D-43F9-9FE3-75574A499444}"/>
                </a:ext>
              </a:extLst>
            </p:cNvPr>
            <p:cNvSpPr>
              <a:spLocks noChangeAspect="1" noChangeShapeType="1"/>
            </p:cNvSpPr>
            <p:nvPr/>
          </p:nvSpPr>
          <p:spPr bwMode="auto">
            <a:xfrm>
              <a:off x="3869399" y="2819025"/>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3" name="Rectangle 135">
              <a:extLst>
                <a:ext uri="{FF2B5EF4-FFF2-40B4-BE49-F238E27FC236}">
                  <a16:creationId xmlns:a16="http://schemas.microsoft.com/office/drawing/2014/main" id="{04D0714B-349E-4716-AD0F-D2797BA5C81F}"/>
                </a:ext>
              </a:extLst>
            </p:cNvPr>
            <p:cNvSpPr>
              <a:spLocks noChangeArrowheads="1"/>
            </p:cNvSpPr>
            <p:nvPr/>
          </p:nvSpPr>
          <p:spPr bwMode="auto">
            <a:xfrm>
              <a:off x="2089670" y="21336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4" name="Rectangle 41">
              <a:extLst>
                <a:ext uri="{FF2B5EF4-FFF2-40B4-BE49-F238E27FC236}">
                  <a16:creationId xmlns:a16="http://schemas.microsoft.com/office/drawing/2014/main" id="{36BCD33D-5865-4BB6-B340-13C12F3A4358}"/>
                </a:ext>
              </a:extLst>
            </p:cNvPr>
            <p:cNvSpPr>
              <a:spLocks noChangeArrowheads="1"/>
            </p:cNvSpPr>
            <p:nvPr/>
          </p:nvSpPr>
          <p:spPr bwMode="auto">
            <a:xfrm>
              <a:off x="2206531" y="315941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5" name="Rectangle 41">
              <a:extLst>
                <a:ext uri="{FF2B5EF4-FFF2-40B4-BE49-F238E27FC236}">
                  <a16:creationId xmlns:a16="http://schemas.microsoft.com/office/drawing/2014/main" id="{35201FB3-8EF8-42FC-96C3-387C640FD40D}"/>
                </a:ext>
              </a:extLst>
            </p:cNvPr>
            <p:cNvSpPr>
              <a:spLocks noChangeArrowheads="1"/>
            </p:cNvSpPr>
            <p:nvPr/>
          </p:nvSpPr>
          <p:spPr bwMode="auto">
            <a:xfrm>
              <a:off x="2212251" y="347702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6" name="Line 290">
              <a:extLst>
                <a:ext uri="{FF2B5EF4-FFF2-40B4-BE49-F238E27FC236}">
                  <a16:creationId xmlns:a16="http://schemas.microsoft.com/office/drawing/2014/main" id="{05F8E75C-BEBD-4E7C-83DC-89E240DC7C8E}"/>
                </a:ext>
              </a:extLst>
            </p:cNvPr>
            <p:cNvSpPr>
              <a:spLocks noChangeAspect="1" noChangeShapeType="1"/>
            </p:cNvSpPr>
            <p:nvPr/>
          </p:nvSpPr>
          <p:spPr bwMode="auto">
            <a:xfrm>
              <a:off x="1720643" y="4545449"/>
              <a:ext cx="87015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7" name="Line 294">
              <a:extLst>
                <a:ext uri="{FF2B5EF4-FFF2-40B4-BE49-F238E27FC236}">
                  <a16:creationId xmlns:a16="http://schemas.microsoft.com/office/drawing/2014/main" id="{6E64F416-93E4-49A8-AD36-157731D22244}"/>
                </a:ext>
              </a:extLst>
            </p:cNvPr>
            <p:cNvSpPr>
              <a:spLocks noChangeAspect="1" noChangeShapeType="1"/>
            </p:cNvSpPr>
            <p:nvPr/>
          </p:nvSpPr>
          <p:spPr bwMode="auto">
            <a:xfrm>
              <a:off x="2583464" y="393450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6259" name="AutoShape 3">
            <a:extLst>
              <a:ext uri="{FF2B5EF4-FFF2-40B4-BE49-F238E27FC236}">
                <a16:creationId xmlns:a16="http://schemas.microsoft.com/office/drawing/2014/main" id="{E0561197-BB91-48DA-A754-D1BF101CE633}"/>
              </a:ext>
            </a:extLst>
          </p:cNvPr>
          <p:cNvSpPr txBox="1">
            <a:spLocks noChangeArrowheads="1"/>
          </p:cNvSpPr>
          <p:nvPr/>
        </p:nvSpPr>
        <p:spPr bwMode="auto">
          <a:xfrm>
            <a:off x="1981200" y="4191000"/>
            <a:ext cx="60960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18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If Load = 1,   then load the new value from In.</a:t>
            </a: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96260" name="Line 25">
            <a:extLst>
              <a:ext uri="{FF2B5EF4-FFF2-40B4-BE49-F238E27FC236}">
                <a16:creationId xmlns:a16="http://schemas.microsoft.com/office/drawing/2014/main" id="{1A810E3B-88EB-44A1-A194-74319D7D0A59}"/>
              </a:ext>
            </a:extLst>
          </p:cNvPr>
          <p:cNvSpPr>
            <a:spLocks noChangeShapeType="1"/>
          </p:cNvSpPr>
          <p:nvPr/>
        </p:nvSpPr>
        <p:spPr bwMode="auto">
          <a:xfrm flipV="1">
            <a:off x="3976688" y="2254250"/>
            <a:ext cx="328612" cy="188912"/>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1" name="TextBox 31">
            <a:extLst>
              <a:ext uri="{FF2B5EF4-FFF2-40B4-BE49-F238E27FC236}">
                <a16:creationId xmlns:a16="http://schemas.microsoft.com/office/drawing/2014/main" id="{EF89ABD9-08D3-4162-9E23-12750CBD1743}"/>
              </a:ext>
            </a:extLst>
          </p:cNvPr>
          <p:cNvSpPr txBox="1">
            <a:spLocks noChangeArrowheads="1"/>
          </p:cNvSpPr>
          <p:nvPr/>
        </p:nvSpPr>
        <p:spPr bwMode="auto">
          <a:xfrm>
            <a:off x="4079875" y="1058862"/>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Title 1">
            <a:extLst>
              <a:ext uri="{FF2B5EF4-FFF2-40B4-BE49-F238E27FC236}">
                <a16:creationId xmlns:a16="http://schemas.microsoft.com/office/drawing/2014/main" id="{5659FA7D-68AB-4985-BECF-1C29A84C565F}"/>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1-Bit Parallel-Access Register</a:t>
            </a:r>
          </a:p>
        </p:txBody>
      </p:sp>
      <p:grpSp>
        <p:nvGrpSpPr>
          <p:cNvPr id="97282" name="Group 1">
            <a:extLst>
              <a:ext uri="{FF2B5EF4-FFF2-40B4-BE49-F238E27FC236}">
                <a16:creationId xmlns:a16="http://schemas.microsoft.com/office/drawing/2014/main" id="{6C7BD000-8A03-4442-AD89-B725E7BCE332}"/>
              </a:ext>
            </a:extLst>
          </p:cNvPr>
          <p:cNvGrpSpPr>
            <a:grpSpLocks/>
          </p:cNvGrpSpPr>
          <p:nvPr/>
        </p:nvGrpSpPr>
        <p:grpSpPr bwMode="auto">
          <a:xfrm>
            <a:off x="3276600" y="1030287"/>
            <a:ext cx="3295650" cy="2511425"/>
            <a:chOff x="1143000" y="2133600"/>
            <a:chExt cx="3295989" cy="2511197"/>
          </a:xfrm>
        </p:grpSpPr>
        <p:sp>
          <p:nvSpPr>
            <p:cNvPr id="97284" name="Freeform 38">
              <a:extLst>
                <a:ext uri="{FF2B5EF4-FFF2-40B4-BE49-F238E27FC236}">
                  <a16:creationId xmlns:a16="http://schemas.microsoft.com/office/drawing/2014/main" id="{D986F07E-5441-4214-8E71-000CA8BC0E24}"/>
                </a:ext>
              </a:extLst>
            </p:cNvPr>
            <p:cNvSpPr>
              <a:spLocks/>
            </p:cNvSpPr>
            <p:nvPr/>
          </p:nvSpPr>
          <p:spPr bwMode="auto">
            <a:xfrm>
              <a:off x="3846945" y="340514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5" name="Rectangle 4">
              <a:extLst>
                <a:ext uri="{FF2B5EF4-FFF2-40B4-BE49-F238E27FC236}">
                  <a16:creationId xmlns:a16="http://schemas.microsoft.com/office/drawing/2014/main" id="{8B04EABA-0C22-4460-9926-A8C3820DFF33}"/>
                </a:ext>
              </a:extLst>
            </p:cNvPr>
            <p:cNvSpPr>
              <a:spLocks noChangeArrowheads="1"/>
            </p:cNvSpPr>
            <p:nvPr/>
          </p:nvSpPr>
          <p:spPr bwMode="auto">
            <a:xfrm>
              <a:off x="2840948" y="314423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6" name="Rectangle 5">
              <a:extLst>
                <a:ext uri="{FF2B5EF4-FFF2-40B4-BE49-F238E27FC236}">
                  <a16:creationId xmlns:a16="http://schemas.microsoft.com/office/drawing/2014/main" id="{195AD11F-74AB-49F3-91D5-7EBDBCEB9032}"/>
                </a:ext>
              </a:extLst>
            </p:cNvPr>
            <p:cNvSpPr>
              <a:spLocks noChangeArrowheads="1"/>
            </p:cNvSpPr>
            <p:nvPr/>
          </p:nvSpPr>
          <p:spPr bwMode="auto">
            <a:xfrm>
              <a:off x="2907623" y="33236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7" name="Rectangle 6">
              <a:extLst>
                <a:ext uri="{FF2B5EF4-FFF2-40B4-BE49-F238E27FC236}">
                  <a16:creationId xmlns:a16="http://schemas.microsoft.com/office/drawing/2014/main" id="{C2235064-F572-42C4-8528-D26B3B424B14}"/>
                </a:ext>
              </a:extLst>
            </p:cNvPr>
            <p:cNvSpPr>
              <a:spLocks noChangeArrowheads="1"/>
            </p:cNvSpPr>
            <p:nvPr/>
          </p:nvSpPr>
          <p:spPr bwMode="auto">
            <a:xfrm>
              <a:off x="3302910" y="33156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8" name="Line 7">
              <a:extLst>
                <a:ext uri="{FF2B5EF4-FFF2-40B4-BE49-F238E27FC236}">
                  <a16:creationId xmlns:a16="http://schemas.microsoft.com/office/drawing/2014/main" id="{46609C4F-0BFC-46EF-BDE7-1027820AF022}"/>
                </a:ext>
              </a:extLst>
            </p:cNvPr>
            <p:cNvSpPr>
              <a:spLocks noChangeShapeType="1"/>
            </p:cNvSpPr>
            <p:nvPr/>
          </p:nvSpPr>
          <p:spPr bwMode="auto">
            <a:xfrm flipH="1">
              <a:off x="3317198" y="384908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9" name="Rectangle 9">
              <a:extLst>
                <a:ext uri="{FF2B5EF4-FFF2-40B4-BE49-F238E27FC236}">
                  <a16:creationId xmlns:a16="http://schemas.microsoft.com/office/drawing/2014/main" id="{C2A5BBAD-8967-497C-B72C-2849FD61EF10}"/>
                </a:ext>
              </a:extLst>
            </p:cNvPr>
            <p:cNvSpPr>
              <a:spLocks noChangeArrowheads="1"/>
            </p:cNvSpPr>
            <p:nvPr/>
          </p:nvSpPr>
          <p:spPr bwMode="auto">
            <a:xfrm>
              <a:off x="3304498" y="386178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0" name="Rectangle 11">
              <a:extLst>
                <a:ext uri="{FF2B5EF4-FFF2-40B4-BE49-F238E27FC236}">
                  <a16:creationId xmlns:a16="http://schemas.microsoft.com/office/drawing/2014/main" id="{AF43849F-1C6C-4C8B-AD3F-BD46AE004D7A}"/>
                </a:ext>
              </a:extLst>
            </p:cNvPr>
            <p:cNvSpPr>
              <a:spLocks noChangeArrowheads="1"/>
            </p:cNvSpPr>
            <p:nvPr/>
          </p:nvSpPr>
          <p:spPr bwMode="auto">
            <a:xfrm>
              <a:off x="1143000" y="440508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1" name="Line 25">
              <a:extLst>
                <a:ext uri="{FF2B5EF4-FFF2-40B4-BE49-F238E27FC236}">
                  <a16:creationId xmlns:a16="http://schemas.microsoft.com/office/drawing/2014/main" id="{B32FCDDA-4B5B-4808-9F41-CA6D10D5CB00}"/>
                </a:ext>
              </a:extLst>
            </p:cNvPr>
            <p:cNvSpPr>
              <a:spLocks noChangeShapeType="1"/>
            </p:cNvSpPr>
            <p:nvPr/>
          </p:nvSpPr>
          <p:spPr bwMode="auto">
            <a:xfrm>
              <a:off x="2446449" y="343157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2" name="Freeform 36">
              <a:extLst>
                <a:ext uri="{FF2B5EF4-FFF2-40B4-BE49-F238E27FC236}">
                  <a16:creationId xmlns:a16="http://schemas.microsoft.com/office/drawing/2014/main" id="{205F2BC7-190C-4AEE-AA36-3DDB690B8D91}"/>
                </a:ext>
              </a:extLst>
            </p:cNvPr>
            <p:cNvSpPr>
              <a:spLocks/>
            </p:cNvSpPr>
            <p:nvPr/>
          </p:nvSpPr>
          <p:spPr bwMode="auto">
            <a:xfrm>
              <a:off x="2840948" y="388718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3" name="Line 37">
              <a:extLst>
                <a:ext uri="{FF2B5EF4-FFF2-40B4-BE49-F238E27FC236}">
                  <a16:creationId xmlns:a16="http://schemas.microsoft.com/office/drawing/2014/main" id="{68DD1A3F-C84A-42B4-805C-D54AA9EA2C18}"/>
                </a:ext>
              </a:extLst>
            </p:cNvPr>
            <p:cNvSpPr>
              <a:spLocks noChangeShapeType="1"/>
            </p:cNvSpPr>
            <p:nvPr/>
          </p:nvSpPr>
          <p:spPr bwMode="auto">
            <a:xfrm>
              <a:off x="2574248" y="394433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4" name="Rectangle 41">
              <a:extLst>
                <a:ext uri="{FF2B5EF4-FFF2-40B4-BE49-F238E27FC236}">
                  <a16:creationId xmlns:a16="http://schemas.microsoft.com/office/drawing/2014/main" id="{29E6CA2C-C8D0-4A92-BF84-02750FBDDEA6}"/>
                </a:ext>
              </a:extLst>
            </p:cNvPr>
            <p:cNvSpPr>
              <a:spLocks noChangeArrowheads="1"/>
            </p:cNvSpPr>
            <p:nvPr/>
          </p:nvSpPr>
          <p:spPr bwMode="auto">
            <a:xfrm>
              <a:off x="1524000" y="3478878"/>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5" name="Line 290">
              <a:extLst>
                <a:ext uri="{FF2B5EF4-FFF2-40B4-BE49-F238E27FC236}">
                  <a16:creationId xmlns:a16="http://schemas.microsoft.com/office/drawing/2014/main" id="{C5F6B304-5A7A-41F6-B1EA-D62BD508E76E}"/>
                </a:ext>
              </a:extLst>
            </p:cNvPr>
            <p:cNvSpPr>
              <a:spLocks noChangeAspect="1" noChangeShapeType="1"/>
            </p:cNvSpPr>
            <p:nvPr/>
          </p:nvSpPr>
          <p:spPr bwMode="auto">
            <a:xfrm>
              <a:off x="1828387" y="282896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6" name="Freeform 293">
              <a:extLst>
                <a:ext uri="{FF2B5EF4-FFF2-40B4-BE49-F238E27FC236}">
                  <a16:creationId xmlns:a16="http://schemas.microsoft.com/office/drawing/2014/main" id="{97189D8A-D63C-4B11-9AB0-29DDE6304B2E}"/>
                </a:ext>
              </a:extLst>
            </p:cNvPr>
            <p:cNvSpPr>
              <a:spLocks noChangeAspect="1"/>
            </p:cNvSpPr>
            <p:nvPr/>
          </p:nvSpPr>
          <p:spPr bwMode="auto">
            <a:xfrm>
              <a:off x="2155509" y="305374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7" name="Line 294">
              <a:extLst>
                <a:ext uri="{FF2B5EF4-FFF2-40B4-BE49-F238E27FC236}">
                  <a16:creationId xmlns:a16="http://schemas.microsoft.com/office/drawing/2014/main" id="{E1D662C3-FC8F-4B59-8EBE-832F6EDB9A8A}"/>
                </a:ext>
              </a:extLst>
            </p:cNvPr>
            <p:cNvSpPr>
              <a:spLocks noChangeAspect="1" noChangeShapeType="1"/>
            </p:cNvSpPr>
            <p:nvPr/>
          </p:nvSpPr>
          <p:spPr bwMode="auto">
            <a:xfrm>
              <a:off x="2294023" y="238037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8" name="Line 25">
              <a:extLst>
                <a:ext uri="{FF2B5EF4-FFF2-40B4-BE49-F238E27FC236}">
                  <a16:creationId xmlns:a16="http://schemas.microsoft.com/office/drawing/2014/main" id="{7045F13C-33C9-4C3F-A75B-0492977E012E}"/>
                </a:ext>
              </a:extLst>
            </p:cNvPr>
            <p:cNvSpPr>
              <a:spLocks noChangeShapeType="1"/>
            </p:cNvSpPr>
            <p:nvPr/>
          </p:nvSpPr>
          <p:spPr bwMode="auto">
            <a:xfrm>
              <a:off x="3506565" y="343474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9" name="Line 25">
              <a:extLst>
                <a:ext uri="{FF2B5EF4-FFF2-40B4-BE49-F238E27FC236}">
                  <a16:creationId xmlns:a16="http://schemas.microsoft.com/office/drawing/2014/main" id="{2FBA6015-F813-423D-B2E9-D240E8735CEF}"/>
                </a:ext>
              </a:extLst>
            </p:cNvPr>
            <p:cNvSpPr>
              <a:spLocks noChangeShapeType="1"/>
            </p:cNvSpPr>
            <p:nvPr/>
          </p:nvSpPr>
          <p:spPr bwMode="auto">
            <a:xfrm>
              <a:off x="3511545" y="394705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0" name="Line 25">
              <a:extLst>
                <a:ext uri="{FF2B5EF4-FFF2-40B4-BE49-F238E27FC236}">
                  <a16:creationId xmlns:a16="http://schemas.microsoft.com/office/drawing/2014/main" id="{9C3E6D44-749F-42B8-8717-AE8ED924B2D4}"/>
                </a:ext>
              </a:extLst>
            </p:cNvPr>
            <p:cNvSpPr>
              <a:spLocks noChangeShapeType="1"/>
            </p:cNvSpPr>
            <p:nvPr/>
          </p:nvSpPr>
          <p:spPr bwMode="auto">
            <a:xfrm>
              <a:off x="1835410" y="32827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1" name="Rectangle 41">
              <a:extLst>
                <a:ext uri="{FF2B5EF4-FFF2-40B4-BE49-F238E27FC236}">
                  <a16:creationId xmlns:a16="http://schemas.microsoft.com/office/drawing/2014/main" id="{98A6A22D-41F1-432B-B135-0E4E0AC0BB72}"/>
                </a:ext>
              </a:extLst>
            </p:cNvPr>
            <p:cNvSpPr>
              <a:spLocks noChangeArrowheads="1"/>
            </p:cNvSpPr>
            <p:nvPr/>
          </p:nvSpPr>
          <p:spPr bwMode="auto">
            <a:xfrm>
              <a:off x="4169685" y="3317770"/>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2" name="Line 25">
              <a:extLst>
                <a:ext uri="{FF2B5EF4-FFF2-40B4-BE49-F238E27FC236}">
                  <a16:creationId xmlns:a16="http://schemas.microsoft.com/office/drawing/2014/main" id="{C2EFFCF6-9D2E-481D-9439-139AC9D3168A}"/>
                </a:ext>
              </a:extLst>
            </p:cNvPr>
            <p:cNvSpPr>
              <a:spLocks noChangeShapeType="1"/>
            </p:cNvSpPr>
            <p:nvPr/>
          </p:nvSpPr>
          <p:spPr bwMode="auto">
            <a:xfrm>
              <a:off x="1824656" y="360526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3" name="Line 294">
              <a:extLst>
                <a:ext uri="{FF2B5EF4-FFF2-40B4-BE49-F238E27FC236}">
                  <a16:creationId xmlns:a16="http://schemas.microsoft.com/office/drawing/2014/main" id="{133BF4E3-FE32-412A-A3DA-2B09C57F3FA3}"/>
                </a:ext>
              </a:extLst>
            </p:cNvPr>
            <p:cNvSpPr>
              <a:spLocks noChangeAspect="1" noChangeShapeType="1"/>
            </p:cNvSpPr>
            <p:nvPr/>
          </p:nvSpPr>
          <p:spPr bwMode="auto">
            <a:xfrm>
              <a:off x="1841081" y="282326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4" name="Line 294">
              <a:extLst>
                <a:ext uri="{FF2B5EF4-FFF2-40B4-BE49-F238E27FC236}">
                  <a16:creationId xmlns:a16="http://schemas.microsoft.com/office/drawing/2014/main" id="{4DD7DB3D-8057-4CDF-A41C-C7B3D11DC56D}"/>
                </a:ext>
              </a:extLst>
            </p:cNvPr>
            <p:cNvSpPr>
              <a:spLocks noChangeAspect="1" noChangeShapeType="1"/>
            </p:cNvSpPr>
            <p:nvPr/>
          </p:nvSpPr>
          <p:spPr bwMode="auto">
            <a:xfrm>
              <a:off x="3869399" y="2819025"/>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5" name="Rectangle 135">
              <a:extLst>
                <a:ext uri="{FF2B5EF4-FFF2-40B4-BE49-F238E27FC236}">
                  <a16:creationId xmlns:a16="http://schemas.microsoft.com/office/drawing/2014/main" id="{779F60BA-809D-456D-8115-24E02D4244FF}"/>
                </a:ext>
              </a:extLst>
            </p:cNvPr>
            <p:cNvSpPr>
              <a:spLocks noChangeArrowheads="1"/>
            </p:cNvSpPr>
            <p:nvPr/>
          </p:nvSpPr>
          <p:spPr bwMode="auto">
            <a:xfrm>
              <a:off x="2089670" y="21336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6" name="Rectangle 41">
              <a:extLst>
                <a:ext uri="{FF2B5EF4-FFF2-40B4-BE49-F238E27FC236}">
                  <a16:creationId xmlns:a16="http://schemas.microsoft.com/office/drawing/2014/main" id="{FAD05ACC-01C7-44E0-B50A-55D47A9F09DB}"/>
                </a:ext>
              </a:extLst>
            </p:cNvPr>
            <p:cNvSpPr>
              <a:spLocks noChangeArrowheads="1"/>
            </p:cNvSpPr>
            <p:nvPr/>
          </p:nvSpPr>
          <p:spPr bwMode="auto">
            <a:xfrm>
              <a:off x="2206531" y="315941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7" name="Rectangle 41">
              <a:extLst>
                <a:ext uri="{FF2B5EF4-FFF2-40B4-BE49-F238E27FC236}">
                  <a16:creationId xmlns:a16="http://schemas.microsoft.com/office/drawing/2014/main" id="{5E4D1751-74B1-47E7-B415-DF0A42DC6DDC}"/>
                </a:ext>
              </a:extLst>
            </p:cNvPr>
            <p:cNvSpPr>
              <a:spLocks noChangeArrowheads="1"/>
            </p:cNvSpPr>
            <p:nvPr/>
          </p:nvSpPr>
          <p:spPr bwMode="auto">
            <a:xfrm>
              <a:off x="2212251" y="347702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8" name="Line 290">
              <a:extLst>
                <a:ext uri="{FF2B5EF4-FFF2-40B4-BE49-F238E27FC236}">
                  <a16:creationId xmlns:a16="http://schemas.microsoft.com/office/drawing/2014/main" id="{9DA5AB50-EBC7-4400-BF5A-37FC144F3215}"/>
                </a:ext>
              </a:extLst>
            </p:cNvPr>
            <p:cNvSpPr>
              <a:spLocks noChangeAspect="1" noChangeShapeType="1"/>
            </p:cNvSpPr>
            <p:nvPr/>
          </p:nvSpPr>
          <p:spPr bwMode="auto">
            <a:xfrm>
              <a:off x="1720643" y="4545449"/>
              <a:ext cx="87015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9" name="Line 294">
              <a:extLst>
                <a:ext uri="{FF2B5EF4-FFF2-40B4-BE49-F238E27FC236}">
                  <a16:creationId xmlns:a16="http://schemas.microsoft.com/office/drawing/2014/main" id="{D4C9D4B7-A717-417C-901D-F8589E76B04F}"/>
                </a:ext>
              </a:extLst>
            </p:cNvPr>
            <p:cNvSpPr>
              <a:spLocks noChangeAspect="1" noChangeShapeType="1"/>
            </p:cNvSpPr>
            <p:nvPr/>
          </p:nvSpPr>
          <p:spPr bwMode="auto">
            <a:xfrm>
              <a:off x="2583464" y="393450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7283" name="AutoShape 3">
            <a:extLst>
              <a:ext uri="{FF2B5EF4-FFF2-40B4-BE49-F238E27FC236}">
                <a16:creationId xmlns:a16="http://schemas.microsoft.com/office/drawing/2014/main" id="{7F276025-5B56-4F2F-B476-772E22CBBE11}"/>
              </a:ext>
            </a:extLst>
          </p:cNvPr>
          <p:cNvSpPr txBox="1">
            <a:spLocks noChangeArrowheads="1"/>
          </p:cNvSpPr>
          <p:nvPr/>
        </p:nvSpPr>
        <p:spPr bwMode="auto">
          <a:xfrm>
            <a:off x="2286000" y="4267200"/>
            <a:ext cx="60960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If Load = 0,   then retain the old value.</a:t>
            </a: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1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If Load = 1,   then load the new value from In.</a:t>
            </a: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Char char="•"/>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l" defTabSz="914400" rtl="0" eaLnBrk="0" fontAlgn="base" latinLnBrk="0" hangingPunct="0">
              <a:lnSpc>
                <a:spcPct val="90000"/>
              </a:lnSpc>
              <a:spcBef>
                <a:spcPct val="2000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a:extLst>
              <a:ext uri="{FF2B5EF4-FFF2-40B4-BE49-F238E27FC236}">
                <a16:creationId xmlns:a16="http://schemas.microsoft.com/office/drawing/2014/main" id="{93543232-62C3-4CB3-9316-EB486D22ED90}"/>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2-Bit Parallel-Access Register</a:t>
            </a:r>
          </a:p>
        </p:txBody>
      </p:sp>
      <p:grpSp>
        <p:nvGrpSpPr>
          <p:cNvPr id="3" name="Group 2">
            <a:extLst>
              <a:ext uri="{FF2B5EF4-FFF2-40B4-BE49-F238E27FC236}">
                <a16:creationId xmlns:a16="http://schemas.microsoft.com/office/drawing/2014/main" id="{13A18814-DF33-4B36-90C4-B9316D2BF890}"/>
              </a:ext>
            </a:extLst>
          </p:cNvPr>
          <p:cNvGrpSpPr/>
          <p:nvPr/>
        </p:nvGrpSpPr>
        <p:grpSpPr>
          <a:xfrm>
            <a:off x="6019800" y="1460936"/>
            <a:ext cx="2914689" cy="2196664"/>
            <a:chOff x="3657561" y="1258578"/>
            <a:chExt cx="2914689" cy="2196664"/>
          </a:xfrm>
        </p:grpSpPr>
        <p:sp>
          <p:nvSpPr>
            <p:cNvPr id="62" name="Freeform 38">
              <a:extLst>
                <a:ext uri="{FF2B5EF4-FFF2-40B4-BE49-F238E27FC236}">
                  <a16:creationId xmlns:a16="http://schemas.microsoft.com/office/drawing/2014/main" id="{C4F08056-0FE8-4E76-BC83-CAC714ADABCC}"/>
                </a:ext>
              </a:extLst>
            </p:cNvPr>
            <p:cNvSpPr>
              <a:spLocks/>
            </p:cNvSpPr>
            <p:nvPr/>
          </p:nvSpPr>
          <p:spPr bwMode="auto">
            <a:xfrm>
              <a:off x="5980267" y="2301947"/>
              <a:ext cx="57144" cy="57155"/>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4">
              <a:extLst>
                <a:ext uri="{FF2B5EF4-FFF2-40B4-BE49-F238E27FC236}">
                  <a16:creationId xmlns:a16="http://schemas.microsoft.com/office/drawing/2014/main" id="{C9A9F074-1B53-48FD-969D-A8F940E4ED74}"/>
                </a:ext>
              </a:extLst>
            </p:cNvPr>
            <p:cNvSpPr>
              <a:spLocks noChangeArrowheads="1"/>
            </p:cNvSpPr>
            <p:nvPr/>
          </p:nvSpPr>
          <p:spPr bwMode="auto">
            <a:xfrm>
              <a:off x="4974373" y="2041012"/>
              <a:ext cx="666681" cy="106848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 name="Rectangle 5">
              <a:extLst>
                <a:ext uri="{FF2B5EF4-FFF2-40B4-BE49-F238E27FC236}">
                  <a16:creationId xmlns:a16="http://schemas.microsoft.com/office/drawing/2014/main" id="{0FA60BE2-A994-4287-8971-16B929ED65DE}"/>
                </a:ext>
              </a:extLst>
            </p:cNvPr>
            <p:cNvSpPr>
              <a:spLocks noChangeArrowheads="1"/>
            </p:cNvSpPr>
            <p:nvPr/>
          </p:nvSpPr>
          <p:spPr bwMode="auto">
            <a:xfrm>
              <a:off x="5041042" y="2220415"/>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 name="Rectangle 6">
              <a:extLst>
                <a:ext uri="{FF2B5EF4-FFF2-40B4-BE49-F238E27FC236}">
                  <a16:creationId xmlns:a16="http://schemas.microsoft.com/office/drawing/2014/main" id="{A1354420-B116-4601-83A6-4FCDDEE2A38D}"/>
                </a:ext>
              </a:extLst>
            </p:cNvPr>
            <p:cNvSpPr>
              <a:spLocks noChangeArrowheads="1"/>
            </p:cNvSpPr>
            <p:nvPr/>
          </p:nvSpPr>
          <p:spPr bwMode="auto">
            <a:xfrm>
              <a:off x="5436288" y="2212477"/>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 name="Line 7">
              <a:extLst>
                <a:ext uri="{FF2B5EF4-FFF2-40B4-BE49-F238E27FC236}">
                  <a16:creationId xmlns:a16="http://schemas.microsoft.com/office/drawing/2014/main" id="{959E2183-6D61-4F88-8B9B-EA24744CE664}"/>
                </a:ext>
              </a:extLst>
            </p:cNvPr>
            <p:cNvSpPr>
              <a:spLocks noChangeShapeType="1"/>
            </p:cNvSpPr>
            <p:nvPr/>
          </p:nvSpPr>
          <p:spPr bwMode="auto">
            <a:xfrm flipH="1">
              <a:off x="5450574" y="2745926"/>
              <a:ext cx="9524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 name="Rectangle 9">
              <a:extLst>
                <a:ext uri="{FF2B5EF4-FFF2-40B4-BE49-F238E27FC236}">
                  <a16:creationId xmlns:a16="http://schemas.microsoft.com/office/drawing/2014/main" id="{23FE53F2-4BE9-47BB-8DB0-5A73EB10071D}"/>
                </a:ext>
              </a:extLst>
            </p:cNvPr>
            <p:cNvSpPr>
              <a:spLocks noChangeArrowheads="1"/>
            </p:cNvSpPr>
            <p:nvPr/>
          </p:nvSpPr>
          <p:spPr bwMode="auto">
            <a:xfrm>
              <a:off x="5437876" y="2758627"/>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 name="Rectangle 11">
              <a:extLst>
                <a:ext uri="{FF2B5EF4-FFF2-40B4-BE49-F238E27FC236}">
                  <a16:creationId xmlns:a16="http://schemas.microsoft.com/office/drawing/2014/main" id="{74AFB90D-90DF-475B-A52C-FD0D6BEE4A5B}"/>
                </a:ext>
              </a:extLst>
            </p:cNvPr>
            <p:cNvSpPr>
              <a:spLocks noChangeArrowheads="1"/>
            </p:cNvSpPr>
            <p:nvPr/>
          </p:nvSpPr>
          <p:spPr bwMode="auto">
            <a:xfrm>
              <a:off x="3785079" y="3130981"/>
              <a:ext cx="542869"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 name="Line 25">
              <a:extLst>
                <a:ext uri="{FF2B5EF4-FFF2-40B4-BE49-F238E27FC236}">
                  <a16:creationId xmlns:a16="http://schemas.microsoft.com/office/drawing/2014/main" id="{26960302-86CD-4E12-B48B-E3C4691BC286}"/>
                </a:ext>
              </a:extLst>
            </p:cNvPr>
            <p:cNvSpPr>
              <a:spLocks noChangeShapeType="1"/>
            </p:cNvSpPr>
            <p:nvPr/>
          </p:nvSpPr>
          <p:spPr bwMode="auto">
            <a:xfrm>
              <a:off x="4579915" y="2328375"/>
              <a:ext cx="40071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 name="Freeform 36">
              <a:extLst>
                <a:ext uri="{FF2B5EF4-FFF2-40B4-BE49-F238E27FC236}">
                  <a16:creationId xmlns:a16="http://schemas.microsoft.com/office/drawing/2014/main" id="{051E046C-9C8E-4874-BF0F-8B8CCF29DDBC}"/>
                </a:ext>
              </a:extLst>
            </p:cNvPr>
            <p:cNvSpPr>
              <a:spLocks/>
            </p:cNvSpPr>
            <p:nvPr/>
          </p:nvSpPr>
          <p:spPr bwMode="auto">
            <a:xfrm>
              <a:off x="4974373" y="2784029"/>
              <a:ext cx="133336" cy="13336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1" name="Line 37">
              <a:extLst>
                <a:ext uri="{FF2B5EF4-FFF2-40B4-BE49-F238E27FC236}">
                  <a16:creationId xmlns:a16="http://schemas.microsoft.com/office/drawing/2014/main" id="{B88813C9-0DEA-4A41-A9D3-ED59ABCF421F}"/>
                </a:ext>
              </a:extLst>
            </p:cNvPr>
            <p:cNvSpPr>
              <a:spLocks noChangeShapeType="1"/>
            </p:cNvSpPr>
            <p:nvPr/>
          </p:nvSpPr>
          <p:spPr bwMode="auto">
            <a:xfrm>
              <a:off x="4707701" y="2841184"/>
              <a:ext cx="266673"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 name="Rectangle 41">
              <a:extLst>
                <a:ext uri="{FF2B5EF4-FFF2-40B4-BE49-F238E27FC236}">
                  <a16:creationId xmlns:a16="http://schemas.microsoft.com/office/drawing/2014/main" id="{D3EDA9ED-B688-4948-A88C-3345CF59A54C}"/>
                </a:ext>
              </a:extLst>
            </p:cNvPr>
            <p:cNvSpPr>
              <a:spLocks noChangeArrowheads="1"/>
            </p:cNvSpPr>
            <p:nvPr/>
          </p:nvSpPr>
          <p:spPr bwMode="auto">
            <a:xfrm>
              <a:off x="3657561" y="2375687"/>
              <a:ext cx="22064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Line 290">
              <a:extLst>
                <a:ext uri="{FF2B5EF4-FFF2-40B4-BE49-F238E27FC236}">
                  <a16:creationId xmlns:a16="http://schemas.microsoft.com/office/drawing/2014/main" id="{AB2BD411-8598-4B72-9745-3E8A161EF49C}"/>
                </a:ext>
              </a:extLst>
            </p:cNvPr>
            <p:cNvSpPr>
              <a:spLocks noChangeAspect="1" noChangeShapeType="1"/>
            </p:cNvSpPr>
            <p:nvPr/>
          </p:nvSpPr>
          <p:spPr bwMode="auto">
            <a:xfrm>
              <a:off x="3961917" y="1725718"/>
              <a:ext cx="2051575"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4" name="Freeform 293">
              <a:extLst>
                <a:ext uri="{FF2B5EF4-FFF2-40B4-BE49-F238E27FC236}">
                  <a16:creationId xmlns:a16="http://schemas.microsoft.com/office/drawing/2014/main" id="{5FB3AC72-1434-48BB-9B33-DEAFCB2B78B1}"/>
                </a:ext>
              </a:extLst>
            </p:cNvPr>
            <p:cNvSpPr>
              <a:spLocks noChangeAspect="1"/>
            </p:cNvSpPr>
            <p:nvPr/>
          </p:nvSpPr>
          <p:spPr bwMode="auto">
            <a:xfrm>
              <a:off x="4289005" y="1950516"/>
              <a:ext cx="295566" cy="75895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Line 294">
              <a:extLst>
                <a:ext uri="{FF2B5EF4-FFF2-40B4-BE49-F238E27FC236}">
                  <a16:creationId xmlns:a16="http://schemas.microsoft.com/office/drawing/2014/main" id="{FD98B60D-C796-4EF7-87F9-69B2A8B862C2}"/>
                </a:ext>
              </a:extLst>
            </p:cNvPr>
            <p:cNvSpPr>
              <a:spLocks noChangeAspect="1" noChangeShapeType="1"/>
            </p:cNvSpPr>
            <p:nvPr/>
          </p:nvSpPr>
          <p:spPr bwMode="auto">
            <a:xfrm>
              <a:off x="4427505" y="1277079"/>
              <a:ext cx="6187" cy="75490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 name="Line 25">
              <a:extLst>
                <a:ext uri="{FF2B5EF4-FFF2-40B4-BE49-F238E27FC236}">
                  <a16:creationId xmlns:a16="http://schemas.microsoft.com/office/drawing/2014/main" id="{200F2F67-E0C7-46CD-A13D-C0E202C34C2C}"/>
                </a:ext>
              </a:extLst>
            </p:cNvPr>
            <p:cNvSpPr>
              <a:spLocks noChangeShapeType="1"/>
            </p:cNvSpPr>
            <p:nvPr/>
          </p:nvSpPr>
          <p:spPr bwMode="auto">
            <a:xfrm>
              <a:off x="5639922" y="2331550"/>
              <a:ext cx="362797" cy="3347"/>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7" name="Line 25">
              <a:extLst>
                <a:ext uri="{FF2B5EF4-FFF2-40B4-BE49-F238E27FC236}">
                  <a16:creationId xmlns:a16="http://schemas.microsoft.com/office/drawing/2014/main" id="{422B104C-C56B-4E3A-ADCE-D53C513410DC}"/>
                </a:ext>
              </a:extLst>
            </p:cNvPr>
            <p:cNvSpPr>
              <a:spLocks noChangeShapeType="1"/>
            </p:cNvSpPr>
            <p:nvPr/>
          </p:nvSpPr>
          <p:spPr bwMode="auto">
            <a:xfrm>
              <a:off x="5644901" y="2843909"/>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8" name="Line 25">
              <a:extLst>
                <a:ext uri="{FF2B5EF4-FFF2-40B4-BE49-F238E27FC236}">
                  <a16:creationId xmlns:a16="http://schemas.microsoft.com/office/drawing/2014/main" id="{8E405E0F-D371-455A-8036-B2C77646D316}"/>
                </a:ext>
              </a:extLst>
            </p:cNvPr>
            <p:cNvSpPr>
              <a:spLocks noChangeShapeType="1"/>
            </p:cNvSpPr>
            <p:nvPr/>
          </p:nvSpPr>
          <p:spPr bwMode="auto">
            <a:xfrm>
              <a:off x="3968939" y="2179552"/>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9" name="Rectangle 41">
              <a:extLst>
                <a:ext uri="{FF2B5EF4-FFF2-40B4-BE49-F238E27FC236}">
                  <a16:creationId xmlns:a16="http://schemas.microsoft.com/office/drawing/2014/main" id="{83E88329-FACE-4DB8-B242-63A8A67AB70B}"/>
                </a:ext>
              </a:extLst>
            </p:cNvPr>
            <p:cNvSpPr>
              <a:spLocks noChangeArrowheads="1"/>
            </p:cNvSpPr>
            <p:nvPr/>
          </p:nvSpPr>
          <p:spPr bwMode="auto">
            <a:xfrm>
              <a:off x="6302974" y="2214565"/>
              <a:ext cx="269276"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0" name="Line 25">
              <a:extLst>
                <a:ext uri="{FF2B5EF4-FFF2-40B4-BE49-F238E27FC236}">
                  <a16:creationId xmlns:a16="http://schemas.microsoft.com/office/drawing/2014/main" id="{97BE149E-0C59-4E48-8E42-357F27B31277}"/>
                </a:ext>
              </a:extLst>
            </p:cNvPr>
            <p:cNvSpPr>
              <a:spLocks noChangeShapeType="1"/>
            </p:cNvSpPr>
            <p:nvPr/>
          </p:nvSpPr>
          <p:spPr bwMode="auto">
            <a:xfrm>
              <a:off x="3958186" y="2502082"/>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 name="Line 294">
              <a:extLst>
                <a:ext uri="{FF2B5EF4-FFF2-40B4-BE49-F238E27FC236}">
                  <a16:creationId xmlns:a16="http://schemas.microsoft.com/office/drawing/2014/main" id="{C09E8FBB-29C0-410E-BFC9-BF161195A458}"/>
                </a:ext>
              </a:extLst>
            </p:cNvPr>
            <p:cNvSpPr>
              <a:spLocks noChangeAspect="1" noChangeShapeType="1"/>
            </p:cNvSpPr>
            <p:nvPr/>
          </p:nvSpPr>
          <p:spPr bwMode="auto">
            <a:xfrm>
              <a:off x="3974609" y="1720015"/>
              <a:ext cx="3842" cy="468737"/>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 name="Line 294">
              <a:extLst>
                <a:ext uri="{FF2B5EF4-FFF2-40B4-BE49-F238E27FC236}">
                  <a16:creationId xmlns:a16="http://schemas.microsoft.com/office/drawing/2014/main" id="{F2CC4D60-7E8B-4901-8140-D85A730B167D}"/>
                </a:ext>
              </a:extLst>
            </p:cNvPr>
            <p:cNvSpPr>
              <a:spLocks noChangeAspect="1" noChangeShapeType="1"/>
            </p:cNvSpPr>
            <p:nvPr/>
          </p:nvSpPr>
          <p:spPr bwMode="auto">
            <a:xfrm>
              <a:off x="6002719" y="1715774"/>
              <a:ext cx="5113" cy="6238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35">
              <a:extLst>
                <a:ext uri="{FF2B5EF4-FFF2-40B4-BE49-F238E27FC236}">
                  <a16:creationId xmlns:a16="http://schemas.microsoft.com/office/drawing/2014/main" id="{546B55F8-7BD0-41B6-A95C-E62C3FFB9D3B}"/>
                </a:ext>
              </a:extLst>
            </p:cNvPr>
            <p:cNvSpPr>
              <a:spLocks noChangeArrowheads="1"/>
            </p:cNvSpPr>
            <p:nvPr/>
          </p:nvSpPr>
          <p:spPr bwMode="auto">
            <a:xfrm>
              <a:off x="3946262" y="1258578"/>
              <a:ext cx="3718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4" name="Rectangle 41">
              <a:extLst>
                <a:ext uri="{FF2B5EF4-FFF2-40B4-BE49-F238E27FC236}">
                  <a16:creationId xmlns:a16="http://schemas.microsoft.com/office/drawing/2014/main" id="{D02E2BB1-792C-4875-8E73-F9EA446AEA44}"/>
                </a:ext>
              </a:extLst>
            </p:cNvPr>
            <p:cNvSpPr>
              <a:spLocks noChangeArrowheads="1"/>
            </p:cNvSpPr>
            <p:nvPr/>
          </p:nvSpPr>
          <p:spPr bwMode="auto">
            <a:xfrm>
              <a:off x="4340022" y="2056198"/>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5" name="Rectangle 41">
              <a:extLst>
                <a:ext uri="{FF2B5EF4-FFF2-40B4-BE49-F238E27FC236}">
                  <a16:creationId xmlns:a16="http://schemas.microsoft.com/office/drawing/2014/main" id="{63670BA2-6303-4269-8A28-913972109166}"/>
                </a:ext>
              </a:extLst>
            </p:cNvPr>
            <p:cNvSpPr>
              <a:spLocks noChangeArrowheads="1"/>
            </p:cNvSpPr>
            <p:nvPr/>
          </p:nvSpPr>
          <p:spPr bwMode="auto">
            <a:xfrm>
              <a:off x="4345741" y="2373835"/>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 name="Line 290">
              <a:extLst>
                <a:ext uri="{FF2B5EF4-FFF2-40B4-BE49-F238E27FC236}">
                  <a16:creationId xmlns:a16="http://schemas.microsoft.com/office/drawing/2014/main" id="{741E8223-4D35-40CC-9688-7A4ADBF5A77D}"/>
                </a:ext>
              </a:extLst>
            </p:cNvPr>
            <p:cNvSpPr>
              <a:spLocks noChangeAspect="1" noChangeShapeType="1"/>
            </p:cNvSpPr>
            <p:nvPr/>
          </p:nvSpPr>
          <p:spPr bwMode="auto">
            <a:xfrm>
              <a:off x="3854184" y="3442355"/>
              <a:ext cx="870068"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7" name="Line 294">
              <a:extLst>
                <a:ext uri="{FF2B5EF4-FFF2-40B4-BE49-F238E27FC236}">
                  <a16:creationId xmlns:a16="http://schemas.microsoft.com/office/drawing/2014/main" id="{CEB97229-754F-42D1-B9AF-DBECB4347321}"/>
                </a:ext>
              </a:extLst>
            </p:cNvPr>
            <p:cNvSpPr>
              <a:spLocks noChangeAspect="1" noChangeShapeType="1"/>
            </p:cNvSpPr>
            <p:nvPr/>
          </p:nvSpPr>
          <p:spPr bwMode="auto">
            <a:xfrm>
              <a:off x="4716916" y="2831354"/>
              <a:ext cx="5113" cy="6238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89" name="Group 88">
            <a:extLst>
              <a:ext uri="{FF2B5EF4-FFF2-40B4-BE49-F238E27FC236}">
                <a16:creationId xmlns:a16="http://schemas.microsoft.com/office/drawing/2014/main" id="{BC14E131-375A-42B1-B8FE-5B45E9F68501}"/>
              </a:ext>
            </a:extLst>
          </p:cNvPr>
          <p:cNvGrpSpPr/>
          <p:nvPr/>
        </p:nvGrpSpPr>
        <p:grpSpPr>
          <a:xfrm>
            <a:off x="2870368" y="1507678"/>
            <a:ext cx="2914689" cy="2226114"/>
            <a:chOff x="3657561" y="1229128"/>
            <a:chExt cx="2914689" cy="2226114"/>
          </a:xfrm>
        </p:grpSpPr>
        <p:sp>
          <p:nvSpPr>
            <p:cNvPr id="90" name="Freeform 38">
              <a:extLst>
                <a:ext uri="{FF2B5EF4-FFF2-40B4-BE49-F238E27FC236}">
                  <a16:creationId xmlns:a16="http://schemas.microsoft.com/office/drawing/2014/main" id="{B22B2750-4904-404A-A4F7-2947E2DF4067}"/>
                </a:ext>
              </a:extLst>
            </p:cNvPr>
            <p:cNvSpPr>
              <a:spLocks/>
            </p:cNvSpPr>
            <p:nvPr/>
          </p:nvSpPr>
          <p:spPr bwMode="auto">
            <a:xfrm>
              <a:off x="5980267" y="2301947"/>
              <a:ext cx="57144" cy="57155"/>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1" name="Rectangle 4">
              <a:extLst>
                <a:ext uri="{FF2B5EF4-FFF2-40B4-BE49-F238E27FC236}">
                  <a16:creationId xmlns:a16="http://schemas.microsoft.com/office/drawing/2014/main" id="{5E852F48-A14E-4B22-A234-4D168DE6DE34}"/>
                </a:ext>
              </a:extLst>
            </p:cNvPr>
            <p:cNvSpPr>
              <a:spLocks noChangeArrowheads="1"/>
            </p:cNvSpPr>
            <p:nvPr/>
          </p:nvSpPr>
          <p:spPr bwMode="auto">
            <a:xfrm>
              <a:off x="4974373" y="2041012"/>
              <a:ext cx="666681" cy="106848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 name="Rectangle 5">
              <a:extLst>
                <a:ext uri="{FF2B5EF4-FFF2-40B4-BE49-F238E27FC236}">
                  <a16:creationId xmlns:a16="http://schemas.microsoft.com/office/drawing/2014/main" id="{E1A44614-3EDC-4B03-8F3F-B5644D164EB9}"/>
                </a:ext>
              </a:extLst>
            </p:cNvPr>
            <p:cNvSpPr>
              <a:spLocks noChangeArrowheads="1"/>
            </p:cNvSpPr>
            <p:nvPr/>
          </p:nvSpPr>
          <p:spPr bwMode="auto">
            <a:xfrm>
              <a:off x="5041042" y="2220415"/>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 name="Rectangle 6">
              <a:extLst>
                <a:ext uri="{FF2B5EF4-FFF2-40B4-BE49-F238E27FC236}">
                  <a16:creationId xmlns:a16="http://schemas.microsoft.com/office/drawing/2014/main" id="{1F942B93-BA27-4A98-87CF-DFC797B42840}"/>
                </a:ext>
              </a:extLst>
            </p:cNvPr>
            <p:cNvSpPr>
              <a:spLocks noChangeArrowheads="1"/>
            </p:cNvSpPr>
            <p:nvPr/>
          </p:nvSpPr>
          <p:spPr bwMode="auto">
            <a:xfrm>
              <a:off x="5436288" y="2212477"/>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 name="Line 7">
              <a:extLst>
                <a:ext uri="{FF2B5EF4-FFF2-40B4-BE49-F238E27FC236}">
                  <a16:creationId xmlns:a16="http://schemas.microsoft.com/office/drawing/2014/main" id="{08624616-EDC7-4F9D-9418-7DCD7B535F19}"/>
                </a:ext>
              </a:extLst>
            </p:cNvPr>
            <p:cNvSpPr>
              <a:spLocks noChangeShapeType="1"/>
            </p:cNvSpPr>
            <p:nvPr/>
          </p:nvSpPr>
          <p:spPr bwMode="auto">
            <a:xfrm flipH="1">
              <a:off x="5450574" y="2745926"/>
              <a:ext cx="9524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 name="Rectangle 9">
              <a:extLst>
                <a:ext uri="{FF2B5EF4-FFF2-40B4-BE49-F238E27FC236}">
                  <a16:creationId xmlns:a16="http://schemas.microsoft.com/office/drawing/2014/main" id="{22A345EA-CD87-4F9E-828F-44B243D3F7AE}"/>
                </a:ext>
              </a:extLst>
            </p:cNvPr>
            <p:cNvSpPr>
              <a:spLocks noChangeArrowheads="1"/>
            </p:cNvSpPr>
            <p:nvPr/>
          </p:nvSpPr>
          <p:spPr bwMode="auto">
            <a:xfrm>
              <a:off x="5437876" y="2758627"/>
              <a:ext cx="24445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Rectangle 11">
              <a:extLst>
                <a:ext uri="{FF2B5EF4-FFF2-40B4-BE49-F238E27FC236}">
                  <a16:creationId xmlns:a16="http://schemas.microsoft.com/office/drawing/2014/main" id="{02293A1A-EDCF-4B8D-898F-555A928018D6}"/>
                </a:ext>
              </a:extLst>
            </p:cNvPr>
            <p:cNvSpPr>
              <a:spLocks noChangeArrowheads="1"/>
            </p:cNvSpPr>
            <p:nvPr/>
          </p:nvSpPr>
          <p:spPr bwMode="auto">
            <a:xfrm>
              <a:off x="3785079" y="3130981"/>
              <a:ext cx="542869"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Line 25">
              <a:extLst>
                <a:ext uri="{FF2B5EF4-FFF2-40B4-BE49-F238E27FC236}">
                  <a16:creationId xmlns:a16="http://schemas.microsoft.com/office/drawing/2014/main" id="{99528BF9-6F01-4EE0-8A2B-B6F194E7C9A2}"/>
                </a:ext>
              </a:extLst>
            </p:cNvPr>
            <p:cNvSpPr>
              <a:spLocks noChangeShapeType="1"/>
            </p:cNvSpPr>
            <p:nvPr/>
          </p:nvSpPr>
          <p:spPr bwMode="auto">
            <a:xfrm>
              <a:off x="4579915" y="2328375"/>
              <a:ext cx="40071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 name="Freeform 36">
              <a:extLst>
                <a:ext uri="{FF2B5EF4-FFF2-40B4-BE49-F238E27FC236}">
                  <a16:creationId xmlns:a16="http://schemas.microsoft.com/office/drawing/2014/main" id="{25F8A6C9-739A-4A09-8A45-06C45F761A86}"/>
                </a:ext>
              </a:extLst>
            </p:cNvPr>
            <p:cNvSpPr>
              <a:spLocks/>
            </p:cNvSpPr>
            <p:nvPr/>
          </p:nvSpPr>
          <p:spPr bwMode="auto">
            <a:xfrm>
              <a:off x="4974373" y="2784029"/>
              <a:ext cx="133336" cy="13336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 name="Line 37">
              <a:extLst>
                <a:ext uri="{FF2B5EF4-FFF2-40B4-BE49-F238E27FC236}">
                  <a16:creationId xmlns:a16="http://schemas.microsoft.com/office/drawing/2014/main" id="{164B3362-04AC-4F0C-94FE-FA2C935811A9}"/>
                </a:ext>
              </a:extLst>
            </p:cNvPr>
            <p:cNvSpPr>
              <a:spLocks noChangeShapeType="1"/>
            </p:cNvSpPr>
            <p:nvPr/>
          </p:nvSpPr>
          <p:spPr bwMode="auto">
            <a:xfrm>
              <a:off x="4707701" y="2841184"/>
              <a:ext cx="266673"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 name="Rectangle 41">
              <a:extLst>
                <a:ext uri="{FF2B5EF4-FFF2-40B4-BE49-F238E27FC236}">
                  <a16:creationId xmlns:a16="http://schemas.microsoft.com/office/drawing/2014/main" id="{E346CE1C-C2CB-4736-A538-F0168A35B9AB}"/>
                </a:ext>
              </a:extLst>
            </p:cNvPr>
            <p:cNvSpPr>
              <a:spLocks noChangeArrowheads="1"/>
            </p:cNvSpPr>
            <p:nvPr/>
          </p:nvSpPr>
          <p:spPr bwMode="auto">
            <a:xfrm>
              <a:off x="3657561" y="2375687"/>
              <a:ext cx="220640" cy="23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 name="Line 290">
              <a:extLst>
                <a:ext uri="{FF2B5EF4-FFF2-40B4-BE49-F238E27FC236}">
                  <a16:creationId xmlns:a16="http://schemas.microsoft.com/office/drawing/2014/main" id="{F5CF608F-AC70-4EAA-8615-B3576A20A1EF}"/>
                </a:ext>
              </a:extLst>
            </p:cNvPr>
            <p:cNvSpPr>
              <a:spLocks noChangeAspect="1" noChangeShapeType="1"/>
            </p:cNvSpPr>
            <p:nvPr/>
          </p:nvSpPr>
          <p:spPr bwMode="auto">
            <a:xfrm>
              <a:off x="3961917" y="1725718"/>
              <a:ext cx="2051575"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Freeform 293">
              <a:extLst>
                <a:ext uri="{FF2B5EF4-FFF2-40B4-BE49-F238E27FC236}">
                  <a16:creationId xmlns:a16="http://schemas.microsoft.com/office/drawing/2014/main" id="{BBD34551-AD0C-4CF6-98A6-8086AFB8F868}"/>
                </a:ext>
              </a:extLst>
            </p:cNvPr>
            <p:cNvSpPr>
              <a:spLocks noChangeAspect="1"/>
            </p:cNvSpPr>
            <p:nvPr/>
          </p:nvSpPr>
          <p:spPr bwMode="auto">
            <a:xfrm>
              <a:off x="4289005" y="1950516"/>
              <a:ext cx="295566" cy="75895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Line 294">
              <a:extLst>
                <a:ext uri="{FF2B5EF4-FFF2-40B4-BE49-F238E27FC236}">
                  <a16:creationId xmlns:a16="http://schemas.microsoft.com/office/drawing/2014/main" id="{6E5A8384-0D95-4191-BB5A-72B18136BBBD}"/>
                </a:ext>
              </a:extLst>
            </p:cNvPr>
            <p:cNvSpPr>
              <a:spLocks noChangeAspect="1" noChangeShapeType="1"/>
            </p:cNvSpPr>
            <p:nvPr/>
          </p:nvSpPr>
          <p:spPr bwMode="auto">
            <a:xfrm>
              <a:off x="4427505" y="1277079"/>
              <a:ext cx="6187" cy="75490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 name="Line 25">
              <a:extLst>
                <a:ext uri="{FF2B5EF4-FFF2-40B4-BE49-F238E27FC236}">
                  <a16:creationId xmlns:a16="http://schemas.microsoft.com/office/drawing/2014/main" id="{F176032D-84FC-4FE6-974C-7F107C6FFFE5}"/>
                </a:ext>
              </a:extLst>
            </p:cNvPr>
            <p:cNvSpPr>
              <a:spLocks noChangeShapeType="1"/>
            </p:cNvSpPr>
            <p:nvPr/>
          </p:nvSpPr>
          <p:spPr bwMode="auto">
            <a:xfrm>
              <a:off x="5639923" y="2331550"/>
              <a:ext cx="390934" cy="652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 name="Line 25">
              <a:extLst>
                <a:ext uri="{FF2B5EF4-FFF2-40B4-BE49-F238E27FC236}">
                  <a16:creationId xmlns:a16="http://schemas.microsoft.com/office/drawing/2014/main" id="{07BDF495-ECFF-4788-B0E6-BA765EE17D66}"/>
                </a:ext>
              </a:extLst>
            </p:cNvPr>
            <p:cNvSpPr>
              <a:spLocks noChangeShapeType="1"/>
            </p:cNvSpPr>
            <p:nvPr/>
          </p:nvSpPr>
          <p:spPr bwMode="auto">
            <a:xfrm>
              <a:off x="5644901" y="2843909"/>
              <a:ext cx="53334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 name="Line 25">
              <a:extLst>
                <a:ext uri="{FF2B5EF4-FFF2-40B4-BE49-F238E27FC236}">
                  <a16:creationId xmlns:a16="http://schemas.microsoft.com/office/drawing/2014/main" id="{876FD2C2-2439-41F3-A402-7AAD35727B16}"/>
                </a:ext>
              </a:extLst>
            </p:cNvPr>
            <p:cNvSpPr>
              <a:spLocks noChangeShapeType="1"/>
            </p:cNvSpPr>
            <p:nvPr/>
          </p:nvSpPr>
          <p:spPr bwMode="auto">
            <a:xfrm>
              <a:off x="3968939" y="2179552"/>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 name="Rectangle 41">
              <a:extLst>
                <a:ext uri="{FF2B5EF4-FFF2-40B4-BE49-F238E27FC236}">
                  <a16:creationId xmlns:a16="http://schemas.microsoft.com/office/drawing/2014/main" id="{E232CE50-B2BA-45C0-8860-8504E4DAC86A}"/>
                </a:ext>
              </a:extLst>
            </p:cNvPr>
            <p:cNvSpPr>
              <a:spLocks noChangeArrowheads="1"/>
            </p:cNvSpPr>
            <p:nvPr/>
          </p:nvSpPr>
          <p:spPr bwMode="auto">
            <a:xfrm>
              <a:off x="6302974" y="2214565"/>
              <a:ext cx="269276"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 name="Line 25">
              <a:extLst>
                <a:ext uri="{FF2B5EF4-FFF2-40B4-BE49-F238E27FC236}">
                  <a16:creationId xmlns:a16="http://schemas.microsoft.com/office/drawing/2014/main" id="{80A3D6E0-E0BE-4315-9A97-F2A36868755A}"/>
                </a:ext>
              </a:extLst>
            </p:cNvPr>
            <p:cNvSpPr>
              <a:spLocks noChangeShapeType="1"/>
            </p:cNvSpPr>
            <p:nvPr/>
          </p:nvSpPr>
          <p:spPr bwMode="auto">
            <a:xfrm>
              <a:off x="3958186" y="2502082"/>
              <a:ext cx="331165"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 name="Line 294">
              <a:extLst>
                <a:ext uri="{FF2B5EF4-FFF2-40B4-BE49-F238E27FC236}">
                  <a16:creationId xmlns:a16="http://schemas.microsoft.com/office/drawing/2014/main" id="{09E3EDAE-69A2-415A-8563-56E4ECD345BF}"/>
                </a:ext>
              </a:extLst>
            </p:cNvPr>
            <p:cNvSpPr>
              <a:spLocks noChangeAspect="1" noChangeShapeType="1"/>
            </p:cNvSpPr>
            <p:nvPr/>
          </p:nvSpPr>
          <p:spPr bwMode="auto">
            <a:xfrm>
              <a:off x="3974609" y="1720015"/>
              <a:ext cx="3842" cy="468737"/>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Line 294">
              <a:extLst>
                <a:ext uri="{FF2B5EF4-FFF2-40B4-BE49-F238E27FC236}">
                  <a16:creationId xmlns:a16="http://schemas.microsoft.com/office/drawing/2014/main" id="{DF8EEAD6-38DB-402A-952E-698EF6E3C9AF}"/>
                </a:ext>
              </a:extLst>
            </p:cNvPr>
            <p:cNvSpPr>
              <a:spLocks noChangeAspect="1" noChangeShapeType="1"/>
            </p:cNvSpPr>
            <p:nvPr/>
          </p:nvSpPr>
          <p:spPr bwMode="auto">
            <a:xfrm>
              <a:off x="6002719" y="1715774"/>
              <a:ext cx="5113" cy="6238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Rectangle 135">
              <a:extLst>
                <a:ext uri="{FF2B5EF4-FFF2-40B4-BE49-F238E27FC236}">
                  <a16:creationId xmlns:a16="http://schemas.microsoft.com/office/drawing/2014/main" id="{EE4A9590-0526-4E64-B8FB-372D08F0B6AA}"/>
                </a:ext>
              </a:extLst>
            </p:cNvPr>
            <p:cNvSpPr>
              <a:spLocks noChangeArrowheads="1"/>
            </p:cNvSpPr>
            <p:nvPr/>
          </p:nvSpPr>
          <p:spPr bwMode="auto">
            <a:xfrm>
              <a:off x="3946262" y="1229128"/>
              <a:ext cx="3718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Rectangle 41">
              <a:extLst>
                <a:ext uri="{FF2B5EF4-FFF2-40B4-BE49-F238E27FC236}">
                  <a16:creationId xmlns:a16="http://schemas.microsoft.com/office/drawing/2014/main" id="{00ADE554-5280-490C-BFB3-7FA2213B6A38}"/>
                </a:ext>
              </a:extLst>
            </p:cNvPr>
            <p:cNvSpPr>
              <a:spLocks noChangeArrowheads="1"/>
            </p:cNvSpPr>
            <p:nvPr/>
          </p:nvSpPr>
          <p:spPr bwMode="auto">
            <a:xfrm>
              <a:off x="4340022" y="2056198"/>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 name="Rectangle 41">
              <a:extLst>
                <a:ext uri="{FF2B5EF4-FFF2-40B4-BE49-F238E27FC236}">
                  <a16:creationId xmlns:a16="http://schemas.microsoft.com/office/drawing/2014/main" id="{B766D84C-6B76-4822-B0FD-B25CC12EA498}"/>
                </a:ext>
              </a:extLst>
            </p:cNvPr>
            <p:cNvSpPr>
              <a:spLocks noChangeArrowheads="1"/>
            </p:cNvSpPr>
            <p:nvPr/>
          </p:nvSpPr>
          <p:spPr bwMode="auto">
            <a:xfrm>
              <a:off x="4345741" y="2373835"/>
              <a:ext cx="89759" cy="21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Line 290">
              <a:extLst>
                <a:ext uri="{FF2B5EF4-FFF2-40B4-BE49-F238E27FC236}">
                  <a16:creationId xmlns:a16="http://schemas.microsoft.com/office/drawing/2014/main" id="{395138D6-B616-4E83-AF38-837AA8D2CE9B}"/>
                </a:ext>
              </a:extLst>
            </p:cNvPr>
            <p:cNvSpPr>
              <a:spLocks noChangeAspect="1" noChangeShapeType="1"/>
            </p:cNvSpPr>
            <p:nvPr/>
          </p:nvSpPr>
          <p:spPr bwMode="auto">
            <a:xfrm>
              <a:off x="3854184" y="3442355"/>
              <a:ext cx="870068"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 name="Line 294">
              <a:extLst>
                <a:ext uri="{FF2B5EF4-FFF2-40B4-BE49-F238E27FC236}">
                  <a16:creationId xmlns:a16="http://schemas.microsoft.com/office/drawing/2014/main" id="{5F1777D9-FE1C-488C-9893-23CE032F659E}"/>
                </a:ext>
              </a:extLst>
            </p:cNvPr>
            <p:cNvSpPr>
              <a:spLocks noChangeAspect="1" noChangeShapeType="1"/>
            </p:cNvSpPr>
            <p:nvPr/>
          </p:nvSpPr>
          <p:spPr bwMode="auto">
            <a:xfrm>
              <a:off x="4716916" y="2831354"/>
              <a:ext cx="5113" cy="6238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44574EDB-FBE9-4327-B426-801DDF138F92}"/>
                  </a:ext>
                </a:extLst>
              </p14:cNvPr>
              <p14:cNvContentPartPr/>
              <p14:nvPr/>
            </p14:nvContentPartPr>
            <p14:xfrm>
              <a:off x="2873880" y="553320"/>
              <a:ext cx="6065280" cy="4524120"/>
            </p14:xfrm>
          </p:contentPart>
        </mc:Choice>
        <mc:Fallback>
          <p:pic>
            <p:nvPicPr>
              <p:cNvPr id="2" name="Ink 1">
                <a:extLst>
                  <a:ext uri="{FF2B5EF4-FFF2-40B4-BE49-F238E27FC236}">
                    <a16:creationId xmlns:a16="http://schemas.microsoft.com/office/drawing/2014/main" id="{44574EDB-FBE9-4327-B426-801DDF138F92}"/>
                  </a:ext>
                </a:extLst>
              </p:cNvPr>
              <p:cNvPicPr/>
              <p:nvPr/>
            </p:nvPicPr>
            <p:blipFill>
              <a:blip r:embed="rId3"/>
              <a:stretch>
                <a:fillRect/>
              </a:stretch>
            </p:blipFill>
            <p:spPr>
              <a:xfrm>
                <a:off x="2864520" y="543960"/>
                <a:ext cx="6084000" cy="4542840"/>
              </a:xfrm>
              <a:prstGeom prst="rect">
                <a:avLst/>
              </a:prstGeom>
            </p:spPr>
          </p:pic>
        </mc:Fallback>
      </mc:AlternateContent>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a:extLst>
              <a:ext uri="{FF2B5EF4-FFF2-40B4-BE49-F238E27FC236}">
                <a16:creationId xmlns:a16="http://schemas.microsoft.com/office/drawing/2014/main" id="{93543232-62C3-4CB3-9316-EB486D22ED90}"/>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2-Bit Parallel-Access Register</a:t>
            </a:r>
          </a:p>
        </p:txBody>
      </p:sp>
      <p:grpSp>
        <p:nvGrpSpPr>
          <p:cNvPr id="98306" name="Group 2">
            <a:extLst>
              <a:ext uri="{FF2B5EF4-FFF2-40B4-BE49-F238E27FC236}">
                <a16:creationId xmlns:a16="http://schemas.microsoft.com/office/drawing/2014/main" id="{414C5548-3437-47DB-A2C8-70A86B0FEF21}"/>
              </a:ext>
            </a:extLst>
          </p:cNvPr>
          <p:cNvGrpSpPr>
            <a:grpSpLocks/>
          </p:cNvGrpSpPr>
          <p:nvPr/>
        </p:nvGrpSpPr>
        <p:grpSpPr bwMode="auto">
          <a:xfrm>
            <a:off x="1243013" y="1838325"/>
            <a:ext cx="6376987" cy="4105275"/>
            <a:chOff x="1242895" y="1496380"/>
            <a:chExt cx="6377105" cy="4105077"/>
          </a:xfrm>
        </p:grpSpPr>
        <p:sp>
          <p:nvSpPr>
            <p:cNvPr id="98307" name="Line 294">
              <a:extLst>
                <a:ext uri="{FF2B5EF4-FFF2-40B4-BE49-F238E27FC236}">
                  <a16:creationId xmlns:a16="http://schemas.microsoft.com/office/drawing/2014/main" id="{98C03C2E-4A66-4D31-8489-6003238E7D1B}"/>
                </a:ext>
              </a:extLst>
            </p:cNvPr>
            <p:cNvSpPr>
              <a:spLocks noChangeAspect="1" noChangeShapeType="1"/>
            </p:cNvSpPr>
            <p:nvPr/>
          </p:nvSpPr>
          <p:spPr bwMode="auto">
            <a:xfrm>
              <a:off x="7390626" y="1793938"/>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08" name="Freeform 38">
              <a:extLst>
                <a:ext uri="{FF2B5EF4-FFF2-40B4-BE49-F238E27FC236}">
                  <a16:creationId xmlns:a16="http://schemas.microsoft.com/office/drawing/2014/main" id="{D8F8C02B-E6C0-4660-8E64-5EB36BCBC5CF}"/>
                </a:ext>
              </a:extLst>
            </p:cNvPr>
            <p:cNvSpPr>
              <a:spLocks/>
            </p:cNvSpPr>
            <p:nvPr/>
          </p:nvSpPr>
          <p:spPr bwMode="auto">
            <a:xfrm>
              <a:off x="4327840" y="3381092"/>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09" name="Rectangle 4">
              <a:extLst>
                <a:ext uri="{FF2B5EF4-FFF2-40B4-BE49-F238E27FC236}">
                  <a16:creationId xmlns:a16="http://schemas.microsoft.com/office/drawing/2014/main" id="{32259213-EC50-455B-9B45-2B0F3C123AC2}"/>
                </a:ext>
              </a:extLst>
            </p:cNvPr>
            <p:cNvSpPr>
              <a:spLocks noChangeArrowheads="1"/>
            </p:cNvSpPr>
            <p:nvPr/>
          </p:nvSpPr>
          <p:spPr bwMode="auto">
            <a:xfrm>
              <a:off x="3321843" y="3120180"/>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0" name="Rectangle 5">
              <a:extLst>
                <a:ext uri="{FF2B5EF4-FFF2-40B4-BE49-F238E27FC236}">
                  <a16:creationId xmlns:a16="http://schemas.microsoft.com/office/drawing/2014/main" id="{FC553B81-D578-4F89-939B-2FD3B71DC151}"/>
                </a:ext>
              </a:extLst>
            </p:cNvPr>
            <p:cNvSpPr>
              <a:spLocks noChangeArrowheads="1"/>
            </p:cNvSpPr>
            <p:nvPr/>
          </p:nvSpPr>
          <p:spPr bwMode="auto">
            <a:xfrm>
              <a:off x="3388518" y="3299567"/>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1" name="Rectangle 6">
              <a:extLst>
                <a:ext uri="{FF2B5EF4-FFF2-40B4-BE49-F238E27FC236}">
                  <a16:creationId xmlns:a16="http://schemas.microsoft.com/office/drawing/2014/main" id="{575EC212-C78E-4733-BDCE-1797353C2A44}"/>
                </a:ext>
              </a:extLst>
            </p:cNvPr>
            <p:cNvSpPr>
              <a:spLocks noChangeArrowheads="1"/>
            </p:cNvSpPr>
            <p:nvPr/>
          </p:nvSpPr>
          <p:spPr bwMode="auto">
            <a:xfrm>
              <a:off x="3783805" y="32916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2" name="Line 7">
              <a:extLst>
                <a:ext uri="{FF2B5EF4-FFF2-40B4-BE49-F238E27FC236}">
                  <a16:creationId xmlns:a16="http://schemas.microsoft.com/office/drawing/2014/main" id="{E496BDD5-256B-4F95-825C-1DA510F82843}"/>
                </a:ext>
              </a:extLst>
            </p:cNvPr>
            <p:cNvSpPr>
              <a:spLocks noChangeShapeType="1"/>
            </p:cNvSpPr>
            <p:nvPr/>
          </p:nvSpPr>
          <p:spPr bwMode="auto">
            <a:xfrm flipH="1">
              <a:off x="3798093" y="3825030"/>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3" name="Rectangle 9">
              <a:extLst>
                <a:ext uri="{FF2B5EF4-FFF2-40B4-BE49-F238E27FC236}">
                  <a16:creationId xmlns:a16="http://schemas.microsoft.com/office/drawing/2014/main" id="{1B4679C6-9732-4A66-868C-590648296EE7}"/>
                </a:ext>
              </a:extLst>
            </p:cNvPr>
            <p:cNvSpPr>
              <a:spLocks noChangeArrowheads="1"/>
            </p:cNvSpPr>
            <p:nvPr/>
          </p:nvSpPr>
          <p:spPr bwMode="auto">
            <a:xfrm>
              <a:off x="3785393" y="38377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4" name="Rectangle 11">
              <a:extLst>
                <a:ext uri="{FF2B5EF4-FFF2-40B4-BE49-F238E27FC236}">
                  <a16:creationId xmlns:a16="http://schemas.microsoft.com/office/drawing/2014/main" id="{318EEF79-2A27-4100-BB73-76F46166CC22}"/>
                </a:ext>
              </a:extLst>
            </p:cNvPr>
            <p:cNvSpPr>
              <a:spLocks noChangeArrowheads="1"/>
            </p:cNvSpPr>
            <p:nvPr/>
          </p:nvSpPr>
          <p:spPr bwMode="auto">
            <a:xfrm>
              <a:off x="1242895" y="4381031"/>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5" name="Line 25">
              <a:extLst>
                <a:ext uri="{FF2B5EF4-FFF2-40B4-BE49-F238E27FC236}">
                  <a16:creationId xmlns:a16="http://schemas.microsoft.com/office/drawing/2014/main" id="{0483455B-8D58-4038-AA54-40B98B78C375}"/>
                </a:ext>
              </a:extLst>
            </p:cNvPr>
            <p:cNvSpPr>
              <a:spLocks noChangeShapeType="1"/>
            </p:cNvSpPr>
            <p:nvPr/>
          </p:nvSpPr>
          <p:spPr bwMode="auto">
            <a:xfrm>
              <a:off x="2927344" y="3407517"/>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6" name="Freeform 36">
              <a:extLst>
                <a:ext uri="{FF2B5EF4-FFF2-40B4-BE49-F238E27FC236}">
                  <a16:creationId xmlns:a16="http://schemas.microsoft.com/office/drawing/2014/main" id="{5437FF70-238B-4EDC-84CD-7AF6481006D1}"/>
                </a:ext>
              </a:extLst>
            </p:cNvPr>
            <p:cNvSpPr>
              <a:spLocks/>
            </p:cNvSpPr>
            <p:nvPr/>
          </p:nvSpPr>
          <p:spPr bwMode="auto">
            <a:xfrm>
              <a:off x="3321843" y="3863130"/>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7" name="Line 37">
              <a:extLst>
                <a:ext uri="{FF2B5EF4-FFF2-40B4-BE49-F238E27FC236}">
                  <a16:creationId xmlns:a16="http://schemas.microsoft.com/office/drawing/2014/main" id="{B8773335-BB71-45FC-B4F5-F7C05AA4A10E}"/>
                </a:ext>
              </a:extLst>
            </p:cNvPr>
            <p:cNvSpPr>
              <a:spLocks noChangeShapeType="1"/>
            </p:cNvSpPr>
            <p:nvPr/>
          </p:nvSpPr>
          <p:spPr bwMode="auto">
            <a:xfrm>
              <a:off x="3055143" y="3920280"/>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8" name="Line 290">
              <a:extLst>
                <a:ext uri="{FF2B5EF4-FFF2-40B4-BE49-F238E27FC236}">
                  <a16:creationId xmlns:a16="http://schemas.microsoft.com/office/drawing/2014/main" id="{1C74655F-8F40-4C03-9FDB-89CBA4E2E402}"/>
                </a:ext>
              </a:extLst>
            </p:cNvPr>
            <p:cNvSpPr>
              <a:spLocks noChangeAspect="1" noChangeShapeType="1"/>
            </p:cNvSpPr>
            <p:nvPr/>
          </p:nvSpPr>
          <p:spPr bwMode="auto">
            <a:xfrm>
              <a:off x="2309282" y="2804915"/>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19" name="Freeform 293">
              <a:extLst>
                <a:ext uri="{FF2B5EF4-FFF2-40B4-BE49-F238E27FC236}">
                  <a16:creationId xmlns:a16="http://schemas.microsoft.com/office/drawing/2014/main" id="{5528E9FF-F112-49DF-8A44-440513142199}"/>
                </a:ext>
              </a:extLst>
            </p:cNvPr>
            <p:cNvSpPr>
              <a:spLocks noChangeAspect="1"/>
            </p:cNvSpPr>
            <p:nvPr/>
          </p:nvSpPr>
          <p:spPr bwMode="auto">
            <a:xfrm>
              <a:off x="2636404" y="3029692"/>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0" name="Line 294">
              <a:extLst>
                <a:ext uri="{FF2B5EF4-FFF2-40B4-BE49-F238E27FC236}">
                  <a16:creationId xmlns:a16="http://schemas.microsoft.com/office/drawing/2014/main" id="{F6D6CBB3-F8AA-400F-90BB-6CB9C0F4BA7E}"/>
                </a:ext>
              </a:extLst>
            </p:cNvPr>
            <p:cNvSpPr>
              <a:spLocks noChangeAspect="1" noChangeShapeType="1"/>
            </p:cNvSpPr>
            <p:nvPr/>
          </p:nvSpPr>
          <p:spPr bwMode="auto">
            <a:xfrm>
              <a:off x="2774918" y="2356317"/>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1" name="Line 25">
              <a:extLst>
                <a:ext uri="{FF2B5EF4-FFF2-40B4-BE49-F238E27FC236}">
                  <a16:creationId xmlns:a16="http://schemas.microsoft.com/office/drawing/2014/main" id="{0601499E-E20A-45E4-A1E6-2F782CD8A491}"/>
                </a:ext>
              </a:extLst>
            </p:cNvPr>
            <p:cNvSpPr>
              <a:spLocks noChangeShapeType="1"/>
            </p:cNvSpPr>
            <p:nvPr/>
          </p:nvSpPr>
          <p:spPr bwMode="auto">
            <a:xfrm>
              <a:off x="3987460" y="3410692"/>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2" name="Line 25">
              <a:extLst>
                <a:ext uri="{FF2B5EF4-FFF2-40B4-BE49-F238E27FC236}">
                  <a16:creationId xmlns:a16="http://schemas.microsoft.com/office/drawing/2014/main" id="{5AE795D8-8AB9-48C5-8CAF-96923DCEF17F}"/>
                </a:ext>
              </a:extLst>
            </p:cNvPr>
            <p:cNvSpPr>
              <a:spLocks noChangeShapeType="1"/>
            </p:cNvSpPr>
            <p:nvPr/>
          </p:nvSpPr>
          <p:spPr bwMode="auto">
            <a:xfrm>
              <a:off x="3992440" y="39230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3" name="Line 25">
              <a:extLst>
                <a:ext uri="{FF2B5EF4-FFF2-40B4-BE49-F238E27FC236}">
                  <a16:creationId xmlns:a16="http://schemas.microsoft.com/office/drawing/2014/main" id="{4B029F8D-411D-45AD-A2CE-2B46D45A31EE}"/>
                </a:ext>
              </a:extLst>
            </p:cNvPr>
            <p:cNvSpPr>
              <a:spLocks noChangeShapeType="1"/>
            </p:cNvSpPr>
            <p:nvPr/>
          </p:nvSpPr>
          <p:spPr bwMode="auto">
            <a:xfrm>
              <a:off x="2316305" y="32587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4" name="Line 25">
              <a:extLst>
                <a:ext uri="{FF2B5EF4-FFF2-40B4-BE49-F238E27FC236}">
                  <a16:creationId xmlns:a16="http://schemas.microsoft.com/office/drawing/2014/main" id="{ED9B36E8-6E8F-4643-A3DD-29571863008B}"/>
                </a:ext>
              </a:extLst>
            </p:cNvPr>
            <p:cNvSpPr>
              <a:spLocks noChangeShapeType="1"/>
            </p:cNvSpPr>
            <p:nvPr/>
          </p:nvSpPr>
          <p:spPr bwMode="auto">
            <a:xfrm>
              <a:off x="2305551" y="35812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5" name="Line 294">
              <a:extLst>
                <a:ext uri="{FF2B5EF4-FFF2-40B4-BE49-F238E27FC236}">
                  <a16:creationId xmlns:a16="http://schemas.microsoft.com/office/drawing/2014/main" id="{C9C7474B-D278-4CBE-987B-95D34039EB21}"/>
                </a:ext>
              </a:extLst>
            </p:cNvPr>
            <p:cNvSpPr>
              <a:spLocks noChangeAspect="1" noChangeShapeType="1"/>
            </p:cNvSpPr>
            <p:nvPr/>
          </p:nvSpPr>
          <p:spPr bwMode="auto">
            <a:xfrm>
              <a:off x="2321976" y="2799212"/>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6" name="Line 294">
              <a:extLst>
                <a:ext uri="{FF2B5EF4-FFF2-40B4-BE49-F238E27FC236}">
                  <a16:creationId xmlns:a16="http://schemas.microsoft.com/office/drawing/2014/main" id="{D818D968-4B5A-415F-8469-C898BB3E84A2}"/>
                </a:ext>
              </a:extLst>
            </p:cNvPr>
            <p:cNvSpPr>
              <a:spLocks noChangeAspect="1" noChangeShapeType="1"/>
            </p:cNvSpPr>
            <p:nvPr/>
          </p:nvSpPr>
          <p:spPr bwMode="auto">
            <a:xfrm>
              <a:off x="4346218" y="1789447"/>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7" name="Rectangle 135">
              <a:extLst>
                <a:ext uri="{FF2B5EF4-FFF2-40B4-BE49-F238E27FC236}">
                  <a16:creationId xmlns:a16="http://schemas.microsoft.com/office/drawing/2014/main" id="{69A7134B-A9DD-401E-A387-EE1EB36B4274}"/>
                </a:ext>
              </a:extLst>
            </p:cNvPr>
            <p:cNvSpPr>
              <a:spLocks noChangeArrowheads="1"/>
            </p:cNvSpPr>
            <p:nvPr/>
          </p:nvSpPr>
          <p:spPr bwMode="auto">
            <a:xfrm>
              <a:off x="1256775" y="2232663"/>
              <a:ext cx="413583" cy="215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98328" name="Rectangle 41">
              <a:extLst>
                <a:ext uri="{FF2B5EF4-FFF2-40B4-BE49-F238E27FC236}">
                  <a16:creationId xmlns:a16="http://schemas.microsoft.com/office/drawing/2014/main" id="{49BBAFED-9BD9-44A3-A5BD-F12DC1379C31}"/>
                </a:ext>
              </a:extLst>
            </p:cNvPr>
            <p:cNvSpPr>
              <a:spLocks noChangeArrowheads="1"/>
            </p:cNvSpPr>
            <p:nvPr/>
          </p:nvSpPr>
          <p:spPr bwMode="auto">
            <a:xfrm>
              <a:off x="2687426" y="313536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29" name="Rectangle 41">
              <a:extLst>
                <a:ext uri="{FF2B5EF4-FFF2-40B4-BE49-F238E27FC236}">
                  <a16:creationId xmlns:a16="http://schemas.microsoft.com/office/drawing/2014/main" id="{89A21934-6B0D-4217-9294-D0F4318D907A}"/>
                </a:ext>
              </a:extLst>
            </p:cNvPr>
            <p:cNvSpPr>
              <a:spLocks noChangeArrowheads="1"/>
            </p:cNvSpPr>
            <p:nvPr/>
          </p:nvSpPr>
          <p:spPr bwMode="auto">
            <a:xfrm>
              <a:off x="2693146" y="3452973"/>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0" name="Line 290">
              <a:extLst>
                <a:ext uri="{FF2B5EF4-FFF2-40B4-BE49-F238E27FC236}">
                  <a16:creationId xmlns:a16="http://schemas.microsoft.com/office/drawing/2014/main" id="{6E050C6C-8776-4A11-87CF-3E0C0F815DCD}"/>
                </a:ext>
              </a:extLst>
            </p:cNvPr>
            <p:cNvSpPr>
              <a:spLocks noChangeAspect="1" noChangeShapeType="1"/>
            </p:cNvSpPr>
            <p:nvPr/>
          </p:nvSpPr>
          <p:spPr bwMode="auto">
            <a:xfrm>
              <a:off x="1726011" y="4527876"/>
              <a:ext cx="439818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1" name="Line 294">
              <a:extLst>
                <a:ext uri="{FF2B5EF4-FFF2-40B4-BE49-F238E27FC236}">
                  <a16:creationId xmlns:a16="http://schemas.microsoft.com/office/drawing/2014/main" id="{68596B4C-07F7-4212-8A3B-F24F5A6F19E8}"/>
                </a:ext>
              </a:extLst>
            </p:cNvPr>
            <p:cNvSpPr>
              <a:spLocks noChangeAspect="1" noChangeShapeType="1"/>
            </p:cNvSpPr>
            <p:nvPr/>
          </p:nvSpPr>
          <p:spPr bwMode="auto">
            <a:xfrm>
              <a:off x="3064359" y="3910450"/>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2" name="Freeform 30">
              <a:extLst>
                <a:ext uri="{FF2B5EF4-FFF2-40B4-BE49-F238E27FC236}">
                  <a16:creationId xmlns:a16="http://schemas.microsoft.com/office/drawing/2014/main" id="{3B24D825-1EFD-4ECB-8468-4363B747321D}"/>
                </a:ext>
              </a:extLst>
            </p:cNvPr>
            <p:cNvSpPr>
              <a:spLocks/>
            </p:cNvSpPr>
            <p:nvPr/>
          </p:nvSpPr>
          <p:spPr bwMode="auto">
            <a:xfrm>
              <a:off x="7375840" y="3381092"/>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3" name="Rectangle 31">
              <a:extLst>
                <a:ext uri="{FF2B5EF4-FFF2-40B4-BE49-F238E27FC236}">
                  <a16:creationId xmlns:a16="http://schemas.microsoft.com/office/drawing/2014/main" id="{6CA2740F-8E77-4FD2-990D-BCB4512F263F}"/>
                </a:ext>
              </a:extLst>
            </p:cNvPr>
            <p:cNvSpPr>
              <a:spLocks noChangeArrowheads="1"/>
            </p:cNvSpPr>
            <p:nvPr/>
          </p:nvSpPr>
          <p:spPr bwMode="auto">
            <a:xfrm>
              <a:off x="6369843" y="3120180"/>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4" name="Rectangle 32">
              <a:extLst>
                <a:ext uri="{FF2B5EF4-FFF2-40B4-BE49-F238E27FC236}">
                  <a16:creationId xmlns:a16="http://schemas.microsoft.com/office/drawing/2014/main" id="{9D7CCC0F-0A85-4F60-AE9C-929B9E0946FA}"/>
                </a:ext>
              </a:extLst>
            </p:cNvPr>
            <p:cNvSpPr>
              <a:spLocks noChangeArrowheads="1"/>
            </p:cNvSpPr>
            <p:nvPr/>
          </p:nvSpPr>
          <p:spPr bwMode="auto">
            <a:xfrm>
              <a:off x="6436518" y="3299567"/>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5" name="Rectangle 33">
              <a:extLst>
                <a:ext uri="{FF2B5EF4-FFF2-40B4-BE49-F238E27FC236}">
                  <a16:creationId xmlns:a16="http://schemas.microsoft.com/office/drawing/2014/main" id="{2D6C56B0-BF24-4C5E-A9A4-45D1E62DA39A}"/>
                </a:ext>
              </a:extLst>
            </p:cNvPr>
            <p:cNvSpPr>
              <a:spLocks noChangeArrowheads="1"/>
            </p:cNvSpPr>
            <p:nvPr/>
          </p:nvSpPr>
          <p:spPr bwMode="auto">
            <a:xfrm>
              <a:off x="6831805" y="32916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6" name="Line 7">
              <a:extLst>
                <a:ext uri="{FF2B5EF4-FFF2-40B4-BE49-F238E27FC236}">
                  <a16:creationId xmlns:a16="http://schemas.microsoft.com/office/drawing/2014/main" id="{CF05EE8D-9CE8-4845-9CBF-E5DF76996881}"/>
                </a:ext>
              </a:extLst>
            </p:cNvPr>
            <p:cNvSpPr>
              <a:spLocks noChangeShapeType="1"/>
            </p:cNvSpPr>
            <p:nvPr/>
          </p:nvSpPr>
          <p:spPr bwMode="auto">
            <a:xfrm flipH="1">
              <a:off x="6846093" y="3825030"/>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7" name="Rectangle 35">
              <a:extLst>
                <a:ext uri="{FF2B5EF4-FFF2-40B4-BE49-F238E27FC236}">
                  <a16:creationId xmlns:a16="http://schemas.microsoft.com/office/drawing/2014/main" id="{D159CAC3-083C-423F-BF2D-89722C5A276A}"/>
                </a:ext>
              </a:extLst>
            </p:cNvPr>
            <p:cNvSpPr>
              <a:spLocks noChangeArrowheads="1"/>
            </p:cNvSpPr>
            <p:nvPr/>
          </p:nvSpPr>
          <p:spPr bwMode="auto">
            <a:xfrm>
              <a:off x="6833393" y="38377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8" name="Line 25">
              <a:extLst>
                <a:ext uri="{FF2B5EF4-FFF2-40B4-BE49-F238E27FC236}">
                  <a16:creationId xmlns:a16="http://schemas.microsoft.com/office/drawing/2014/main" id="{65AAEAC8-65CC-4103-8F15-A926AF357164}"/>
                </a:ext>
              </a:extLst>
            </p:cNvPr>
            <p:cNvSpPr>
              <a:spLocks noChangeShapeType="1"/>
            </p:cNvSpPr>
            <p:nvPr/>
          </p:nvSpPr>
          <p:spPr bwMode="auto">
            <a:xfrm>
              <a:off x="5975344" y="3407517"/>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39" name="Freeform 42">
              <a:extLst>
                <a:ext uri="{FF2B5EF4-FFF2-40B4-BE49-F238E27FC236}">
                  <a16:creationId xmlns:a16="http://schemas.microsoft.com/office/drawing/2014/main" id="{918EA468-F31F-4CE4-A164-CDC2D4173918}"/>
                </a:ext>
              </a:extLst>
            </p:cNvPr>
            <p:cNvSpPr>
              <a:spLocks/>
            </p:cNvSpPr>
            <p:nvPr/>
          </p:nvSpPr>
          <p:spPr bwMode="auto">
            <a:xfrm>
              <a:off x="6369843" y="3863130"/>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0" name="Line 37">
              <a:extLst>
                <a:ext uri="{FF2B5EF4-FFF2-40B4-BE49-F238E27FC236}">
                  <a16:creationId xmlns:a16="http://schemas.microsoft.com/office/drawing/2014/main" id="{C6E563EE-95B0-4262-977B-288D04FCBAA1}"/>
                </a:ext>
              </a:extLst>
            </p:cNvPr>
            <p:cNvSpPr>
              <a:spLocks noChangeShapeType="1"/>
            </p:cNvSpPr>
            <p:nvPr/>
          </p:nvSpPr>
          <p:spPr bwMode="auto">
            <a:xfrm>
              <a:off x="6103143" y="3920280"/>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1" name="Rectangle 41">
              <a:extLst>
                <a:ext uri="{FF2B5EF4-FFF2-40B4-BE49-F238E27FC236}">
                  <a16:creationId xmlns:a16="http://schemas.microsoft.com/office/drawing/2014/main" id="{AE48FF09-775E-4D85-B964-7845FD6DF165}"/>
                </a:ext>
              </a:extLst>
            </p:cNvPr>
            <p:cNvSpPr>
              <a:spLocks noChangeArrowheads="1"/>
            </p:cNvSpPr>
            <p:nvPr/>
          </p:nvSpPr>
          <p:spPr bwMode="auto">
            <a:xfrm>
              <a:off x="2158329" y="5386013"/>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2" name="Line 290">
              <a:extLst>
                <a:ext uri="{FF2B5EF4-FFF2-40B4-BE49-F238E27FC236}">
                  <a16:creationId xmlns:a16="http://schemas.microsoft.com/office/drawing/2014/main" id="{6AE4B7EF-F8AC-44DE-BD21-D4808BF599DF}"/>
                </a:ext>
              </a:extLst>
            </p:cNvPr>
            <p:cNvSpPr>
              <a:spLocks noChangeAspect="1" noChangeShapeType="1"/>
            </p:cNvSpPr>
            <p:nvPr/>
          </p:nvSpPr>
          <p:spPr bwMode="auto">
            <a:xfrm>
              <a:off x="5357282" y="2804915"/>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3" name="Freeform 293">
              <a:extLst>
                <a:ext uri="{FF2B5EF4-FFF2-40B4-BE49-F238E27FC236}">
                  <a16:creationId xmlns:a16="http://schemas.microsoft.com/office/drawing/2014/main" id="{C9FF41F8-10D8-4E07-BFAE-A23C65A745EA}"/>
                </a:ext>
              </a:extLst>
            </p:cNvPr>
            <p:cNvSpPr>
              <a:spLocks noChangeAspect="1"/>
            </p:cNvSpPr>
            <p:nvPr/>
          </p:nvSpPr>
          <p:spPr bwMode="auto">
            <a:xfrm>
              <a:off x="5684404" y="3029692"/>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4" name="Line 294">
              <a:extLst>
                <a:ext uri="{FF2B5EF4-FFF2-40B4-BE49-F238E27FC236}">
                  <a16:creationId xmlns:a16="http://schemas.microsoft.com/office/drawing/2014/main" id="{BD91224D-3EAA-477E-8E7F-8F80BBB41A51}"/>
                </a:ext>
              </a:extLst>
            </p:cNvPr>
            <p:cNvSpPr>
              <a:spLocks noChangeAspect="1" noChangeShapeType="1"/>
            </p:cNvSpPr>
            <p:nvPr/>
          </p:nvSpPr>
          <p:spPr bwMode="auto">
            <a:xfrm>
              <a:off x="5822918" y="2356317"/>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5" name="Line 25">
              <a:extLst>
                <a:ext uri="{FF2B5EF4-FFF2-40B4-BE49-F238E27FC236}">
                  <a16:creationId xmlns:a16="http://schemas.microsoft.com/office/drawing/2014/main" id="{024ED3CC-A59A-4E59-84D5-633F4D623716}"/>
                </a:ext>
              </a:extLst>
            </p:cNvPr>
            <p:cNvSpPr>
              <a:spLocks noChangeShapeType="1"/>
            </p:cNvSpPr>
            <p:nvPr/>
          </p:nvSpPr>
          <p:spPr bwMode="auto">
            <a:xfrm>
              <a:off x="7035460" y="3410692"/>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6" name="Line 25">
              <a:extLst>
                <a:ext uri="{FF2B5EF4-FFF2-40B4-BE49-F238E27FC236}">
                  <a16:creationId xmlns:a16="http://schemas.microsoft.com/office/drawing/2014/main" id="{798664AC-723D-45F8-A12A-C98EDBA995B8}"/>
                </a:ext>
              </a:extLst>
            </p:cNvPr>
            <p:cNvSpPr>
              <a:spLocks noChangeShapeType="1"/>
            </p:cNvSpPr>
            <p:nvPr/>
          </p:nvSpPr>
          <p:spPr bwMode="auto">
            <a:xfrm>
              <a:off x="7040440" y="39230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7" name="Line 25">
              <a:extLst>
                <a:ext uri="{FF2B5EF4-FFF2-40B4-BE49-F238E27FC236}">
                  <a16:creationId xmlns:a16="http://schemas.microsoft.com/office/drawing/2014/main" id="{0022A49B-4EB3-4C3E-BA95-A4C5E4030905}"/>
                </a:ext>
              </a:extLst>
            </p:cNvPr>
            <p:cNvSpPr>
              <a:spLocks noChangeShapeType="1"/>
            </p:cNvSpPr>
            <p:nvPr/>
          </p:nvSpPr>
          <p:spPr bwMode="auto">
            <a:xfrm>
              <a:off x="5364305" y="32587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8" name="Rectangle 41">
              <a:extLst>
                <a:ext uri="{FF2B5EF4-FFF2-40B4-BE49-F238E27FC236}">
                  <a16:creationId xmlns:a16="http://schemas.microsoft.com/office/drawing/2014/main" id="{4233C672-21C3-4D1E-8095-07D54AB779C0}"/>
                </a:ext>
              </a:extLst>
            </p:cNvPr>
            <p:cNvSpPr>
              <a:spLocks noChangeArrowheads="1"/>
            </p:cNvSpPr>
            <p:nvPr/>
          </p:nvSpPr>
          <p:spPr bwMode="auto">
            <a:xfrm>
              <a:off x="7171159" y="1496380"/>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49" name="Line 25">
              <a:extLst>
                <a:ext uri="{FF2B5EF4-FFF2-40B4-BE49-F238E27FC236}">
                  <a16:creationId xmlns:a16="http://schemas.microsoft.com/office/drawing/2014/main" id="{8B098B1F-2B79-4E10-AE5F-20F6204B75BF}"/>
                </a:ext>
              </a:extLst>
            </p:cNvPr>
            <p:cNvSpPr>
              <a:spLocks noChangeShapeType="1"/>
            </p:cNvSpPr>
            <p:nvPr/>
          </p:nvSpPr>
          <p:spPr bwMode="auto">
            <a:xfrm>
              <a:off x="5353551" y="35812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0" name="Line 294">
              <a:extLst>
                <a:ext uri="{FF2B5EF4-FFF2-40B4-BE49-F238E27FC236}">
                  <a16:creationId xmlns:a16="http://schemas.microsoft.com/office/drawing/2014/main" id="{03BBA67B-EEC1-48DC-8CDF-3B032A112D14}"/>
                </a:ext>
              </a:extLst>
            </p:cNvPr>
            <p:cNvSpPr>
              <a:spLocks noChangeAspect="1" noChangeShapeType="1"/>
            </p:cNvSpPr>
            <p:nvPr/>
          </p:nvSpPr>
          <p:spPr bwMode="auto">
            <a:xfrm>
              <a:off x="5369976" y="2799212"/>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1" name="Rectangle 41">
              <a:extLst>
                <a:ext uri="{FF2B5EF4-FFF2-40B4-BE49-F238E27FC236}">
                  <a16:creationId xmlns:a16="http://schemas.microsoft.com/office/drawing/2014/main" id="{C243981F-CA4C-40AE-BC86-32E8536AC36B}"/>
                </a:ext>
              </a:extLst>
            </p:cNvPr>
            <p:cNvSpPr>
              <a:spLocks noChangeArrowheads="1"/>
            </p:cNvSpPr>
            <p:nvPr/>
          </p:nvSpPr>
          <p:spPr bwMode="auto">
            <a:xfrm>
              <a:off x="5735426" y="313536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2" name="Rectangle 41">
              <a:extLst>
                <a:ext uri="{FF2B5EF4-FFF2-40B4-BE49-F238E27FC236}">
                  <a16:creationId xmlns:a16="http://schemas.microsoft.com/office/drawing/2014/main" id="{BDD431AC-39D9-45AB-BC96-99396537C9E2}"/>
                </a:ext>
              </a:extLst>
            </p:cNvPr>
            <p:cNvSpPr>
              <a:spLocks noChangeArrowheads="1"/>
            </p:cNvSpPr>
            <p:nvPr/>
          </p:nvSpPr>
          <p:spPr bwMode="auto">
            <a:xfrm>
              <a:off x="5741146" y="3452973"/>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3" name="Line 294">
              <a:extLst>
                <a:ext uri="{FF2B5EF4-FFF2-40B4-BE49-F238E27FC236}">
                  <a16:creationId xmlns:a16="http://schemas.microsoft.com/office/drawing/2014/main" id="{DBE4A4B6-1C65-4A25-8C77-828A7873196E}"/>
                </a:ext>
              </a:extLst>
            </p:cNvPr>
            <p:cNvSpPr>
              <a:spLocks noChangeAspect="1" noChangeShapeType="1"/>
            </p:cNvSpPr>
            <p:nvPr/>
          </p:nvSpPr>
          <p:spPr bwMode="auto">
            <a:xfrm>
              <a:off x="6112359" y="3910450"/>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4" name="Freeform 62">
              <a:extLst>
                <a:ext uri="{FF2B5EF4-FFF2-40B4-BE49-F238E27FC236}">
                  <a16:creationId xmlns:a16="http://schemas.microsoft.com/office/drawing/2014/main" id="{3E54A6C8-BEAE-46E0-A887-5DC2C477019A}"/>
                </a:ext>
              </a:extLst>
            </p:cNvPr>
            <p:cNvSpPr>
              <a:spLocks/>
            </p:cNvSpPr>
            <p:nvPr/>
          </p:nvSpPr>
          <p:spPr bwMode="auto">
            <a:xfrm>
              <a:off x="3040461" y="449727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5" name="Line 290">
              <a:extLst>
                <a:ext uri="{FF2B5EF4-FFF2-40B4-BE49-F238E27FC236}">
                  <a16:creationId xmlns:a16="http://schemas.microsoft.com/office/drawing/2014/main" id="{014681A8-F0BA-4F55-921E-727C827D9FB6}"/>
                </a:ext>
              </a:extLst>
            </p:cNvPr>
            <p:cNvSpPr>
              <a:spLocks noChangeAspect="1" noChangeShapeType="1"/>
            </p:cNvSpPr>
            <p:nvPr/>
          </p:nvSpPr>
          <p:spPr bwMode="auto">
            <a:xfrm>
              <a:off x="1730052" y="2367007"/>
              <a:ext cx="4101446"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98356" name="Freeform 64">
              <a:extLst>
                <a:ext uri="{FF2B5EF4-FFF2-40B4-BE49-F238E27FC236}">
                  <a16:creationId xmlns:a16="http://schemas.microsoft.com/office/drawing/2014/main" id="{41EF5980-FC95-43E9-B809-CD7499D278CC}"/>
                </a:ext>
              </a:extLst>
            </p:cNvPr>
            <p:cNvSpPr>
              <a:spLocks/>
            </p:cNvSpPr>
            <p:nvPr/>
          </p:nvSpPr>
          <p:spPr bwMode="auto">
            <a:xfrm>
              <a:off x="2742527" y="234462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7" name="Line 294">
              <a:extLst>
                <a:ext uri="{FF2B5EF4-FFF2-40B4-BE49-F238E27FC236}">
                  <a16:creationId xmlns:a16="http://schemas.microsoft.com/office/drawing/2014/main" id="{FC9B4FB9-DC9A-4091-86F5-8C3741549390}"/>
                </a:ext>
              </a:extLst>
            </p:cNvPr>
            <p:cNvSpPr>
              <a:spLocks noChangeAspect="1" noChangeShapeType="1"/>
            </p:cNvSpPr>
            <p:nvPr/>
          </p:nvSpPr>
          <p:spPr bwMode="auto">
            <a:xfrm>
              <a:off x="2316174" y="3570307"/>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8" name="Line 294">
              <a:extLst>
                <a:ext uri="{FF2B5EF4-FFF2-40B4-BE49-F238E27FC236}">
                  <a16:creationId xmlns:a16="http://schemas.microsoft.com/office/drawing/2014/main" id="{6E35B7F4-31F2-445D-AFF3-AED70126D8F3}"/>
                </a:ext>
              </a:extLst>
            </p:cNvPr>
            <p:cNvSpPr>
              <a:spLocks noChangeAspect="1" noChangeShapeType="1"/>
            </p:cNvSpPr>
            <p:nvPr/>
          </p:nvSpPr>
          <p:spPr bwMode="auto">
            <a:xfrm>
              <a:off x="5363696" y="3570329"/>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59" name="Freeform 68">
              <a:extLst>
                <a:ext uri="{FF2B5EF4-FFF2-40B4-BE49-F238E27FC236}">
                  <a16:creationId xmlns:a16="http://schemas.microsoft.com/office/drawing/2014/main" id="{2875F1D5-3992-429F-A905-377F555200A8}"/>
                </a:ext>
              </a:extLst>
            </p:cNvPr>
            <p:cNvSpPr>
              <a:spLocks/>
            </p:cNvSpPr>
            <p:nvPr/>
          </p:nvSpPr>
          <p:spPr bwMode="auto">
            <a:xfrm>
              <a:off x="4324933" y="277869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60" name="Freeform 70">
              <a:extLst>
                <a:ext uri="{FF2B5EF4-FFF2-40B4-BE49-F238E27FC236}">
                  <a16:creationId xmlns:a16="http://schemas.microsoft.com/office/drawing/2014/main" id="{3D9AA831-030F-46E0-8AA1-425FBF17C0F9}"/>
                </a:ext>
              </a:extLst>
            </p:cNvPr>
            <p:cNvSpPr>
              <a:spLocks/>
            </p:cNvSpPr>
            <p:nvPr/>
          </p:nvSpPr>
          <p:spPr bwMode="auto">
            <a:xfrm>
              <a:off x="7373248" y="277494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61" name="Rectangle 41">
              <a:extLst>
                <a:ext uri="{FF2B5EF4-FFF2-40B4-BE49-F238E27FC236}">
                  <a16:creationId xmlns:a16="http://schemas.microsoft.com/office/drawing/2014/main" id="{B847E442-E44D-4E08-80A0-350EB6A98AE8}"/>
                </a:ext>
              </a:extLst>
            </p:cNvPr>
            <p:cNvSpPr>
              <a:spLocks noChangeArrowheads="1"/>
            </p:cNvSpPr>
            <p:nvPr/>
          </p:nvSpPr>
          <p:spPr bwMode="auto">
            <a:xfrm>
              <a:off x="4131269" y="1509986"/>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362" name="Rectangle 41">
              <a:extLst>
                <a:ext uri="{FF2B5EF4-FFF2-40B4-BE49-F238E27FC236}">
                  <a16:creationId xmlns:a16="http://schemas.microsoft.com/office/drawing/2014/main" id="{7CAB62B8-CD03-4047-9C7C-3A147922CB80}"/>
                </a:ext>
              </a:extLst>
            </p:cNvPr>
            <p:cNvSpPr>
              <a:spLocks noChangeArrowheads="1"/>
            </p:cNvSpPr>
            <p:nvPr/>
          </p:nvSpPr>
          <p:spPr bwMode="auto">
            <a:xfrm>
              <a:off x="5211549" y="5385743"/>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extLst>
      <p:ext uri="{BB962C8B-B14F-4D97-AF65-F5344CB8AC3E}">
        <p14:creationId xmlns:p14="http://schemas.microsoft.com/office/powerpoint/2010/main" val="51959699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Title 1">
            <a:extLst>
              <a:ext uri="{FF2B5EF4-FFF2-40B4-BE49-F238E27FC236}">
                <a16:creationId xmlns:a16="http://schemas.microsoft.com/office/drawing/2014/main" id="{56F0168A-D1A1-4D47-AE58-3FD0983F8A42}"/>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2-Bit Parallel-Access Register</a:t>
            </a:r>
          </a:p>
        </p:txBody>
      </p:sp>
      <p:grpSp>
        <p:nvGrpSpPr>
          <p:cNvPr id="99330" name="Group 2">
            <a:extLst>
              <a:ext uri="{FF2B5EF4-FFF2-40B4-BE49-F238E27FC236}">
                <a16:creationId xmlns:a16="http://schemas.microsoft.com/office/drawing/2014/main" id="{D4597A3F-A02E-49D0-9054-9A2F9C7D8B74}"/>
              </a:ext>
            </a:extLst>
          </p:cNvPr>
          <p:cNvGrpSpPr>
            <a:grpSpLocks/>
          </p:cNvGrpSpPr>
          <p:nvPr/>
        </p:nvGrpSpPr>
        <p:grpSpPr bwMode="auto">
          <a:xfrm>
            <a:off x="1243013" y="1838325"/>
            <a:ext cx="6376987" cy="4105275"/>
            <a:chOff x="1242895" y="1496380"/>
            <a:chExt cx="6377105" cy="4105077"/>
          </a:xfrm>
        </p:grpSpPr>
        <p:sp>
          <p:nvSpPr>
            <p:cNvPr id="99335" name="Line 294">
              <a:extLst>
                <a:ext uri="{FF2B5EF4-FFF2-40B4-BE49-F238E27FC236}">
                  <a16:creationId xmlns:a16="http://schemas.microsoft.com/office/drawing/2014/main" id="{73EDE49A-138D-408F-B142-640A8B363D8C}"/>
                </a:ext>
              </a:extLst>
            </p:cNvPr>
            <p:cNvSpPr>
              <a:spLocks noChangeAspect="1" noChangeShapeType="1"/>
            </p:cNvSpPr>
            <p:nvPr/>
          </p:nvSpPr>
          <p:spPr bwMode="auto">
            <a:xfrm>
              <a:off x="7390626" y="1793938"/>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6" name="Freeform 38">
              <a:extLst>
                <a:ext uri="{FF2B5EF4-FFF2-40B4-BE49-F238E27FC236}">
                  <a16:creationId xmlns:a16="http://schemas.microsoft.com/office/drawing/2014/main" id="{5E9C8BFC-8D93-4CF4-8F94-46EFD7E198C1}"/>
                </a:ext>
              </a:extLst>
            </p:cNvPr>
            <p:cNvSpPr>
              <a:spLocks/>
            </p:cNvSpPr>
            <p:nvPr/>
          </p:nvSpPr>
          <p:spPr bwMode="auto">
            <a:xfrm>
              <a:off x="4327840" y="3381092"/>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7" name="Rectangle 4">
              <a:extLst>
                <a:ext uri="{FF2B5EF4-FFF2-40B4-BE49-F238E27FC236}">
                  <a16:creationId xmlns:a16="http://schemas.microsoft.com/office/drawing/2014/main" id="{B8E4889A-758C-43C4-921D-1948B5415151}"/>
                </a:ext>
              </a:extLst>
            </p:cNvPr>
            <p:cNvSpPr>
              <a:spLocks noChangeArrowheads="1"/>
            </p:cNvSpPr>
            <p:nvPr/>
          </p:nvSpPr>
          <p:spPr bwMode="auto">
            <a:xfrm>
              <a:off x="3321843" y="3120180"/>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8" name="Rectangle 5">
              <a:extLst>
                <a:ext uri="{FF2B5EF4-FFF2-40B4-BE49-F238E27FC236}">
                  <a16:creationId xmlns:a16="http://schemas.microsoft.com/office/drawing/2014/main" id="{7F74CEF9-E47D-4DCE-8BD9-592B7AC0D25C}"/>
                </a:ext>
              </a:extLst>
            </p:cNvPr>
            <p:cNvSpPr>
              <a:spLocks noChangeArrowheads="1"/>
            </p:cNvSpPr>
            <p:nvPr/>
          </p:nvSpPr>
          <p:spPr bwMode="auto">
            <a:xfrm>
              <a:off x="3388518" y="3299567"/>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9" name="Rectangle 6">
              <a:extLst>
                <a:ext uri="{FF2B5EF4-FFF2-40B4-BE49-F238E27FC236}">
                  <a16:creationId xmlns:a16="http://schemas.microsoft.com/office/drawing/2014/main" id="{56CD02FD-F1B8-4DF0-828B-FE23A364E06D}"/>
                </a:ext>
              </a:extLst>
            </p:cNvPr>
            <p:cNvSpPr>
              <a:spLocks noChangeArrowheads="1"/>
            </p:cNvSpPr>
            <p:nvPr/>
          </p:nvSpPr>
          <p:spPr bwMode="auto">
            <a:xfrm>
              <a:off x="3783805" y="32916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0" name="Line 7">
              <a:extLst>
                <a:ext uri="{FF2B5EF4-FFF2-40B4-BE49-F238E27FC236}">
                  <a16:creationId xmlns:a16="http://schemas.microsoft.com/office/drawing/2014/main" id="{2069F11C-3604-4D3A-85C5-F295CFB84DEC}"/>
                </a:ext>
              </a:extLst>
            </p:cNvPr>
            <p:cNvSpPr>
              <a:spLocks noChangeShapeType="1"/>
            </p:cNvSpPr>
            <p:nvPr/>
          </p:nvSpPr>
          <p:spPr bwMode="auto">
            <a:xfrm flipH="1">
              <a:off x="3798093" y="3825030"/>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1" name="Rectangle 9">
              <a:extLst>
                <a:ext uri="{FF2B5EF4-FFF2-40B4-BE49-F238E27FC236}">
                  <a16:creationId xmlns:a16="http://schemas.microsoft.com/office/drawing/2014/main" id="{574D25D0-E4A8-42FD-9878-5144812BB9C6}"/>
                </a:ext>
              </a:extLst>
            </p:cNvPr>
            <p:cNvSpPr>
              <a:spLocks noChangeArrowheads="1"/>
            </p:cNvSpPr>
            <p:nvPr/>
          </p:nvSpPr>
          <p:spPr bwMode="auto">
            <a:xfrm>
              <a:off x="3785393" y="38377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2" name="Rectangle 11">
              <a:extLst>
                <a:ext uri="{FF2B5EF4-FFF2-40B4-BE49-F238E27FC236}">
                  <a16:creationId xmlns:a16="http://schemas.microsoft.com/office/drawing/2014/main" id="{A004D05C-FABA-426A-90D8-20CB37587B5B}"/>
                </a:ext>
              </a:extLst>
            </p:cNvPr>
            <p:cNvSpPr>
              <a:spLocks noChangeArrowheads="1"/>
            </p:cNvSpPr>
            <p:nvPr/>
          </p:nvSpPr>
          <p:spPr bwMode="auto">
            <a:xfrm>
              <a:off x="1242895" y="4381031"/>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3" name="Line 25">
              <a:extLst>
                <a:ext uri="{FF2B5EF4-FFF2-40B4-BE49-F238E27FC236}">
                  <a16:creationId xmlns:a16="http://schemas.microsoft.com/office/drawing/2014/main" id="{2F40098F-442A-4FCB-9652-AB588A43C17C}"/>
                </a:ext>
              </a:extLst>
            </p:cNvPr>
            <p:cNvSpPr>
              <a:spLocks noChangeShapeType="1"/>
            </p:cNvSpPr>
            <p:nvPr/>
          </p:nvSpPr>
          <p:spPr bwMode="auto">
            <a:xfrm>
              <a:off x="2927344" y="3407517"/>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4" name="Freeform 36">
              <a:extLst>
                <a:ext uri="{FF2B5EF4-FFF2-40B4-BE49-F238E27FC236}">
                  <a16:creationId xmlns:a16="http://schemas.microsoft.com/office/drawing/2014/main" id="{1B6CB55E-C215-4F10-9948-5CDD43BC857A}"/>
                </a:ext>
              </a:extLst>
            </p:cNvPr>
            <p:cNvSpPr>
              <a:spLocks/>
            </p:cNvSpPr>
            <p:nvPr/>
          </p:nvSpPr>
          <p:spPr bwMode="auto">
            <a:xfrm>
              <a:off x="3321843" y="3863130"/>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5" name="Line 37">
              <a:extLst>
                <a:ext uri="{FF2B5EF4-FFF2-40B4-BE49-F238E27FC236}">
                  <a16:creationId xmlns:a16="http://schemas.microsoft.com/office/drawing/2014/main" id="{32AD9EEB-3D7C-445A-99E1-2029D4195749}"/>
                </a:ext>
              </a:extLst>
            </p:cNvPr>
            <p:cNvSpPr>
              <a:spLocks noChangeShapeType="1"/>
            </p:cNvSpPr>
            <p:nvPr/>
          </p:nvSpPr>
          <p:spPr bwMode="auto">
            <a:xfrm>
              <a:off x="3055143" y="3920280"/>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6" name="Line 290">
              <a:extLst>
                <a:ext uri="{FF2B5EF4-FFF2-40B4-BE49-F238E27FC236}">
                  <a16:creationId xmlns:a16="http://schemas.microsoft.com/office/drawing/2014/main" id="{2485E763-D754-4DED-835B-12AF35473BC7}"/>
                </a:ext>
              </a:extLst>
            </p:cNvPr>
            <p:cNvSpPr>
              <a:spLocks noChangeAspect="1" noChangeShapeType="1"/>
            </p:cNvSpPr>
            <p:nvPr/>
          </p:nvSpPr>
          <p:spPr bwMode="auto">
            <a:xfrm>
              <a:off x="2309282" y="2804915"/>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7" name="Freeform 293">
              <a:extLst>
                <a:ext uri="{FF2B5EF4-FFF2-40B4-BE49-F238E27FC236}">
                  <a16:creationId xmlns:a16="http://schemas.microsoft.com/office/drawing/2014/main" id="{558E9501-8211-489A-9F08-4188E187FDA8}"/>
                </a:ext>
              </a:extLst>
            </p:cNvPr>
            <p:cNvSpPr>
              <a:spLocks noChangeAspect="1"/>
            </p:cNvSpPr>
            <p:nvPr/>
          </p:nvSpPr>
          <p:spPr bwMode="auto">
            <a:xfrm>
              <a:off x="2636404" y="3029692"/>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8" name="Line 294">
              <a:extLst>
                <a:ext uri="{FF2B5EF4-FFF2-40B4-BE49-F238E27FC236}">
                  <a16:creationId xmlns:a16="http://schemas.microsoft.com/office/drawing/2014/main" id="{39C350C1-BC22-4EB0-AA0A-9D55F18ED175}"/>
                </a:ext>
              </a:extLst>
            </p:cNvPr>
            <p:cNvSpPr>
              <a:spLocks noChangeAspect="1" noChangeShapeType="1"/>
            </p:cNvSpPr>
            <p:nvPr/>
          </p:nvSpPr>
          <p:spPr bwMode="auto">
            <a:xfrm>
              <a:off x="2774918" y="2356317"/>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9" name="Line 25">
              <a:extLst>
                <a:ext uri="{FF2B5EF4-FFF2-40B4-BE49-F238E27FC236}">
                  <a16:creationId xmlns:a16="http://schemas.microsoft.com/office/drawing/2014/main" id="{B800D7B9-A8B8-47AF-B3BC-EA5D5F14DAD9}"/>
                </a:ext>
              </a:extLst>
            </p:cNvPr>
            <p:cNvSpPr>
              <a:spLocks noChangeShapeType="1"/>
            </p:cNvSpPr>
            <p:nvPr/>
          </p:nvSpPr>
          <p:spPr bwMode="auto">
            <a:xfrm>
              <a:off x="3987460" y="3410692"/>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0" name="Line 25">
              <a:extLst>
                <a:ext uri="{FF2B5EF4-FFF2-40B4-BE49-F238E27FC236}">
                  <a16:creationId xmlns:a16="http://schemas.microsoft.com/office/drawing/2014/main" id="{BF05D935-2B86-4E5F-B1DA-763A7CA5EAA8}"/>
                </a:ext>
              </a:extLst>
            </p:cNvPr>
            <p:cNvSpPr>
              <a:spLocks noChangeShapeType="1"/>
            </p:cNvSpPr>
            <p:nvPr/>
          </p:nvSpPr>
          <p:spPr bwMode="auto">
            <a:xfrm>
              <a:off x="3992440" y="39230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1" name="Line 25">
              <a:extLst>
                <a:ext uri="{FF2B5EF4-FFF2-40B4-BE49-F238E27FC236}">
                  <a16:creationId xmlns:a16="http://schemas.microsoft.com/office/drawing/2014/main" id="{BED60CF3-8A80-41B4-97E8-3874007ED9FC}"/>
                </a:ext>
              </a:extLst>
            </p:cNvPr>
            <p:cNvSpPr>
              <a:spLocks noChangeShapeType="1"/>
            </p:cNvSpPr>
            <p:nvPr/>
          </p:nvSpPr>
          <p:spPr bwMode="auto">
            <a:xfrm>
              <a:off x="2316305" y="32587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2" name="Line 25">
              <a:extLst>
                <a:ext uri="{FF2B5EF4-FFF2-40B4-BE49-F238E27FC236}">
                  <a16:creationId xmlns:a16="http://schemas.microsoft.com/office/drawing/2014/main" id="{3F6C13BA-2F51-4684-AA42-B75D4DB6EA65}"/>
                </a:ext>
              </a:extLst>
            </p:cNvPr>
            <p:cNvSpPr>
              <a:spLocks noChangeShapeType="1"/>
            </p:cNvSpPr>
            <p:nvPr/>
          </p:nvSpPr>
          <p:spPr bwMode="auto">
            <a:xfrm>
              <a:off x="2305551" y="35812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3" name="Line 294">
              <a:extLst>
                <a:ext uri="{FF2B5EF4-FFF2-40B4-BE49-F238E27FC236}">
                  <a16:creationId xmlns:a16="http://schemas.microsoft.com/office/drawing/2014/main" id="{20F4D579-B94A-4524-84DD-E3D5E2E14FD9}"/>
                </a:ext>
              </a:extLst>
            </p:cNvPr>
            <p:cNvSpPr>
              <a:spLocks noChangeAspect="1" noChangeShapeType="1"/>
            </p:cNvSpPr>
            <p:nvPr/>
          </p:nvSpPr>
          <p:spPr bwMode="auto">
            <a:xfrm>
              <a:off x="2321976" y="2799212"/>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4" name="Line 294">
              <a:extLst>
                <a:ext uri="{FF2B5EF4-FFF2-40B4-BE49-F238E27FC236}">
                  <a16:creationId xmlns:a16="http://schemas.microsoft.com/office/drawing/2014/main" id="{8F84D6BA-E94C-40A2-9EDD-1E8F2DF5A69F}"/>
                </a:ext>
              </a:extLst>
            </p:cNvPr>
            <p:cNvSpPr>
              <a:spLocks noChangeAspect="1" noChangeShapeType="1"/>
            </p:cNvSpPr>
            <p:nvPr/>
          </p:nvSpPr>
          <p:spPr bwMode="auto">
            <a:xfrm>
              <a:off x="4346218" y="1789447"/>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5" name="Rectangle 135">
              <a:extLst>
                <a:ext uri="{FF2B5EF4-FFF2-40B4-BE49-F238E27FC236}">
                  <a16:creationId xmlns:a16="http://schemas.microsoft.com/office/drawing/2014/main" id="{F2F917C4-AFA1-47F1-87C3-2C2C3D17B14D}"/>
                </a:ext>
              </a:extLst>
            </p:cNvPr>
            <p:cNvSpPr>
              <a:spLocks noChangeArrowheads="1"/>
            </p:cNvSpPr>
            <p:nvPr/>
          </p:nvSpPr>
          <p:spPr bwMode="auto">
            <a:xfrm>
              <a:off x="1256775" y="2232663"/>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6" name="Rectangle 41">
              <a:extLst>
                <a:ext uri="{FF2B5EF4-FFF2-40B4-BE49-F238E27FC236}">
                  <a16:creationId xmlns:a16="http://schemas.microsoft.com/office/drawing/2014/main" id="{7651F0FA-3DF8-425D-906C-982AA57BA70C}"/>
                </a:ext>
              </a:extLst>
            </p:cNvPr>
            <p:cNvSpPr>
              <a:spLocks noChangeArrowheads="1"/>
            </p:cNvSpPr>
            <p:nvPr/>
          </p:nvSpPr>
          <p:spPr bwMode="auto">
            <a:xfrm>
              <a:off x="2687426" y="313536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7" name="Rectangle 41">
              <a:extLst>
                <a:ext uri="{FF2B5EF4-FFF2-40B4-BE49-F238E27FC236}">
                  <a16:creationId xmlns:a16="http://schemas.microsoft.com/office/drawing/2014/main" id="{256D338E-20B8-4352-89A4-CCCC49EB24FC}"/>
                </a:ext>
              </a:extLst>
            </p:cNvPr>
            <p:cNvSpPr>
              <a:spLocks noChangeArrowheads="1"/>
            </p:cNvSpPr>
            <p:nvPr/>
          </p:nvSpPr>
          <p:spPr bwMode="auto">
            <a:xfrm>
              <a:off x="2693146" y="3452973"/>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8" name="Line 290">
              <a:extLst>
                <a:ext uri="{FF2B5EF4-FFF2-40B4-BE49-F238E27FC236}">
                  <a16:creationId xmlns:a16="http://schemas.microsoft.com/office/drawing/2014/main" id="{7430F35E-4F1E-4065-88D7-367D574CA853}"/>
                </a:ext>
              </a:extLst>
            </p:cNvPr>
            <p:cNvSpPr>
              <a:spLocks noChangeAspect="1" noChangeShapeType="1"/>
            </p:cNvSpPr>
            <p:nvPr/>
          </p:nvSpPr>
          <p:spPr bwMode="auto">
            <a:xfrm>
              <a:off x="1726011" y="4527876"/>
              <a:ext cx="4398187"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9" name="Line 294">
              <a:extLst>
                <a:ext uri="{FF2B5EF4-FFF2-40B4-BE49-F238E27FC236}">
                  <a16:creationId xmlns:a16="http://schemas.microsoft.com/office/drawing/2014/main" id="{694DB611-995C-40F5-A656-B9CB3FDAABE7}"/>
                </a:ext>
              </a:extLst>
            </p:cNvPr>
            <p:cNvSpPr>
              <a:spLocks noChangeAspect="1" noChangeShapeType="1"/>
            </p:cNvSpPr>
            <p:nvPr/>
          </p:nvSpPr>
          <p:spPr bwMode="auto">
            <a:xfrm>
              <a:off x="3064359" y="3910450"/>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0" name="Freeform 30">
              <a:extLst>
                <a:ext uri="{FF2B5EF4-FFF2-40B4-BE49-F238E27FC236}">
                  <a16:creationId xmlns:a16="http://schemas.microsoft.com/office/drawing/2014/main" id="{8F45F820-C809-4F20-94AC-D26A5BDCD91E}"/>
                </a:ext>
              </a:extLst>
            </p:cNvPr>
            <p:cNvSpPr>
              <a:spLocks/>
            </p:cNvSpPr>
            <p:nvPr/>
          </p:nvSpPr>
          <p:spPr bwMode="auto">
            <a:xfrm>
              <a:off x="7375840" y="3381092"/>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1" name="Rectangle 31">
              <a:extLst>
                <a:ext uri="{FF2B5EF4-FFF2-40B4-BE49-F238E27FC236}">
                  <a16:creationId xmlns:a16="http://schemas.microsoft.com/office/drawing/2014/main" id="{51E30CC8-77A7-4972-9141-D3EDD50C8B6F}"/>
                </a:ext>
              </a:extLst>
            </p:cNvPr>
            <p:cNvSpPr>
              <a:spLocks noChangeArrowheads="1"/>
            </p:cNvSpPr>
            <p:nvPr/>
          </p:nvSpPr>
          <p:spPr bwMode="auto">
            <a:xfrm>
              <a:off x="6369843" y="3120180"/>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2" name="Rectangle 32">
              <a:extLst>
                <a:ext uri="{FF2B5EF4-FFF2-40B4-BE49-F238E27FC236}">
                  <a16:creationId xmlns:a16="http://schemas.microsoft.com/office/drawing/2014/main" id="{E41A0F3F-5CF9-462B-BE06-4B3A614C3957}"/>
                </a:ext>
              </a:extLst>
            </p:cNvPr>
            <p:cNvSpPr>
              <a:spLocks noChangeArrowheads="1"/>
            </p:cNvSpPr>
            <p:nvPr/>
          </p:nvSpPr>
          <p:spPr bwMode="auto">
            <a:xfrm>
              <a:off x="6436518" y="3299567"/>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3" name="Rectangle 33">
              <a:extLst>
                <a:ext uri="{FF2B5EF4-FFF2-40B4-BE49-F238E27FC236}">
                  <a16:creationId xmlns:a16="http://schemas.microsoft.com/office/drawing/2014/main" id="{36133914-3C61-4766-81C2-867DECA25C25}"/>
                </a:ext>
              </a:extLst>
            </p:cNvPr>
            <p:cNvSpPr>
              <a:spLocks noChangeArrowheads="1"/>
            </p:cNvSpPr>
            <p:nvPr/>
          </p:nvSpPr>
          <p:spPr bwMode="auto">
            <a:xfrm>
              <a:off x="6831805" y="32916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4" name="Line 7">
              <a:extLst>
                <a:ext uri="{FF2B5EF4-FFF2-40B4-BE49-F238E27FC236}">
                  <a16:creationId xmlns:a16="http://schemas.microsoft.com/office/drawing/2014/main" id="{7399DFCA-3C1C-4E02-BC27-4F04F9712702}"/>
                </a:ext>
              </a:extLst>
            </p:cNvPr>
            <p:cNvSpPr>
              <a:spLocks noChangeShapeType="1"/>
            </p:cNvSpPr>
            <p:nvPr/>
          </p:nvSpPr>
          <p:spPr bwMode="auto">
            <a:xfrm flipH="1">
              <a:off x="6846093" y="3825030"/>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5" name="Rectangle 35">
              <a:extLst>
                <a:ext uri="{FF2B5EF4-FFF2-40B4-BE49-F238E27FC236}">
                  <a16:creationId xmlns:a16="http://schemas.microsoft.com/office/drawing/2014/main" id="{36DD9861-A945-42D2-8DBF-EAA645383E9B}"/>
                </a:ext>
              </a:extLst>
            </p:cNvPr>
            <p:cNvSpPr>
              <a:spLocks noChangeArrowheads="1"/>
            </p:cNvSpPr>
            <p:nvPr/>
          </p:nvSpPr>
          <p:spPr bwMode="auto">
            <a:xfrm>
              <a:off x="6833393" y="383773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6" name="Line 25">
              <a:extLst>
                <a:ext uri="{FF2B5EF4-FFF2-40B4-BE49-F238E27FC236}">
                  <a16:creationId xmlns:a16="http://schemas.microsoft.com/office/drawing/2014/main" id="{2A08FE85-B743-4407-B62F-2A455EFA5932}"/>
                </a:ext>
              </a:extLst>
            </p:cNvPr>
            <p:cNvSpPr>
              <a:spLocks noChangeShapeType="1"/>
            </p:cNvSpPr>
            <p:nvPr/>
          </p:nvSpPr>
          <p:spPr bwMode="auto">
            <a:xfrm>
              <a:off x="5975344" y="3407517"/>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7" name="Freeform 42">
              <a:extLst>
                <a:ext uri="{FF2B5EF4-FFF2-40B4-BE49-F238E27FC236}">
                  <a16:creationId xmlns:a16="http://schemas.microsoft.com/office/drawing/2014/main" id="{32033705-EE8E-49A2-B604-CBC922216C08}"/>
                </a:ext>
              </a:extLst>
            </p:cNvPr>
            <p:cNvSpPr>
              <a:spLocks/>
            </p:cNvSpPr>
            <p:nvPr/>
          </p:nvSpPr>
          <p:spPr bwMode="auto">
            <a:xfrm>
              <a:off x="6369843" y="3863130"/>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8" name="Line 37">
              <a:extLst>
                <a:ext uri="{FF2B5EF4-FFF2-40B4-BE49-F238E27FC236}">
                  <a16:creationId xmlns:a16="http://schemas.microsoft.com/office/drawing/2014/main" id="{154279C8-DE03-4DE8-8039-F73490E208D9}"/>
                </a:ext>
              </a:extLst>
            </p:cNvPr>
            <p:cNvSpPr>
              <a:spLocks noChangeShapeType="1"/>
            </p:cNvSpPr>
            <p:nvPr/>
          </p:nvSpPr>
          <p:spPr bwMode="auto">
            <a:xfrm>
              <a:off x="6103143" y="3920280"/>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9" name="Rectangle 41">
              <a:extLst>
                <a:ext uri="{FF2B5EF4-FFF2-40B4-BE49-F238E27FC236}">
                  <a16:creationId xmlns:a16="http://schemas.microsoft.com/office/drawing/2014/main" id="{CADEFB30-128A-4B26-AB4F-5A3A8AD06887}"/>
                </a:ext>
              </a:extLst>
            </p:cNvPr>
            <p:cNvSpPr>
              <a:spLocks noChangeArrowheads="1"/>
            </p:cNvSpPr>
            <p:nvPr/>
          </p:nvSpPr>
          <p:spPr bwMode="auto">
            <a:xfrm>
              <a:off x="2158329" y="5386013"/>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0" name="Line 290">
              <a:extLst>
                <a:ext uri="{FF2B5EF4-FFF2-40B4-BE49-F238E27FC236}">
                  <a16:creationId xmlns:a16="http://schemas.microsoft.com/office/drawing/2014/main" id="{A28108AD-E0B6-425B-9FD2-77A807F12040}"/>
                </a:ext>
              </a:extLst>
            </p:cNvPr>
            <p:cNvSpPr>
              <a:spLocks noChangeAspect="1" noChangeShapeType="1"/>
            </p:cNvSpPr>
            <p:nvPr/>
          </p:nvSpPr>
          <p:spPr bwMode="auto">
            <a:xfrm>
              <a:off x="5357282" y="2804915"/>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1" name="Freeform 293">
              <a:extLst>
                <a:ext uri="{FF2B5EF4-FFF2-40B4-BE49-F238E27FC236}">
                  <a16:creationId xmlns:a16="http://schemas.microsoft.com/office/drawing/2014/main" id="{8590029B-E8A4-4501-9F09-43889F34FFBA}"/>
                </a:ext>
              </a:extLst>
            </p:cNvPr>
            <p:cNvSpPr>
              <a:spLocks noChangeAspect="1"/>
            </p:cNvSpPr>
            <p:nvPr/>
          </p:nvSpPr>
          <p:spPr bwMode="auto">
            <a:xfrm>
              <a:off x="5684404" y="3029692"/>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2" name="Line 294">
              <a:extLst>
                <a:ext uri="{FF2B5EF4-FFF2-40B4-BE49-F238E27FC236}">
                  <a16:creationId xmlns:a16="http://schemas.microsoft.com/office/drawing/2014/main" id="{08C6D307-D773-4AE1-B101-E8FA2A1FB2B1}"/>
                </a:ext>
              </a:extLst>
            </p:cNvPr>
            <p:cNvSpPr>
              <a:spLocks noChangeAspect="1" noChangeShapeType="1"/>
            </p:cNvSpPr>
            <p:nvPr/>
          </p:nvSpPr>
          <p:spPr bwMode="auto">
            <a:xfrm>
              <a:off x="5822918" y="2356317"/>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3" name="Line 25">
              <a:extLst>
                <a:ext uri="{FF2B5EF4-FFF2-40B4-BE49-F238E27FC236}">
                  <a16:creationId xmlns:a16="http://schemas.microsoft.com/office/drawing/2014/main" id="{EFBFD5E5-1F3B-434B-8343-250CABD5CE2A}"/>
                </a:ext>
              </a:extLst>
            </p:cNvPr>
            <p:cNvSpPr>
              <a:spLocks noChangeShapeType="1"/>
            </p:cNvSpPr>
            <p:nvPr/>
          </p:nvSpPr>
          <p:spPr bwMode="auto">
            <a:xfrm>
              <a:off x="7035460" y="3410692"/>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4" name="Line 25">
              <a:extLst>
                <a:ext uri="{FF2B5EF4-FFF2-40B4-BE49-F238E27FC236}">
                  <a16:creationId xmlns:a16="http://schemas.microsoft.com/office/drawing/2014/main" id="{53A3289F-8CCF-4F73-A933-B61729D714BC}"/>
                </a:ext>
              </a:extLst>
            </p:cNvPr>
            <p:cNvSpPr>
              <a:spLocks noChangeShapeType="1"/>
            </p:cNvSpPr>
            <p:nvPr/>
          </p:nvSpPr>
          <p:spPr bwMode="auto">
            <a:xfrm>
              <a:off x="7040440" y="39230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5" name="Line 25">
              <a:extLst>
                <a:ext uri="{FF2B5EF4-FFF2-40B4-BE49-F238E27FC236}">
                  <a16:creationId xmlns:a16="http://schemas.microsoft.com/office/drawing/2014/main" id="{53169650-6178-4B27-86F3-4E0A4C1E0CEE}"/>
                </a:ext>
              </a:extLst>
            </p:cNvPr>
            <p:cNvSpPr>
              <a:spLocks noChangeShapeType="1"/>
            </p:cNvSpPr>
            <p:nvPr/>
          </p:nvSpPr>
          <p:spPr bwMode="auto">
            <a:xfrm>
              <a:off x="5364305" y="32587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6" name="Rectangle 41">
              <a:extLst>
                <a:ext uri="{FF2B5EF4-FFF2-40B4-BE49-F238E27FC236}">
                  <a16:creationId xmlns:a16="http://schemas.microsoft.com/office/drawing/2014/main" id="{044135B6-0D9A-4BE8-B095-A6E8409FC6F4}"/>
                </a:ext>
              </a:extLst>
            </p:cNvPr>
            <p:cNvSpPr>
              <a:spLocks noChangeArrowheads="1"/>
            </p:cNvSpPr>
            <p:nvPr/>
          </p:nvSpPr>
          <p:spPr bwMode="auto">
            <a:xfrm>
              <a:off x="7171159" y="1496380"/>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7" name="Line 25">
              <a:extLst>
                <a:ext uri="{FF2B5EF4-FFF2-40B4-BE49-F238E27FC236}">
                  <a16:creationId xmlns:a16="http://schemas.microsoft.com/office/drawing/2014/main" id="{A1F7C619-3157-4833-A5D2-47BEE9BD9BBB}"/>
                </a:ext>
              </a:extLst>
            </p:cNvPr>
            <p:cNvSpPr>
              <a:spLocks noChangeShapeType="1"/>
            </p:cNvSpPr>
            <p:nvPr/>
          </p:nvSpPr>
          <p:spPr bwMode="auto">
            <a:xfrm>
              <a:off x="5353551" y="3581208"/>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8" name="Line 294">
              <a:extLst>
                <a:ext uri="{FF2B5EF4-FFF2-40B4-BE49-F238E27FC236}">
                  <a16:creationId xmlns:a16="http://schemas.microsoft.com/office/drawing/2014/main" id="{D20E0A53-1AAE-4E16-A158-6A25F35FA5CB}"/>
                </a:ext>
              </a:extLst>
            </p:cNvPr>
            <p:cNvSpPr>
              <a:spLocks noChangeAspect="1" noChangeShapeType="1"/>
            </p:cNvSpPr>
            <p:nvPr/>
          </p:nvSpPr>
          <p:spPr bwMode="auto">
            <a:xfrm>
              <a:off x="5369976" y="2799212"/>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9" name="Rectangle 41">
              <a:extLst>
                <a:ext uri="{FF2B5EF4-FFF2-40B4-BE49-F238E27FC236}">
                  <a16:creationId xmlns:a16="http://schemas.microsoft.com/office/drawing/2014/main" id="{CE3DE299-3731-49C3-B458-AD1DED9A9F2A}"/>
                </a:ext>
              </a:extLst>
            </p:cNvPr>
            <p:cNvSpPr>
              <a:spLocks noChangeArrowheads="1"/>
            </p:cNvSpPr>
            <p:nvPr/>
          </p:nvSpPr>
          <p:spPr bwMode="auto">
            <a:xfrm>
              <a:off x="5735426" y="313536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0" name="Rectangle 41">
              <a:extLst>
                <a:ext uri="{FF2B5EF4-FFF2-40B4-BE49-F238E27FC236}">
                  <a16:creationId xmlns:a16="http://schemas.microsoft.com/office/drawing/2014/main" id="{ED67F8E0-510C-4986-9D33-DE471040E5BD}"/>
                </a:ext>
              </a:extLst>
            </p:cNvPr>
            <p:cNvSpPr>
              <a:spLocks noChangeArrowheads="1"/>
            </p:cNvSpPr>
            <p:nvPr/>
          </p:nvSpPr>
          <p:spPr bwMode="auto">
            <a:xfrm>
              <a:off x="5741146" y="3452973"/>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1" name="Line 294">
              <a:extLst>
                <a:ext uri="{FF2B5EF4-FFF2-40B4-BE49-F238E27FC236}">
                  <a16:creationId xmlns:a16="http://schemas.microsoft.com/office/drawing/2014/main" id="{A33AD899-A689-4F05-9DEB-213D874F66F0}"/>
                </a:ext>
              </a:extLst>
            </p:cNvPr>
            <p:cNvSpPr>
              <a:spLocks noChangeAspect="1" noChangeShapeType="1"/>
            </p:cNvSpPr>
            <p:nvPr/>
          </p:nvSpPr>
          <p:spPr bwMode="auto">
            <a:xfrm>
              <a:off x="6112359" y="3910450"/>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2" name="Freeform 62">
              <a:extLst>
                <a:ext uri="{FF2B5EF4-FFF2-40B4-BE49-F238E27FC236}">
                  <a16:creationId xmlns:a16="http://schemas.microsoft.com/office/drawing/2014/main" id="{FBAF1266-759D-4FC7-82CB-BD46A7BD08A2}"/>
                </a:ext>
              </a:extLst>
            </p:cNvPr>
            <p:cNvSpPr>
              <a:spLocks/>
            </p:cNvSpPr>
            <p:nvPr/>
          </p:nvSpPr>
          <p:spPr bwMode="auto">
            <a:xfrm>
              <a:off x="3040461" y="449727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3" name="Line 290">
              <a:extLst>
                <a:ext uri="{FF2B5EF4-FFF2-40B4-BE49-F238E27FC236}">
                  <a16:creationId xmlns:a16="http://schemas.microsoft.com/office/drawing/2014/main" id="{44F43400-38F5-472D-B913-03165C752942}"/>
                </a:ext>
              </a:extLst>
            </p:cNvPr>
            <p:cNvSpPr>
              <a:spLocks noChangeAspect="1" noChangeShapeType="1"/>
            </p:cNvSpPr>
            <p:nvPr/>
          </p:nvSpPr>
          <p:spPr bwMode="auto">
            <a:xfrm>
              <a:off x="1730052" y="2367007"/>
              <a:ext cx="410144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4" name="Freeform 64">
              <a:extLst>
                <a:ext uri="{FF2B5EF4-FFF2-40B4-BE49-F238E27FC236}">
                  <a16:creationId xmlns:a16="http://schemas.microsoft.com/office/drawing/2014/main" id="{A756ADA0-7B1D-4162-B24C-408446EA469B}"/>
                </a:ext>
              </a:extLst>
            </p:cNvPr>
            <p:cNvSpPr>
              <a:spLocks/>
            </p:cNvSpPr>
            <p:nvPr/>
          </p:nvSpPr>
          <p:spPr bwMode="auto">
            <a:xfrm>
              <a:off x="2742527" y="234462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5" name="Line 294">
              <a:extLst>
                <a:ext uri="{FF2B5EF4-FFF2-40B4-BE49-F238E27FC236}">
                  <a16:creationId xmlns:a16="http://schemas.microsoft.com/office/drawing/2014/main" id="{8B36BB80-3A18-4F46-AF21-1C393BFB0CD2}"/>
                </a:ext>
              </a:extLst>
            </p:cNvPr>
            <p:cNvSpPr>
              <a:spLocks noChangeAspect="1" noChangeShapeType="1"/>
            </p:cNvSpPr>
            <p:nvPr/>
          </p:nvSpPr>
          <p:spPr bwMode="auto">
            <a:xfrm>
              <a:off x="2316174" y="3570307"/>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6" name="Line 294">
              <a:extLst>
                <a:ext uri="{FF2B5EF4-FFF2-40B4-BE49-F238E27FC236}">
                  <a16:creationId xmlns:a16="http://schemas.microsoft.com/office/drawing/2014/main" id="{604D4078-DAF2-406F-AE6A-A2A5F62755C9}"/>
                </a:ext>
              </a:extLst>
            </p:cNvPr>
            <p:cNvSpPr>
              <a:spLocks noChangeAspect="1" noChangeShapeType="1"/>
            </p:cNvSpPr>
            <p:nvPr/>
          </p:nvSpPr>
          <p:spPr bwMode="auto">
            <a:xfrm>
              <a:off x="5363696" y="3570329"/>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7" name="Freeform 68">
              <a:extLst>
                <a:ext uri="{FF2B5EF4-FFF2-40B4-BE49-F238E27FC236}">
                  <a16:creationId xmlns:a16="http://schemas.microsoft.com/office/drawing/2014/main" id="{F50F32A6-22C0-458F-92D3-623978F536DF}"/>
                </a:ext>
              </a:extLst>
            </p:cNvPr>
            <p:cNvSpPr>
              <a:spLocks/>
            </p:cNvSpPr>
            <p:nvPr/>
          </p:nvSpPr>
          <p:spPr bwMode="auto">
            <a:xfrm>
              <a:off x="4324933" y="277869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8" name="Freeform 70">
              <a:extLst>
                <a:ext uri="{FF2B5EF4-FFF2-40B4-BE49-F238E27FC236}">
                  <a16:creationId xmlns:a16="http://schemas.microsoft.com/office/drawing/2014/main" id="{FF53E065-82A3-43B3-B0EA-BC2715C882CA}"/>
                </a:ext>
              </a:extLst>
            </p:cNvPr>
            <p:cNvSpPr>
              <a:spLocks/>
            </p:cNvSpPr>
            <p:nvPr/>
          </p:nvSpPr>
          <p:spPr bwMode="auto">
            <a:xfrm>
              <a:off x="7373248" y="2774947"/>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9" name="Rectangle 41">
              <a:extLst>
                <a:ext uri="{FF2B5EF4-FFF2-40B4-BE49-F238E27FC236}">
                  <a16:creationId xmlns:a16="http://schemas.microsoft.com/office/drawing/2014/main" id="{9C481CC9-8A79-4C4E-BA95-4C59466E4AC6}"/>
                </a:ext>
              </a:extLst>
            </p:cNvPr>
            <p:cNvSpPr>
              <a:spLocks noChangeArrowheads="1"/>
            </p:cNvSpPr>
            <p:nvPr/>
          </p:nvSpPr>
          <p:spPr bwMode="auto">
            <a:xfrm>
              <a:off x="4131269" y="1509986"/>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90" name="Rectangle 41">
              <a:extLst>
                <a:ext uri="{FF2B5EF4-FFF2-40B4-BE49-F238E27FC236}">
                  <a16:creationId xmlns:a16="http://schemas.microsoft.com/office/drawing/2014/main" id="{D1A939C4-B022-445E-830B-DF3A5867204C}"/>
                </a:ext>
              </a:extLst>
            </p:cNvPr>
            <p:cNvSpPr>
              <a:spLocks noChangeArrowheads="1"/>
            </p:cNvSpPr>
            <p:nvPr/>
          </p:nvSpPr>
          <p:spPr bwMode="auto">
            <a:xfrm>
              <a:off x="5211549" y="5385743"/>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9331" name="Left Brace 3">
            <a:extLst>
              <a:ext uri="{FF2B5EF4-FFF2-40B4-BE49-F238E27FC236}">
                <a16:creationId xmlns:a16="http://schemas.microsoft.com/office/drawing/2014/main" id="{7CB691EC-3228-4FC3-8FA7-4C6270D5365C}"/>
              </a:ext>
            </a:extLst>
          </p:cNvPr>
          <p:cNvSpPr>
            <a:spLocks/>
          </p:cNvSpPr>
          <p:nvPr/>
        </p:nvSpPr>
        <p:spPr bwMode="auto">
          <a:xfrm rot="-5400000">
            <a:off x="3755232" y="4245769"/>
            <a:ext cx="228600" cy="3690937"/>
          </a:xfrm>
          <a:prstGeom prst="leftBrace">
            <a:avLst>
              <a:gd name="adj1" fmla="val 41710"/>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 name="TextBox 8">
            <a:extLst>
              <a:ext uri="{FF2B5EF4-FFF2-40B4-BE49-F238E27FC236}">
                <a16:creationId xmlns:a16="http://schemas.microsoft.com/office/drawing/2014/main" id="{82A954AA-6500-1349-B74E-F70F97AFE65A}"/>
              </a:ext>
            </a:extLst>
          </p:cNvPr>
          <p:cNvSpPr txBox="1"/>
          <p:nvPr/>
        </p:nvSpPr>
        <p:spPr>
          <a:xfrm>
            <a:off x="3125788" y="6207125"/>
            <a:ext cx="1382712"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Input</a:t>
            </a:r>
          </a:p>
        </p:txBody>
      </p:sp>
      <p:sp>
        <p:nvSpPr>
          <p:cNvPr id="99333" name="Left Brace 73">
            <a:extLst>
              <a:ext uri="{FF2B5EF4-FFF2-40B4-BE49-F238E27FC236}">
                <a16:creationId xmlns:a16="http://schemas.microsoft.com/office/drawing/2014/main" id="{5E2C405E-0F09-4107-9259-F83CAD3F34D9}"/>
              </a:ext>
            </a:extLst>
          </p:cNvPr>
          <p:cNvSpPr>
            <a:spLocks/>
          </p:cNvSpPr>
          <p:nvPr/>
        </p:nvSpPr>
        <p:spPr bwMode="auto">
          <a:xfrm rot="5400000">
            <a:off x="5733257" y="-50006"/>
            <a:ext cx="228600" cy="3690937"/>
          </a:xfrm>
          <a:prstGeom prst="leftBrace">
            <a:avLst>
              <a:gd name="adj1" fmla="val 41710"/>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TextBox 74">
            <a:extLst>
              <a:ext uri="{FF2B5EF4-FFF2-40B4-BE49-F238E27FC236}">
                <a16:creationId xmlns:a16="http://schemas.microsoft.com/office/drawing/2014/main" id="{926BDCD5-4C8B-B443-BE2F-ED12EF0BFF4C}"/>
              </a:ext>
            </a:extLst>
          </p:cNvPr>
          <p:cNvSpPr txBox="1"/>
          <p:nvPr/>
        </p:nvSpPr>
        <p:spPr>
          <a:xfrm>
            <a:off x="5011738" y="1285875"/>
            <a:ext cx="1541462"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Output</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a:extLst>
              <a:ext uri="{FF2B5EF4-FFF2-40B4-BE49-F238E27FC236}">
                <a16:creationId xmlns:a16="http://schemas.microsoft.com/office/drawing/2014/main" id="{CB6AE8A0-9D09-46EB-9CD8-1978BB7C63D8}"/>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3-Bit Parallel-Access Register</a:t>
            </a:r>
          </a:p>
        </p:txBody>
      </p:sp>
      <p:sp>
        <p:nvSpPr>
          <p:cNvPr id="102" name="TextBox 2">
            <a:extLst>
              <a:ext uri="{FF2B5EF4-FFF2-40B4-BE49-F238E27FC236}">
                <a16:creationId xmlns:a16="http://schemas.microsoft.com/office/drawing/2014/main" id="{8A398685-6479-AF46-AA7F-E243A8251CDF}"/>
              </a:ext>
            </a:extLst>
          </p:cNvPr>
          <p:cNvSpPr txBox="1">
            <a:spLocks noChangeArrowheads="1"/>
          </p:cNvSpPr>
          <p:nvPr/>
        </p:nvSpPr>
        <p:spPr bwMode="auto">
          <a:xfrm>
            <a:off x="1481138" y="6296025"/>
            <a:ext cx="6072187" cy="400050"/>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Times" charset="0"/>
                <a:ea typeface="MS PGothic" charset="0"/>
                <a:cs typeface="MS PGothic" charset="0"/>
              </a:defRPr>
            </a:lvl1pPr>
            <a:lvl2pPr marL="742950" indent="-285750">
              <a:defRPr sz="2400">
                <a:solidFill>
                  <a:schemeClr val="tx1"/>
                </a:solidFill>
                <a:latin typeface="Times" charset="0"/>
                <a:ea typeface="MS PGothic" charset="0"/>
                <a:cs typeface="MS PGothic" charset="0"/>
              </a:defRPr>
            </a:lvl2pPr>
            <a:lvl3pPr marL="1143000" indent="-228600">
              <a:defRPr sz="2400">
                <a:solidFill>
                  <a:schemeClr val="tx1"/>
                </a:solidFill>
                <a:latin typeface="Times" charset="0"/>
                <a:ea typeface="MS PGothic" charset="0"/>
                <a:cs typeface="MS PGothic" charset="0"/>
              </a:defRPr>
            </a:lvl3pPr>
            <a:lvl4pPr marL="1600200" indent="-228600">
              <a:defRPr sz="2400">
                <a:solidFill>
                  <a:schemeClr val="tx1"/>
                </a:solidFill>
                <a:latin typeface="Times" charset="0"/>
                <a:ea typeface="MS PGothic" charset="0"/>
                <a:cs typeface="MS PGothic" charset="0"/>
              </a:defRPr>
            </a:lvl4pPr>
            <a:lvl5pPr marL="2057400" indent="-228600">
              <a:defRPr sz="2400">
                <a:solidFill>
                  <a:schemeClr val="tx1"/>
                </a:solidFill>
                <a:latin typeface="Times"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Times"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Times"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Times"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Times" charset="0"/>
                <a:ea typeface="MS PGothic" charset="0"/>
                <a:cs typeface="MS PGothic"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0000"/>
                </a:solidFill>
                <a:effectLst/>
                <a:uLnTx/>
                <a:uFillTx/>
                <a:latin typeface="Arial"/>
                <a:ea typeface="MS PGothic" charset="0"/>
              </a:rPr>
              <a:t>Notice that all flip-flops are on the same clock cycle.</a:t>
            </a:r>
          </a:p>
        </p:txBody>
      </p:sp>
      <p:pic>
        <p:nvPicPr>
          <p:cNvPr id="2" name="Picture 1">
            <a:extLst>
              <a:ext uri="{FF2B5EF4-FFF2-40B4-BE49-F238E27FC236}">
                <a16:creationId xmlns:a16="http://schemas.microsoft.com/office/drawing/2014/main" id="{11E6B401-18CC-4329-971C-7A726CAC62DA}"/>
              </a:ext>
            </a:extLst>
          </p:cNvPr>
          <p:cNvPicPr>
            <a:picLocks noChangeAspect="1"/>
          </p:cNvPicPr>
          <p:nvPr/>
        </p:nvPicPr>
        <p:blipFill>
          <a:blip r:embed="rId2"/>
          <a:stretch>
            <a:fillRect/>
          </a:stretch>
        </p:blipFill>
        <p:spPr>
          <a:xfrm>
            <a:off x="1981200" y="990600"/>
            <a:ext cx="7136114" cy="1807689"/>
          </a:xfrm>
          <a:prstGeom prst="rect">
            <a:avLst/>
          </a:prstGeom>
        </p:spPr>
      </p:pic>
      <mc:AlternateContent xmlns:mc="http://schemas.openxmlformats.org/markup-compatibility/2006">
        <mc:Choice xmlns:p14="http://schemas.microsoft.com/office/powerpoint/2010/main" Requires="p14">
          <p:contentPart p14:bwMode="auto" r:id="rId3">
            <p14:nvContentPartPr>
              <p14:cNvPr id="3" name="Ink 2">
                <a:extLst>
                  <a:ext uri="{FF2B5EF4-FFF2-40B4-BE49-F238E27FC236}">
                    <a16:creationId xmlns:a16="http://schemas.microsoft.com/office/drawing/2014/main" id="{84699C65-110F-43B8-82AD-CB2C7485F956}"/>
                  </a:ext>
                </a:extLst>
              </p14:cNvPr>
              <p14:cNvContentPartPr/>
              <p14:nvPr/>
            </p14:nvContentPartPr>
            <p14:xfrm>
              <a:off x="2188080" y="532440"/>
              <a:ext cx="6833880" cy="3459960"/>
            </p14:xfrm>
          </p:contentPart>
        </mc:Choice>
        <mc:Fallback>
          <p:pic>
            <p:nvPicPr>
              <p:cNvPr id="3" name="Ink 2">
                <a:extLst>
                  <a:ext uri="{FF2B5EF4-FFF2-40B4-BE49-F238E27FC236}">
                    <a16:creationId xmlns:a16="http://schemas.microsoft.com/office/drawing/2014/main" id="{84699C65-110F-43B8-82AD-CB2C7485F956}"/>
                  </a:ext>
                </a:extLst>
              </p:cNvPr>
              <p:cNvPicPr/>
              <p:nvPr/>
            </p:nvPicPr>
            <p:blipFill>
              <a:blip r:embed="rId4"/>
              <a:stretch>
                <a:fillRect/>
              </a:stretch>
            </p:blipFill>
            <p:spPr>
              <a:xfrm>
                <a:off x="2178720" y="523080"/>
                <a:ext cx="6852600" cy="3478680"/>
              </a:xfrm>
              <a:prstGeom prst="rect">
                <a:avLst/>
              </a:prstGeom>
            </p:spPr>
          </p:pic>
        </mc:Fallback>
      </mc:AlternateContent>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a:extLst>
              <a:ext uri="{FF2B5EF4-FFF2-40B4-BE49-F238E27FC236}">
                <a16:creationId xmlns:a16="http://schemas.microsoft.com/office/drawing/2014/main" id="{CB6AE8A0-9D09-46EB-9CD8-1978BB7C63D8}"/>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3-Bit Parallel-Access Register</a:t>
            </a:r>
          </a:p>
        </p:txBody>
      </p:sp>
      <p:grpSp>
        <p:nvGrpSpPr>
          <p:cNvPr id="100354" name="Group 1">
            <a:extLst>
              <a:ext uri="{FF2B5EF4-FFF2-40B4-BE49-F238E27FC236}">
                <a16:creationId xmlns:a16="http://schemas.microsoft.com/office/drawing/2014/main" id="{EF78ACC6-84AC-408B-B4C0-62CEFAA96034}"/>
              </a:ext>
            </a:extLst>
          </p:cNvPr>
          <p:cNvGrpSpPr>
            <a:grpSpLocks/>
          </p:cNvGrpSpPr>
          <p:nvPr/>
        </p:nvGrpSpPr>
        <p:grpSpPr bwMode="auto">
          <a:xfrm>
            <a:off x="76200" y="1835150"/>
            <a:ext cx="8885238" cy="4108450"/>
            <a:chOff x="76200" y="1835592"/>
            <a:chExt cx="8885451" cy="4108008"/>
          </a:xfrm>
        </p:grpSpPr>
        <p:sp>
          <p:nvSpPr>
            <p:cNvPr id="100356" name="Line 294">
              <a:extLst>
                <a:ext uri="{FF2B5EF4-FFF2-40B4-BE49-F238E27FC236}">
                  <a16:creationId xmlns:a16="http://schemas.microsoft.com/office/drawing/2014/main" id="{78F69C1B-5EDC-4E3B-8AEB-AA3FC7C05FB2}"/>
                </a:ext>
              </a:extLst>
            </p:cNvPr>
            <p:cNvSpPr>
              <a:spLocks noChangeAspect="1" noChangeShapeType="1"/>
            </p:cNvSpPr>
            <p:nvPr/>
          </p:nvSpPr>
          <p:spPr bwMode="auto">
            <a:xfrm>
              <a:off x="5989077" y="2136081"/>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57" name="Freeform 38">
              <a:extLst>
                <a:ext uri="{FF2B5EF4-FFF2-40B4-BE49-F238E27FC236}">
                  <a16:creationId xmlns:a16="http://schemas.microsoft.com/office/drawing/2014/main" id="{8DA01AA1-77A5-495A-BF22-F5E689BC14CF}"/>
                </a:ext>
              </a:extLst>
            </p:cNvPr>
            <p:cNvSpPr>
              <a:spLocks/>
            </p:cNvSpPr>
            <p:nvPr/>
          </p:nvSpPr>
          <p:spPr bwMode="auto">
            <a:xfrm>
              <a:off x="3161145"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58" name="Rectangle 4">
              <a:extLst>
                <a:ext uri="{FF2B5EF4-FFF2-40B4-BE49-F238E27FC236}">
                  <a16:creationId xmlns:a16="http://schemas.microsoft.com/office/drawing/2014/main" id="{792EF281-CF47-4536-BE2B-795FA136394F}"/>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59" name="Rectangle 5">
              <a:extLst>
                <a:ext uri="{FF2B5EF4-FFF2-40B4-BE49-F238E27FC236}">
                  <a16:creationId xmlns:a16="http://schemas.microsoft.com/office/drawing/2014/main" id="{540D3CA0-BE88-48EE-A1E1-3FDC17B99C34}"/>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0" name="Rectangle 6">
              <a:extLst>
                <a:ext uri="{FF2B5EF4-FFF2-40B4-BE49-F238E27FC236}">
                  <a16:creationId xmlns:a16="http://schemas.microsoft.com/office/drawing/2014/main" id="{1E2C65F0-DD11-44F0-A328-B5290FD11C72}"/>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1" name="Line 7">
              <a:extLst>
                <a:ext uri="{FF2B5EF4-FFF2-40B4-BE49-F238E27FC236}">
                  <a16:creationId xmlns:a16="http://schemas.microsoft.com/office/drawing/2014/main" id="{D975D62A-D132-42DC-A7E2-6667695A4A05}"/>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2" name="Rectangle 9">
              <a:extLst>
                <a:ext uri="{FF2B5EF4-FFF2-40B4-BE49-F238E27FC236}">
                  <a16:creationId xmlns:a16="http://schemas.microsoft.com/office/drawing/2014/main" id="{208563C1-3DA0-4F94-B849-949379B4F03B}"/>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3" name="Rectangle 11">
              <a:extLst>
                <a:ext uri="{FF2B5EF4-FFF2-40B4-BE49-F238E27FC236}">
                  <a16:creationId xmlns:a16="http://schemas.microsoft.com/office/drawing/2014/main" id="{85076C02-7533-4C19-B010-BFDE3C83F8FE}"/>
                </a:ext>
              </a:extLst>
            </p:cNvPr>
            <p:cNvSpPr>
              <a:spLocks noChangeArrowheads="1"/>
            </p:cNvSpPr>
            <p:nvPr/>
          </p:nvSpPr>
          <p:spPr bwMode="auto">
            <a:xfrm>
              <a:off x="76200" y="472317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4" name="Line 25">
              <a:extLst>
                <a:ext uri="{FF2B5EF4-FFF2-40B4-BE49-F238E27FC236}">
                  <a16:creationId xmlns:a16="http://schemas.microsoft.com/office/drawing/2014/main" id="{67AE447B-4606-4DD0-9C18-A9146A18C168}"/>
                </a:ext>
              </a:extLst>
            </p:cNvPr>
            <p:cNvSpPr>
              <a:spLocks noChangeShapeType="1"/>
            </p:cNvSpPr>
            <p:nvPr/>
          </p:nvSpPr>
          <p:spPr bwMode="auto">
            <a:xfrm>
              <a:off x="1760649" y="374966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5" name="Freeform 36">
              <a:extLst>
                <a:ext uri="{FF2B5EF4-FFF2-40B4-BE49-F238E27FC236}">
                  <a16:creationId xmlns:a16="http://schemas.microsoft.com/office/drawing/2014/main" id="{A8064903-A4C0-46BD-914A-3974321AD11A}"/>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6" name="Line 37">
              <a:extLst>
                <a:ext uri="{FF2B5EF4-FFF2-40B4-BE49-F238E27FC236}">
                  <a16:creationId xmlns:a16="http://schemas.microsoft.com/office/drawing/2014/main" id="{95A26A1F-DE22-4598-8865-23F6E2C9631C}"/>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7" name="Line 290">
              <a:extLst>
                <a:ext uri="{FF2B5EF4-FFF2-40B4-BE49-F238E27FC236}">
                  <a16:creationId xmlns:a16="http://schemas.microsoft.com/office/drawing/2014/main" id="{D8B9279C-7B55-4C14-8BFF-D29716A863EA}"/>
                </a:ext>
              </a:extLst>
            </p:cNvPr>
            <p:cNvSpPr>
              <a:spLocks noChangeAspect="1" noChangeShapeType="1"/>
            </p:cNvSpPr>
            <p:nvPr/>
          </p:nvSpPr>
          <p:spPr bwMode="auto">
            <a:xfrm>
              <a:off x="1142587" y="314705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8" name="Freeform 293">
              <a:extLst>
                <a:ext uri="{FF2B5EF4-FFF2-40B4-BE49-F238E27FC236}">
                  <a16:creationId xmlns:a16="http://schemas.microsoft.com/office/drawing/2014/main" id="{D30BBE24-1BEC-46F8-B51F-8E591A120D06}"/>
                </a:ext>
              </a:extLst>
            </p:cNvPr>
            <p:cNvSpPr>
              <a:spLocks noChangeAspect="1"/>
            </p:cNvSpPr>
            <p:nvPr/>
          </p:nvSpPr>
          <p:spPr bwMode="auto">
            <a:xfrm>
              <a:off x="1469709"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9" name="Line 294">
              <a:extLst>
                <a:ext uri="{FF2B5EF4-FFF2-40B4-BE49-F238E27FC236}">
                  <a16:creationId xmlns:a16="http://schemas.microsoft.com/office/drawing/2014/main" id="{E270CE6F-9D24-4063-B672-1A171E12D65E}"/>
                </a:ext>
              </a:extLst>
            </p:cNvPr>
            <p:cNvSpPr>
              <a:spLocks noChangeAspect="1" noChangeShapeType="1"/>
            </p:cNvSpPr>
            <p:nvPr/>
          </p:nvSpPr>
          <p:spPr bwMode="auto">
            <a:xfrm>
              <a:off x="1608223"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0" name="Line 25">
              <a:extLst>
                <a:ext uri="{FF2B5EF4-FFF2-40B4-BE49-F238E27FC236}">
                  <a16:creationId xmlns:a16="http://schemas.microsoft.com/office/drawing/2014/main" id="{BAA0A64E-41BB-4A42-8BB3-59DE4D0E16BD}"/>
                </a:ext>
              </a:extLst>
            </p:cNvPr>
            <p:cNvSpPr>
              <a:spLocks noChangeShapeType="1"/>
            </p:cNvSpPr>
            <p:nvPr/>
          </p:nvSpPr>
          <p:spPr bwMode="auto">
            <a:xfrm>
              <a:off x="2820765" y="375283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1" name="Line 25">
              <a:extLst>
                <a:ext uri="{FF2B5EF4-FFF2-40B4-BE49-F238E27FC236}">
                  <a16:creationId xmlns:a16="http://schemas.microsoft.com/office/drawing/2014/main" id="{6EF4BB66-051A-4C18-8AFD-0FA44C32857B}"/>
                </a:ext>
              </a:extLst>
            </p:cNvPr>
            <p:cNvSpPr>
              <a:spLocks noChangeShapeType="1"/>
            </p:cNvSpPr>
            <p:nvPr/>
          </p:nvSpPr>
          <p:spPr bwMode="auto">
            <a:xfrm>
              <a:off x="2825745" y="426514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2" name="Line 25">
              <a:extLst>
                <a:ext uri="{FF2B5EF4-FFF2-40B4-BE49-F238E27FC236}">
                  <a16:creationId xmlns:a16="http://schemas.microsoft.com/office/drawing/2014/main" id="{0E676EFB-7793-4D57-AC9D-CE0D89972518}"/>
                </a:ext>
              </a:extLst>
            </p:cNvPr>
            <p:cNvSpPr>
              <a:spLocks noChangeShapeType="1"/>
            </p:cNvSpPr>
            <p:nvPr/>
          </p:nvSpPr>
          <p:spPr bwMode="auto">
            <a:xfrm>
              <a:off x="1149610" y="36008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3" name="Line 25">
              <a:extLst>
                <a:ext uri="{FF2B5EF4-FFF2-40B4-BE49-F238E27FC236}">
                  <a16:creationId xmlns:a16="http://schemas.microsoft.com/office/drawing/2014/main" id="{55A6E289-E12D-4144-B700-6503494574EC}"/>
                </a:ext>
              </a:extLst>
            </p:cNvPr>
            <p:cNvSpPr>
              <a:spLocks noChangeShapeType="1"/>
            </p:cNvSpPr>
            <p:nvPr/>
          </p:nvSpPr>
          <p:spPr bwMode="auto">
            <a:xfrm>
              <a:off x="1138856" y="39233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4" name="Line 294">
              <a:extLst>
                <a:ext uri="{FF2B5EF4-FFF2-40B4-BE49-F238E27FC236}">
                  <a16:creationId xmlns:a16="http://schemas.microsoft.com/office/drawing/2014/main" id="{6B9583B7-1DAC-4522-B6EB-8EE4EB57C1D2}"/>
                </a:ext>
              </a:extLst>
            </p:cNvPr>
            <p:cNvSpPr>
              <a:spLocks noChangeAspect="1" noChangeShapeType="1"/>
            </p:cNvSpPr>
            <p:nvPr/>
          </p:nvSpPr>
          <p:spPr bwMode="auto">
            <a:xfrm>
              <a:off x="1155281"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5" name="Line 294">
              <a:extLst>
                <a:ext uri="{FF2B5EF4-FFF2-40B4-BE49-F238E27FC236}">
                  <a16:creationId xmlns:a16="http://schemas.microsoft.com/office/drawing/2014/main" id="{57C03030-32D5-45B5-8870-4AB61FEC65BE}"/>
                </a:ext>
              </a:extLst>
            </p:cNvPr>
            <p:cNvSpPr>
              <a:spLocks noChangeAspect="1" noChangeShapeType="1"/>
            </p:cNvSpPr>
            <p:nvPr/>
          </p:nvSpPr>
          <p:spPr bwMode="auto">
            <a:xfrm>
              <a:off x="3179523"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6" name="Rectangle 135">
              <a:extLst>
                <a:ext uri="{FF2B5EF4-FFF2-40B4-BE49-F238E27FC236}">
                  <a16:creationId xmlns:a16="http://schemas.microsoft.com/office/drawing/2014/main" id="{673DBE51-4A86-49D5-83DC-6EDA37ABCD6C}"/>
                </a:ext>
              </a:extLst>
            </p:cNvPr>
            <p:cNvSpPr>
              <a:spLocks noChangeArrowheads="1"/>
            </p:cNvSpPr>
            <p:nvPr/>
          </p:nvSpPr>
          <p:spPr bwMode="auto">
            <a:xfrm>
              <a:off x="90080" y="2574806"/>
              <a:ext cx="413585" cy="215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00377" name="Rectangle 41">
              <a:extLst>
                <a:ext uri="{FF2B5EF4-FFF2-40B4-BE49-F238E27FC236}">
                  <a16:creationId xmlns:a16="http://schemas.microsoft.com/office/drawing/2014/main" id="{055E311E-250B-4DCB-A884-A80599A91879}"/>
                </a:ext>
              </a:extLst>
            </p:cNvPr>
            <p:cNvSpPr>
              <a:spLocks noChangeArrowheads="1"/>
            </p:cNvSpPr>
            <p:nvPr/>
          </p:nvSpPr>
          <p:spPr bwMode="auto">
            <a:xfrm>
              <a:off x="1520731"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8" name="Rectangle 41">
              <a:extLst>
                <a:ext uri="{FF2B5EF4-FFF2-40B4-BE49-F238E27FC236}">
                  <a16:creationId xmlns:a16="http://schemas.microsoft.com/office/drawing/2014/main" id="{E9335C4E-2647-496E-9E8D-3F3359EACDD3}"/>
                </a:ext>
              </a:extLst>
            </p:cNvPr>
            <p:cNvSpPr>
              <a:spLocks noChangeArrowheads="1"/>
            </p:cNvSpPr>
            <p:nvPr/>
          </p:nvSpPr>
          <p:spPr bwMode="auto">
            <a:xfrm>
              <a:off x="1526451"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9" name="Line 290">
              <a:extLst>
                <a:ext uri="{FF2B5EF4-FFF2-40B4-BE49-F238E27FC236}">
                  <a16:creationId xmlns:a16="http://schemas.microsoft.com/office/drawing/2014/main" id="{2B2F654E-441C-4CAD-9400-3F9E81D45681}"/>
                </a:ext>
              </a:extLst>
            </p:cNvPr>
            <p:cNvSpPr>
              <a:spLocks noChangeAspect="1" noChangeShapeType="1"/>
            </p:cNvSpPr>
            <p:nvPr/>
          </p:nvSpPr>
          <p:spPr bwMode="auto">
            <a:xfrm>
              <a:off x="570492" y="4870019"/>
              <a:ext cx="6897108"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0" name="Line 294">
              <a:extLst>
                <a:ext uri="{FF2B5EF4-FFF2-40B4-BE49-F238E27FC236}">
                  <a16:creationId xmlns:a16="http://schemas.microsoft.com/office/drawing/2014/main" id="{E6E0145E-C7F9-4F67-B985-0D28651B75F7}"/>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1" name="Freeform 30">
              <a:extLst>
                <a:ext uri="{FF2B5EF4-FFF2-40B4-BE49-F238E27FC236}">
                  <a16:creationId xmlns:a16="http://schemas.microsoft.com/office/drawing/2014/main" id="{5B20CB3E-1612-4797-AF6B-BE693768B9E2}"/>
                </a:ext>
              </a:extLst>
            </p:cNvPr>
            <p:cNvSpPr>
              <a:spLocks/>
            </p:cNvSpPr>
            <p:nvPr/>
          </p:nvSpPr>
          <p:spPr bwMode="auto">
            <a:xfrm>
              <a:off x="5974291"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2" name="Rectangle 31">
              <a:extLst>
                <a:ext uri="{FF2B5EF4-FFF2-40B4-BE49-F238E27FC236}">
                  <a16:creationId xmlns:a16="http://schemas.microsoft.com/office/drawing/2014/main" id="{D0186078-2001-496A-AE73-93E9C4087782}"/>
                </a:ext>
              </a:extLst>
            </p:cNvPr>
            <p:cNvSpPr>
              <a:spLocks noChangeArrowheads="1"/>
            </p:cNvSpPr>
            <p:nvPr/>
          </p:nvSpPr>
          <p:spPr bwMode="auto">
            <a:xfrm>
              <a:off x="4968294"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3" name="Rectangle 32">
              <a:extLst>
                <a:ext uri="{FF2B5EF4-FFF2-40B4-BE49-F238E27FC236}">
                  <a16:creationId xmlns:a16="http://schemas.microsoft.com/office/drawing/2014/main" id="{CAD337F0-3857-40EE-92CD-C1DCBFC787F5}"/>
                </a:ext>
              </a:extLst>
            </p:cNvPr>
            <p:cNvSpPr>
              <a:spLocks noChangeArrowheads="1"/>
            </p:cNvSpPr>
            <p:nvPr/>
          </p:nvSpPr>
          <p:spPr bwMode="auto">
            <a:xfrm>
              <a:off x="5034969"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4" name="Rectangle 33">
              <a:extLst>
                <a:ext uri="{FF2B5EF4-FFF2-40B4-BE49-F238E27FC236}">
                  <a16:creationId xmlns:a16="http://schemas.microsoft.com/office/drawing/2014/main" id="{CA1ADDE8-E9B4-4E56-820C-6753EE3139C4}"/>
                </a:ext>
              </a:extLst>
            </p:cNvPr>
            <p:cNvSpPr>
              <a:spLocks noChangeArrowheads="1"/>
            </p:cNvSpPr>
            <p:nvPr/>
          </p:nvSpPr>
          <p:spPr bwMode="auto">
            <a:xfrm>
              <a:off x="5430256"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5" name="Line 7">
              <a:extLst>
                <a:ext uri="{FF2B5EF4-FFF2-40B4-BE49-F238E27FC236}">
                  <a16:creationId xmlns:a16="http://schemas.microsoft.com/office/drawing/2014/main" id="{1BDF5CB8-8017-4DC4-B3B5-7FED512CFE74}"/>
                </a:ext>
              </a:extLst>
            </p:cNvPr>
            <p:cNvSpPr>
              <a:spLocks noChangeShapeType="1"/>
            </p:cNvSpPr>
            <p:nvPr/>
          </p:nvSpPr>
          <p:spPr bwMode="auto">
            <a:xfrm flipH="1">
              <a:off x="5444544"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6" name="Rectangle 35">
              <a:extLst>
                <a:ext uri="{FF2B5EF4-FFF2-40B4-BE49-F238E27FC236}">
                  <a16:creationId xmlns:a16="http://schemas.microsoft.com/office/drawing/2014/main" id="{B591151C-B5D3-439E-820A-58C83DB57AA8}"/>
                </a:ext>
              </a:extLst>
            </p:cNvPr>
            <p:cNvSpPr>
              <a:spLocks noChangeArrowheads="1"/>
            </p:cNvSpPr>
            <p:nvPr/>
          </p:nvSpPr>
          <p:spPr bwMode="auto">
            <a:xfrm>
              <a:off x="5431844"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7" name="Line 25">
              <a:extLst>
                <a:ext uri="{FF2B5EF4-FFF2-40B4-BE49-F238E27FC236}">
                  <a16:creationId xmlns:a16="http://schemas.microsoft.com/office/drawing/2014/main" id="{DE29ADEA-00D4-457A-BE7C-529B6FDB99D2}"/>
                </a:ext>
              </a:extLst>
            </p:cNvPr>
            <p:cNvSpPr>
              <a:spLocks noChangeShapeType="1"/>
            </p:cNvSpPr>
            <p:nvPr/>
          </p:nvSpPr>
          <p:spPr bwMode="auto">
            <a:xfrm>
              <a:off x="4573795" y="374966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8" name="Freeform 42">
              <a:extLst>
                <a:ext uri="{FF2B5EF4-FFF2-40B4-BE49-F238E27FC236}">
                  <a16:creationId xmlns:a16="http://schemas.microsoft.com/office/drawing/2014/main" id="{348B16C7-90D3-417D-A265-0293834132F0}"/>
                </a:ext>
              </a:extLst>
            </p:cNvPr>
            <p:cNvSpPr>
              <a:spLocks/>
            </p:cNvSpPr>
            <p:nvPr/>
          </p:nvSpPr>
          <p:spPr bwMode="auto">
            <a:xfrm>
              <a:off x="4968294"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9" name="Line 37">
              <a:extLst>
                <a:ext uri="{FF2B5EF4-FFF2-40B4-BE49-F238E27FC236}">
                  <a16:creationId xmlns:a16="http://schemas.microsoft.com/office/drawing/2014/main" id="{C0151162-1C0F-4AAB-A5E0-77CE98A24574}"/>
                </a:ext>
              </a:extLst>
            </p:cNvPr>
            <p:cNvSpPr>
              <a:spLocks noChangeShapeType="1"/>
            </p:cNvSpPr>
            <p:nvPr/>
          </p:nvSpPr>
          <p:spPr bwMode="auto">
            <a:xfrm>
              <a:off x="4701594"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0" name="Rectangle 41">
              <a:extLst>
                <a:ext uri="{FF2B5EF4-FFF2-40B4-BE49-F238E27FC236}">
                  <a16:creationId xmlns:a16="http://schemas.microsoft.com/office/drawing/2014/main" id="{B145618E-D15D-438E-923E-7AB67CB9EB81}"/>
                </a:ext>
              </a:extLst>
            </p:cNvPr>
            <p:cNvSpPr>
              <a:spLocks noChangeArrowheads="1"/>
            </p:cNvSpPr>
            <p:nvPr/>
          </p:nvSpPr>
          <p:spPr bwMode="auto">
            <a:xfrm>
              <a:off x="99163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1" name="Line 290">
              <a:extLst>
                <a:ext uri="{FF2B5EF4-FFF2-40B4-BE49-F238E27FC236}">
                  <a16:creationId xmlns:a16="http://schemas.microsoft.com/office/drawing/2014/main" id="{0B5902D5-5356-400B-816C-092395BDC6D0}"/>
                </a:ext>
              </a:extLst>
            </p:cNvPr>
            <p:cNvSpPr>
              <a:spLocks noChangeAspect="1" noChangeShapeType="1"/>
            </p:cNvSpPr>
            <p:nvPr/>
          </p:nvSpPr>
          <p:spPr bwMode="auto">
            <a:xfrm>
              <a:off x="3955733" y="314705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2" name="Freeform 293">
              <a:extLst>
                <a:ext uri="{FF2B5EF4-FFF2-40B4-BE49-F238E27FC236}">
                  <a16:creationId xmlns:a16="http://schemas.microsoft.com/office/drawing/2014/main" id="{8CE77B13-A153-4747-9CEB-51C5658FC502}"/>
                </a:ext>
              </a:extLst>
            </p:cNvPr>
            <p:cNvSpPr>
              <a:spLocks noChangeAspect="1"/>
            </p:cNvSpPr>
            <p:nvPr/>
          </p:nvSpPr>
          <p:spPr bwMode="auto">
            <a:xfrm>
              <a:off x="4282855"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3" name="Line 294">
              <a:extLst>
                <a:ext uri="{FF2B5EF4-FFF2-40B4-BE49-F238E27FC236}">
                  <a16:creationId xmlns:a16="http://schemas.microsoft.com/office/drawing/2014/main" id="{6EBCCDC7-C1C9-4884-BCC1-2CA1BD8DBAF5}"/>
                </a:ext>
              </a:extLst>
            </p:cNvPr>
            <p:cNvSpPr>
              <a:spLocks noChangeAspect="1" noChangeShapeType="1"/>
            </p:cNvSpPr>
            <p:nvPr/>
          </p:nvSpPr>
          <p:spPr bwMode="auto">
            <a:xfrm>
              <a:off x="4421369"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4" name="Line 25">
              <a:extLst>
                <a:ext uri="{FF2B5EF4-FFF2-40B4-BE49-F238E27FC236}">
                  <a16:creationId xmlns:a16="http://schemas.microsoft.com/office/drawing/2014/main" id="{0E75EB98-4FA8-4E5B-953F-506B8C81C0B7}"/>
                </a:ext>
              </a:extLst>
            </p:cNvPr>
            <p:cNvSpPr>
              <a:spLocks noChangeShapeType="1"/>
            </p:cNvSpPr>
            <p:nvPr/>
          </p:nvSpPr>
          <p:spPr bwMode="auto">
            <a:xfrm>
              <a:off x="5633911" y="375283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5" name="Line 25">
              <a:extLst>
                <a:ext uri="{FF2B5EF4-FFF2-40B4-BE49-F238E27FC236}">
                  <a16:creationId xmlns:a16="http://schemas.microsoft.com/office/drawing/2014/main" id="{A554D1E7-98D4-44AF-8975-F5FAC3621FE4}"/>
                </a:ext>
              </a:extLst>
            </p:cNvPr>
            <p:cNvSpPr>
              <a:spLocks noChangeShapeType="1"/>
            </p:cNvSpPr>
            <p:nvPr/>
          </p:nvSpPr>
          <p:spPr bwMode="auto">
            <a:xfrm>
              <a:off x="5638891" y="426514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6" name="Line 25">
              <a:extLst>
                <a:ext uri="{FF2B5EF4-FFF2-40B4-BE49-F238E27FC236}">
                  <a16:creationId xmlns:a16="http://schemas.microsoft.com/office/drawing/2014/main" id="{4A51D56B-E681-4FA1-9F9C-4ED4C9B4D964}"/>
                </a:ext>
              </a:extLst>
            </p:cNvPr>
            <p:cNvSpPr>
              <a:spLocks noChangeShapeType="1"/>
            </p:cNvSpPr>
            <p:nvPr/>
          </p:nvSpPr>
          <p:spPr bwMode="auto">
            <a:xfrm>
              <a:off x="3962756" y="36008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7" name="Rectangle 41">
              <a:extLst>
                <a:ext uri="{FF2B5EF4-FFF2-40B4-BE49-F238E27FC236}">
                  <a16:creationId xmlns:a16="http://schemas.microsoft.com/office/drawing/2014/main" id="{F13867F4-C48E-44CC-9BD7-13F6267F753B}"/>
                </a:ext>
              </a:extLst>
            </p:cNvPr>
            <p:cNvSpPr>
              <a:spLocks noChangeArrowheads="1"/>
            </p:cNvSpPr>
            <p:nvPr/>
          </p:nvSpPr>
          <p:spPr bwMode="auto">
            <a:xfrm>
              <a:off x="5769610" y="1838523"/>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8" name="Line 25">
              <a:extLst>
                <a:ext uri="{FF2B5EF4-FFF2-40B4-BE49-F238E27FC236}">
                  <a16:creationId xmlns:a16="http://schemas.microsoft.com/office/drawing/2014/main" id="{5A73E293-BD2F-40AB-BBF5-CE3F0B190B4E}"/>
                </a:ext>
              </a:extLst>
            </p:cNvPr>
            <p:cNvSpPr>
              <a:spLocks noChangeShapeType="1"/>
            </p:cNvSpPr>
            <p:nvPr/>
          </p:nvSpPr>
          <p:spPr bwMode="auto">
            <a:xfrm>
              <a:off x="3952002" y="39233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9" name="Line 294">
              <a:extLst>
                <a:ext uri="{FF2B5EF4-FFF2-40B4-BE49-F238E27FC236}">
                  <a16:creationId xmlns:a16="http://schemas.microsoft.com/office/drawing/2014/main" id="{FCB16BBF-C984-4AAB-ABA5-C5651A17D8B5}"/>
                </a:ext>
              </a:extLst>
            </p:cNvPr>
            <p:cNvSpPr>
              <a:spLocks noChangeAspect="1" noChangeShapeType="1"/>
            </p:cNvSpPr>
            <p:nvPr/>
          </p:nvSpPr>
          <p:spPr bwMode="auto">
            <a:xfrm>
              <a:off x="3968427"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0" name="Rectangle 41">
              <a:extLst>
                <a:ext uri="{FF2B5EF4-FFF2-40B4-BE49-F238E27FC236}">
                  <a16:creationId xmlns:a16="http://schemas.microsoft.com/office/drawing/2014/main" id="{57F372FA-EFA3-4CA2-97D2-2D3C84389101}"/>
                </a:ext>
              </a:extLst>
            </p:cNvPr>
            <p:cNvSpPr>
              <a:spLocks noChangeArrowheads="1"/>
            </p:cNvSpPr>
            <p:nvPr/>
          </p:nvSpPr>
          <p:spPr bwMode="auto">
            <a:xfrm>
              <a:off x="4333877"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1" name="Rectangle 41">
              <a:extLst>
                <a:ext uri="{FF2B5EF4-FFF2-40B4-BE49-F238E27FC236}">
                  <a16:creationId xmlns:a16="http://schemas.microsoft.com/office/drawing/2014/main" id="{FFA46D0D-9EBA-4CA3-B37F-CC11151942E1}"/>
                </a:ext>
              </a:extLst>
            </p:cNvPr>
            <p:cNvSpPr>
              <a:spLocks noChangeArrowheads="1"/>
            </p:cNvSpPr>
            <p:nvPr/>
          </p:nvSpPr>
          <p:spPr bwMode="auto">
            <a:xfrm>
              <a:off x="4339597"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2" name="Line 294">
              <a:extLst>
                <a:ext uri="{FF2B5EF4-FFF2-40B4-BE49-F238E27FC236}">
                  <a16:creationId xmlns:a16="http://schemas.microsoft.com/office/drawing/2014/main" id="{0BE4DE0B-C3FC-4BD0-BA6E-6BD830FDF456}"/>
                </a:ext>
              </a:extLst>
            </p:cNvPr>
            <p:cNvSpPr>
              <a:spLocks noChangeAspect="1" noChangeShapeType="1"/>
            </p:cNvSpPr>
            <p:nvPr/>
          </p:nvSpPr>
          <p:spPr bwMode="auto">
            <a:xfrm>
              <a:off x="4710810"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3" name="Freeform 62">
              <a:extLst>
                <a:ext uri="{FF2B5EF4-FFF2-40B4-BE49-F238E27FC236}">
                  <a16:creationId xmlns:a16="http://schemas.microsoft.com/office/drawing/2014/main" id="{AAF8293B-4C15-4F24-8E7A-2C722546D5BA}"/>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4" name="Line 290">
              <a:extLst>
                <a:ext uri="{FF2B5EF4-FFF2-40B4-BE49-F238E27FC236}">
                  <a16:creationId xmlns:a16="http://schemas.microsoft.com/office/drawing/2014/main" id="{62A53D84-C266-41AB-BDE8-B0B0FB55A37B}"/>
                </a:ext>
              </a:extLst>
            </p:cNvPr>
            <p:cNvSpPr>
              <a:spLocks noChangeAspect="1" noChangeShapeType="1"/>
            </p:cNvSpPr>
            <p:nvPr/>
          </p:nvSpPr>
          <p:spPr bwMode="auto">
            <a:xfrm>
              <a:off x="568924" y="2709150"/>
              <a:ext cx="6605421"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5" name="Freeform 64">
              <a:extLst>
                <a:ext uri="{FF2B5EF4-FFF2-40B4-BE49-F238E27FC236}">
                  <a16:creationId xmlns:a16="http://schemas.microsoft.com/office/drawing/2014/main" id="{D7909029-4E41-448B-900E-D380EF66272D}"/>
                </a:ext>
              </a:extLst>
            </p:cNvPr>
            <p:cNvSpPr>
              <a:spLocks/>
            </p:cNvSpPr>
            <p:nvPr/>
          </p:nvSpPr>
          <p:spPr bwMode="auto">
            <a:xfrm>
              <a:off x="1575832"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6" name="Line 294">
              <a:extLst>
                <a:ext uri="{FF2B5EF4-FFF2-40B4-BE49-F238E27FC236}">
                  <a16:creationId xmlns:a16="http://schemas.microsoft.com/office/drawing/2014/main" id="{94A8E40B-E43D-4E49-B41F-EB52B5073E23}"/>
                </a:ext>
              </a:extLst>
            </p:cNvPr>
            <p:cNvSpPr>
              <a:spLocks noChangeAspect="1" noChangeShapeType="1"/>
            </p:cNvSpPr>
            <p:nvPr/>
          </p:nvSpPr>
          <p:spPr bwMode="auto">
            <a:xfrm>
              <a:off x="1149479"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7" name="Line 294">
              <a:extLst>
                <a:ext uri="{FF2B5EF4-FFF2-40B4-BE49-F238E27FC236}">
                  <a16:creationId xmlns:a16="http://schemas.microsoft.com/office/drawing/2014/main" id="{760246F9-D4AD-4FBF-B858-DF25195487D4}"/>
                </a:ext>
              </a:extLst>
            </p:cNvPr>
            <p:cNvSpPr>
              <a:spLocks noChangeAspect="1" noChangeShapeType="1"/>
            </p:cNvSpPr>
            <p:nvPr/>
          </p:nvSpPr>
          <p:spPr bwMode="auto">
            <a:xfrm>
              <a:off x="3962147" y="3912472"/>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8" name="Freeform 68">
              <a:extLst>
                <a:ext uri="{FF2B5EF4-FFF2-40B4-BE49-F238E27FC236}">
                  <a16:creationId xmlns:a16="http://schemas.microsoft.com/office/drawing/2014/main" id="{52712689-1DD9-424B-9BF8-B42D69404D9C}"/>
                </a:ext>
              </a:extLst>
            </p:cNvPr>
            <p:cNvSpPr>
              <a:spLocks/>
            </p:cNvSpPr>
            <p:nvPr/>
          </p:nvSpPr>
          <p:spPr bwMode="auto">
            <a:xfrm>
              <a:off x="3158238"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9" name="Freeform 70">
              <a:extLst>
                <a:ext uri="{FF2B5EF4-FFF2-40B4-BE49-F238E27FC236}">
                  <a16:creationId xmlns:a16="http://schemas.microsoft.com/office/drawing/2014/main" id="{3F80759B-6E3B-4FF9-9B01-00126F6D4FFF}"/>
                </a:ext>
              </a:extLst>
            </p:cNvPr>
            <p:cNvSpPr>
              <a:spLocks/>
            </p:cNvSpPr>
            <p:nvPr/>
          </p:nvSpPr>
          <p:spPr bwMode="auto">
            <a:xfrm>
              <a:off x="5971699" y="311709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0" name="Rectangle 41">
              <a:extLst>
                <a:ext uri="{FF2B5EF4-FFF2-40B4-BE49-F238E27FC236}">
                  <a16:creationId xmlns:a16="http://schemas.microsoft.com/office/drawing/2014/main" id="{BB982E66-34F7-46FA-B896-3D305CD7EEF0}"/>
                </a:ext>
              </a:extLst>
            </p:cNvPr>
            <p:cNvSpPr>
              <a:spLocks noChangeArrowheads="1"/>
            </p:cNvSpPr>
            <p:nvPr/>
          </p:nvSpPr>
          <p:spPr bwMode="auto">
            <a:xfrm>
              <a:off x="2964574"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1" name="Rectangle 41">
              <a:extLst>
                <a:ext uri="{FF2B5EF4-FFF2-40B4-BE49-F238E27FC236}">
                  <a16:creationId xmlns:a16="http://schemas.microsoft.com/office/drawing/2014/main" id="{99204997-4F2B-4ECE-A402-B4B3AB7F95B0}"/>
                </a:ext>
              </a:extLst>
            </p:cNvPr>
            <p:cNvSpPr>
              <a:spLocks noChangeArrowheads="1"/>
            </p:cNvSpPr>
            <p:nvPr/>
          </p:nvSpPr>
          <p:spPr bwMode="auto">
            <a:xfrm>
              <a:off x="3810000" y="572788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2" name="Line 294">
              <a:extLst>
                <a:ext uri="{FF2B5EF4-FFF2-40B4-BE49-F238E27FC236}">
                  <a16:creationId xmlns:a16="http://schemas.microsoft.com/office/drawing/2014/main" id="{B6D5D50B-513F-426A-B8C5-7DBDBC7300A4}"/>
                </a:ext>
              </a:extLst>
            </p:cNvPr>
            <p:cNvSpPr>
              <a:spLocks noChangeAspect="1" noChangeShapeType="1"/>
            </p:cNvSpPr>
            <p:nvPr/>
          </p:nvSpPr>
          <p:spPr bwMode="auto">
            <a:xfrm>
              <a:off x="8732277" y="21331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3" name="Freeform 75">
              <a:extLst>
                <a:ext uri="{FF2B5EF4-FFF2-40B4-BE49-F238E27FC236}">
                  <a16:creationId xmlns:a16="http://schemas.microsoft.com/office/drawing/2014/main" id="{BFC48628-1139-4714-B26E-C0FEE7DE208A}"/>
                </a:ext>
              </a:extLst>
            </p:cNvPr>
            <p:cNvSpPr>
              <a:spLocks/>
            </p:cNvSpPr>
            <p:nvPr/>
          </p:nvSpPr>
          <p:spPr bwMode="auto">
            <a:xfrm>
              <a:off x="8717491" y="3720304"/>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4" name="Rectangle 76">
              <a:extLst>
                <a:ext uri="{FF2B5EF4-FFF2-40B4-BE49-F238E27FC236}">
                  <a16:creationId xmlns:a16="http://schemas.microsoft.com/office/drawing/2014/main" id="{71DBB16D-F21D-4174-90D5-74CDE46D3719}"/>
                </a:ext>
              </a:extLst>
            </p:cNvPr>
            <p:cNvSpPr>
              <a:spLocks noChangeArrowheads="1"/>
            </p:cNvSpPr>
            <p:nvPr/>
          </p:nvSpPr>
          <p:spPr bwMode="auto">
            <a:xfrm>
              <a:off x="7711494" y="3459392"/>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5" name="Rectangle 77">
              <a:extLst>
                <a:ext uri="{FF2B5EF4-FFF2-40B4-BE49-F238E27FC236}">
                  <a16:creationId xmlns:a16="http://schemas.microsoft.com/office/drawing/2014/main" id="{60F681F1-8A57-486B-9711-7EB626FE0D30}"/>
                </a:ext>
              </a:extLst>
            </p:cNvPr>
            <p:cNvSpPr>
              <a:spLocks noChangeArrowheads="1"/>
            </p:cNvSpPr>
            <p:nvPr/>
          </p:nvSpPr>
          <p:spPr bwMode="auto">
            <a:xfrm>
              <a:off x="7778169" y="3638779"/>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6" name="Rectangle 78">
              <a:extLst>
                <a:ext uri="{FF2B5EF4-FFF2-40B4-BE49-F238E27FC236}">
                  <a16:creationId xmlns:a16="http://schemas.microsoft.com/office/drawing/2014/main" id="{3987B4F5-D839-431F-8109-DD5AEF22A3FE}"/>
                </a:ext>
              </a:extLst>
            </p:cNvPr>
            <p:cNvSpPr>
              <a:spLocks noChangeArrowheads="1"/>
            </p:cNvSpPr>
            <p:nvPr/>
          </p:nvSpPr>
          <p:spPr bwMode="auto">
            <a:xfrm>
              <a:off x="8173456" y="3630842"/>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7" name="Line 7">
              <a:extLst>
                <a:ext uri="{FF2B5EF4-FFF2-40B4-BE49-F238E27FC236}">
                  <a16:creationId xmlns:a16="http://schemas.microsoft.com/office/drawing/2014/main" id="{F88CF3A9-2D33-450B-8182-56D8B12D8DBA}"/>
                </a:ext>
              </a:extLst>
            </p:cNvPr>
            <p:cNvSpPr>
              <a:spLocks noChangeShapeType="1"/>
            </p:cNvSpPr>
            <p:nvPr/>
          </p:nvSpPr>
          <p:spPr bwMode="auto">
            <a:xfrm flipH="1">
              <a:off x="8187744" y="4164242"/>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8" name="Rectangle 80">
              <a:extLst>
                <a:ext uri="{FF2B5EF4-FFF2-40B4-BE49-F238E27FC236}">
                  <a16:creationId xmlns:a16="http://schemas.microsoft.com/office/drawing/2014/main" id="{4FFF9448-B528-4960-B74B-B54EC07C40D0}"/>
                </a:ext>
              </a:extLst>
            </p:cNvPr>
            <p:cNvSpPr>
              <a:spLocks noChangeArrowheads="1"/>
            </p:cNvSpPr>
            <p:nvPr/>
          </p:nvSpPr>
          <p:spPr bwMode="auto">
            <a:xfrm>
              <a:off x="8175044" y="4176942"/>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9" name="Line 25">
              <a:extLst>
                <a:ext uri="{FF2B5EF4-FFF2-40B4-BE49-F238E27FC236}">
                  <a16:creationId xmlns:a16="http://schemas.microsoft.com/office/drawing/2014/main" id="{9C77CCF0-276B-41D1-B1F1-969CDB217EAF}"/>
                </a:ext>
              </a:extLst>
            </p:cNvPr>
            <p:cNvSpPr>
              <a:spLocks noChangeShapeType="1"/>
            </p:cNvSpPr>
            <p:nvPr/>
          </p:nvSpPr>
          <p:spPr bwMode="auto">
            <a:xfrm>
              <a:off x="7316995" y="3746729"/>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0" name="Freeform 82">
              <a:extLst>
                <a:ext uri="{FF2B5EF4-FFF2-40B4-BE49-F238E27FC236}">
                  <a16:creationId xmlns:a16="http://schemas.microsoft.com/office/drawing/2014/main" id="{AFA576DD-5290-4BAA-8DFA-FE3A90E841B3}"/>
                </a:ext>
              </a:extLst>
            </p:cNvPr>
            <p:cNvSpPr>
              <a:spLocks/>
            </p:cNvSpPr>
            <p:nvPr/>
          </p:nvSpPr>
          <p:spPr bwMode="auto">
            <a:xfrm>
              <a:off x="7711494" y="4202342"/>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1" name="Line 37">
              <a:extLst>
                <a:ext uri="{FF2B5EF4-FFF2-40B4-BE49-F238E27FC236}">
                  <a16:creationId xmlns:a16="http://schemas.microsoft.com/office/drawing/2014/main" id="{A0C964E4-735B-4D72-9AC6-A76E8BABE36D}"/>
                </a:ext>
              </a:extLst>
            </p:cNvPr>
            <p:cNvSpPr>
              <a:spLocks noChangeShapeType="1"/>
            </p:cNvSpPr>
            <p:nvPr/>
          </p:nvSpPr>
          <p:spPr bwMode="auto">
            <a:xfrm>
              <a:off x="7444794" y="4259492"/>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2" name="Line 290">
              <a:extLst>
                <a:ext uri="{FF2B5EF4-FFF2-40B4-BE49-F238E27FC236}">
                  <a16:creationId xmlns:a16="http://schemas.microsoft.com/office/drawing/2014/main" id="{62A8E57D-6F99-4AC2-918A-CBB8AB30C848}"/>
                </a:ext>
              </a:extLst>
            </p:cNvPr>
            <p:cNvSpPr>
              <a:spLocks noChangeAspect="1" noChangeShapeType="1"/>
            </p:cNvSpPr>
            <p:nvPr/>
          </p:nvSpPr>
          <p:spPr bwMode="auto">
            <a:xfrm>
              <a:off x="6698933" y="3144127"/>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3" name="Freeform 293">
              <a:extLst>
                <a:ext uri="{FF2B5EF4-FFF2-40B4-BE49-F238E27FC236}">
                  <a16:creationId xmlns:a16="http://schemas.microsoft.com/office/drawing/2014/main" id="{A7F2E4BA-CFC6-4544-8AC7-7502EDDFA11F}"/>
                </a:ext>
              </a:extLst>
            </p:cNvPr>
            <p:cNvSpPr>
              <a:spLocks noChangeAspect="1"/>
            </p:cNvSpPr>
            <p:nvPr/>
          </p:nvSpPr>
          <p:spPr bwMode="auto">
            <a:xfrm>
              <a:off x="7026055" y="3368904"/>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4" name="Line 294">
              <a:extLst>
                <a:ext uri="{FF2B5EF4-FFF2-40B4-BE49-F238E27FC236}">
                  <a16:creationId xmlns:a16="http://schemas.microsoft.com/office/drawing/2014/main" id="{31F5863B-D0F7-419A-A1E8-B898CBAB8E0B}"/>
                </a:ext>
              </a:extLst>
            </p:cNvPr>
            <p:cNvSpPr>
              <a:spLocks noChangeAspect="1" noChangeShapeType="1"/>
            </p:cNvSpPr>
            <p:nvPr/>
          </p:nvSpPr>
          <p:spPr bwMode="auto">
            <a:xfrm>
              <a:off x="7164569" y="2695529"/>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5" name="Line 25">
              <a:extLst>
                <a:ext uri="{FF2B5EF4-FFF2-40B4-BE49-F238E27FC236}">
                  <a16:creationId xmlns:a16="http://schemas.microsoft.com/office/drawing/2014/main" id="{007D6A94-7E53-463D-8EE1-1889F93FF7F2}"/>
                </a:ext>
              </a:extLst>
            </p:cNvPr>
            <p:cNvSpPr>
              <a:spLocks noChangeShapeType="1"/>
            </p:cNvSpPr>
            <p:nvPr/>
          </p:nvSpPr>
          <p:spPr bwMode="auto">
            <a:xfrm>
              <a:off x="8377111" y="37499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6" name="Line 25">
              <a:extLst>
                <a:ext uri="{FF2B5EF4-FFF2-40B4-BE49-F238E27FC236}">
                  <a16:creationId xmlns:a16="http://schemas.microsoft.com/office/drawing/2014/main" id="{2E546A1A-C05D-4D4E-9008-1CE9D63ABEE2}"/>
                </a:ext>
              </a:extLst>
            </p:cNvPr>
            <p:cNvSpPr>
              <a:spLocks noChangeShapeType="1"/>
            </p:cNvSpPr>
            <p:nvPr/>
          </p:nvSpPr>
          <p:spPr bwMode="auto">
            <a:xfrm>
              <a:off x="8382091" y="4262216"/>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7" name="Line 25">
              <a:extLst>
                <a:ext uri="{FF2B5EF4-FFF2-40B4-BE49-F238E27FC236}">
                  <a16:creationId xmlns:a16="http://schemas.microsoft.com/office/drawing/2014/main" id="{6D9B4C0E-F55B-4A3F-97C7-56AE2CE2C314}"/>
                </a:ext>
              </a:extLst>
            </p:cNvPr>
            <p:cNvSpPr>
              <a:spLocks noChangeShapeType="1"/>
            </p:cNvSpPr>
            <p:nvPr/>
          </p:nvSpPr>
          <p:spPr bwMode="auto">
            <a:xfrm>
              <a:off x="6705956" y="3597920"/>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8" name="Rectangle 41">
              <a:extLst>
                <a:ext uri="{FF2B5EF4-FFF2-40B4-BE49-F238E27FC236}">
                  <a16:creationId xmlns:a16="http://schemas.microsoft.com/office/drawing/2014/main" id="{E286405E-C77A-4D6F-B0E9-D5A422ECBE82}"/>
                </a:ext>
              </a:extLst>
            </p:cNvPr>
            <p:cNvSpPr>
              <a:spLocks noChangeArrowheads="1"/>
            </p:cNvSpPr>
            <p:nvPr/>
          </p:nvSpPr>
          <p:spPr bwMode="auto">
            <a:xfrm>
              <a:off x="8512810" y="1835592"/>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29" name="Line 25">
              <a:extLst>
                <a:ext uri="{FF2B5EF4-FFF2-40B4-BE49-F238E27FC236}">
                  <a16:creationId xmlns:a16="http://schemas.microsoft.com/office/drawing/2014/main" id="{2EDF6AC8-28DD-4042-B01D-7BFF346E2251}"/>
                </a:ext>
              </a:extLst>
            </p:cNvPr>
            <p:cNvSpPr>
              <a:spLocks noChangeShapeType="1"/>
            </p:cNvSpPr>
            <p:nvPr/>
          </p:nvSpPr>
          <p:spPr bwMode="auto">
            <a:xfrm>
              <a:off x="6695202" y="3920420"/>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0" name="Line 294">
              <a:extLst>
                <a:ext uri="{FF2B5EF4-FFF2-40B4-BE49-F238E27FC236}">
                  <a16:creationId xmlns:a16="http://schemas.microsoft.com/office/drawing/2014/main" id="{637B8AE9-FE32-45F6-A783-E18003D757A2}"/>
                </a:ext>
              </a:extLst>
            </p:cNvPr>
            <p:cNvSpPr>
              <a:spLocks noChangeAspect="1" noChangeShapeType="1"/>
            </p:cNvSpPr>
            <p:nvPr/>
          </p:nvSpPr>
          <p:spPr bwMode="auto">
            <a:xfrm>
              <a:off x="6711627" y="3138424"/>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1" name="Rectangle 41">
              <a:extLst>
                <a:ext uri="{FF2B5EF4-FFF2-40B4-BE49-F238E27FC236}">
                  <a16:creationId xmlns:a16="http://schemas.microsoft.com/office/drawing/2014/main" id="{FBA7C539-DECD-40F6-B446-569506F55ECE}"/>
                </a:ext>
              </a:extLst>
            </p:cNvPr>
            <p:cNvSpPr>
              <a:spLocks noChangeArrowheads="1"/>
            </p:cNvSpPr>
            <p:nvPr/>
          </p:nvSpPr>
          <p:spPr bwMode="auto">
            <a:xfrm>
              <a:off x="7077077" y="3474577"/>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2" name="Rectangle 41">
              <a:extLst>
                <a:ext uri="{FF2B5EF4-FFF2-40B4-BE49-F238E27FC236}">
                  <a16:creationId xmlns:a16="http://schemas.microsoft.com/office/drawing/2014/main" id="{932DD923-9E72-44E3-8225-54B2DB383F46}"/>
                </a:ext>
              </a:extLst>
            </p:cNvPr>
            <p:cNvSpPr>
              <a:spLocks noChangeArrowheads="1"/>
            </p:cNvSpPr>
            <p:nvPr/>
          </p:nvSpPr>
          <p:spPr bwMode="auto">
            <a:xfrm>
              <a:off x="7082797" y="379218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3" name="Line 294">
              <a:extLst>
                <a:ext uri="{FF2B5EF4-FFF2-40B4-BE49-F238E27FC236}">
                  <a16:creationId xmlns:a16="http://schemas.microsoft.com/office/drawing/2014/main" id="{E3D22936-1AC6-4828-A23F-1EBF9F0C0D31}"/>
                </a:ext>
              </a:extLst>
            </p:cNvPr>
            <p:cNvSpPr>
              <a:spLocks noChangeAspect="1" noChangeShapeType="1"/>
            </p:cNvSpPr>
            <p:nvPr/>
          </p:nvSpPr>
          <p:spPr bwMode="auto">
            <a:xfrm>
              <a:off x="7454010" y="4249662"/>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4" name="Line 294">
              <a:extLst>
                <a:ext uri="{FF2B5EF4-FFF2-40B4-BE49-F238E27FC236}">
                  <a16:creationId xmlns:a16="http://schemas.microsoft.com/office/drawing/2014/main" id="{80445B5D-83CD-497F-8AED-C006F27BD4DE}"/>
                </a:ext>
              </a:extLst>
            </p:cNvPr>
            <p:cNvSpPr>
              <a:spLocks noChangeAspect="1" noChangeShapeType="1"/>
            </p:cNvSpPr>
            <p:nvPr/>
          </p:nvSpPr>
          <p:spPr bwMode="auto">
            <a:xfrm>
              <a:off x="6705347" y="3909541"/>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5" name="Freeform 97">
              <a:extLst>
                <a:ext uri="{FF2B5EF4-FFF2-40B4-BE49-F238E27FC236}">
                  <a16:creationId xmlns:a16="http://schemas.microsoft.com/office/drawing/2014/main" id="{C0122BE1-F1C3-48E3-BF5D-A43D5DD3AA51}"/>
                </a:ext>
              </a:extLst>
            </p:cNvPr>
            <p:cNvSpPr>
              <a:spLocks/>
            </p:cNvSpPr>
            <p:nvPr/>
          </p:nvSpPr>
          <p:spPr bwMode="auto">
            <a:xfrm>
              <a:off x="8714899" y="3114159"/>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6" name="Rectangle 41">
              <a:extLst>
                <a:ext uri="{FF2B5EF4-FFF2-40B4-BE49-F238E27FC236}">
                  <a16:creationId xmlns:a16="http://schemas.microsoft.com/office/drawing/2014/main" id="{A622D7C8-D604-4759-98C8-F87463282AD2}"/>
                </a:ext>
              </a:extLst>
            </p:cNvPr>
            <p:cNvSpPr>
              <a:spLocks noChangeArrowheads="1"/>
            </p:cNvSpPr>
            <p:nvPr/>
          </p:nvSpPr>
          <p:spPr bwMode="auto">
            <a:xfrm>
              <a:off x="6553200" y="5724955"/>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37" name="Freeform 100">
              <a:extLst>
                <a:ext uri="{FF2B5EF4-FFF2-40B4-BE49-F238E27FC236}">
                  <a16:creationId xmlns:a16="http://schemas.microsoft.com/office/drawing/2014/main" id="{0955A77C-223E-4435-9FB0-D0EB9236C1E0}"/>
                </a:ext>
              </a:extLst>
            </p:cNvPr>
            <p:cNvSpPr>
              <a:spLocks/>
            </p:cNvSpPr>
            <p:nvPr/>
          </p:nvSpPr>
          <p:spPr bwMode="auto">
            <a:xfrm>
              <a:off x="4689114" y="4842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2" name="TextBox 2">
            <a:extLst>
              <a:ext uri="{FF2B5EF4-FFF2-40B4-BE49-F238E27FC236}">
                <a16:creationId xmlns:a16="http://schemas.microsoft.com/office/drawing/2014/main" id="{8A398685-6479-AF46-AA7F-E243A8251CDF}"/>
              </a:ext>
            </a:extLst>
          </p:cNvPr>
          <p:cNvSpPr txBox="1">
            <a:spLocks noChangeArrowheads="1"/>
          </p:cNvSpPr>
          <p:nvPr/>
        </p:nvSpPr>
        <p:spPr bwMode="auto">
          <a:xfrm>
            <a:off x="1481138" y="6296025"/>
            <a:ext cx="6072187" cy="400050"/>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Times" charset="0"/>
                <a:ea typeface="MS PGothic" charset="0"/>
                <a:cs typeface="MS PGothic" charset="0"/>
              </a:defRPr>
            </a:lvl1pPr>
            <a:lvl2pPr marL="742950" indent="-285750">
              <a:defRPr sz="2400">
                <a:solidFill>
                  <a:schemeClr val="tx1"/>
                </a:solidFill>
                <a:latin typeface="Times" charset="0"/>
                <a:ea typeface="MS PGothic" charset="0"/>
                <a:cs typeface="MS PGothic" charset="0"/>
              </a:defRPr>
            </a:lvl2pPr>
            <a:lvl3pPr marL="1143000" indent="-228600">
              <a:defRPr sz="2400">
                <a:solidFill>
                  <a:schemeClr val="tx1"/>
                </a:solidFill>
                <a:latin typeface="Times" charset="0"/>
                <a:ea typeface="MS PGothic" charset="0"/>
                <a:cs typeface="MS PGothic" charset="0"/>
              </a:defRPr>
            </a:lvl3pPr>
            <a:lvl4pPr marL="1600200" indent="-228600">
              <a:defRPr sz="2400">
                <a:solidFill>
                  <a:schemeClr val="tx1"/>
                </a:solidFill>
                <a:latin typeface="Times" charset="0"/>
                <a:ea typeface="MS PGothic" charset="0"/>
                <a:cs typeface="MS PGothic" charset="0"/>
              </a:defRPr>
            </a:lvl4pPr>
            <a:lvl5pPr marL="2057400" indent="-228600">
              <a:defRPr sz="2400">
                <a:solidFill>
                  <a:schemeClr val="tx1"/>
                </a:solidFill>
                <a:latin typeface="Times"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Times"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Times"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Times"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Times" charset="0"/>
                <a:ea typeface="MS PGothic" charset="0"/>
                <a:cs typeface="MS PGothic"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0000"/>
                </a:solidFill>
                <a:effectLst/>
                <a:uLnTx/>
                <a:uFillTx/>
                <a:latin typeface="Arial"/>
                <a:ea typeface="MS PGothic" charset="0"/>
              </a:rPr>
              <a:t>Notice that all flip-flops are on the same clock cycle.</a:t>
            </a:r>
          </a:p>
        </p:txBody>
      </p:sp>
    </p:spTree>
    <p:extLst>
      <p:ext uri="{BB962C8B-B14F-4D97-AF65-F5344CB8AC3E}">
        <p14:creationId xmlns:p14="http://schemas.microsoft.com/office/powerpoint/2010/main" val="256361245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Title 1">
            <a:extLst>
              <a:ext uri="{FF2B5EF4-FFF2-40B4-BE49-F238E27FC236}">
                <a16:creationId xmlns:a16="http://schemas.microsoft.com/office/drawing/2014/main" id="{A8580BCA-28E0-42A4-8E98-49D4912DF6D2}"/>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3-Bit Parallel-Access Register</a:t>
            </a:r>
          </a:p>
        </p:txBody>
      </p:sp>
      <p:sp>
        <p:nvSpPr>
          <p:cNvPr id="101378" name="Left Brace 3">
            <a:extLst>
              <a:ext uri="{FF2B5EF4-FFF2-40B4-BE49-F238E27FC236}">
                <a16:creationId xmlns:a16="http://schemas.microsoft.com/office/drawing/2014/main" id="{C201E01A-0D42-4A28-A429-E9152F75E8DF}"/>
              </a:ext>
            </a:extLst>
          </p:cNvPr>
          <p:cNvSpPr>
            <a:spLocks/>
          </p:cNvSpPr>
          <p:nvPr/>
        </p:nvSpPr>
        <p:spPr bwMode="auto">
          <a:xfrm rot="-5400000">
            <a:off x="3829051" y="3079750"/>
            <a:ext cx="228600" cy="6022975"/>
          </a:xfrm>
          <a:prstGeom prst="leftBrace">
            <a:avLst>
              <a:gd name="adj1" fmla="val 41716"/>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 name="TextBox 8">
            <a:extLst>
              <a:ext uri="{FF2B5EF4-FFF2-40B4-BE49-F238E27FC236}">
                <a16:creationId xmlns:a16="http://schemas.microsoft.com/office/drawing/2014/main" id="{58000BC7-F56F-8B4C-8AAF-C7AF947109DB}"/>
              </a:ext>
            </a:extLst>
          </p:cNvPr>
          <p:cNvSpPr txBox="1"/>
          <p:nvPr/>
        </p:nvSpPr>
        <p:spPr>
          <a:xfrm>
            <a:off x="3221038" y="6219825"/>
            <a:ext cx="1382712"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Input</a:t>
            </a:r>
          </a:p>
        </p:txBody>
      </p:sp>
      <p:sp>
        <p:nvSpPr>
          <p:cNvPr id="75" name="TextBox 74">
            <a:extLst>
              <a:ext uri="{FF2B5EF4-FFF2-40B4-BE49-F238E27FC236}">
                <a16:creationId xmlns:a16="http://schemas.microsoft.com/office/drawing/2014/main" id="{3981595A-A934-6F43-84EE-3F767489FF7C}"/>
              </a:ext>
            </a:extLst>
          </p:cNvPr>
          <p:cNvSpPr txBox="1"/>
          <p:nvPr/>
        </p:nvSpPr>
        <p:spPr>
          <a:xfrm>
            <a:off x="5233988" y="1285875"/>
            <a:ext cx="1543050"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Output</a:t>
            </a:r>
          </a:p>
        </p:txBody>
      </p:sp>
      <p:sp>
        <p:nvSpPr>
          <p:cNvPr id="101381" name="Left Brace 99">
            <a:extLst>
              <a:ext uri="{FF2B5EF4-FFF2-40B4-BE49-F238E27FC236}">
                <a16:creationId xmlns:a16="http://schemas.microsoft.com/office/drawing/2014/main" id="{9360675C-B699-4051-9209-1020226DA4CF}"/>
              </a:ext>
            </a:extLst>
          </p:cNvPr>
          <p:cNvSpPr>
            <a:spLocks/>
          </p:cNvSpPr>
          <p:nvPr/>
        </p:nvSpPr>
        <p:spPr bwMode="auto">
          <a:xfrm rot="5400000">
            <a:off x="5811044" y="-1323181"/>
            <a:ext cx="228600" cy="6227762"/>
          </a:xfrm>
          <a:prstGeom prst="leftBrace">
            <a:avLst>
              <a:gd name="adj1" fmla="val 41747"/>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1382" name="Group 1">
            <a:extLst>
              <a:ext uri="{FF2B5EF4-FFF2-40B4-BE49-F238E27FC236}">
                <a16:creationId xmlns:a16="http://schemas.microsoft.com/office/drawing/2014/main" id="{3AB3D87E-2D6A-4BB1-A0E9-DE21CBC0C0DA}"/>
              </a:ext>
            </a:extLst>
          </p:cNvPr>
          <p:cNvGrpSpPr>
            <a:grpSpLocks/>
          </p:cNvGrpSpPr>
          <p:nvPr/>
        </p:nvGrpSpPr>
        <p:grpSpPr bwMode="auto">
          <a:xfrm>
            <a:off x="76200" y="1835150"/>
            <a:ext cx="8885238" cy="4108450"/>
            <a:chOff x="76200" y="1835592"/>
            <a:chExt cx="8885451" cy="4108008"/>
          </a:xfrm>
        </p:grpSpPr>
        <p:sp>
          <p:nvSpPr>
            <p:cNvPr id="101383" name="Line 294">
              <a:extLst>
                <a:ext uri="{FF2B5EF4-FFF2-40B4-BE49-F238E27FC236}">
                  <a16:creationId xmlns:a16="http://schemas.microsoft.com/office/drawing/2014/main" id="{F25CF613-10C7-4B37-BA0B-30478D122B6E}"/>
                </a:ext>
              </a:extLst>
            </p:cNvPr>
            <p:cNvSpPr>
              <a:spLocks noChangeAspect="1" noChangeShapeType="1"/>
            </p:cNvSpPr>
            <p:nvPr/>
          </p:nvSpPr>
          <p:spPr bwMode="auto">
            <a:xfrm>
              <a:off x="5989077" y="2136081"/>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4" name="Freeform 38">
              <a:extLst>
                <a:ext uri="{FF2B5EF4-FFF2-40B4-BE49-F238E27FC236}">
                  <a16:creationId xmlns:a16="http://schemas.microsoft.com/office/drawing/2014/main" id="{CA58562C-528E-4012-961F-EA87655C3F34}"/>
                </a:ext>
              </a:extLst>
            </p:cNvPr>
            <p:cNvSpPr>
              <a:spLocks/>
            </p:cNvSpPr>
            <p:nvPr/>
          </p:nvSpPr>
          <p:spPr bwMode="auto">
            <a:xfrm>
              <a:off x="3161145"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5" name="Rectangle 4">
              <a:extLst>
                <a:ext uri="{FF2B5EF4-FFF2-40B4-BE49-F238E27FC236}">
                  <a16:creationId xmlns:a16="http://schemas.microsoft.com/office/drawing/2014/main" id="{B0C359F2-6289-4618-A1A8-61C31AE307E2}"/>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6" name="Rectangle 5">
              <a:extLst>
                <a:ext uri="{FF2B5EF4-FFF2-40B4-BE49-F238E27FC236}">
                  <a16:creationId xmlns:a16="http://schemas.microsoft.com/office/drawing/2014/main" id="{2EA8D204-CB32-4CA1-8C9B-8B38458D5975}"/>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7" name="Rectangle 6">
              <a:extLst>
                <a:ext uri="{FF2B5EF4-FFF2-40B4-BE49-F238E27FC236}">
                  <a16:creationId xmlns:a16="http://schemas.microsoft.com/office/drawing/2014/main" id="{22933122-1FDA-44A0-A796-556BF9D884F0}"/>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8" name="Line 7">
              <a:extLst>
                <a:ext uri="{FF2B5EF4-FFF2-40B4-BE49-F238E27FC236}">
                  <a16:creationId xmlns:a16="http://schemas.microsoft.com/office/drawing/2014/main" id="{CF94CFDF-3161-43D2-94AD-A6004E690A24}"/>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9" name="Rectangle 9">
              <a:extLst>
                <a:ext uri="{FF2B5EF4-FFF2-40B4-BE49-F238E27FC236}">
                  <a16:creationId xmlns:a16="http://schemas.microsoft.com/office/drawing/2014/main" id="{93DC69FE-7DED-40CC-AAFA-8179F38772A8}"/>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0" name="Rectangle 11">
              <a:extLst>
                <a:ext uri="{FF2B5EF4-FFF2-40B4-BE49-F238E27FC236}">
                  <a16:creationId xmlns:a16="http://schemas.microsoft.com/office/drawing/2014/main" id="{0669D96F-B588-41CD-99FD-7E3639418241}"/>
                </a:ext>
              </a:extLst>
            </p:cNvPr>
            <p:cNvSpPr>
              <a:spLocks noChangeArrowheads="1"/>
            </p:cNvSpPr>
            <p:nvPr/>
          </p:nvSpPr>
          <p:spPr bwMode="auto">
            <a:xfrm>
              <a:off x="76200" y="4723174"/>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1" name="Line 25">
              <a:extLst>
                <a:ext uri="{FF2B5EF4-FFF2-40B4-BE49-F238E27FC236}">
                  <a16:creationId xmlns:a16="http://schemas.microsoft.com/office/drawing/2014/main" id="{76E28566-E7BB-48D0-B074-C5F98847C84D}"/>
                </a:ext>
              </a:extLst>
            </p:cNvPr>
            <p:cNvSpPr>
              <a:spLocks noChangeShapeType="1"/>
            </p:cNvSpPr>
            <p:nvPr/>
          </p:nvSpPr>
          <p:spPr bwMode="auto">
            <a:xfrm>
              <a:off x="1760649" y="374966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2" name="Freeform 36">
              <a:extLst>
                <a:ext uri="{FF2B5EF4-FFF2-40B4-BE49-F238E27FC236}">
                  <a16:creationId xmlns:a16="http://schemas.microsoft.com/office/drawing/2014/main" id="{6B36020A-D9DC-4132-BA44-43CA46A83410}"/>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3" name="Line 37">
              <a:extLst>
                <a:ext uri="{FF2B5EF4-FFF2-40B4-BE49-F238E27FC236}">
                  <a16:creationId xmlns:a16="http://schemas.microsoft.com/office/drawing/2014/main" id="{8DA605C4-D266-4ED1-BEAE-2BA684883CE4}"/>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4" name="Line 290">
              <a:extLst>
                <a:ext uri="{FF2B5EF4-FFF2-40B4-BE49-F238E27FC236}">
                  <a16:creationId xmlns:a16="http://schemas.microsoft.com/office/drawing/2014/main" id="{69C4C1CC-3B88-4310-B9D9-31F1D6940925}"/>
                </a:ext>
              </a:extLst>
            </p:cNvPr>
            <p:cNvSpPr>
              <a:spLocks noChangeAspect="1" noChangeShapeType="1"/>
            </p:cNvSpPr>
            <p:nvPr/>
          </p:nvSpPr>
          <p:spPr bwMode="auto">
            <a:xfrm>
              <a:off x="1142587" y="314705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5" name="Freeform 293">
              <a:extLst>
                <a:ext uri="{FF2B5EF4-FFF2-40B4-BE49-F238E27FC236}">
                  <a16:creationId xmlns:a16="http://schemas.microsoft.com/office/drawing/2014/main" id="{97A75705-839E-44D5-884F-B5EB8AE5F6E4}"/>
                </a:ext>
              </a:extLst>
            </p:cNvPr>
            <p:cNvSpPr>
              <a:spLocks noChangeAspect="1"/>
            </p:cNvSpPr>
            <p:nvPr/>
          </p:nvSpPr>
          <p:spPr bwMode="auto">
            <a:xfrm>
              <a:off x="1469709"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6" name="Line 294">
              <a:extLst>
                <a:ext uri="{FF2B5EF4-FFF2-40B4-BE49-F238E27FC236}">
                  <a16:creationId xmlns:a16="http://schemas.microsoft.com/office/drawing/2014/main" id="{E7608991-2BD5-4BAD-85D0-81B050270E21}"/>
                </a:ext>
              </a:extLst>
            </p:cNvPr>
            <p:cNvSpPr>
              <a:spLocks noChangeAspect="1" noChangeShapeType="1"/>
            </p:cNvSpPr>
            <p:nvPr/>
          </p:nvSpPr>
          <p:spPr bwMode="auto">
            <a:xfrm>
              <a:off x="1608223"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7" name="Line 25">
              <a:extLst>
                <a:ext uri="{FF2B5EF4-FFF2-40B4-BE49-F238E27FC236}">
                  <a16:creationId xmlns:a16="http://schemas.microsoft.com/office/drawing/2014/main" id="{CE7A3CBB-F49C-4577-B50D-3B1C5FB2C08D}"/>
                </a:ext>
              </a:extLst>
            </p:cNvPr>
            <p:cNvSpPr>
              <a:spLocks noChangeShapeType="1"/>
            </p:cNvSpPr>
            <p:nvPr/>
          </p:nvSpPr>
          <p:spPr bwMode="auto">
            <a:xfrm>
              <a:off x="2820765" y="375283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8" name="Line 25">
              <a:extLst>
                <a:ext uri="{FF2B5EF4-FFF2-40B4-BE49-F238E27FC236}">
                  <a16:creationId xmlns:a16="http://schemas.microsoft.com/office/drawing/2014/main" id="{9A6019CF-B475-4D0F-96CC-B3EF37ED860E}"/>
                </a:ext>
              </a:extLst>
            </p:cNvPr>
            <p:cNvSpPr>
              <a:spLocks noChangeShapeType="1"/>
            </p:cNvSpPr>
            <p:nvPr/>
          </p:nvSpPr>
          <p:spPr bwMode="auto">
            <a:xfrm>
              <a:off x="2825745" y="426514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9" name="Line 25">
              <a:extLst>
                <a:ext uri="{FF2B5EF4-FFF2-40B4-BE49-F238E27FC236}">
                  <a16:creationId xmlns:a16="http://schemas.microsoft.com/office/drawing/2014/main" id="{3BBBFCF6-D110-4F03-9CE9-EEC6CD16B7CE}"/>
                </a:ext>
              </a:extLst>
            </p:cNvPr>
            <p:cNvSpPr>
              <a:spLocks noChangeShapeType="1"/>
            </p:cNvSpPr>
            <p:nvPr/>
          </p:nvSpPr>
          <p:spPr bwMode="auto">
            <a:xfrm>
              <a:off x="1149610" y="36008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0" name="Line 25">
              <a:extLst>
                <a:ext uri="{FF2B5EF4-FFF2-40B4-BE49-F238E27FC236}">
                  <a16:creationId xmlns:a16="http://schemas.microsoft.com/office/drawing/2014/main" id="{92142347-09FD-4847-BBEF-A3DBF676954A}"/>
                </a:ext>
              </a:extLst>
            </p:cNvPr>
            <p:cNvSpPr>
              <a:spLocks noChangeShapeType="1"/>
            </p:cNvSpPr>
            <p:nvPr/>
          </p:nvSpPr>
          <p:spPr bwMode="auto">
            <a:xfrm>
              <a:off x="1138856" y="39233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1" name="Line 294">
              <a:extLst>
                <a:ext uri="{FF2B5EF4-FFF2-40B4-BE49-F238E27FC236}">
                  <a16:creationId xmlns:a16="http://schemas.microsoft.com/office/drawing/2014/main" id="{90C49C65-E485-4966-AFBD-6074C0638C5A}"/>
                </a:ext>
              </a:extLst>
            </p:cNvPr>
            <p:cNvSpPr>
              <a:spLocks noChangeAspect="1" noChangeShapeType="1"/>
            </p:cNvSpPr>
            <p:nvPr/>
          </p:nvSpPr>
          <p:spPr bwMode="auto">
            <a:xfrm>
              <a:off x="1155281"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2" name="Line 294">
              <a:extLst>
                <a:ext uri="{FF2B5EF4-FFF2-40B4-BE49-F238E27FC236}">
                  <a16:creationId xmlns:a16="http://schemas.microsoft.com/office/drawing/2014/main" id="{AF29A8F9-8FD1-432B-BA24-0DE5D7A1C511}"/>
                </a:ext>
              </a:extLst>
            </p:cNvPr>
            <p:cNvSpPr>
              <a:spLocks noChangeAspect="1" noChangeShapeType="1"/>
            </p:cNvSpPr>
            <p:nvPr/>
          </p:nvSpPr>
          <p:spPr bwMode="auto">
            <a:xfrm>
              <a:off x="3179523"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3" name="Rectangle 135">
              <a:extLst>
                <a:ext uri="{FF2B5EF4-FFF2-40B4-BE49-F238E27FC236}">
                  <a16:creationId xmlns:a16="http://schemas.microsoft.com/office/drawing/2014/main" id="{C7551D24-91D6-4C64-8919-00AC6CD72A41}"/>
                </a:ext>
              </a:extLst>
            </p:cNvPr>
            <p:cNvSpPr>
              <a:spLocks noChangeArrowheads="1"/>
            </p:cNvSpPr>
            <p:nvPr/>
          </p:nvSpPr>
          <p:spPr bwMode="auto">
            <a:xfrm>
              <a:off x="90080" y="2574806"/>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4" name="Rectangle 41">
              <a:extLst>
                <a:ext uri="{FF2B5EF4-FFF2-40B4-BE49-F238E27FC236}">
                  <a16:creationId xmlns:a16="http://schemas.microsoft.com/office/drawing/2014/main" id="{643D15E8-E8AB-425F-AD31-25288797E49C}"/>
                </a:ext>
              </a:extLst>
            </p:cNvPr>
            <p:cNvSpPr>
              <a:spLocks noChangeArrowheads="1"/>
            </p:cNvSpPr>
            <p:nvPr/>
          </p:nvSpPr>
          <p:spPr bwMode="auto">
            <a:xfrm>
              <a:off x="1520731"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5" name="Rectangle 41">
              <a:extLst>
                <a:ext uri="{FF2B5EF4-FFF2-40B4-BE49-F238E27FC236}">
                  <a16:creationId xmlns:a16="http://schemas.microsoft.com/office/drawing/2014/main" id="{96F1DBA2-6960-4DFB-A33F-2C707FA2CF65}"/>
                </a:ext>
              </a:extLst>
            </p:cNvPr>
            <p:cNvSpPr>
              <a:spLocks noChangeArrowheads="1"/>
            </p:cNvSpPr>
            <p:nvPr/>
          </p:nvSpPr>
          <p:spPr bwMode="auto">
            <a:xfrm>
              <a:off x="1526451"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6" name="Line 290">
              <a:extLst>
                <a:ext uri="{FF2B5EF4-FFF2-40B4-BE49-F238E27FC236}">
                  <a16:creationId xmlns:a16="http://schemas.microsoft.com/office/drawing/2014/main" id="{6491DC1E-9C76-4FEF-811A-E325DF9C65C3}"/>
                </a:ext>
              </a:extLst>
            </p:cNvPr>
            <p:cNvSpPr>
              <a:spLocks noChangeAspect="1" noChangeShapeType="1"/>
            </p:cNvSpPr>
            <p:nvPr/>
          </p:nvSpPr>
          <p:spPr bwMode="auto">
            <a:xfrm>
              <a:off x="570492" y="4870019"/>
              <a:ext cx="6897108"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7" name="Line 294">
              <a:extLst>
                <a:ext uri="{FF2B5EF4-FFF2-40B4-BE49-F238E27FC236}">
                  <a16:creationId xmlns:a16="http://schemas.microsoft.com/office/drawing/2014/main" id="{7E5F4071-6AE2-435D-A406-A8E2CFDE3835}"/>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8" name="Freeform 30">
              <a:extLst>
                <a:ext uri="{FF2B5EF4-FFF2-40B4-BE49-F238E27FC236}">
                  <a16:creationId xmlns:a16="http://schemas.microsoft.com/office/drawing/2014/main" id="{9131F9E1-D768-4B9A-B89B-6B667E9C8730}"/>
                </a:ext>
              </a:extLst>
            </p:cNvPr>
            <p:cNvSpPr>
              <a:spLocks/>
            </p:cNvSpPr>
            <p:nvPr/>
          </p:nvSpPr>
          <p:spPr bwMode="auto">
            <a:xfrm>
              <a:off x="5974291"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9" name="Rectangle 31">
              <a:extLst>
                <a:ext uri="{FF2B5EF4-FFF2-40B4-BE49-F238E27FC236}">
                  <a16:creationId xmlns:a16="http://schemas.microsoft.com/office/drawing/2014/main" id="{67CFFEEB-50B3-4ACA-B326-D5984EAEA22B}"/>
                </a:ext>
              </a:extLst>
            </p:cNvPr>
            <p:cNvSpPr>
              <a:spLocks noChangeArrowheads="1"/>
            </p:cNvSpPr>
            <p:nvPr/>
          </p:nvSpPr>
          <p:spPr bwMode="auto">
            <a:xfrm>
              <a:off x="4968294"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0" name="Rectangle 32">
              <a:extLst>
                <a:ext uri="{FF2B5EF4-FFF2-40B4-BE49-F238E27FC236}">
                  <a16:creationId xmlns:a16="http://schemas.microsoft.com/office/drawing/2014/main" id="{4C95E98D-9525-4CA0-8AF3-8BD9A27C24A2}"/>
                </a:ext>
              </a:extLst>
            </p:cNvPr>
            <p:cNvSpPr>
              <a:spLocks noChangeArrowheads="1"/>
            </p:cNvSpPr>
            <p:nvPr/>
          </p:nvSpPr>
          <p:spPr bwMode="auto">
            <a:xfrm>
              <a:off x="5034969"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1" name="Rectangle 33">
              <a:extLst>
                <a:ext uri="{FF2B5EF4-FFF2-40B4-BE49-F238E27FC236}">
                  <a16:creationId xmlns:a16="http://schemas.microsoft.com/office/drawing/2014/main" id="{0A5E3EC4-FC1A-4993-AC22-A37C23C8C638}"/>
                </a:ext>
              </a:extLst>
            </p:cNvPr>
            <p:cNvSpPr>
              <a:spLocks noChangeArrowheads="1"/>
            </p:cNvSpPr>
            <p:nvPr/>
          </p:nvSpPr>
          <p:spPr bwMode="auto">
            <a:xfrm>
              <a:off x="5430256"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2" name="Line 7">
              <a:extLst>
                <a:ext uri="{FF2B5EF4-FFF2-40B4-BE49-F238E27FC236}">
                  <a16:creationId xmlns:a16="http://schemas.microsoft.com/office/drawing/2014/main" id="{85BEC842-CF5A-41F3-9103-916F049329D4}"/>
                </a:ext>
              </a:extLst>
            </p:cNvPr>
            <p:cNvSpPr>
              <a:spLocks noChangeShapeType="1"/>
            </p:cNvSpPr>
            <p:nvPr/>
          </p:nvSpPr>
          <p:spPr bwMode="auto">
            <a:xfrm flipH="1">
              <a:off x="5444544"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3" name="Rectangle 35">
              <a:extLst>
                <a:ext uri="{FF2B5EF4-FFF2-40B4-BE49-F238E27FC236}">
                  <a16:creationId xmlns:a16="http://schemas.microsoft.com/office/drawing/2014/main" id="{67C4DF3D-9DB3-4E20-8E2B-8FCCD6F6A5BA}"/>
                </a:ext>
              </a:extLst>
            </p:cNvPr>
            <p:cNvSpPr>
              <a:spLocks noChangeArrowheads="1"/>
            </p:cNvSpPr>
            <p:nvPr/>
          </p:nvSpPr>
          <p:spPr bwMode="auto">
            <a:xfrm>
              <a:off x="5431844"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4" name="Line 25">
              <a:extLst>
                <a:ext uri="{FF2B5EF4-FFF2-40B4-BE49-F238E27FC236}">
                  <a16:creationId xmlns:a16="http://schemas.microsoft.com/office/drawing/2014/main" id="{2E79B83C-A403-4091-B363-4C95AE303044}"/>
                </a:ext>
              </a:extLst>
            </p:cNvPr>
            <p:cNvSpPr>
              <a:spLocks noChangeShapeType="1"/>
            </p:cNvSpPr>
            <p:nvPr/>
          </p:nvSpPr>
          <p:spPr bwMode="auto">
            <a:xfrm>
              <a:off x="4573795" y="3749660"/>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5" name="Freeform 42">
              <a:extLst>
                <a:ext uri="{FF2B5EF4-FFF2-40B4-BE49-F238E27FC236}">
                  <a16:creationId xmlns:a16="http://schemas.microsoft.com/office/drawing/2014/main" id="{498D1084-B2D6-437C-9705-8248E55E544E}"/>
                </a:ext>
              </a:extLst>
            </p:cNvPr>
            <p:cNvSpPr>
              <a:spLocks/>
            </p:cNvSpPr>
            <p:nvPr/>
          </p:nvSpPr>
          <p:spPr bwMode="auto">
            <a:xfrm>
              <a:off x="4968294"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6" name="Line 37">
              <a:extLst>
                <a:ext uri="{FF2B5EF4-FFF2-40B4-BE49-F238E27FC236}">
                  <a16:creationId xmlns:a16="http://schemas.microsoft.com/office/drawing/2014/main" id="{5E2ACB33-FE70-454C-8D1B-5DFF546719E9}"/>
                </a:ext>
              </a:extLst>
            </p:cNvPr>
            <p:cNvSpPr>
              <a:spLocks noChangeShapeType="1"/>
            </p:cNvSpPr>
            <p:nvPr/>
          </p:nvSpPr>
          <p:spPr bwMode="auto">
            <a:xfrm>
              <a:off x="4701594"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7" name="Rectangle 41">
              <a:extLst>
                <a:ext uri="{FF2B5EF4-FFF2-40B4-BE49-F238E27FC236}">
                  <a16:creationId xmlns:a16="http://schemas.microsoft.com/office/drawing/2014/main" id="{2043A80E-9184-471D-9073-23382ADEF0C6}"/>
                </a:ext>
              </a:extLst>
            </p:cNvPr>
            <p:cNvSpPr>
              <a:spLocks noChangeArrowheads="1"/>
            </p:cNvSpPr>
            <p:nvPr/>
          </p:nvSpPr>
          <p:spPr bwMode="auto">
            <a:xfrm>
              <a:off x="99163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8" name="Line 290">
              <a:extLst>
                <a:ext uri="{FF2B5EF4-FFF2-40B4-BE49-F238E27FC236}">
                  <a16:creationId xmlns:a16="http://schemas.microsoft.com/office/drawing/2014/main" id="{210195CA-D12B-404B-8759-D5F9EC3B2D77}"/>
                </a:ext>
              </a:extLst>
            </p:cNvPr>
            <p:cNvSpPr>
              <a:spLocks noChangeAspect="1" noChangeShapeType="1"/>
            </p:cNvSpPr>
            <p:nvPr/>
          </p:nvSpPr>
          <p:spPr bwMode="auto">
            <a:xfrm>
              <a:off x="3955733" y="3147058"/>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9" name="Freeform 293">
              <a:extLst>
                <a:ext uri="{FF2B5EF4-FFF2-40B4-BE49-F238E27FC236}">
                  <a16:creationId xmlns:a16="http://schemas.microsoft.com/office/drawing/2014/main" id="{95327C45-B2D9-4271-80F6-B11EA1C7A0BF}"/>
                </a:ext>
              </a:extLst>
            </p:cNvPr>
            <p:cNvSpPr>
              <a:spLocks noChangeAspect="1"/>
            </p:cNvSpPr>
            <p:nvPr/>
          </p:nvSpPr>
          <p:spPr bwMode="auto">
            <a:xfrm>
              <a:off x="4282855"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0" name="Line 294">
              <a:extLst>
                <a:ext uri="{FF2B5EF4-FFF2-40B4-BE49-F238E27FC236}">
                  <a16:creationId xmlns:a16="http://schemas.microsoft.com/office/drawing/2014/main" id="{04725C08-139C-42B8-9C8D-59B023327060}"/>
                </a:ext>
              </a:extLst>
            </p:cNvPr>
            <p:cNvSpPr>
              <a:spLocks noChangeAspect="1" noChangeShapeType="1"/>
            </p:cNvSpPr>
            <p:nvPr/>
          </p:nvSpPr>
          <p:spPr bwMode="auto">
            <a:xfrm>
              <a:off x="4421369"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1" name="Line 25">
              <a:extLst>
                <a:ext uri="{FF2B5EF4-FFF2-40B4-BE49-F238E27FC236}">
                  <a16:creationId xmlns:a16="http://schemas.microsoft.com/office/drawing/2014/main" id="{DE05006B-EDC6-4602-A4A6-AD2CC1A95804}"/>
                </a:ext>
              </a:extLst>
            </p:cNvPr>
            <p:cNvSpPr>
              <a:spLocks noChangeShapeType="1"/>
            </p:cNvSpPr>
            <p:nvPr/>
          </p:nvSpPr>
          <p:spPr bwMode="auto">
            <a:xfrm>
              <a:off x="5633911" y="3752835"/>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2" name="Line 25">
              <a:extLst>
                <a:ext uri="{FF2B5EF4-FFF2-40B4-BE49-F238E27FC236}">
                  <a16:creationId xmlns:a16="http://schemas.microsoft.com/office/drawing/2014/main" id="{D616E5E7-176B-4C49-9417-73D4678173A0}"/>
                </a:ext>
              </a:extLst>
            </p:cNvPr>
            <p:cNvSpPr>
              <a:spLocks noChangeShapeType="1"/>
            </p:cNvSpPr>
            <p:nvPr/>
          </p:nvSpPr>
          <p:spPr bwMode="auto">
            <a:xfrm>
              <a:off x="5638891" y="4265147"/>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3" name="Line 25">
              <a:extLst>
                <a:ext uri="{FF2B5EF4-FFF2-40B4-BE49-F238E27FC236}">
                  <a16:creationId xmlns:a16="http://schemas.microsoft.com/office/drawing/2014/main" id="{982BB43C-77E0-4895-9AB2-EFF685ED7EA6}"/>
                </a:ext>
              </a:extLst>
            </p:cNvPr>
            <p:cNvSpPr>
              <a:spLocks noChangeShapeType="1"/>
            </p:cNvSpPr>
            <p:nvPr/>
          </p:nvSpPr>
          <p:spPr bwMode="auto">
            <a:xfrm>
              <a:off x="3962756" y="36008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4" name="Rectangle 41">
              <a:extLst>
                <a:ext uri="{FF2B5EF4-FFF2-40B4-BE49-F238E27FC236}">
                  <a16:creationId xmlns:a16="http://schemas.microsoft.com/office/drawing/2014/main" id="{C8EA1C97-30F2-4AA4-A2DD-57D5555E1D55}"/>
                </a:ext>
              </a:extLst>
            </p:cNvPr>
            <p:cNvSpPr>
              <a:spLocks noChangeArrowheads="1"/>
            </p:cNvSpPr>
            <p:nvPr/>
          </p:nvSpPr>
          <p:spPr bwMode="auto">
            <a:xfrm>
              <a:off x="5769610" y="1838523"/>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5" name="Line 25">
              <a:extLst>
                <a:ext uri="{FF2B5EF4-FFF2-40B4-BE49-F238E27FC236}">
                  <a16:creationId xmlns:a16="http://schemas.microsoft.com/office/drawing/2014/main" id="{DF286B71-50A3-44FC-834E-6B544B57D6E7}"/>
                </a:ext>
              </a:extLst>
            </p:cNvPr>
            <p:cNvSpPr>
              <a:spLocks noChangeShapeType="1"/>
            </p:cNvSpPr>
            <p:nvPr/>
          </p:nvSpPr>
          <p:spPr bwMode="auto">
            <a:xfrm>
              <a:off x="3952002" y="3923351"/>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6" name="Line 294">
              <a:extLst>
                <a:ext uri="{FF2B5EF4-FFF2-40B4-BE49-F238E27FC236}">
                  <a16:creationId xmlns:a16="http://schemas.microsoft.com/office/drawing/2014/main" id="{BB7DC3A0-0284-42A5-B882-A64594784F41}"/>
                </a:ext>
              </a:extLst>
            </p:cNvPr>
            <p:cNvSpPr>
              <a:spLocks noChangeAspect="1" noChangeShapeType="1"/>
            </p:cNvSpPr>
            <p:nvPr/>
          </p:nvSpPr>
          <p:spPr bwMode="auto">
            <a:xfrm>
              <a:off x="3968427"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7" name="Rectangle 41">
              <a:extLst>
                <a:ext uri="{FF2B5EF4-FFF2-40B4-BE49-F238E27FC236}">
                  <a16:creationId xmlns:a16="http://schemas.microsoft.com/office/drawing/2014/main" id="{9835287D-8819-4A52-B304-7F7F29B68E70}"/>
                </a:ext>
              </a:extLst>
            </p:cNvPr>
            <p:cNvSpPr>
              <a:spLocks noChangeArrowheads="1"/>
            </p:cNvSpPr>
            <p:nvPr/>
          </p:nvSpPr>
          <p:spPr bwMode="auto">
            <a:xfrm>
              <a:off x="4333877"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8" name="Rectangle 41">
              <a:extLst>
                <a:ext uri="{FF2B5EF4-FFF2-40B4-BE49-F238E27FC236}">
                  <a16:creationId xmlns:a16="http://schemas.microsoft.com/office/drawing/2014/main" id="{1DF92EC7-90D3-4DD1-9DF1-CE0292FB9F9F}"/>
                </a:ext>
              </a:extLst>
            </p:cNvPr>
            <p:cNvSpPr>
              <a:spLocks noChangeArrowheads="1"/>
            </p:cNvSpPr>
            <p:nvPr/>
          </p:nvSpPr>
          <p:spPr bwMode="auto">
            <a:xfrm>
              <a:off x="4339597"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9" name="Line 294">
              <a:extLst>
                <a:ext uri="{FF2B5EF4-FFF2-40B4-BE49-F238E27FC236}">
                  <a16:creationId xmlns:a16="http://schemas.microsoft.com/office/drawing/2014/main" id="{27E1AEB9-EA45-438B-ADC2-D0E9ABD18AE4}"/>
                </a:ext>
              </a:extLst>
            </p:cNvPr>
            <p:cNvSpPr>
              <a:spLocks noChangeAspect="1" noChangeShapeType="1"/>
            </p:cNvSpPr>
            <p:nvPr/>
          </p:nvSpPr>
          <p:spPr bwMode="auto">
            <a:xfrm>
              <a:off x="4710810"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0" name="Freeform 62">
              <a:extLst>
                <a:ext uri="{FF2B5EF4-FFF2-40B4-BE49-F238E27FC236}">
                  <a16:creationId xmlns:a16="http://schemas.microsoft.com/office/drawing/2014/main" id="{CBC2B827-2E26-457F-8EC6-E017BE9E39D7}"/>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1" name="Line 290">
              <a:extLst>
                <a:ext uri="{FF2B5EF4-FFF2-40B4-BE49-F238E27FC236}">
                  <a16:creationId xmlns:a16="http://schemas.microsoft.com/office/drawing/2014/main" id="{7DE2D031-6DF3-4F2E-B1F0-145CD087351F}"/>
                </a:ext>
              </a:extLst>
            </p:cNvPr>
            <p:cNvSpPr>
              <a:spLocks noChangeAspect="1" noChangeShapeType="1"/>
            </p:cNvSpPr>
            <p:nvPr/>
          </p:nvSpPr>
          <p:spPr bwMode="auto">
            <a:xfrm>
              <a:off x="568924" y="2709150"/>
              <a:ext cx="6605421"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2" name="Freeform 64">
              <a:extLst>
                <a:ext uri="{FF2B5EF4-FFF2-40B4-BE49-F238E27FC236}">
                  <a16:creationId xmlns:a16="http://schemas.microsoft.com/office/drawing/2014/main" id="{2417B31C-399E-42BF-B756-6411E8A8A907}"/>
                </a:ext>
              </a:extLst>
            </p:cNvPr>
            <p:cNvSpPr>
              <a:spLocks/>
            </p:cNvSpPr>
            <p:nvPr/>
          </p:nvSpPr>
          <p:spPr bwMode="auto">
            <a:xfrm>
              <a:off x="1575832"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3" name="Line 294">
              <a:extLst>
                <a:ext uri="{FF2B5EF4-FFF2-40B4-BE49-F238E27FC236}">
                  <a16:creationId xmlns:a16="http://schemas.microsoft.com/office/drawing/2014/main" id="{12BB91C0-151B-4DCA-9275-2AC50CDA51CB}"/>
                </a:ext>
              </a:extLst>
            </p:cNvPr>
            <p:cNvSpPr>
              <a:spLocks noChangeAspect="1" noChangeShapeType="1"/>
            </p:cNvSpPr>
            <p:nvPr/>
          </p:nvSpPr>
          <p:spPr bwMode="auto">
            <a:xfrm>
              <a:off x="1149479"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4" name="Line 294">
              <a:extLst>
                <a:ext uri="{FF2B5EF4-FFF2-40B4-BE49-F238E27FC236}">
                  <a16:creationId xmlns:a16="http://schemas.microsoft.com/office/drawing/2014/main" id="{52674546-7814-46A6-931A-1269498D27A8}"/>
                </a:ext>
              </a:extLst>
            </p:cNvPr>
            <p:cNvSpPr>
              <a:spLocks noChangeAspect="1" noChangeShapeType="1"/>
            </p:cNvSpPr>
            <p:nvPr/>
          </p:nvSpPr>
          <p:spPr bwMode="auto">
            <a:xfrm>
              <a:off x="3962147" y="3912472"/>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5" name="Freeform 68">
              <a:extLst>
                <a:ext uri="{FF2B5EF4-FFF2-40B4-BE49-F238E27FC236}">
                  <a16:creationId xmlns:a16="http://schemas.microsoft.com/office/drawing/2014/main" id="{13D816F5-6777-48D7-9917-0ABBDA7DD538}"/>
                </a:ext>
              </a:extLst>
            </p:cNvPr>
            <p:cNvSpPr>
              <a:spLocks/>
            </p:cNvSpPr>
            <p:nvPr/>
          </p:nvSpPr>
          <p:spPr bwMode="auto">
            <a:xfrm>
              <a:off x="3158238"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6" name="Freeform 70">
              <a:extLst>
                <a:ext uri="{FF2B5EF4-FFF2-40B4-BE49-F238E27FC236}">
                  <a16:creationId xmlns:a16="http://schemas.microsoft.com/office/drawing/2014/main" id="{76933F15-3CAF-4948-83DB-B7E05E10BD9B}"/>
                </a:ext>
              </a:extLst>
            </p:cNvPr>
            <p:cNvSpPr>
              <a:spLocks/>
            </p:cNvSpPr>
            <p:nvPr/>
          </p:nvSpPr>
          <p:spPr bwMode="auto">
            <a:xfrm>
              <a:off x="5971699" y="311709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7" name="Rectangle 41">
              <a:extLst>
                <a:ext uri="{FF2B5EF4-FFF2-40B4-BE49-F238E27FC236}">
                  <a16:creationId xmlns:a16="http://schemas.microsoft.com/office/drawing/2014/main" id="{4479BA59-A7F6-47F1-8573-1ABC2721A064}"/>
                </a:ext>
              </a:extLst>
            </p:cNvPr>
            <p:cNvSpPr>
              <a:spLocks noChangeArrowheads="1"/>
            </p:cNvSpPr>
            <p:nvPr/>
          </p:nvSpPr>
          <p:spPr bwMode="auto">
            <a:xfrm>
              <a:off x="2964574"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8" name="Rectangle 41">
              <a:extLst>
                <a:ext uri="{FF2B5EF4-FFF2-40B4-BE49-F238E27FC236}">
                  <a16:creationId xmlns:a16="http://schemas.microsoft.com/office/drawing/2014/main" id="{607DC247-8371-4D74-A2C3-94BFA5783FC9}"/>
                </a:ext>
              </a:extLst>
            </p:cNvPr>
            <p:cNvSpPr>
              <a:spLocks noChangeArrowheads="1"/>
            </p:cNvSpPr>
            <p:nvPr/>
          </p:nvSpPr>
          <p:spPr bwMode="auto">
            <a:xfrm>
              <a:off x="3810000" y="572788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9" name="Line 294">
              <a:extLst>
                <a:ext uri="{FF2B5EF4-FFF2-40B4-BE49-F238E27FC236}">
                  <a16:creationId xmlns:a16="http://schemas.microsoft.com/office/drawing/2014/main" id="{43CA3346-279F-483C-BEEB-D3247525B814}"/>
                </a:ext>
              </a:extLst>
            </p:cNvPr>
            <p:cNvSpPr>
              <a:spLocks noChangeAspect="1" noChangeShapeType="1"/>
            </p:cNvSpPr>
            <p:nvPr/>
          </p:nvSpPr>
          <p:spPr bwMode="auto">
            <a:xfrm>
              <a:off x="8732277" y="21331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0" name="Freeform 75">
              <a:extLst>
                <a:ext uri="{FF2B5EF4-FFF2-40B4-BE49-F238E27FC236}">
                  <a16:creationId xmlns:a16="http://schemas.microsoft.com/office/drawing/2014/main" id="{18F0FD4B-B9F9-4297-A91A-CF054533B530}"/>
                </a:ext>
              </a:extLst>
            </p:cNvPr>
            <p:cNvSpPr>
              <a:spLocks/>
            </p:cNvSpPr>
            <p:nvPr/>
          </p:nvSpPr>
          <p:spPr bwMode="auto">
            <a:xfrm>
              <a:off x="8717491" y="3720304"/>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1" name="Rectangle 76">
              <a:extLst>
                <a:ext uri="{FF2B5EF4-FFF2-40B4-BE49-F238E27FC236}">
                  <a16:creationId xmlns:a16="http://schemas.microsoft.com/office/drawing/2014/main" id="{75981EB0-DE62-4D47-879E-3DD5AFC740F2}"/>
                </a:ext>
              </a:extLst>
            </p:cNvPr>
            <p:cNvSpPr>
              <a:spLocks noChangeArrowheads="1"/>
            </p:cNvSpPr>
            <p:nvPr/>
          </p:nvSpPr>
          <p:spPr bwMode="auto">
            <a:xfrm>
              <a:off x="7711494" y="3459392"/>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2" name="Rectangle 77">
              <a:extLst>
                <a:ext uri="{FF2B5EF4-FFF2-40B4-BE49-F238E27FC236}">
                  <a16:creationId xmlns:a16="http://schemas.microsoft.com/office/drawing/2014/main" id="{92C4AD58-75C2-4B3F-8DDB-D2536CA0AD47}"/>
                </a:ext>
              </a:extLst>
            </p:cNvPr>
            <p:cNvSpPr>
              <a:spLocks noChangeArrowheads="1"/>
            </p:cNvSpPr>
            <p:nvPr/>
          </p:nvSpPr>
          <p:spPr bwMode="auto">
            <a:xfrm>
              <a:off x="7778169" y="3638779"/>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3" name="Rectangle 78">
              <a:extLst>
                <a:ext uri="{FF2B5EF4-FFF2-40B4-BE49-F238E27FC236}">
                  <a16:creationId xmlns:a16="http://schemas.microsoft.com/office/drawing/2014/main" id="{DE645A98-C175-4BF2-B2A3-608367122383}"/>
                </a:ext>
              </a:extLst>
            </p:cNvPr>
            <p:cNvSpPr>
              <a:spLocks noChangeArrowheads="1"/>
            </p:cNvSpPr>
            <p:nvPr/>
          </p:nvSpPr>
          <p:spPr bwMode="auto">
            <a:xfrm>
              <a:off x="8173456" y="3630842"/>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4" name="Line 7">
              <a:extLst>
                <a:ext uri="{FF2B5EF4-FFF2-40B4-BE49-F238E27FC236}">
                  <a16:creationId xmlns:a16="http://schemas.microsoft.com/office/drawing/2014/main" id="{B7357630-69DD-47A3-B6E5-3B704327BB68}"/>
                </a:ext>
              </a:extLst>
            </p:cNvPr>
            <p:cNvSpPr>
              <a:spLocks noChangeShapeType="1"/>
            </p:cNvSpPr>
            <p:nvPr/>
          </p:nvSpPr>
          <p:spPr bwMode="auto">
            <a:xfrm flipH="1">
              <a:off x="8187744" y="4164242"/>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5" name="Rectangle 80">
              <a:extLst>
                <a:ext uri="{FF2B5EF4-FFF2-40B4-BE49-F238E27FC236}">
                  <a16:creationId xmlns:a16="http://schemas.microsoft.com/office/drawing/2014/main" id="{CB83A261-5F6B-464F-AB57-4111689E0C06}"/>
                </a:ext>
              </a:extLst>
            </p:cNvPr>
            <p:cNvSpPr>
              <a:spLocks noChangeArrowheads="1"/>
            </p:cNvSpPr>
            <p:nvPr/>
          </p:nvSpPr>
          <p:spPr bwMode="auto">
            <a:xfrm>
              <a:off x="8175044" y="4176942"/>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6" name="Line 25">
              <a:extLst>
                <a:ext uri="{FF2B5EF4-FFF2-40B4-BE49-F238E27FC236}">
                  <a16:creationId xmlns:a16="http://schemas.microsoft.com/office/drawing/2014/main" id="{AE155BA4-2F68-40FE-83DB-DAEFF58FD9B0}"/>
                </a:ext>
              </a:extLst>
            </p:cNvPr>
            <p:cNvSpPr>
              <a:spLocks noChangeShapeType="1"/>
            </p:cNvSpPr>
            <p:nvPr/>
          </p:nvSpPr>
          <p:spPr bwMode="auto">
            <a:xfrm>
              <a:off x="7316995" y="3746729"/>
              <a:ext cx="400751"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7" name="Freeform 82">
              <a:extLst>
                <a:ext uri="{FF2B5EF4-FFF2-40B4-BE49-F238E27FC236}">
                  <a16:creationId xmlns:a16="http://schemas.microsoft.com/office/drawing/2014/main" id="{E636A0A1-94A2-40B7-83D4-A27032B75731}"/>
                </a:ext>
              </a:extLst>
            </p:cNvPr>
            <p:cNvSpPr>
              <a:spLocks/>
            </p:cNvSpPr>
            <p:nvPr/>
          </p:nvSpPr>
          <p:spPr bwMode="auto">
            <a:xfrm>
              <a:off x="7711494" y="4202342"/>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8" name="Line 37">
              <a:extLst>
                <a:ext uri="{FF2B5EF4-FFF2-40B4-BE49-F238E27FC236}">
                  <a16:creationId xmlns:a16="http://schemas.microsoft.com/office/drawing/2014/main" id="{5B0CC6D0-852C-4AB1-A78D-23CD918D7868}"/>
                </a:ext>
              </a:extLst>
            </p:cNvPr>
            <p:cNvSpPr>
              <a:spLocks noChangeShapeType="1"/>
            </p:cNvSpPr>
            <p:nvPr/>
          </p:nvSpPr>
          <p:spPr bwMode="auto">
            <a:xfrm>
              <a:off x="7444794" y="4259492"/>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49" name="Line 290">
              <a:extLst>
                <a:ext uri="{FF2B5EF4-FFF2-40B4-BE49-F238E27FC236}">
                  <a16:creationId xmlns:a16="http://schemas.microsoft.com/office/drawing/2014/main" id="{0F93D177-E07D-4037-B487-DC9FE2EE175A}"/>
                </a:ext>
              </a:extLst>
            </p:cNvPr>
            <p:cNvSpPr>
              <a:spLocks noChangeAspect="1" noChangeShapeType="1"/>
            </p:cNvSpPr>
            <p:nvPr/>
          </p:nvSpPr>
          <p:spPr bwMode="auto">
            <a:xfrm>
              <a:off x="6698933" y="3144127"/>
              <a:ext cx="2051786"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0" name="Freeform 293">
              <a:extLst>
                <a:ext uri="{FF2B5EF4-FFF2-40B4-BE49-F238E27FC236}">
                  <a16:creationId xmlns:a16="http://schemas.microsoft.com/office/drawing/2014/main" id="{183ADC29-5716-43EE-BF06-F84DA039A68A}"/>
                </a:ext>
              </a:extLst>
            </p:cNvPr>
            <p:cNvSpPr>
              <a:spLocks noChangeAspect="1"/>
            </p:cNvSpPr>
            <p:nvPr/>
          </p:nvSpPr>
          <p:spPr bwMode="auto">
            <a:xfrm>
              <a:off x="7026055" y="3368904"/>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1" name="Line 294">
              <a:extLst>
                <a:ext uri="{FF2B5EF4-FFF2-40B4-BE49-F238E27FC236}">
                  <a16:creationId xmlns:a16="http://schemas.microsoft.com/office/drawing/2014/main" id="{6D7916DE-1BCE-4818-9BCB-33833E99AB9C}"/>
                </a:ext>
              </a:extLst>
            </p:cNvPr>
            <p:cNvSpPr>
              <a:spLocks noChangeAspect="1" noChangeShapeType="1"/>
            </p:cNvSpPr>
            <p:nvPr/>
          </p:nvSpPr>
          <p:spPr bwMode="auto">
            <a:xfrm>
              <a:off x="7164569" y="2695529"/>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2" name="Line 25">
              <a:extLst>
                <a:ext uri="{FF2B5EF4-FFF2-40B4-BE49-F238E27FC236}">
                  <a16:creationId xmlns:a16="http://schemas.microsoft.com/office/drawing/2014/main" id="{7373C463-2326-4457-8B75-5F314554ACAD}"/>
                </a:ext>
              </a:extLst>
            </p:cNvPr>
            <p:cNvSpPr>
              <a:spLocks noChangeShapeType="1"/>
            </p:cNvSpPr>
            <p:nvPr/>
          </p:nvSpPr>
          <p:spPr bwMode="auto">
            <a:xfrm>
              <a:off x="8377111" y="3749904"/>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3" name="Line 25">
              <a:extLst>
                <a:ext uri="{FF2B5EF4-FFF2-40B4-BE49-F238E27FC236}">
                  <a16:creationId xmlns:a16="http://schemas.microsoft.com/office/drawing/2014/main" id="{EE6AF29E-6546-4D14-8646-E914DD2398DE}"/>
                </a:ext>
              </a:extLst>
            </p:cNvPr>
            <p:cNvSpPr>
              <a:spLocks noChangeShapeType="1"/>
            </p:cNvSpPr>
            <p:nvPr/>
          </p:nvSpPr>
          <p:spPr bwMode="auto">
            <a:xfrm>
              <a:off x="8382091" y="4262216"/>
              <a:ext cx="5334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4" name="Line 25">
              <a:extLst>
                <a:ext uri="{FF2B5EF4-FFF2-40B4-BE49-F238E27FC236}">
                  <a16:creationId xmlns:a16="http://schemas.microsoft.com/office/drawing/2014/main" id="{40835E04-CC57-44F1-A1A7-7706423E4599}"/>
                </a:ext>
              </a:extLst>
            </p:cNvPr>
            <p:cNvSpPr>
              <a:spLocks noChangeShapeType="1"/>
            </p:cNvSpPr>
            <p:nvPr/>
          </p:nvSpPr>
          <p:spPr bwMode="auto">
            <a:xfrm>
              <a:off x="6705956" y="3597920"/>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5" name="Rectangle 41">
              <a:extLst>
                <a:ext uri="{FF2B5EF4-FFF2-40B4-BE49-F238E27FC236}">
                  <a16:creationId xmlns:a16="http://schemas.microsoft.com/office/drawing/2014/main" id="{6E5669CC-A3E3-4413-A54C-F9206F65928C}"/>
                </a:ext>
              </a:extLst>
            </p:cNvPr>
            <p:cNvSpPr>
              <a:spLocks noChangeArrowheads="1"/>
            </p:cNvSpPr>
            <p:nvPr/>
          </p:nvSpPr>
          <p:spPr bwMode="auto">
            <a:xfrm>
              <a:off x="8512810" y="1835592"/>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6" name="Line 25">
              <a:extLst>
                <a:ext uri="{FF2B5EF4-FFF2-40B4-BE49-F238E27FC236}">
                  <a16:creationId xmlns:a16="http://schemas.microsoft.com/office/drawing/2014/main" id="{B0BC81B7-50CD-4B57-A224-789C3128B861}"/>
                </a:ext>
              </a:extLst>
            </p:cNvPr>
            <p:cNvSpPr>
              <a:spLocks noChangeShapeType="1"/>
            </p:cNvSpPr>
            <p:nvPr/>
          </p:nvSpPr>
          <p:spPr bwMode="auto">
            <a:xfrm>
              <a:off x="6695202" y="3920420"/>
              <a:ext cx="331199"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7" name="Line 294">
              <a:extLst>
                <a:ext uri="{FF2B5EF4-FFF2-40B4-BE49-F238E27FC236}">
                  <a16:creationId xmlns:a16="http://schemas.microsoft.com/office/drawing/2014/main" id="{583910CE-9B0D-4CF4-A57A-B764A22D77A0}"/>
                </a:ext>
              </a:extLst>
            </p:cNvPr>
            <p:cNvSpPr>
              <a:spLocks noChangeAspect="1" noChangeShapeType="1"/>
            </p:cNvSpPr>
            <p:nvPr/>
          </p:nvSpPr>
          <p:spPr bwMode="auto">
            <a:xfrm>
              <a:off x="6711627" y="3138424"/>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8" name="Rectangle 41">
              <a:extLst>
                <a:ext uri="{FF2B5EF4-FFF2-40B4-BE49-F238E27FC236}">
                  <a16:creationId xmlns:a16="http://schemas.microsoft.com/office/drawing/2014/main" id="{75A8A24B-6B19-44F4-9FD9-277494B0E5F0}"/>
                </a:ext>
              </a:extLst>
            </p:cNvPr>
            <p:cNvSpPr>
              <a:spLocks noChangeArrowheads="1"/>
            </p:cNvSpPr>
            <p:nvPr/>
          </p:nvSpPr>
          <p:spPr bwMode="auto">
            <a:xfrm>
              <a:off x="7077077" y="3474577"/>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59" name="Rectangle 41">
              <a:extLst>
                <a:ext uri="{FF2B5EF4-FFF2-40B4-BE49-F238E27FC236}">
                  <a16:creationId xmlns:a16="http://schemas.microsoft.com/office/drawing/2014/main" id="{C8E52DB8-3A7C-4B52-9A7D-FC57FDCA1DAF}"/>
                </a:ext>
              </a:extLst>
            </p:cNvPr>
            <p:cNvSpPr>
              <a:spLocks noChangeArrowheads="1"/>
            </p:cNvSpPr>
            <p:nvPr/>
          </p:nvSpPr>
          <p:spPr bwMode="auto">
            <a:xfrm>
              <a:off x="7082797" y="3792185"/>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60" name="Line 294">
              <a:extLst>
                <a:ext uri="{FF2B5EF4-FFF2-40B4-BE49-F238E27FC236}">
                  <a16:creationId xmlns:a16="http://schemas.microsoft.com/office/drawing/2014/main" id="{06A74A33-649C-4864-8EA8-02FC9530ABF7}"/>
                </a:ext>
              </a:extLst>
            </p:cNvPr>
            <p:cNvSpPr>
              <a:spLocks noChangeAspect="1" noChangeShapeType="1"/>
            </p:cNvSpPr>
            <p:nvPr/>
          </p:nvSpPr>
          <p:spPr bwMode="auto">
            <a:xfrm>
              <a:off x="7454010" y="4249662"/>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61" name="Line 294">
              <a:extLst>
                <a:ext uri="{FF2B5EF4-FFF2-40B4-BE49-F238E27FC236}">
                  <a16:creationId xmlns:a16="http://schemas.microsoft.com/office/drawing/2014/main" id="{35B7A385-3347-45FE-AB07-3C78D71BF21F}"/>
                </a:ext>
              </a:extLst>
            </p:cNvPr>
            <p:cNvSpPr>
              <a:spLocks noChangeAspect="1" noChangeShapeType="1"/>
            </p:cNvSpPr>
            <p:nvPr/>
          </p:nvSpPr>
          <p:spPr bwMode="auto">
            <a:xfrm>
              <a:off x="6705347" y="3909541"/>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62" name="Freeform 97">
              <a:extLst>
                <a:ext uri="{FF2B5EF4-FFF2-40B4-BE49-F238E27FC236}">
                  <a16:creationId xmlns:a16="http://schemas.microsoft.com/office/drawing/2014/main" id="{54169094-7701-4A02-8777-7498447D82F6}"/>
                </a:ext>
              </a:extLst>
            </p:cNvPr>
            <p:cNvSpPr>
              <a:spLocks/>
            </p:cNvSpPr>
            <p:nvPr/>
          </p:nvSpPr>
          <p:spPr bwMode="auto">
            <a:xfrm>
              <a:off x="8714899" y="3114159"/>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63" name="Rectangle 41">
              <a:extLst>
                <a:ext uri="{FF2B5EF4-FFF2-40B4-BE49-F238E27FC236}">
                  <a16:creationId xmlns:a16="http://schemas.microsoft.com/office/drawing/2014/main" id="{107AC0F5-7627-4775-B02A-D55FF95BA76A}"/>
                </a:ext>
              </a:extLst>
            </p:cNvPr>
            <p:cNvSpPr>
              <a:spLocks noChangeArrowheads="1"/>
            </p:cNvSpPr>
            <p:nvPr/>
          </p:nvSpPr>
          <p:spPr bwMode="auto">
            <a:xfrm>
              <a:off x="6553200" y="5724955"/>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64" name="Freeform 100">
              <a:extLst>
                <a:ext uri="{FF2B5EF4-FFF2-40B4-BE49-F238E27FC236}">
                  <a16:creationId xmlns:a16="http://schemas.microsoft.com/office/drawing/2014/main" id="{B7E0E5CF-A918-4BEB-B456-EEC4D8229E0C}"/>
                </a:ext>
              </a:extLst>
            </p:cNvPr>
            <p:cNvSpPr>
              <a:spLocks/>
            </p:cNvSpPr>
            <p:nvPr/>
          </p:nvSpPr>
          <p:spPr bwMode="auto">
            <a:xfrm>
              <a:off x="4689114" y="4842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Title 1">
            <a:extLst>
              <a:ext uri="{FF2B5EF4-FFF2-40B4-BE49-F238E27FC236}">
                <a16:creationId xmlns:a16="http://schemas.microsoft.com/office/drawing/2014/main" id="{010ACC72-AD97-4757-A811-BCE04962015B}"/>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4-Bit Parallel-Access Register</a:t>
            </a:r>
          </a:p>
        </p:txBody>
      </p:sp>
      <p:grpSp>
        <p:nvGrpSpPr>
          <p:cNvPr id="102402" name="Group 2">
            <a:extLst>
              <a:ext uri="{FF2B5EF4-FFF2-40B4-BE49-F238E27FC236}">
                <a16:creationId xmlns:a16="http://schemas.microsoft.com/office/drawing/2014/main" id="{7771FC9E-4B52-4A26-B549-DEAFA909802B}"/>
              </a:ext>
            </a:extLst>
          </p:cNvPr>
          <p:cNvGrpSpPr>
            <a:grpSpLocks/>
          </p:cNvGrpSpPr>
          <p:nvPr/>
        </p:nvGrpSpPr>
        <p:grpSpPr bwMode="auto">
          <a:xfrm>
            <a:off x="228600" y="1852613"/>
            <a:ext cx="8513763" cy="4090987"/>
            <a:chOff x="228600" y="1852129"/>
            <a:chExt cx="8513945" cy="4091471"/>
          </a:xfrm>
        </p:grpSpPr>
        <p:sp>
          <p:nvSpPr>
            <p:cNvPr id="102403" name="Rectangle 11">
              <a:extLst>
                <a:ext uri="{FF2B5EF4-FFF2-40B4-BE49-F238E27FC236}">
                  <a16:creationId xmlns:a16="http://schemas.microsoft.com/office/drawing/2014/main" id="{5CDDED90-0C9A-4C8D-A6F8-487C78B66086}"/>
                </a:ext>
              </a:extLst>
            </p:cNvPr>
            <p:cNvSpPr>
              <a:spLocks noChangeArrowheads="1"/>
            </p:cNvSpPr>
            <p:nvPr/>
          </p:nvSpPr>
          <p:spPr bwMode="auto">
            <a:xfrm>
              <a:off x="228600" y="473916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4" name="Rectangle 135">
              <a:extLst>
                <a:ext uri="{FF2B5EF4-FFF2-40B4-BE49-F238E27FC236}">
                  <a16:creationId xmlns:a16="http://schemas.microsoft.com/office/drawing/2014/main" id="{B79883F3-B4A4-4685-AE91-11AAD6D2EAE4}"/>
                </a:ext>
              </a:extLst>
            </p:cNvPr>
            <p:cNvSpPr>
              <a:spLocks noChangeArrowheads="1"/>
            </p:cNvSpPr>
            <p:nvPr/>
          </p:nvSpPr>
          <p:spPr bwMode="auto">
            <a:xfrm>
              <a:off x="242480" y="2590800"/>
              <a:ext cx="413584" cy="21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02405" name="Line 290">
              <a:extLst>
                <a:ext uri="{FF2B5EF4-FFF2-40B4-BE49-F238E27FC236}">
                  <a16:creationId xmlns:a16="http://schemas.microsoft.com/office/drawing/2014/main" id="{8DF00DE5-A226-4E62-84BC-B3D17FE91BE5}"/>
                </a:ext>
              </a:extLst>
            </p:cNvPr>
            <p:cNvSpPr>
              <a:spLocks noChangeAspect="1" noChangeShapeType="1"/>
            </p:cNvSpPr>
            <p:nvPr/>
          </p:nvSpPr>
          <p:spPr bwMode="auto">
            <a:xfrm>
              <a:off x="709827" y="2709150"/>
              <a:ext cx="6605421"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2406" name="Group 1">
              <a:extLst>
                <a:ext uri="{FF2B5EF4-FFF2-40B4-BE49-F238E27FC236}">
                  <a16:creationId xmlns:a16="http://schemas.microsoft.com/office/drawing/2014/main" id="{632AC74A-C835-49AB-935F-4A1F6D964A85}"/>
                </a:ext>
              </a:extLst>
            </p:cNvPr>
            <p:cNvGrpSpPr>
              <a:grpSpLocks/>
            </p:cNvGrpSpPr>
            <p:nvPr/>
          </p:nvGrpSpPr>
          <p:grpSpPr bwMode="auto">
            <a:xfrm>
              <a:off x="1111917" y="1852129"/>
              <a:ext cx="1892247" cy="4091471"/>
              <a:chOff x="1330992" y="1852129"/>
              <a:chExt cx="1892247" cy="4091471"/>
            </a:xfrm>
          </p:grpSpPr>
          <p:sp>
            <p:nvSpPr>
              <p:cNvPr id="102490" name="Line 25">
                <a:extLst>
                  <a:ext uri="{FF2B5EF4-FFF2-40B4-BE49-F238E27FC236}">
                    <a16:creationId xmlns:a16="http://schemas.microsoft.com/office/drawing/2014/main" id="{54065909-5388-4A15-82A3-C666287BBA0C}"/>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1" name="Freeform 38">
                <a:extLst>
                  <a:ext uri="{FF2B5EF4-FFF2-40B4-BE49-F238E27FC236}">
                    <a16:creationId xmlns:a16="http://schemas.microsoft.com/office/drawing/2014/main" id="{7E2EF41F-078D-4AEC-8BF1-EBF53F05EC86}"/>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2" name="Rectangle 4">
                <a:extLst>
                  <a:ext uri="{FF2B5EF4-FFF2-40B4-BE49-F238E27FC236}">
                    <a16:creationId xmlns:a16="http://schemas.microsoft.com/office/drawing/2014/main" id="{1E6556C8-4E7B-47CB-AA9A-661137405EED}"/>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3" name="Rectangle 5">
                <a:extLst>
                  <a:ext uri="{FF2B5EF4-FFF2-40B4-BE49-F238E27FC236}">
                    <a16:creationId xmlns:a16="http://schemas.microsoft.com/office/drawing/2014/main" id="{10FEC930-EBAA-4C9F-A47B-403FE08A7565}"/>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4" name="Rectangle 6">
                <a:extLst>
                  <a:ext uri="{FF2B5EF4-FFF2-40B4-BE49-F238E27FC236}">
                    <a16:creationId xmlns:a16="http://schemas.microsoft.com/office/drawing/2014/main" id="{00F2BA9C-A66A-418F-B7AC-D614E5B96B8C}"/>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5" name="Line 7">
                <a:extLst>
                  <a:ext uri="{FF2B5EF4-FFF2-40B4-BE49-F238E27FC236}">
                    <a16:creationId xmlns:a16="http://schemas.microsoft.com/office/drawing/2014/main" id="{00CBB820-0B3F-4F19-B403-DC96538B7741}"/>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6" name="Rectangle 9">
                <a:extLst>
                  <a:ext uri="{FF2B5EF4-FFF2-40B4-BE49-F238E27FC236}">
                    <a16:creationId xmlns:a16="http://schemas.microsoft.com/office/drawing/2014/main" id="{8751AB87-C695-4ABF-A93F-8C18F11A7C31}"/>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7" name="Line 25">
                <a:extLst>
                  <a:ext uri="{FF2B5EF4-FFF2-40B4-BE49-F238E27FC236}">
                    <a16:creationId xmlns:a16="http://schemas.microsoft.com/office/drawing/2014/main" id="{31A33E95-FFFF-4C57-97F4-B0F555837F58}"/>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8" name="Freeform 36">
                <a:extLst>
                  <a:ext uri="{FF2B5EF4-FFF2-40B4-BE49-F238E27FC236}">
                    <a16:creationId xmlns:a16="http://schemas.microsoft.com/office/drawing/2014/main" id="{671E06D3-AEC1-44E2-BB19-BFA391FEA017}"/>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99" name="Line 37">
                <a:extLst>
                  <a:ext uri="{FF2B5EF4-FFF2-40B4-BE49-F238E27FC236}">
                    <a16:creationId xmlns:a16="http://schemas.microsoft.com/office/drawing/2014/main" id="{DD970A0C-4737-4775-B8D5-F05B34727411}"/>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0" name="Line 290">
                <a:extLst>
                  <a:ext uri="{FF2B5EF4-FFF2-40B4-BE49-F238E27FC236}">
                    <a16:creationId xmlns:a16="http://schemas.microsoft.com/office/drawing/2014/main" id="{BB230476-5726-46E0-B521-D821855DF925}"/>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1" name="Freeform 293">
                <a:extLst>
                  <a:ext uri="{FF2B5EF4-FFF2-40B4-BE49-F238E27FC236}">
                    <a16:creationId xmlns:a16="http://schemas.microsoft.com/office/drawing/2014/main" id="{F996F366-B651-4704-8BC3-30B9FDE31350}"/>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2" name="Line 294">
                <a:extLst>
                  <a:ext uri="{FF2B5EF4-FFF2-40B4-BE49-F238E27FC236}">
                    <a16:creationId xmlns:a16="http://schemas.microsoft.com/office/drawing/2014/main" id="{141D5711-1B5E-4A30-8D28-275414997315}"/>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3" name="Line 25">
                <a:extLst>
                  <a:ext uri="{FF2B5EF4-FFF2-40B4-BE49-F238E27FC236}">
                    <a16:creationId xmlns:a16="http://schemas.microsoft.com/office/drawing/2014/main" id="{BB3EE9CA-3B57-4F34-ACBA-7255EA06C510}"/>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4" name="Line 25">
                <a:extLst>
                  <a:ext uri="{FF2B5EF4-FFF2-40B4-BE49-F238E27FC236}">
                    <a16:creationId xmlns:a16="http://schemas.microsoft.com/office/drawing/2014/main" id="{A57F8151-DAEA-46D0-BEF9-61EA692A4C80}"/>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5" name="Line 294">
                <a:extLst>
                  <a:ext uri="{FF2B5EF4-FFF2-40B4-BE49-F238E27FC236}">
                    <a16:creationId xmlns:a16="http://schemas.microsoft.com/office/drawing/2014/main" id="{4DF8E13C-AEF7-4DB2-9AD8-424DC3638F15}"/>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6" name="Line 294">
                <a:extLst>
                  <a:ext uri="{FF2B5EF4-FFF2-40B4-BE49-F238E27FC236}">
                    <a16:creationId xmlns:a16="http://schemas.microsoft.com/office/drawing/2014/main" id="{69BEDC72-6240-4AAA-9520-B77247D81633}"/>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7" name="Rectangle 41">
                <a:extLst>
                  <a:ext uri="{FF2B5EF4-FFF2-40B4-BE49-F238E27FC236}">
                    <a16:creationId xmlns:a16="http://schemas.microsoft.com/office/drawing/2014/main" id="{EF74FB8D-00E9-432B-B567-202DDBC6BC3F}"/>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8" name="Rectangle 41">
                <a:extLst>
                  <a:ext uri="{FF2B5EF4-FFF2-40B4-BE49-F238E27FC236}">
                    <a16:creationId xmlns:a16="http://schemas.microsoft.com/office/drawing/2014/main" id="{2C370B1F-DD1E-4D66-8CD5-EFDE4359E8A6}"/>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09" name="Line 294">
                <a:extLst>
                  <a:ext uri="{FF2B5EF4-FFF2-40B4-BE49-F238E27FC236}">
                    <a16:creationId xmlns:a16="http://schemas.microsoft.com/office/drawing/2014/main" id="{0672CF99-F7C9-4407-BCF6-F7AD6F0FCA9C}"/>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0" name="Rectangle 41">
                <a:extLst>
                  <a:ext uri="{FF2B5EF4-FFF2-40B4-BE49-F238E27FC236}">
                    <a16:creationId xmlns:a16="http://schemas.microsoft.com/office/drawing/2014/main" id="{F3D39FEF-59E2-4FE7-B964-056F4B8ECEC4}"/>
                  </a:ext>
                </a:extLst>
              </p:cNvPr>
              <p:cNvSpPr>
                <a:spLocks noChangeArrowheads="1"/>
              </p:cNvSpPr>
              <p:nvPr/>
            </p:nvSpPr>
            <p:spPr bwMode="auto">
              <a:xfrm>
                <a:off x="1330992"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1" name="Freeform 62">
                <a:extLst>
                  <a:ext uri="{FF2B5EF4-FFF2-40B4-BE49-F238E27FC236}">
                    <a16:creationId xmlns:a16="http://schemas.microsoft.com/office/drawing/2014/main" id="{A393D08D-9676-4E9C-8AC7-3DFFFF3A139A}"/>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2" name="Freeform 64">
                <a:extLst>
                  <a:ext uri="{FF2B5EF4-FFF2-40B4-BE49-F238E27FC236}">
                    <a16:creationId xmlns:a16="http://schemas.microsoft.com/office/drawing/2014/main" id="{1F1286F2-C3A1-439C-88DE-6DC49E376A80}"/>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3" name="Line 294">
                <a:extLst>
                  <a:ext uri="{FF2B5EF4-FFF2-40B4-BE49-F238E27FC236}">
                    <a16:creationId xmlns:a16="http://schemas.microsoft.com/office/drawing/2014/main" id="{182B2B3B-CCED-45AE-828B-13375CCD5E30}"/>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4" name="Freeform 68">
                <a:extLst>
                  <a:ext uri="{FF2B5EF4-FFF2-40B4-BE49-F238E27FC236}">
                    <a16:creationId xmlns:a16="http://schemas.microsoft.com/office/drawing/2014/main" id="{8C9027AA-C20D-400C-9CEF-148CA8B0E25F}"/>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5" name="Rectangle 41">
                <a:extLst>
                  <a:ext uri="{FF2B5EF4-FFF2-40B4-BE49-F238E27FC236}">
                    <a16:creationId xmlns:a16="http://schemas.microsoft.com/office/drawing/2014/main" id="{5E4501F5-A698-4687-8AD2-BB1158C65851}"/>
                  </a:ext>
                </a:extLst>
              </p:cNvPr>
              <p:cNvSpPr>
                <a:spLocks noChangeArrowheads="1"/>
              </p:cNvSpPr>
              <p:nvPr/>
            </p:nvSpPr>
            <p:spPr bwMode="auto">
              <a:xfrm>
                <a:off x="2774398"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516" name="Line 25">
                <a:extLst>
                  <a:ext uri="{FF2B5EF4-FFF2-40B4-BE49-F238E27FC236}">
                    <a16:creationId xmlns:a16="http://schemas.microsoft.com/office/drawing/2014/main" id="{6427D6FA-1D3C-4003-B437-67373670AD37}"/>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2407" name="Group 103">
              <a:extLst>
                <a:ext uri="{FF2B5EF4-FFF2-40B4-BE49-F238E27FC236}">
                  <a16:creationId xmlns:a16="http://schemas.microsoft.com/office/drawing/2014/main" id="{766D57AE-2680-4E7A-B7E8-B13A94C87FA2}"/>
                </a:ext>
              </a:extLst>
            </p:cNvPr>
            <p:cNvGrpSpPr>
              <a:grpSpLocks/>
            </p:cNvGrpSpPr>
            <p:nvPr/>
          </p:nvGrpSpPr>
          <p:grpSpPr bwMode="auto">
            <a:xfrm>
              <a:off x="3027624" y="1852129"/>
              <a:ext cx="1877832" cy="4091471"/>
              <a:chOff x="1326114" y="1852129"/>
              <a:chExt cx="1877832" cy="4091471"/>
            </a:xfrm>
          </p:grpSpPr>
          <p:sp>
            <p:nvSpPr>
              <p:cNvPr id="102463" name="Line 25">
                <a:extLst>
                  <a:ext uri="{FF2B5EF4-FFF2-40B4-BE49-F238E27FC236}">
                    <a16:creationId xmlns:a16="http://schemas.microsoft.com/office/drawing/2014/main" id="{F37A53A1-15BF-4099-B140-9D0B62F4F0F2}"/>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4" name="Freeform 105">
                <a:extLst>
                  <a:ext uri="{FF2B5EF4-FFF2-40B4-BE49-F238E27FC236}">
                    <a16:creationId xmlns:a16="http://schemas.microsoft.com/office/drawing/2014/main" id="{B2211F1C-B888-4834-AE14-BBC751409E1F}"/>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5" name="Rectangle 106">
                <a:extLst>
                  <a:ext uri="{FF2B5EF4-FFF2-40B4-BE49-F238E27FC236}">
                    <a16:creationId xmlns:a16="http://schemas.microsoft.com/office/drawing/2014/main" id="{F97BF545-81C0-4590-B93E-040C0A1B3E13}"/>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6" name="Rectangle 107">
                <a:extLst>
                  <a:ext uri="{FF2B5EF4-FFF2-40B4-BE49-F238E27FC236}">
                    <a16:creationId xmlns:a16="http://schemas.microsoft.com/office/drawing/2014/main" id="{A01BA668-C97F-4AA2-A982-CC0A81E67BE3}"/>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7" name="Rectangle 108">
                <a:extLst>
                  <a:ext uri="{FF2B5EF4-FFF2-40B4-BE49-F238E27FC236}">
                    <a16:creationId xmlns:a16="http://schemas.microsoft.com/office/drawing/2014/main" id="{193C5BDE-2442-4A8D-B070-80660004FD81}"/>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8" name="Line 7">
                <a:extLst>
                  <a:ext uri="{FF2B5EF4-FFF2-40B4-BE49-F238E27FC236}">
                    <a16:creationId xmlns:a16="http://schemas.microsoft.com/office/drawing/2014/main" id="{EEE48F34-2660-47ED-8C6E-2FB3ADA86F63}"/>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9" name="Rectangle 110">
                <a:extLst>
                  <a:ext uri="{FF2B5EF4-FFF2-40B4-BE49-F238E27FC236}">
                    <a16:creationId xmlns:a16="http://schemas.microsoft.com/office/drawing/2014/main" id="{6E5331F7-BCA2-4145-8522-596F2153223E}"/>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0" name="Line 25">
                <a:extLst>
                  <a:ext uri="{FF2B5EF4-FFF2-40B4-BE49-F238E27FC236}">
                    <a16:creationId xmlns:a16="http://schemas.microsoft.com/office/drawing/2014/main" id="{398F3FD9-320C-470F-BB7D-7A1BD566D13A}"/>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1" name="Freeform 112">
                <a:extLst>
                  <a:ext uri="{FF2B5EF4-FFF2-40B4-BE49-F238E27FC236}">
                    <a16:creationId xmlns:a16="http://schemas.microsoft.com/office/drawing/2014/main" id="{C4B675B7-20A8-4A27-87F1-D8627E2679ED}"/>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2" name="Line 37">
                <a:extLst>
                  <a:ext uri="{FF2B5EF4-FFF2-40B4-BE49-F238E27FC236}">
                    <a16:creationId xmlns:a16="http://schemas.microsoft.com/office/drawing/2014/main" id="{AEAB5D05-7D90-4CF8-B46D-A6E2B6ACEA78}"/>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3" name="Line 290">
                <a:extLst>
                  <a:ext uri="{FF2B5EF4-FFF2-40B4-BE49-F238E27FC236}">
                    <a16:creationId xmlns:a16="http://schemas.microsoft.com/office/drawing/2014/main" id="{EF036AF2-57B1-45B3-B87E-F331E539A048}"/>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4" name="Freeform 293">
                <a:extLst>
                  <a:ext uri="{FF2B5EF4-FFF2-40B4-BE49-F238E27FC236}">
                    <a16:creationId xmlns:a16="http://schemas.microsoft.com/office/drawing/2014/main" id="{9CBB4229-C16E-45F1-87AC-3ADFC1632930}"/>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5" name="Line 294">
                <a:extLst>
                  <a:ext uri="{FF2B5EF4-FFF2-40B4-BE49-F238E27FC236}">
                    <a16:creationId xmlns:a16="http://schemas.microsoft.com/office/drawing/2014/main" id="{3690F37F-D5CE-4256-8F17-6354636E645D}"/>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6" name="Line 25">
                <a:extLst>
                  <a:ext uri="{FF2B5EF4-FFF2-40B4-BE49-F238E27FC236}">
                    <a16:creationId xmlns:a16="http://schemas.microsoft.com/office/drawing/2014/main" id="{EA97EEA5-B212-49FE-8CA6-108D5A7105D4}"/>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7" name="Line 25">
                <a:extLst>
                  <a:ext uri="{FF2B5EF4-FFF2-40B4-BE49-F238E27FC236}">
                    <a16:creationId xmlns:a16="http://schemas.microsoft.com/office/drawing/2014/main" id="{5ED26014-EAA3-4569-9B0B-70F8C9B7B182}"/>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8" name="Line 294">
                <a:extLst>
                  <a:ext uri="{FF2B5EF4-FFF2-40B4-BE49-F238E27FC236}">
                    <a16:creationId xmlns:a16="http://schemas.microsoft.com/office/drawing/2014/main" id="{2CD89500-230A-4924-9344-D192FD878E5B}"/>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9" name="Line 294">
                <a:extLst>
                  <a:ext uri="{FF2B5EF4-FFF2-40B4-BE49-F238E27FC236}">
                    <a16:creationId xmlns:a16="http://schemas.microsoft.com/office/drawing/2014/main" id="{CEF497C9-9B13-4F65-A506-6329610B041A}"/>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0" name="Rectangle 41">
                <a:extLst>
                  <a:ext uri="{FF2B5EF4-FFF2-40B4-BE49-F238E27FC236}">
                    <a16:creationId xmlns:a16="http://schemas.microsoft.com/office/drawing/2014/main" id="{61B01289-D2C7-44B8-822E-06B2E6E0DAFF}"/>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1" name="Rectangle 41">
                <a:extLst>
                  <a:ext uri="{FF2B5EF4-FFF2-40B4-BE49-F238E27FC236}">
                    <a16:creationId xmlns:a16="http://schemas.microsoft.com/office/drawing/2014/main" id="{E31A7DA4-1DC2-43E5-9323-DF2003FC7577}"/>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2" name="Line 294">
                <a:extLst>
                  <a:ext uri="{FF2B5EF4-FFF2-40B4-BE49-F238E27FC236}">
                    <a16:creationId xmlns:a16="http://schemas.microsoft.com/office/drawing/2014/main" id="{726B4DE5-7FD8-4991-AC3E-845DE73E3526}"/>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3" name="Rectangle 41">
                <a:extLst>
                  <a:ext uri="{FF2B5EF4-FFF2-40B4-BE49-F238E27FC236}">
                    <a16:creationId xmlns:a16="http://schemas.microsoft.com/office/drawing/2014/main" id="{240CE7C6-5A1B-48F4-823A-657E48471ABE}"/>
                  </a:ext>
                </a:extLst>
              </p:cNvPr>
              <p:cNvSpPr>
                <a:spLocks noChangeArrowheads="1"/>
              </p:cNvSpPr>
              <p:nvPr/>
            </p:nvSpPr>
            <p:spPr bwMode="auto">
              <a:xfrm>
                <a:off x="132611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4" name="Freeform 131">
                <a:extLst>
                  <a:ext uri="{FF2B5EF4-FFF2-40B4-BE49-F238E27FC236}">
                    <a16:creationId xmlns:a16="http://schemas.microsoft.com/office/drawing/2014/main" id="{6C711BF7-956A-4421-B52E-7959A130F5F3}"/>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5" name="Freeform 139">
                <a:extLst>
                  <a:ext uri="{FF2B5EF4-FFF2-40B4-BE49-F238E27FC236}">
                    <a16:creationId xmlns:a16="http://schemas.microsoft.com/office/drawing/2014/main" id="{9BDC1758-1B4B-4CB5-9F9D-5C5F2CB7F505}"/>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6" name="Line 294">
                <a:extLst>
                  <a:ext uri="{FF2B5EF4-FFF2-40B4-BE49-F238E27FC236}">
                    <a16:creationId xmlns:a16="http://schemas.microsoft.com/office/drawing/2014/main" id="{91E788FF-EFAA-4CC8-8029-FF6562C184A9}"/>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7" name="Freeform 141">
                <a:extLst>
                  <a:ext uri="{FF2B5EF4-FFF2-40B4-BE49-F238E27FC236}">
                    <a16:creationId xmlns:a16="http://schemas.microsoft.com/office/drawing/2014/main" id="{279AF9EB-D834-4B1B-998E-D2890508C84A}"/>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8" name="Rectangle 41">
                <a:extLst>
                  <a:ext uri="{FF2B5EF4-FFF2-40B4-BE49-F238E27FC236}">
                    <a16:creationId xmlns:a16="http://schemas.microsoft.com/office/drawing/2014/main" id="{476CB149-EC73-4D6F-A361-B9EF6AA1FFC2}"/>
                  </a:ext>
                </a:extLst>
              </p:cNvPr>
              <p:cNvSpPr>
                <a:spLocks noChangeArrowheads="1"/>
              </p:cNvSpPr>
              <p:nvPr/>
            </p:nvSpPr>
            <p:spPr bwMode="auto">
              <a:xfrm>
                <a:off x="2755105"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9" name="Line 25">
                <a:extLst>
                  <a:ext uri="{FF2B5EF4-FFF2-40B4-BE49-F238E27FC236}">
                    <a16:creationId xmlns:a16="http://schemas.microsoft.com/office/drawing/2014/main" id="{330CBFA6-4B04-41B2-BF7A-FE7E18CC2052}"/>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2408" name="Group 144">
              <a:extLst>
                <a:ext uri="{FF2B5EF4-FFF2-40B4-BE49-F238E27FC236}">
                  <a16:creationId xmlns:a16="http://schemas.microsoft.com/office/drawing/2014/main" id="{9D8988D7-F440-4B12-95C7-945190CA7575}"/>
                </a:ext>
              </a:extLst>
            </p:cNvPr>
            <p:cNvGrpSpPr>
              <a:grpSpLocks/>
            </p:cNvGrpSpPr>
            <p:nvPr/>
          </p:nvGrpSpPr>
          <p:grpSpPr bwMode="auto">
            <a:xfrm>
              <a:off x="4952757" y="1852129"/>
              <a:ext cx="1869716" cy="4091471"/>
              <a:chOff x="1328297" y="1852129"/>
              <a:chExt cx="1869716" cy="4091471"/>
            </a:xfrm>
          </p:grpSpPr>
          <p:sp>
            <p:nvSpPr>
              <p:cNvPr id="102436" name="Line 25">
                <a:extLst>
                  <a:ext uri="{FF2B5EF4-FFF2-40B4-BE49-F238E27FC236}">
                    <a16:creationId xmlns:a16="http://schemas.microsoft.com/office/drawing/2014/main" id="{BC60FC33-B014-4845-9582-9D7D1BE245BD}"/>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7" name="Freeform 146">
                <a:extLst>
                  <a:ext uri="{FF2B5EF4-FFF2-40B4-BE49-F238E27FC236}">
                    <a16:creationId xmlns:a16="http://schemas.microsoft.com/office/drawing/2014/main" id="{4D56C4C7-0382-4BA9-84CC-A65657E2ACF1}"/>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8" name="Rectangle 147">
                <a:extLst>
                  <a:ext uri="{FF2B5EF4-FFF2-40B4-BE49-F238E27FC236}">
                    <a16:creationId xmlns:a16="http://schemas.microsoft.com/office/drawing/2014/main" id="{E1E64952-F73C-460E-B86F-C86CA8CDC9F0}"/>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9" name="Rectangle 148">
                <a:extLst>
                  <a:ext uri="{FF2B5EF4-FFF2-40B4-BE49-F238E27FC236}">
                    <a16:creationId xmlns:a16="http://schemas.microsoft.com/office/drawing/2014/main" id="{CF7AD759-27A9-411F-9EDE-8590D2213E06}"/>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0" name="Rectangle 149">
                <a:extLst>
                  <a:ext uri="{FF2B5EF4-FFF2-40B4-BE49-F238E27FC236}">
                    <a16:creationId xmlns:a16="http://schemas.microsoft.com/office/drawing/2014/main" id="{1A4D628A-49EC-438E-979A-A64900814EB4}"/>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1" name="Line 7">
                <a:extLst>
                  <a:ext uri="{FF2B5EF4-FFF2-40B4-BE49-F238E27FC236}">
                    <a16:creationId xmlns:a16="http://schemas.microsoft.com/office/drawing/2014/main" id="{5C944A1F-0C11-4DB1-A9F7-296746DDE594}"/>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2" name="Rectangle 151">
                <a:extLst>
                  <a:ext uri="{FF2B5EF4-FFF2-40B4-BE49-F238E27FC236}">
                    <a16:creationId xmlns:a16="http://schemas.microsoft.com/office/drawing/2014/main" id="{EAFA4E70-630C-4172-836D-D09718DC1970}"/>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3" name="Line 25">
                <a:extLst>
                  <a:ext uri="{FF2B5EF4-FFF2-40B4-BE49-F238E27FC236}">
                    <a16:creationId xmlns:a16="http://schemas.microsoft.com/office/drawing/2014/main" id="{AE34FE3D-B0A5-40FE-9805-2CE720B40F0D}"/>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4" name="Freeform 153">
                <a:extLst>
                  <a:ext uri="{FF2B5EF4-FFF2-40B4-BE49-F238E27FC236}">
                    <a16:creationId xmlns:a16="http://schemas.microsoft.com/office/drawing/2014/main" id="{366D8702-E8E3-4B1B-B565-AADD3A9BCDB9}"/>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5" name="Line 37">
                <a:extLst>
                  <a:ext uri="{FF2B5EF4-FFF2-40B4-BE49-F238E27FC236}">
                    <a16:creationId xmlns:a16="http://schemas.microsoft.com/office/drawing/2014/main" id="{051D005F-1C1C-4401-BCD5-75DA47F09675}"/>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6" name="Line 290">
                <a:extLst>
                  <a:ext uri="{FF2B5EF4-FFF2-40B4-BE49-F238E27FC236}">
                    <a16:creationId xmlns:a16="http://schemas.microsoft.com/office/drawing/2014/main" id="{2E095594-C8E2-4C9F-9841-730BBAB327E0}"/>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7" name="Freeform 293">
                <a:extLst>
                  <a:ext uri="{FF2B5EF4-FFF2-40B4-BE49-F238E27FC236}">
                    <a16:creationId xmlns:a16="http://schemas.microsoft.com/office/drawing/2014/main" id="{4FFB29EB-E71B-45E5-AC92-9F6996AA77C5}"/>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8" name="Line 294">
                <a:extLst>
                  <a:ext uri="{FF2B5EF4-FFF2-40B4-BE49-F238E27FC236}">
                    <a16:creationId xmlns:a16="http://schemas.microsoft.com/office/drawing/2014/main" id="{9C67B481-BDBB-4816-957B-15F3F450490B}"/>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9" name="Line 25">
                <a:extLst>
                  <a:ext uri="{FF2B5EF4-FFF2-40B4-BE49-F238E27FC236}">
                    <a16:creationId xmlns:a16="http://schemas.microsoft.com/office/drawing/2014/main" id="{091029D2-6A93-4A4C-9A17-7F6A58704A11}"/>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0" name="Line 25">
                <a:extLst>
                  <a:ext uri="{FF2B5EF4-FFF2-40B4-BE49-F238E27FC236}">
                    <a16:creationId xmlns:a16="http://schemas.microsoft.com/office/drawing/2014/main" id="{90A5FA36-D7C6-4BAD-A0B2-41BB81A1B1C4}"/>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1" name="Line 294">
                <a:extLst>
                  <a:ext uri="{FF2B5EF4-FFF2-40B4-BE49-F238E27FC236}">
                    <a16:creationId xmlns:a16="http://schemas.microsoft.com/office/drawing/2014/main" id="{1FE93323-762B-4E41-9FE0-AF16797E548C}"/>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2" name="Line 294">
                <a:extLst>
                  <a:ext uri="{FF2B5EF4-FFF2-40B4-BE49-F238E27FC236}">
                    <a16:creationId xmlns:a16="http://schemas.microsoft.com/office/drawing/2014/main" id="{867AC49D-913C-4238-953A-E2112A9C696D}"/>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3" name="Rectangle 41">
                <a:extLst>
                  <a:ext uri="{FF2B5EF4-FFF2-40B4-BE49-F238E27FC236}">
                    <a16:creationId xmlns:a16="http://schemas.microsoft.com/office/drawing/2014/main" id="{602BB4C2-4690-408E-B1F2-97B9069EB318}"/>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4" name="Rectangle 41">
                <a:extLst>
                  <a:ext uri="{FF2B5EF4-FFF2-40B4-BE49-F238E27FC236}">
                    <a16:creationId xmlns:a16="http://schemas.microsoft.com/office/drawing/2014/main" id="{01AE7851-72A0-4480-8BDE-251E2489D612}"/>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5" name="Line 294">
                <a:extLst>
                  <a:ext uri="{FF2B5EF4-FFF2-40B4-BE49-F238E27FC236}">
                    <a16:creationId xmlns:a16="http://schemas.microsoft.com/office/drawing/2014/main" id="{ABA2D389-4569-47BD-90A7-873940F961BE}"/>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6" name="Rectangle 41">
                <a:extLst>
                  <a:ext uri="{FF2B5EF4-FFF2-40B4-BE49-F238E27FC236}">
                    <a16:creationId xmlns:a16="http://schemas.microsoft.com/office/drawing/2014/main" id="{594C64EC-0C65-4B9B-9BC7-FEAA3676E08F}"/>
                  </a:ext>
                </a:extLst>
              </p:cNvPr>
              <p:cNvSpPr>
                <a:spLocks noChangeArrowheads="1"/>
              </p:cNvSpPr>
              <p:nvPr/>
            </p:nvSpPr>
            <p:spPr bwMode="auto">
              <a:xfrm>
                <a:off x="1328297"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7" name="Freeform 166">
                <a:extLst>
                  <a:ext uri="{FF2B5EF4-FFF2-40B4-BE49-F238E27FC236}">
                    <a16:creationId xmlns:a16="http://schemas.microsoft.com/office/drawing/2014/main" id="{AD05DC8F-16C3-45B6-BB85-DB44C8143C1D}"/>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8" name="Freeform 167">
                <a:extLst>
                  <a:ext uri="{FF2B5EF4-FFF2-40B4-BE49-F238E27FC236}">
                    <a16:creationId xmlns:a16="http://schemas.microsoft.com/office/drawing/2014/main" id="{4E4B9C62-52D9-42F4-A798-1F8CF9BA5D9F}"/>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9" name="Line 294">
                <a:extLst>
                  <a:ext uri="{FF2B5EF4-FFF2-40B4-BE49-F238E27FC236}">
                    <a16:creationId xmlns:a16="http://schemas.microsoft.com/office/drawing/2014/main" id="{8DAF369B-34C8-4FC4-8366-C286C5B75C9D}"/>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0" name="Freeform 169">
                <a:extLst>
                  <a:ext uri="{FF2B5EF4-FFF2-40B4-BE49-F238E27FC236}">
                    <a16:creationId xmlns:a16="http://schemas.microsoft.com/office/drawing/2014/main" id="{15103DD9-6607-4355-8B73-200E6C808287}"/>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1" name="Rectangle 41">
                <a:extLst>
                  <a:ext uri="{FF2B5EF4-FFF2-40B4-BE49-F238E27FC236}">
                    <a16:creationId xmlns:a16="http://schemas.microsoft.com/office/drawing/2014/main" id="{56352268-24CD-417B-B9D7-BDBFE0C0626B}"/>
                  </a:ext>
                </a:extLst>
              </p:cNvPr>
              <p:cNvSpPr>
                <a:spLocks noChangeArrowheads="1"/>
              </p:cNvSpPr>
              <p:nvPr/>
            </p:nvSpPr>
            <p:spPr bwMode="auto">
              <a:xfrm>
                <a:off x="2749172"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2" name="Line 25">
                <a:extLst>
                  <a:ext uri="{FF2B5EF4-FFF2-40B4-BE49-F238E27FC236}">
                    <a16:creationId xmlns:a16="http://schemas.microsoft.com/office/drawing/2014/main" id="{93812090-5731-4052-A152-CB2F6FCE84A3}"/>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2409" name="Group 172">
              <a:extLst>
                <a:ext uri="{FF2B5EF4-FFF2-40B4-BE49-F238E27FC236}">
                  <a16:creationId xmlns:a16="http://schemas.microsoft.com/office/drawing/2014/main" id="{6624FCFA-22E1-4843-BFD8-71B4D8BD84BA}"/>
                </a:ext>
              </a:extLst>
            </p:cNvPr>
            <p:cNvGrpSpPr>
              <a:grpSpLocks/>
            </p:cNvGrpSpPr>
            <p:nvPr/>
          </p:nvGrpSpPr>
          <p:grpSpPr bwMode="auto">
            <a:xfrm>
              <a:off x="6867669" y="1852129"/>
              <a:ext cx="1874876" cy="4091471"/>
              <a:chOff x="1328991" y="1852129"/>
              <a:chExt cx="1874876" cy="4091471"/>
            </a:xfrm>
          </p:grpSpPr>
          <p:sp>
            <p:nvSpPr>
              <p:cNvPr id="102411" name="Line 25">
                <a:extLst>
                  <a:ext uri="{FF2B5EF4-FFF2-40B4-BE49-F238E27FC236}">
                    <a16:creationId xmlns:a16="http://schemas.microsoft.com/office/drawing/2014/main" id="{52B31C02-1A73-437B-AEFD-90DAEEF7F979}"/>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2" name="Freeform 174">
                <a:extLst>
                  <a:ext uri="{FF2B5EF4-FFF2-40B4-BE49-F238E27FC236}">
                    <a16:creationId xmlns:a16="http://schemas.microsoft.com/office/drawing/2014/main" id="{3B9E9688-33C0-46D7-A3E6-23D863E8E804}"/>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3" name="Rectangle 175">
                <a:extLst>
                  <a:ext uri="{FF2B5EF4-FFF2-40B4-BE49-F238E27FC236}">
                    <a16:creationId xmlns:a16="http://schemas.microsoft.com/office/drawing/2014/main" id="{F82073FC-AEBD-400C-A419-69BEE896BC82}"/>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4" name="Rectangle 176">
                <a:extLst>
                  <a:ext uri="{FF2B5EF4-FFF2-40B4-BE49-F238E27FC236}">
                    <a16:creationId xmlns:a16="http://schemas.microsoft.com/office/drawing/2014/main" id="{985C20CF-CC02-42A3-8B5D-AF4C27988A4B}"/>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5" name="Rectangle 177">
                <a:extLst>
                  <a:ext uri="{FF2B5EF4-FFF2-40B4-BE49-F238E27FC236}">
                    <a16:creationId xmlns:a16="http://schemas.microsoft.com/office/drawing/2014/main" id="{927D1F99-8021-4E70-9071-4CBB7409EAB2}"/>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6" name="Line 7">
                <a:extLst>
                  <a:ext uri="{FF2B5EF4-FFF2-40B4-BE49-F238E27FC236}">
                    <a16:creationId xmlns:a16="http://schemas.microsoft.com/office/drawing/2014/main" id="{C8505938-E03D-4B9B-9553-83E2C1F7AFC5}"/>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7" name="Rectangle 179">
                <a:extLst>
                  <a:ext uri="{FF2B5EF4-FFF2-40B4-BE49-F238E27FC236}">
                    <a16:creationId xmlns:a16="http://schemas.microsoft.com/office/drawing/2014/main" id="{9D02091D-2127-48B2-A6C9-78D33DD4A852}"/>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8" name="Line 25">
                <a:extLst>
                  <a:ext uri="{FF2B5EF4-FFF2-40B4-BE49-F238E27FC236}">
                    <a16:creationId xmlns:a16="http://schemas.microsoft.com/office/drawing/2014/main" id="{E430C6F9-334F-4918-AC60-5E4903B1AB5D}"/>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9" name="Freeform 181">
                <a:extLst>
                  <a:ext uri="{FF2B5EF4-FFF2-40B4-BE49-F238E27FC236}">
                    <a16:creationId xmlns:a16="http://schemas.microsoft.com/office/drawing/2014/main" id="{FC48EB47-4173-4A96-B16F-DF56B119FC70}"/>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0" name="Line 37">
                <a:extLst>
                  <a:ext uri="{FF2B5EF4-FFF2-40B4-BE49-F238E27FC236}">
                    <a16:creationId xmlns:a16="http://schemas.microsoft.com/office/drawing/2014/main" id="{533E345E-2EAB-408D-825A-4DA829652270}"/>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1" name="Line 290">
                <a:extLst>
                  <a:ext uri="{FF2B5EF4-FFF2-40B4-BE49-F238E27FC236}">
                    <a16:creationId xmlns:a16="http://schemas.microsoft.com/office/drawing/2014/main" id="{D40941DC-F390-44FB-822E-1D7A36EC8EFC}"/>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2" name="Freeform 293">
                <a:extLst>
                  <a:ext uri="{FF2B5EF4-FFF2-40B4-BE49-F238E27FC236}">
                    <a16:creationId xmlns:a16="http://schemas.microsoft.com/office/drawing/2014/main" id="{FBAD1761-EB8B-494A-85C2-4FD7AF777B95}"/>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3" name="Line 294">
                <a:extLst>
                  <a:ext uri="{FF2B5EF4-FFF2-40B4-BE49-F238E27FC236}">
                    <a16:creationId xmlns:a16="http://schemas.microsoft.com/office/drawing/2014/main" id="{394ECC20-559F-412B-96FC-583666E0852B}"/>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4" name="Line 25">
                <a:extLst>
                  <a:ext uri="{FF2B5EF4-FFF2-40B4-BE49-F238E27FC236}">
                    <a16:creationId xmlns:a16="http://schemas.microsoft.com/office/drawing/2014/main" id="{02624FA6-DA6E-4885-B94E-17CC4E088DC0}"/>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5" name="Line 25">
                <a:extLst>
                  <a:ext uri="{FF2B5EF4-FFF2-40B4-BE49-F238E27FC236}">
                    <a16:creationId xmlns:a16="http://schemas.microsoft.com/office/drawing/2014/main" id="{350B8058-BD3C-4E14-92A3-ADFDC7CC2CCF}"/>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6" name="Line 294">
                <a:extLst>
                  <a:ext uri="{FF2B5EF4-FFF2-40B4-BE49-F238E27FC236}">
                    <a16:creationId xmlns:a16="http://schemas.microsoft.com/office/drawing/2014/main" id="{599B4B0E-13E9-4966-A736-C980F25624C9}"/>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7" name="Line 294">
                <a:extLst>
                  <a:ext uri="{FF2B5EF4-FFF2-40B4-BE49-F238E27FC236}">
                    <a16:creationId xmlns:a16="http://schemas.microsoft.com/office/drawing/2014/main" id="{C61BAB38-E2E0-4BBA-8D67-983C7139667A}"/>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8" name="Rectangle 41">
                <a:extLst>
                  <a:ext uri="{FF2B5EF4-FFF2-40B4-BE49-F238E27FC236}">
                    <a16:creationId xmlns:a16="http://schemas.microsoft.com/office/drawing/2014/main" id="{DC9431FE-2130-4538-9A85-20B4881CC126}"/>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9" name="Rectangle 41">
                <a:extLst>
                  <a:ext uri="{FF2B5EF4-FFF2-40B4-BE49-F238E27FC236}">
                    <a16:creationId xmlns:a16="http://schemas.microsoft.com/office/drawing/2014/main" id="{F92EA207-7E34-472A-B5AE-3A0CCCCCBEAA}"/>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0" name="Line 294">
                <a:extLst>
                  <a:ext uri="{FF2B5EF4-FFF2-40B4-BE49-F238E27FC236}">
                    <a16:creationId xmlns:a16="http://schemas.microsoft.com/office/drawing/2014/main" id="{3F02CF9B-518C-4581-BC5E-714EFF5EA142}"/>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1" name="Rectangle 41">
                <a:extLst>
                  <a:ext uri="{FF2B5EF4-FFF2-40B4-BE49-F238E27FC236}">
                    <a16:creationId xmlns:a16="http://schemas.microsoft.com/office/drawing/2014/main" id="{F4C798FA-85E1-478E-B177-1AFB74423661}"/>
                  </a:ext>
                </a:extLst>
              </p:cNvPr>
              <p:cNvSpPr>
                <a:spLocks noChangeArrowheads="1"/>
              </p:cNvSpPr>
              <p:nvPr/>
            </p:nvSpPr>
            <p:spPr bwMode="auto">
              <a:xfrm>
                <a:off x="1328991"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2" name="Line 294">
                <a:extLst>
                  <a:ext uri="{FF2B5EF4-FFF2-40B4-BE49-F238E27FC236}">
                    <a16:creationId xmlns:a16="http://schemas.microsoft.com/office/drawing/2014/main" id="{B8500821-5342-4320-BCED-8B6C19D69E6D}"/>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3" name="Freeform 197">
                <a:extLst>
                  <a:ext uri="{FF2B5EF4-FFF2-40B4-BE49-F238E27FC236}">
                    <a16:creationId xmlns:a16="http://schemas.microsoft.com/office/drawing/2014/main" id="{8866A5FA-F481-4391-A311-D65DB801B459}"/>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4" name="Rectangle 41">
                <a:extLst>
                  <a:ext uri="{FF2B5EF4-FFF2-40B4-BE49-F238E27FC236}">
                    <a16:creationId xmlns:a16="http://schemas.microsoft.com/office/drawing/2014/main" id="{AA3F594A-8D1A-4394-9434-719B7980ADBE}"/>
                  </a:ext>
                </a:extLst>
              </p:cNvPr>
              <p:cNvSpPr>
                <a:spLocks noChangeArrowheads="1"/>
              </p:cNvSpPr>
              <p:nvPr/>
            </p:nvSpPr>
            <p:spPr bwMode="auto">
              <a:xfrm>
                <a:off x="2755026"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5" name="Line 25">
                <a:extLst>
                  <a:ext uri="{FF2B5EF4-FFF2-40B4-BE49-F238E27FC236}">
                    <a16:creationId xmlns:a16="http://schemas.microsoft.com/office/drawing/2014/main" id="{7BE1806E-60C9-4334-9EDC-CC0E2764F083}"/>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2410" name="Line 290">
              <a:extLst>
                <a:ext uri="{FF2B5EF4-FFF2-40B4-BE49-F238E27FC236}">
                  <a16:creationId xmlns:a16="http://schemas.microsoft.com/office/drawing/2014/main" id="{31BE9F54-096B-43C5-B5C9-A51C0016ECE8}"/>
                </a:ext>
              </a:extLst>
            </p:cNvPr>
            <p:cNvSpPr>
              <a:spLocks noChangeAspect="1" noChangeShapeType="1"/>
            </p:cNvSpPr>
            <p:nvPr/>
          </p:nvSpPr>
          <p:spPr bwMode="auto">
            <a:xfrm>
              <a:off x="721364" y="4870019"/>
              <a:ext cx="6727329"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Title 1">
            <a:extLst>
              <a:ext uri="{FF2B5EF4-FFF2-40B4-BE49-F238E27FC236}">
                <a16:creationId xmlns:a16="http://schemas.microsoft.com/office/drawing/2014/main" id="{F5ACFE9C-E746-473C-BE59-E93C06B001E0}"/>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4-Bit Parallel-Access Register</a:t>
            </a:r>
          </a:p>
        </p:txBody>
      </p:sp>
      <p:sp>
        <p:nvSpPr>
          <p:cNvPr id="103426" name="Left Brace 3">
            <a:extLst>
              <a:ext uri="{FF2B5EF4-FFF2-40B4-BE49-F238E27FC236}">
                <a16:creationId xmlns:a16="http://schemas.microsoft.com/office/drawing/2014/main" id="{3E3C7976-8DB1-4404-A2B4-46A7A3B4415C}"/>
              </a:ext>
            </a:extLst>
          </p:cNvPr>
          <p:cNvSpPr>
            <a:spLocks/>
          </p:cNvSpPr>
          <p:nvPr/>
        </p:nvSpPr>
        <p:spPr bwMode="auto">
          <a:xfrm rot="-5400000">
            <a:off x="4037807" y="2855119"/>
            <a:ext cx="228600" cy="6472237"/>
          </a:xfrm>
          <a:prstGeom prst="leftBrace">
            <a:avLst>
              <a:gd name="adj1" fmla="val 41682"/>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 name="TextBox 8">
            <a:extLst>
              <a:ext uri="{FF2B5EF4-FFF2-40B4-BE49-F238E27FC236}">
                <a16:creationId xmlns:a16="http://schemas.microsoft.com/office/drawing/2014/main" id="{D3A5EF84-2A6E-5E47-85F3-30610E2E7959}"/>
              </a:ext>
            </a:extLst>
          </p:cNvPr>
          <p:cNvSpPr txBox="1"/>
          <p:nvPr/>
        </p:nvSpPr>
        <p:spPr>
          <a:xfrm>
            <a:off x="3352800" y="6219825"/>
            <a:ext cx="1382713"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Input</a:t>
            </a:r>
          </a:p>
        </p:txBody>
      </p:sp>
      <p:sp>
        <p:nvSpPr>
          <p:cNvPr id="75" name="TextBox 74">
            <a:extLst>
              <a:ext uri="{FF2B5EF4-FFF2-40B4-BE49-F238E27FC236}">
                <a16:creationId xmlns:a16="http://schemas.microsoft.com/office/drawing/2014/main" id="{EF50B54B-4929-EF4F-81FB-8EF45240D79C}"/>
              </a:ext>
            </a:extLst>
          </p:cNvPr>
          <p:cNvSpPr txBox="1"/>
          <p:nvPr/>
        </p:nvSpPr>
        <p:spPr>
          <a:xfrm>
            <a:off x="4800600" y="1285875"/>
            <a:ext cx="1541463" cy="338138"/>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rPr>
              <a:t>Parallel Output</a:t>
            </a:r>
          </a:p>
        </p:txBody>
      </p:sp>
      <p:sp>
        <p:nvSpPr>
          <p:cNvPr id="103429" name="Left Brace 99">
            <a:extLst>
              <a:ext uri="{FF2B5EF4-FFF2-40B4-BE49-F238E27FC236}">
                <a16:creationId xmlns:a16="http://schemas.microsoft.com/office/drawing/2014/main" id="{B9174AA0-2D1E-46BB-B08E-13364351F021}"/>
              </a:ext>
            </a:extLst>
          </p:cNvPr>
          <p:cNvSpPr>
            <a:spLocks/>
          </p:cNvSpPr>
          <p:nvPr/>
        </p:nvSpPr>
        <p:spPr bwMode="auto">
          <a:xfrm rot="5400000">
            <a:off x="5514975" y="-1400175"/>
            <a:ext cx="228600" cy="6381750"/>
          </a:xfrm>
          <a:prstGeom prst="leftBrace">
            <a:avLst>
              <a:gd name="adj1" fmla="val 41746"/>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3430" name="Group 2">
            <a:extLst>
              <a:ext uri="{FF2B5EF4-FFF2-40B4-BE49-F238E27FC236}">
                <a16:creationId xmlns:a16="http://schemas.microsoft.com/office/drawing/2014/main" id="{32DFEA06-76A1-4785-81A6-3623CBED68BB}"/>
              </a:ext>
            </a:extLst>
          </p:cNvPr>
          <p:cNvGrpSpPr>
            <a:grpSpLocks/>
          </p:cNvGrpSpPr>
          <p:nvPr/>
        </p:nvGrpSpPr>
        <p:grpSpPr bwMode="auto">
          <a:xfrm>
            <a:off x="228600" y="1852613"/>
            <a:ext cx="8513763" cy="4090987"/>
            <a:chOff x="228600" y="1852129"/>
            <a:chExt cx="8513945" cy="4091471"/>
          </a:xfrm>
        </p:grpSpPr>
        <p:sp>
          <p:nvSpPr>
            <p:cNvPr id="103431" name="Rectangle 11">
              <a:extLst>
                <a:ext uri="{FF2B5EF4-FFF2-40B4-BE49-F238E27FC236}">
                  <a16:creationId xmlns:a16="http://schemas.microsoft.com/office/drawing/2014/main" id="{F13D2407-58DD-4FDF-88B8-BD9C1AE0F7F7}"/>
                </a:ext>
              </a:extLst>
            </p:cNvPr>
            <p:cNvSpPr>
              <a:spLocks noChangeArrowheads="1"/>
            </p:cNvSpPr>
            <p:nvPr/>
          </p:nvSpPr>
          <p:spPr bwMode="auto">
            <a:xfrm>
              <a:off x="228600" y="473916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32" name="Rectangle 135">
              <a:extLst>
                <a:ext uri="{FF2B5EF4-FFF2-40B4-BE49-F238E27FC236}">
                  <a16:creationId xmlns:a16="http://schemas.microsoft.com/office/drawing/2014/main" id="{EAFF1208-EE73-4BD8-A23C-17B8E6F44113}"/>
                </a:ext>
              </a:extLst>
            </p:cNvPr>
            <p:cNvSpPr>
              <a:spLocks noChangeArrowheads="1"/>
            </p:cNvSpPr>
            <p:nvPr/>
          </p:nvSpPr>
          <p:spPr bwMode="auto">
            <a:xfrm>
              <a:off x="242480" y="25908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33" name="Line 290">
              <a:extLst>
                <a:ext uri="{FF2B5EF4-FFF2-40B4-BE49-F238E27FC236}">
                  <a16:creationId xmlns:a16="http://schemas.microsoft.com/office/drawing/2014/main" id="{1FF63A62-E113-4AA5-8B65-7FDDB4614A39}"/>
                </a:ext>
              </a:extLst>
            </p:cNvPr>
            <p:cNvSpPr>
              <a:spLocks noChangeAspect="1" noChangeShapeType="1"/>
            </p:cNvSpPr>
            <p:nvPr/>
          </p:nvSpPr>
          <p:spPr bwMode="auto">
            <a:xfrm>
              <a:off x="721364" y="4870019"/>
              <a:ext cx="6727329"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3434" name="Group 1">
              <a:extLst>
                <a:ext uri="{FF2B5EF4-FFF2-40B4-BE49-F238E27FC236}">
                  <a16:creationId xmlns:a16="http://schemas.microsoft.com/office/drawing/2014/main" id="{C16D58ED-B496-450B-94C3-5DE17995EA0D}"/>
                </a:ext>
              </a:extLst>
            </p:cNvPr>
            <p:cNvGrpSpPr>
              <a:grpSpLocks/>
            </p:cNvGrpSpPr>
            <p:nvPr/>
          </p:nvGrpSpPr>
          <p:grpSpPr bwMode="auto">
            <a:xfrm>
              <a:off x="1111917" y="1852129"/>
              <a:ext cx="1892247" cy="4091471"/>
              <a:chOff x="1330992" y="1852129"/>
              <a:chExt cx="1892247" cy="4091471"/>
            </a:xfrm>
          </p:grpSpPr>
          <p:sp>
            <p:nvSpPr>
              <p:cNvPr id="103518" name="Line 25">
                <a:extLst>
                  <a:ext uri="{FF2B5EF4-FFF2-40B4-BE49-F238E27FC236}">
                    <a16:creationId xmlns:a16="http://schemas.microsoft.com/office/drawing/2014/main" id="{EC81748C-53D4-4FE9-8C7E-E8AF33E07AC7}"/>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9" name="Freeform 38">
                <a:extLst>
                  <a:ext uri="{FF2B5EF4-FFF2-40B4-BE49-F238E27FC236}">
                    <a16:creationId xmlns:a16="http://schemas.microsoft.com/office/drawing/2014/main" id="{569821B3-774C-4DB4-878F-5536B7536946}"/>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0" name="Rectangle 4">
                <a:extLst>
                  <a:ext uri="{FF2B5EF4-FFF2-40B4-BE49-F238E27FC236}">
                    <a16:creationId xmlns:a16="http://schemas.microsoft.com/office/drawing/2014/main" id="{B7887CF0-AA32-4C6D-8E3D-8524B4BA78D8}"/>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1" name="Rectangle 5">
                <a:extLst>
                  <a:ext uri="{FF2B5EF4-FFF2-40B4-BE49-F238E27FC236}">
                    <a16:creationId xmlns:a16="http://schemas.microsoft.com/office/drawing/2014/main" id="{5FF056B9-DC50-4ED6-825E-0082955DF015}"/>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2" name="Rectangle 6">
                <a:extLst>
                  <a:ext uri="{FF2B5EF4-FFF2-40B4-BE49-F238E27FC236}">
                    <a16:creationId xmlns:a16="http://schemas.microsoft.com/office/drawing/2014/main" id="{0AD9BDB0-A9B0-4363-AD75-9C97B7FE864D}"/>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3" name="Line 7">
                <a:extLst>
                  <a:ext uri="{FF2B5EF4-FFF2-40B4-BE49-F238E27FC236}">
                    <a16:creationId xmlns:a16="http://schemas.microsoft.com/office/drawing/2014/main" id="{E7B3A385-B1D8-4CCD-9A82-D818C20746F0}"/>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4" name="Rectangle 9">
                <a:extLst>
                  <a:ext uri="{FF2B5EF4-FFF2-40B4-BE49-F238E27FC236}">
                    <a16:creationId xmlns:a16="http://schemas.microsoft.com/office/drawing/2014/main" id="{94869D3A-0106-4F07-9A5B-A7FAC4EDA810}"/>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5" name="Line 25">
                <a:extLst>
                  <a:ext uri="{FF2B5EF4-FFF2-40B4-BE49-F238E27FC236}">
                    <a16:creationId xmlns:a16="http://schemas.microsoft.com/office/drawing/2014/main" id="{DF5C4410-8152-49CE-B078-62AF6FF97368}"/>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6" name="Freeform 36">
                <a:extLst>
                  <a:ext uri="{FF2B5EF4-FFF2-40B4-BE49-F238E27FC236}">
                    <a16:creationId xmlns:a16="http://schemas.microsoft.com/office/drawing/2014/main" id="{C631B6D0-C3E2-49F2-A7F3-E7C66E61632F}"/>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7" name="Line 37">
                <a:extLst>
                  <a:ext uri="{FF2B5EF4-FFF2-40B4-BE49-F238E27FC236}">
                    <a16:creationId xmlns:a16="http://schemas.microsoft.com/office/drawing/2014/main" id="{9C9F4F69-1ABA-4DAC-8EEF-4E79B5230729}"/>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8" name="Line 290">
                <a:extLst>
                  <a:ext uri="{FF2B5EF4-FFF2-40B4-BE49-F238E27FC236}">
                    <a16:creationId xmlns:a16="http://schemas.microsoft.com/office/drawing/2014/main" id="{56E26D28-8053-4B8D-A0CE-D252F2F5EC21}"/>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29" name="Freeform 293">
                <a:extLst>
                  <a:ext uri="{FF2B5EF4-FFF2-40B4-BE49-F238E27FC236}">
                    <a16:creationId xmlns:a16="http://schemas.microsoft.com/office/drawing/2014/main" id="{DD82FB0A-4AE9-44BC-BF72-FD6ECE07EA84}"/>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0" name="Line 294">
                <a:extLst>
                  <a:ext uri="{FF2B5EF4-FFF2-40B4-BE49-F238E27FC236}">
                    <a16:creationId xmlns:a16="http://schemas.microsoft.com/office/drawing/2014/main" id="{D8102F0E-34B0-4298-A39E-183E85327535}"/>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1" name="Line 25">
                <a:extLst>
                  <a:ext uri="{FF2B5EF4-FFF2-40B4-BE49-F238E27FC236}">
                    <a16:creationId xmlns:a16="http://schemas.microsoft.com/office/drawing/2014/main" id="{96D1E167-58BC-4872-8F73-415D1C1433CB}"/>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2" name="Line 25">
                <a:extLst>
                  <a:ext uri="{FF2B5EF4-FFF2-40B4-BE49-F238E27FC236}">
                    <a16:creationId xmlns:a16="http://schemas.microsoft.com/office/drawing/2014/main" id="{30A3C11A-4389-4EE8-9176-FAC972D41369}"/>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3" name="Line 294">
                <a:extLst>
                  <a:ext uri="{FF2B5EF4-FFF2-40B4-BE49-F238E27FC236}">
                    <a16:creationId xmlns:a16="http://schemas.microsoft.com/office/drawing/2014/main" id="{D7F40AC4-FAF2-4E17-BA0D-350E4ED72199}"/>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4" name="Line 294">
                <a:extLst>
                  <a:ext uri="{FF2B5EF4-FFF2-40B4-BE49-F238E27FC236}">
                    <a16:creationId xmlns:a16="http://schemas.microsoft.com/office/drawing/2014/main" id="{B6D4DAE7-4F55-4853-9EA4-64BE3AC52FBB}"/>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5" name="Rectangle 41">
                <a:extLst>
                  <a:ext uri="{FF2B5EF4-FFF2-40B4-BE49-F238E27FC236}">
                    <a16:creationId xmlns:a16="http://schemas.microsoft.com/office/drawing/2014/main" id="{8CBE639B-4E5E-49FB-955D-58E2E6ACBEB8}"/>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6" name="Rectangle 41">
                <a:extLst>
                  <a:ext uri="{FF2B5EF4-FFF2-40B4-BE49-F238E27FC236}">
                    <a16:creationId xmlns:a16="http://schemas.microsoft.com/office/drawing/2014/main" id="{D718BE59-C610-4C03-A048-64B0F04DB127}"/>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7" name="Line 294">
                <a:extLst>
                  <a:ext uri="{FF2B5EF4-FFF2-40B4-BE49-F238E27FC236}">
                    <a16:creationId xmlns:a16="http://schemas.microsoft.com/office/drawing/2014/main" id="{BDA75652-31D5-4221-87B9-212DD45B153A}"/>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8" name="Rectangle 41">
                <a:extLst>
                  <a:ext uri="{FF2B5EF4-FFF2-40B4-BE49-F238E27FC236}">
                    <a16:creationId xmlns:a16="http://schemas.microsoft.com/office/drawing/2014/main" id="{281E3611-31F2-4747-81F4-DD28692CE38B}"/>
                  </a:ext>
                </a:extLst>
              </p:cNvPr>
              <p:cNvSpPr>
                <a:spLocks noChangeArrowheads="1"/>
              </p:cNvSpPr>
              <p:nvPr/>
            </p:nvSpPr>
            <p:spPr bwMode="auto">
              <a:xfrm>
                <a:off x="1330992"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39" name="Freeform 62">
                <a:extLst>
                  <a:ext uri="{FF2B5EF4-FFF2-40B4-BE49-F238E27FC236}">
                    <a16:creationId xmlns:a16="http://schemas.microsoft.com/office/drawing/2014/main" id="{13C58865-9DFB-4B85-A358-CE9B20D16D27}"/>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40" name="Freeform 64">
                <a:extLst>
                  <a:ext uri="{FF2B5EF4-FFF2-40B4-BE49-F238E27FC236}">
                    <a16:creationId xmlns:a16="http://schemas.microsoft.com/office/drawing/2014/main" id="{F3572077-8C7C-4E7F-9A01-1871BEFE166E}"/>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41" name="Line 294">
                <a:extLst>
                  <a:ext uri="{FF2B5EF4-FFF2-40B4-BE49-F238E27FC236}">
                    <a16:creationId xmlns:a16="http://schemas.microsoft.com/office/drawing/2014/main" id="{5EA3CAE7-8DB1-45AD-8131-1F3E4D02981E}"/>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42" name="Freeform 68">
                <a:extLst>
                  <a:ext uri="{FF2B5EF4-FFF2-40B4-BE49-F238E27FC236}">
                    <a16:creationId xmlns:a16="http://schemas.microsoft.com/office/drawing/2014/main" id="{9AE9FFC2-49F7-43EE-A3C1-91798B8B99A5}"/>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43" name="Rectangle 41">
                <a:extLst>
                  <a:ext uri="{FF2B5EF4-FFF2-40B4-BE49-F238E27FC236}">
                    <a16:creationId xmlns:a16="http://schemas.microsoft.com/office/drawing/2014/main" id="{ABBE8386-591F-4568-8217-72401B0908CA}"/>
                  </a:ext>
                </a:extLst>
              </p:cNvPr>
              <p:cNvSpPr>
                <a:spLocks noChangeArrowheads="1"/>
              </p:cNvSpPr>
              <p:nvPr/>
            </p:nvSpPr>
            <p:spPr bwMode="auto">
              <a:xfrm>
                <a:off x="2774398"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44" name="Line 25">
                <a:extLst>
                  <a:ext uri="{FF2B5EF4-FFF2-40B4-BE49-F238E27FC236}">
                    <a16:creationId xmlns:a16="http://schemas.microsoft.com/office/drawing/2014/main" id="{DDF328D0-B40B-4619-B409-F52BC55E6DE0}"/>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3435" name="Group 103">
              <a:extLst>
                <a:ext uri="{FF2B5EF4-FFF2-40B4-BE49-F238E27FC236}">
                  <a16:creationId xmlns:a16="http://schemas.microsoft.com/office/drawing/2014/main" id="{434F66FD-C526-44D8-ACBA-CC1D2E96DD58}"/>
                </a:ext>
              </a:extLst>
            </p:cNvPr>
            <p:cNvGrpSpPr>
              <a:grpSpLocks/>
            </p:cNvGrpSpPr>
            <p:nvPr/>
          </p:nvGrpSpPr>
          <p:grpSpPr bwMode="auto">
            <a:xfrm>
              <a:off x="3027624" y="1852129"/>
              <a:ext cx="1877832" cy="4091471"/>
              <a:chOff x="1326114" y="1852129"/>
              <a:chExt cx="1877832" cy="4091471"/>
            </a:xfrm>
          </p:grpSpPr>
          <p:sp>
            <p:nvSpPr>
              <p:cNvPr id="103491" name="Line 25">
                <a:extLst>
                  <a:ext uri="{FF2B5EF4-FFF2-40B4-BE49-F238E27FC236}">
                    <a16:creationId xmlns:a16="http://schemas.microsoft.com/office/drawing/2014/main" id="{EFC009DC-3790-4656-89C8-7BF2772F52E1}"/>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2" name="Freeform 105">
                <a:extLst>
                  <a:ext uri="{FF2B5EF4-FFF2-40B4-BE49-F238E27FC236}">
                    <a16:creationId xmlns:a16="http://schemas.microsoft.com/office/drawing/2014/main" id="{5BB1326F-76B0-4987-B316-C03B341CCD64}"/>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3" name="Rectangle 106">
                <a:extLst>
                  <a:ext uri="{FF2B5EF4-FFF2-40B4-BE49-F238E27FC236}">
                    <a16:creationId xmlns:a16="http://schemas.microsoft.com/office/drawing/2014/main" id="{89115669-A988-494B-AF86-A4DEBE081AC8}"/>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4" name="Rectangle 107">
                <a:extLst>
                  <a:ext uri="{FF2B5EF4-FFF2-40B4-BE49-F238E27FC236}">
                    <a16:creationId xmlns:a16="http://schemas.microsoft.com/office/drawing/2014/main" id="{8662CAD8-3BCC-48A1-885D-997781260239}"/>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5" name="Rectangle 108">
                <a:extLst>
                  <a:ext uri="{FF2B5EF4-FFF2-40B4-BE49-F238E27FC236}">
                    <a16:creationId xmlns:a16="http://schemas.microsoft.com/office/drawing/2014/main" id="{B253BD30-5126-43DB-B2A5-A9ED4B1C8BD2}"/>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6" name="Line 7">
                <a:extLst>
                  <a:ext uri="{FF2B5EF4-FFF2-40B4-BE49-F238E27FC236}">
                    <a16:creationId xmlns:a16="http://schemas.microsoft.com/office/drawing/2014/main" id="{3E742197-A3CD-499F-B666-C97E7EB6DAD2}"/>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7" name="Rectangle 110">
                <a:extLst>
                  <a:ext uri="{FF2B5EF4-FFF2-40B4-BE49-F238E27FC236}">
                    <a16:creationId xmlns:a16="http://schemas.microsoft.com/office/drawing/2014/main" id="{2BB09658-7DBD-4787-B6B5-529BC680E6D7}"/>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8" name="Line 25">
                <a:extLst>
                  <a:ext uri="{FF2B5EF4-FFF2-40B4-BE49-F238E27FC236}">
                    <a16:creationId xmlns:a16="http://schemas.microsoft.com/office/drawing/2014/main" id="{A336FECF-9847-44DA-9D48-88029937E71B}"/>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9" name="Freeform 112">
                <a:extLst>
                  <a:ext uri="{FF2B5EF4-FFF2-40B4-BE49-F238E27FC236}">
                    <a16:creationId xmlns:a16="http://schemas.microsoft.com/office/drawing/2014/main" id="{B69F1E6B-7180-4045-B540-A528F7977E93}"/>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0" name="Line 37">
                <a:extLst>
                  <a:ext uri="{FF2B5EF4-FFF2-40B4-BE49-F238E27FC236}">
                    <a16:creationId xmlns:a16="http://schemas.microsoft.com/office/drawing/2014/main" id="{81ABB1FE-DE39-4D9C-867D-D9ED38C36B7F}"/>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1" name="Line 290">
                <a:extLst>
                  <a:ext uri="{FF2B5EF4-FFF2-40B4-BE49-F238E27FC236}">
                    <a16:creationId xmlns:a16="http://schemas.microsoft.com/office/drawing/2014/main" id="{EB4B77E7-1F7B-4DFC-8EB1-08184664856D}"/>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2" name="Freeform 293">
                <a:extLst>
                  <a:ext uri="{FF2B5EF4-FFF2-40B4-BE49-F238E27FC236}">
                    <a16:creationId xmlns:a16="http://schemas.microsoft.com/office/drawing/2014/main" id="{26B76CDE-4838-49AC-A993-8CD56ED8F46B}"/>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3" name="Line 294">
                <a:extLst>
                  <a:ext uri="{FF2B5EF4-FFF2-40B4-BE49-F238E27FC236}">
                    <a16:creationId xmlns:a16="http://schemas.microsoft.com/office/drawing/2014/main" id="{BBD45EEA-213D-48EA-B97B-DA395CAD1522}"/>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4" name="Line 25">
                <a:extLst>
                  <a:ext uri="{FF2B5EF4-FFF2-40B4-BE49-F238E27FC236}">
                    <a16:creationId xmlns:a16="http://schemas.microsoft.com/office/drawing/2014/main" id="{64DCE347-2F21-4FE1-90E5-664C287B7F2F}"/>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5" name="Line 25">
                <a:extLst>
                  <a:ext uri="{FF2B5EF4-FFF2-40B4-BE49-F238E27FC236}">
                    <a16:creationId xmlns:a16="http://schemas.microsoft.com/office/drawing/2014/main" id="{8F62CBE7-6748-49F8-A319-039DDD5A8E2A}"/>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6" name="Line 294">
                <a:extLst>
                  <a:ext uri="{FF2B5EF4-FFF2-40B4-BE49-F238E27FC236}">
                    <a16:creationId xmlns:a16="http://schemas.microsoft.com/office/drawing/2014/main" id="{DE33125E-1BB4-4980-BB5A-20D13B60A57D}"/>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7" name="Line 294">
                <a:extLst>
                  <a:ext uri="{FF2B5EF4-FFF2-40B4-BE49-F238E27FC236}">
                    <a16:creationId xmlns:a16="http://schemas.microsoft.com/office/drawing/2014/main" id="{F0E02827-55DF-4FBE-9445-9BC5B5DF0A0F}"/>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8" name="Rectangle 41">
                <a:extLst>
                  <a:ext uri="{FF2B5EF4-FFF2-40B4-BE49-F238E27FC236}">
                    <a16:creationId xmlns:a16="http://schemas.microsoft.com/office/drawing/2014/main" id="{E2CEB6E0-E876-486F-9F82-70B43181D157}"/>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09" name="Rectangle 41">
                <a:extLst>
                  <a:ext uri="{FF2B5EF4-FFF2-40B4-BE49-F238E27FC236}">
                    <a16:creationId xmlns:a16="http://schemas.microsoft.com/office/drawing/2014/main" id="{132F07B0-B446-4CB1-AE2E-77AB7622B36A}"/>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0" name="Line 294">
                <a:extLst>
                  <a:ext uri="{FF2B5EF4-FFF2-40B4-BE49-F238E27FC236}">
                    <a16:creationId xmlns:a16="http://schemas.microsoft.com/office/drawing/2014/main" id="{C498821C-3FB8-458B-BD8B-86511DC70059}"/>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1" name="Rectangle 41">
                <a:extLst>
                  <a:ext uri="{FF2B5EF4-FFF2-40B4-BE49-F238E27FC236}">
                    <a16:creationId xmlns:a16="http://schemas.microsoft.com/office/drawing/2014/main" id="{7A5206F7-03B1-45EA-93BB-911732EE2ABF}"/>
                  </a:ext>
                </a:extLst>
              </p:cNvPr>
              <p:cNvSpPr>
                <a:spLocks noChangeArrowheads="1"/>
              </p:cNvSpPr>
              <p:nvPr/>
            </p:nvSpPr>
            <p:spPr bwMode="auto">
              <a:xfrm>
                <a:off x="132611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2" name="Freeform 131">
                <a:extLst>
                  <a:ext uri="{FF2B5EF4-FFF2-40B4-BE49-F238E27FC236}">
                    <a16:creationId xmlns:a16="http://schemas.microsoft.com/office/drawing/2014/main" id="{86B2A7B9-45F7-4050-B8B2-EF1731AE5B1D}"/>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3" name="Freeform 139">
                <a:extLst>
                  <a:ext uri="{FF2B5EF4-FFF2-40B4-BE49-F238E27FC236}">
                    <a16:creationId xmlns:a16="http://schemas.microsoft.com/office/drawing/2014/main" id="{73943B3C-CCFD-45CF-8AA2-244C36B92A75}"/>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4" name="Line 294">
                <a:extLst>
                  <a:ext uri="{FF2B5EF4-FFF2-40B4-BE49-F238E27FC236}">
                    <a16:creationId xmlns:a16="http://schemas.microsoft.com/office/drawing/2014/main" id="{17A9FC05-8A37-4E3C-8F81-1BD42E0F4601}"/>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5" name="Freeform 141">
                <a:extLst>
                  <a:ext uri="{FF2B5EF4-FFF2-40B4-BE49-F238E27FC236}">
                    <a16:creationId xmlns:a16="http://schemas.microsoft.com/office/drawing/2014/main" id="{4DD73690-96B1-4901-B4A6-3DB6860A4ABF}"/>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6" name="Rectangle 41">
                <a:extLst>
                  <a:ext uri="{FF2B5EF4-FFF2-40B4-BE49-F238E27FC236}">
                    <a16:creationId xmlns:a16="http://schemas.microsoft.com/office/drawing/2014/main" id="{EEE5DD53-82C3-4AC7-B35B-7A50F075842A}"/>
                  </a:ext>
                </a:extLst>
              </p:cNvPr>
              <p:cNvSpPr>
                <a:spLocks noChangeArrowheads="1"/>
              </p:cNvSpPr>
              <p:nvPr/>
            </p:nvSpPr>
            <p:spPr bwMode="auto">
              <a:xfrm>
                <a:off x="2755105"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517" name="Line 25">
                <a:extLst>
                  <a:ext uri="{FF2B5EF4-FFF2-40B4-BE49-F238E27FC236}">
                    <a16:creationId xmlns:a16="http://schemas.microsoft.com/office/drawing/2014/main" id="{2EC5B2B0-00C2-4D51-8944-63D8131785C4}"/>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3436" name="Group 144">
              <a:extLst>
                <a:ext uri="{FF2B5EF4-FFF2-40B4-BE49-F238E27FC236}">
                  <a16:creationId xmlns:a16="http://schemas.microsoft.com/office/drawing/2014/main" id="{8D154211-E707-45FB-B428-692CF68FF8A8}"/>
                </a:ext>
              </a:extLst>
            </p:cNvPr>
            <p:cNvGrpSpPr>
              <a:grpSpLocks/>
            </p:cNvGrpSpPr>
            <p:nvPr/>
          </p:nvGrpSpPr>
          <p:grpSpPr bwMode="auto">
            <a:xfrm>
              <a:off x="4952757" y="1852129"/>
              <a:ext cx="1869716" cy="4091471"/>
              <a:chOff x="1328297" y="1852129"/>
              <a:chExt cx="1869716" cy="4091471"/>
            </a:xfrm>
          </p:grpSpPr>
          <p:sp>
            <p:nvSpPr>
              <p:cNvPr id="103464" name="Line 25">
                <a:extLst>
                  <a:ext uri="{FF2B5EF4-FFF2-40B4-BE49-F238E27FC236}">
                    <a16:creationId xmlns:a16="http://schemas.microsoft.com/office/drawing/2014/main" id="{89FDAF78-077B-431B-8F8B-A107AE82577C}"/>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5" name="Freeform 146">
                <a:extLst>
                  <a:ext uri="{FF2B5EF4-FFF2-40B4-BE49-F238E27FC236}">
                    <a16:creationId xmlns:a16="http://schemas.microsoft.com/office/drawing/2014/main" id="{D200A88C-CE14-44D5-A07E-E6FC1905A034}"/>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6" name="Rectangle 147">
                <a:extLst>
                  <a:ext uri="{FF2B5EF4-FFF2-40B4-BE49-F238E27FC236}">
                    <a16:creationId xmlns:a16="http://schemas.microsoft.com/office/drawing/2014/main" id="{738C802D-07B2-42BA-B3CC-0FB4729899D2}"/>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7" name="Rectangle 148">
                <a:extLst>
                  <a:ext uri="{FF2B5EF4-FFF2-40B4-BE49-F238E27FC236}">
                    <a16:creationId xmlns:a16="http://schemas.microsoft.com/office/drawing/2014/main" id="{7A0AD915-7C52-4021-B2A5-DB556AAFF6A7}"/>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8" name="Rectangle 149">
                <a:extLst>
                  <a:ext uri="{FF2B5EF4-FFF2-40B4-BE49-F238E27FC236}">
                    <a16:creationId xmlns:a16="http://schemas.microsoft.com/office/drawing/2014/main" id="{9EAC0B8F-9569-4614-8D4E-4408F482B25D}"/>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9" name="Line 7">
                <a:extLst>
                  <a:ext uri="{FF2B5EF4-FFF2-40B4-BE49-F238E27FC236}">
                    <a16:creationId xmlns:a16="http://schemas.microsoft.com/office/drawing/2014/main" id="{24F99C32-566E-480D-AA64-7FBB100B3BF0}"/>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0" name="Rectangle 151">
                <a:extLst>
                  <a:ext uri="{FF2B5EF4-FFF2-40B4-BE49-F238E27FC236}">
                    <a16:creationId xmlns:a16="http://schemas.microsoft.com/office/drawing/2014/main" id="{D34C2453-559F-4C8D-8FC0-75B0104CA4E8}"/>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1" name="Line 25">
                <a:extLst>
                  <a:ext uri="{FF2B5EF4-FFF2-40B4-BE49-F238E27FC236}">
                    <a16:creationId xmlns:a16="http://schemas.microsoft.com/office/drawing/2014/main" id="{9DEFD65E-618E-4578-AE79-72320D5C1962}"/>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2" name="Freeform 153">
                <a:extLst>
                  <a:ext uri="{FF2B5EF4-FFF2-40B4-BE49-F238E27FC236}">
                    <a16:creationId xmlns:a16="http://schemas.microsoft.com/office/drawing/2014/main" id="{981B5A08-77B5-4457-87F7-921462BC567E}"/>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3" name="Line 37">
                <a:extLst>
                  <a:ext uri="{FF2B5EF4-FFF2-40B4-BE49-F238E27FC236}">
                    <a16:creationId xmlns:a16="http://schemas.microsoft.com/office/drawing/2014/main" id="{8285C17B-E439-4A97-8C5B-94B8D2544F4D}"/>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4" name="Line 290">
                <a:extLst>
                  <a:ext uri="{FF2B5EF4-FFF2-40B4-BE49-F238E27FC236}">
                    <a16:creationId xmlns:a16="http://schemas.microsoft.com/office/drawing/2014/main" id="{5760AF07-05FD-4C65-A1FB-506CE3FA7E41}"/>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5" name="Freeform 293">
                <a:extLst>
                  <a:ext uri="{FF2B5EF4-FFF2-40B4-BE49-F238E27FC236}">
                    <a16:creationId xmlns:a16="http://schemas.microsoft.com/office/drawing/2014/main" id="{872626E4-0AE2-4417-8D12-362A0266CBEB}"/>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6" name="Line 294">
                <a:extLst>
                  <a:ext uri="{FF2B5EF4-FFF2-40B4-BE49-F238E27FC236}">
                    <a16:creationId xmlns:a16="http://schemas.microsoft.com/office/drawing/2014/main" id="{52D4DE91-E60E-47AE-8731-637734118EE9}"/>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7" name="Line 25">
                <a:extLst>
                  <a:ext uri="{FF2B5EF4-FFF2-40B4-BE49-F238E27FC236}">
                    <a16:creationId xmlns:a16="http://schemas.microsoft.com/office/drawing/2014/main" id="{A38D85B8-E4FF-434A-9EB2-B12ECD934774}"/>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8" name="Line 25">
                <a:extLst>
                  <a:ext uri="{FF2B5EF4-FFF2-40B4-BE49-F238E27FC236}">
                    <a16:creationId xmlns:a16="http://schemas.microsoft.com/office/drawing/2014/main" id="{26E90C79-8837-44CD-B092-396181CC95E0}"/>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79" name="Line 294">
                <a:extLst>
                  <a:ext uri="{FF2B5EF4-FFF2-40B4-BE49-F238E27FC236}">
                    <a16:creationId xmlns:a16="http://schemas.microsoft.com/office/drawing/2014/main" id="{18DF351A-2CCB-47C3-994D-FFD060E68B48}"/>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0" name="Line 294">
                <a:extLst>
                  <a:ext uri="{FF2B5EF4-FFF2-40B4-BE49-F238E27FC236}">
                    <a16:creationId xmlns:a16="http://schemas.microsoft.com/office/drawing/2014/main" id="{67D67D2E-5CD7-416B-BE66-B80D5FCF5563}"/>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1" name="Rectangle 41">
                <a:extLst>
                  <a:ext uri="{FF2B5EF4-FFF2-40B4-BE49-F238E27FC236}">
                    <a16:creationId xmlns:a16="http://schemas.microsoft.com/office/drawing/2014/main" id="{6DB89018-E494-4D90-8323-8DD981FE8C38}"/>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2" name="Rectangle 41">
                <a:extLst>
                  <a:ext uri="{FF2B5EF4-FFF2-40B4-BE49-F238E27FC236}">
                    <a16:creationId xmlns:a16="http://schemas.microsoft.com/office/drawing/2014/main" id="{C5CDA3A3-9780-4361-98F9-2D34D0BD377A}"/>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3" name="Line 294">
                <a:extLst>
                  <a:ext uri="{FF2B5EF4-FFF2-40B4-BE49-F238E27FC236}">
                    <a16:creationId xmlns:a16="http://schemas.microsoft.com/office/drawing/2014/main" id="{3891F8AE-310D-47E5-9C00-AF031F554084}"/>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4" name="Rectangle 41">
                <a:extLst>
                  <a:ext uri="{FF2B5EF4-FFF2-40B4-BE49-F238E27FC236}">
                    <a16:creationId xmlns:a16="http://schemas.microsoft.com/office/drawing/2014/main" id="{FF681ADB-7441-4392-8BF5-210EE9C44A23}"/>
                  </a:ext>
                </a:extLst>
              </p:cNvPr>
              <p:cNvSpPr>
                <a:spLocks noChangeArrowheads="1"/>
              </p:cNvSpPr>
              <p:nvPr/>
            </p:nvSpPr>
            <p:spPr bwMode="auto">
              <a:xfrm>
                <a:off x="1328297"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5" name="Freeform 166">
                <a:extLst>
                  <a:ext uri="{FF2B5EF4-FFF2-40B4-BE49-F238E27FC236}">
                    <a16:creationId xmlns:a16="http://schemas.microsoft.com/office/drawing/2014/main" id="{54FA0D3C-11AC-4684-B3CC-0BCCE68AA570}"/>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6" name="Freeform 167">
                <a:extLst>
                  <a:ext uri="{FF2B5EF4-FFF2-40B4-BE49-F238E27FC236}">
                    <a16:creationId xmlns:a16="http://schemas.microsoft.com/office/drawing/2014/main" id="{C742C7E7-5A37-4901-A765-CFD37B3F5090}"/>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7" name="Line 294">
                <a:extLst>
                  <a:ext uri="{FF2B5EF4-FFF2-40B4-BE49-F238E27FC236}">
                    <a16:creationId xmlns:a16="http://schemas.microsoft.com/office/drawing/2014/main" id="{31BA3164-8246-45E2-AD36-80E9F73182C5}"/>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8" name="Freeform 169">
                <a:extLst>
                  <a:ext uri="{FF2B5EF4-FFF2-40B4-BE49-F238E27FC236}">
                    <a16:creationId xmlns:a16="http://schemas.microsoft.com/office/drawing/2014/main" id="{3AE90F74-AFA4-4716-9F7C-4732CED44447}"/>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89" name="Rectangle 41">
                <a:extLst>
                  <a:ext uri="{FF2B5EF4-FFF2-40B4-BE49-F238E27FC236}">
                    <a16:creationId xmlns:a16="http://schemas.microsoft.com/office/drawing/2014/main" id="{BA1F4B7D-0156-4D31-ADDC-92D91541E7B9}"/>
                  </a:ext>
                </a:extLst>
              </p:cNvPr>
              <p:cNvSpPr>
                <a:spLocks noChangeArrowheads="1"/>
              </p:cNvSpPr>
              <p:nvPr/>
            </p:nvSpPr>
            <p:spPr bwMode="auto">
              <a:xfrm>
                <a:off x="2749172"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90" name="Line 25">
                <a:extLst>
                  <a:ext uri="{FF2B5EF4-FFF2-40B4-BE49-F238E27FC236}">
                    <a16:creationId xmlns:a16="http://schemas.microsoft.com/office/drawing/2014/main" id="{31A6CA49-7814-4E9C-8588-69DE0B481CD3}"/>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3437" name="Group 172">
              <a:extLst>
                <a:ext uri="{FF2B5EF4-FFF2-40B4-BE49-F238E27FC236}">
                  <a16:creationId xmlns:a16="http://schemas.microsoft.com/office/drawing/2014/main" id="{03F87BEE-A447-4FFD-BCBF-DAC4D7D05C82}"/>
                </a:ext>
              </a:extLst>
            </p:cNvPr>
            <p:cNvGrpSpPr>
              <a:grpSpLocks/>
            </p:cNvGrpSpPr>
            <p:nvPr/>
          </p:nvGrpSpPr>
          <p:grpSpPr bwMode="auto">
            <a:xfrm>
              <a:off x="6867669" y="1852129"/>
              <a:ext cx="1874876" cy="4091471"/>
              <a:chOff x="1328991" y="1852129"/>
              <a:chExt cx="1874876" cy="4091471"/>
            </a:xfrm>
          </p:grpSpPr>
          <p:sp>
            <p:nvSpPr>
              <p:cNvPr id="103439" name="Line 25">
                <a:extLst>
                  <a:ext uri="{FF2B5EF4-FFF2-40B4-BE49-F238E27FC236}">
                    <a16:creationId xmlns:a16="http://schemas.microsoft.com/office/drawing/2014/main" id="{4ADF9B57-7C54-4426-82D9-6475C3878075}"/>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0" name="Freeform 174">
                <a:extLst>
                  <a:ext uri="{FF2B5EF4-FFF2-40B4-BE49-F238E27FC236}">
                    <a16:creationId xmlns:a16="http://schemas.microsoft.com/office/drawing/2014/main" id="{1B8A94E2-7F1C-47FC-8F37-F07F85F8B5AB}"/>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1" name="Rectangle 175">
                <a:extLst>
                  <a:ext uri="{FF2B5EF4-FFF2-40B4-BE49-F238E27FC236}">
                    <a16:creationId xmlns:a16="http://schemas.microsoft.com/office/drawing/2014/main" id="{DC7D2F15-54E3-4AD5-B81A-D5681DF49F05}"/>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2" name="Rectangle 176">
                <a:extLst>
                  <a:ext uri="{FF2B5EF4-FFF2-40B4-BE49-F238E27FC236}">
                    <a16:creationId xmlns:a16="http://schemas.microsoft.com/office/drawing/2014/main" id="{63BF1A61-C50A-4ABA-82B2-AFCEFFF6BA29}"/>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3" name="Rectangle 177">
                <a:extLst>
                  <a:ext uri="{FF2B5EF4-FFF2-40B4-BE49-F238E27FC236}">
                    <a16:creationId xmlns:a16="http://schemas.microsoft.com/office/drawing/2014/main" id="{27E728C9-505B-40B7-9155-EA8BBD427160}"/>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4" name="Line 7">
                <a:extLst>
                  <a:ext uri="{FF2B5EF4-FFF2-40B4-BE49-F238E27FC236}">
                    <a16:creationId xmlns:a16="http://schemas.microsoft.com/office/drawing/2014/main" id="{C5D652FF-8ABB-4FAA-BD6B-1E11E07A4CC8}"/>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5" name="Rectangle 179">
                <a:extLst>
                  <a:ext uri="{FF2B5EF4-FFF2-40B4-BE49-F238E27FC236}">
                    <a16:creationId xmlns:a16="http://schemas.microsoft.com/office/drawing/2014/main" id="{2546CFF1-183E-4DF5-B4F1-131BDF2E00AF}"/>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6" name="Line 25">
                <a:extLst>
                  <a:ext uri="{FF2B5EF4-FFF2-40B4-BE49-F238E27FC236}">
                    <a16:creationId xmlns:a16="http://schemas.microsoft.com/office/drawing/2014/main" id="{4079A947-FA22-44B3-9672-CB9930F9B04A}"/>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7" name="Freeform 181">
                <a:extLst>
                  <a:ext uri="{FF2B5EF4-FFF2-40B4-BE49-F238E27FC236}">
                    <a16:creationId xmlns:a16="http://schemas.microsoft.com/office/drawing/2014/main" id="{A97CAC11-8951-457A-B2AC-41518517775F}"/>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8" name="Line 37">
                <a:extLst>
                  <a:ext uri="{FF2B5EF4-FFF2-40B4-BE49-F238E27FC236}">
                    <a16:creationId xmlns:a16="http://schemas.microsoft.com/office/drawing/2014/main" id="{E73C160E-8F9F-49C1-B1EC-5F751036EC41}"/>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49" name="Line 290">
                <a:extLst>
                  <a:ext uri="{FF2B5EF4-FFF2-40B4-BE49-F238E27FC236}">
                    <a16:creationId xmlns:a16="http://schemas.microsoft.com/office/drawing/2014/main" id="{0EE69297-7383-4268-B051-A53C85517ABC}"/>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0" name="Freeform 293">
                <a:extLst>
                  <a:ext uri="{FF2B5EF4-FFF2-40B4-BE49-F238E27FC236}">
                    <a16:creationId xmlns:a16="http://schemas.microsoft.com/office/drawing/2014/main" id="{628B1338-294E-427B-8162-0631F805FE12}"/>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1" name="Line 294">
                <a:extLst>
                  <a:ext uri="{FF2B5EF4-FFF2-40B4-BE49-F238E27FC236}">
                    <a16:creationId xmlns:a16="http://schemas.microsoft.com/office/drawing/2014/main" id="{B9E0C5F7-26E1-48EC-9092-E7DC89DC16E7}"/>
                  </a:ext>
                </a:extLst>
              </p:cNvPr>
              <p:cNvSpPr>
                <a:spLocks noChangeAspect="1" noChangeShapeType="1"/>
              </p:cNvSpPr>
              <p:nvPr/>
            </p:nvSpPr>
            <p:spPr bwMode="auto">
              <a:xfrm>
                <a:off x="1781860" y="2698460"/>
                <a:ext cx="6188" cy="75483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2" name="Line 25">
                <a:extLst>
                  <a:ext uri="{FF2B5EF4-FFF2-40B4-BE49-F238E27FC236}">
                    <a16:creationId xmlns:a16="http://schemas.microsoft.com/office/drawing/2014/main" id="{1F6CE318-75D8-48E9-AA36-51F3B2B86B03}"/>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3" name="Line 25">
                <a:extLst>
                  <a:ext uri="{FF2B5EF4-FFF2-40B4-BE49-F238E27FC236}">
                    <a16:creationId xmlns:a16="http://schemas.microsoft.com/office/drawing/2014/main" id="{B113AAE8-C773-44D1-BC7D-1C250AAB405D}"/>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4" name="Line 294">
                <a:extLst>
                  <a:ext uri="{FF2B5EF4-FFF2-40B4-BE49-F238E27FC236}">
                    <a16:creationId xmlns:a16="http://schemas.microsoft.com/office/drawing/2014/main" id="{1058BAE6-ECD0-4A02-902D-D7990F5638CE}"/>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5" name="Line 294">
                <a:extLst>
                  <a:ext uri="{FF2B5EF4-FFF2-40B4-BE49-F238E27FC236}">
                    <a16:creationId xmlns:a16="http://schemas.microsoft.com/office/drawing/2014/main" id="{376C56CA-CD8C-475C-9B33-F22A04D1D8A0}"/>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6" name="Rectangle 41">
                <a:extLst>
                  <a:ext uri="{FF2B5EF4-FFF2-40B4-BE49-F238E27FC236}">
                    <a16:creationId xmlns:a16="http://schemas.microsoft.com/office/drawing/2014/main" id="{B1C1AB70-46F3-44C4-98F1-6B945AAF2948}"/>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7" name="Rectangle 41">
                <a:extLst>
                  <a:ext uri="{FF2B5EF4-FFF2-40B4-BE49-F238E27FC236}">
                    <a16:creationId xmlns:a16="http://schemas.microsoft.com/office/drawing/2014/main" id="{11A407E7-1B30-46EA-A4BE-74E1CF969899}"/>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8" name="Line 294">
                <a:extLst>
                  <a:ext uri="{FF2B5EF4-FFF2-40B4-BE49-F238E27FC236}">
                    <a16:creationId xmlns:a16="http://schemas.microsoft.com/office/drawing/2014/main" id="{0C62C15B-B3CA-4DAF-9088-A25330DAB21A}"/>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59" name="Rectangle 41">
                <a:extLst>
                  <a:ext uri="{FF2B5EF4-FFF2-40B4-BE49-F238E27FC236}">
                    <a16:creationId xmlns:a16="http://schemas.microsoft.com/office/drawing/2014/main" id="{BAEB88FA-F767-46A9-A67C-02530B900EE4}"/>
                  </a:ext>
                </a:extLst>
              </p:cNvPr>
              <p:cNvSpPr>
                <a:spLocks noChangeArrowheads="1"/>
              </p:cNvSpPr>
              <p:nvPr/>
            </p:nvSpPr>
            <p:spPr bwMode="auto">
              <a:xfrm>
                <a:off x="1328991"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0" name="Line 294">
                <a:extLst>
                  <a:ext uri="{FF2B5EF4-FFF2-40B4-BE49-F238E27FC236}">
                    <a16:creationId xmlns:a16="http://schemas.microsoft.com/office/drawing/2014/main" id="{FA2E04E1-A030-4451-84D5-2BE3985C3266}"/>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1" name="Freeform 197">
                <a:extLst>
                  <a:ext uri="{FF2B5EF4-FFF2-40B4-BE49-F238E27FC236}">
                    <a16:creationId xmlns:a16="http://schemas.microsoft.com/office/drawing/2014/main" id="{EE912DBB-8B0B-464A-AE88-5774D62D8385}"/>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2" name="Rectangle 41">
                <a:extLst>
                  <a:ext uri="{FF2B5EF4-FFF2-40B4-BE49-F238E27FC236}">
                    <a16:creationId xmlns:a16="http://schemas.microsoft.com/office/drawing/2014/main" id="{B513E971-D1D0-42E1-9E71-7B938814EBE5}"/>
                  </a:ext>
                </a:extLst>
              </p:cNvPr>
              <p:cNvSpPr>
                <a:spLocks noChangeArrowheads="1"/>
              </p:cNvSpPr>
              <p:nvPr/>
            </p:nvSpPr>
            <p:spPr bwMode="auto">
              <a:xfrm>
                <a:off x="2755026"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463" name="Line 25">
                <a:extLst>
                  <a:ext uri="{FF2B5EF4-FFF2-40B4-BE49-F238E27FC236}">
                    <a16:creationId xmlns:a16="http://schemas.microsoft.com/office/drawing/2014/main" id="{79F98563-4575-44AF-BCB3-E06571EBD82B}"/>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3438" name="Line 290">
              <a:extLst>
                <a:ext uri="{FF2B5EF4-FFF2-40B4-BE49-F238E27FC236}">
                  <a16:creationId xmlns:a16="http://schemas.microsoft.com/office/drawing/2014/main" id="{614B3342-2FFA-41C6-9116-43098420954F}"/>
                </a:ext>
              </a:extLst>
            </p:cNvPr>
            <p:cNvSpPr>
              <a:spLocks noChangeAspect="1" noChangeShapeType="1"/>
            </p:cNvSpPr>
            <p:nvPr/>
          </p:nvSpPr>
          <p:spPr bwMode="auto">
            <a:xfrm>
              <a:off x="709827" y="2709150"/>
              <a:ext cx="6605421"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Title 1">
            <a:extLst>
              <a:ext uri="{FF2B5EF4-FFF2-40B4-BE49-F238E27FC236}">
                <a16:creationId xmlns:a16="http://schemas.microsoft.com/office/drawing/2014/main" id="{F85A297F-2BBE-4804-A723-E12975365458}"/>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4-Bit Parallel-Access Register</a:t>
            </a:r>
          </a:p>
        </p:txBody>
      </p:sp>
      <p:grpSp>
        <p:nvGrpSpPr>
          <p:cNvPr id="104450" name="Group 2">
            <a:extLst>
              <a:ext uri="{FF2B5EF4-FFF2-40B4-BE49-F238E27FC236}">
                <a16:creationId xmlns:a16="http://schemas.microsoft.com/office/drawing/2014/main" id="{1D3FF05B-EF73-4F4F-93E5-62CDE68412FB}"/>
              </a:ext>
            </a:extLst>
          </p:cNvPr>
          <p:cNvGrpSpPr>
            <a:grpSpLocks/>
          </p:cNvGrpSpPr>
          <p:nvPr/>
        </p:nvGrpSpPr>
        <p:grpSpPr bwMode="auto">
          <a:xfrm>
            <a:off x="228600" y="1852613"/>
            <a:ext cx="8513763" cy="4090987"/>
            <a:chOff x="228600" y="1852129"/>
            <a:chExt cx="8513945" cy="4091471"/>
          </a:xfrm>
        </p:grpSpPr>
        <p:sp>
          <p:nvSpPr>
            <p:cNvPr id="104451" name="Rectangle 11">
              <a:extLst>
                <a:ext uri="{FF2B5EF4-FFF2-40B4-BE49-F238E27FC236}">
                  <a16:creationId xmlns:a16="http://schemas.microsoft.com/office/drawing/2014/main" id="{BE8D4E57-E1D7-463B-919F-9D44366C38E0}"/>
                </a:ext>
              </a:extLst>
            </p:cNvPr>
            <p:cNvSpPr>
              <a:spLocks noChangeArrowheads="1"/>
            </p:cNvSpPr>
            <p:nvPr/>
          </p:nvSpPr>
          <p:spPr bwMode="auto">
            <a:xfrm>
              <a:off x="228600" y="473916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52" name="Rectangle 135">
              <a:extLst>
                <a:ext uri="{FF2B5EF4-FFF2-40B4-BE49-F238E27FC236}">
                  <a16:creationId xmlns:a16="http://schemas.microsoft.com/office/drawing/2014/main" id="{D2454623-7694-4FA0-B36A-C32C9C699948}"/>
                </a:ext>
              </a:extLst>
            </p:cNvPr>
            <p:cNvSpPr>
              <a:spLocks noChangeArrowheads="1"/>
            </p:cNvSpPr>
            <p:nvPr/>
          </p:nvSpPr>
          <p:spPr bwMode="auto">
            <a:xfrm>
              <a:off x="242480" y="25908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53" name="Line 290">
              <a:extLst>
                <a:ext uri="{FF2B5EF4-FFF2-40B4-BE49-F238E27FC236}">
                  <a16:creationId xmlns:a16="http://schemas.microsoft.com/office/drawing/2014/main" id="{09313FB3-A34E-4E62-A703-50D915619B1B}"/>
                </a:ext>
              </a:extLst>
            </p:cNvPr>
            <p:cNvSpPr>
              <a:spLocks noChangeAspect="1" noChangeShapeType="1"/>
            </p:cNvSpPr>
            <p:nvPr/>
          </p:nvSpPr>
          <p:spPr bwMode="auto">
            <a:xfrm>
              <a:off x="709827" y="2709150"/>
              <a:ext cx="6605421" cy="0"/>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4454" name="Group 1">
              <a:extLst>
                <a:ext uri="{FF2B5EF4-FFF2-40B4-BE49-F238E27FC236}">
                  <a16:creationId xmlns:a16="http://schemas.microsoft.com/office/drawing/2014/main" id="{C4395F6E-FE1B-4B40-97FA-86EBF2C281D8}"/>
                </a:ext>
              </a:extLst>
            </p:cNvPr>
            <p:cNvGrpSpPr>
              <a:grpSpLocks/>
            </p:cNvGrpSpPr>
            <p:nvPr/>
          </p:nvGrpSpPr>
          <p:grpSpPr bwMode="auto">
            <a:xfrm>
              <a:off x="1111917" y="1852129"/>
              <a:ext cx="1892247" cy="4091471"/>
              <a:chOff x="1330992" y="1852129"/>
              <a:chExt cx="1892247" cy="4091471"/>
            </a:xfrm>
          </p:grpSpPr>
          <p:sp>
            <p:nvSpPr>
              <p:cNvPr id="104538" name="Line 25">
                <a:extLst>
                  <a:ext uri="{FF2B5EF4-FFF2-40B4-BE49-F238E27FC236}">
                    <a16:creationId xmlns:a16="http://schemas.microsoft.com/office/drawing/2014/main" id="{E0A92DB2-4EF3-41EB-B823-C1070164AF4B}"/>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9" name="Freeform 38">
                <a:extLst>
                  <a:ext uri="{FF2B5EF4-FFF2-40B4-BE49-F238E27FC236}">
                    <a16:creationId xmlns:a16="http://schemas.microsoft.com/office/drawing/2014/main" id="{603B2409-AA65-4145-9E35-18C166D3DFD1}"/>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0" name="Rectangle 4">
                <a:extLst>
                  <a:ext uri="{FF2B5EF4-FFF2-40B4-BE49-F238E27FC236}">
                    <a16:creationId xmlns:a16="http://schemas.microsoft.com/office/drawing/2014/main" id="{5B016F4D-17E1-4B4E-80C8-9A8A590BB658}"/>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1" name="Rectangle 5">
                <a:extLst>
                  <a:ext uri="{FF2B5EF4-FFF2-40B4-BE49-F238E27FC236}">
                    <a16:creationId xmlns:a16="http://schemas.microsoft.com/office/drawing/2014/main" id="{23AAE0E5-E6C4-4781-A16F-AE84C1C3EDDF}"/>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2" name="Rectangle 6">
                <a:extLst>
                  <a:ext uri="{FF2B5EF4-FFF2-40B4-BE49-F238E27FC236}">
                    <a16:creationId xmlns:a16="http://schemas.microsoft.com/office/drawing/2014/main" id="{0EC33338-C325-4AFA-A6F4-128A366EFCE3}"/>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3" name="Line 7">
                <a:extLst>
                  <a:ext uri="{FF2B5EF4-FFF2-40B4-BE49-F238E27FC236}">
                    <a16:creationId xmlns:a16="http://schemas.microsoft.com/office/drawing/2014/main" id="{1FF7B3C2-5CE5-4573-A9B6-9ED54D858166}"/>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4" name="Rectangle 9">
                <a:extLst>
                  <a:ext uri="{FF2B5EF4-FFF2-40B4-BE49-F238E27FC236}">
                    <a16:creationId xmlns:a16="http://schemas.microsoft.com/office/drawing/2014/main" id="{DDEB7045-013F-4F17-9372-50656103AFE5}"/>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5" name="Line 25">
                <a:extLst>
                  <a:ext uri="{FF2B5EF4-FFF2-40B4-BE49-F238E27FC236}">
                    <a16:creationId xmlns:a16="http://schemas.microsoft.com/office/drawing/2014/main" id="{11D3937A-B557-4DA1-8226-95D26DC67F1F}"/>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6" name="Freeform 36">
                <a:extLst>
                  <a:ext uri="{FF2B5EF4-FFF2-40B4-BE49-F238E27FC236}">
                    <a16:creationId xmlns:a16="http://schemas.microsoft.com/office/drawing/2014/main" id="{C5075ACB-D10A-4BCE-8260-6212F52C0812}"/>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7" name="Line 37">
                <a:extLst>
                  <a:ext uri="{FF2B5EF4-FFF2-40B4-BE49-F238E27FC236}">
                    <a16:creationId xmlns:a16="http://schemas.microsoft.com/office/drawing/2014/main" id="{4DE57E37-423E-4242-B807-7CE6DD20A677}"/>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8" name="Line 290">
                <a:extLst>
                  <a:ext uri="{FF2B5EF4-FFF2-40B4-BE49-F238E27FC236}">
                    <a16:creationId xmlns:a16="http://schemas.microsoft.com/office/drawing/2014/main" id="{9CA6FC0E-51EB-4664-8423-15AA38302B95}"/>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49" name="Freeform 293">
                <a:extLst>
                  <a:ext uri="{FF2B5EF4-FFF2-40B4-BE49-F238E27FC236}">
                    <a16:creationId xmlns:a16="http://schemas.microsoft.com/office/drawing/2014/main" id="{413492F5-9591-440A-BEC0-75633541A323}"/>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0" name="Line 294">
                <a:extLst>
                  <a:ext uri="{FF2B5EF4-FFF2-40B4-BE49-F238E27FC236}">
                    <a16:creationId xmlns:a16="http://schemas.microsoft.com/office/drawing/2014/main" id="{F5C53867-EB74-472C-B010-5037265B3074}"/>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1" name="Line 25">
                <a:extLst>
                  <a:ext uri="{FF2B5EF4-FFF2-40B4-BE49-F238E27FC236}">
                    <a16:creationId xmlns:a16="http://schemas.microsoft.com/office/drawing/2014/main" id="{C847026D-EB8D-437B-BD90-4002FED6382C}"/>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2" name="Line 25">
                <a:extLst>
                  <a:ext uri="{FF2B5EF4-FFF2-40B4-BE49-F238E27FC236}">
                    <a16:creationId xmlns:a16="http://schemas.microsoft.com/office/drawing/2014/main" id="{2EE99ED1-AE46-4271-BD93-83A8F08F94F0}"/>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3" name="Line 294">
                <a:extLst>
                  <a:ext uri="{FF2B5EF4-FFF2-40B4-BE49-F238E27FC236}">
                    <a16:creationId xmlns:a16="http://schemas.microsoft.com/office/drawing/2014/main" id="{D4FBE42B-9F84-4813-9D88-175CA7C05343}"/>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4" name="Line 294">
                <a:extLst>
                  <a:ext uri="{FF2B5EF4-FFF2-40B4-BE49-F238E27FC236}">
                    <a16:creationId xmlns:a16="http://schemas.microsoft.com/office/drawing/2014/main" id="{2E1DCA93-ADE3-4749-A6A4-F7BD270F5CDC}"/>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5" name="Rectangle 41">
                <a:extLst>
                  <a:ext uri="{FF2B5EF4-FFF2-40B4-BE49-F238E27FC236}">
                    <a16:creationId xmlns:a16="http://schemas.microsoft.com/office/drawing/2014/main" id="{1180EF41-2C2E-4427-8C3A-F0F832A09476}"/>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6" name="Rectangle 41">
                <a:extLst>
                  <a:ext uri="{FF2B5EF4-FFF2-40B4-BE49-F238E27FC236}">
                    <a16:creationId xmlns:a16="http://schemas.microsoft.com/office/drawing/2014/main" id="{9153AE7A-A412-4F24-AC56-8B9C1153DF91}"/>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7" name="Line 294">
                <a:extLst>
                  <a:ext uri="{FF2B5EF4-FFF2-40B4-BE49-F238E27FC236}">
                    <a16:creationId xmlns:a16="http://schemas.microsoft.com/office/drawing/2014/main" id="{19C6C7B1-3D35-43EF-BA38-767766A8702A}"/>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8" name="Rectangle 41">
                <a:extLst>
                  <a:ext uri="{FF2B5EF4-FFF2-40B4-BE49-F238E27FC236}">
                    <a16:creationId xmlns:a16="http://schemas.microsoft.com/office/drawing/2014/main" id="{6C99444C-2655-4398-9500-380A328C0511}"/>
                  </a:ext>
                </a:extLst>
              </p:cNvPr>
              <p:cNvSpPr>
                <a:spLocks noChangeArrowheads="1"/>
              </p:cNvSpPr>
              <p:nvPr/>
            </p:nvSpPr>
            <p:spPr bwMode="auto">
              <a:xfrm>
                <a:off x="1330992"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59" name="Freeform 62">
                <a:extLst>
                  <a:ext uri="{FF2B5EF4-FFF2-40B4-BE49-F238E27FC236}">
                    <a16:creationId xmlns:a16="http://schemas.microsoft.com/office/drawing/2014/main" id="{3CD2CB27-D575-49FA-8B7A-4B7A0AE07895}"/>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60" name="Freeform 64">
                <a:extLst>
                  <a:ext uri="{FF2B5EF4-FFF2-40B4-BE49-F238E27FC236}">
                    <a16:creationId xmlns:a16="http://schemas.microsoft.com/office/drawing/2014/main" id="{A63BDC74-B638-41AB-A773-2694389ACD76}"/>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61" name="Line 294">
                <a:extLst>
                  <a:ext uri="{FF2B5EF4-FFF2-40B4-BE49-F238E27FC236}">
                    <a16:creationId xmlns:a16="http://schemas.microsoft.com/office/drawing/2014/main" id="{08B65318-AD5F-476F-B360-AA5006C024F9}"/>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62" name="Freeform 68">
                <a:extLst>
                  <a:ext uri="{FF2B5EF4-FFF2-40B4-BE49-F238E27FC236}">
                    <a16:creationId xmlns:a16="http://schemas.microsoft.com/office/drawing/2014/main" id="{406A80F3-BD3A-4405-BACC-11BB42B66C27}"/>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63" name="Rectangle 41">
                <a:extLst>
                  <a:ext uri="{FF2B5EF4-FFF2-40B4-BE49-F238E27FC236}">
                    <a16:creationId xmlns:a16="http://schemas.microsoft.com/office/drawing/2014/main" id="{E1E04126-2C6B-487F-8AC3-C5EFBDA2122D}"/>
                  </a:ext>
                </a:extLst>
              </p:cNvPr>
              <p:cNvSpPr>
                <a:spLocks noChangeArrowheads="1"/>
              </p:cNvSpPr>
              <p:nvPr/>
            </p:nvSpPr>
            <p:spPr bwMode="auto">
              <a:xfrm>
                <a:off x="2774398"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64" name="Line 25">
                <a:extLst>
                  <a:ext uri="{FF2B5EF4-FFF2-40B4-BE49-F238E27FC236}">
                    <a16:creationId xmlns:a16="http://schemas.microsoft.com/office/drawing/2014/main" id="{0A3D0A3B-272B-4EEA-BC8B-EADB9E742CA3}"/>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4455" name="Group 103">
              <a:extLst>
                <a:ext uri="{FF2B5EF4-FFF2-40B4-BE49-F238E27FC236}">
                  <a16:creationId xmlns:a16="http://schemas.microsoft.com/office/drawing/2014/main" id="{69D4A27E-F097-4B55-AEAE-4F13F83CC4B1}"/>
                </a:ext>
              </a:extLst>
            </p:cNvPr>
            <p:cNvGrpSpPr>
              <a:grpSpLocks/>
            </p:cNvGrpSpPr>
            <p:nvPr/>
          </p:nvGrpSpPr>
          <p:grpSpPr bwMode="auto">
            <a:xfrm>
              <a:off x="3027624" y="1852129"/>
              <a:ext cx="1877832" cy="4091471"/>
              <a:chOff x="1326114" y="1852129"/>
              <a:chExt cx="1877832" cy="4091471"/>
            </a:xfrm>
          </p:grpSpPr>
          <p:sp>
            <p:nvSpPr>
              <p:cNvPr id="104511" name="Line 25">
                <a:extLst>
                  <a:ext uri="{FF2B5EF4-FFF2-40B4-BE49-F238E27FC236}">
                    <a16:creationId xmlns:a16="http://schemas.microsoft.com/office/drawing/2014/main" id="{153DCF13-D7DF-4A35-9DA1-D3FBAAAB6054}"/>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2" name="Freeform 105">
                <a:extLst>
                  <a:ext uri="{FF2B5EF4-FFF2-40B4-BE49-F238E27FC236}">
                    <a16:creationId xmlns:a16="http://schemas.microsoft.com/office/drawing/2014/main" id="{893E5303-2127-43E8-B340-145668198299}"/>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3" name="Rectangle 106">
                <a:extLst>
                  <a:ext uri="{FF2B5EF4-FFF2-40B4-BE49-F238E27FC236}">
                    <a16:creationId xmlns:a16="http://schemas.microsoft.com/office/drawing/2014/main" id="{FCAE035C-7693-4DE6-BD1C-A9191E03BFDF}"/>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4" name="Rectangle 107">
                <a:extLst>
                  <a:ext uri="{FF2B5EF4-FFF2-40B4-BE49-F238E27FC236}">
                    <a16:creationId xmlns:a16="http://schemas.microsoft.com/office/drawing/2014/main" id="{D32F5006-33C2-4449-9E99-0B5655FAEAE1}"/>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5" name="Rectangle 108">
                <a:extLst>
                  <a:ext uri="{FF2B5EF4-FFF2-40B4-BE49-F238E27FC236}">
                    <a16:creationId xmlns:a16="http://schemas.microsoft.com/office/drawing/2014/main" id="{EB4EF2EC-0111-49F9-9E46-464517FFA6A0}"/>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6" name="Line 7">
                <a:extLst>
                  <a:ext uri="{FF2B5EF4-FFF2-40B4-BE49-F238E27FC236}">
                    <a16:creationId xmlns:a16="http://schemas.microsoft.com/office/drawing/2014/main" id="{B19D6719-CEE4-4DFA-817C-24D460358A27}"/>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7" name="Rectangle 110">
                <a:extLst>
                  <a:ext uri="{FF2B5EF4-FFF2-40B4-BE49-F238E27FC236}">
                    <a16:creationId xmlns:a16="http://schemas.microsoft.com/office/drawing/2014/main" id="{53B6308E-F5E7-456F-A867-7F80A9C4CC1C}"/>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8" name="Line 25">
                <a:extLst>
                  <a:ext uri="{FF2B5EF4-FFF2-40B4-BE49-F238E27FC236}">
                    <a16:creationId xmlns:a16="http://schemas.microsoft.com/office/drawing/2014/main" id="{22551283-24E1-473E-BDA4-8A86C3CACD91}"/>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9" name="Freeform 112">
                <a:extLst>
                  <a:ext uri="{FF2B5EF4-FFF2-40B4-BE49-F238E27FC236}">
                    <a16:creationId xmlns:a16="http://schemas.microsoft.com/office/drawing/2014/main" id="{54BB2565-0EF6-4FE4-90D6-5B3ADE2C19E0}"/>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0" name="Line 37">
                <a:extLst>
                  <a:ext uri="{FF2B5EF4-FFF2-40B4-BE49-F238E27FC236}">
                    <a16:creationId xmlns:a16="http://schemas.microsoft.com/office/drawing/2014/main" id="{3C3341E7-700B-48E5-827B-F776D7144A0E}"/>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1" name="Line 290">
                <a:extLst>
                  <a:ext uri="{FF2B5EF4-FFF2-40B4-BE49-F238E27FC236}">
                    <a16:creationId xmlns:a16="http://schemas.microsoft.com/office/drawing/2014/main" id="{019C1F6A-B04F-4B68-AF8A-1CE53B1F50E5}"/>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2" name="Freeform 293">
                <a:extLst>
                  <a:ext uri="{FF2B5EF4-FFF2-40B4-BE49-F238E27FC236}">
                    <a16:creationId xmlns:a16="http://schemas.microsoft.com/office/drawing/2014/main" id="{4AB22D80-E0D1-4734-86E1-8993D8B3E2C9}"/>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3" name="Line 294">
                <a:extLst>
                  <a:ext uri="{FF2B5EF4-FFF2-40B4-BE49-F238E27FC236}">
                    <a16:creationId xmlns:a16="http://schemas.microsoft.com/office/drawing/2014/main" id="{417F99D1-9827-4A55-BEE4-0543A1A859B4}"/>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4" name="Line 25">
                <a:extLst>
                  <a:ext uri="{FF2B5EF4-FFF2-40B4-BE49-F238E27FC236}">
                    <a16:creationId xmlns:a16="http://schemas.microsoft.com/office/drawing/2014/main" id="{6DC28E35-E42E-4243-95E5-0D3B3191D629}"/>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5" name="Line 25">
                <a:extLst>
                  <a:ext uri="{FF2B5EF4-FFF2-40B4-BE49-F238E27FC236}">
                    <a16:creationId xmlns:a16="http://schemas.microsoft.com/office/drawing/2014/main" id="{C02E260C-430A-496E-9F7E-EC25BAA9D833}"/>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6" name="Line 294">
                <a:extLst>
                  <a:ext uri="{FF2B5EF4-FFF2-40B4-BE49-F238E27FC236}">
                    <a16:creationId xmlns:a16="http://schemas.microsoft.com/office/drawing/2014/main" id="{110E8F2D-F601-4D34-B69C-77DE33CF9CF2}"/>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7" name="Line 294">
                <a:extLst>
                  <a:ext uri="{FF2B5EF4-FFF2-40B4-BE49-F238E27FC236}">
                    <a16:creationId xmlns:a16="http://schemas.microsoft.com/office/drawing/2014/main" id="{A177CAC6-7706-4008-91B0-A3358D1D4750}"/>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8" name="Rectangle 41">
                <a:extLst>
                  <a:ext uri="{FF2B5EF4-FFF2-40B4-BE49-F238E27FC236}">
                    <a16:creationId xmlns:a16="http://schemas.microsoft.com/office/drawing/2014/main" id="{8148EAB8-CDEA-4D2E-857B-858BD2BD05B7}"/>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29" name="Rectangle 41">
                <a:extLst>
                  <a:ext uri="{FF2B5EF4-FFF2-40B4-BE49-F238E27FC236}">
                    <a16:creationId xmlns:a16="http://schemas.microsoft.com/office/drawing/2014/main" id="{887B191D-F79A-4128-8B5E-199D105B54C0}"/>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0" name="Line 294">
                <a:extLst>
                  <a:ext uri="{FF2B5EF4-FFF2-40B4-BE49-F238E27FC236}">
                    <a16:creationId xmlns:a16="http://schemas.microsoft.com/office/drawing/2014/main" id="{F4F7D726-FE29-46DA-A54C-64C1C30E4FFF}"/>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1" name="Rectangle 41">
                <a:extLst>
                  <a:ext uri="{FF2B5EF4-FFF2-40B4-BE49-F238E27FC236}">
                    <a16:creationId xmlns:a16="http://schemas.microsoft.com/office/drawing/2014/main" id="{27B215A1-9E50-4291-A8EF-661B09F3302A}"/>
                  </a:ext>
                </a:extLst>
              </p:cNvPr>
              <p:cNvSpPr>
                <a:spLocks noChangeArrowheads="1"/>
              </p:cNvSpPr>
              <p:nvPr/>
            </p:nvSpPr>
            <p:spPr bwMode="auto">
              <a:xfrm>
                <a:off x="132611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2" name="Freeform 131">
                <a:extLst>
                  <a:ext uri="{FF2B5EF4-FFF2-40B4-BE49-F238E27FC236}">
                    <a16:creationId xmlns:a16="http://schemas.microsoft.com/office/drawing/2014/main" id="{E6B2790D-8020-40A0-BA6D-7660C533D0A7}"/>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3" name="Freeform 139">
                <a:extLst>
                  <a:ext uri="{FF2B5EF4-FFF2-40B4-BE49-F238E27FC236}">
                    <a16:creationId xmlns:a16="http://schemas.microsoft.com/office/drawing/2014/main" id="{0E5B5B55-4BBF-47D9-8633-94449A82B057}"/>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4" name="Line 294">
                <a:extLst>
                  <a:ext uri="{FF2B5EF4-FFF2-40B4-BE49-F238E27FC236}">
                    <a16:creationId xmlns:a16="http://schemas.microsoft.com/office/drawing/2014/main" id="{44B60251-781C-4DF7-A183-03A8A2D0989F}"/>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5" name="Freeform 141">
                <a:extLst>
                  <a:ext uri="{FF2B5EF4-FFF2-40B4-BE49-F238E27FC236}">
                    <a16:creationId xmlns:a16="http://schemas.microsoft.com/office/drawing/2014/main" id="{157BE4ED-61F0-48FA-A1EA-3F36FEE2BB36}"/>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6" name="Rectangle 41">
                <a:extLst>
                  <a:ext uri="{FF2B5EF4-FFF2-40B4-BE49-F238E27FC236}">
                    <a16:creationId xmlns:a16="http://schemas.microsoft.com/office/drawing/2014/main" id="{6EA7B459-0E90-442E-8774-A45995B795C2}"/>
                  </a:ext>
                </a:extLst>
              </p:cNvPr>
              <p:cNvSpPr>
                <a:spLocks noChangeArrowheads="1"/>
              </p:cNvSpPr>
              <p:nvPr/>
            </p:nvSpPr>
            <p:spPr bwMode="auto">
              <a:xfrm>
                <a:off x="2755105"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37" name="Line 25">
                <a:extLst>
                  <a:ext uri="{FF2B5EF4-FFF2-40B4-BE49-F238E27FC236}">
                    <a16:creationId xmlns:a16="http://schemas.microsoft.com/office/drawing/2014/main" id="{D945E78E-20E1-4F89-9509-13AB88033DEA}"/>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4456" name="Group 144">
              <a:extLst>
                <a:ext uri="{FF2B5EF4-FFF2-40B4-BE49-F238E27FC236}">
                  <a16:creationId xmlns:a16="http://schemas.microsoft.com/office/drawing/2014/main" id="{8D9A561C-8AE9-429D-B375-19BC109A34B5}"/>
                </a:ext>
              </a:extLst>
            </p:cNvPr>
            <p:cNvGrpSpPr>
              <a:grpSpLocks/>
            </p:cNvGrpSpPr>
            <p:nvPr/>
          </p:nvGrpSpPr>
          <p:grpSpPr bwMode="auto">
            <a:xfrm>
              <a:off x="4952757" y="1852129"/>
              <a:ext cx="1869716" cy="4091471"/>
              <a:chOff x="1328297" y="1852129"/>
              <a:chExt cx="1869716" cy="4091471"/>
            </a:xfrm>
          </p:grpSpPr>
          <p:sp>
            <p:nvSpPr>
              <p:cNvPr id="104484" name="Line 25">
                <a:extLst>
                  <a:ext uri="{FF2B5EF4-FFF2-40B4-BE49-F238E27FC236}">
                    <a16:creationId xmlns:a16="http://schemas.microsoft.com/office/drawing/2014/main" id="{3E3F49BF-5CB3-40E2-8D2C-6393B09B9BD4}"/>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5" name="Freeform 146">
                <a:extLst>
                  <a:ext uri="{FF2B5EF4-FFF2-40B4-BE49-F238E27FC236}">
                    <a16:creationId xmlns:a16="http://schemas.microsoft.com/office/drawing/2014/main" id="{DE55A887-428B-4B67-A6D6-E63BAB6129C5}"/>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6" name="Rectangle 147">
                <a:extLst>
                  <a:ext uri="{FF2B5EF4-FFF2-40B4-BE49-F238E27FC236}">
                    <a16:creationId xmlns:a16="http://schemas.microsoft.com/office/drawing/2014/main" id="{DEE744A8-7EA0-4E60-848A-CDE527146ED1}"/>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7" name="Rectangle 148">
                <a:extLst>
                  <a:ext uri="{FF2B5EF4-FFF2-40B4-BE49-F238E27FC236}">
                    <a16:creationId xmlns:a16="http://schemas.microsoft.com/office/drawing/2014/main" id="{7AC3EB9E-33F6-448E-BEDE-4530D18BB2E0}"/>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8" name="Rectangle 149">
                <a:extLst>
                  <a:ext uri="{FF2B5EF4-FFF2-40B4-BE49-F238E27FC236}">
                    <a16:creationId xmlns:a16="http://schemas.microsoft.com/office/drawing/2014/main" id="{1239E26E-D2EC-423D-A4DF-7FDE4D2B8BDC}"/>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9" name="Line 7">
                <a:extLst>
                  <a:ext uri="{FF2B5EF4-FFF2-40B4-BE49-F238E27FC236}">
                    <a16:creationId xmlns:a16="http://schemas.microsoft.com/office/drawing/2014/main" id="{4A2D8F9C-A2AD-441B-B1D6-9399A892D630}"/>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0" name="Rectangle 151">
                <a:extLst>
                  <a:ext uri="{FF2B5EF4-FFF2-40B4-BE49-F238E27FC236}">
                    <a16:creationId xmlns:a16="http://schemas.microsoft.com/office/drawing/2014/main" id="{4194EC2A-D306-4680-A88B-517585D0247D}"/>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1" name="Line 25">
                <a:extLst>
                  <a:ext uri="{FF2B5EF4-FFF2-40B4-BE49-F238E27FC236}">
                    <a16:creationId xmlns:a16="http://schemas.microsoft.com/office/drawing/2014/main" id="{D1D52730-4DEB-40BC-B9FB-8B1805D4EF64}"/>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2" name="Freeform 153">
                <a:extLst>
                  <a:ext uri="{FF2B5EF4-FFF2-40B4-BE49-F238E27FC236}">
                    <a16:creationId xmlns:a16="http://schemas.microsoft.com/office/drawing/2014/main" id="{D4C6EFE6-AB5D-42E8-BA5F-CB807A93D3F2}"/>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3" name="Line 37">
                <a:extLst>
                  <a:ext uri="{FF2B5EF4-FFF2-40B4-BE49-F238E27FC236}">
                    <a16:creationId xmlns:a16="http://schemas.microsoft.com/office/drawing/2014/main" id="{4E6F369F-488C-4EF2-8525-FA79357A5C23}"/>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4" name="Line 290">
                <a:extLst>
                  <a:ext uri="{FF2B5EF4-FFF2-40B4-BE49-F238E27FC236}">
                    <a16:creationId xmlns:a16="http://schemas.microsoft.com/office/drawing/2014/main" id="{53C0E76E-AECF-4A3A-91A9-7CD9CA6E3F0D}"/>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5" name="Freeform 293">
                <a:extLst>
                  <a:ext uri="{FF2B5EF4-FFF2-40B4-BE49-F238E27FC236}">
                    <a16:creationId xmlns:a16="http://schemas.microsoft.com/office/drawing/2014/main" id="{95BF63BA-4A10-4DA4-B37F-C4AAD2C62151}"/>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6" name="Line 294">
                <a:extLst>
                  <a:ext uri="{FF2B5EF4-FFF2-40B4-BE49-F238E27FC236}">
                    <a16:creationId xmlns:a16="http://schemas.microsoft.com/office/drawing/2014/main" id="{23796FAA-267F-4F91-8010-96B3AABCBF7D}"/>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7" name="Line 25">
                <a:extLst>
                  <a:ext uri="{FF2B5EF4-FFF2-40B4-BE49-F238E27FC236}">
                    <a16:creationId xmlns:a16="http://schemas.microsoft.com/office/drawing/2014/main" id="{3E4D6894-69DF-4C70-8521-1795F8479F94}"/>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8" name="Line 25">
                <a:extLst>
                  <a:ext uri="{FF2B5EF4-FFF2-40B4-BE49-F238E27FC236}">
                    <a16:creationId xmlns:a16="http://schemas.microsoft.com/office/drawing/2014/main" id="{BE0BE3F5-8B69-4188-810B-5B8E1497EF58}"/>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99" name="Line 294">
                <a:extLst>
                  <a:ext uri="{FF2B5EF4-FFF2-40B4-BE49-F238E27FC236}">
                    <a16:creationId xmlns:a16="http://schemas.microsoft.com/office/drawing/2014/main" id="{1B721EA4-BE0A-40B4-9A2B-88DF78714440}"/>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0" name="Line 294">
                <a:extLst>
                  <a:ext uri="{FF2B5EF4-FFF2-40B4-BE49-F238E27FC236}">
                    <a16:creationId xmlns:a16="http://schemas.microsoft.com/office/drawing/2014/main" id="{F11588D8-FD12-4FF6-9D9A-FBED6CB9A45C}"/>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1" name="Rectangle 41">
                <a:extLst>
                  <a:ext uri="{FF2B5EF4-FFF2-40B4-BE49-F238E27FC236}">
                    <a16:creationId xmlns:a16="http://schemas.microsoft.com/office/drawing/2014/main" id="{7634754B-642E-4C46-9FC4-F7572B34C193}"/>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2" name="Rectangle 41">
                <a:extLst>
                  <a:ext uri="{FF2B5EF4-FFF2-40B4-BE49-F238E27FC236}">
                    <a16:creationId xmlns:a16="http://schemas.microsoft.com/office/drawing/2014/main" id="{2670818C-EACC-4861-9A57-AB1EBB96D726}"/>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3" name="Line 294">
                <a:extLst>
                  <a:ext uri="{FF2B5EF4-FFF2-40B4-BE49-F238E27FC236}">
                    <a16:creationId xmlns:a16="http://schemas.microsoft.com/office/drawing/2014/main" id="{0E5B6EB7-3266-4266-8468-2749C9C32A9A}"/>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4" name="Rectangle 41">
                <a:extLst>
                  <a:ext uri="{FF2B5EF4-FFF2-40B4-BE49-F238E27FC236}">
                    <a16:creationId xmlns:a16="http://schemas.microsoft.com/office/drawing/2014/main" id="{37A9A41D-F0C5-4A47-B3FC-56E4F230DB2D}"/>
                  </a:ext>
                </a:extLst>
              </p:cNvPr>
              <p:cNvSpPr>
                <a:spLocks noChangeArrowheads="1"/>
              </p:cNvSpPr>
              <p:nvPr/>
            </p:nvSpPr>
            <p:spPr bwMode="auto">
              <a:xfrm>
                <a:off x="1328297"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5" name="Freeform 166">
                <a:extLst>
                  <a:ext uri="{FF2B5EF4-FFF2-40B4-BE49-F238E27FC236}">
                    <a16:creationId xmlns:a16="http://schemas.microsoft.com/office/drawing/2014/main" id="{C7772E1B-3B1A-4045-BA1E-E512BB1096D6}"/>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6" name="Freeform 167">
                <a:extLst>
                  <a:ext uri="{FF2B5EF4-FFF2-40B4-BE49-F238E27FC236}">
                    <a16:creationId xmlns:a16="http://schemas.microsoft.com/office/drawing/2014/main" id="{B185F179-BCBC-4649-9C13-500620D586C3}"/>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7" name="Line 294">
                <a:extLst>
                  <a:ext uri="{FF2B5EF4-FFF2-40B4-BE49-F238E27FC236}">
                    <a16:creationId xmlns:a16="http://schemas.microsoft.com/office/drawing/2014/main" id="{B902580E-AC5D-4A7C-A29B-823EBE221F8E}"/>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8" name="Freeform 169">
                <a:extLst>
                  <a:ext uri="{FF2B5EF4-FFF2-40B4-BE49-F238E27FC236}">
                    <a16:creationId xmlns:a16="http://schemas.microsoft.com/office/drawing/2014/main" id="{CF384E75-34E5-47D7-850E-48AB19B898C0}"/>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09" name="Rectangle 41">
                <a:extLst>
                  <a:ext uri="{FF2B5EF4-FFF2-40B4-BE49-F238E27FC236}">
                    <a16:creationId xmlns:a16="http://schemas.microsoft.com/office/drawing/2014/main" id="{DAB2DF42-EE20-4DC8-AA4F-6EE3E06119B5}"/>
                  </a:ext>
                </a:extLst>
              </p:cNvPr>
              <p:cNvSpPr>
                <a:spLocks noChangeArrowheads="1"/>
              </p:cNvSpPr>
              <p:nvPr/>
            </p:nvSpPr>
            <p:spPr bwMode="auto">
              <a:xfrm>
                <a:off x="2749172"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510" name="Line 25">
                <a:extLst>
                  <a:ext uri="{FF2B5EF4-FFF2-40B4-BE49-F238E27FC236}">
                    <a16:creationId xmlns:a16="http://schemas.microsoft.com/office/drawing/2014/main" id="{CFB84853-43CA-4C36-9402-83348E72FED0}"/>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4457" name="Group 172">
              <a:extLst>
                <a:ext uri="{FF2B5EF4-FFF2-40B4-BE49-F238E27FC236}">
                  <a16:creationId xmlns:a16="http://schemas.microsoft.com/office/drawing/2014/main" id="{890F1738-7754-465E-ABF2-A677048F3AC5}"/>
                </a:ext>
              </a:extLst>
            </p:cNvPr>
            <p:cNvGrpSpPr>
              <a:grpSpLocks/>
            </p:cNvGrpSpPr>
            <p:nvPr/>
          </p:nvGrpSpPr>
          <p:grpSpPr bwMode="auto">
            <a:xfrm>
              <a:off x="6867669" y="1852129"/>
              <a:ext cx="1874876" cy="4091471"/>
              <a:chOff x="1328991" y="1852129"/>
              <a:chExt cx="1874876" cy="4091471"/>
            </a:xfrm>
          </p:grpSpPr>
          <p:sp>
            <p:nvSpPr>
              <p:cNvPr id="104459" name="Line 25">
                <a:extLst>
                  <a:ext uri="{FF2B5EF4-FFF2-40B4-BE49-F238E27FC236}">
                    <a16:creationId xmlns:a16="http://schemas.microsoft.com/office/drawing/2014/main" id="{5F37D922-066F-4D1C-8401-FAD6D6B78179}"/>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0" name="Freeform 174">
                <a:extLst>
                  <a:ext uri="{FF2B5EF4-FFF2-40B4-BE49-F238E27FC236}">
                    <a16:creationId xmlns:a16="http://schemas.microsoft.com/office/drawing/2014/main" id="{909FC244-E254-4ABD-A6DE-92F0A37D0A06}"/>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1" name="Rectangle 175">
                <a:extLst>
                  <a:ext uri="{FF2B5EF4-FFF2-40B4-BE49-F238E27FC236}">
                    <a16:creationId xmlns:a16="http://schemas.microsoft.com/office/drawing/2014/main" id="{DA9C8648-CA18-435C-971E-97180C1A96E7}"/>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2" name="Rectangle 176">
                <a:extLst>
                  <a:ext uri="{FF2B5EF4-FFF2-40B4-BE49-F238E27FC236}">
                    <a16:creationId xmlns:a16="http://schemas.microsoft.com/office/drawing/2014/main" id="{A69CAD29-82A7-479A-AA32-13A9355A63FD}"/>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3" name="Rectangle 177">
                <a:extLst>
                  <a:ext uri="{FF2B5EF4-FFF2-40B4-BE49-F238E27FC236}">
                    <a16:creationId xmlns:a16="http://schemas.microsoft.com/office/drawing/2014/main" id="{7BAD257E-21BD-4495-8186-9DE663A98A80}"/>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4" name="Line 7">
                <a:extLst>
                  <a:ext uri="{FF2B5EF4-FFF2-40B4-BE49-F238E27FC236}">
                    <a16:creationId xmlns:a16="http://schemas.microsoft.com/office/drawing/2014/main" id="{0C60EA21-A797-480F-B035-E9B2F572173A}"/>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5" name="Rectangle 179">
                <a:extLst>
                  <a:ext uri="{FF2B5EF4-FFF2-40B4-BE49-F238E27FC236}">
                    <a16:creationId xmlns:a16="http://schemas.microsoft.com/office/drawing/2014/main" id="{B79119CF-3730-4AEF-8C0D-CD96F5095A8F}"/>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6" name="Line 25">
                <a:extLst>
                  <a:ext uri="{FF2B5EF4-FFF2-40B4-BE49-F238E27FC236}">
                    <a16:creationId xmlns:a16="http://schemas.microsoft.com/office/drawing/2014/main" id="{7B69059A-9621-4676-95C7-08046D42C10E}"/>
                  </a:ext>
                </a:extLst>
              </p:cNvPr>
              <p:cNvSpPr>
                <a:spLocks noChangeShapeType="1"/>
              </p:cNvSpPr>
              <p:nvPr/>
            </p:nvSpPr>
            <p:spPr bwMode="auto">
              <a:xfrm>
                <a:off x="1924460" y="3749660"/>
                <a:ext cx="226214"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7" name="Freeform 181">
                <a:extLst>
                  <a:ext uri="{FF2B5EF4-FFF2-40B4-BE49-F238E27FC236}">
                    <a16:creationId xmlns:a16="http://schemas.microsoft.com/office/drawing/2014/main" id="{D5F00511-295D-4154-BB13-1F6F0BA056FF}"/>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8" name="Line 37">
                <a:extLst>
                  <a:ext uri="{FF2B5EF4-FFF2-40B4-BE49-F238E27FC236}">
                    <a16:creationId xmlns:a16="http://schemas.microsoft.com/office/drawing/2014/main" id="{6D43722B-FC4E-4B57-B016-6798311D6CCD}"/>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69" name="Line 290">
                <a:extLst>
                  <a:ext uri="{FF2B5EF4-FFF2-40B4-BE49-F238E27FC236}">
                    <a16:creationId xmlns:a16="http://schemas.microsoft.com/office/drawing/2014/main" id="{4664B493-14A4-4784-AC67-3EC8A40DCC6D}"/>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0" name="Freeform 293">
                <a:extLst>
                  <a:ext uri="{FF2B5EF4-FFF2-40B4-BE49-F238E27FC236}">
                    <a16:creationId xmlns:a16="http://schemas.microsoft.com/office/drawing/2014/main" id="{00BE3AB1-B094-42C8-8CF5-DA17274E2065}"/>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1" name="Line 294">
                <a:extLst>
                  <a:ext uri="{FF2B5EF4-FFF2-40B4-BE49-F238E27FC236}">
                    <a16:creationId xmlns:a16="http://schemas.microsoft.com/office/drawing/2014/main" id="{AF7875CF-81B5-45F0-86AD-F73AC8EE29E0}"/>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2" name="Line 25">
                <a:extLst>
                  <a:ext uri="{FF2B5EF4-FFF2-40B4-BE49-F238E27FC236}">
                    <a16:creationId xmlns:a16="http://schemas.microsoft.com/office/drawing/2014/main" id="{B15DC57D-1F71-4A1D-8344-B1937A761616}"/>
                  </a:ext>
                </a:extLst>
              </p:cNvPr>
              <p:cNvSpPr>
                <a:spLocks noChangeShapeType="1"/>
              </p:cNvSpPr>
              <p:nvPr/>
            </p:nvSpPr>
            <p:spPr bwMode="auto">
              <a:xfrm>
                <a:off x="2819400" y="3752835"/>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3" name="Line 25">
                <a:extLst>
                  <a:ext uri="{FF2B5EF4-FFF2-40B4-BE49-F238E27FC236}">
                    <a16:creationId xmlns:a16="http://schemas.microsoft.com/office/drawing/2014/main" id="{DBF30E2A-6B9E-49A2-9050-D502E8ADFD90}"/>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4" name="Line 294">
                <a:extLst>
                  <a:ext uri="{FF2B5EF4-FFF2-40B4-BE49-F238E27FC236}">
                    <a16:creationId xmlns:a16="http://schemas.microsoft.com/office/drawing/2014/main" id="{D3AE69C9-074F-4369-96A7-C8DB625FA560}"/>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5" name="Line 294">
                <a:extLst>
                  <a:ext uri="{FF2B5EF4-FFF2-40B4-BE49-F238E27FC236}">
                    <a16:creationId xmlns:a16="http://schemas.microsoft.com/office/drawing/2014/main" id="{4DF37799-3110-4228-AF64-7C78853C38F0}"/>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6" name="Rectangle 41">
                <a:extLst>
                  <a:ext uri="{FF2B5EF4-FFF2-40B4-BE49-F238E27FC236}">
                    <a16:creationId xmlns:a16="http://schemas.microsoft.com/office/drawing/2014/main" id="{B396F571-F524-40F8-A2B3-B6F2F21D16D2}"/>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7" name="Rectangle 41">
                <a:extLst>
                  <a:ext uri="{FF2B5EF4-FFF2-40B4-BE49-F238E27FC236}">
                    <a16:creationId xmlns:a16="http://schemas.microsoft.com/office/drawing/2014/main" id="{6282714F-8274-49DC-923E-E6D0B812E66E}"/>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8" name="Line 294">
                <a:extLst>
                  <a:ext uri="{FF2B5EF4-FFF2-40B4-BE49-F238E27FC236}">
                    <a16:creationId xmlns:a16="http://schemas.microsoft.com/office/drawing/2014/main" id="{AB020656-7F43-4C10-B5C2-54CBA6CF00A5}"/>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79" name="Rectangle 41">
                <a:extLst>
                  <a:ext uri="{FF2B5EF4-FFF2-40B4-BE49-F238E27FC236}">
                    <a16:creationId xmlns:a16="http://schemas.microsoft.com/office/drawing/2014/main" id="{DA8A8005-65A5-4200-8DE4-E7C0580842A5}"/>
                  </a:ext>
                </a:extLst>
              </p:cNvPr>
              <p:cNvSpPr>
                <a:spLocks noChangeArrowheads="1"/>
              </p:cNvSpPr>
              <p:nvPr/>
            </p:nvSpPr>
            <p:spPr bwMode="auto">
              <a:xfrm>
                <a:off x="1328991"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0" name="Line 294">
                <a:extLst>
                  <a:ext uri="{FF2B5EF4-FFF2-40B4-BE49-F238E27FC236}">
                    <a16:creationId xmlns:a16="http://schemas.microsoft.com/office/drawing/2014/main" id="{FF4C89A3-2248-409C-B955-D92130CF3BDB}"/>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1" name="Freeform 197">
                <a:extLst>
                  <a:ext uri="{FF2B5EF4-FFF2-40B4-BE49-F238E27FC236}">
                    <a16:creationId xmlns:a16="http://schemas.microsoft.com/office/drawing/2014/main" id="{960B8201-23E7-4911-9F51-D70011B54B02}"/>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2" name="Rectangle 41">
                <a:extLst>
                  <a:ext uri="{FF2B5EF4-FFF2-40B4-BE49-F238E27FC236}">
                    <a16:creationId xmlns:a16="http://schemas.microsoft.com/office/drawing/2014/main" id="{0329340B-585F-42E2-AA79-F9A713824088}"/>
                  </a:ext>
                </a:extLst>
              </p:cNvPr>
              <p:cNvSpPr>
                <a:spLocks noChangeArrowheads="1"/>
              </p:cNvSpPr>
              <p:nvPr/>
            </p:nvSpPr>
            <p:spPr bwMode="auto">
              <a:xfrm>
                <a:off x="2755026"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483" name="Line 25">
                <a:extLst>
                  <a:ext uri="{FF2B5EF4-FFF2-40B4-BE49-F238E27FC236}">
                    <a16:creationId xmlns:a16="http://schemas.microsoft.com/office/drawing/2014/main" id="{AC9BB4A1-2522-4F17-A681-AF2643BA76F0}"/>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4458" name="Line 290">
              <a:extLst>
                <a:ext uri="{FF2B5EF4-FFF2-40B4-BE49-F238E27FC236}">
                  <a16:creationId xmlns:a16="http://schemas.microsoft.com/office/drawing/2014/main" id="{E559DA7C-4D61-4D99-825B-C110BE121016}"/>
                </a:ext>
              </a:extLst>
            </p:cNvPr>
            <p:cNvSpPr>
              <a:spLocks noChangeAspect="1" noChangeShapeType="1"/>
            </p:cNvSpPr>
            <p:nvPr/>
          </p:nvSpPr>
          <p:spPr bwMode="auto">
            <a:xfrm>
              <a:off x="721364" y="4870019"/>
              <a:ext cx="6727329"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Title 1">
            <a:extLst>
              <a:ext uri="{FF2B5EF4-FFF2-40B4-BE49-F238E27FC236}">
                <a16:creationId xmlns:a16="http://schemas.microsoft.com/office/drawing/2014/main" id="{EA5AE823-A871-4BF8-B936-7D2B47A3CE6A}"/>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4-Bit Parallel-Access Register</a:t>
            </a:r>
          </a:p>
        </p:txBody>
      </p:sp>
      <p:grpSp>
        <p:nvGrpSpPr>
          <p:cNvPr id="105474" name="Group 2">
            <a:extLst>
              <a:ext uri="{FF2B5EF4-FFF2-40B4-BE49-F238E27FC236}">
                <a16:creationId xmlns:a16="http://schemas.microsoft.com/office/drawing/2014/main" id="{23958ADD-2E3C-412F-94FA-62CE6F93C4E7}"/>
              </a:ext>
            </a:extLst>
          </p:cNvPr>
          <p:cNvGrpSpPr>
            <a:grpSpLocks/>
          </p:cNvGrpSpPr>
          <p:nvPr/>
        </p:nvGrpSpPr>
        <p:grpSpPr bwMode="auto">
          <a:xfrm>
            <a:off x="228600" y="1852613"/>
            <a:ext cx="8513763" cy="4090987"/>
            <a:chOff x="228600" y="1852613"/>
            <a:chExt cx="8513763" cy="4090987"/>
          </a:xfrm>
        </p:grpSpPr>
        <p:grpSp>
          <p:nvGrpSpPr>
            <p:cNvPr id="105475" name="Group 2">
              <a:extLst>
                <a:ext uri="{FF2B5EF4-FFF2-40B4-BE49-F238E27FC236}">
                  <a16:creationId xmlns:a16="http://schemas.microsoft.com/office/drawing/2014/main" id="{05FFEDF0-A930-4747-AA5C-0BED8B31DECA}"/>
                </a:ext>
              </a:extLst>
            </p:cNvPr>
            <p:cNvGrpSpPr>
              <a:grpSpLocks/>
            </p:cNvGrpSpPr>
            <p:nvPr/>
          </p:nvGrpSpPr>
          <p:grpSpPr bwMode="auto">
            <a:xfrm>
              <a:off x="228600" y="1852613"/>
              <a:ext cx="8513763" cy="4090987"/>
              <a:chOff x="228600" y="1852129"/>
              <a:chExt cx="8513945" cy="4091471"/>
            </a:xfrm>
          </p:grpSpPr>
          <p:sp>
            <p:nvSpPr>
              <p:cNvPr id="105485" name="Rectangle 11">
                <a:extLst>
                  <a:ext uri="{FF2B5EF4-FFF2-40B4-BE49-F238E27FC236}">
                    <a16:creationId xmlns:a16="http://schemas.microsoft.com/office/drawing/2014/main" id="{4DB642D5-6472-4A2F-8DCE-42EAB534A1B8}"/>
                  </a:ext>
                </a:extLst>
              </p:cNvPr>
              <p:cNvSpPr>
                <a:spLocks noChangeArrowheads="1"/>
              </p:cNvSpPr>
              <p:nvPr/>
            </p:nvSpPr>
            <p:spPr bwMode="auto">
              <a:xfrm>
                <a:off x="228600" y="473916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6" name="Rectangle 135">
                <a:extLst>
                  <a:ext uri="{FF2B5EF4-FFF2-40B4-BE49-F238E27FC236}">
                    <a16:creationId xmlns:a16="http://schemas.microsoft.com/office/drawing/2014/main" id="{A7AD6EB5-29B7-404A-8440-CFE7ED44A008}"/>
                  </a:ext>
                </a:extLst>
              </p:cNvPr>
              <p:cNvSpPr>
                <a:spLocks noChangeArrowheads="1"/>
              </p:cNvSpPr>
              <p:nvPr/>
            </p:nvSpPr>
            <p:spPr bwMode="auto">
              <a:xfrm>
                <a:off x="242480" y="25908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7" name="Line 290">
                <a:extLst>
                  <a:ext uri="{FF2B5EF4-FFF2-40B4-BE49-F238E27FC236}">
                    <a16:creationId xmlns:a16="http://schemas.microsoft.com/office/drawing/2014/main" id="{14DF31F0-2B57-43AF-91E4-BD1316A04D37}"/>
                  </a:ext>
                </a:extLst>
              </p:cNvPr>
              <p:cNvSpPr>
                <a:spLocks noChangeAspect="1" noChangeShapeType="1"/>
              </p:cNvSpPr>
              <p:nvPr/>
            </p:nvSpPr>
            <p:spPr bwMode="auto">
              <a:xfrm>
                <a:off x="709827" y="2709150"/>
                <a:ext cx="6605421" cy="0"/>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5488" name="Group 1">
                <a:extLst>
                  <a:ext uri="{FF2B5EF4-FFF2-40B4-BE49-F238E27FC236}">
                    <a16:creationId xmlns:a16="http://schemas.microsoft.com/office/drawing/2014/main" id="{C0FBC43A-6777-4A75-91B2-1AB36CD8D61D}"/>
                  </a:ext>
                </a:extLst>
              </p:cNvPr>
              <p:cNvGrpSpPr>
                <a:grpSpLocks/>
              </p:cNvGrpSpPr>
              <p:nvPr/>
            </p:nvGrpSpPr>
            <p:grpSpPr bwMode="auto">
              <a:xfrm>
                <a:off x="1111917" y="1852129"/>
                <a:ext cx="1892247" cy="4091471"/>
                <a:chOff x="1330992" y="1852129"/>
                <a:chExt cx="1892247" cy="4091471"/>
              </a:xfrm>
            </p:grpSpPr>
            <p:sp>
              <p:nvSpPr>
                <p:cNvPr id="105572" name="Line 25">
                  <a:extLst>
                    <a:ext uri="{FF2B5EF4-FFF2-40B4-BE49-F238E27FC236}">
                      <a16:creationId xmlns:a16="http://schemas.microsoft.com/office/drawing/2014/main" id="{028FF9A7-1C41-405C-97F9-42DA44C57990}"/>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3" name="Line 294">
                  <a:extLst>
                    <a:ext uri="{FF2B5EF4-FFF2-40B4-BE49-F238E27FC236}">
                      <a16:creationId xmlns:a16="http://schemas.microsoft.com/office/drawing/2014/main" id="{6F78E5C4-3FAE-4946-83BF-1C29C00055B7}"/>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4" name="Line 25">
                  <a:extLst>
                    <a:ext uri="{FF2B5EF4-FFF2-40B4-BE49-F238E27FC236}">
                      <a16:creationId xmlns:a16="http://schemas.microsoft.com/office/drawing/2014/main" id="{CCC339CF-48BE-43C8-852E-3FD7A244B7E9}"/>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5" name="Freeform 38">
                  <a:extLst>
                    <a:ext uri="{FF2B5EF4-FFF2-40B4-BE49-F238E27FC236}">
                      <a16:creationId xmlns:a16="http://schemas.microsoft.com/office/drawing/2014/main" id="{0B6C0700-C209-4713-8391-76ADE5F631AD}"/>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6" name="Rectangle 4">
                  <a:extLst>
                    <a:ext uri="{FF2B5EF4-FFF2-40B4-BE49-F238E27FC236}">
                      <a16:creationId xmlns:a16="http://schemas.microsoft.com/office/drawing/2014/main" id="{941E8C0B-ACB3-4302-939E-C1057E510A0F}"/>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7" name="Rectangle 5">
                  <a:extLst>
                    <a:ext uri="{FF2B5EF4-FFF2-40B4-BE49-F238E27FC236}">
                      <a16:creationId xmlns:a16="http://schemas.microsoft.com/office/drawing/2014/main" id="{BD4DE783-05A4-4210-B805-942120102DDC}"/>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8" name="Rectangle 6">
                  <a:extLst>
                    <a:ext uri="{FF2B5EF4-FFF2-40B4-BE49-F238E27FC236}">
                      <a16:creationId xmlns:a16="http://schemas.microsoft.com/office/drawing/2014/main" id="{83509E82-8E13-476A-9B3C-9B5083156961}"/>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9" name="Line 7">
                  <a:extLst>
                    <a:ext uri="{FF2B5EF4-FFF2-40B4-BE49-F238E27FC236}">
                      <a16:creationId xmlns:a16="http://schemas.microsoft.com/office/drawing/2014/main" id="{4C143AC0-49E6-4276-9002-E859D419C766}"/>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0" name="Rectangle 9">
                  <a:extLst>
                    <a:ext uri="{FF2B5EF4-FFF2-40B4-BE49-F238E27FC236}">
                      <a16:creationId xmlns:a16="http://schemas.microsoft.com/office/drawing/2014/main" id="{885336F3-8614-462C-BA9A-DD7F068A6101}"/>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1" name="Line 25">
                  <a:extLst>
                    <a:ext uri="{FF2B5EF4-FFF2-40B4-BE49-F238E27FC236}">
                      <a16:creationId xmlns:a16="http://schemas.microsoft.com/office/drawing/2014/main" id="{F258DBD8-2E22-428B-8F2B-D96239BA6F02}"/>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2" name="Freeform 36">
                  <a:extLst>
                    <a:ext uri="{FF2B5EF4-FFF2-40B4-BE49-F238E27FC236}">
                      <a16:creationId xmlns:a16="http://schemas.microsoft.com/office/drawing/2014/main" id="{B081928E-987B-4281-BC5A-512B9A01EC24}"/>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3" name="Line 37">
                  <a:extLst>
                    <a:ext uri="{FF2B5EF4-FFF2-40B4-BE49-F238E27FC236}">
                      <a16:creationId xmlns:a16="http://schemas.microsoft.com/office/drawing/2014/main" id="{3B946526-7AF8-436B-A695-9E55F1BC61FC}"/>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4" name="Line 290">
                  <a:extLst>
                    <a:ext uri="{FF2B5EF4-FFF2-40B4-BE49-F238E27FC236}">
                      <a16:creationId xmlns:a16="http://schemas.microsoft.com/office/drawing/2014/main" id="{2B644C54-AF01-451E-B3E4-27051876CDE8}"/>
                    </a:ext>
                  </a:extLst>
                </p:cNvPr>
                <p:cNvSpPr>
                  <a:spLocks noChangeAspect="1" noChangeShapeType="1"/>
                </p:cNvSpPr>
                <p:nvPr/>
              </p:nvSpPr>
              <p:spPr bwMode="auto">
                <a:xfrm>
                  <a:off x="1474574" y="3147058"/>
                  <a:ext cx="152730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5" name="Freeform 293">
                  <a:extLst>
                    <a:ext uri="{FF2B5EF4-FFF2-40B4-BE49-F238E27FC236}">
                      <a16:creationId xmlns:a16="http://schemas.microsoft.com/office/drawing/2014/main" id="{B6B88B74-5CD3-4A1C-8E74-F8C89E27BA15}"/>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6" name="Line 294">
                  <a:extLst>
                    <a:ext uri="{FF2B5EF4-FFF2-40B4-BE49-F238E27FC236}">
                      <a16:creationId xmlns:a16="http://schemas.microsoft.com/office/drawing/2014/main" id="{55E2F666-C0FD-4390-BEFA-B1288F996B5E}"/>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7" name="Line 25">
                  <a:extLst>
                    <a:ext uri="{FF2B5EF4-FFF2-40B4-BE49-F238E27FC236}">
                      <a16:creationId xmlns:a16="http://schemas.microsoft.com/office/drawing/2014/main" id="{139E44F8-CAC9-443D-A9AB-08070EEFE89B}"/>
                    </a:ext>
                  </a:extLst>
                </p:cNvPr>
                <p:cNvSpPr>
                  <a:spLocks noChangeShapeType="1"/>
                </p:cNvSpPr>
                <p:nvPr/>
              </p:nvSpPr>
              <p:spPr bwMode="auto">
                <a:xfrm>
                  <a:off x="1478502" y="3600851"/>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8" name="Line 294">
                  <a:extLst>
                    <a:ext uri="{FF2B5EF4-FFF2-40B4-BE49-F238E27FC236}">
                      <a16:creationId xmlns:a16="http://schemas.microsoft.com/office/drawing/2014/main" id="{3169A721-3AF8-45CC-9C83-3BB681A06529}"/>
                    </a:ext>
                  </a:extLst>
                </p:cNvPr>
                <p:cNvSpPr>
                  <a:spLocks noChangeAspect="1" noChangeShapeType="1"/>
                </p:cNvSpPr>
                <p:nvPr/>
              </p:nvSpPr>
              <p:spPr bwMode="auto">
                <a:xfrm>
                  <a:off x="1485152" y="3141355"/>
                  <a:ext cx="3842" cy="468694"/>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89" name="Rectangle 41">
                  <a:extLst>
                    <a:ext uri="{FF2B5EF4-FFF2-40B4-BE49-F238E27FC236}">
                      <a16:creationId xmlns:a16="http://schemas.microsoft.com/office/drawing/2014/main" id="{3938F2D0-5723-46AD-850D-1EADA68280A7}"/>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0" name="Rectangle 41">
                  <a:extLst>
                    <a:ext uri="{FF2B5EF4-FFF2-40B4-BE49-F238E27FC236}">
                      <a16:creationId xmlns:a16="http://schemas.microsoft.com/office/drawing/2014/main" id="{4E9451C8-4794-4719-A1C3-5CCC925CFA26}"/>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1" name="Line 294">
                  <a:extLst>
                    <a:ext uri="{FF2B5EF4-FFF2-40B4-BE49-F238E27FC236}">
                      <a16:creationId xmlns:a16="http://schemas.microsoft.com/office/drawing/2014/main" id="{B10539A2-8C00-40DF-A280-5E6F9D21349D}"/>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2" name="Rectangle 41">
                  <a:extLst>
                    <a:ext uri="{FF2B5EF4-FFF2-40B4-BE49-F238E27FC236}">
                      <a16:creationId xmlns:a16="http://schemas.microsoft.com/office/drawing/2014/main" id="{71ED7889-A820-4FA7-B2D3-1E2DE1C874D2}"/>
                    </a:ext>
                  </a:extLst>
                </p:cNvPr>
                <p:cNvSpPr>
                  <a:spLocks noChangeArrowheads="1"/>
                </p:cNvSpPr>
                <p:nvPr/>
              </p:nvSpPr>
              <p:spPr bwMode="auto">
                <a:xfrm>
                  <a:off x="1330992"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3" name="Freeform 62">
                  <a:extLst>
                    <a:ext uri="{FF2B5EF4-FFF2-40B4-BE49-F238E27FC236}">
                      <a16:creationId xmlns:a16="http://schemas.microsoft.com/office/drawing/2014/main" id="{079955FB-D604-408E-98E7-A23D4D5B5BF2}"/>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4" name="Freeform 64">
                  <a:extLst>
                    <a:ext uri="{FF2B5EF4-FFF2-40B4-BE49-F238E27FC236}">
                      <a16:creationId xmlns:a16="http://schemas.microsoft.com/office/drawing/2014/main" id="{8BE5F1C5-FB1C-4253-BB94-FE07084C4777}"/>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5" name="Line 294">
                  <a:extLst>
                    <a:ext uri="{FF2B5EF4-FFF2-40B4-BE49-F238E27FC236}">
                      <a16:creationId xmlns:a16="http://schemas.microsoft.com/office/drawing/2014/main" id="{4C6D0BF9-6041-4E86-9BCA-64F278830F9E}"/>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6" name="Freeform 68">
                  <a:extLst>
                    <a:ext uri="{FF2B5EF4-FFF2-40B4-BE49-F238E27FC236}">
                      <a16:creationId xmlns:a16="http://schemas.microsoft.com/office/drawing/2014/main" id="{075B640D-1D5C-4C92-B6BA-1A7887290DEF}"/>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7" name="Rectangle 41">
                  <a:extLst>
                    <a:ext uri="{FF2B5EF4-FFF2-40B4-BE49-F238E27FC236}">
                      <a16:creationId xmlns:a16="http://schemas.microsoft.com/office/drawing/2014/main" id="{352F085D-0604-4662-A9BD-AEE83E53FBA1}"/>
                    </a:ext>
                  </a:extLst>
                </p:cNvPr>
                <p:cNvSpPr>
                  <a:spLocks noChangeArrowheads="1"/>
                </p:cNvSpPr>
                <p:nvPr/>
              </p:nvSpPr>
              <p:spPr bwMode="auto">
                <a:xfrm>
                  <a:off x="2774398"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98" name="Line 25">
                  <a:extLst>
                    <a:ext uri="{FF2B5EF4-FFF2-40B4-BE49-F238E27FC236}">
                      <a16:creationId xmlns:a16="http://schemas.microsoft.com/office/drawing/2014/main" id="{B8B4E8E9-7DFE-4C3D-8B63-1D342CDD9E15}"/>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5489" name="Group 103">
                <a:extLst>
                  <a:ext uri="{FF2B5EF4-FFF2-40B4-BE49-F238E27FC236}">
                    <a16:creationId xmlns:a16="http://schemas.microsoft.com/office/drawing/2014/main" id="{6E47A3AA-E4FB-4E20-83FD-C81D0FCB9AFB}"/>
                  </a:ext>
                </a:extLst>
              </p:cNvPr>
              <p:cNvGrpSpPr>
                <a:grpSpLocks/>
              </p:cNvGrpSpPr>
              <p:nvPr/>
            </p:nvGrpSpPr>
            <p:grpSpPr bwMode="auto">
              <a:xfrm>
                <a:off x="3027624" y="1852129"/>
                <a:ext cx="1877832" cy="4091471"/>
                <a:chOff x="1326114" y="1852129"/>
                <a:chExt cx="1877832" cy="4091471"/>
              </a:xfrm>
            </p:grpSpPr>
            <p:sp>
              <p:nvSpPr>
                <p:cNvPr id="105545" name="Line 294">
                  <a:extLst>
                    <a:ext uri="{FF2B5EF4-FFF2-40B4-BE49-F238E27FC236}">
                      <a16:creationId xmlns:a16="http://schemas.microsoft.com/office/drawing/2014/main" id="{6BDB9AEC-892C-458A-9378-85538F781EB3}"/>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6" name="Line 25">
                  <a:extLst>
                    <a:ext uri="{FF2B5EF4-FFF2-40B4-BE49-F238E27FC236}">
                      <a16:creationId xmlns:a16="http://schemas.microsoft.com/office/drawing/2014/main" id="{94A8B65D-63B3-42EA-A848-DFEAB665A626}"/>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7" name="Line 25">
                  <a:extLst>
                    <a:ext uri="{FF2B5EF4-FFF2-40B4-BE49-F238E27FC236}">
                      <a16:creationId xmlns:a16="http://schemas.microsoft.com/office/drawing/2014/main" id="{238D0C2D-9CBF-4F00-A4E2-ED49B034F2AD}"/>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8" name="Freeform 105">
                  <a:extLst>
                    <a:ext uri="{FF2B5EF4-FFF2-40B4-BE49-F238E27FC236}">
                      <a16:creationId xmlns:a16="http://schemas.microsoft.com/office/drawing/2014/main" id="{B97942FA-4334-48A4-8CA2-1A1CEBB7CCDB}"/>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9" name="Rectangle 106">
                  <a:extLst>
                    <a:ext uri="{FF2B5EF4-FFF2-40B4-BE49-F238E27FC236}">
                      <a16:creationId xmlns:a16="http://schemas.microsoft.com/office/drawing/2014/main" id="{2BE44197-D1BB-4818-87A6-90C64CD0F341}"/>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0" name="Rectangle 107">
                  <a:extLst>
                    <a:ext uri="{FF2B5EF4-FFF2-40B4-BE49-F238E27FC236}">
                      <a16:creationId xmlns:a16="http://schemas.microsoft.com/office/drawing/2014/main" id="{7A0886DD-E04D-4379-B5C0-664BAA7E9F69}"/>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1" name="Rectangle 108">
                  <a:extLst>
                    <a:ext uri="{FF2B5EF4-FFF2-40B4-BE49-F238E27FC236}">
                      <a16:creationId xmlns:a16="http://schemas.microsoft.com/office/drawing/2014/main" id="{048E7872-ACF7-4176-91D8-C9DD6A4583DF}"/>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2" name="Line 7">
                  <a:extLst>
                    <a:ext uri="{FF2B5EF4-FFF2-40B4-BE49-F238E27FC236}">
                      <a16:creationId xmlns:a16="http://schemas.microsoft.com/office/drawing/2014/main" id="{7C59C8DB-E157-4E25-9639-B78F96144A8E}"/>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3" name="Rectangle 110">
                  <a:extLst>
                    <a:ext uri="{FF2B5EF4-FFF2-40B4-BE49-F238E27FC236}">
                      <a16:creationId xmlns:a16="http://schemas.microsoft.com/office/drawing/2014/main" id="{473CAF31-F40D-448A-A5B9-1315BD7B3D6C}"/>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4" name="Line 25">
                  <a:extLst>
                    <a:ext uri="{FF2B5EF4-FFF2-40B4-BE49-F238E27FC236}">
                      <a16:creationId xmlns:a16="http://schemas.microsoft.com/office/drawing/2014/main" id="{CF0637C6-A5AF-41B7-9A43-036C77A798CD}"/>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5" name="Freeform 112">
                  <a:extLst>
                    <a:ext uri="{FF2B5EF4-FFF2-40B4-BE49-F238E27FC236}">
                      <a16:creationId xmlns:a16="http://schemas.microsoft.com/office/drawing/2014/main" id="{6A9F435A-1B86-4E6D-BE8B-B164A70F1296}"/>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6" name="Line 37">
                  <a:extLst>
                    <a:ext uri="{FF2B5EF4-FFF2-40B4-BE49-F238E27FC236}">
                      <a16:creationId xmlns:a16="http://schemas.microsoft.com/office/drawing/2014/main" id="{51FD753A-6FD2-4843-B389-FF6F6BBEC097}"/>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7" name="Line 290">
                  <a:extLst>
                    <a:ext uri="{FF2B5EF4-FFF2-40B4-BE49-F238E27FC236}">
                      <a16:creationId xmlns:a16="http://schemas.microsoft.com/office/drawing/2014/main" id="{1A6E8991-A94E-4C0B-BB19-9F3E5307EE82}"/>
                    </a:ext>
                  </a:extLst>
                </p:cNvPr>
                <p:cNvSpPr>
                  <a:spLocks noChangeAspect="1" noChangeShapeType="1"/>
                </p:cNvSpPr>
                <p:nvPr/>
              </p:nvSpPr>
              <p:spPr bwMode="auto">
                <a:xfrm>
                  <a:off x="1474574" y="3147058"/>
                  <a:ext cx="152730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8" name="Freeform 293">
                  <a:extLst>
                    <a:ext uri="{FF2B5EF4-FFF2-40B4-BE49-F238E27FC236}">
                      <a16:creationId xmlns:a16="http://schemas.microsoft.com/office/drawing/2014/main" id="{1E7E6146-1B24-4C4D-919D-6308C433A205}"/>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59" name="Line 294">
                  <a:extLst>
                    <a:ext uri="{FF2B5EF4-FFF2-40B4-BE49-F238E27FC236}">
                      <a16:creationId xmlns:a16="http://schemas.microsoft.com/office/drawing/2014/main" id="{3CB1454B-506A-4A31-9A9A-6C3473718E0B}"/>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0" name="Line 25">
                  <a:extLst>
                    <a:ext uri="{FF2B5EF4-FFF2-40B4-BE49-F238E27FC236}">
                      <a16:creationId xmlns:a16="http://schemas.microsoft.com/office/drawing/2014/main" id="{BD86F361-EB02-40F0-860B-ED53F94FA929}"/>
                    </a:ext>
                  </a:extLst>
                </p:cNvPr>
                <p:cNvSpPr>
                  <a:spLocks noChangeShapeType="1"/>
                </p:cNvSpPr>
                <p:nvPr/>
              </p:nvSpPr>
              <p:spPr bwMode="auto">
                <a:xfrm>
                  <a:off x="1478502" y="3600851"/>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1" name="Line 294">
                  <a:extLst>
                    <a:ext uri="{FF2B5EF4-FFF2-40B4-BE49-F238E27FC236}">
                      <a16:creationId xmlns:a16="http://schemas.microsoft.com/office/drawing/2014/main" id="{21EAC8E3-849A-46C9-A809-0A9905115EAE}"/>
                    </a:ext>
                  </a:extLst>
                </p:cNvPr>
                <p:cNvSpPr>
                  <a:spLocks noChangeAspect="1" noChangeShapeType="1"/>
                </p:cNvSpPr>
                <p:nvPr/>
              </p:nvSpPr>
              <p:spPr bwMode="auto">
                <a:xfrm>
                  <a:off x="1485152" y="3141355"/>
                  <a:ext cx="3842" cy="468694"/>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2" name="Rectangle 41">
                  <a:extLst>
                    <a:ext uri="{FF2B5EF4-FFF2-40B4-BE49-F238E27FC236}">
                      <a16:creationId xmlns:a16="http://schemas.microsoft.com/office/drawing/2014/main" id="{5DA17D89-4B46-481C-A216-2E8F7BC27746}"/>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3" name="Rectangle 41">
                  <a:extLst>
                    <a:ext uri="{FF2B5EF4-FFF2-40B4-BE49-F238E27FC236}">
                      <a16:creationId xmlns:a16="http://schemas.microsoft.com/office/drawing/2014/main" id="{7D96941B-FDC0-40BF-9CB1-FE71B5CC7805}"/>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4" name="Line 294">
                  <a:extLst>
                    <a:ext uri="{FF2B5EF4-FFF2-40B4-BE49-F238E27FC236}">
                      <a16:creationId xmlns:a16="http://schemas.microsoft.com/office/drawing/2014/main" id="{A248A257-B917-4B4B-B784-0DD57EBCA9D2}"/>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41">
                  <a:extLst>
                    <a:ext uri="{FF2B5EF4-FFF2-40B4-BE49-F238E27FC236}">
                      <a16:creationId xmlns:a16="http://schemas.microsoft.com/office/drawing/2014/main" id="{387C0E9C-D964-4F10-B45D-524675ED711C}"/>
                    </a:ext>
                  </a:extLst>
                </p:cNvPr>
                <p:cNvSpPr>
                  <a:spLocks noChangeArrowheads="1"/>
                </p:cNvSpPr>
                <p:nvPr/>
              </p:nvSpPr>
              <p:spPr bwMode="auto">
                <a:xfrm>
                  <a:off x="132611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6" name="Freeform 131">
                  <a:extLst>
                    <a:ext uri="{FF2B5EF4-FFF2-40B4-BE49-F238E27FC236}">
                      <a16:creationId xmlns:a16="http://schemas.microsoft.com/office/drawing/2014/main" id="{14C0064A-7230-422E-AF35-C94172695FA8}"/>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7" name="Freeform 139">
                  <a:extLst>
                    <a:ext uri="{FF2B5EF4-FFF2-40B4-BE49-F238E27FC236}">
                      <a16:creationId xmlns:a16="http://schemas.microsoft.com/office/drawing/2014/main" id="{8B3C1A17-E66E-46DE-AAB7-F99B73F74C9D}"/>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Line 294">
                  <a:extLst>
                    <a:ext uri="{FF2B5EF4-FFF2-40B4-BE49-F238E27FC236}">
                      <a16:creationId xmlns:a16="http://schemas.microsoft.com/office/drawing/2014/main" id="{B5A1F353-0DC1-450A-A4B2-03F822DE3B4A}"/>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9" name="Freeform 141">
                  <a:extLst>
                    <a:ext uri="{FF2B5EF4-FFF2-40B4-BE49-F238E27FC236}">
                      <a16:creationId xmlns:a16="http://schemas.microsoft.com/office/drawing/2014/main" id="{22DC872B-D977-42D8-977C-4DBB4B2EB5DB}"/>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0" name="Rectangle 41">
                  <a:extLst>
                    <a:ext uri="{FF2B5EF4-FFF2-40B4-BE49-F238E27FC236}">
                      <a16:creationId xmlns:a16="http://schemas.microsoft.com/office/drawing/2014/main" id="{928AE5F6-EF1F-4F3F-BDBF-EA9D16C242A8}"/>
                    </a:ext>
                  </a:extLst>
                </p:cNvPr>
                <p:cNvSpPr>
                  <a:spLocks noChangeArrowheads="1"/>
                </p:cNvSpPr>
                <p:nvPr/>
              </p:nvSpPr>
              <p:spPr bwMode="auto">
                <a:xfrm>
                  <a:off x="2755105"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71" name="Line 25">
                  <a:extLst>
                    <a:ext uri="{FF2B5EF4-FFF2-40B4-BE49-F238E27FC236}">
                      <a16:creationId xmlns:a16="http://schemas.microsoft.com/office/drawing/2014/main" id="{F3BBE7DC-699D-488B-99E3-ECC9A37B9051}"/>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5490" name="Group 144">
                <a:extLst>
                  <a:ext uri="{FF2B5EF4-FFF2-40B4-BE49-F238E27FC236}">
                    <a16:creationId xmlns:a16="http://schemas.microsoft.com/office/drawing/2014/main" id="{3ACC5E0A-BCAA-41AE-B81A-8E644D0D1EEA}"/>
                  </a:ext>
                </a:extLst>
              </p:cNvPr>
              <p:cNvGrpSpPr>
                <a:grpSpLocks/>
              </p:cNvGrpSpPr>
              <p:nvPr/>
            </p:nvGrpSpPr>
            <p:grpSpPr bwMode="auto">
              <a:xfrm>
                <a:off x="4952757" y="1852129"/>
                <a:ext cx="1869716" cy="4091471"/>
                <a:chOff x="1328297" y="1852129"/>
                <a:chExt cx="1869716" cy="4091471"/>
              </a:xfrm>
            </p:grpSpPr>
            <p:sp>
              <p:nvSpPr>
                <p:cNvPr id="105518" name="Line 25">
                  <a:extLst>
                    <a:ext uri="{FF2B5EF4-FFF2-40B4-BE49-F238E27FC236}">
                      <a16:creationId xmlns:a16="http://schemas.microsoft.com/office/drawing/2014/main" id="{A1A4D9F0-BD1C-4C4D-9984-2BF59D64096B}"/>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9" name="Line 294">
                  <a:extLst>
                    <a:ext uri="{FF2B5EF4-FFF2-40B4-BE49-F238E27FC236}">
                      <a16:creationId xmlns:a16="http://schemas.microsoft.com/office/drawing/2014/main" id="{A8FA17D0-7F5B-425D-8D5C-77ED6F05E4AD}"/>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0" name="Line 25">
                  <a:extLst>
                    <a:ext uri="{FF2B5EF4-FFF2-40B4-BE49-F238E27FC236}">
                      <a16:creationId xmlns:a16="http://schemas.microsoft.com/office/drawing/2014/main" id="{D3362031-F83B-43D0-B31C-361B45A11B07}"/>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1" name="Freeform 146">
                  <a:extLst>
                    <a:ext uri="{FF2B5EF4-FFF2-40B4-BE49-F238E27FC236}">
                      <a16:creationId xmlns:a16="http://schemas.microsoft.com/office/drawing/2014/main" id="{F5177290-EE75-45AB-B875-A490C1FBB1E7}"/>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2" name="Rectangle 147">
                  <a:extLst>
                    <a:ext uri="{FF2B5EF4-FFF2-40B4-BE49-F238E27FC236}">
                      <a16:creationId xmlns:a16="http://schemas.microsoft.com/office/drawing/2014/main" id="{ECD46FE9-F34F-49F7-82AD-4557313A9A9F}"/>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3" name="Rectangle 148">
                  <a:extLst>
                    <a:ext uri="{FF2B5EF4-FFF2-40B4-BE49-F238E27FC236}">
                      <a16:creationId xmlns:a16="http://schemas.microsoft.com/office/drawing/2014/main" id="{462FB734-6411-4528-B355-33AF7ABEAA62}"/>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4" name="Rectangle 149">
                  <a:extLst>
                    <a:ext uri="{FF2B5EF4-FFF2-40B4-BE49-F238E27FC236}">
                      <a16:creationId xmlns:a16="http://schemas.microsoft.com/office/drawing/2014/main" id="{A0ACB2F5-99E1-4BBC-9FC0-6261F2721A3C}"/>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5" name="Line 7">
                  <a:extLst>
                    <a:ext uri="{FF2B5EF4-FFF2-40B4-BE49-F238E27FC236}">
                      <a16:creationId xmlns:a16="http://schemas.microsoft.com/office/drawing/2014/main" id="{B3B2865D-4E9A-4FD9-83F0-2ED2612DDAB2}"/>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6" name="Rectangle 151">
                  <a:extLst>
                    <a:ext uri="{FF2B5EF4-FFF2-40B4-BE49-F238E27FC236}">
                      <a16:creationId xmlns:a16="http://schemas.microsoft.com/office/drawing/2014/main" id="{0BF8E2DF-E7A7-4392-A8BE-24291AAFB615}"/>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7" name="Line 25">
                  <a:extLst>
                    <a:ext uri="{FF2B5EF4-FFF2-40B4-BE49-F238E27FC236}">
                      <a16:creationId xmlns:a16="http://schemas.microsoft.com/office/drawing/2014/main" id="{D65C0451-AE3D-4DFD-9242-ADD96DDD124E}"/>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8" name="Freeform 153">
                  <a:extLst>
                    <a:ext uri="{FF2B5EF4-FFF2-40B4-BE49-F238E27FC236}">
                      <a16:creationId xmlns:a16="http://schemas.microsoft.com/office/drawing/2014/main" id="{8BA8145C-00B7-4806-B6D3-EB4B785B77EF}"/>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29" name="Line 37">
                  <a:extLst>
                    <a:ext uri="{FF2B5EF4-FFF2-40B4-BE49-F238E27FC236}">
                      <a16:creationId xmlns:a16="http://schemas.microsoft.com/office/drawing/2014/main" id="{0F67C602-DE0A-4574-BBE6-6C443299B9B6}"/>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0" name="Line 290">
                  <a:extLst>
                    <a:ext uri="{FF2B5EF4-FFF2-40B4-BE49-F238E27FC236}">
                      <a16:creationId xmlns:a16="http://schemas.microsoft.com/office/drawing/2014/main" id="{F420C20C-D3D8-473E-9C8C-EFDC04E1F3E0}"/>
                    </a:ext>
                  </a:extLst>
                </p:cNvPr>
                <p:cNvSpPr>
                  <a:spLocks noChangeAspect="1" noChangeShapeType="1"/>
                </p:cNvSpPr>
                <p:nvPr/>
              </p:nvSpPr>
              <p:spPr bwMode="auto">
                <a:xfrm>
                  <a:off x="1474574" y="3147058"/>
                  <a:ext cx="152730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1" name="Freeform 293">
                  <a:extLst>
                    <a:ext uri="{FF2B5EF4-FFF2-40B4-BE49-F238E27FC236}">
                      <a16:creationId xmlns:a16="http://schemas.microsoft.com/office/drawing/2014/main" id="{485AC179-9CBF-4E8D-84C0-26C9C4FCFE6B}"/>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2" name="Line 294">
                  <a:extLst>
                    <a:ext uri="{FF2B5EF4-FFF2-40B4-BE49-F238E27FC236}">
                      <a16:creationId xmlns:a16="http://schemas.microsoft.com/office/drawing/2014/main" id="{F4C53531-DF3B-4E11-BF84-EE04F3473CAB}"/>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3" name="Line 25">
                  <a:extLst>
                    <a:ext uri="{FF2B5EF4-FFF2-40B4-BE49-F238E27FC236}">
                      <a16:creationId xmlns:a16="http://schemas.microsoft.com/office/drawing/2014/main" id="{14811AA3-F4E2-4BBC-8A0D-0FAFFB91B298}"/>
                    </a:ext>
                  </a:extLst>
                </p:cNvPr>
                <p:cNvSpPr>
                  <a:spLocks noChangeShapeType="1"/>
                </p:cNvSpPr>
                <p:nvPr/>
              </p:nvSpPr>
              <p:spPr bwMode="auto">
                <a:xfrm>
                  <a:off x="1478502" y="3600851"/>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4" name="Line 294">
                  <a:extLst>
                    <a:ext uri="{FF2B5EF4-FFF2-40B4-BE49-F238E27FC236}">
                      <a16:creationId xmlns:a16="http://schemas.microsoft.com/office/drawing/2014/main" id="{7B2D9CB9-C3A3-4043-B1ED-673CF0B6C3C6}"/>
                    </a:ext>
                  </a:extLst>
                </p:cNvPr>
                <p:cNvSpPr>
                  <a:spLocks noChangeAspect="1" noChangeShapeType="1"/>
                </p:cNvSpPr>
                <p:nvPr/>
              </p:nvSpPr>
              <p:spPr bwMode="auto">
                <a:xfrm>
                  <a:off x="1485152" y="3141355"/>
                  <a:ext cx="3842" cy="468694"/>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5" name="Rectangle 41">
                  <a:extLst>
                    <a:ext uri="{FF2B5EF4-FFF2-40B4-BE49-F238E27FC236}">
                      <a16:creationId xmlns:a16="http://schemas.microsoft.com/office/drawing/2014/main" id="{AEC23E7E-CD92-44BD-8A01-EDADDE3AB86E}"/>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6" name="Rectangle 41">
                  <a:extLst>
                    <a:ext uri="{FF2B5EF4-FFF2-40B4-BE49-F238E27FC236}">
                      <a16:creationId xmlns:a16="http://schemas.microsoft.com/office/drawing/2014/main" id="{1AFF6134-DE14-49B7-96C8-BF7D1DA433A9}"/>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7" name="Line 294">
                  <a:extLst>
                    <a:ext uri="{FF2B5EF4-FFF2-40B4-BE49-F238E27FC236}">
                      <a16:creationId xmlns:a16="http://schemas.microsoft.com/office/drawing/2014/main" id="{4A1D7E4A-B66E-4638-97A7-0B504CB508B5}"/>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8" name="Rectangle 41">
                  <a:extLst>
                    <a:ext uri="{FF2B5EF4-FFF2-40B4-BE49-F238E27FC236}">
                      <a16:creationId xmlns:a16="http://schemas.microsoft.com/office/drawing/2014/main" id="{0612CEB6-FE4B-4545-BFBA-DB8E7329E63D}"/>
                    </a:ext>
                  </a:extLst>
                </p:cNvPr>
                <p:cNvSpPr>
                  <a:spLocks noChangeArrowheads="1"/>
                </p:cNvSpPr>
                <p:nvPr/>
              </p:nvSpPr>
              <p:spPr bwMode="auto">
                <a:xfrm>
                  <a:off x="1328297"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39" name="Freeform 166">
                  <a:extLst>
                    <a:ext uri="{FF2B5EF4-FFF2-40B4-BE49-F238E27FC236}">
                      <a16:creationId xmlns:a16="http://schemas.microsoft.com/office/drawing/2014/main" id="{3AAB6B47-3157-40A1-A00A-87512C1D87EE}"/>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0" name="Freeform 167">
                  <a:extLst>
                    <a:ext uri="{FF2B5EF4-FFF2-40B4-BE49-F238E27FC236}">
                      <a16:creationId xmlns:a16="http://schemas.microsoft.com/office/drawing/2014/main" id="{80162C86-8257-4DDC-87BC-E8634339AB60}"/>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1" name="Line 294">
                  <a:extLst>
                    <a:ext uri="{FF2B5EF4-FFF2-40B4-BE49-F238E27FC236}">
                      <a16:creationId xmlns:a16="http://schemas.microsoft.com/office/drawing/2014/main" id="{D1A4B67D-3251-4694-944F-EC48EAD3AD40}"/>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2" name="Freeform 169">
                  <a:extLst>
                    <a:ext uri="{FF2B5EF4-FFF2-40B4-BE49-F238E27FC236}">
                      <a16:creationId xmlns:a16="http://schemas.microsoft.com/office/drawing/2014/main" id="{04DE2497-4E91-4D0F-8132-A0917F2C9F54}"/>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3" name="Rectangle 41">
                  <a:extLst>
                    <a:ext uri="{FF2B5EF4-FFF2-40B4-BE49-F238E27FC236}">
                      <a16:creationId xmlns:a16="http://schemas.microsoft.com/office/drawing/2014/main" id="{BE68D7FB-A20A-4BD4-9FAC-86CDFBBF99C9}"/>
                    </a:ext>
                  </a:extLst>
                </p:cNvPr>
                <p:cNvSpPr>
                  <a:spLocks noChangeArrowheads="1"/>
                </p:cNvSpPr>
                <p:nvPr/>
              </p:nvSpPr>
              <p:spPr bwMode="auto">
                <a:xfrm>
                  <a:off x="2749172"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44" name="Line 25">
                  <a:extLst>
                    <a:ext uri="{FF2B5EF4-FFF2-40B4-BE49-F238E27FC236}">
                      <a16:creationId xmlns:a16="http://schemas.microsoft.com/office/drawing/2014/main" id="{EE2794BA-EB3F-4D75-BB9D-F6D9AF5B574C}"/>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5491" name="Group 172">
                <a:extLst>
                  <a:ext uri="{FF2B5EF4-FFF2-40B4-BE49-F238E27FC236}">
                    <a16:creationId xmlns:a16="http://schemas.microsoft.com/office/drawing/2014/main" id="{83D8CD5D-4B91-4F19-B2B0-E1D87D34C866}"/>
                  </a:ext>
                </a:extLst>
              </p:cNvPr>
              <p:cNvGrpSpPr>
                <a:grpSpLocks/>
              </p:cNvGrpSpPr>
              <p:nvPr/>
            </p:nvGrpSpPr>
            <p:grpSpPr bwMode="auto">
              <a:xfrm>
                <a:off x="6867669" y="1852129"/>
                <a:ext cx="1874876" cy="4091471"/>
                <a:chOff x="1328991" y="1852129"/>
                <a:chExt cx="1874876" cy="4091471"/>
              </a:xfrm>
            </p:grpSpPr>
            <p:sp>
              <p:nvSpPr>
                <p:cNvPr id="105493" name="Line 294">
                  <a:extLst>
                    <a:ext uri="{FF2B5EF4-FFF2-40B4-BE49-F238E27FC236}">
                      <a16:creationId xmlns:a16="http://schemas.microsoft.com/office/drawing/2014/main" id="{F7418622-3CBE-49C2-8C9D-FB76CCE7E2F7}"/>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4" name="Line 25">
                  <a:extLst>
                    <a:ext uri="{FF2B5EF4-FFF2-40B4-BE49-F238E27FC236}">
                      <a16:creationId xmlns:a16="http://schemas.microsoft.com/office/drawing/2014/main" id="{1EC06405-210B-4AA7-B4CC-5D04F65545E1}"/>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5" name="Line 25">
                  <a:extLst>
                    <a:ext uri="{FF2B5EF4-FFF2-40B4-BE49-F238E27FC236}">
                      <a16:creationId xmlns:a16="http://schemas.microsoft.com/office/drawing/2014/main" id="{DBC24EBA-8037-486E-B6C1-54872560F2D2}"/>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6" name="Freeform 174">
                  <a:extLst>
                    <a:ext uri="{FF2B5EF4-FFF2-40B4-BE49-F238E27FC236}">
                      <a16:creationId xmlns:a16="http://schemas.microsoft.com/office/drawing/2014/main" id="{654458F3-4C36-4654-A462-B5E74B04712D}"/>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7" name="Rectangle 175">
                  <a:extLst>
                    <a:ext uri="{FF2B5EF4-FFF2-40B4-BE49-F238E27FC236}">
                      <a16:creationId xmlns:a16="http://schemas.microsoft.com/office/drawing/2014/main" id="{78CFDADC-77BD-4A5B-9B3A-40C7827AA193}"/>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8" name="Rectangle 176">
                  <a:extLst>
                    <a:ext uri="{FF2B5EF4-FFF2-40B4-BE49-F238E27FC236}">
                      <a16:creationId xmlns:a16="http://schemas.microsoft.com/office/drawing/2014/main" id="{6433B158-A203-4CEA-92E5-0038226B67CB}"/>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99" name="Rectangle 177">
                  <a:extLst>
                    <a:ext uri="{FF2B5EF4-FFF2-40B4-BE49-F238E27FC236}">
                      <a16:creationId xmlns:a16="http://schemas.microsoft.com/office/drawing/2014/main" id="{971006B6-AF24-4BEA-95B0-CD35102B7D56}"/>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0" name="Line 7">
                  <a:extLst>
                    <a:ext uri="{FF2B5EF4-FFF2-40B4-BE49-F238E27FC236}">
                      <a16:creationId xmlns:a16="http://schemas.microsoft.com/office/drawing/2014/main" id="{2BEEDB82-B5F5-42CB-A13D-4F84AB4B0125}"/>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1" name="Rectangle 179">
                  <a:extLst>
                    <a:ext uri="{FF2B5EF4-FFF2-40B4-BE49-F238E27FC236}">
                      <a16:creationId xmlns:a16="http://schemas.microsoft.com/office/drawing/2014/main" id="{2F961F45-1BBB-48AF-868F-7ADF6DEA9B50}"/>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2" name="Line 25">
                  <a:extLst>
                    <a:ext uri="{FF2B5EF4-FFF2-40B4-BE49-F238E27FC236}">
                      <a16:creationId xmlns:a16="http://schemas.microsoft.com/office/drawing/2014/main" id="{B863962A-B7AC-47E8-84D2-8D0B2568A661}"/>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3" name="Freeform 181">
                  <a:extLst>
                    <a:ext uri="{FF2B5EF4-FFF2-40B4-BE49-F238E27FC236}">
                      <a16:creationId xmlns:a16="http://schemas.microsoft.com/office/drawing/2014/main" id="{77AB4240-1720-462B-B62E-5DE3345C6560}"/>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4" name="Line 37">
                  <a:extLst>
                    <a:ext uri="{FF2B5EF4-FFF2-40B4-BE49-F238E27FC236}">
                      <a16:creationId xmlns:a16="http://schemas.microsoft.com/office/drawing/2014/main" id="{D7BFBB55-CC9B-4D42-9AE0-5FA263EDC683}"/>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5" name="Line 290">
                  <a:extLst>
                    <a:ext uri="{FF2B5EF4-FFF2-40B4-BE49-F238E27FC236}">
                      <a16:creationId xmlns:a16="http://schemas.microsoft.com/office/drawing/2014/main" id="{1981496C-5FAA-444C-BEAA-92D63ABFF2E2}"/>
                    </a:ext>
                  </a:extLst>
                </p:cNvPr>
                <p:cNvSpPr>
                  <a:spLocks noChangeAspect="1" noChangeShapeType="1"/>
                </p:cNvSpPr>
                <p:nvPr/>
              </p:nvSpPr>
              <p:spPr bwMode="auto">
                <a:xfrm>
                  <a:off x="1474574" y="3147058"/>
                  <a:ext cx="1527300" cy="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6" name="Freeform 293">
                  <a:extLst>
                    <a:ext uri="{FF2B5EF4-FFF2-40B4-BE49-F238E27FC236}">
                      <a16:creationId xmlns:a16="http://schemas.microsoft.com/office/drawing/2014/main" id="{2FB1A07D-E3C3-49EB-9672-E56C3E238530}"/>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7" name="Line 294">
                  <a:extLst>
                    <a:ext uri="{FF2B5EF4-FFF2-40B4-BE49-F238E27FC236}">
                      <a16:creationId xmlns:a16="http://schemas.microsoft.com/office/drawing/2014/main" id="{86C5DC6B-F223-4498-9A02-91017868DEDE}"/>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8" name="Line 25">
                  <a:extLst>
                    <a:ext uri="{FF2B5EF4-FFF2-40B4-BE49-F238E27FC236}">
                      <a16:creationId xmlns:a16="http://schemas.microsoft.com/office/drawing/2014/main" id="{B4C2C27E-D7A2-45F4-BA0E-5692BC718CB6}"/>
                    </a:ext>
                  </a:extLst>
                </p:cNvPr>
                <p:cNvSpPr>
                  <a:spLocks noChangeShapeType="1"/>
                </p:cNvSpPr>
                <p:nvPr/>
              </p:nvSpPr>
              <p:spPr bwMode="auto">
                <a:xfrm>
                  <a:off x="1478502" y="3600851"/>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09" name="Line 294">
                  <a:extLst>
                    <a:ext uri="{FF2B5EF4-FFF2-40B4-BE49-F238E27FC236}">
                      <a16:creationId xmlns:a16="http://schemas.microsoft.com/office/drawing/2014/main" id="{7566FCDD-96C9-4BD9-9261-F5F63B8D86AC}"/>
                    </a:ext>
                  </a:extLst>
                </p:cNvPr>
                <p:cNvSpPr>
                  <a:spLocks noChangeAspect="1" noChangeShapeType="1"/>
                </p:cNvSpPr>
                <p:nvPr/>
              </p:nvSpPr>
              <p:spPr bwMode="auto">
                <a:xfrm>
                  <a:off x="1485152" y="3141355"/>
                  <a:ext cx="3842" cy="468694"/>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0" name="Rectangle 41">
                  <a:extLst>
                    <a:ext uri="{FF2B5EF4-FFF2-40B4-BE49-F238E27FC236}">
                      <a16:creationId xmlns:a16="http://schemas.microsoft.com/office/drawing/2014/main" id="{27FC406D-11CB-482D-B0CB-D59E9A9D6BAA}"/>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1" name="Rectangle 41">
                  <a:extLst>
                    <a:ext uri="{FF2B5EF4-FFF2-40B4-BE49-F238E27FC236}">
                      <a16:creationId xmlns:a16="http://schemas.microsoft.com/office/drawing/2014/main" id="{7E4FD4BF-3CF1-456B-B6B5-B53C7D60BD61}"/>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2" name="Line 294">
                  <a:extLst>
                    <a:ext uri="{FF2B5EF4-FFF2-40B4-BE49-F238E27FC236}">
                      <a16:creationId xmlns:a16="http://schemas.microsoft.com/office/drawing/2014/main" id="{BF047FF1-FB2F-46BC-83B8-BD2922934FA3}"/>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3" name="Rectangle 41">
                  <a:extLst>
                    <a:ext uri="{FF2B5EF4-FFF2-40B4-BE49-F238E27FC236}">
                      <a16:creationId xmlns:a16="http://schemas.microsoft.com/office/drawing/2014/main" id="{136C864D-CA5D-4CD0-8A0E-BF42B55844BC}"/>
                    </a:ext>
                  </a:extLst>
                </p:cNvPr>
                <p:cNvSpPr>
                  <a:spLocks noChangeArrowheads="1"/>
                </p:cNvSpPr>
                <p:nvPr/>
              </p:nvSpPr>
              <p:spPr bwMode="auto">
                <a:xfrm>
                  <a:off x="1328991"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4" name="Line 294">
                  <a:extLst>
                    <a:ext uri="{FF2B5EF4-FFF2-40B4-BE49-F238E27FC236}">
                      <a16:creationId xmlns:a16="http://schemas.microsoft.com/office/drawing/2014/main" id="{819029E8-D841-4AF1-A505-77CE76CA83E6}"/>
                    </a:ext>
                  </a:extLst>
                </p:cNvPr>
                <p:cNvSpPr>
                  <a:spLocks noChangeAspect="1" noChangeShapeType="1"/>
                </p:cNvSpPr>
                <p:nvPr/>
              </p:nvSpPr>
              <p:spPr bwMode="auto">
                <a:xfrm>
                  <a:off x="1479350" y="391245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5" name="Freeform 197">
                  <a:extLst>
                    <a:ext uri="{FF2B5EF4-FFF2-40B4-BE49-F238E27FC236}">
                      <a16:creationId xmlns:a16="http://schemas.microsoft.com/office/drawing/2014/main" id="{008ED07E-CEAC-4DC8-966F-9C06157083B0}"/>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0000"/>
                </a:solidFill>
                <a:ln w="190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6" name="Rectangle 41">
                  <a:extLst>
                    <a:ext uri="{FF2B5EF4-FFF2-40B4-BE49-F238E27FC236}">
                      <a16:creationId xmlns:a16="http://schemas.microsoft.com/office/drawing/2014/main" id="{94C1D6D1-5214-40A5-9B24-0A093BE074BD}"/>
                    </a:ext>
                  </a:extLst>
                </p:cNvPr>
                <p:cNvSpPr>
                  <a:spLocks noChangeArrowheads="1"/>
                </p:cNvSpPr>
                <p:nvPr/>
              </p:nvSpPr>
              <p:spPr bwMode="auto">
                <a:xfrm>
                  <a:off x="2755026"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17" name="Line 25">
                  <a:extLst>
                    <a:ext uri="{FF2B5EF4-FFF2-40B4-BE49-F238E27FC236}">
                      <a16:creationId xmlns:a16="http://schemas.microsoft.com/office/drawing/2014/main" id="{CD6A3429-E4F6-454A-908C-275D0E343E27}"/>
                    </a:ext>
                  </a:extLst>
                </p:cNvPr>
                <p:cNvSpPr>
                  <a:spLocks noChangeShapeType="1"/>
                </p:cNvSpPr>
                <p:nvPr/>
              </p:nvSpPr>
              <p:spPr bwMode="auto">
                <a:xfrm>
                  <a:off x="1481478" y="3926852"/>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5492" name="Line 290">
                <a:extLst>
                  <a:ext uri="{FF2B5EF4-FFF2-40B4-BE49-F238E27FC236}">
                    <a16:creationId xmlns:a16="http://schemas.microsoft.com/office/drawing/2014/main" id="{9738D168-A37E-492B-BC7E-E6DF46545935}"/>
                  </a:ext>
                </a:extLst>
              </p:cNvPr>
              <p:cNvSpPr>
                <a:spLocks noChangeAspect="1" noChangeShapeType="1"/>
              </p:cNvSpPr>
              <p:nvPr/>
            </p:nvSpPr>
            <p:spPr bwMode="auto">
              <a:xfrm>
                <a:off x="721364" y="4870019"/>
                <a:ext cx="6727329"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5476" name="TextBox 1">
              <a:extLst>
                <a:ext uri="{FF2B5EF4-FFF2-40B4-BE49-F238E27FC236}">
                  <a16:creationId xmlns:a16="http://schemas.microsoft.com/office/drawing/2014/main" id="{832B4EB7-CD51-48AF-B34F-A03F4A95AB85}"/>
                </a:ext>
              </a:extLst>
            </p:cNvPr>
            <p:cNvSpPr txBox="1">
              <a:spLocks noChangeArrowheads="1"/>
            </p:cNvSpPr>
            <p:nvPr/>
          </p:nvSpPr>
          <p:spPr bwMode="auto">
            <a:xfrm>
              <a:off x="648419" y="2260121"/>
              <a:ext cx="3385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sp>
          <p:nvSpPr>
            <p:cNvPr id="105477" name="Line 25">
              <a:extLst>
                <a:ext uri="{FF2B5EF4-FFF2-40B4-BE49-F238E27FC236}">
                  <a16:creationId xmlns:a16="http://schemas.microsoft.com/office/drawing/2014/main" id="{95D2C5B7-8E5A-479C-8AB4-ADEF745331AB}"/>
                </a:ext>
              </a:extLst>
            </p:cNvPr>
            <p:cNvSpPr>
              <a:spLocks noChangeShapeType="1"/>
            </p:cNvSpPr>
            <p:nvPr/>
          </p:nvSpPr>
          <p:spPr bwMode="auto">
            <a:xfrm>
              <a:off x="1427022" y="3616719"/>
              <a:ext cx="298261" cy="13577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78" name="Line 25">
              <a:extLst>
                <a:ext uri="{FF2B5EF4-FFF2-40B4-BE49-F238E27FC236}">
                  <a16:creationId xmlns:a16="http://schemas.microsoft.com/office/drawing/2014/main" id="{840BE865-A39C-4D87-9C5C-68454CA862EE}"/>
                </a:ext>
              </a:extLst>
            </p:cNvPr>
            <p:cNvSpPr>
              <a:spLocks noChangeShapeType="1"/>
            </p:cNvSpPr>
            <p:nvPr/>
          </p:nvSpPr>
          <p:spPr bwMode="auto">
            <a:xfrm>
              <a:off x="3330584" y="3613843"/>
              <a:ext cx="298261" cy="13577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79" name="Line 25">
              <a:extLst>
                <a:ext uri="{FF2B5EF4-FFF2-40B4-BE49-F238E27FC236}">
                  <a16:creationId xmlns:a16="http://schemas.microsoft.com/office/drawing/2014/main" id="{CCE2DE14-8D62-4660-8E47-997765CB4677}"/>
                </a:ext>
              </a:extLst>
            </p:cNvPr>
            <p:cNvSpPr>
              <a:spLocks noChangeShapeType="1"/>
            </p:cNvSpPr>
            <p:nvPr/>
          </p:nvSpPr>
          <p:spPr bwMode="auto">
            <a:xfrm>
              <a:off x="5251399" y="3610967"/>
              <a:ext cx="298261" cy="13577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0" name="Line 25">
              <a:extLst>
                <a:ext uri="{FF2B5EF4-FFF2-40B4-BE49-F238E27FC236}">
                  <a16:creationId xmlns:a16="http://schemas.microsoft.com/office/drawing/2014/main" id="{9B1ECE31-8B03-46E6-90CC-4CBB76F4527D}"/>
                </a:ext>
              </a:extLst>
            </p:cNvPr>
            <p:cNvSpPr>
              <a:spLocks noChangeShapeType="1"/>
            </p:cNvSpPr>
            <p:nvPr/>
          </p:nvSpPr>
          <p:spPr bwMode="auto">
            <a:xfrm>
              <a:off x="7157837" y="3610968"/>
              <a:ext cx="298261" cy="135771"/>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1" name="Line 294">
              <a:extLst>
                <a:ext uri="{FF2B5EF4-FFF2-40B4-BE49-F238E27FC236}">
                  <a16:creationId xmlns:a16="http://schemas.microsoft.com/office/drawing/2014/main" id="{3E307839-C9D6-4952-AD2A-B8119305F2C5}"/>
                </a:ext>
              </a:extLst>
            </p:cNvPr>
            <p:cNvSpPr>
              <a:spLocks noChangeAspect="1" noChangeShapeType="1"/>
            </p:cNvSpPr>
            <p:nvPr/>
          </p:nvSpPr>
          <p:spPr bwMode="auto">
            <a:xfrm>
              <a:off x="2782395" y="3142171"/>
              <a:ext cx="5114" cy="62375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2" name="Line 294">
              <a:extLst>
                <a:ext uri="{FF2B5EF4-FFF2-40B4-BE49-F238E27FC236}">
                  <a16:creationId xmlns:a16="http://schemas.microsoft.com/office/drawing/2014/main" id="{CE5CB68F-9D1E-46E3-A157-65A970474366}"/>
                </a:ext>
              </a:extLst>
            </p:cNvPr>
            <p:cNvSpPr>
              <a:spLocks noChangeAspect="1" noChangeShapeType="1"/>
            </p:cNvSpPr>
            <p:nvPr/>
          </p:nvSpPr>
          <p:spPr bwMode="auto">
            <a:xfrm>
              <a:off x="4702635" y="3123883"/>
              <a:ext cx="5114" cy="62375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3" name="Line 294">
              <a:extLst>
                <a:ext uri="{FF2B5EF4-FFF2-40B4-BE49-F238E27FC236}">
                  <a16:creationId xmlns:a16="http://schemas.microsoft.com/office/drawing/2014/main" id="{91FF28B1-7728-4584-9CCE-9446703A1F64}"/>
                </a:ext>
              </a:extLst>
            </p:cNvPr>
            <p:cNvSpPr>
              <a:spLocks noChangeAspect="1" noChangeShapeType="1"/>
            </p:cNvSpPr>
            <p:nvPr/>
          </p:nvSpPr>
          <p:spPr bwMode="auto">
            <a:xfrm>
              <a:off x="6628971" y="3123883"/>
              <a:ext cx="5114" cy="62375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484" name="Line 294">
              <a:extLst>
                <a:ext uri="{FF2B5EF4-FFF2-40B4-BE49-F238E27FC236}">
                  <a16:creationId xmlns:a16="http://schemas.microsoft.com/office/drawing/2014/main" id="{50FE4FAF-C79F-437D-8C4B-2C434ADA8A81}"/>
                </a:ext>
              </a:extLst>
            </p:cNvPr>
            <p:cNvSpPr>
              <a:spLocks noChangeAspect="1" noChangeShapeType="1"/>
            </p:cNvSpPr>
            <p:nvPr/>
          </p:nvSpPr>
          <p:spPr bwMode="auto">
            <a:xfrm>
              <a:off x="8543115" y="3123883"/>
              <a:ext cx="5114" cy="62375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Title 1">
            <a:extLst>
              <a:ext uri="{FF2B5EF4-FFF2-40B4-BE49-F238E27FC236}">
                <a16:creationId xmlns:a16="http://schemas.microsoft.com/office/drawing/2014/main" id="{CD07621A-8397-4533-92B5-CB03C617631A}"/>
              </a:ext>
            </a:extLst>
          </p:cNvPr>
          <p:cNvSpPr txBox="1">
            <a:spLocks/>
          </p:cNvSpPr>
          <p:nvPr/>
        </p:nvSpPr>
        <p:spPr bwMode="auto">
          <a:xfrm>
            <a:off x="0" y="2286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4-Bit Parallel-Access Register</a:t>
            </a:r>
          </a:p>
        </p:txBody>
      </p:sp>
      <p:grpSp>
        <p:nvGrpSpPr>
          <p:cNvPr id="106498" name="Group 2">
            <a:extLst>
              <a:ext uri="{FF2B5EF4-FFF2-40B4-BE49-F238E27FC236}">
                <a16:creationId xmlns:a16="http://schemas.microsoft.com/office/drawing/2014/main" id="{DDF69B8C-19F7-4688-B0A2-10FCEA8A748B}"/>
              </a:ext>
            </a:extLst>
          </p:cNvPr>
          <p:cNvGrpSpPr>
            <a:grpSpLocks/>
          </p:cNvGrpSpPr>
          <p:nvPr/>
        </p:nvGrpSpPr>
        <p:grpSpPr bwMode="auto">
          <a:xfrm>
            <a:off x="228600" y="1852613"/>
            <a:ext cx="8513763" cy="4090987"/>
            <a:chOff x="228600" y="1852129"/>
            <a:chExt cx="8513945" cy="4091471"/>
          </a:xfrm>
        </p:grpSpPr>
        <p:sp>
          <p:nvSpPr>
            <p:cNvPr id="106504" name="Rectangle 11">
              <a:extLst>
                <a:ext uri="{FF2B5EF4-FFF2-40B4-BE49-F238E27FC236}">
                  <a16:creationId xmlns:a16="http://schemas.microsoft.com/office/drawing/2014/main" id="{B7D85365-7B97-42D5-ADB0-2A7F54DDD96D}"/>
                </a:ext>
              </a:extLst>
            </p:cNvPr>
            <p:cNvSpPr>
              <a:spLocks noChangeArrowheads="1"/>
            </p:cNvSpPr>
            <p:nvPr/>
          </p:nvSpPr>
          <p:spPr bwMode="auto">
            <a:xfrm>
              <a:off x="228600" y="473916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5" name="Rectangle 135">
              <a:extLst>
                <a:ext uri="{FF2B5EF4-FFF2-40B4-BE49-F238E27FC236}">
                  <a16:creationId xmlns:a16="http://schemas.microsoft.com/office/drawing/2014/main" id="{5ABBC677-BD9B-484A-920D-FE1AA02E959E}"/>
                </a:ext>
              </a:extLst>
            </p:cNvPr>
            <p:cNvSpPr>
              <a:spLocks noChangeArrowheads="1"/>
            </p:cNvSpPr>
            <p:nvPr/>
          </p:nvSpPr>
          <p:spPr bwMode="auto">
            <a:xfrm>
              <a:off x="242480" y="2590800"/>
              <a:ext cx="3718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Load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6" name="Line 290">
              <a:extLst>
                <a:ext uri="{FF2B5EF4-FFF2-40B4-BE49-F238E27FC236}">
                  <a16:creationId xmlns:a16="http://schemas.microsoft.com/office/drawing/2014/main" id="{4E6B16B3-5127-4EFA-90D7-103D51FDAB65}"/>
                </a:ext>
              </a:extLst>
            </p:cNvPr>
            <p:cNvSpPr>
              <a:spLocks noChangeAspect="1" noChangeShapeType="1"/>
            </p:cNvSpPr>
            <p:nvPr/>
          </p:nvSpPr>
          <p:spPr bwMode="auto">
            <a:xfrm>
              <a:off x="709827" y="2709150"/>
              <a:ext cx="6605421" cy="0"/>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6507" name="Group 1">
              <a:extLst>
                <a:ext uri="{FF2B5EF4-FFF2-40B4-BE49-F238E27FC236}">
                  <a16:creationId xmlns:a16="http://schemas.microsoft.com/office/drawing/2014/main" id="{5EFF6BC8-5FE8-4ACE-81BB-EEF087364C70}"/>
                </a:ext>
              </a:extLst>
            </p:cNvPr>
            <p:cNvGrpSpPr>
              <a:grpSpLocks/>
            </p:cNvGrpSpPr>
            <p:nvPr/>
          </p:nvGrpSpPr>
          <p:grpSpPr bwMode="auto">
            <a:xfrm>
              <a:off x="1111917" y="1852129"/>
              <a:ext cx="1892247" cy="4091471"/>
              <a:chOff x="1330992" y="1852129"/>
              <a:chExt cx="1892247" cy="4091471"/>
            </a:xfrm>
          </p:grpSpPr>
          <p:sp>
            <p:nvSpPr>
              <p:cNvPr id="106591" name="Line 25">
                <a:extLst>
                  <a:ext uri="{FF2B5EF4-FFF2-40B4-BE49-F238E27FC236}">
                    <a16:creationId xmlns:a16="http://schemas.microsoft.com/office/drawing/2014/main" id="{7B1E3410-D795-4DCB-9E2A-04963FCB56F1}"/>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2" name="Freeform 38">
                <a:extLst>
                  <a:ext uri="{FF2B5EF4-FFF2-40B4-BE49-F238E27FC236}">
                    <a16:creationId xmlns:a16="http://schemas.microsoft.com/office/drawing/2014/main" id="{D0FB1B34-0BAC-4401-A41C-9232BA724E16}"/>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3" name="Rectangle 4">
                <a:extLst>
                  <a:ext uri="{FF2B5EF4-FFF2-40B4-BE49-F238E27FC236}">
                    <a16:creationId xmlns:a16="http://schemas.microsoft.com/office/drawing/2014/main" id="{441DFD30-1EFE-412D-98B2-551D91585551}"/>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4" name="Rectangle 5">
                <a:extLst>
                  <a:ext uri="{FF2B5EF4-FFF2-40B4-BE49-F238E27FC236}">
                    <a16:creationId xmlns:a16="http://schemas.microsoft.com/office/drawing/2014/main" id="{D9C27CE0-9D04-4EA9-9357-3CA3C5B7234A}"/>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5" name="Rectangle 6">
                <a:extLst>
                  <a:ext uri="{FF2B5EF4-FFF2-40B4-BE49-F238E27FC236}">
                    <a16:creationId xmlns:a16="http://schemas.microsoft.com/office/drawing/2014/main" id="{891A0A91-88E7-449E-BAAE-5CA041B65B45}"/>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6" name="Line 7">
                <a:extLst>
                  <a:ext uri="{FF2B5EF4-FFF2-40B4-BE49-F238E27FC236}">
                    <a16:creationId xmlns:a16="http://schemas.microsoft.com/office/drawing/2014/main" id="{05D0ACE6-0945-4883-A532-733814212BD4}"/>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7" name="Rectangle 9">
                <a:extLst>
                  <a:ext uri="{FF2B5EF4-FFF2-40B4-BE49-F238E27FC236}">
                    <a16:creationId xmlns:a16="http://schemas.microsoft.com/office/drawing/2014/main" id="{B4FF177B-C8C7-403E-ADCF-857ABF173C30}"/>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8" name="Line 25">
                <a:extLst>
                  <a:ext uri="{FF2B5EF4-FFF2-40B4-BE49-F238E27FC236}">
                    <a16:creationId xmlns:a16="http://schemas.microsoft.com/office/drawing/2014/main" id="{4279D676-DDF7-42DF-B4A0-A906E47E17FF}"/>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9" name="Freeform 36">
                <a:extLst>
                  <a:ext uri="{FF2B5EF4-FFF2-40B4-BE49-F238E27FC236}">
                    <a16:creationId xmlns:a16="http://schemas.microsoft.com/office/drawing/2014/main" id="{FD49F15E-5A44-4238-ACFC-4067554403D2}"/>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0" name="Line 37">
                <a:extLst>
                  <a:ext uri="{FF2B5EF4-FFF2-40B4-BE49-F238E27FC236}">
                    <a16:creationId xmlns:a16="http://schemas.microsoft.com/office/drawing/2014/main" id="{E9B1EFDD-63A2-4CC9-A0A8-8C4C2FF2B45E}"/>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1" name="Line 290">
                <a:extLst>
                  <a:ext uri="{FF2B5EF4-FFF2-40B4-BE49-F238E27FC236}">
                    <a16:creationId xmlns:a16="http://schemas.microsoft.com/office/drawing/2014/main" id="{51CCE934-E5E9-4622-9097-FB7BC3971601}"/>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2" name="Freeform 293">
                <a:extLst>
                  <a:ext uri="{FF2B5EF4-FFF2-40B4-BE49-F238E27FC236}">
                    <a16:creationId xmlns:a16="http://schemas.microsoft.com/office/drawing/2014/main" id="{21364ECB-3989-4F2E-9DDD-48FA93ABECFF}"/>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3" name="Line 294">
                <a:extLst>
                  <a:ext uri="{FF2B5EF4-FFF2-40B4-BE49-F238E27FC236}">
                    <a16:creationId xmlns:a16="http://schemas.microsoft.com/office/drawing/2014/main" id="{DE03636B-19DC-4D6F-B161-789B3833C182}"/>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4" name="Line 25">
                <a:extLst>
                  <a:ext uri="{FF2B5EF4-FFF2-40B4-BE49-F238E27FC236}">
                    <a16:creationId xmlns:a16="http://schemas.microsoft.com/office/drawing/2014/main" id="{46B83289-21B1-4273-8944-48B56971CFA9}"/>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5" name="Line 25">
                <a:extLst>
                  <a:ext uri="{FF2B5EF4-FFF2-40B4-BE49-F238E27FC236}">
                    <a16:creationId xmlns:a16="http://schemas.microsoft.com/office/drawing/2014/main" id="{57C5CFAF-F06E-4E58-B2D2-5765A7DC0736}"/>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6" name="Line 294">
                <a:extLst>
                  <a:ext uri="{FF2B5EF4-FFF2-40B4-BE49-F238E27FC236}">
                    <a16:creationId xmlns:a16="http://schemas.microsoft.com/office/drawing/2014/main" id="{CB7F648E-89A1-448B-951B-0AB36B9E8239}"/>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7" name="Line 294">
                <a:extLst>
                  <a:ext uri="{FF2B5EF4-FFF2-40B4-BE49-F238E27FC236}">
                    <a16:creationId xmlns:a16="http://schemas.microsoft.com/office/drawing/2014/main" id="{263B8D23-5654-4EBC-8F72-56AF7F8D74A1}"/>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8" name="Rectangle 41">
                <a:extLst>
                  <a:ext uri="{FF2B5EF4-FFF2-40B4-BE49-F238E27FC236}">
                    <a16:creationId xmlns:a16="http://schemas.microsoft.com/office/drawing/2014/main" id="{A4F9B434-DBAC-4D4D-9C9D-3462A9065ED1}"/>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09" name="Rectangle 41">
                <a:extLst>
                  <a:ext uri="{FF2B5EF4-FFF2-40B4-BE49-F238E27FC236}">
                    <a16:creationId xmlns:a16="http://schemas.microsoft.com/office/drawing/2014/main" id="{156C2C36-9C28-4037-B725-24F9365233C5}"/>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0" name="Line 294">
                <a:extLst>
                  <a:ext uri="{FF2B5EF4-FFF2-40B4-BE49-F238E27FC236}">
                    <a16:creationId xmlns:a16="http://schemas.microsoft.com/office/drawing/2014/main" id="{001260A0-852D-445A-A2C1-33361479D0B7}"/>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1" name="Rectangle 41">
                <a:extLst>
                  <a:ext uri="{FF2B5EF4-FFF2-40B4-BE49-F238E27FC236}">
                    <a16:creationId xmlns:a16="http://schemas.microsoft.com/office/drawing/2014/main" id="{CC4C9F26-7D9C-4D81-8CAB-160E45AADBC7}"/>
                  </a:ext>
                </a:extLst>
              </p:cNvPr>
              <p:cNvSpPr>
                <a:spLocks noChangeArrowheads="1"/>
              </p:cNvSpPr>
              <p:nvPr/>
            </p:nvSpPr>
            <p:spPr bwMode="auto">
              <a:xfrm>
                <a:off x="1330992"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2" name="Freeform 62">
                <a:extLst>
                  <a:ext uri="{FF2B5EF4-FFF2-40B4-BE49-F238E27FC236}">
                    <a16:creationId xmlns:a16="http://schemas.microsoft.com/office/drawing/2014/main" id="{D1FC2A15-4E47-4F8A-A90C-1D0AC7FFF196}"/>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3" name="Freeform 64">
                <a:extLst>
                  <a:ext uri="{FF2B5EF4-FFF2-40B4-BE49-F238E27FC236}">
                    <a16:creationId xmlns:a16="http://schemas.microsoft.com/office/drawing/2014/main" id="{5C1FF9A0-3B10-45DE-B38A-2C245ABDE7B4}"/>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4" name="Line 294">
                <a:extLst>
                  <a:ext uri="{FF2B5EF4-FFF2-40B4-BE49-F238E27FC236}">
                    <a16:creationId xmlns:a16="http://schemas.microsoft.com/office/drawing/2014/main" id="{126B111A-E6D6-4E65-8914-DB3E579BCBB1}"/>
                  </a:ext>
                </a:extLst>
              </p:cNvPr>
              <p:cNvSpPr>
                <a:spLocks noChangeAspect="1" noChangeShapeType="1"/>
              </p:cNvSpPr>
              <p:nvPr/>
            </p:nvSpPr>
            <p:spPr bwMode="auto">
              <a:xfrm>
                <a:off x="1479350" y="3912450"/>
                <a:ext cx="13266" cy="161805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5" name="Freeform 68">
                <a:extLst>
                  <a:ext uri="{FF2B5EF4-FFF2-40B4-BE49-F238E27FC236}">
                    <a16:creationId xmlns:a16="http://schemas.microsoft.com/office/drawing/2014/main" id="{46E4204F-90BC-46E6-839A-D36F73EB12AD}"/>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6" name="Rectangle 41">
                <a:extLst>
                  <a:ext uri="{FF2B5EF4-FFF2-40B4-BE49-F238E27FC236}">
                    <a16:creationId xmlns:a16="http://schemas.microsoft.com/office/drawing/2014/main" id="{419A35CB-430D-4BBA-B974-B4003BF49456}"/>
                  </a:ext>
                </a:extLst>
              </p:cNvPr>
              <p:cNvSpPr>
                <a:spLocks noChangeArrowheads="1"/>
              </p:cNvSpPr>
              <p:nvPr/>
            </p:nvSpPr>
            <p:spPr bwMode="auto">
              <a:xfrm>
                <a:off x="2774398"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617" name="Line 25">
                <a:extLst>
                  <a:ext uri="{FF2B5EF4-FFF2-40B4-BE49-F238E27FC236}">
                    <a16:creationId xmlns:a16="http://schemas.microsoft.com/office/drawing/2014/main" id="{CD65A7B8-658F-41B2-B1C9-9F18204E22A0}"/>
                  </a:ext>
                </a:extLst>
              </p:cNvPr>
              <p:cNvSpPr>
                <a:spLocks noChangeShapeType="1"/>
              </p:cNvSpPr>
              <p:nvPr/>
            </p:nvSpPr>
            <p:spPr bwMode="auto">
              <a:xfrm>
                <a:off x="1481478" y="3926852"/>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6508" name="Group 103">
              <a:extLst>
                <a:ext uri="{FF2B5EF4-FFF2-40B4-BE49-F238E27FC236}">
                  <a16:creationId xmlns:a16="http://schemas.microsoft.com/office/drawing/2014/main" id="{06BE537B-D0EF-4355-A8E2-AC7721F3A814}"/>
                </a:ext>
              </a:extLst>
            </p:cNvPr>
            <p:cNvGrpSpPr>
              <a:grpSpLocks/>
            </p:cNvGrpSpPr>
            <p:nvPr/>
          </p:nvGrpSpPr>
          <p:grpSpPr bwMode="auto">
            <a:xfrm>
              <a:off x="3027624" y="1852129"/>
              <a:ext cx="1877832" cy="4091471"/>
              <a:chOff x="1326114" y="1852129"/>
              <a:chExt cx="1877832" cy="4091471"/>
            </a:xfrm>
          </p:grpSpPr>
          <p:sp>
            <p:nvSpPr>
              <p:cNvPr id="106564" name="Line 25">
                <a:extLst>
                  <a:ext uri="{FF2B5EF4-FFF2-40B4-BE49-F238E27FC236}">
                    <a16:creationId xmlns:a16="http://schemas.microsoft.com/office/drawing/2014/main" id="{B5CEC092-E720-4F2F-B5A9-1C50DEAA027F}"/>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5" name="Freeform 105">
                <a:extLst>
                  <a:ext uri="{FF2B5EF4-FFF2-40B4-BE49-F238E27FC236}">
                    <a16:creationId xmlns:a16="http://schemas.microsoft.com/office/drawing/2014/main" id="{F2D863BF-55D9-4B7D-A680-08288C989F3E}"/>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6" name="Rectangle 106">
                <a:extLst>
                  <a:ext uri="{FF2B5EF4-FFF2-40B4-BE49-F238E27FC236}">
                    <a16:creationId xmlns:a16="http://schemas.microsoft.com/office/drawing/2014/main" id="{9BFD99EB-406C-4ABF-BF5E-8D62CF9AAD7B}"/>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7" name="Rectangle 107">
                <a:extLst>
                  <a:ext uri="{FF2B5EF4-FFF2-40B4-BE49-F238E27FC236}">
                    <a16:creationId xmlns:a16="http://schemas.microsoft.com/office/drawing/2014/main" id="{984317EB-4D87-4587-944E-21D6281DF3E7}"/>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8" name="Rectangle 108">
                <a:extLst>
                  <a:ext uri="{FF2B5EF4-FFF2-40B4-BE49-F238E27FC236}">
                    <a16:creationId xmlns:a16="http://schemas.microsoft.com/office/drawing/2014/main" id="{E01CCBE2-4617-492F-BAEE-A7FF52EADF12}"/>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9" name="Line 7">
                <a:extLst>
                  <a:ext uri="{FF2B5EF4-FFF2-40B4-BE49-F238E27FC236}">
                    <a16:creationId xmlns:a16="http://schemas.microsoft.com/office/drawing/2014/main" id="{A7F0237F-C8C0-4C1B-99BB-EED3837E1709}"/>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0" name="Rectangle 110">
                <a:extLst>
                  <a:ext uri="{FF2B5EF4-FFF2-40B4-BE49-F238E27FC236}">
                    <a16:creationId xmlns:a16="http://schemas.microsoft.com/office/drawing/2014/main" id="{DA062159-241E-4D0C-9E5E-172C4EFB3FA5}"/>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1" name="Line 25">
                <a:extLst>
                  <a:ext uri="{FF2B5EF4-FFF2-40B4-BE49-F238E27FC236}">
                    <a16:creationId xmlns:a16="http://schemas.microsoft.com/office/drawing/2014/main" id="{51C3621F-1F61-4129-9C11-BB096D560821}"/>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2" name="Freeform 112">
                <a:extLst>
                  <a:ext uri="{FF2B5EF4-FFF2-40B4-BE49-F238E27FC236}">
                    <a16:creationId xmlns:a16="http://schemas.microsoft.com/office/drawing/2014/main" id="{06BDB2E1-4035-4BBA-82AE-6A327AC1A9D0}"/>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3" name="Line 37">
                <a:extLst>
                  <a:ext uri="{FF2B5EF4-FFF2-40B4-BE49-F238E27FC236}">
                    <a16:creationId xmlns:a16="http://schemas.microsoft.com/office/drawing/2014/main" id="{021D0C73-EF39-4A30-9F49-07E89404AEE4}"/>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4" name="Line 290">
                <a:extLst>
                  <a:ext uri="{FF2B5EF4-FFF2-40B4-BE49-F238E27FC236}">
                    <a16:creationId xmlns:a16="http://schemas.microsoft.com/office/drawing/2014/main" id="{06E0C0A5-FFA3-4C3E-BFDD-62679F1148F9}"/>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5" name="Freeform 293">
                <a:extLst>
                  <a:ext uri="{FF2B5EF4-FFF2-40B4-BE49-F238E27FC236}">
                    <a16:creationId xmlns:a16="http://schemas.microsoft.com/office/drawing/2014/main" id="{13F2EF48-8EA0-43B7-BDE5-F4EB4BB91232}"/>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6" name="Line 294">
                <a:extLst>
                  <a:ext uri="{FF2B5EF4-FFF2-40B4-BE49-F238E27FC236}">
                    <a16:creationId xmlns:a16="http://schemas.microsoft.com/office/drawing/2014/main" id="{F7632863-52A5-4B0A-B233-5D0E4AC9E1D5}"/>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7" name="Line 25">
                <a:extLst>
                  <a:ext uri="{FF2B5EF4-FFF2-40B4-BE49-F238E27FC236}">
                    <a16:creationId xmlns:a16="http://schemas.microsoft.com/office/drawing/2014/main" id="{0586FA2A-0DDD-4F36-8E6A-69D1D238DEB9}"/>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8" name="Line 25">
                <a:extLst>
                  <a:ext uri="{FF2B5EF4-FFF2-40B4-BE49-F238E27FC236}">
                    <a16:creationId xmlns:a16="http://schemas.microsoft.com/office/drawing/2014/main" id="{957A2B51-2E71-4F6B-A49A-E97FC88CC958}"/>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9" name="Line 294">
                <a:extLst>
                  <a:ext uri="{FF2B5EF4-FFF2-40B4-BE49-F238E27FC236}">
                    <a16:creationId xmlns:a16="http://schemas.microsoft.com/office/drawing/2014/main" id="{70DA49C7-9BDD-42F6-B562-5237ED72C274}"/>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0" name="Line 294">
                <a:extLst>
                  <a:ext uri="{FF2B5EF4-FFF2-40B4-BE49-F238E27FC236}">
                    <a16:creationId xmlns:a16="http://schemas.microsoft.com/office/drawing/2014/main" id="{B6F5EC5B-65ED-49EF-A867-32A7C22940CF}"/>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1" name="Rectangle 41">
                <a:extLst>
                  <a:ext uri="{FF2B5EF4-FFF2-40B4-BE49-F238E27FC236}">
                    <a16:creationId xmlns:a16="http://schemas.microsoft.com/office/drawing/2014/main" id="{04D611FE-FEF9-4FD4-9505-CD77EA9FFB68}"/>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2" name="Rectangle 41">
                <a:extLst>
                  <a:ext uri="{FF2B5EF4-FFF2-40B4-BE49-F238E27FC236}">
                    <a16:creationId xmlns:a16="http://schemas.microsoft.com/office/drawing/2014/main" id="{B2B34952-C895-4838-A22B-718D94C00603}"/>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3" name="Line 294">
                <a:extLst>
                  <a:ext uri="{FF2B5EF4-FFF2-40B4-BE49-F238E27FC236}">
                    <a16:creationId xmlns:a16="http://schemas.microsoft.com/office/drawing/2014/main" id="{FD9F0DAA-4DF7-457B-AC51-E3E77D9048B3}"/>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4" name="Rectangle 41">
                <a:extLst>
                  <a:ext uri="{FF2B5EF4-FFF2-40B4-BE49-F238E27FC236}">
                    <a16:creationId xmlns:a16="http://schemas.microsoft.com/office/drawing/2014/main" id="{D7885351-BA34-4137-AAF7-BE932D337D28}"/>
                  </a:ext>
                </a:extLst>
              </p:cNvPr>
              <p:cNvSpPr>
                <a:spLocks noChangeArrowheads="1"/>
              </p:cNvSpPr>
              <p:nvPr/>
            </p:nvSpPr>
            <p:spPr bwMode="auto">
              <a:xfrm>
                <a:off x="1326114"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5" name="Freeform 131">
                <a:extLst>
                  <a:ext uri="{FF2B5EF4-FFF2-40B4-BE49-F238E27FC236}">
                    <a16:creationId xmlns:a16="http://schemas.microsoft.com/office/drawing/2014/main" id="{E4211885-1AD4-48F3-B1AE-6D5388FBDEE6}"/>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6" name="Freeform 139">
                <a:extLst>
                  <a:ext uri="{FF2B5EF4-FFF2-40B4-BE49-F238E27FC236}">
                    <a16:creationId xmlns:a16="http://schemas.microsoft.com/office/drawing/2014/main" id="{EFA4675B-2DD4-46C2-8A4F-1C24806458B1}"/>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7" name="Line 294">
                <a:extLst>
                  <a:ext uri="{FF2B5EF4-FFF2-40B4-BE49-F238E27FC236}">
                    <a16:creationId xmlns:a16="http://schemas.microsoft.com/office/drawing/2014/main" id="{BCF6BFEE-1EEC-4089-B232-B8F4EBE0480D}"/>
                  </a:ext>
                </a:extLst>
              </p:cNvPr>
              <p:cNvSpPr>
                <a:spLocks noChangeAspect="1" noChangeShapeType="1"/>
              </p:cNvSpPr>
              <p:nvPr/>
            </p:nvSpPr>
            <p:spPr bwMode="auto">
              <a:xfrm>
                <a:off x="1479350" y="3912450"/>
                <a:ext cx="13266" cy="161805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8" name="Freeform 141">
                <a:extLst>
                  <a:ext uri="{FF2B5EF4-FFF2-40B4-BE49-F238E27FC236}">
                    <a16:creationId xmlns:a16="http://schemas.microsoft.com/office/drawing/2014/main" id="{1F3CAFDB-564F-425E-B99C-95C096C517B0}"/>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89" name="Rectangle 41">
                <a:extLst>
                  <a:ext uri="{FF2B5EF4-FFF2-40B4-BE49-F238E27FC236}">
                    <a16:creationId xmlns:a16="http://schemas.microsoft.com/office/drawing/2014/main" id="{FAA57A99-306D-41CC-BCBD-D2C98E02558C}"/>
                  </a:ext>
                </a:extLst>
              </p:cNvPr>
              <p:cNvSpPr>
                <a:spLocks noChangeArrowheads="1"/>
              </p:cNvSpPr>
              <p:nvPr/>
            </p:nvSpPr>
            <p:spPr bwMode="auto">
              <a:xfrm>
                <a:off x="2755105"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90" name="Line 25">
                <a:extLst>
                  <a:ext uri="{FF2B5EF4-FFF2-40B4-BE49-F238E27FC236}">
                    <a16:creationId xmlns:a16="http://schemas.microsoft.com/office/drawing/2014/main" id="{BD65A7FC-76E4-47B1-98E9-04178D91DCC4}"/>
                  </a:ext>
                </a:extLst>
              </p:cNvPr>
              <p:cNvSpPr>
                <a:spLocks noChangeShapeType="1"/>
              </p:cNvSpPr>
              <p:nvPr/>
            </p:nvSpPr>
            <p:spPr bwMode="auto">
              <a:xfrm>
                <a:off x="1481478" y="3926852"/>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6509" name="Group 144">
              <a:extLst>
                <a:ext uri="{FF2B5EF4-FFF2-40B4-BE49-F238E27FC236}">
                  <a16:creationId xmlns:a16="http://schemas.microsoft.com/office/drawing/2014/main" id="{EB180C48-C26C-49F9-8C53-52A248ABC660}"/>
                </a:ext>
              </a:extLst>
            </p:cNvPr>
            <p:cNvGrpSpPr>
              <a:grpSpLocks/>
            </p:cNvGrpSpPr>
            <p:nvPr/>
          </p:nvGrpSpPr>
          <p:grpSpPr bwMode="auto">
            <a:xfrm>
              <a:off x="4952757" y="1852129"/>
              <a:ext cx="1869716" cy="4091471"/>
              <a:chOff x="1328297" y="1852129"/>
              <a:chExt cx="1869716" cy="4091471"/>
            </a:xfrm>
          </p:grpSpPr>
          <p:sp>
            <p:nvSpPr>
              <p:cNvPr id="106537" name="Line 25">
                <a:extLst>
                  <a:ext uri="{FF2B5EF4-FFF2-40B4-BE49-F238E27FC236}">
                    <a16:creationId xmlns:a16="http://schemas.microsoft.com/office/drawing/2014/main" id="{967C3335-C6B6-49FC-8C7A-80C1B709049E}"/>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8" name="Freeform 146">
                <a:extLst>
                  <a:ext uri="{FF2B5EF4-FFF2-40B4-BE49-F238E27FC236}">
                    <a16:creationId xmlns:a16="http://schemas.microsoft.com/office/drawing/2014/main" id="{77C55952-6A9F-47DB-9C7D-975104947F11}"/>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9" name="Rectangle 147">
                <a:extLst>
                  <a:ext uri="{FF2B5EF4-FFF2-40B4-BE49-F238E27FC236}">
                    <a16:creationId xmlns:a16="http://schemas.microsoft.com/office/drawing/2014/main" id="{6ADB1C0A-FA95-4D54-80B4-6753AAD115E4}"/>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0" name="Rectangle 148">
                <a:extLst>
                  <a:ext uri="{FF2B5EF4-FFF2-40B4-BE49-F238E27FC236}">
                    <a16:creationId xmlns:a16="http://schemas.microsoft.com/office/drawing/2014/main" id="{E285BEB8-535A-468A-A6D4-135F5F7AEA35}"/>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1" name="Rectangle 149">
                <a:extLst>
                  <a:ext uri="{FF2B5EF4-FFF2-40B4-BE49-F238E27FC236}">
                    <a16:creationId xmlns:a16="http://schemas.microsoft.com/office/drawing/2014/main" id="{20DEB92D-1546-41E6-83A9-0950EF3625FD}"/>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2" name="Line 7">
                <a:extLst>
                  <a:ext uri="{FF2B5EF4-FFF2-40B4-BE49-F238E27FC236}">
                    <a16:creationId xmlns:a16="http://schemas.microsoft.com/office/drawing/2014/main" id="{B6260751-CDC5-4928-A296-09E1E4FE8D2D}"/>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3" name="Rectangle 151">
                <a:extLst>
                  <a:ext uri="{FF2B5EF4-FFF2-40B4-BE49-F238E27FC236}">
                    <a16:creationId xmlns:a16="http://schemas.microsoft.com/office/drawing/2014/main" id="{789ECF1D-871A-432B-BF75-E5039FE577DC}"/>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4" name="Line 25">
                <a:extLst>
                  <a:ext uri="{FF2B5EF4-FFF2-40B4-BE49-F238E27FC236}">
                    <a16:creationId xmlns:a16="http://schemas.microsoft.com/office/drawing/2014/main" id="{29099412-C657-4720-B2CF-59CA8B5C8485}"/>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5" name="Freeform 153">
                <a:extLst>
                  <a:ext uri="{FF2B5EF4-FFF2-40B4-BE49-F238E27FC236}">
                    <a16:creationId xmlns:a16="http://schemas.microsoft.com/office/drawing/2014/main" id="{EAAAD60A-D429-4C11-9C4E-455C3D8ECA04}"/>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6" name="Line 37">
                <a:extLst>
                  <a:ext uri="{FF2B5EF4-FFF2-40B4-BE49-F238E27FC236}">
                    <a16:creationId xmlns:a16="http://schemas.microsoft.com/office/drawing/2014/main" id="{0CACDFBF-5827-4716-BA8B-61E266F0F6A0}"/>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7" name="Line 290">
                <a:extLst>
                  <a:ext uri="{FF2B5EF4-FFF2-40B4-BE49-F238E27FC236}">
                    <a16:creationId xmlns:a16="http://schemas.microsoft.com/office/drawing/2014/main" id="{B079AE8C-2690-4FFB-912C-44358D7EA7DC}"/>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8" name="Freeform 293">
                <a:extLst>
                  <a:ext uri="{FF2B5EF4-FFF2-40B4-BE49-F238E27FC236}">
                    <a16:creationId xmlns:a16="http://schemas.microsoft.com/office/drawing/2014/main" id="{CCF7714F-0797-44C8-B8A4-FE9D96F1B25E}"/>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9" name="Line 294">
                <a:extLst>
                  <a:ext uri="{FF2B5EF4-FFF2-40B4-BE49-F238E27FC236}">
                    <a16:creationId xmlns:a16="http://schemas.microsoft.com/office/drawing/2014/main" id="{1E406E2E-207A-4ECE-B5A5-1AB1FA596C13}"/>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0" name="Line 25">
                <a:extLst>
                  <a:ext uri="{FF2B5EF4-FFF2-40B4-BE49-F238E27FC236}">
                    <a16:creationId xmlns:a16="http://schemas.microsoft.com/office/drawing/2014/main" id="{74B13177-B458-4B10-8B77-77C3E933C1D0}"/>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1" name="Line 25">
                <a:extLst>
                  <a:ext uri="{FF2B5EF4-FFF2-40B4-BE49-F238E27FC236}">
                    <a16:creationId xmlns:a16="http://schemas.microsoft.com/office/drawing/2014/main" id="{B6AEB80B-6600-4CB8-BF37-C508B8C98812}"/>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2" name="Line 294">
                <a:extLst>
                  <a:ext uri="{FF2B5EF4-FFF2-40B4-BE49-F238E27FC236}">
                    <a16:creationId xmlns:a16="http://schemas.microsoft.com/office/drawing/2014/main" id="{A1F06477-871B-42D0-B6E0-480AAEC330A3}"/>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3" name="Line 294">
                <a:extLst>
                  <a:ext uri="{FF2B5EF4-FFF2-40B4-BE49-F238E27FC236}">
                    <a16:creationId xmlns:a16="http://schemas.microsoft.com/office/drawing/2014/main" id="{7736A2D2-96B3-40BE-8130-9CEFEF968D06}"/>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4" name="Rectangle 41">
                <a:extLst>
                  <a:ext uri="{FF2B5EF4-FFF2-40B4-BE49-F238E27FC236}">
                    <a16:creationId xmlns:a16="http://schemas.microsoft.com/office/drawing/2014/main" id="{D3946BF4-F5CE-46D3-B224-2DF1B4418622}"/>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5" name="Rectangle 41">
                <a:extLst>
                  <a:ext uri="{FF2B5EF4-FFF2-40B4-BE49-F238E27FC236}">
                    <a16:creationId xmlns:a16="http://schemas.microsoft.com/office/drawing/2014/main" id="{C56DE06A-95EC-49DC-A35E-E88ACCA9DD83}"/>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6" name="Line 294">
                <a:extLst>
                  <a:ext uri="{FF2B5EF4-FFF2-40B4-BE49-F238E27FC236}">
                    <a16:creationId xmlns:a16="http://schemas.microsoft.com/office/drawing/2014/main" id="{572C83F1-C7ED-418E-B080-79EE0BB70769}"/>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7" name="Rectangle 41">
                <a:extLst>
                  <a:ext uri="{FF2B5EF4-FFF2-40B4-BE49-F238E27FC236}">
                    <a16:creationId xmlns:a16="http://schemas.microsoft.com/office/drawing/2014/main" id="{1FC8B72D-FB9C-45D8-81EE-4DE8EE0CEA4D}"/>
                  </a:ext>
                </a:extLst>
              </p:cNvPr>
              <p:cNvSpPr>
                <a:spLocks noChangeArrowheads="1"/>
              </p:cNvSpPr>
              <p:nvPr/>
            </p:nvSpPr>
            <p:spPr bwMode="auto">
              <a:xfrm>
                <a:off x="1328297"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8" name="Freeform 166">
                <a:extLst>
                  <a:ext uri="{FF2B5EF4-FFF2-40B4-BE49-F238E27FC236}">
                    <a16:creationId xmlns:a16="http://schemas.microsoft.com/office/drawing/2014/main" id="{DA682A47-DC59-41ED-B881-51F3EA7F8209}"/>
                  </a:ext>
                </a:extLst>
              </p:cNvPr>
              <p:cNvSpPr>
                <a:spLocks/>
              </p:cNvSpPr>
              <p:nvPr/>
            </p:nvSpPr>
            <p:spPr bwMode="auto">
              <a:xfrm>
                <a:off x="1873766" y="483942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9" name="Freeform 167">
                <a:extLst>
                  <a:ext uri="{FF2B5EF4-FFF2-40B4-BE49-F238E27FC236}">
                    <a16:creationId xmlns:a16="http://schemas.microsoft.com/office/drawing/2014/main" id="{16C5F64B-F52F-4F8A-9BDB-B0B531D78A4D}"/>
                  </a:ext>
                </a:extLst>
              </p:cNvPr>
              <p:cNvSpPr>
                <a:spLocks/>
              </p:cNvSpPr>
              <p:nvPr/>
            </p:nvSpPr>
            <p:spPr bwMode="auto">
              <a:xfrm>
                <a:off x="1758066" y="268677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0" name="Line 294">
                <a:extLst>
                  <a:ext uri="{FF2B5EF4-FFF2-40B4-BE49-F238E27FC236}">
                    <a16:creationId xmlns:a16="http://schemas.microsoft.com/office/drawing/2014/main" id="{D11A0E3E-7874-4A41-8AA1-6E2C974BFC53}"/>
                  </a:ext>
                </a:extLst>
              </p:cNvPr>
              <p:cNvSpPr>
                <a:spLocks noChangeAspect="1" noChangeShapeType="1"/>
              </p:cNvSpPr>
              <p:nvPr/>
            </p:nvSpPr>
            <p:spPr bwMode="auto">
              <a:xfrm>
                <a:off x="1479350" y="3912450"/>
                <a:ext cx="13266" cy="161805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1" name="Freeform 169">
                <a:extLst>
                  <a:ext uri="{FF2B5EF4-FFF2-40B4-BE49-F238E27FC236}">
                    <a16:creationId xmlns:a16="http://schemas.microsoft.com/office/drawing/2014/main" id="{5A5C5996-EC99-49E3-B1C5-A4CABCC0D9C9}"/>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2" name="Rectangle 41">
                <a:extLst>
                  <a:ext uri="{FF2B5EF4-FFF2-40B4-BE49-F238E27FC236}">
                    <a16:creationId xmlns:a16="http://schemas.microsoft.com/office/drawing/2014/main" id="{815D4436-74A9-4829-AA28-C0CDA3E54F85}"/>
                  </a:ext>
                </a:extLst>
              </p:cNvPr>
              <p:cNvSpPr>
                <a:spLocks noChangeArrowheads="1"/>
              </p:cNvSpPr>
              <p:nvPr/>
            </p:nvSpPr>
            <p:spPr bwMode="auto">
              <a:xfrm>
                <a:off x="2749172"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3" name="Line 25">
                <a:extLst>
                  <a:ext uri="{FF2B5EF4-FFF2-40B4-BE49-F238E27FC236}">
                    <a16:creationId xmlns:a16="http://schemas.microsoft.com/office/drawing/2014/main" id="{D5324585-3FCD-46D7-9738-D34DB8C4821A}"/>
                  </a:ext>
                </a:extLst>
              </p:cNvPr>
              <p:cNvSpPr>
                <a:spLocks noChangeShapeType="1"/>
              </p:cNvSpPr>
              <p:nvPr/>
            </p:nvSpPr>
            <p:spPr bwMode="auto">
              <a:xfrm>
                <a:off x="1481478" y="3926852"/>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06510" name="Group 172">
              <a:extLst>
                <a:ext uri="{FF2B5EF4-FFF2-40B4-BE49-F238E27FC236}">
                  <a16:creationId xmlns:a16="http://schemas.microsoft.com/office/drawing/2014/main" id="{79440FFB-B62C-481A-A2ED-1A2CE71E2B7E}"/>
                </a:ext>
              </a:extLst>
            </p:cNvPr>
            <p:cNvGrpSpPr>
              <a:grpSpLocks/>
            </p:cNvGrpSpPr>
            <p:nvPr/>
          </p:nvGrpSpPr>
          <p:grpSpPr bwMode="auto">
            <a:xfrm>
              <a:off x="6867669" y="1852129"/>
              <a:ext cx="1874876" cy="4091471"/>
              <a:chOff x="1328991" y="1852129"/>
              <a:chExt cx="1874876" cy="4091471"/>
            </a:xfrm>
          </p:grpSpPr>
          <p:sp>
            <p:nvSpPr>
              <p:cNvPr id="106512" name="Line 25">
                <a:extLst>
                  <a:ext uri="{FF2B5EF4-FFF2-40B4-BE49-F238E27FC236}">
                    <a16:creationId xmlns:a16="http://schemas.microsoft.com/office/drawing/2014/main" id="{3B81E47D-8803-4CA2-9701-ADB801A72D12}"/>
                  </a:ext>
                </a:extLst>
              </p:cNvPr>
              <p:cNvSpPr>
                <a:spLocks noChangeShapeType="1"/>
              </p:cNvSpPr>
              <p:nvPr/>
            </p:nvSpPr>
            <p:spPr bwMode="auto">
              <a:xfrm>
                <a:off x="2819400" y="4265612"/>
                <a:ext cx="30109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3" name="Freeform 174">
                <a:extLst>
                  <a:ext uri="{FF2B5EF4-FFF2-40B4-BE49-F238E27FC236}">
                    <a16:creationId xmlns:a16="http://schemas.microsoft.com/office/drawing/2014/main" id="{AB1CE757-A0DA-4A68-B85A-5FA3B2AF1C2B}"/>
                  </a:ext>
                </a:extLst>
              </p:cNvPr>
              <p:cNvSpPr>
                <a:spLocks/>
              </p:cNvSpPr>
              <p:nvPr/>
            </p:nvSpPr>
            <p:spPr bwMode="auto">
              <a:xfrm>
                <a:off x="2978592" y="372323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4" name="Rectangle 175">
                <a:extLst>
                  <a:ext uri="{FF2B5EF4-FFF2-40B4-BE49-F238E27FC236}">
                    <a16:creationId xmlns:a16="http://schemas.microsoft.com/office/drawing/2014/main" id="{D809BFF3-25AF-4BAB-B5F7-75AA6D078C20}"/>
                  </a:ext>
                </a:extLst>
              </p:cNvPr>
              <p:cNvSpPr>
                <a:spLocks noChangeArrowheads="1"/>
              </p:cNvSpPr>
              <p:nvPr/>
            </p:nvSpPr>
            <p:spPr bwMode="auto">
              <a:xfrm>
                <a:off x="2155148" y="346232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5" name="Rectangle 176">
                <a:extLst>
                  <a:ext uri="{FF2B5EF4-FFF2-40B4-BE49-F238E27FC236}">
                    <a16:creationId xmlns:a16="http://schemas.microsoft.com/office/drawing/2014/main" id="{99380F1D-69C9-4274-9A5E-59E97BF79C20}"/>
                  </a:ext>
                </a:extLst>
              </p:cNvPr>
              <p:cNvSpPr>
                <a:spLocks noChangeArrowheads="1"/>
              </p:cNvSpPr>
              <p:nvPr/>
            </p:nvSpPr>
            <p:spPr bwMode="auto">
              <a:xfrm>
                <a:off x="2221823" y="364171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6" name="Rectangle 177">
                <a:extLst>
                  <a:ext uri="{FF2B5EF4-FFF2-40B4-BE49-F238E27FC236}">
                    <a16:creationId xmlns:a16="http://schemas.microsoft.com/office/drawing/2014/main" id="{D66F83D2-313C-4ABF-A6B3-82C5C22B1C0C}"/>
                  </a:ext>
                </a:extLst>
              </p:cNvPr>
              <p:cNvSpPr>
                <a:spLocks noChangeArrowheads="1"/>
              </p:cNvSpPr>
              <p:nvPr/>
            </p:nvSpPr>
            <p:spPr bwMode="auto">
              <a:xfrm>
                <a:off x="2617110" y="36337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7" name="Line 7">
                <a:extLst>
                  <a:ext uri="{FF2B5EF4-FFF2-40B4-BE49-F238E27FC236}">
                    <a16:creationId xmlns:a16="http://schemas.microsoft.com/office/drawing/2014/main" id="{6129EFA3-EF1A-4C9A-A6C2-F0F0E7063B73}"/>
                  </a:ext>
                </a:extLst>
              </p:cNvPr>
              <p:cNvSpPr>
                <a:spLocks noChangeShapeType="1"/>
              </p:cNvSpPr>
              <p:nvPr/>
            </p:nvSpPr>
            <p:spPr bwMode="auto">
              <a:xfrm flipH="1">
                <a:off x="2631398" y="416717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8" name="Rectangle 179">
                <a:extLst>
                  <a:ext uri="{FF2B5EF4-FFF2-40B4-BE49-F238E27FC236}">
                    <a16:creationId xmlns:a16="http://schemas.microsoft.com/office/drawing/2014/main" id="{F6D12304-4D28-4238-BDBF-064FB258F05B}"/>
                  </a:ext>
                </a:extLst>
              </p:cNvPr>
              <p:cNvSpPr>
                <a:spLocks noChangeArrowheads="1"/>
              </p:cNvSpPr>
              <p:nvPr/>
            </p:nvSpPr>
            <p:spPr bwMode="auto">
              <a:xfrm>
                <a:off x="2618698" y="417987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9" name="Line 25">
                <a:extLst>
                  <a:ext uri="{FF2B5EF4-FFF2-40B4-BE49-F238E27FC236}">
                    <a16:creationId xmlns:a16="http://schemas.microsoft.com/office/drawing/2014/main" id="{B2F98781-A4AD-4A70-9677-AD647A799DDE}"/>
                  </a:ext>
                </a:extLst>
              </p:cNvPr>
              <p:cNvSpPr>
                <a:spLocks noChangeShapeType="1"/>
              </p:cNvSpPr>
              <p:nvPr/>
            </p:nvSpPr>
            <p:spPr bwMode="auto">
              <a:xfrm>
                <a:off x="1924460" y="3749660"/>
                <a:ext cx="226214"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0" name="Freeform 181">
                <a:extLst>
                  <a:ext uri="{FF2B5EF4-FFF2-40B4-BE49-F238E27FC236}">
                    <a16:creationId xmlns:a16="http://schemas.microsoft.com/office/drawing/2014/main" id="{B311C42A-818B-442E-B78B-425B2BF8E4A9}"/>
                  </a:ext>
                </a:extLst>
              </p:cNvPr>
              <p:cNvSpPr>
                <a:spLocks/>
              </p:cNvSpPr>
              <p:nvPr/>
            </p:nvSpPr>
            <p:spPr bwMode="auto">
              <a:xfrm>
                <a:off x="2155148" y="4205273"/>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1" name="Line 37">
                <a:extLst>
                  <a:ext uri="{FF2B5EF4-FFF2-40B4-BE49-F238E27FC236}">
                    <a16:creationId xmlns:a16="http://schemas.microsoft.com/office/drawing/2014/main" id="{5DA910A3-B8B0-4010-AB12-17B5E060B11F}"/>
                  </a:ext>
                </a:extLst>
              </p:cNvPr>
              <p:cNvSpPr>
                <a:spLocks noChangeShapeType="1"/>
              </p:cNvSpPr>
              <p:nvPr/>
            </p:nvSpPr>
            <p:spPr bwMode="auto">
              <a:xfrm>
                <a:off x="1888448" y="4262423"/>
                <a:ext cx="266700"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2" name="Line 290">
                <a:extLst>
                  <a:ext uri="{FF2B5EF4-FFF2-40B4-BE49-F238E27FC236}">
                    <a16:creationId xmlns:a16="http://schemas.microsoft.com/office/drawing/2014/main" id="{8B403579-5D3D-4F8E-BA8B-C28A8CAEE2F2}"/>
                  </a:ext>
                </a:extLst>
              </p:cNvPr>
              <p:cNvSpPr>
                <a:spLocks noChangeAspect="1" noChangeShapeType="1"/>
              </p:cNvSpPr>
              <p:nvPr/>
            </p:nvSpPr>
            <p:spPr bwMode="auto">
              <a:xfrm>
                <a:off x="1474574" y="3147058"/>
                <a:ext cx="1527300"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3" name="Freeform 293">
                <a:extLst>
                  <a:ext uri="{FF2B5EF4-FFF2-40B4-BE49-F238E27FC236}">
                    <a16:creationId xmlns:a16="http://schemas.microsoft.com/office/drawing/2014/main" id="{91A4E179-1663-4EAD-8382-269CA43E34FD}"/>
                  </a:ext>
                </a:extLst>
              </p:cNvPr>
              <p:cNvSpPr>
                <a:spLocks noChangeAspect="1"/>
              </p:cNvSpPr>
              <p:nvPr/>
            </p:nvSpPr>
            <p:spPr bwMode="auto">
              <a:xfrm>
                <a:off x="1629780" y="3371835"/>
                <a:ext cx="295596" cy="758889"/>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4" name="Line 294">
                <a:extLst>
                  <a:ext uri="{FF2B5EF4-FFF2-40B4-BE49-F238E27FC236}">
                    <a16:creationId xmlns:a16="http://schemas.microsoft.com/office/drawing/2014/main" id="{85239A9F-4779-480C-893E-3803DB3F6984}"/>
                  </a:ext>
                </a:extLst>
              </p:cNvPr>
              <p:cNvSpPr>
                <a:spLocks noChangeAspect="1" noChangeShapeType="1"/>
              </p:cNvSpPr>
              <p:nvPr/>
            </p:nvSpPr>
            <p:spPr bwMode="auto">
              <a:xfrm>
                <a:off x="1781860" y="2698460"/>
                <a:ext cx="6188" cy="754835"/>
              </a:xfrm>
              <a:prstGeom prst="line">
                <a:avLst/>
              </a:prstGeom>
              <a:noFill/>
              <a:ln w="25400">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5" name="Line 25">
                <a:extLst>
                  <a:ext uri="{FF2B5EF4-FFF2-40B4-BE49-F238E27FC236}">
                    <a16:creationId xmlns:a16="http://schemas.microsoft.com/office/drawing/2014/main" id="{8E7788EA-B66A-4472-A60B-0DC66D295510}"/>
                  </a:ext>
                </a:extLst>
              </p:cNvPr>
              <p:cNvSpPr>
                <a:spLocks noChangeShapeType="1"/>
              </p:cNvSpPr>
              <p:nvPr/>
            </p:nvSpPr>
            <p:spPr bwMode="auto">
              <a:xfrm>
                <a:off x="2819400" y="3752835"/>
                <a:ext cx="301090"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6" name="Line 25">
                <a:extLst>
                  <a:ext uri="{FF2B5EF4-FFF2-40B4-BE49-F238E27FC236}">
                    <a16:creationId xmlns:a16="http://schemas.microsoft.com/office/drawing/2014/main" id="{E44A951C-92AD-4DA1-ABF1-609F8F302D50}"/>
                  </a:ext>
                </a:extLst>
              </p:cNvPr>
              <p:cNvSpPr>
                <a:spLocks noChangeShapeType="1"/>
              </p:cNvSpPr>
              <p:nvPr/>
            </p:nvSpPr>
            <p:spPr bwMode="auto">
              <a:xfrm>
                <a:off x="1478502" y="3600851"/>
                <a:ext cx="154507" cy="158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7" name="Line 294">
                <a:extLst>
                  <a:ext uri="{FF2B5EF4-FFF2-40B4-BE49-F238E27FC236}">
                    <a16:creationId xmlns:a16="http://schemas.microsoft.com/office/drawing/2014/main" id="{019A9FF7-1608-49A8-A027-E986884101BC}"/>
                  </a:ext>
                </a:extLst>
              </p:cNvPr>
              <p:cNvSpPr>
                <a:spLocks noChangeAspect="1" noChangeShapeType="1"/>
              </p:cNvSpPr>
              <p:nvPr/>
            </p:nvSpPr>
            <p:spPr bwMode="auto">
              <a:xfrm>
                <a:off x="1485152" y="3141355"/>
                <a:ext cx="3842" cy="46869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8" name="Line 294">
                <a:extLst>
                  <a:ext uri="{FF2B5EF4-FFF2-40B4-BE49-F238E27FC236}">
                    <a16:creationId xmlns:a16="http://schemas.microsoft.com/office/drawing/2014/main" id="{3185EDB2-4F88-4B41-834B-201FDAA2BC5A}"/>
                  </a:ext>
                </a:extLst>
              </p:cNvPr>
              <p:cNvSpPr>
                <a:spLocks noChangeAspect="1" noChangeShapeType="1"/>
              </p:cNvSpPr>
              <p:nvPr/>
            </p:nvSpPr>
            <p:spPr bwMode="auto">
              <a:xfrm>
                <a:off x="2993085" y="2131590"/>
                <a:ext cx="13266" cy="1618058"/>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9" name="Rectangle 41">
                <a:extLst>
                  <a:ext uri="{FF2B5EF4-FFF2-40B4-BE49-F238E27FC236}">
                    <a16:creationId xmlns:a16="http://schemas.microsoft.com/office/drawing/2014/main" id="{BCF62359-EB11-4124-992C-B45D861315F6}"/>
                  </a:ext>
                </a:extLst>
              </p:cNvPr>
              <p:cNvSpPr>
                <a:spLocks noChangeArrowheads="1"/>
              </p:cNvSpPr>
              <p:nvPr/>
            </p:nvSpPr>
            <p:spPr bwMode="auto">
              <a:xfrm>
                <a:off x="1680802" y="3477508"/>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0" name="Rectangle 41">
                <a:extLst>
                  <a:ext uri="{FF2B5EF4-FFF2-40B4-BE49-F238E27FC236}">
                    <a16:creationId xmlns:a16="http://schemas.microsoft.com/office/drawing/2014/main" id="{35FE8458-238F-4C1D-B748-69606FADA3DD}"/>
                  </a:ext>
                </a:extLst>
              </p:cNvPr>
              <p:cNvSpPr>
                <a:spLocks noChangeArrowheads="1"/>
              </p:cNvSpPr>
              <p:nvPr/>
            </p:nvSpPr>
            <p:spPr bwMode="auto">
              <a:xfrm>
                <a:off x="1686522" y="3795116"/>
                <a:ext cx="897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1" name="Line 294">
                <a:extLst>
                  <a:ext uri="{FF2B5EF4-FFF2-40B4-BE49-F238E27FC236}">
                    <a16:creationId xmlns:a16="http://schemas.microsoft.com/office/drawing/2014/main" id="{2A0307D9-E6B7-41DF-85D4-0D28275C41CE}"/>
                  </a:ext>
                </a:extLst>
              </p:cNvPr>
              <p:cNvSpPr>
                <a:spLocks noChangeAspect="1" noChangeShapeType="1"/>
              </p:cNvSpPr>
              <p:nvPr/>
            </p:nvSpPr>
            <p:spPr bwMode="auto">
              <a:xfrm>
                <a:off x="1897664" y="4252593"/>
                <a:ext cx="5114" cy="62383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2" name="Rectangle 41">
                <a:extLst>
                  <a:ext uri="{FF2B5EF4-FFF2-40B4-BE49-F238E27FC236}">
                    <a16:creationId xmlns:a16="http://schemas.microsoft.com/office/drawing/2014/main" id="{12D0EE84-A4DE-4A50-8570-9DAB1B9C841B}"/>
                  </a:ext>
                </a:extLst>
              </p:cNvPr>
              <p:cNvSpPr>
                <a:spLocks noChangeArrowheads="1"/>
              </p:cNvSpPr>
              <p:nvPr/>
            </p:nvSpPr>
            <p:spPr bwMode="auto">
              <a:xfrm>
                <a:off x="1328991" y="5728156"/>
                <a:ext cx="3290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3" name="Line 294">
                <a:extLst>
                  <a:ext uri="{FF2B5EF4-FFF2-40B4-BE49-F238E27FC236}">
                    <a16:creationId xmlns:a16="http://schemas.microsoft.com/office/drawing/2014/main" id="{02B79B47-8C52-45DE-9F44-8F9850665FD4}"/>
                  </a:ext>
                </a:extLst>
              </p:cNvPr>
              <p:cNvSpPr>
                <a:spLocks noChangeAspect="1" noChangeShapeType="1"/>
              </p:cNvSpPr>
              <p:nvPr/>
            </p:nvSpPr>
            <p:spPr bwMode="auto">
              <a:xfrm>
                <a:off x="1479350" y="3912450"/>
                <a:ext cx="13266" cy="161805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4" name="Freeform 197">
                <a:extLst>
                  <a:ext uri="{FF2B5EF4-FFF2-40B4-BE49-F238E27FC236}">
                    <a16:creationId xmlns:a16="http://schemas.microsoft.com/office/drawing/2014/main" id="{5E3140C3-8ADF-4E2C-B402-2F5F4F2D9188}"/>
                  </a:ext>
                </a:extLst>
              </p:cNvPr>
              <p:cNvSpPr>
                <a:spLocks/>
              </p:cNvSpPr>
              <p:nvPr/>
            </p:nvSpPr>
            <p:spPr bwMode="auto">
              <a:xfrm>
                <a:off x="2971800" y="3120840"/>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5" name="Rectangle 41">
                <a:extLst>
                  <a:ext uri="{FF2B5EF4-FFF2-40B4-BE49-F238E27FC236}">
                    <a16:creationId xmlns:a16="http://schemas.microsoft.com/office/drawing/2014/main" id="{C378208A-2351-422A-B220-D1D55C8B0BF5}"/>
                  </a:ext>
                </a:extLst>
              </p:cNvPr>
              <p:cNvSpPr>
                <a:spLocks noChangeArrowheads="1"/>
              </p:cNvSpPr>
              <p:nvPr/>
            </p:nvSpPr>
            <p:spPr bwMode="auto">
              <a:xfrm>
                <a:off x="2755026" y="1852129"/>
                <a:ext cx="4488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6" name="Line 25">
                <a:extLst>
                  <a:ext uri="{FF2B5EF4-FFF2-40B4-BE49-F238E27FC236}">
                    <a16:creationId xmlns:a16="http://schemas.microsoft.com/office/drawing/2014/main" id="{8870572A-54F7-49CA-B189-1778B0804C35}"/>
                  </a:ext>
                </a:extLst>
              </p:cNvPr>
              <p:cNvSpPr>
                <a:spLocks noChangeShapeType="1"/>
              </p:cNvSpPr>
              <p:nvPr/>
            </p:nvSpPr>
            <p:spPr bwMode="auto">
              <a:xfrm>
                <a:off x="1481478" y="3926852"/>
                <a:ext cx="154507" cy="1588"/>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6511" name="Line 290">
              <a:extLst>
                <a:ext uri="{FF2B5EF4-FFF2-40B4-BE49-F238E27FC236}">
                  <a16:creationId xmlns:a16="http://schemas.microsoft.com/office/drawing/2014/main" id="{39AAC5E8-81B7-4FA4-AB65-51964860A769}"/>
                </a:ext>
              </a:extLst>
            </p:cNvPr>
            <p:cNvSpPr>
              <a:spLocks noChangeAspect="1" noChangeShapeType="1"/>
            </p:cNvSpPr>
            <p:nvPr/>
          </p:nvSpPr>
          <p:spPr bwMode="auto">
            <a:xfrm>
              <a:off x="721364" y="4870019"/>
              <a:ext cx="6727329" cy="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6499" name="TextBox 1">
            <a:extLst>
              <a:ext uri="{FF2B5EF4-FFF2-40B4-BE49-F238E27FC236}">
                <a16:creationId xmlns:a16="http://schemas.microsoft.com/office/drawing/2014/main" id="{90CAF288-C6CF-4F37-A58B-FB51D85CD4F7}"/>
              </a:ext>
            </a:extLst>
          </p:cNvPr>
          <p:cNvSpPr txBox="1">
            <a:spLocks noChangeArrowheads="1"/>
          </p:cNvSpPr>
          <p:nvPr/>
        </p:nvSpPr>
        <p:spPr bwMode="auto">
          <a:xfrm>
            <a:off x="647700" y="2260600"/>
            <a:ext cx="33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sp>
        <p:nvSpPr>
          <p:cNvPr id="106500" name="Line 25">
            <a:extLst>
              <a:ext uri="{FF2B5EF4-FFF2-40B4-BE49-F238E27FC236}">
                <a16:creationId xmlns:a16="http://schemas.microsoft.com/office/drawing/2014/main" id="{B0A78BAA-9DA5-4803-A1E1-91652E93AE8D}"/>
              </a:ext>
            </a:extLst>
          </p:cNvPr>
          <p:cNvSpPr>
            <a:spLocks noChangeShapeType="1"/>
          </p:cNvSpPr>
          <p:nvPr/>
        </p:nvSpPr>
        <p:spPr bwMode="auto">
          <a:xfrm flipV="1">
            <a:off x="1411288" y="3752850"/>
            <a:ext cx="314325" cy="187325"/>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1" name="Line 25">
            <a:extLst>
              <a:ext uri="{FF2B5EF4-FFF2-40B4-BE49-F238E27FC236}">
                <a16:creationId xmlns:a16="http://schemas.microsoft.com/office/drawing/2014/main" id="{B0564A12-ED82-4FCC-8A1F-2CE3F96401CC}"/>
              </a:ext>
            </a:extLst>
          </p:cNvPr>
          <p:cNvSpPr>
            <a:spLocks noChangeShapeType="1"/>
          </p:cNvSpPr>
          <p:nvPr/>
        </p:nvSpPr>
        <p:spPr bwMode="auto">
          <a:xfrm flipV="1">
            <a:off x="3330575" y="3751263"/>
            <a:ext cx="314325" cy="187325"/>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2" name="Line 25">
            <a:extLst>
              <a:ext uri="{FF2B5EF4-FFF2-40B4-BE49-F238E27FC236}">
                <a16:creationId xmlns:a16="http://schemas.microsoft.com/office/drawing/2014/main" id="{ED4FCAE4-8231-4C83-9FB5-B0E45C9836C2}"/>
              </a:ext>
            </a:extLst>
          </p:cNvPr>
          <p:cNvSpPr>
            <a:spLocks noChangeShapeType="1"/>
          </p:cNvSpPr>
          <p:nvPr/>
        </p:nvSpPr>
        <p:spPr bwMode="auto">
          <a:xfrm flipV="1">
            <a:off x="5251450" y="3744913"/>
            <a:ext cx="312738" cy="187325"/>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3" name="Line 25">
            <a:extLst>
              <a:ext uri="{FF2B5EF4-FFF2-40B4-BE49-F238E27FC236}">
                <a16:creationId xmlns:a16="http://schemas.microsoft.com/office/drawing/2014/main" id="{923E5144-CB11-4D40-83D8-8A7C65673E3E}"/>
              </a:ext>
            </a:extLst>
          </p:cNvPr>
          <p:cNvSpPr>
            <a:spLocks noChangeShapeType="1"/>
          </p:cNvSpPr>
          <p:nvPr/>
        </p:nvSpPr>
        <p:spPr bwMode="auto">
          <a:xfrm flipV="1">
            <a:off x="7170738" y="3749675"/>
            <a:ext cx="314325" cy="187325"/>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Rectangle 3">
            <a:extLst>
              <a:ext uri="{FF2B5EF4-FFF2-40B4-BE49-F238E27FC236}">
                <a16:creationId xmlns:a16="http://schemas.microsoft.com/office/drawing/2014/main" id="{B10B949D-01BD-45D9-A214-4996946E1AFC}"/>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Shift Register</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110C0851-2541-4018-AAE1-8B0C65A3B37B}"/>
                  </a:ext>
                </a:extLst>
              </p14:cNvPr>
              <p14:cNvContentPartPr/>
              <p14:nvPr/>
            </p14:nvContentPartPr>
            <p14:xfrm>
              <a:off x="4362120" y="378000"/>
              <a:ext cx="4727160" cy="2423880"/>
            </p14:xfrm>
          </p:contentPart>
        </mc:Choice>
        <mc:Fallback>
          <p:pic>
            <p:nvPicPr>
              <p:cNvPr id="2" name="Ink 1">
                <a:extLst>
                  <a:ext uri="{FF2B5EF4-FFF2-40B4-BE49-F238E27FC236}">
                    <a16:creationId xmlns:a16="http://schemas.microsoft.com/office/drawing/2014/main" id="{110C0851-2541-4018-AAE1-8B0C65A3B37B}"/>
                  </a:ext>
                </a:extLst>
              </p:cNvPr>
              <p:cNvPicPr/>
              <p:nvPr/>
            </p:nvPicPr>
            <p:blipFill>
              <a:blip r:embed="rId3"/>
              <a:stretch>
                <a:fillRect/>
              </a:stretch>
            </p:blipFill>
            <p:spPr>
              <a:xfrm>
                <a:off x="4352760" y="368640"/>
                <a:ext cx="4745880" cy="2442600"/>
              </a:xfrm>
              <a:prstGeom prst="rect">
                <a:avLst/>
              </a:prstGeom>
            </p:spPr>
          </p:pic>
        </mc:Fallback>
      </mc:AlternateContent>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a:extLst>
              <a:ext uri="{FF2B5EF4-FFF2-40B4-BE49-F238E27FC236}">
                <a16:creationId xmlns:a16="http://schemas.microsoft.com/office/drawing/2014/main" id="{FAB151C0-D1B5-481B-A743-19BFAFB2D28B}"/>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3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 simple shift register: Serial-in-Serial-out</a:t>
            </a:r>
          </a:p>
        </p:txBody>
      </p:sp>
      <p:sp>
        <p:nvSpPr>
          <p:cNvPr id="108547" name="TextBox 125">
            <a:extLst>
              <a:ext uri="{FF2B5EF4-FFF2-40B4-BE49-F238E27FC236}">
                <a16:creationId xmlns:a16="http://schemas.microsoft.com/office/drawing/2014/main" id="{2BF2EE80-587F-447D-BDE3-1A7FC4367674}"/>
              </a:ext>
            </a:extLst>
          </p:cNvPr>
          <p:cNvSpPr txBox="1">
            <a:spLocks noChangeArrowheads="1"/>
          </p:cNvSpPr>
          <p:nvPr/>
        </p:nvSpPr>
        <p:spPr bwMode="auto">
          <a:xfrm>
            <a:off x="6591300" y="6550025"/>
            <a:ext cx="26320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5.17a from the textbook ]</a:t>
            </a:r>
          </a:p>
        </p:txBody>
      </p:sp>
      <p:pic>
        <p:nvPicPr>
          <p:cNvPr id="5" name="Picture 4">
            <a:extLst>
              <a:ext uri="{FF2B5EF4-FFF2-40B4-BE49-F238E27FC236}">
                <a16:creationId xmlns:a16="http://schemas.microsoft.com/office/drawing/2014/main" id="{BC46313E-7892-4A48-A021-83C7B30171A9}"/>
              </a:ext>
            </a:extLst>
          </p:cNvPr>
          <p:cNvPicPr>
            <a:picLocks noChangeAspect="1"/>
          </p:cNvPicPr>
          <p:nvPr/>
        </p:nvPicPr>
        <p:blipFill>
          <a:blip r:embed="rId2"/>
          <a:stretch>
            <a:fillRect/>
          </a:stretch>
        </p:blipFill>
        <p:spPr>
          <a:xfrm>
            <a:off x="2047641" y="838200"/>
            <a:ext cx="7096359" cy="1103472"/>
          </a:xfrm>
          <a:prstGeom prst="rect">
            <a:avLst/>
          </a:prstGeom>
        </p:spPr>
      </p:pic>
      <mc:AlternateContent xmlns:mc="http://schemas.openxmlformats.org/markup-compatibility/2006">
        <mc:Choice xmlns:p14="http://schemas.microsoft.com/office/powerpoint/2010/main" Requires="p14">
          <p:contentPart p14:bwMode="auto" r:id="rId3">
            <p14:nvContentPartPr>
              <p14:cNvPr id="2" name="Ink 1">
                <a:extLst>
                  <a:ext uri="{FF2B5EF4-FFF2-40B4-BE49-F238E27FC236}">
                    <a16:creationId xmlns:a16="http://schemas.microsoft.com/office/drawing/2014/main" id="{A7FF34C1-B11D-4F84-A306-A62F10EF3672}"/>
                  </a:ext>
                </a:extLst>
              </p14:cNvPr>
              <p14:cNvContentPartPr/>
              <p14:nvPr/>
            </p14:nvContentPartPr>
            <p14:xfrm>
              <a:off x="2177280" y="826920"/>
              <a:ext cx="6901200" cy="1686240"/>
            </p14:xfrm>
          </p:contentPart>
        </mc:Choice>
        <mc:Fallback>
          <p:pic>
            <p:nvPicPr>
              <p:cNvPr id="2" name="Ink 1">
                <a:extLst>
                  <a:ext uri="{FF2B5EF4-FFF2-40B4-BE49-F238E27FC236}">
                    <a16:creationId xmlns:a16="http://schemas.microsoft.com/office/drawing/2014/main" id="{A7FF34C1-B11D-4F84-A306-A62F10EF3672}"/>
                  </a:ext>
                </a:extLst>
              </p:cNvPr>
              <p:cNvPicPr/>
              <p:nvPr/>
            </p:nvPicPr>
            <p:blipFill>
              <a:blip r:embed="rId4"/>
              <a:stretch>
                <a:fillRect/>
              </a:stretch>
            </p:blipFill>
            <p:spPr>
              <a:xfrm>
                <a:off x="2167920" y="817560"/>
                <a:ext cx="6919920" cy="1704960"/>
              </a:xfrm>
              <a:prstGeom prst="rect">
                <a:avLst/>
              </a:prstGeom>
            </p:spPr>
          </p:pic>
        </mc:Fallback>
      </mc:AlternateContent>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a:extLst>
              <a:ext uri="{FF2B5EF4-FFF2-40B4-BE49-F238E27FC236}">
                <a16:creationId xmlns:a16="http://schemas.microsoft.com/office/drawing/2014/main" id="{FAB151C0-D1B5-481B-A743-19BFAFB2D28B}"/>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08546" name="Group 1">
            <a:extLst>
              <a:ext uri="{FF2B5EF4-FFF2-40B4-BE49-F238E27FC236}">
                <a16:creationId xmlns:a16="http://schemas.microsoft.com/office/drawing/2014/main" id="{80B86257-6D41-47B4-9A5A-89800E9B99F0}"/>
              </a:ext>
            </a:extLst>
          </p:cNvPr>
          <p:cNvGrpSpPr>
            <a:grpSpLocks/>
          </p:cNvGrpSpPr>
          <p:nvPr/>
        </p:nvGrpSpPr>
        <p:grpSpPr bwMode="auto">
          <a:xfrm>
            <a:off x="1866900" y="990600"/>
            <a:ext cx="7124700" cy="1395412"/>
            <a:chOff x="1052513" y="914400"/>
            <a:chExt cx="7124700" cy="1395413"/>
          </a:xfrm>
        </p:grpSpPr>
        <p:sp>
          <p:nvSpPr>
            <p:cNvPr id="108548" name="Rectangle 4">
              <a:extLst>
                <a:ext uri="{FF2B5EF4-FFF2-40B4-BE49-F238E27FC236}">
                  <a16:creationId xmlns:a16="http://schemas.microsoft.com/office/drawing/2014/main" id="{673F722C-7543-4CE7-9AF5-6B6D091E6AD4}"/>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49" name="Rectangle 5">
              <a:extLst>
                <a:ext uri="{FF2B5EF4-FFF2-40B4-BE49-F238E27FC236}">
                  <a16:creationId xmlns:a16="http://schemas.microsoft.com/office/drawing/2014/main" id="{128EC54B-6E9D-4BD7-B4EC-2AE7DE263FF6}"/>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0" name="Rectangle 6">
              <a:extLst>
                <a:ext uri="{FF2B5EF4-FFF2-40B4-BE49-F238E27FC236}">
                  <a16:creationId xmlns:a16="http://schemas.microsoft.com/office/drawing/2014/main" id="{1D159215-ED12-4B9F-85EF-FD95C3C2D263}"/>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1" name="Line 7">
              <a:extLst>
                <a:ext uri="{FF2B5EF4-FFF2-40B4-BE49-F238E27FC236}">
                  <a16:creationId xmlns:a16="http://schemas.microsoft.com/office/drawing/2014/main" id="{4E941BD3-5A0B-46C6-B349-330007330807}"/>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2" name="Freeform 8">
              <a:extLst>
                <a:ext uri="{FF2B5EF4-FFF2-40B4-BE49-F238E27FC236}">
                  <a16:creationId xmlns:a16="http://schemas.microsoft.com/office/drawing/2014/main" id="{155BE516-7130-4D79-A1CA-EB9517B5811F}"/>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3" name="Rectangle 9">
              <a:extLst>
                <a:ext uri="{FF2B5EF4-FFF2-40B4-BE49-F238E27FC236}">
                  <a16:creationId xmlns:a16="http://schemas.microsoft.com/office/drawing/2014/main" id="{7E39B2AC-2AD8-4CBB-A435-3C9D1E871D2F}"/>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4" name="Rectangle 10">
              <a:extLst>
                <a:ext uri="{FF2B5EF4-FFF2-40B4-BE49-F238E27FC236}">
                  <a16:creationId xmlns:a16="http://schemas.microsoft.com/office/drawing/2014/main" id="{D517482C-4B74-4598-A305-7C598F39738C}"/>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5" name="Rectangle 11">
              <a:extLst>
                <a:ext uri="{FF2B5EF4-FFF2-40B4-BE49-F238E27FC236}">
                  <a16:creationId xmlns:a16="http://schemas.microsoft.com/office/drawing/2014/main" id="{DB365823-25C4-4990-9171-14B3866C0538}"/>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6" name="Rectangle 12">
              <a:extLst>
                <a:ext uri="{FF2B5EF4-FFF2-40B4-BE49-F238E27FC236}">
                  <a16:creationId xmlns:a16="http://schemas.microsoft.com/office/drawing/2014/main" id="{61E7A36F-4E03-473F-B46E-416537323E97}"/>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7" name="Rectangle 13">
              <a:extLst>
                <a:ext uri="{FF2B5EF4-FFF2-40B4-BE49-F238E27FC236}">
                  <a16:creationId xmlns:a16="http://schemas.microsoft.com/office/drawing/2014/main" id="{500476FB-A5FE-4B2D-96E0-E9538DD70113}"/>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8" name="Line 14">
              <a:extLst>
                <a:ext uri="{FF2B5EF4-FFF2-40B4-BE49-F238E27FC236}">
                  <a16:creationId xmlns:a16="http://schemas.microsoft.com/office/drawing/2014/main" id="{FDEC0876-50DC-4C85-B7C0-90570DAE6295}"/>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9" name="Rectangle 15">
              <a:extLst>
                <a:ext uri="{FF2B5EF4-FFF2-40B4-BE49-F238E27FC236}">
                  <a16:creationId xmlns:a16="http://schemas.microsoft.com/office/drawing/2014/main" id="{21B1FD14-14B7-4B5D-AB62-E7A683301BB2}"/>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0" name="Rectangle 16">
              <a:extLst>
                <a:ext uri="{FF2B5EF4-FFF2-40B4-BE49-F238E27FC236}">
                  <a16:creationId xmlns:a16="http://schemas.microsoft.com/office/drawing/2014/main" id="{614BF5B6-66A3-419D-985F-382FFD684A96}"/>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1" name="Rectangle 17">
              <a:extLst>
                <a:ext uri="{FF2B5EF4-FFF2-40B4-BE49-F238E27FC236}">
                  <a16:creationId xmlns:a16="http://schemas.microsoft.com/office/drawing/2014/main" id="{399BAB21-A289-4A3A-ACDB-90B5E79750A2}"/>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2" name="Rectangle 18">
              <a:extLst>
                <a:ext uri="{FF2B5EF4-FFF2-40B4-BE49-F238E27FC236}">
                  <a16:creationId xmlns:a16="http://schemas.microsoft.com/office/drawing/2014/main" id="{C54AD246-09A8-4B0E-98A5-79179861D065}"/>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3" name="Line 19">
              <a:extLst>
                <a:ext uri="{FF2B5EF4-FFF2-40B4-BE49-F238E27FC236}">
                  <a16:creationId xmlns:a16="http://schemas.microsoft.com/office/drawing/2014/main" id="{8BBB016C-B6C5-4F40-8E99-0D2976B6A9D4}"/>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4" name="Rectangle 20">
              <a:extLst>
                <a:ext uri="{FF2B5EF4-FFF2-40B4-BE49-F238E27FC236}">
                  <a16:creationId xmlns:a16="http://schemas.microsoft.com/office/drawing/2014/main" id="{C8F25721-9B65-4B23-9979-EBAFEE6B1C85}"/>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5" name="Rectangle 21">
              <a:extLst>
                <a:ext uri="{FF2B5EF4-FFF2-40B4-BE49-F238E27FC236}">
                  <a16:creationId xmlns:a16="http://schemas.microsoft.com/office/drawing/2014/main" id="{D1C58D29-169E-415B-987D-52B0A4570D62}"/>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6" name="Rectangle 22">
              <a:extLst>
                <a:ext uri="{FF2B5EF4-FFF2-40B4-BE49-F238E27FC236}">
                  <a16:creationId xmlns:a16="http://schemas.microsoft.com/office/drawing/2014/main" id="{37B2E17B-33EC-434F-BDC4-6DDCE45A7E6E}"/>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7" name="Rectangle 23">
              <a:extLst>
                <a:ext uri="{FF2B5EF4-FFF2-40B4-BE49-F238E27FC236}">
                  <a16:creationId xmlns:a16="http://schemas.microsoft.com/office/drawing/2014/main" id="{867D5856-1794-4154-B63C-A71DBF244DCD}"/>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8" name="Line 24">
              <a:extLst>
                <a:ext uri="{FF2B5EF4-FFF2-40B4-BE49-F238E27FC236}">
                  <a16:creationId xmlns:a16="http://schemas.microsoft.com/office/drawing/2014/main" id="{8F3B2428-0636-4CAF-A554-41EA975BDEB9}"/>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9" name="Line 25">
              <a:extLst>
                <a:ext uri="{FF2B5EF4-FFF2-40B4-BE49-F238E27FC236}">
                  <a16:creationId xmlns:a16="http://schemas.microsoft.com/office/drawing/2014/main" id="{D0804433-F413-4C94-8E46-C21200BD62BD}"/>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0" name="Line 26">
              <a:extLst>
                <a:ext uri="{FF2B5EF4-FFF2-40B4-BE49-F238E27FC236}">
                  <a16:creationId xmlns:a16="http://schemas.microsoft.com/office/drawing/2014/main" id="{1AC50677-0ED7-42C3-99C0-CD565461B29B}"/>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1" name="Line 27">
              <a:extLst>
                <a:ext uri="{FF2B5EF4-FFF2-40B4-BE49-F238E27FC236}">
                  <a16:creationId xmlns:a16="http://schemas.microsoft.com/office/drawing/2014/main" id="{198CCD0A-FFBE-4CF2-9BB0-836F9DCFAE23}"/>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2" name="Line 28">
              <a:extLst>
                <a:ext uri="{FF2B5EF4-FFF2-40B4-BE49-F238E27FC236}">
                  <a16:creationId xmlns:a16="http://schemas.microsoft.com/office/drawing/2014/main" id="{FD853B72-0B93-4369-AD23-5398C49CE980}"/>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3" name="Line 29">
              <a:extLst>
                <a:ext uri="{FF2B5EF4-FFF2-40B4-BE49-F238E27FC236}">
                  <a16:creationId xmlns:a16="http://schemas.microsoft.com/office/drawing/2014/main" id="{15C25E14-1169-4A13-8AA4-7A44477375C1}"/>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4" name="Freeform 30">
              <a:extLst>
                <a:ext uri="{FF2B5EF4-FFF2-40B4-BE49-F238E27FC236}">
                  <a16:creationId xmlns:a16="http://schemas.microsoft.com/office/drawing/2014/main" id="{05D67A69-5841-4967-BF83-F4DF55677D1E}"/>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5" name="Freeform 31">
              <a:extLst>
                <a:ext uri="{FF2B5EF4-FFF2-40B4-BE49-F238E27FC236}">
                  <a16:creationId xmlns:a16="http://schemas.microsoft.com/office/drawing/2014/main" id="{4380226B-C6C0-41EB-A55A-A5BD5F22ADBA}"/>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6" name="Freeform 32">
              <a:extLst>
                <a:ext uri="{FF2B5EF4-FFF2-40B4-BE49-F238E27FC236}">
                  <a16:creationId xmlns:a16="http://schemas.microsoft.com/office/drawing/2014/main" id="{5A49085E-15B5-40F8-A0A5-C5D0B47862FB}"/>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7" name="Freeform 33">
              <a:extLst>
                <a:ext uri="{FF2B5EF4-FFF2-40B4-BE49-F238E27FC236}">
                  <a16:creationId xmlns:a16="http://schemas.microsoft.com/office/drawing/2014/main" id="{6088C97D-8C5D-4845-BD10-A5C6C520CC1F}"/>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8" name="Freeform 34">
              <a:extLst>
                <a:ext uri="{FF2B5EF4-FFF2-40B4-BE49-F238E27FC236}">
                  <a16:creationId xmlns:a16="http://schemas.microsoft.com/office/drawing/2014/main" id="{72232AC8-09F6-4A2B-9038-E4933FF254B8}"/>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9" name="Freeform 35">
              <a:extLst>
                <a:ext uri="{FF2B5EF4-FFF2-40B4-BE49-F238E27FC236}">
                  <a16:creationId xmlns:a16="http://schemas.microsoft.com/office/drawing/2014/main" id="{AF44412A-D0CE-4EAB-AE0D-6C0DC4A75BF8}"/>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0" name="Freeform 36">
              <a:extLst>
                <a:ext uri="{FF2B5EF4-FFF2-40B4-BE49-F238E27FC236}">
                  <a16:creationId xmlns:a16="http://schemas.microsoft.com/office/drawing/2014/main" id="{8BC9D3B8-E0CF-431E-A3E0-A180BF831680}"/>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1" name="Line 37">
              <a:extLst>
                <a:ext uri="{FF2B5EF4-FFF2-40B4-BE49-F238E27FC236}">
                  <a16:creationId xmlns:a16="http://schemas.microsoft.com/office/drawing/2014/main" id="{B1F20B9D-BD5F-436B-9B9B-69701E384EC1}"/>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2" name="Freeform 38">
              <a:extLst>
                <a:ext uri="{FF2B5EF4-FFF2-40B4-BE49-F238E27FC236}">
                  <a16:creationId xmlns:a16="http://schemas.microsoft.com/office/drawing/2014/main" id="{29D0EE9A-8AF0-465B-B1E0-D0A04171825F}"/>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3" name="Rectangle 40">
              <a:extLst>
                <a:ext uri="{FF2B5EF4-FFF2-40B4-BE49-F238E27FC236}">
                  <a16:creationId xmlns:a16="http://schemas.microsoft.com/office/drawing/2014/main" id="{FD6FFEF0-722F-4862-BB78-5679DB4BA18F}"/>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4" name="Rectangle 41">
              <a:extLst>
                <a:ext uri="{FF2B5EF4-FFF2-40B4-BE49-F238E27FC236}">
                  <a16:creationId xmlns:a16="http://schemas.microsoft.com/office/drawing/2014/main" id="{7C7DC8D2-05D8-4641-9B88-BD4873A16EF9}"/>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5" name="Rectangle 42">
              <a:extLst>
                <a:ext uri="{FF2B5EF4-FFF2-40B4-BE49-F238E27FC236}">
                  <a16:creationId xmlns:a16="http://schemas.microsoft.com/office/drawing/2014/main" id="{AC939B70-E40B-4674-A232-F623892C4159}"/>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6" name="Rectangle 112">
              <a:extLst>
                <a:ext uri="{FF2B5EF4-FFF2-40B4-BE49-F238E27FC236}">
                  <a16:creationId xmlns:a16="http://schemas.microsoft.com/office/drawing/2014/main" id="{31DA6713-673A-46F3-8A88-6CA308E314C4}"/>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7" name="Rectangle 113">
              <a:extLst>
                <a:ext uri="{FF2B5EF4-FFF2-40B4-BE49-F238E27FC236}">
                  <a16:creationId xmlns:a16="http://schemas.microsoft.com/office/drawing/2014/main" id="{0581C43C-E41E-4A31-BF16-EB7E30E09A60}"/>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8" name="Rectangle 114">
              <a:extLst>
                <a:ext uri="{FF2B5EF4-FFF2-40B4-BE49-F238E27FC236}">
                  <a16:creationId xmlns:a16="http://schemas.microsoft.com/office/drawing/2014/main" id="{F58B5FA1-D65C-4805-AF57-B4D7DC661A63}"/>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9" name="Rectangle 115">
              <a:extLst>
                <a:ext uri="{FF2B5EF4-FFF2-40B4-BE49-F238E27FC236}">
                  <a16:creationId xmlns:a16="http://schemas.microsoft.com/office/drawing/2014/main" id="{097EB434-64B1-4E56-A988-1C138FDF408B}"/>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0" name="Rectangle 116">
              <a:extLst>
                <a:ext uri="{FF2B5EF4-FFF2-40B4-BE49-F238E27FC236}">
                  <a16:creationId xmlns:a16="http://schemas.microsoft.com/office/drawing/2014/main" id="{DD89D7E9-CB6F-44FE-A960-9B264DAC4F45}"/>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1" name="Rectangle 117">
              <a:extLst>
                <a:ext uri="{FF2B5EF4-FFF2-40B4-BE49-F238E27FC236}">
                  <a16:creationId xmlns:a16="http://schemas.microsoft.com/office/drawing/2014/main" id="{9B4CA9AF-71E0-499B-BE34-5B6E6C4C19D7}"/>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2" name="Rectangle 118">
              <a:extLst>
                <a:ext uri="{FF2B5EF4-FFF2-40B4-BE49-F238E27FC236}">
                  <a16:creationId xmlns:a16="http://schemas.microsoft.com/office/drawing/2014/main" id="{5D797B5C-7C32-4DCB-BE19-CD69A4D7BD0D}"/>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3" name="Rectangle 119">
              <a:extLst>
                <a:ext uri="{FF2B5EF4-FFF2-40B4-BE49-F238E27FC236}">
                  <a16:creationId xmlns:a16="http://schemas.microsoft.com/office/drawing/2014/main" id="{8C2F0AD8-0A53-408F-90FC-2D69BFF49711}"/>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4" name="Freeform 120">
              <a:extLst>
                <a:ext uri="{FF2B5EF4-FFF2-40B4-BE49-F238E27FC236}">
                  <a16:creationId xmlns:a16="http://schemas.microsoft.com/office/drawing/2014/main" id="{6D2C0C23-BA9E-4AA9-9297-1DB28E270466}"/>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8547" name="TextBox 125">
            <a:extLst>
              <a:ext uri="{FF2B5EF4-FFF2-40B4-BE49-F238E27FC236}">
                <a16:creationId xmlns:a16="http://schemas.microsoft.com/office/drawing/2014/main" id="{2BF2EE80-587F-447D-BDE3-1A7FC4367674}"/>
              </a:ext>
            </a:extLst>
          </p:cNvPr>
          <p:cNvSpPr txBox="1">
            <a:spLocks noChangeArrowheads="1"/>
          </p:cNvSpPr>
          <p:nvPr/>
        </p:nvSpPr>
        <p:spPr bwMode="auto">
          <a:xfrm>
            <a:off x="6591300" y="6550025"/>
            <a:ext cx="26320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5.17a from the textbook ]</a:t>
            </a:r>
          </a:p>
        </p:txBody>
      </p:sp>
      <p:sp>
        <p:nvSpPr>
          <p:cNvPr id="2" name="Rectangle 1">
            <a:extLst>
              <a:ext uri="{FF2B5EF4-FFF2-40B4-BE49-F238E27FC236}">
                <a16:creationId xmlns:a16="http://schemas.microsoft.com/office/drawing/2014/main" id="{B4568877-C10C-4A21-A7C9-4927E73B49E7}"/>
              </a:ext>
            </a:extLst>
          </p:cNvPr>
          <p:cNvSpPr/>
          <p:nvPr/>
        </p:nvSpPr>
        <p:spPr>
          <a:xfrm>
            <a:off x="76200" y="3022699"/>
            <a:ext cx="8991600" cy="2616101"/>
          </a:xfrm>
          <a:prstGeom prst="rect">
            <a:avLst/>
          </a:prstGeom>
        </p:spPr>
        <p:txBody>
          <a:bodyPr wrap="square">
            <a:spAutoFit/>
          </a:bodyPr>
          <a:lstStyle/>
          <a:p>
            <a:pPr marL="342900" indent="-342900">
              <a:spcBef>
                <a:spcPts val="600"/>
              </a:spcBef>
              <a:spcAft>
                <a:spcPts val="600"/>
              </a:spcAft>
              <a:buFont typeface="Arial" panose="020B0604020202020204" pitchFamily="34" charset="0"/>
              <a:buChar char="•"/>
            </a:pPr>
            <a:r>
              <a:rPr lang="en-US" dirty="0"/>
              <a:t>Figure 5.17a shows a four-bit shift register that is used to shift its contents one bit-position to the right. </a:t>
            </a:r>
          </a:p>
          <a:p>
            <a:pPr marL="342900" indent="-342900">
              <a:spcBef>
                <a:spcPts val="600"/>
              </a:spcBef>
              <a:spcAft>
                <a:spcPts val="600"/>
              </a:spcAft>
              <a:buFont typeface="Arial" panose="020B0604020202020204" pitchFamily="34" charset="0"/>
              <a:buChar char="•"/>
            </a:pPr>
            <a:r>
              <a:rPr lang="en-US" dirty="0"/>
              <a:t>The data bits are loaded into the shift register in a serial fashion using the In input. </a:t>
            </a:r>
          </a:p>
          <a:p>
            <a:pPr marL="342900" indent="-342900">
              <a:spcBef>
                <a:spcPts val="600"/>
              </a:spcBef>
              <a:spcAft>
                <a:spcPts val="600"/>
              </a:spcAft>
              <a:buFont typeface="Arial" panose="020B0604020202020204" pitchFamily="34" charset="0"/>
              <a:buChar char="•"/>
            </a:pPr>
            <a:r>
              <a:rPr lang="en-US" dirty="0"/>
              <a:t>The contents of each flip-flop are transferred to the next flip-flop at each positive edge of the clock.</a:t>
            </a:r>
          </a:p>
        </p:txBody>
      </p:sp>
    </p:spTree>
    <p:extLst>
      <p:ext uri="{BB962C8B-B14F-4D97-AF65-F5344CB8AC3E}">
        <p14:creationId xmlns:p14="http://schemas.microsoft.com/office/powerpoint/2010/main" val="3125432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Title 1">
            <a:extLst>
              <a:ext uri="{FF2B5EF4-FFF2-40B4-BE49-F238E27FC236}">
                <a16:creationId xmlns:a16="http://schemas.microsoft.com/office/drawing/2014/main" id="{D6DAD993-C073-47A0-A259-8AFE8E3045E3}"/>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sp>
        <p:nvSpPr>
          <p:cNvPr id="109570" name="TextBox 1">
            <a:extLst>
              <a:ext uri="{FF2B5EF4-FFF2-40B4-BE49-F238E27FC236}">
                <a16:creationId xmlns:a16="http://schemas.microsoft.com/office/drawing/2014/main" id="{DAAF526F-E3A4-4F5E-AC45-545070D92D29}"/>
              </a:ext>
            </a:extLst>
          </p:cNvPr>
          <p:cNvSpPr txBox="1">
            <a:spLocks noChangeArrowheads="1"/>
          </p:cNvSpPr>
          <p:nvPr/>
        </p:nvSpPr>
        <p:spPr bwMode="auto">
          <a:xfrm>
            <a:off x="1376363" y="3617913"/>
            <a:ext cx="25923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Positive-edge-triggered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 Flip-Flop</a:t>
            </a:r>
          </a:p>
        </p:txBody>
      </p:sp>
      <p:sp>
        <p:nvSpPr>
          <p:cNvPr id="109571" name="Oval 2">
            <a:extLst>
              <a:ext uri="{FF2B5EF4-FFF2-40B4-BE49-F238E27FC236}">
                <a16:creationId xmlns:a16="http://schemas.microsoft.com/office/drawing/2014/main" id="{7F169E69-2222-406A-A45F-31BA23FA9E27}"/>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09572" name="Group 54">
            <a:extLst>
              <a:ext uri="{FF2B5EF4-FFF2-40B4-BE49-F238E27FC236}">
                <a16:creationId xmlns:a16="http://schemas.microsoft.com/office/drawing/2014/main" id="{648E9899-48B6-4A5F-A68A-9E9D6096FFD0}"/>
              </a:ext>
            </a:extLst>
          </p:cNvPr>
          <p:cNvGrpSpPr>
            <a:grpSpLocks/>
          </p:cNvGrpSpPr>
          <p:nvPr/>
        </p:nvGrpSpPr>
        <p:grpSpPr bwMode="auto">
          <a:xfrm>
            <a:off x="1104900" y="1827213"/>
            <a:ext cx="7124700" cy="1395412"/>
            <a:chOff x="1052513" y="914400"/>
            <a:chExt cx="7124700" cy="1395413"/>
          </a:xfrm>
        </p:grpSpPr>
        <p:sp>
          <p:nvSpPr>
            <p:cNvPr id="109573" name="Rectangle 4">
              <a:extLst>
                <a:ext uri="{FF2B5EF4-FFF2-40B4-BE49-F238E27FC236}">
                  <a16:creationId xmlns:a16="http://schemas.microsoft.com/office/drawing/2014/main" id="{781CCB10-D540-4680-A877-2318BCC57BD7}"/>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4" name="Rectangle 5">
              <a:extLst>
                <a:ext uri="{FF2B5EF4-FFF2-40B4-BE49-F238E27FC236}">
                  <a16:creationId xmlns:a16="http://schemas.microsoft.com/office/drawing/2014/main" id="{082F56F2-CC7C-4097-995C-7BB17030A521}"/>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5" name="Rectangle 6">
              <a:extLst>
                <a:ext uri="{FF2B5EF4-FFF2-40B4-BE49-F238E27FC236}">
                  <a16:creationId xmlns:a16="http://schemas.microsoft.com/office/drawing/2014/main" id="{1C67B792-EEEA-471B-89B7-08CF2253904A}"/>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6" name="Line 7">
              <a:extLst>
                <a:ext uri="{FF2B5EF4-FFF2-40B4-BE49-F238E27FC236}">
                  <a16:creationId xmlns:a16="http://schemas.microsoft.com/office/drawing/2014/main" id="{A025165E-ABD7-40F2-BB73-D4C48A98F20B}"/>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7" name="Freeform 8">
              <a:extLst>
                <a:ext uri="{FF2B5EF4-FFF2-40B4-BE49-F238E27FC236}">
                  <a16:creationId xmlns:a16="http://schemas.microsoft.com/office/drawing/2014/main" id="{510AC224-1860-44A2-844D-501BE34BA727}"/>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8" name="Rectangle 9">
              <a:extLst>
                <a:ext uri="{FF2B5EF4-FFF2-40B4-BE49-F238E27FC236}">
                  <a16:creationId xmlns:a16="http://schemas.microsoft.com/office/drawing/2014/main" id="{581BA1AA-A9DE-41A1-A806-DFE996831CAC}"/>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9" name="Rectangle 10">
              <a:extLst>
                <a:ext uri="{FF2B5EF4-FFF2-40B4-BE49-F238E27FC236}">
                  <a16:creationId xmlns:a16="http://schemas.microsoft.com/office/drawing/2014/main" id="{FA1F1DDC-346E-4707-B091-1165CA43F27E}"/>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0" name="Rectangle 11">
              <a:extLst>
                <a:ext uri="{FF2B5EF4-FFF2-40B4-BE49-F238E27FC236}">
                  <a16:creationId xmlns:a16="http://schemas.microsoft.com/office/drawing/2014/main" id="{48CB79CB-745E-4A66-9BD9-504E2EA75572}"/>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1" name="Rectangle 12">
              <a:extLst>
                <a:ext uri="{FF2B5EF4-FFF2-40B4-BE49-F238E27FC236}">
                  <a16:creationId xmlns:a16="http://schemas.microsoft.com/office/drawing/2014/main" id="{588EC08A-9094-4159-88CD-80889C3079F4}"/>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2" name="Rectangle 13">
              <a:extLst>
                <a:ext uri="{FF2B5EF4-FFF2-40B4-BE49-F238E27FC236}">
                  <a16:creationId xmlns:a16="http://schemas.microsoft.com/office/drawing/2014/main" id="{9B2CFC90-416E-45EE-81BE-93D6D2E71310}"/>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3" name="Line 14">
              <a:extLst>
                <a:ext uri="{FF2B5EF4-FFF2-40B4-BE49-F238E27FC236}">
                  <a16:creationId xmlns:a16="http://schemas.microsoft.com/office/drawing/2014/main" id="{6608E0BC-02CB-45CE-A2D5-12CF57414105}"/>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4" name="Rectangle 15">
              <a:extLst>
                <a:ext uri="{FF2B5EF4-FFF2-40B4-BE49-F238E27FC236}">
                  <a16:creationId xmlns:a16="http://schemas.microsoft.com/office/drawing/2014/main" id="{E601FBDC-B7F2-48C7-B7A3-ACCF6D3B1EA1}"/>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5" name="Rectangle 16">
              <a:extLst>
                <a:ext uri="{FF2B5EF4-FFF2-40B4-BE49-F238E27FC236}">
                  <a16:creationId xmlns:a16="http://schemas.microsoft.com/office/drawing/2014/main" id="{090607F8-65F2-4869-BA26-86CC1A6A4148}"/>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6" name="Rectangle 17">
              <a:extLst>
                <a:ext uri="{FF2B5EF4-FFF2-40B4-BE49-F238E27FC236}">
                  <a16:creationId xmlns:a16="http://schemas.microsoft.com/office/drawing/2014/main" id="{6A997C6E-0B01-4237-AA4E-B44BE576C8DF}"/>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7" name="Rectangle 18">
              <a:extLst>
                <a:ext uri="{FF2B5EF4-FFF2-40B4-BE49-F238E27FC236}">
                  <a16:creationId xmlns:a16="http://schemas.microsoft.com/office/drawing/2014/main" id="{C13B49B9-C687-42BC-BB3E-D949CA377EF7}"/>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8" name="Line 19">
              <a:extLst>
                <a:ext uri="{FF2B5EF4-FFF2-40B4-BE49-F238E27FC236}">
                  <a16:creationId xmlns:a16="http://schemas.microsoft.com/office/drawing/2014/main" id="{32DB2E20-7DD8-4B5B-B116-600C0A8FE2DA}"/>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9" name="Rectangle 20">
              <a:extLst>
                <a:ext uri="{FF2B5EF4-FFF2-40B4-BE49-F238E27FC236}">
                  <a16:creationId xmlns:a16="http://schemas.microsoft.com/office/drawing/2014/main" id="{8D49E866-EE99-43C3-9912-A259A6DFE201}"/>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0" name="Rectangle 21">
              <a:extLst>
                <a:ext uri="{FF2B5EF4-FFF2-40B4-BE49-F238E27FC236}">
                  <a16:creationId xmlns:a16="http://schemas.microsoft.com/office/drawing/2014/main" id="{3B6EEC09-F94A-40B0-A41C-6CDED9AF64F7}"/>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1" name="Rectangle 22">
              <a:extLst>
                <a:ext uri="{FF2B5EF4-FFF2-40B4-BE49-F238E27FC236}">
                  <a16:creationId xmlns:a16="http://schemas.microsoft.com/office/drawing/2014/main" id="{EBAFC9F6-31D0-4C3E-856A-1A59E22C8257}"/>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2" name="Rectangle 23">
              <a:extLst>
                <a:ext uri="{FF2B5EF4-FFF2-40B4-BE49-F238E27FC236}">
                  <a16:creationId xmlns:a16="http://schemas.microsoft.com/office/drawing/2014/main" id="{4407A113-4B69-4412-8BA6-8513C9961DF1}"/>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3" name="Line 24">
              <a:extLst>
                <a:ext uri="{FF2B5EF4-FFF2-40B4-BE49-F238E27FC236}">
                  <a16:creationId xmlns:a16="http://schemas.microsoft.com/office/drawing/2014/main" id="{7DF65E61-ADED-4508-B825-4B8662B54581}"/>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4" name="Line 25">
              <a:extLst>
                <a:ext uri="{FF2B5EF4-FFF2-40B4-BE49-F238E27FC236}">
                  <a16:creationId xmlns:a16="http://schemas.microsoft.com/office/drawing/2014/main" id="{B5050882-4EE4-4C87-9B05-19DBDFD749EA}"/>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5" name="Line 26">
              <a:extLst>
                <a:ext uri="{FF2B5EF4-FFF2-40B4-BE49-F238E27FC236}">
                  <a16:creationId xmlns:a16="http://schemas.microsoft.com/office/drawing/2014/main" id="{04BBC187-02DC-4768-902F-707F8EBF24B8}"/>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6" name="Line 27">
              <a:extLst>
                <a:ext uri="{FF2B5EF4-FFF2-40B4-BE49-F238E27FC236}">
                  <a16:creationId xmlns:a16="http://schemas.microsoft.com/office/drawing/2014/main" id="{E20C943D-0E20-4257-8856-92F0BDAAC227}"/>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7" name="Line 28">
              <a:extLst>
                <a:ext uri="{FF2B5EF4-FFF2-40B4-BE49-F238E27FC236}">
                  <a16:creationId xmlns:a16="http://schemas.microsoft.com/office/drawing/2014/main" id="{F0E1A96E-FD50-479E-B9E6-DBC7D9B5576F}"/>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8" name="Line 29">
              <a:extLst>
                <a:ext uri="{FF2B5EF4-FFF2-40B4-BE49-F238E27FC236}">
                  <a16:creationId xmlns:a16="http://schemas.microsoft.com/office/drawing/2014/main" id="{6A378D67-CB3B-4E81-9D02-1B27377EB78B}"/>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9" name="Freeform 30">
              <a:extLst>
                <a:ext uri="{FF2B5EF4-FFF2-40B4-BE49-F238E27FC236}">
                  <a16:creationId xmlns:a16="http://schemas.microsoft.com/office/drawing/2014/main" id="{10F6210D-E49C-4C96-9C91-75E980B51615}"/>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0" name="Freeform 31">
              <a:extLst>
                <a:ext uri="{FF2B5EF4-FFF2-40B4-BE49-F238E27FC236}">
                  <a16:creationId xmlns:a16="http://schemas.microsoft.com/office/drawing/2014/main" id="{7CB9A9F9-FA94-4052-8EE1-71E74F5FEBD1}"/>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1" name="Freeform 32">
              <a:extLst>
                <a:ext uri="{FF2B5EF4-FFF2-40B4-BE49-F238E27FC236}">
                  <a16:creationId xmlns:a16="http://schemas.microsoft.com/office/drawing/2014/main" id="{D215B0CF-3B9E-4164-AE32-C222C2E8FFBB}"/>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2" name="Freeform 33">
              <a:extLst>
                <a:ext uri="{FF2B5EF4-FFF2-40B4-BE49-F238E27FC236}">
                  <a16:creationId xmlns:a16="http://schemas.microsoft.com/office/drawing/2014/main" id="{96B66397-35C4-4D6A-B7F8-C3460E116C82}"/>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3" name="Freeform 34">
              <a:extLst>
                <a:ext uri="{FF2B5EF4-FFF2-40B4-BE49-F238E27FC236}">
                  <a16:creationId xmlns:a16="http://schemas.microsoft.com/office/drawing/2014/main" id="{43DF59B0-C3A9-4666-B5A0-E0E2A24E0EF1}"/>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4" name="Freeform 35">
              <a:extLst>
                <a:ext uri="{FF2B5EF4-FFF2-40B4-BE49-F238E27FC236}">
                  <a16:creationId xmlns:a16="http://schemas.microsoft.com/office/drawing/2014/main" id="{84A55277-E788-4EBE-940D-32E8D46D41AF}"/>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5" name="Freeform 36">
              <a:extLst>
                <a:ext uri="{FF2B5EF4-FFF2-40B4-BE49-F238E27FC236}">
                  <a16:creationId xmlns:a16="http://schemas.microsoft.com/office/drawing/2014/main" id="{C075E249-72DE-42B2-BF8C-CA367F8DCCAC}"/>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6" name="Line 37">
              <a:extLst>
                <a:ext uri="{FF2B5EF4-FFF2-40B4-BE49-F238E27FC236}">
                  <a16:creationId xmlns:a16="http://schemas.microsoft.com/office/drawing/2014/main" id="{879746A9-8C66-4B78-914D-D7513A3824A4}"/>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7" name="Freeform 38">
              <a:extLst>
                <a:ext uri="{FF2B5EF4-FFF2-40B4-BE49-F238E27FC236}">
                  <a16:creationId xmlns:a16="http://schemas.microsoft.com/office/drawing/2014/main" id="{9BB3C159-C400-4010-959E-7728DFB72765}"/>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8" name="Rectangle 40">
              <a:extLst>
                <a:ext uri="{FF2B5EF4-FFF2-40B4-BE49-F238E27FC236}">
                  <a16:creationId xmlns:a16="http://schemas.microsoft.com/office/drawing/2014/main" id="{B9B612F6-1406-4B9A-A1F6-B7B1210F7D36}"/>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9" name="Rectangle 41">
              <a:extLst>
                <a:ext uri="{FF2B5EF4-FFF2-40B4-BE49-F238E27FC236}">
                  <a16:creationId xmlns:a16="http://schemas.microsoft.com/office/drawing/2014/main" id="{DF9543B6-933A-4ED9-95B8-E8E62754816A}"/>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0" name="Rectangle 42">
              <a:extLst>
                <a:ext uri="{FF2B5EF4-FFF2-40B4-BE49-F238E27FC236}">
                  <a16:creationId xmlns:a16="http://schemas.microsoft.com/office/drawing/2014/main" id="{EF478191-0CCF-4DB3-89F9-0FB834329780}"/>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1" name="Rectangle 112">
              <a:extLst>
                <a:ext uri="{FF2B5EF4-FFF2-40B4-BE49-F238E27FC236}">
                  <a16:creationId xmlns:a16="http://schemas.microsoft.com/office/drawing/2014/main" id="{BC228893-BD9F-4775-94A7-A7EA6AF72B0E}"/>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2" name="Rectangle 113">
              <a:extLst>
                <a:ext uri="{FF2B5EF4-FFF2-40B4-BE49-F238E27FC236}">
                  <a16:creationId xmlns:a16="http://schemas.microsoft.com/office/drawing/2014/main" id="{6CA70B72-1A5B-4739-BC41-B3CF4EBBB32D}"/>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3" name="Rectangle 114">
              <a:extLst>
                <a:ext uri="{FF2B5EF4-FFF2-40B4-BE49-F238E27FC236}">
                  <a16:creationId xmlns:a16="http://schemas.microsoft.com/office/drawing/2014/main" id="{D87A622D-EF02-44E8-9CC8-E4AD496B7717}"/>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4" name="Rectangle 115">
              <a:extLst>
                <a:ext uri="{FF2B5EF4-FFF2-40B4-BE49-F238E27FC236}">
                  <a16:creationId xmlns:a16="http://schemas.microsoft.com/office/drawing/2014/main" id="{6C54E0B6-6D0B-48BB-8594-8FF90A1B4183}"/>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5" name="Rectangle 116">
              <a:extLst>
                <a:ext uri="{FF2B5EF4-FFF2-40B4-BE49-F238E27FC236}">
                  <a16:creationId xmlns:a16="http://schemas.microsoft.com/office/drawing/2014/main" id="{FD24036F-826D-44D5-BC23-D47A44075EE3}"/>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6" name="Rectangle 117">
              <a:extLst>
                <a:ext uri="{FF2B5EF4-FFF2-40B4-BE49-F238E27FC236}">
                  <a16:creationId xmlns:a16="http://schemas.microsoft.com/office/drawing/2014/main" id="{8FE9ACEC-45F0-410B-ABAF-75739BA0938B}"/>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7" name="Rectangle 118">
              <a:extLst>
                <a:ext uri="{FF2B5EF4-FFF2-40B4-BE49-F238E27FC236}">
                  <a16:creationId xmlns:a16="http://schemas.microsoft.com/office/drawing/2014/main" id="{CD3F6497-09C1-4E2B-A4CB-6BABEAC6B525}"/>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8" name="Rectangle 119">
              <a:extLst>
                <a:ext uri="{FF2B5EF4-FFF2-40B4-BE49-F238E27FC236}">
                  <a16:creationId xmlns:a16="http://schemas.microsoft.com/office/drawing/2014/main" id="{55E71E81-6C63-4C1E-AD25-CAD94ACDF51C}"/>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9" name="Freeform 120">
              <a:extLst>
                <a:ext uri="{FF2B5EF4-FFF2-40B4-BE49-F238E27FC236}">
                  <a16:creationId xmlns:a16="http://schemas.microsoft.com/office/drawing/2014/main" id="{D0D230D8-C63B-4A60-BDC4-BFCB0B009CB0}"/>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Title 1">
            <a:extLst>
              <a:ext uri="{FF2B5EF4-FFF2-40B4-BE49-F238E27FC236}">
                <a16:creationId xmlns:a16="http://schemas.microsoft.com/office/drawing/2014/main" id="{C236798A-4F48-47C4-8715-A624DAA4E18F}"/>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0594" name="Group 2">
            <a:extLst>
              <a:ext uri="{FF2B5EF4-FFF2-40B4-BE49-F238E27FC236}">
                <a16:creationId xmlns:a16="http://schemas.microsoft.com/office/drawing/2014/main" id="{BE908699-F6EA-42F8-B19B-5373DE1A092E}"/>
              </a:ext>
            </a:extLst>
          </p:cNvPr>
          <p:cNvGrpSpPr>
            <a:grpSpLocks/>
          </p:cNvGrpSpPr>
          <p:nvPr/>
        </p:nvGrpSpPr>
        <p:grpSpPr bwMode="auto">
          <a:xfrm>
            <a:off x="1516063" y="4433888"/>
            <a:ext cx="6370637" cy="2003425"/>
            <a:chOff x="1471047" y="4473575"/>
            <a:chExt cx="5967412" cy="1876950"/>
          </a:xfrm>
        </p:grpSpPr>
        <p:sp>
          <p:nvSpPr>
            <p:cNvPr id="110646" name="Rectangle 5">
              <a:extLst>
                <a:ext uri="{FF2B5EF4-FFF2-40B4-BE49-F238E27FC236}">
                  <a16:creationId xmlns:a16="http://schemas.microsoft.com/office/drawing/2014/main" id="{264BCF74-6A74-481B-B740-E9AC55B3292F}"/>
                </a:ext>
              </a:extLst>
            </p:cNvPr>
            <p:cNvSpPr>
              <a:spLocks noChangeArrowheads="1"/>
            </p:cNvSpPr>
            <p:nvPr/>
          </p:nvSpPr>
          <p:spPr bwMode="auto">
            <a:xfrm>
              <a:off x="3278642" y="4725988"/>
              <a:ext cx="666750" cy="10667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7" name="Rectangle 6">
              <a:extLst>
                <a:ext uri="{FF2B5EF4-FFF2-40B4-BE49-F238E27FC236}">
                  <a16:creationId xmlns:a16="http://schemas.microsoft.com/office/drawing/2014/main" id="{B8191FD4-B7CD-4532-A829-A2D436C45E4A}"/>
                </a:ext>
              </a:extLst>
            </p:cNvPr>
            <p:cNvSpPr>
              <a:spLocks noChangeArrowheads="1"/>
            </p:cNvSpPr>
            <p:nvPr/>
          </p:nvSpPr>
          <p:spPr bwMode="auto">
            <a:xfrm>
              <a:off x="3343730" y="4905375"/>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8" name="Rectangle 7">
              <a:extLst>
                <a:ext uri="{FF2B5EF4-FFF2-40B4-BE49-F238E27FC236}">
                  <a16:creationId xmlns:a16="http://schemas.microsoft.com/office/drawing/2014/main" id="{1A5956D3-71C0-4B6C-BF7A-5D068898977A}"/>
                </a:ext>
              </a:extLst>
            </p:cNvPr>
            <p:cNvSpPr>
              <a:spLocks noChangeArrowheads="1"/>
            </p:cNvSpPr>
            <p:nvPr/>
          </p:nvSpPr>
          <p:spPr bwMode="auto">
            <a:xfrm>
              <a:off x="3739017" y="489902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9" name="Line 8">
              <a:extLst>
                <a:ext uri="{FF2B5EF4-FFF2-40B4-BE49-F238E27FC236}">
                  <a16:creationId xmlns:a16="http://schemas.microsoft.com/office/drawing/2014/main" id="{020BDEF4-386C-4BA5-AE4D-439AC21220CB}"/>
                </a:ext>
              </a:extLst>
            </p:cNvPr>
            <p:cNvSpPr>
              <a:spLocks noChangeShapeType="1"/>
            </p:cNvSpPr>
            <p:nvPr/>
          </p:nvSpPr>
          <p:spPr bwMode="auto">
            <a:xfrm flipH="1">
              <a:off x="3754892" y="5430838"/>
              <a:ext cx="952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0" name="Freeform 9">
              <a:extLst>
                <a:ext uri="{FF2B5EF4-FFF2-40B4-BE49-F238E27FC236}">
                  <a16:creationId xmlns:a16="http://schemas.microsoft.com/office/drawing/2014/main" id="{2EE4D624-1C09-4164-80BB-AA378828EBFD}"/>
                </a:ext>
              </a:extLst>
            </p:cNvPr>
            <p:cNvSpPr>
              <a:spLocks/>
            </p:cNvSpPr>
            <p:nvPr/>
          </p:nvSpPr>
          <p:spPr bwMode="auto">
            <a:xfrm>
              <a:off x="4631192" y="5526087"/>
              <a:ext cx="1065213" cy="824438"/>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1" name="Freeform 10">
              <a:extLst>
                <a:ext uri="{FF2B5EF4-FFF2-40B4-BE49-F238E27FC236}">
                  <a16:creationId xmlns:a16="http://schemas.microsoft.com/office/drawing/2014/main" id="{E8573ABE-613E-42F4-8D64-ADAF2C38A92F}"/>
                </a:ext>
              </a:extLst>
            </p:cNvPr>
            <p:cNvSpPr>
              <a:spLocks/>
            </p:cNvSpPr>
            <p:nvPr/>
          </p:nvSpPr>
          <p:spPr bwMode="auto">
            <a:xfrm>
              <a:off x="1993908" y="5543959"/>
              <a:ext cx="1123950" cy="806566"/>
            </a:xfrm>
            <a:custGeom>
              <a:avLst/>
              <a:gdLst>
                <a:gd name="T0" fmla="*/ 0 w 1704"/>
                <a:gd name="T1" fmla="*/ 0 h 1031"/>
                <a:gd name="T2" fmla="*/ 2147483646 w 1704"/>
                <a:gd name="T3" fmla="*/ 0 h 1031"/>
                <a:gd name="T4" fmla="*/ 2147483646 w 1704"/>
                <a:gd name="T5" fmla="*/ 2147483646 h 1031"/>
                <a:gd name="T6" fmla="*/ 2147483646 w 1704"/>
                <a:gd name="T7" fmla="*/ 2147483646 h 1031"/>
                <a:gd name="T8" fmla="*/ 0 60000 65536"/>
                <a:gd name="T9" fmla="*/ 0 60000 65536"/>
                <a:gd name="T10" fmla="*/ 0 60000 65536"/>
                <a:gd name="T11" fmla="*/ 0 60000 65536"/>
                <a:gd name="T12" fmla="*/ 0 w 1704"/>
                <a:gd name="T13" fmla="*/ 0 h 1031"/>
                <a:gd name="T14" fmla="*/ 1704 w 1704"/>
                <a:gd name="T15" fmla="*/ 1031 h 1031"/>
              </a:gdLst>
              <a:ahLst/>
              <a:cxnLst>
                <a:cxn ang="T8">
                  <a:pos x="T0" y="T1"/>
                </a:cxn>
                <a:cxn ang="T9">
                  <a:pos x="T2" y="T3"/>
                </a:cxn>
                <a:cxn ang="T10">
                  <a:pos x="T4" y="T5"/>
                </a:cxn>
                <a:cxn ang="T11">
                  <a:pos x="T6" y="T7"/>
                </a:cxn>
              </a:cxnLst>
              <a:rect l="T12" t="T13" r="T14" b="T15"/>
              <a:pathLst>
                <a:path w="1704" h="1031">
                  <a:moveTo>
                    <a:pt x="0" y="0"/>
                  </a:moveTo>
                  <a:lnTo>
                    <a:pt x="696" y="0"/>
                  </a:lnTo>
                  <a:lnTo>
                    <a:pt x="696" y="1031"/>
                  </a:lnTo>
                  <a:lnTo>
                    <a:pt x="1704"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2" name="Line 11">
              <a:extLst>
                <a:ext uri="{FF2B5EF4-FFF2-40B4-BE49-F238E27FC236}">
                  <a16:creationId xmlns:a16="http://schemas.microsoft.com/office/drawing/2014/main" id="{29C04F49-3ABF-412D-AD35-73733A08530C}"/>
                </a:ext>
              </a:extLst>
            </p:cNvPr>
            <p:cNvSpPr>
              <a:spLocks noChangeShapeType="1"/>
            </p:cNvSpPr>
            <p:nvPr/>
          </p:nvSpPr>
          <p:spPr bwMode="auto">
            <a:xfrm flipH="1">
              <a:off x="3011942" y="5527674"/>
              <a:ext cx="266700"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3" name="Line 12">
              <a:extLst>
                <a:ext uri="{FF2B5EF4-FFF2-40B4-BE49-F238E27FC236}">
                  <a16:creationId xmlns:a16="http://schemas.microsoft.com/office/drawing/2014/main" id="{DFA1C721-6773-4FBF-A72F-989105EEEBAB}"/>
                </a:ext>
              </a:extLst>
            </p:cNvPr>
            <p:cNvSpPr>
              <a:spLocks noChangeShapeType="1"/>
            </p:cNvSpPr>
            <p:nvPr/>
          </p:nvSpPr>
          <p:spPr bwMode="auto">
            <a:xfrm>
              <a:off x="1888068" y="4992688"/>
              <a:ext cx="13905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4" name="Line 13">
              <a:extLst>
                <a:ext uri="{FF2B5EF4-FFF2-40B4-BE49-F238E27FC236}">
                  <a16:creationId xmlns:a16="http://schemas.microsoft.com/office/drawing/2014/main" id="{FA7F957A-5DC7-49C1-982E-1D9F506C6DC3}"/>
                </a:ext>
              </a:extLst>
            </p:cNvPr>
            <p:cNvSpPr>
              <a:spLocks noChangeShapeType="1"/>
            </p:cNvSpPr>
            <p:nvPr/>
          </p:nvSpPr>
          <p:spPr bwMode="auto">
            <a:xfrm flipH="1">
              <a:off x="3945392" y="4992688"/>
              <a:ext cx="17510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5" name="Line 14">
              <a:extLst>
                <a:ext uri="{FF2B5EF4-FFF2-40B4-BE49-F238E27FC236}">
                  <a16:creationId xmlns:a16="http://schemas.microsoft.com/office/drawing/2014/main" id="{34694E23-87D1-469D-9E98-83E17800D6F3}"/>
                </a:ext>
              </a:extLst>
            </p:cNvPr>
            <p:cNvSpPr>
              <a:spLocks noChangeShapeType="1"/>
            </p:cNvSpPr>
            <p:nvPr/>
          </p:nvSpPr>
          <p:spPr bwMode="auto">
            <a:xfrm flipH="1">
              <a:off x="6382205" y="4992688"/>
              <a:ext cx="8001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6" name="Line 15">
              <a:extLst>
                <a:ext uri="{FF2B5EF4-FFF2-40B4-BE49-F238E27FC236}">
                  <a16:creationId xmlns:a16="http://schemas.microsoft.com/office/drawing/2014/main" id="{4A87BD2C-F61D-4F84-8CDE-224CEE56CA06}"/>
                </a:ext>
              </a:extLst>
            </p:cNvPr>
            <p:cNvSpPr>
              <a:spLocks noChangeShapeType="1"/>
            </p:cNvSpPr>
            <p:nvPr/>
          </p:nvSpPr>
          <p:spPr bwMode="auto">
            <a:xfrm flipH="1">
              <a:off x="6382205" y="5527674"/>
              <a:ext cx="8001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7" name="Rectangle 17">
              <a:extLst>
                <a:ext uri="{FF2B5EF4-FFF2-40B4-BE49-F238E27FC236}">
                  <a16:creationId xmlns:a16="http://schemas.microsoft.com/office/drawing/2014/main" id="{BEF1B45E-D020-4F62-A5AA-726A60BF3986}"/>
                </a:ext>
              </a:extLst>
            </p:cNvPr>
            <p:cNvSpPr>
              <a:spLocks noChangeArrowheads="1"/>
            </p:cNvSpPr>
            <p:nvPr/>
          </p:nvSpPr>
          <p:spPr bwMode="auto">
            <a:xfrm>
              <a:off x="3740605" y="5443538"/>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8" name="Rectangle 18">
              <a:extLst>
                <a:ext uri="{FF2B5EF4-FFF2-40B4-BE49-F238E27FC236}">
                  <a16:creationId xmlns:a16="http://schemas.microsoft.com/office/drawing/2014/main" id="{789D935F-D6A8-4C22-8207-F28B5AD1F174}"/>
                </a:ext>
              </a:extLst>
            </p:cNvPr>
            <p:cNvSpPr>
              <a:spLocks noChangeArrowheads="1"/>
            </p:cNvSpPr>
            <p:nvPr/>
          </p:nvSpPr>
          <p:spPr bwMode="auto">
            <a:xfrm>
              <a:off x="3375480" y="4473575"/>
              <a:ext cx="588587"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9" name="Rectangle 19">
              <a:extLst>
                <a:ext uri="{FF2B5EF4-FFF2-40B4-BE49-F238E27FC236}">
                  <a16:creationId xmlns:a16="http://schemas.microsoft.com/office/drawing/2014/main" id="{06AF3F90-B041-44BE-988A-ABBEF6A50D79}"/>
                </a:ext>
              </a:extLst>
            </p:cNvPr>
            <p:cNvSpPr>
              <a:spLocks noChangeArrowheads="1"/>
            </p:cNvSpPr>
            <p:nvPr/>
          </p:nvSpPr>
          <p:spPr bwMode="auto">
            <a:xfrm>
              <a:off x="5851980" y="4473575"/>
              <a:ext cx="533032"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0" name="Rectangle 20">
              <a:extLst>
                <a:ext uri="{FF2B5EF4-FFF2-40B4-BE49-F238E27FC236}">
                  <a16:creationId xmlns:a16="http://schemas.microsoft.com/office/drawing/2014/main" id="{C02D7042-2A07-4F53-94EE-52ABEAEE3ECC}"/>
                </a:ext>
              </a:extLst>
            </p:cNvPr>
            <p:cNvSpPr>
              <a:spLocks noChangeArrowheads="1"/>
            </p:cNvSpPr>
            <p:nvPr/>
          </p:nvSpPr>
          <p:spPr bwMode="auto">
            <a:xfrm>
              <a:off x="1679032" y="4910138"/>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1" name="Rectangle 21">
              <a:extLst>
                <a:ext uri="{FF2B5EF4-FFF2-40B4-BE49-F238E27FC236}">
                  <a16:creationId xmlns:a16="http://schemas.microsoft.com/office/drawing/2014/main" id="{EB9A890F-BEFD-45E7-B208-0341E2425D6B}"/>
                </a:ext>
              </a:extLst>
            </p:cNvPr>
            <p:cNvSpPr>
              <a:spLocks noChangeArrowheads="1"/>
            </p:cNvSpPr>
            <p:nvPr/>
          </p:nvSpPr>
          <p:spPr bwMode="auto">
            <a:xfrm>
              <a:off x="1471047" y="543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2" name="Rectangle 22">
              <a:extLst>
                <a:ext uri="{FF2B5EF4-FFF2-40B4-BE49-F238E27FC236}">
                  <a16:creationId xmlns:a16="http://schemas.microsoft.com/office/drawing/2014/main" id="{60BF0DE1-DCFB-4066-9018-749E8824F83D}"/>
                </a:ext>
              </a:extLst>
            </p:cNvPr>
            <p:cNvSpPr>
              <a:spLocks noChangeArrowheads="1"/>
            </p:cNvSpPr>
            <p:nvPr/>
          </p:nvSpPr>
          <p:spPr bwMode="auto">
            <a:xfrm>
              <a:off x="7234256" y="49085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3" name="Line 23">
              <a:extLst>
                <a:ext uri="{FF2B5EF4-FFF2-40B4-BE49-F238E27FC236}">
                  <a16:creationId xmlns:a16="http://schemas.microsoft.com/office/drawing/2014/main" id="{ABDF99A2-F693-4EC4-9389-60FC557AB1C5}"/>
                </a:ext>
              </a:extLst>
            </p:cNvPr>
            <p:cNvSpPr>
              <a:spLocks noChangeShapeType="1"/>
            </p:cNvSpPr>
            <p:nvPr/>
          </p:nvSpPr>
          <p:spPr bwMode="auto">
            <a:xfrm flipH="1">
              <a:off x="7246957" y="5449888"/>
              <a:ext cx="952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4" name="Line 25">
              <a:extLst>
                <a:ext uri="{FF2B5EF4-FFF2-40B4-BE49-F238E27FC236}">
                  <a16:creationId xmlns:a16="http://schemas.microsoft.com/office/drawing/2014/main" id="{7288031C-025F-40BC-846C-3A53EDC202D0}"/>
                </a:ext>
              </a:extLst>
            </p:cNvPr>
            <p:cNvSpPr>
              <a:spLocks noChangeShapeType="1"/>
            </p:cNvSpPr>
            <p:nvPr/>
          </p:nvSpPr>
          <p:spPr bwMode="auto">
            <a:xfrm flipV="1">
              <a:off x="3084381" y="6350525"/>
              <a:ext cx="16442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0665" name="Group 1">
              <a:extLst>
                <a:ext uri="{FF2B5EF4-FFF2-40B4-BE49-F238E27FC236}">
                  <a16:creationId xmlns:a16="http://schemas.microsoft.com/office/drawing/2014/main" id="{DCEA0757-B405-479A-A6A4-BC41CFE8F381}"/>
                </a:ext>
              </a:extLst>
            </p:cNvPr>
            <p:cNvGrpSpPr>
              <a:grpSpLocks/>
            </p:cNvGrpSpPr>
            <p:nvPr/>
          </p:nvGrpSpPr>
          <p:grpSpPr bwMode="auto">
            <a:xfrm>
              <a:off x="2634847" y="5400656"/>
              <a:ext cx="376238" cy="265113"/>
              <a:chOff x="990600" y="5638800"/>
              <a:chExt cx="376238" cy="265113"/>
            </a:xfrm>
          </p:grpSpPr>
          <p:sp>
            <p:nvSpPr>
              <p:cNvPr id="110680" name="Freeform 26">
                <a:extLst>
                  <a:ext uri="{FF2B5EF4-FFF2-40B4-BE49-F238E27FC236}">
                    <a16:creationId xmlns:a16="http://schemas.microsoft.com/office/drawing/2014/main" id="{65D65EC1-D301-4F97-91BE-FD4E0508AE5B}"/>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1" name="Freeform 28">
                <a:extLst>
                  <a:ext uri="{FF2B5EF4-FFF2-40B4-BE49-F238E27FC236}">
                    <a16:creationId xmlns:a16="http://schemas.microsoft.com/office/drawing/2014/main" id="{FB3962A2-558F-430B-8960-95310E66CB7B}"/>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0666" name="Rectangle 29">
              <a:extLst>
                <a:ext uri="{FF2B5EF4-FFF2-40B4-BE49-F238E27FC236}">
                  <a16:creationId xmlns:a16="http://schemas.microsoft.com/office/drawing/2014/main" id="{A5841064-8714-403E-B49E-93A3ECE09A30}"/>
                </a:ext>
              </a:extLst>
            </p:cNvPr>
            <p:cNvSpPr>
              <a:spLocks noChangeArrowheads="1"/>
            </p:cNvSpPr>
            <p:nvPr/>
          </p:nvSpPr>
          <p:spPr bwMode="auto">
            <a:xfrm>
              <a:off x="5696405" y="4725988"/>
              <a:ext cx="685800" cy="10667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7" name="Rectangle 30">
              <a:extLst>
                <a:ext uri="{FF2B5EF4-FFF2-40B4-BE49-F238E27FC236}">
                  <a16:creationId xmlns:a16="http://schemas.microsoft.com/office/drawing/2014/main" id="{180B6120-3C81-4FDE-835E-1202B80BC01F}"/>
                </a:ext>
              </a:extLst>
            </p:cNvPr>
            <p:cNvSpPr>
              <a:spLocks noChangeArrowheads="1"/>
            </p:cNvSpPr>
            <p:nvPr/>
          </p:nvSpPr>
          <p:spPr bwMode="auto">
            <a:xfrm>
              <a:off x="7234256" y="545147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8" name="Rectangle 31">
              <a:extLst>
                <a:ext uri="{FF2B5EF4-FFF2-40B4-BE49-F238E27FC236}">
                  <a16:creationId xmlns:a16="http://schemas.microsoft.com/office/drawing/2014/main" id="{4CE43681-A169-416B-8B86-F8A02495A0E9}"/>
                </a:ext>
              </a:extLst>
            </p:cNvPr>
            <p:cNvSpPr>
              <a:spLocks noChangeArrowheads="1"/>
            </p:cNvSpPr>
            <p:nvPr/>
          </p:nvSpPr>
          <p:spPr bwMode="auto">
            <a:xfrm>
              <a:off x="5772605" y="4905375"/>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9" name="Rectangle 32">
              <a:extLst>
                <a:ext uri="{FF2B5EF4-FFF2-40B4-BE49-F238E27FC236}">
                  <a16:creationId xmlns:a16="http://schemas.microsoft.com/office/drawing/2014/main" id="{7E9E4DDF-8B11-4EAA-9620-8664D71E338C}"/>
                </a:ext>
              </a:extLst>
            </p:cNvPr>
            <p:cNvSpPr>
              <a:spLocks noChangeArrowheads="1"/>
            </p:cNvSpPr>
            <p:nvPr/>
          </p:nvSpPr>
          <p:spPr bwMode="auto">
            <a:xfrm>
              <a:off x="6167892" y="489902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0" name="Line 33">
              <a:extLst>
                <a:ext uri="{FF2B5EF4-FFF2-40B4-BE49-F238E27FC236}">
                  <a16:creationId xmlns:a16="http://schemas.microsoft.com/office/drawing/2014/main" id="{B3FCCCDE-AEF1-4849-8735-F54EFD24DA9D}"/>
                </a:ext>
              </a:extLst>
            </p:cNvPr>
            <p:cNvSpPr>
              <a:spLocks noChangeShapeType="1"/>
            </p:cNvSpPr>
            <p:nvPr/>
          </p:nvSpPr>
          <p:spPr bwMode="auto">
            <a:xfrm flipH="1">
              <a:off x="6191705" y="5430838"/>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1" name="Rectangle 38">
              <a:extLst>
                <a:ext uri="{FF2B5EF4-FFF2-40B4-BE49-F238E27FC236}">
                  <a16:creationId xmlns:a16="http://schemas.microsoft.com/office/drawing/2014/main" id="{5B15565A-9FC3-4B8D-A51A-42F0650E3A5E}"/>
                </a:ext>
              </a:extLst>
            </p:cNvPr>
            <p:cNvSpPr>
              <a:spLocks noChangeArrowheads="1"/>
            </p:cNvSpPr>
            <p:nvPr/>
          </p:nvSpPr>
          <p:spPr bwMode="auto">
            <a:xfrm>
              <a:off x="6169480" y="5443538"/>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2" name="Rectangle 39">
              <a:extLst>
                <a:ext uri="{FF2B5EF4-FFF2-40B4-BE49-F238E27FC236}">
                  <a16:creationId xmlns:a16="http://schemas.microsoft.com/office/drawing/2014/main" id="{BB8DE89A-F4B6-4AF7-B21F-F355C7DAC43E}"/>
                </a:ext>
              </a:extLst>
            </p:cNvPr>
            <p:cNvSpPr>
              <a:spLocks noChangeArrowheads="1"/>
            </p:cNvSpPr>
            <p:nvPr/>
          </p:nvSpPr>
          <p:spPr bwMode="auto">
            <a:xfrm>
              <a:off x="4120017" y="47434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3" name="Rectangle 40">
              <a:extLst>
                <a:ext uri="{FF2B5EF4-FFF2-40B4-BE49-F238E27FC236}">
                  <a16:creationId xmlns:a16="http://schemas.microsoft.com/office/drawing/2014/main" id="{90480281-FA58-4BA4-91B2-096113313F38}"/>
                </a:ext>
              </a:extLst>
            </p:cNvPr>
            <p:cNvSpPr>
              <a:spLocks noChangeArrowheads="1"/>
            </p:cNvSpPr>
            <p:nvPr/>
          </p:nvSpPr>
          <p:spPr bwMode="auto">
            <a:xfrm>
              <a:off x="4250192" y="4827588"/>
              <a:ext cx="160661" cy="173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4" name="Rectangle 41">
              <a:extLst>
                <a:ext uri="{FF2B5EF4-FFF2-40B4-BE49-F238E27FC236}">
                  <a16:creationId xmlns:a16="http://schemas.microsoft.com/office/drawing/2014/main" id="{83E55303-4096-4F35-A1B7-AC65A8DCC7C7}"/>
                </a:ext>
              </a:extLst>
            </p:cNvPr>
            <p:cNvSpPr>
              <a:spLocks noChangeArrowheads="1"/>
            </p:cNvSpPr>
            <p:nvPr/>
          </p:nvSpPr>
          <p:spPr bwMode="auto">
            <a:xfrm>
              <a:off x="6563180" y="47434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5" name="Rectangle 42">
              <a:extLst>
                <a:ext uri="{FF2B5EF4-FFF2-40B4-BE49-F238E27FC236}">
                  <a16:creationId xmlns:a16="http://schemas.microsoft.com/office/drawing/2014/main" id="{B9B4DD8C-5F37-427F-9CA7-823E7356750F}"/>
                </a:ext>
              </a:extLst>
            </p:cNvPr>
            <p:cNvSpPr>
              <a:spLocks noChangeArrowheads="1"/>
            </p:cNvSpPr>
            <p:nvPr/>
          </p:nvSpPr>
          <p:spPr bwMode="auto">
            <a:xfrm>
              <a:off x="6693355" y="4827588"/>
              <a:ext cx="112613" cy="173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6" name="Rectangle 66">
              <a:extLst>
                <a:ext uri="{FF2B5EF4-FFF2-40B4-BE49-F238E27FC236}">
                  <a16:creationId xmlns:a16="http://schemas.microsoft.com/office/drawing/2014/main" id="{B046FCA1-0870-4BED-91CD-922A13F4EB09}"/>
                </a:ext>
              </a:extLst>
            </p:cNvPr>
            <p:cNvSpPr>
              <a:spLocks noChangeArrowheads="1"/>
            </p:cNvSpPr>
            <p:nvPr/>
          </p:nvSpPr>
          <p:spPr bwMode="auto">
            <a:xfrm>
              <a:off x="5772605" y="5435600"/>
              <a:ext cx="330330"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7" name="Rectangle 67">
              <a:extLst>
                <a:ext uri="{FF2B5EF4-FFF2-40B4-BE49-F238E27FC236}">
                  <a16:creationId xmlns:a16="http://schemas.microsoft.com/office/drawing/2014/main" id="{6169B6E8-0459-4CE0-948D-C2E03F5AF6B5}"/>
                </a:ext>
              </a:extLst>
            </p:cNvPr>
            <p:cNvSpPr>
              <a:spLocks noChangeArrowheads="1"/>
            </p:cNvSpPr>
            <p:nvPr/>
          </p:nvSpPr>
          <p:spPr bwMode="auto">
            <a:xfrm>
              <a:off x="3343730" y="5435600"/>
              <a:ext cx="330330"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8" name="Oval 68">
              <a:extLst>
                <a:ext uri="{FF2B5EF4-FFF2-40B4-BE49-F238E27FC236}">
                  <a16:creationId xmlns:a16="http://schemas.microsoft.com/office/drawing/2014/main" id="{46A87F6B-7E44-4759-A77F-18C018499180}"/>
                </a:ext>
              </a:extLst>
            </p:cNvPr>
            <p:cNvSpPr>
              <a:spLocks noChangeArrowheads="1"/>
            </p:cNvSpPr>
            <p:nvPr/>
          </p:nvSpPr>
          <p:spPr bwMode="auto">
            <a:xfrm>
              <a:off x="2404380" y="5512255"/>
              <a:ext cx="74613" cy="73025"/>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9" name="Line 11">
              <a:extLst>
                <a:ext uri="{FF2B5EF4-FFF2-40B4-BE49-F238E27FC236}">
                  <a16:creationId xmlns:a16="http://schemas.microsoft.com/office/drawing/2014/main" id="{7C8171A9-5E81-4671-9C4C-155219C15970}"/>
                </a:ext>
              </a:extLst>
            </p:cNvPr>
            <p:cNvSpPr>
              <a:spLocks noChangeShapeType="1"/>
            </p:cNvSpPr>
            <p:nvPr/>
          </p:nvSpPr>
          <p:spPr bwMode="auto">
            <a:xfrm flipH="1">
              <a:off x="2347889" y="5543991"/>
              <a:ext cx="266700"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0595" name="Oval 2">
            <a:extLst>
              <a:ext uri="{FF2B5EF4-FFF2-40B4-BE49-F238E27FC236}">
                <a16:creationId xmlns:a16="http://schemas.microsoft.com/office/drawing/2014/main" id="{5E3B1EBF-BAF8-46A1-BE12-8A30A8974DF7}"/>
              </a:ext>
            </a:extLst>
          </p:cNvPr>
          <p:cNvSpPr>
            <a:spLocks noChangeArrowheads="1"/>
          </p:cNvSpPr>
          <p:nvPr/>
        </p:nvSpPr>
        <p:spPr bwMode="auto">
          <a:xfrm>
            <a:off x="2178050" y="4191000"/>
            <a:ext cx="5449888" cy="2500313"/>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10596" name="Straight Arrow Connector 3">
            <a:extLst>
              <a:ext uri="{FF2B5EF4-FFF2-40B4-BE49-F238E27FC236}">
                <a16:creationId xmlns:a16="http://schemas.microsoft.com/office/drawing/2014/main" id="{D29D5E94-3AE8-4EAA-9C1F-7EF142D318CE}"/>
              </a:ext>
            </a:extLst>
          </p:cNvPr>
          <p:cNvCxnSpPr>
            <a:cxnSpLocks noChangeShapeType="1"/>
          </p:cNvCxnSpPr>
          <p:nvPr/>
        </p:nvCxnSpPr>
        <p:spPr bwMode="auto">
          <a:xfrm>
            <a:off x="2925763" y="3440113"/>
            <a:ext cx="931862" cy="774700"/>
          </a:xfrm>
          <a:prstGeom prst="straightConnector1">
            <a:avLst/>
          </a:prstGeom>
          <a:noFill/>
          <a:ln w="3175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10597" name="Oval 2">
            <a:extLst>
              <a:ext uri="{FF2B5EF4-FFF2-40B4-BE49-F238E27FC236}">
                <a16:creationId xmlns:a16="http://schemas.microsoft.com/office/drawing/2014/main" id="{E73C2999-703A-460F-86FE-34A0989E89C6}"/>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0598" name="Group 96">
            <a:extLst>
              <a:ext uri="{FF2B5EF4-FFF2-40B4-BE49-F238E27FC236}">
                <a16:creationId xmlns:a16="http://schemas.microsoft.com/office/drawing/2014/main" id="{B3A88AEB-D299-4304-A14A-9747D4D3DD9C}"/>
              </a:ext>
            </a:extLst>
          </p:cNvPr>
          <p:cNvGrpSpPr>
            <a:grpSpLocks/>
          </p:cNvGrpSpPr>
          <p:nvPr/>
        </p:nvGrpSpPr>
        <p:grpSpPr bwMode="auto">
          <a:xfrm>
            <a:off x="1104900" y="1827213"/>
            <a:ext cx="7124700" cy="1395412"/>
            <a:chOff x="1052513" y="914400"/>
            <a:chExt cx="7124700" cy="1395413"/>
          </a:xfrm>
        </p:grpSpPr>
        <p:sp>
          <p:nvSpPr>
            <p:cNvPr id="110599" name="Rectangle 4">
              <a:extLst>
                <a:ext uri="{FF2B5EF4-FFF2-40B4-BE49-F238E27FC236}">
                  <a16:creationId xmlns:a16="http://schemas.microsoft.com/office/drawing/2014/main" id="{AE0BBEF1-6D6E-46CB-8044-E11166D38FC9}"/>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0" name="Rectangle 5">
              <a:extLst>
                <a:ext uri="{FF2B5EF4-FFF2-40B4-BE49-F238E27FC236}">
                  <a16:creationId xmlns:a16="http://schemas.microsoft.com/office/drawing/2014/main" id="{F0C08B48-7A9D-430E-B1B4-EEF01F1CC0AD}"/>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1" name="Rectangle 6">
              <a:extLst>
                <a:ext uri="{FF2B5EF4-FFF2-40B4-BE49-F238E27FC236}">
                  <a16:creationId xmlns:a16="http://schemas.microsoft.com/office/drawing/2014/main" id="{BA11AE74-440F-444E-8CE3-44471658FC52}"/>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2" name="Line 7">
              <a:extLst>
                <a:ext uri="{FF2B5EF4-FFF2-40B4-BE49-F238E27FC236}">
                  <a16:creationId xmlns:a16="http://schemas.microsoft.com/office/drawing/2014/main" id="{C3D45099-9513-4287-9E33-C54B95B75873}"/>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3" name="Freeform 8">
              <a:extLst>
                <a:ext uri="{FF2B5EF4-FFF2-40B4-BE49-F238E27FC236}">
                  <a16:creationId xmlns:a16="http://schemas.microsoft.com/office/drawing/2014/main" id="{A38B1634-C7C7-4A7C-BF9A-226BE138C7AC}"/>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4" name="Rectangle 9">
              <a:extLst>
                <a:ext uri="{FF2B5EF4-FFF2-40B4-BE49-F238E27FC236}">
                  <a16:creationId xmlns:a16="http://schemas.microsoft.com/office/drawing/2014/main" id="{6DED1852-A57F-4128-A6D9-E76301F95517}"/>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5" name="Rectangle 10">
              <a:extLst>
                <a:ext uri="{FF2B5EF4-FFF2-40B4-BE49-F238E27FC236}">
                  <a16:creationId xmlns:a16="http://schemas.microsoft.com/office/drawing/2014/main" id="{8F4FEBD9-0BB8-43A4-9E8E-B0F759785C3E}"/>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6" name="Rectangle 11">
              <a:extLst>
                <a:ext uri="{FF2B5EF4-FFF2-40B4-BE49-F238E27FC236}">
                  <a16:creationId xmlns:a16="http://schemas.microsoft.com/office/drawing/2014/main" id="{D1300971-A0C4-44FB-AA3D-173C65DA9A49}"/>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7" name="Rectangle 12">
              <a:extLst>
                <a:ext uri="{FF2B5EF4-FFF2-40B4-BE49-F238E27FC236}">
                  <a16:creationId xmlns:a16="http://schemas.microsoft.com/office/drawing/2014/main" id="{620298FA-BFD0-4E4F-A21F-102813C80FE0}"/>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8" name="Rectangle 13">
              <a:extLst>
                <a:ext uri="{FF2B5EF4-FFF2-40B4-BE49-F238E27FC236}">
                  <a16:creationId xmlns:a16="http://schemas.microsoft.com/office/drawing/2014/main" id="{8A3197F8-5487-4B7C-9CBB-8937A34FFDE3}"/>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9" name="Line 14">
              <a:extLst>
                <a:ext uri="{FF2B5EF4-FFF2-40B4-BE49-F238E27FC236}">
                  <a16:creationId xmlns:a16="http://schemas.microsoft.com/office/drawing/2014/main" id="{FD903595-5963-4343-A4DC-09F4668B1920}"/>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0" name="Rectangle 15">
              <a:extLst>
                <a:ext uri="{FF2B5EF4-FFF2-40B4-BE49-F238E27FC236}">
                  <a16:creationId xmlns:a16="http://schemas.microsoft.com/office/drawing/2014/main" id="{2A406EE2-8556-408F-9D66-7A2D57D528C9}"/>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1" name="Rectangle 16">
              <a:extLst>
                <a:ext uri="{FF2B5EF4-FFF2-40B4-BE49-F238E27FC236}">
                  <a16:creationId xmlns:a16="http://schemas.microsoft.com/office/drawing/2014/main" id="{B14C3330-D4A1-4574-99B2-4A252B781E68}"/>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2" name="Rectangle 17">
              <a:extLst>
                <a:ext uri="{FF2B5EF4-FFF2-40B4-BE49-F238E27FC236}">
                  <a16:creationId xmlns:a16="http://schemas.microsoft.com/office/drawing/2014/main" id="{B06D5512-F660-4739-BAD3-D2CEBF186A1F}"/>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3" name="Rectangle 18">
              <a:extLst>
                <a:ext uri="{FF2B5EF4-FFF2-40B4-BE49-F238E27FC236}">
                  <a16:creationId xmlns:a16="http://schemas.microsoft.com/office/drawing/2014/main" id="{0053B5F1-2350-4BDA-9BB7-166197227CBD}"/>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4" name="Line 19">
              <a:extLst>
                <a:ext uri="{FF2B5EF4-FFF2-40B4-BE49-F238E27FC236}">
                  <a16:creationId xmlns:a16="http://schemas.microsoft.com/office/drawing/2014/main" id="{E0907FD6-74EC-4A93-BA69-7641AFD3E1D6}"/>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5" name="Rectangle 20">
              <a:extLst>
                <a:ext uri="{FF2B5EF4-FFF2-40B4-BE49-F238E27FC236}">
                  <a16:creationId xmlns:a16="http://schemas.microsoft.com/office/drawing/2014/main" id="{63A5E485-44C9-4CCC-A2B9-68EB01AD3D0C}"/>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6" name="Rectangle 21">
              <a:extLst>
                <a:ext uri="{FF2B5EF4-FFF2-40B4-BE49-F238E27FC236}">
                  <a16:creationId xmlns:a16="http://schemas.microsoft.com/office/drawing/2014/main" id="{AB26240F-0CBC-4DAE-8F4B-D2A07EE1D992}"/>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7" name="Rectangle 22">
              <a:extLst>
                <a:ext uri="{FF2B5EF4-FFF2-40B4-BE49-F238E27FC236}">
                  <a16:creationId xmlns:a16="http://schemas.microsoft.com/office/drawing/2014/main" id="{355B1AB9-1BB8-42DB-9EB1-1762F45923E8}"/>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8" name="Rectangle 23">
              <a:extLst>
                <a:ext uri="{FF2B5EF4-FFF2-40B4-BE49-F238E27FC236}">
                  <a16:creationId xmlns:a16="http://schemas.microsoft.com/office/drawing/2014/main" id="{EB72D387-2613-4EAA-B50D-AF3532845173}"/>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9" name="Line 24">
              <a:extLst>
                <a:ext uri="{FF2B5EF4-FFF2-40B4-BE49-F238E27FC236}">
                  <a16:creationId xmlns:a16="http://schemas.microsoft.com/office/drawing/2014/main" id="{6AB82317-8D6D-486D-AC91-E6C7D4C19714}"/>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0" name="Line 25">
              <a:extLst>
                <a:ext uri="{FF2B5EF4-FFF2-40B4-BE49-F238E27FC236}">
                  <a16:creationId xmlns:a16="http://schemas.microsoft.com/office/drawing/2014/main" id="{87436008-DAB3-4CA9-A67A-717136535A2D}"/>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1" name="Line 26">
              <a:extLst>
                <a:ext uri="{FF2B5EF4-FFF2-40B4-BE49-F238E27FC236}">
                  <a16:creationId xmlns:a16="http://schemas.microsoft.com/office/drawing/2014/main" id="{82C64D16-5884-43B7-B0E9-081B940EFEC2}"/>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2" name="Line 27">
              <a:extLst>
                <a:ext uri="{FF2B5EF4-FFF2-40B4-BE49-F238E27FC236}">
                  <a16:creationId xmlns:a16="http://schemas.microsoft.com/office/drawing/2014/main" id="{71F0CB58-310F-407D-87EF-4256950A9475}"/>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3" name="Line 28">
              <a:extLst>
                <a:ext uri="{FF2B5EF4-FFF2-40B4-BE49-F238E27FC236}">
                  <a16:creationId xmlns:a16="http://schemas.microsoft.com/office/drawing/2014/main" id="{6A7C12A6-4433-435C-9BC5-7DC7AFF3F86E}"/>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4" name="Line 29">
              <a:extLst>
                <a:ext uri="{FF2B5EF4-FFF2-40B4-BE49-F238E27FC236}">
                  <a16:creationId xmlns:a16="http://schemas.microsoft.com/office/drawing/2014/main" id="{4E85E871-8694-40E5-B6B4-799A6F90808D}"/>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5" name="Freeform 30">
              <a:extLst>
                <a:ext uri="{FF2B5EF4-FFF2-40B4-BE49-F238E27FC236}">
                  <a16:creationId xmlns:a16="http://schemas.microsoft.com/office/drawing/2014/main" id="{6C2D20E6-FBF7-4F8D-A33C-EAE5F23C4E38}"/>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6" name="Freeform 31">
              <a:extLst>
                <a:ext uri="{FF2B5EF4-FFF2-40B4-BE49-F238E27FC236}">
                  <a16:creationId xmlns:a16="http://schemas.microsoft.com/office/drawing/2014/main" id="{6C4F1DD8-1593-4E21-AF47-C8DFFC7C7936}"/>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7" name="Freeform 32">
              <a:extLst>
                <a:ext uri="{FF2B5EF4-FFF2-40B4-BE49-F238E27FC236}">
                  <a16:creationId xmlns:a16="http://schemas.microsoft.com/office/drawing/2014/main" id="{93CD2963-3861-4B3D-9A29-5DE1CB797763}"/>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8" name="Freeform 33">
              <a:extLst>
                <a:ext uri="{FF2B5EF4-FFF2-40B4-BE49-F238E27FC236}">
                  <a16:creationId xmlns:a16="http://schemas.microsoft.com/office/drawing/2014/main" id="{3762D9AC-C8E2-4C6C-AE98-77D512503EA5}"/>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29" name="Freeform 34">
              <a:extLst>
                <a:ext uri="{FF2B5EF4-FFF2-40B4-BE49-F238E27FC236}">
                  <a16:creationId xmlns:a16="http://schemas.microsoft.com/office/drawing/2014/main" id="{46098733-AEA4-460A-9849-C53F5CC47379}"/>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0" name="Freeform 35">
              <a:extLst>
                <a:ext uri="{FF2B5EF4-FFF2-40B4-BE49-F238E27FC236}">
                  <a16:creationId xmlns:a16="http://schemas.microsoft.com/office/drawing/2014/main" id="{A9134F3C-5D1B-4648-B92A-8696843E38B8}"/>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1" name="Freeform 36">
              <a:extLst>
                <a:ext uri="{FF2B5EF4-FFF2-40B4-BE49-F238E27FC236}">
                  <a16:creationId xmlns:a16="http://schemas.microsoft.com/office/drawing/2014/main" id="{888D0BAA-87EB-43CE-8132-C5449803F50D}"/>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2" name="Line 37">
              <a:extLst>
                <a:ext uri="{FF2B5EF4-FFF2-40B4-BE49-F238E27FC236}">
                  <a16:creationId xmlns:a16="http://schemas.microsoft.com/office/drawing/2014/main" id="{712B285B-91FB-42C6-A4FD-BC4C704040C7}"/>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3" name="Freeform 38">
              <a:extLst>
                <a:ext uri="{FF2B5EF4-FFF2-40B4-BE49-F238E27FC236}">
                  <a16:creationId xmlns:a16="http://schemas.microsoft.com/office/drawing/2014/main" id="{4E568BFD-D40C-40E1-9B86-D0C7136C33F5}"/>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4" name="Rectangle 40">
              <a:extLst>
                <a:ext uri="{FF2B5EF4-FFF2-40B4-BE49-F238E27FC236}">
                  <a16:creationId xmlns:a16="http://schemas.microsoft.com/office/drawing/2014/main" id="{EB46A7F8-EBA8-4DA8-A5E8-EB68D92C6904}"/>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5" name="Rectangle 41">
              <a:extLst>
                <a:ext uri="{FF2B5EF4-FFF2-40B4-BE49-F238E27FC236}">
                  <a16:creationId xmlns:a16="http://schemas.microsoft.com/office/drawing/2014/main" id="{FE58C980-7292-4BD8-B29D-78E9CE8FEA53}"/>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6" name="Rectangle 42">
              <a:extLst>
                <a:ext uri="{FF2B5EF4-FFF2-40B4-BE49-F238E27FC236}">
                  <a16:creationId xmlns:a16="http://schemas.microsoft.com/office/drawing/2014/main" id="{98AB047A-350B-48F3-859C-A2EC71022A88}"/>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7" name="Rectangle 112">
              <a:extLst>
                <a:ext uri="{FF2B5EF4-FFF2-40B4-BE49-F238E27FC236}">
                  <a16:creationId xmlns:a16="http://schemas.microsoft.com/office/drawing/2014/main" id="{623832A5-1235-4A44-AD61-97F152618910}"/>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8" name="Rectangle 113">
              <a:extLst>
                <a:ext uri="{FF2B5EF4-FFF2-40B4-BE49-F238E27FC236}">
                  <a16:creationId xmlns:a16="http://schemas.microsoft.com/office/drawing/2014/main" id="{B785EFFE-683C-472A-B6A3-002385B6EAE1}"/>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9" name="Rectangle 114">
              <a:extLst>
                <a:ext uri="{FF2B5EF4-FFF2-40B4-BE49-F238E27FC236}">
                  <a16:creationId xmlns:a16="http://schemas.microsoft.com/office/drawing/2014/main" id="{13FBE303-D844-4D48-B58B-4A0CCFD18F19}"/>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0" name="Rectangle 115">
              <a:extLst>
                <a:ext uri="{FF2B5EF4-FFF2-40B4-BE49-F238E27FC236}">
                  <a16:creationId xmlns:a16="http://schemas.microsoft.com/office/drawing/2014/main" id="{B8095DCB-F3B7-44EB-8385-298367A414F8}"/>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1" name="Rectangle 116">
              <a:extLst>
                <a:ext uri="{FF2B5EF4-FFF2-40B4-BE49-F238E27FC236}">
                  <a16:creationId xmlns:a16="http://schemas.microsoft.com/office/drawing/2014/main" id="{0E94A6D5-4430-4481-9B39-E2F51DA6340C}"/>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2" name="Rectangle 117">
              <a:extLst>
                <a:ext uri="{FF2B5EF4-FFF2-40B4-BE49-F238E27FC236}">
                  <a16:creationId xmlns:a16="http://schemas.microsoft.com/office/drawing/2014/main" id="{91F05B61-680D-49EE-94E0-DC6FF5AA76D4}"/>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3" name="Rectangle 118">
              <a:extLst>
                <a:ext uri="{FF2B5EF4-FFF2-40B4-BE49-F238E27FC236}">
                  <a16:creationId xmlns:a16="http://schemas.microsoft.com/office/drawing/2014/main" id="{DBC8472A-ABFB-4E33-9E64-B8403D3A0941}"/>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4" name="Rectangle 119">
              <a:extLst>
                <a:ext uri="{FF2B5EF4-FFF2-40B4-BE49-F238E27FC236}">
                  <a16:creationId xmlns:a16="http://schemas.microsoft.com/office/drawing/2014/main" id="{9E6F1541-EEA1-461D-9762-8AE735B7FC6C}"/>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5" name="Freeform 120">
              <a:extLst>
                <a:ext uri="{FF2B5EF4-FFF2-40B4-BE49-F238E27FC236}">
                  <a16:creationId xmlns:a16="http://schemas.microsoft.com/office/drawing/2014/main" id="{DEE1FFB2-A127-4D1C-BA1F-0D636C2AF565}"/>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Title 1">
            <a:extLst>
              <a:ext uri="{FF2B5EF4-FFF2-40B4-BE49-F238E27FC236}">
                <a16:creationId xmlns:a16="http://schemas.microsoft.com/office/drawing/2014/main" id="{750F5ABF-234C-4FBD-8EC8-8726B144CCDA}"/>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1618" name="Group 2">
            <a:extLst>
              <a:ext uri="{FF2B5EF4-FFF2-40B4-BE49-F238E27FC236}">
                <a16:creationId xmlns:a16="http://schemas.microsoft.com/office/drawing/2014/main" id="{92B7899C-0EDC-4332-BCE8-8AA1E7616DD2}"/>
              </a:ext>
            </a:extLst>
          </p:cNvPr>
          <p:cNvGrpSpPr>
            <a:grpSpLocks/>
          </p:cNvGrpSpPr>
          <p:nvPr/>
        </p:nvGrpSpPr>
        <p:grpSpPr bwMode="auto">
          <a:xfrm>
            <a:off x="1516063" y="4433888"/>
            <a:ext cx="6370637" cy="2003425"/>
            <a:chOff x="1471047" y="4473575"/>
            <a:chExt cx="5967412" cy="1876950"/>
          </a:xfrm>
        </p:grpSpPr>
        <p:sp>
          <p:nvSpPr>
            <p:cNvPr id="111673" name="Rectangle 5">
              <a:extLst>
                <a:ext uri="{FF2B5EF4-FFF2-40B4-BE49-F238E27FC236}">
                  <a16:creationId xmlns:a16="http://schemas.microsoft.com/office/drawing/2014/main" id="{B9946483-D0C0-428D-AB79-93CF32B5F6BF}"/>
                </a:ext>
              </a:extLst>
            </p:cNvPr>
            <p:cNvSpPr>
              <a:spLocks noChangeArrowheads="1"/>
            </p:cNvSpPr>
            <p:nvPr/>
          </p:nvSpPr>
          <p:spPr bwMode="auto">
            <a:xfrm>
              <a:off x="3278642" y="4725988"/>
              <a:ext cx="666750" cy="10667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4" name="Rectangle 6">
              <a:extLst>
                <a:ext uri="{FF2B5EF4-FFF2-40B4-BE49-F238E27FC236}">
                  <a16:creationId xmlns:a16="http://schemas.microsoft.com/office/drawing/2014/main" id="{B4E18664-19F4-416F-8404-873D1B76B39C}"/>
                </a:ext>
              </a:extLst>
            </p:cNvPr>
            <p:cNvSpPr>
              <a:spLocks noChangeArrowheads="1"/>
            </p:cNvSpPr>
            <p:nvPr/>
          </p:nvSpPr>
          <p:spPr bwMode="auto">
            <a:xfrm>
              <a:off x="3343730" y="4905375"/>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5" name="Rectangle 7">
              <a:extLst>
                <a:ext uri="{FF2B5EF4-FFF2-40B4-BE49-F238E27FC236}">
                  <a16:creationId xmlns:a16="http://schemas.microsoft.com/office/drawing/2014/main" id="{4FC8E880-9764-4A66-8FA1-8360868B18AB}"/>
                </a:ext>
              </a:extLst>
            </p:cNvPr>
            <p:cNvSpPr>
              <a:spLocks noChangeArrowheads="1"/>
            </p:cNvSpPr>
            <p:nvPr/>
          </p:nvSpPr>
          <p:spPr bwMode="auto">
            <a:xfrm>
              <a:off x="3739017" y="489902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6" name="Line 8">
              <a:extLst>
                <a:ext uri="{FF2B5EF4-FFF2-40B4-BE49-F238E27FC236}">
                  <a16:creationId xmlns:a16="http://schemas.microsoft.com/office/drawing/2014/main" id="{4862CF02-54BE-4922-91CB-8239B053F287}"/>
                </a:ext>
              </a:extLst>
            </p:cNvPr>
            <p:cNvSpPr>
              <a:spLocks noChangeShapeType="1"/>
            </p:cNvSpPr>
            <p:nvPr/>
          </p:nvSpPr>
          <p:spPr bwMode="auto">
            <a:xfrm flipH="1">
              <a:off x="3754892" y="5430838"/>
              <a:ext cx="952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7" name="Freeform 9">
              <a:extLst>
                <a:ext uri="{FF2B5EF4-FFF2-40B4-BE49-F238E27FC236}">
                  <a16:creationId xmlns:a16="http://schemas.microsoft.com/office/drawing/2014/main" id="{54EEBF27-DC54-4769-9B64-CAFF0BE1DC0B}"/>
                </a:ext>
              </a:extLst>
            </p:cNvPr>
            <p:cNvSpPr>
              <a:spLocks/>
            </p:cNvSpPr>
            <p:nvPr/>
          </p:nvSpPr>
          <p:spPr bwMode="auto">
            <a:xfrm>
              <a:off x="4631192" y="5526087"/>
              <a:ext cx="1065213" cy="824438"/>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8" name="Freeform 10">
              <a:extLst>
                <a:ext uri="{FF2B5EF4-FFF2-40B4-BE49-F238E27FC236}">
                  <a16:creationId xmlns:a16="http://schemas.microsoft.com/office/drawing/2014/main" id="{727D9D34-FF9E-4E6D-805C-2DF8AD0A4C4C}"/>
                </a:ext>
              </a:extLst>
            </p:cNvPr>
            <p:cNvSpPr>
              <a:spLocks/>
            </p:cNvSpPr>
            <p:nvPr/>
          </p:nvSpPr>
          <p:spPr bwMode="auto">
            <a:xfrm>
              <a:off x="1993908" y="5543959"/>
              <a:ext cx="1123950" cy="806566"/>
            </a:xfrm>
            <a:custGeom>
              <a:avLst/>
              <a:gdLst>
                <a:gd name="T0" fmla="*/ 0 w 1704"/>
                <a:gd name="T1" fmla="*/ 0 h 1031"/>
                <a:gd name="T2" fmla="*/ 2147483646 w 1704"/>
                <a:gd name="T3" fmla="*/ 0 h 1031"/>
                <a:gd name="T4" fmla="*/ 2147483646 w 1704"/>
                <a:gd name="T5" fmla="*/ 2147483646 h 1031"/>
                <a:gd name="T6" fmla="*/ 2147483646 w 1704"/>
                <a:gd name="T7" fmla="*/ 2147483646 h 1031"/>
                <a:gd name="T8" fmla="*/ 0 60000 65536"/>
                <a:gd name="T9" fmla="*/ 0 60000 65536"/>
                <a:gd name="T10" fmla="*/ 0 60000 65536"/>
                <a:gd name="T11" fmla="*/ 0 60000 65536"/>
                <a:gd name="T12" fmla="*/ 0 w 1704"/>
                <a:gd name="T13" fmla="*/ 0 h 1031"/>
                <a:gd name="T14" fmla="*/ 1704 w 1704"/>
                <a:gd name="T15" fmla="*/ 1031 h 1031"/>
              </a:gdLst>
              <a:ahLst/>
              <a:cxnLst>
                <a:cxn ang="T8">
                  <a:pos x="T0" y="T1"/>
                </a:cxn>
                <a:cxn ang="T9">
                  <a:pos x="T2" y="T3"/>
                </a:cxn>
                <a:cxn ang="T10">
                  <a:pos x="T4" y="T5"/>
                </a:cxn>
                <a:cxn ang="T11">
                  <a:pos x="T6" y="T7"/>
                </a:cxn>
              </a:cxnLst>
              <a:rect l="T12" t="T13" r="T14" b="T15"/>
              <a:pathLst>
                <a:path w="1704" h="1031">
                  <a:moveTo>
                    <a:pt x="0" y="0"/>
                  </a:moveTo>
                  <a:lnTo>
                    <a:pt x="696" y="0"/>
                  </a:lnTo>
                  <a:lnTo>
                    <a:pt x="696" y="1031"/>
                  </a:lnTo>
                  <a:lnTo>
                    <a:pt x="1704"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9" name="Line 11">
              <a:extLst>
                <a:ext uri="{FF2B5EF4-FFF2-40B4-BE49-F238E27FC236}">
                  <a16:creationId xmlns:a16="http://schemas.microsoft.com/office/drawing/2014/main" id="{392640D4-A9AF-4C33-BF3A-43C71422C2C6}"/>
                </a:ext>
              </a:extLst>
            </p:cNvPr>
            <p:cNvSpPr>
              <a:spLocks noChangeShapeType="1"/>
            </p:cNvSpPr>
            <p:nvPr/>
          </p:nvSpPr>
          <p:spPr bwMode="auto">
            <a:xfrm flipH="1">
              <a:off x="3011942" y="5527674"/>
              <a:ext cx="266700"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0" name="Line 12">
              <a:extLst>
                <a:ext uri="{FF2B5EF4-FFF2-40B4-BE49-F238E27FC236}">
                  <a16:creationId xmlns:a16="http://schemas.microsoft.com/office/drawing/2014/main" id="{0B9820C7-BB29-4F74-9568-B373422D9A31}"/>
                </a:ext>
              </a:extLst>
            </p:cNvPr>
            <p:cNvSpPr>
              <a:spLocks noChangeShapeType="1"/>
            </p:cNvSpPr>
            <p:nvPr/>
          </p:nvSpPr>
          <p:spPr bwMode="auto">
            <a:xfrm>
              <a:off x="1888068" y="4992688"/>
              <a:ext cx="13905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1" name="Line 13">
              <a:extLst>
                <a:ext uri="{FF2B5EF4-FFF2-40B4-BE49-F238E27FC236}">
                  <a16:creationId xmlns:a16="http://schemas.microsoft.com/office/drawing/2014/main" id="{011889C4-E223-4D86-BFEF-69ABF513EC6B}"/>
                </a:ext>
              </a:extLst>
            </p:cNvPr>
            <p:cNvSpPr>
              <a:spLocks noChangeShapeType="1"/>
            </p:cNvSpPr>
            <p:nvPr/>
          </p:nvSpPr>
          <p:spPr bwMode="auto">
            <a:xfrm flipH="1">
              <a:off x="3945392" y="4992688"/>
              <a:ext cx="17510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2" name="Line 14">
              <a:extLst>
                <a:ext uri="{FF2B5EF4-FFF2-40B4-BE49-F238E27FC236}">
                  <a16:creationId xmlns:a16="http://schemas.microsoft.com/office/drawing/2014/main" id="{358A01CB-55BE-4D52-B49A-9803CF5FDC02}"/>
                </a:ext>
              </a:extLst>
            </p:cNvPr>
            <p:cNvSpPr>
              <a:spLocks noChangeShapeType="1"/>
            </p:cNvSpPr>
            <p:nvPr/>
          </p:nvSpPr>
          <p:spPr bwMode="auto">
            <a:xfrm flipH="1">
              <a:off x="6382205" y="4992688"/>
              <a:ext cx="8001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3" name="Line 15">
              <a:extLst>
                <a:ext uri="{FF2B5EF4-FFF2-40B4-BE49-F238E27FC236}">
                  <a16:creationId xmlns:a16="http://schemas.microsoft.com/office/drawing/2014/main" id="{582C9686-72C2-40F6-A6A4-828C1D7CC156}"/>
                </a:ext>
              </a:extLst>
            </p:cNvPr>
            <p:cNvSpPr>
              <a:spLocks noChangeShapeType="1"/>
            </p:cNvSpPr>
            <p:nvPr/>
          </p:nvSpPr>
          <p:spPr bwMode="auto">
            <a:xfrm flipH="1">
              <a:off x="6382205" y="5527674"/>
              <a:ext cx="8001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4" name="Rectangle 17">
              <a:extLst>
                <a:ext uri="{FF2B5EF4-FFF2-40B4-BE49-F238E27FC236}">
                  <a16:creationId xmlns:a16="http://schemas.microsoft.com/office/drawing/2014/main" id="{F246A239-4EBD-4C6C-8185-A255A7D62D03}"/>
                </a:ext>
              </a:extLst>
            </p:cNvPr>
            <p:cNvSpPr>
              <a:spLocks noChangeArrowheads="1"/>
            </p:cNvSpPr>
            <p:nvPr/>
          </p:nvSpPr>
          <p:spPr bwMode="auto">
            <a:xfrm>
              <a:off x="3740605" y="5443538"/>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5" name="Rectangle 18">
              <a:extLst>
                <a:ext uri="{FF2B5EF4-FFF2-40B4-BE49-F238E27FC236}">
                  <a16:creationId xmlns:a16="http://schemas.microsoft.com/office/drawing/2014/main" id="{C6E69007-46BC-4904-B5AC-BF7ADA84A624}"/>
                </a:ext>
              </a:extLst>
            </p:cNvPr>
            <p:cNvSpPr>
              <a:spLocks noChangeArrowheads="1"/>
            </p:cNvSpPr>
            <p:nvPr/>
          </p:nvSpPr>
          <p:spPr bwMode="auto">
            <a:xfrm>
              <a:off x="3375480" y="4473575"/>
              <a:ext cx="588587"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6" name="Rectangle 19">
              <a:extLst>
                <a:ext uri="{FF2B5EF4-FFF2-40B4-BE49-F238E27FC236}">
                  <a16:creationId xmlns:a16="http://schemas.microsoft.com/office/drawing/2014/main" id="{4770B98C-309F-42AA-83BF-166139CD382B}"/>
                </a:ext>
              </a:extLst>
            </p:cNvPr>
            <p:cNvSpPr>
              <a:spLocks noChangeArrowheads="1"/>
            </p:cNvSpPr>
            <p:nvPr/>
          </p:nvSpPr>
          <p:spPr bwMode="auto">
            <a:xfrm>
              <a:off x="5851980" y="4473575"/>
              <a:ext cx="533032"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7" name="Rectangle 20">
              <a:extLst>
                <a:ext uri="{FF2B5EF4-FFF2-40B4-BE49-F238E27FC236}">
                  <a16:creationId xmlns:a16="http://schemas.microsoft.com/office/drawing/2014/main" id="{628C2F03-3784-4C61-AF62-656B9685B7FB}"/>
                </a:ext>
              </a:extLst>
            </p:cNvPr>
            <p:cNvSpPr>
              <a:spLocks noChangeArrowheads="1"/>
            </p:cNvSpPr>
            <p:nvPr/>
          </p:nvSpPr>
          <p:spPr bwMode="auto">
            <a:xfrm>
              <a:off x="1679032" y="4910138"/>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8" name="Rectangle 21">
              <a:extLst>
                <a:ext uri="{FF2B5EF4-FFF2-40B4-BE49-F238E27FC236}">
                  <a16:creationId xmlns:a16="http://schemas.microsoft.com/office/drawing/2014/main" id="{6514BCD0-5680-40DD-89D8-DBA3C2AE5663}"/>
                </a:ext>
              </a:extLst>
            </p:cNvPr>
            <p:cNvSpPr>
              <a:spLocks noChangeArrowheads="1"/>
            </p:cNvSpPr>
            <p:nvPr/>
          </p:nvSpPr>
          <p:spPr bwMode="auto">
            <a:xfrm>
              <a:off x="1471047" y="543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9" name="Rectangle 22">
              <a:extLst>
                <a:ext uri="{FF2B5EF4-FFF2-40B4-BE49-F238E27FC236}">
                  <a16:creationId xmlns:a16="http://schemas.microsoft.com/office/drawing/2014/main" id="{7581FD6E-6011-488C-977F-F330BCD65E11}"/>
                </a:ext>
              </a:extLst>
            </p:cNvPr>
            <p:cNvSpPr>
              <a:spLocks noChangeArrowheads="1"/>
            </p:cNvSpPr>
            <p:nvPr/>
          </p:nvSpPr>
          <p:spPr bwMode="auto">
            <a:xfrm>
              <a:off x="7234256" y="49085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0" name="Line 23">
              <a:extLst>
                <a:ext uri="{FF2B5EF4-FFF2-40B4-BE49-F238E27FC236}">
                  <a16:creationId xmlns:a16="http://schemas.microsoft.com/office/drawing/2014/main" id="{4AF26798-2BDF-4945-A10C-CCBE2A7A9B01}"/>
                </a:ext>
              </a:extLst>
            </p:cNvPr>
            <p:cNvSpPr>
              <a:spLocks noChangeShapeType="1"/>
            </p:cNvSpPr>
            <p:nvPr/>
          </p:nvSpPr>
          <p:spPr bwMode="auto">
            <a:xfrm flipH="1">
              <a:off x="7246957" y="5449888"/>
              <a:ext cx="952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1" name="Line 25">
              <a:extLst>
                <a:ext uri="{FF2B5EF4-FFF2-40B4-BE49-F238E27FC236}">
                  <a16:creationId xmlns:a16="http://schemas.microsoft.com/office/drawing/2014/main" id="{99BA6EBA-8E97-4CF4-B510-8BAF9175B9AC}"/>
                </a:ext>
              </a:extLst>
            </p:cNvPr>
            <p:cNvSpPr>
              <a:spLocks noChangeShapeType="1"/>
            </p:cNvSpPr>
            <p:nvPr/>
          </p:nvSpPr>
          <p:spPr bwMode="auto">
            <a:xfrm flipV="1">
              <a:off x="3084381" y="6350525"/>
              <a:ext cx="16442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1692" name="Group 1">
              <a:extLst>
                <a:ext uri="{FF2B5EF4-FFF2-40B4-BE49-F238E27FC236}">
                  <a16:creationId xmlns:a16="http://schemas.microsoft.com/office/drawing/2014/main" id="{D52D0F3F-C560-47ED-94AA-9C2AC76FD8A0}"/>
                </a:ext>
              </a:extLst>
            </p:cNvPr>
            <p:cNvGrpSpPr>
              <a:grpSpLocks/>
            </p:cNvGrpSpPr>
            <p:nvPr/>
          </p:nvGrpSpPr>
          <p:grpSpPr bwMode="auto">
            <a:xfrm>
              <a:off x="2634847" y="5400656"/>
              <a:ext cx="376238" cy="265113"/>
              <a:chOff x="990600" y="5638800"/>
              <a:chExt cx="376238" cy="265113"/>
            </a:xfrm>
          </p:grpSpPr>
          <p:sp>
            <p:nvSpPr>
              <p:cNvPr id="111707" name="Freeform 26">
                <a:extLst>
                  <a:ext uri="{FF2B5EF4-FFF2-40B4-BE49-F238E27FC236}">
                    <a16:creationId xmlns:a16="http://schemas.microsoft.com/office/drawing/2014/main" id="{92B46E7F-673B-4612-9C11-BAF1062D248D}"/>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8" name="Freeform 28">
                <a:extLst>
                  <a:ext uri="{FF2B5EF4-FFF2-40B4-BE49-F238E27FC236}">
                    <a16:creationId xmlns:a16="http://schemas.microsoft.com/office/drawing/2014/main" id="{CA9759F5-9DD3-4C22-BEB0-96EC27A3E5D5}"/>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1693" name="Rectangle 29">
              <a:extLst>
                <a:ext uri="{FF2B5EF4-FFF2-40B4-BE49-F238E27FC236}">
                  <a16:creationId xmlns:a16="http://schemas.microsoft.com/office/drawing/2014/main" id="{51ECD4C7-9D24-43F1-846A-D3686EC505AC}"/>
                </a:ext>
              </a:extLst>
            </p:cNvPr>
            <p:cNvSpPr>
              <a:spLocks noChangeArrowheads="1"/>
            </p:cNvSpPr>
            <p:nvPr/>
          </p:nvSpPr>
          <p:spPr bwMode="auto">
            <a:xfrm>
              <a:off x="5696405" y="4725988"/>
              <a:ext cx="685800" cy="10667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4" name="Rectangle 30">
              <a:extLst>
                <a:ext uri="{FF2B5EF4-FFF2-40B4-BE49-F238E27FC236}">
                  <a16:creationId xmlns:a16="http://schemas.microsoft.com/office/drawing/2014/main" id="{7270B0BC-ED44-4842-934D-66F7EB2E5E8B}"/>
                </a:ext>
              </a:extLst>
            </p:cNvPr>
            <p:cNvSpPr>
              <a:spLocks noChangeArrowheads="1"/>
            </p:cNvSpPr>
            <p:nvPr/>
          </p:nvSpPr>
          <p:spPr bwMode="auto">
            <a:xfrm>
              <a:off x="7234256" y="545147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5" name="Rectangle 31">
              <a:extLst>
                <a:ext uri="{FF2B5EF4-FFF2-40B4-BE49-F238E27FC236}">
                  <a16:creationId xmlns:a16="http://schemas.microsoft.com/office/drawing/2014/main" id="{11AD26B8-C207-4AF7-A846-A4213FE0B08A}"/>
                </a:ext>
              </a:extLst>
            </p:cNvPr>
            <p:cNvSpPr>
              <a:spLocks noChangeArrowheads="1"/>
            </p:cNvSpPr>
            <p:nvPr/>
          </p:nvSpPr>
          <p:spPr bwMode="auto">
            <a:xfrm>
              <a:off x="5772605" y="4905375"/>
              <a:ext cx="192191"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6" name="Rectangle 32">
              <a:extLst>
                <a:ext uri="{FF2B5EF4-FFF2-40B4-BE49-F238E27FC236}">
                  <a16:creationId xmlns:a16="http://schemas.microsoft.com/office/drawing/2014/main" id="{7C9A9113-B9BB-4C3B-98C6-083C4A2D1517}"/>
                </a:ext>
              </a:extLst>
            </p:cNvPr>
            <p:cNvSpPr>
              <a:spLocks noChangeArrowheads="1"/>
            </p:cNvSpPr>
            <p:nvPr/>
          </p:nvSpPr>
          <p:spPr bwMode="auto">
            <a:xfrm>
              <a:off x="6167892" y="4899025"/>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7" name="Line 33">
              <a:extLst>
                <a:ext uri="{FF2B5EF4-FFF2-40B4-BE49-F238E27FC236}">
                  <a16:creationId xmlns:a16="http://schemas.microsoft.com/office/drawing/2014/main" id="{CA8F5D8B-BC97-45BA-9379-E0E56021561B}"/>
                </a:ext>
              </a:extLst>
            </p:cNvPr>
            <p:cNvSpPr>
              <a:spLocks noChangeShapeType="1"/>
            </p:cNvSpPr>
            <p:nvPr/>
          </p:nvSpPr>
          <p:spPr bwMode="auto">
            <a:xfrm flipH="1">
              <a:off x="6191705" y="5430838"/>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8" name="Rectangle 38">
              <a:extLst>
                <a:ext uri="{FF2B5EF4-FFF2-40B4-BE49-F238E27FC236}">
                  <a16:creationId xmlns:a16="http://schemas.microsoft.com/office/drawing/2014/main" id="{8F2D6ED0-2CD0-4596-9D52-A0D67029D3DE}"/>
                </a:ext>
              </a:extLst>
            </p:cNvPr>
            <p:cNvSpPr>
              <a:spLocks noChangeArrowheads="1"/>
            </p:cNvSpPr>
            <p:nvPr/>
          </p:nvSpPr>
          <p:spPr bwMode="auto">
            <a:xfrm>
              <a:off x="6169480" y="5443538"/>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9" name="Rectangle 39">
              <a:extLst>
                <a:ext uri="{FF2B5EF4-FFF2-40B4-BE49-F238E27FC236}">
                  <a16:creationId xmlns:a16="http://schemas.microsoft.com/office/drawing/2014/main" id="{0973D875-ECC7-49DD-AA44-D46B3A19567D}"/>
                </a:ext>
              </a:extLst>
            </p:cNvPr>
            <p:cNvSpPr>
              <a:spLocks noChangeArrowheads="1"/>
            </p:cNvSpPr>
            <p:nvPr/>
          </p:nvSpPr>
          <p:spPr bwMode="auto">
            <a:xfrm>
              <a:off x="4120017" y="47434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0" name="Rectangle 40">
              <a:extLst>
                <a:ext uri="{FF2B5EF4-FFF2-40B4-BE49-F238E27FC236}">
                  <a16:creationId xmlns:a16="http://schemas.microsoft.com/office/drawing/2014/main" id="{7B47D0F0-60D5-4427-9A56-7BD968A49433}"/>
                </a:ext>
              </a:extLst>
            </p:cNvPr>
            <p:cNvSpPr>
              <a:spLocks noChangeArrowheads="1"/>
            </p:cNvSpPr>
            <p:nvPr/>
          </p:nvSpPr>
          <p:spPr bwMode="auto">
            <a:xfrm>
              <a:off x="4250192" y="4827588"/>
              <a:ext cx="160661" cy="173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1" name="Rectangle 41">
              <a:extLst>
                <a:ext uri="{FF2B5EF4-FFF2-40B4-BE49-F238E27FC236}">
                  <a16:creationId xmlns:a16="http://schemas.microsoft.com/office/drawing/2014/main" id="{4AC4F42D-D7A1-4BA1-BDFF-27DA452C9447}"/>
                </a:ext>
              </a:extLst>
            </p:cNvPr>
            <p:cNvSpPr>
              <a:spLocks noChangeArrowheads="1"/>
            </p:cNvSpPr>
            <p:nvPr/>
          </p:nvSpPr>
          <p:spPr bwMode="auto">
            <a:xfrm>
              <a:off x="6563180" y="4743450"/>
              <a:ext cx="204203"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2" name="Rectangle 42">
              <a:extLst>
                <a:ext uri="{FF2B5EF4-FFF2-40B4-BE49-F238E27FC236}">
                  <a16:creationId xmlns:a16="http://schemas.microsoft.com/office/drawing/2014/main" id="{CD305F44-253A-462E-AF7B-4CD65DE6DFC9}"/>
                </a:ext>
              </a:extLst>
            </p:cNvPr>
            <p:cNvSpPr>
              <a:spLocks noChangeArrowheads="1"/>
            </p:cNvSpPr>
            <p:nvPr/>
          </p:nvSpPr>
          <p:spPr bwMode="auto">
            <a:xfrm>
              <a:off x="6693355" y="4827588"/>
              <a:ext cx="112613" cy="173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3" name="Rectangle 66">
              <a:extLst>
                <a:ext uri="{FF2B5EF4-FFF2-40B4-BE49-F238E27FC236}">
                  <a16:creationId xmlns:a16="http://schemas.microsoft.com/office/drawing/2014/main" id="{6B121917-30F7-47FE-91F1-5B01ECD20CFB}"/>
                </a:ext>
              </a:extLst>
            </p:cNvPr>
            <p:cNvSpPr>
              <a:spLocks noChangeArrowheads="1"/>
            </p:cNvSpPr>
            <p:nvPr/>
          </p:nvSpPr>
          <p:spPr bwMode="auto">
            <a:xfrm>
              <a:off x="5772605" y="5435600"/>
              <a:ext cx="330330"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4" name="Rectangle 67">
              <a:extLst>
                <a:ext uri="{FF2B5EF4-FFF2-40B4-BE49-F238E27FC236}">
                  <a16:creationId xmlns:a16="http://schemas.microsoft.com/office/drawing/2014/main" id="{D7D41DC7-F1D8-425F-8900-AEFEBEA7FB7A}"/>
                </a:ext>
              </a:extLst>
            </p:cNvPr>
            <p:cNvSpPr>
              <a:spLocks noChangeArrowheads="1"/>
            </p:cNvSpPr>
            <p:nvPr/>
          </p:nvSpPr>
          <p:spPr bwMode="auto">
            <a:xfrm>
              <a:off x="3343730" y="5435600"/>
              <a:ext cx="330330" cy="230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5" name="Oval 68">
              <a:extLst>
                <a:ext uri="{FF2B5EF4-FFF2-40B4-BE49-F238E27FC236}">
                  <a16:creationId xmlns:a16="http://schemas.microsoft.com/office/drawing/2014/main" id="{DD17D45B-10E7-4B21-906E-FAEAA4165909}"/>
                </a:ext>
              </a:extLst>
            </p:cNvPr>
            <p:cNvSpPr>
              <a:spLocks noChangeArrowheads="1"/>
            </p:cNvSpPr>
            <p:nvPr/>
          </p:nvSpPr>
          <p:spPr bwMode="auto">
            <a:xfrm>
              <a:off x="2404380" y="5512255"/>
              <a:ext cx="74613" cy="73025"/>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6" name="Line 11">
              <a:extLst>
                <a:ext uri="{FF2B5EF4-FFF2-40B4-BE49-F238E27FC236}">
                  <a16:creationId xmlns:a16="http://schemas.microsoft.com/office/drawing/2014/main" id="{8FCE3CA4-8B8C-42C3-936D-0DD7602291B7}"/>
                </a:ext>
              </a:extLst>
            </p:cNvPr>
            <p:cNvSpPr>
              <a:spLocks noChangeShapeType="1"/>
            </p:cNvSpPr>
            <p:nvPr/>
          </p:nvSpPr>
          <p:spPr bwMode="auto">
            <a:xfrm flipH="1">
              <a:off x="2347889" y="5543991"/>
              <a:ext cx="266700"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1619" name="Oval 2">
            <a:extLst>
              <a:ext uri="{FF2B5EF4-FFF2-40B4-BE49-F238E27FC236}">
                <a16:creationId xmlns:a16="http://schemas.microsoft.com/office/drawing/2014/main" id="{7133E5BC-F2B5-4F2E-B815-F594CB2B5367}"/>
              </a:ext>
            </a:extLst>
          </p:cNvPr>
          <p:cNvSpPr>
            <a:spLocks noChangeArrowheads="1"/>
          </p:cNvSpPr>
          <p:nvPr/>
        </p:nvSpPr>
        <p:spPr bwMode="auto">
          <a:xfrm>
            <a:off x="2178050" y="4191000"/>
            <a:ext cx="5449888" cy="2500313"/>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0" name="TextBox 4">
            <a:extLst>
              <a:ext uri="{FF2B5EF4-FFF2-40B4-BE49-F238E27FC236}">
                <a16:creationId xmlns:a16="http://schemas.microsoft.com/office/drawing/2014/main" id="{BAA5DD40-B331-42F3-8492-7E65FC377FFB}"/>
              </a:ext>
            </a:extLst>
          </p:cNvPr>
          <p:cNvSpPr txBox="1">
            <a:spLocks noChangeArrowheads="1"/>
          </p:cNvSpPr>
          <p:nvPr/>
        </p:nvSpPr>
        <p:spPr bwMode="auto">
          <a:xfrm>
            <a:off x="3189288" y="5830888"/>
            <a:ext cx="126206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Gated D-Latch</a:t>
            </a:r>
          </a:p>
        </p:txBody>
      </p:sp>
      <p:sp>
        <p:nvSpPr>
          <p:cNvPr id="111621" name="TextBox 93">
            <a:extLst>
              <a:ext uri="{FF2B5EF4-FFF2-40B4-BE49-F238E27FC236}">
                <a16:creationId xmlns:a16="http://schemas.microsoft.com/office/drawing/2014/main" id="{4823299F-69C4-4D5D-B986-AAD07A791C8C}"/>
              </a:ext>
            </a:extLst>
          </p:cNvPr>
          <p:cNvSpPr txBox="1">
            <a:spLocks noChangeArrowheads="1"/>
          </p:cNvSpPr>
          <p:nvPr/>
        </p:nvSpPr>
        <p:spPr bwMode="auto">
          <a:xfrm>
            <a:off x="5826125" y="5840413"/>
            <a:ext cx="12620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Gated D-Latch</a:t>
            </a:r>
          </a:p>
        </p:txBody>
      </p:sp>
      <p:sp>
        <p:nvSpPr>
          <p:cNvPr id="111622" name="TextBox 94">
            <a:extLst>
              <a:ext uri="{FF2B5EF4-FFF2-40B4-BE49-F238E27FC236}">
                <a16:creationId xmlns:a16="http://schemas.microsoft.com/office/drawing/2014/main" id="{31F81295-5A3A-4202-B42A-A133CDD2CE7D}"/>
              </a:ext>
            </a:extLst>
          </p:cNvPr>
          <p:cNvSpPr txBox="1">
            <a:spLocks noChangeArrowheads="1"/>
          </p:cNvSpPr>
          <p:nvPr/>
        </p:nvSpPr>
        <p:spPr bwMode="auto">
          <a:xfrm>
            <a:off x="1930400" y="2860675"/>
            <a:ext cx="11271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 –Flip-Flop</a:t>
            </a:r>
          </a:p>
        </p:txBody>
      </p:sp>
      <p:sp>
        <p:nvSpPr>
          <p:cNvPr id="111623" name="Oval 2">
            <a:extLst>
              <a:ext uri="{FF2B5EF4-FFF2-40B4-BE49-F238E27FC236}">
                <a16:creationId xmlns:a16="http://schemas.microsoft.com/office/drawing/2014/main" id="{9E949EBC-7E32-4583-965D-6FC8BDB3D25B}"/>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1624" name="Group 96">
            <a:extLst>
              <a:ext uri="{FF2B5EF4-FFF2-40B4-BE49-F238E27FC236}">
                <a16:creationId xmlns:a16="http://schemas.microsoft.com/office/drawing/2014/main" id="{C3D09372-F916-40FC-92ED-9410681FA48E}"/>
              </a:ext>
            </a:extLst>
          </p:cNvPr>
          <p:cNvGrpSpPr>
            <a:grpSpLocks/>
          </p:cNvGrpSpPr>
          <p:nvPr/>
        </p:nvGrpSpPr>
        <p:grpSpPr bwMode="auto">
          <a:xfrm>
            <a:off x="1104900" y="1827213"/>
            <a:ext cx="7124700" cy="1395412"/>
            <a:chOff x="1052513" y="914400"/>
            <a:chExt cx="7124700" cy="1395413"/>
          </a:xfrm>
        </p:grpSpPr>
        <p:sp>
          <p:nvSpPr>
            <p:cNvPr id="111626" name="Rectangle 4">
              <a:extLst>
                <a:ext uri="{FF2B5EF4-FFF2-40B4-BE49-F238E27FC236}">
                  <a16:creationId xmlns:a16="http://schemas.microsoft.com/office/drawing/2014/main" id="{7A669472-DB9D-4984-AE9B-2C81A2313EEB}"/>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7" name="Rectangle 5">
              <a:extLst>
                <a:ext uri="{FF2B5EF4-FFF2-40B4-BE49-F238E27FC236}">
                  <a16:creationId xmlns:a16="http://schemas.microsoft.com/office/drawing/2014/main" id="{92DE2A76-E6B2-492D-ACAE-47C7B83C5981}"/>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8" name="Rectangle 6">
              <a:extLst>
                <a:ext uri="{FF2B5EF4-FFF2-40B4-BE49-F238E27FC236}">
                  <a16:creationId xmlns:a16="http://schemas.microsoft.com/office/drawing/2014/main" id="{878766F5-2EB3-4A04-8713-68C771022E7A}"/>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9" name="Line 7">
              <a:extLst>
                <a:ext uri="{FF2B5EF4-FFF2-40B4-BE49-F238E27FC236}">
                  <a16:creationId xmlns:a16="http://schemas.microsoft.com/office/drawing/2014/main" id="{B2618A30-CAB2-4793-BDE4-638D6C62E07B}"/>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0" name="Freeform 8">
              <a:extLst>
                <a:ext uri="{FF2B5EF4-FFF2-40B4-BE49-F238E27FC236}">
                  <a16:creationId xmlns:a16="http://schemas.microsoft.com/office/drawing/2014/main" id="{E3CEBEE9-8E4F-4C05-AF7F-9883CEF91372}"/>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1" name="Rectangle 9">
              <a:extLst>
                <a:ext uri="{FF2B5EF4-FFF2-40B4-BE49-F238E27FC236}">
                  <a16:creationId xmlns:a16="http://schemas.microsoft.com/office/drawing/2014/main" id="{A6857EE0-BBF6-49FC-8407-5F46BAB79FBB}"/>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2" name="Rectangle 10">
              <a:extLst>
                <a:ext uri="{FF2B5EF4-FFF2-40B4-BE49-F238E27FC236}">
                  <a16:creationId xmlns:a16="http://schemas.microsoft.com/office/drawing/2014/main" id="{0019A95C-3A39-4A1F-8B39-166D0F38ECF3}"/>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3" name="Rectangle 11">
              <a:extLst>
                <a:ext uri="{FF2B5EF4-FFF2-40B4-BE49-F238E27FC236}">
                  <a16:creationId xmlns:a16="http://schemas.microsoft.com/office/drawing/2014/main" id="{62CDFA1F-EF83-4351-BAB0-C47A34661B92}"/>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4" name="Rectangle 12">
              <a:extLst>
                <a:ext uri="{FF2B5EF4-FFF2-40B4-BE49-F238E27FC236}">
                  <a16:creationId xmlns:a16="http://schemas.microsoft.com/office/drawing/2014/main" id="{6BF62746-73AE-4611-A5D9-A2EA7ABC0C95}"/>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5" name="Rectangle 13">
              <a:extLst>
                <a:ext uri="{FF2B5EF4-FFF2-40B4-BE49-F238E27FC236}">
                  <a16:creationId xmlns:a16="http://schemas.microsoft.com/office/drawing/2014/main" id="{5E670F30-64D0-4078-B393-5D2213CBCD99}"/>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6" name="Line 14">
              <a:extLst>
                <a:ext uri="{FF2B5EF4-FFF2-40B4-BE49-F238E27FC236}">
                  <a16:creationId xmlns:a16="http://schemas.microsoft.com/office/drawing/2014/main" id="{156F27E8-75ED-48B5-92F6-6C0226F97E07}"/>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7" name="Rectangle 15">
              <a:extLst>
                <a:ext uri="{FF2B5EF4-FFF2-40B4-BE49-F238E27FC236}">
                  <a16:creationId xmlns:a16="http://schemas.microsoft.com/office/drawing/2014/main" id="{7A3D6C14-98DC-4F09-B6E5-F585B294ECD5}"/>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8" name="Rectangle 16">
              <a:extLst>
                <a:ext uri="{FF2B5EF4-FFF2-40B4-BE49-F238E27FC236}">
                  <a16:creationId xmlns:a16="http://schemas.microsoft.com/office/drawing/2014/main" id="{22A04BE8-DAD8-4088-BC25-FDF04E52F382}"/>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9" name="Rectangle 17">
              <a:extLst>
                <a:ext uri="{FF2B5EF4-FFF2-40B4-BE49-F238E27FC236}">
                  <a16:creationId xmlns:a16="http://schemas.microsoft.com/office/drawing/2014/main" id="{E906F21B-B045-40B9-9CFB-0F9E1BA70151}"/>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0" name="Rectangle 18">
              <a:extLst>
                <a:ext uri="{FF2B5EF4-FFF2-40B4-BE49-F238E27FC236}">
                  <a16:creationId xmlns:a16="http://schemas.microsoft.com/office/drawing/2014/main" id="{619ED9FF-5788-432F-824A-7431F1BE31F1}"/>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1" name="Line 19">
              <a:extLst>
                <a:ext uri="{FF2B5EF4-FFF2-40B4-BE49-F238E27FC236}">
                  <a16:creationId xmlns:a16="http://schemas.microsoft.com/office/drawing/2014/main" id="{0275A5AA-D3A0-4499-8DE3-3C7E723FC772}"/>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2" name="Rectangle 20">
              <a:extLst>
                <a:ext uri="{FF2B5EF4-FFF2-40B4-BE49-F238E27FC236}">
                  <a16:creationId xmlns:a16="http://schemas.microsoft.com/office/drawing/2014/main" id="{4EE53701-49CD-480C-AC3A-ECBC727740E1}"/>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3" name="Rectangle 21">
              <a:extLst>
                <a:ext uri="{FF2B5EF4-FFF2-40B4-BE49-F238E27FC236}">
                  <a16:creationId xmlns:a16="http://schemas.microsoft.com/office/drawing/2014/main" id="{4944BEE9-EA08-4062-A603-17911BDB8D2A}"/>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4" name="Rectangle 22">
              <a:extLst>
                <a:ext uri="{FF2B5EF4-FFF2-40B4-BE49-F238E27FC236}">
                  <a16:creationId xmlns:a16="http://schemas.microsoft.com/office/drawing/2014/main" id="{4D2E8DE3-232F-49D0-A5F6-A21FED936705}"/>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5" name="Rectangle 23">
              <a:extLst>
                <a:ext uri="{FF2B5EF4-FFF2-40B4-BE49-F238E27FC236}">
                  <a16:creationId xmlns:a16="http://schemas.microsoft.com/office/drawing/2014/main" id="{ABA75189-5CEB-428D-9856-F6C1EAD8EB78}"/>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6" name="Line 24">
              <a:extLst>
                <a:ext uri="{FF2B5EF4-FFF2-40B4-BE49-F238E27FC236}">
                  <a16:creationId xmlns:a16="http://schemas.microsoft.com/office/drawing/2014/main" id="{DEB001A9-5A8F-4F4D-9640-CF19C7C5408C}"/>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7" name="Line 25">
              <a:extLst>
                <a:ext uri="{FF2B5EF4-FFF2-40B4-BE49-F238E27FC236}">
                  <a16:creationId xmlns:a16="http://schemas.microsoft.com/office/drawing/2014/main" id="{D3C14395-1553-416B-82CC-0ECEC6042139}"/>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8" name="Line 26">
              <a:extLst>
                <a:ext uri="{FF2B5EF4-FFF2-40B4-BE49-F238E27FC236}">
                  <a16:creationId xmlns:a16="http://schemas.microsoft.com/office/drawing/2014/main" id="{100419F9-C771-45FB-9E99-B853C4407F7A}"/>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9" name="Line 27">
              <a:extLst>
                <a:ext uri="{FF2B5EF4-FFF2-40B4-BE49-F238E27FC236}">
                  <a16:creationId xmlns:a16="http://schemas.microsoft.com/office/drawing/2014/main" id="{99D15009-E1A0-47F4-86D1-545C07941230}"/>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0" name="Line 28">
              <a:extLst>
                <a:ext uri="{FF2B5EF4-FFF2-40B4-BE49-F238E27FC236}">
                  <a16:creationId xmlns:a16="http://schemas.microsoft.com/office/drawing/2014/main" id="{70D585A4-2E22-4D5C-937F-069C02D9102F}"/>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1" name="Line 29">
              <a:extLst>
                <a:ext uri="{FF2B5EF4-FFF2-40B4-BE49-F238E27FC236}">
                  <a16:creationId xmlns:a16="http://schemas.microsoft.com/office/drawing/2014/main" id="{148645D4-D0E7-4A1D-AF5E-FBBB99E66C06}"/>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2" name="Freeform 30">
              <a:extLst>
                <a:ext uri="{FF2B5EF4-FFF2-40B4-BE49-F238E27FC236}">
                  <a16:creationId xmlns:a16="http://schemas.microsoft.com/office/drawing/2014/main" id="{41A255E0-A106-4E06-B4F1-1DF769171BE9}"/>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3" name="Freeform 31">
              <a:extLst>
                <a:ext uri="{FF2B5EF4-FFF2-40B4-BE49-F238E27FC236}">
                  <a16:creationId xmlns:a16="http://schemas.microsoft.com/office/drawing/2014/main" id="{BD953793-2A28-462F-BC92-E618F214A98B}"/>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4" name="Freeform 32">
              <a:extLst>
                <a:ext uri="{FF2B5EF4-FFF2-40B4-BE49-F238E27FC236}">
                  <a16:creationId xmlns:a16="http://schemas.microsoft.com/office/drawing/2014/main" id="{3F33F29A-8BBE-411F-9A49-7992E77A6ED9}"/>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5" name="Freeform 33">
              <a:extLst>
                <a:ext uri="{FF2B5EF4-FFF2-40B4-BE49-F238E27FC236}">
                  <a16:creationId xmlns:a16="http://schemas.microsoft.com/office/drawing/2014/main" id="{1661C2C1-DBC2-488D-9E62-E32CEF1C38E8}"/>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6" name="Freeform 34">
              <a:extLst>
                <a:ext uri="{FF2B5EF4-FFF2-40B4-BE49-F238E27FC236}">
                  <a16:creationId xmlns:a16="http://schemas.microsoft.com/office/drawing/2014/main" id="{18F11BB5-9349-455A-A72B-0269C57A22E7}"/>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7" name="Freeform 35">
              <a:extLst>
                <a:ext uri="{FF2B5EF4-FFF2-40B4-BE49-F238E27FC236}">
                  <a16:creationId xmlns:a16="http://schemas.microsoft.com/office/drawing/2014/main" id="{9F4D7FF9-741C-47CD-AC33-8EF7F6B052D3}"/>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8" name="Freeform 36">
              <a:extLst>
                <a:ext uri="{FF2B5EF4-FFF2-40B4-BE49-F238E27FC236}">
                  <a16:creationId xmlns:a16="http://schemas.microsoft.com/office/drawing/2014/main" id="{29402981-A8CE-4286-B7F9-2F0990603052}"/>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9" name="Line 37">
              <a:extLst>
                <a:ext uri="{FF2B5EF4-FFF2-40B4-BE49-F238E27FC236}">
                  <a16:creationId xmlns:a16="http://schemas.microsoft.com/office/drawing/2014/main" id="{F91B84B6-AC1A-47CD-AA62-0CCFE3985069}"/>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0" name="Freeform 38">
              <a:extLst>
                <a:ext uri="{FF2B5EF4-FFF2-40B4-BE49-F238E27FC236}">
                  <a16:creationId xmlns:a16="http://schemas.microsoft.com/office/drawing/2014/main" id="{F1450422-5CF3-4528-88B6-1AA23FBC6525}"/>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1" name="Rectangle 40">
              <a:extLst>
                <a:ext uri="{FF2B5EF4-FFF2-40B4-BE49-F238E27FC236}">
                  <a16:creationId xmlns:a16="http://schemas.microsoft.com/office/drawing/2014/main" id="{01D72858-3EF1-4EA5-89C9-B482C2B8AAFF}"/>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2" name="Rectangle 41">
              <a:extLst>
                <a:ext uri="{FF2B5EF4-FFF2-40B4-BE49-F238E27FC236}">
                  <a16:creationId xmlns:a16="http://schemas.microsoft.com/office/drawing/2014/main" id="{E7DB712C-F513-4542-82E5-22975D3BC92F}"/>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3" name="Rectangle 42">
              <a:extLst>
                <a:ext uri="{FF2B5EF4-FFF2-40B4-BE49-F238E27FC236}">
                  <a16:creationId xmlns:a16="http://schemas.microsoft.com/office/drawing/2014/main" id="{324AE15D-A77C-46F4-9900-49F63F0160C9}"/>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4" name="Rectangle 112">
              <a:extLst>
                <a:ext uri="{FF2B5EF4-FFF2-40B4-BE49-F238E27FC236}">
                  <a16:creationId xmlns:a16="http://schemas.microsoft.com/office/drawing/2014/main" id="{BD206B75-3D46-4FF7-9CA7-77D4F3897495}"/>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5" name="Rectangle 113">
              <a:extLst>
                <a:ext uri="{FF2B5EF4-FFF2-40B4-BE49-F238E27FC236}">
                  <a16:creationId xmlns:a16="http://schemas.microsoft.com/office/drawing/2014/main" id="{44D73C7F-F11B-499A-8894-01FF5B62F006}"/>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6" name="Rectangle 114">
              <a:extLst>
                <a:ext uri="{FF2B5EF4-FFF2-40B4-BE49-F238E27FC236}">
                  <a16:creationId xmlns:a16="http://schemas.microsoft.com/office/drawing/2014/main" id="{117C1068-D712-4992-A7FA-DFB26B060BA8}"/>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7" name="Rectangle 115">
              <a:extLst>
                <a:ext uri="{FF2B5EF4-FFF2-40B4-BE49-F238E27FC236}">
                  <a16:creationId xmlns:a16="http://schemas.microsoft.com/office/drawing/2014/main" id="{EC07352C-CC8E-4E87-872E-1481F8F1C3A7}"/>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8" name="Rectangle 116">
              <a:extLst>
                <a:ext uri="{FF2B5EF4-FFF2-40B4-BE49-F238E27FC236}">
                  <a16:creationId xmlns:a16="http://schemas.microsoft.com/office/drawing/2014/main" id="{47C4E466-D1C6-43D7-B49C-1BB59683FF43}"/>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9" name="Rectangle 117">
              <a:extLst>
                <a:ext uri="{FF2B5EF4-FFF2-40B4-BE49-F238E27FC236}">
                  <a16:creationId xmlns:a16="http://schemas.microsoft.com/office/drawing/2014/main" id="{4C0D56C6-0CCC-4063-B112-33847A368B93}"/>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0" name="Rectangle 118">
              <a:extLst>
                <a:ext uri="{FF2B5EF4-FFF2-40B4-BE49-F238E27FC236}">
                  <a16:creationId xmlns:a16="http://schemas.microsoft.com/office/drawing/2014/main" id="{CC2640C5-E0AB-4D36-9F89-D927E4A57A53}"/>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1" name="Rectangle 119">
              <a:extLst>
                <a:ext uri="{FF2B5EF4-FFF2-40B4-BE49-F238E27FC236}">
                  <a16:creationId xmlns:a16="http://schemas.microsoft.com/office/drawing/2014/main" id="{035FBEEC-C4AE-4B43-AF87-05633793492E}"/>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2" name="Freeform 120">
              <a:extLst>
                <a:ext uri="{FF2B5EF4-FFF2-40B4-BE49-F238E27FC236}">
                  <a16:creationId xmlns:a16="http://schemas.microsoft.com/office/drawing/2014/main" id="{3E80E326-EF84-400C-97B6-4C96D1FDA5F3}"/>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111625" name="Straight Arrow Connector 181">
            <a:extLst>
              <a:ext uri="{FF2B5EF4-FFF2-40B4-BE49-F238E27FC236}">
                <a16:creationId xmlns:a16="http://schemas.microsoft.com/office/drawing/2014/main" id="{E48061CD-BEE3-4402-83AF-65608940DA40}"/>
              </a:ext>
            </a:extLst>
          </p:cNvPr>
          <p:cNvCxnSpPr>
            <a:cxnSpLocks noChangeShapeType="1"/>
          </p:cNvCxnSpPr>
          <p:nvPr/>
        </p:nvCxnSpPr>
        <p:spPr bwMode="auto">
          <a:xfrm>
            <a:off x="2925763" y="3440113"/>
            <a:ext cx="931862" cy="774700"/>
          </a:xfrm>
          <a:prstGeom prst="straightConnector1">
            <a:avLst/>
          </a:prstGeom>
          <a:noFill/>
          <a:ln w="31750">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Title 1">
            <a:extLst>
              <a:ext uri="{FF2B5EF4-FFF2-40B4-BE49-F238E27FC236}">
                <a16:creationId xmlns:a16="http://schemas.microsoft.com/office/drawing/2014/main" id="{808CDBB6-56CF-46D5-8439-02D2673B417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2642" name="Group 1">
            <a:extLst>
              <a:ext uri="{FF2B5EF4-FFF2-40B4-BE49-F238E27FC236}">
                <a16:creationId xmlns:a16="http://schemas.microsoft.com/office/drawing/2014/main" id="{7A8E2C37-9E1D-4667-9585-B7689E5A3CF4}"/>
              </a:ext>
            </a:extLst>
          </p:cNvPr>
          <p:cNvGrpSpPr>
            <a:grpSpLocks/>
          </p:cNvGrpSpPr>
          <p:nvPr/>
        </p:nvGrpSpPr>
        <p:grpSpPr bwMode="auto">
          <a:xfrm>
            <a:off x="1104900" y="1827213"/>
            <a:ext cx="7124700" cy="1395412"/>
            <a:chOff x="1052513" y="914400"/>
            <a:chExt cx="7124700" cy="1395413"/>
          </a:xfrm>
        </p:grpSpPr>
        <p:sp>
          <p:nvSpPr>
            <p:cNvPr id="112643" name="Rectangle 4">
              <a:extLst>
                <a:ext uri="{FF2B5EF4-FFF2-40B4-BE49-F238E27FC236}">
                  <a16:creationId xmlns:a16="http://schemas.microsoft.com/office/drawing/2014/main" id="{C76086C9-3F39-4B89-A432-0D4060523D9F}"/>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4" name="Rectangle 5">
              <a:extLst>
                <a:ext uri="{FF2B5EF4-FFF2-40B4-BE49-F238E27FC236}">
                  <a16:creationId xmlns:a16="http://schemas.microsoft.com/office/drawing/2014/main" id="{4F573871-EE4B-4FE3-BC42-05D08C1073C1}"/>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5" name="Rectangle 6">
              <a:extLst>
                <a:ext uri="{FF2B5EF4-FFF2-40B4-BE49-F238E27FC236}">
                  <a16:creationId xmlns:a16="http://schemas.microsoft.com/office/drawing/2014/main" id="{A720B85B-2F57-4F3B-A503-9408DF3F1D2E}"/>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6" name="Line 7">
              <a:extLst>
                <a:ext uri="{FF2B5EF4-FFF2-40B4-BE49-F238E27FC236}">
                  <a16:creationId xmlns:a16="http://schemas.microsoft.com/office/drawing/2014/main" id="{3B6CA6E8-4E44-43AD-9F69-39A129EEEB91}"/>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7" name="Freeform 8">
              <a:extLst>
                <a:ext uri="{FF2B5EF4-FFF2-40B4-BE49-F238E27FC236}">
                  <a16:creationId xmlns:a16="http://schemas.microsoft.com/office/drawing/2014/main" id="{0BF6F09C-603F-4079-AC72-C0C16C6C6E2A}"/>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8" name="Rectangle 9">
              <a:extLst>
                <a:ext uri="{FF2B5EF4-FFF2-40B4-BE49-F238E27FC236}">
                  <a16:creationId xmlns:a16="http://schemas.microsoft.com/office/drawing/2014/main" id="{AE94E5CF-5DA7-4CB1-ACD5-E930AA8FEEB2}"/>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9" name="Rectangle 10">
              <a:extLst>
                <a:ext uri="{FF2B5EF4-FFF2-40B4-BE49-F238E27FC236}">
                  <a16:creationId xmlns:a16="http://schemas.microsoft.com/office/drawing/2014/main" id="{7B377AFD-FD0E-460D-AD7B-D1079BB268FE}"/>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0" name="Rectangle 11">
              <a:extLst>
                <a:ext uri="{FF2B5EF4-FFF2-40B4-BE49-F238E27FC236}">
                  <a16:creationId xmlns:a16="http://schemas.microsoft.com/office/drawing/2014/main" id="{9608919F-04C6-417F-AEBB-C0D3D34D72FA}"/>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1" name="Rectangle 12">
              <a:extLst>
                <a:ext uri="{FF2B5EF4-FFF2-40B4-BE49-F238E27FC236}">
                  <a16:creationId xmlns:a16="http://schemas.microsoft.com/office/drawing/2014/main" id="{272EDAE6-0ECE-4FE8-B09A-5BC8E85C5A64}"/>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2" name="Rectangle 13">
              <a:extLst>
                <a:ext uri="{FF2B5EF4-FFF2-40B4-BE49-F238E27FC236}">
                  <a16:creationId xmlns:a16="http://schemas.microsoft.com/office/drawing/2014/main" id="{F249A7EF-8D68-435C-AB37-83AC2BB83AFF}"/>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3" name="Line 14">
              <a:extLst>
                <a:ext uri="{FF2B5EF4-FFF2-40B4-BE49-F238E27FC236}">
                  <a16:creationId xmlns:a16="http://schemas.microsoft.com/office/drawing/2014/main" id="{118DFB83-FA39-4221-BA4D-6F1E3972CBFE}"/>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4" name="Rectangle 15">
              <a:extLst>
                <a:ext uri="{FF2B5EF4-FFF2-40B4-BE49-F238E27FC236}">
                  <a16:creationId xmlns:a16="http://schemas.microsoft.com/office/drawing/2014/main" id="{22330603-537C-4A6C-820C-158CB1E27405}"/>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5" name="Rectangle 16">
              <a:extLst>
                <a:ext uri="{FF2B5EF4-FFF2-40B4-BE49-F238E27FC236}">
                  <a16:creationId xmlns:a16="http://schemas.microsoft.com/office/drawing/2014/main" id="{BD56EF7B-B166-4F4B-B1F6-638CD8128133}"/>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6" name="Rectangle 17">
              <a:extLst>
                <a:ext uri="{FF2B5EF4-FFF2-40B4-BE49-F238E27FC236}">
                  <a16:creationId xmlns:a16="http://schemas.microsoft.com/office/drawing/2014/main" id="{36C9D476-C16B-430D-A8EB-4A4DE8CD420C}"/>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7" name="Rectangle 18">
              <a:extLst>
                <a:ext uri="{FF2B5EF4-FFF2-40B4-BE49-F238E27FC236}">
                  <a16:creationId xmlns:a16="http://schemas.microsoft.com/office/drawing/2014/main" id="{38D60F4B-B8BE-4596-B162-78B167AD47B6}"/>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8" name="Line 19">
              <a:extLst>
                <a:ext uri="{FF2B5EF4-FFF2-40B4-BE49-F238E27FC236}">
                  <a16:creationId xmlns:a16="http://schemas.microsoft.com/office/drawing/2014/main" id="{C0E16B84-5957-41B1-8E79-B678820B88E6}"/>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59" name="Rectangle 20">
              <a:extLst>
                <a:ext uri="{FF2B5EF4-FFF2-40B4-BE49-F238E27FC236}">
                  <a16:creationId xmlns:a16="http://schemas.microsoft.com/office/drawing/2014/main" id="{59986A04-233D-46E5-BA74-35C562F3FB0C}"/>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0" name="Rectangle 21">
              <a:extLst>
                <a:ext uri="{FF2B5EF4-FFF2-40B4-BE49-F238E27FC236}">
                  <a16:creationId xmlns:a16="http://schemas.microsoft.com/office/drawing/2014/main" id="{D7ACB79B-1A4E-4E16-B77E-0038B9838F25}"/>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1" name="Rectangle 22">
              <a:extLst>
                <a:ext uri="{FF2B5EF4-FFF2-40B4-BE49-F238E27FC236}">
                  <a16:creationId xmlns:a16="http://schemas.microsoft.com/office/drawing/2014/main" id="{2701886E-E6F3-43BB-9489-D25A1404726A}"/>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2" name="Rectangle 23">
              <a:extLst>
                <a:ext uri="{FF2B5EF4-FFF2-40B4-BE49-F238E27FC236}">
                  <a16:creationId xmlns:a16="http://schemas.microsoft.com/office/drawing/2014/main" id="{4FD0F470-B143-439A-A6C3-A5D4164D48CF}"/>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3" name="Line 24">
              <a:extLst>
                <a:ext uri="{FF2B5EF4-FFF2-40B4-BE49-F238E27FC236}">
                  <a16:creationId xmlns:a16="http://schemas.microsoft.com/office/drawing/2014/main" id="{7BBE3A6A-C7C6-4FBA-8FB9-1A267FA7D7D5}"/>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4" name="Line 25">
              <a:extLst>
                <a:ext uri="{FF2B5EF4-FFF2-40B4-BE49-F238E27FC236}">
                  <a16:creationId xmlns:a16="http://schemas.microsoft.com/office/drawing/2014/main" id="{E4B072A2-6370-4649-B664-352AFF98352D}"/>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5" name="Line 26">
              <a:extLst>
                <a:ext uri="{FF2B5EF4-FFF2-40B4-BE49-F238E27FC236}">
                  <a16:creationId xmlns:a16="http://schemas.microsoft.com/office/drawing/2014/main" id="{6BF4A1C7-A764-4A50-8E16-AAAA9E88C390}"/>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6" name="Line 27">
              <a:extLst>
                <a:ext uri="{FF2B5EF4-FFF2-40B4-BE49-F238E27FC236}">
                  <a16:creationId xmlns:a16="http://schemas.microsoft.com/office/drawing/2014/main" id="{ABB966ED-3615-4F62-A298-4FDE5E5D35D3}"/>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7" name="Line 28">
              <a:extLst>
                <a:ext uri="{FF2B5EF4-FFF2-40B4-BE49-F238E27FC236}">
                  <a16:creationId xmlns:a16="http://schemas.microsoft.com/office/drawing/2014/main" id="{2A7896E6-10C3-43FD-8538-BCD9B5C60F7E}"/>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8" name="Line 29">
              <a:extLst>
                <a:ext uri="{FF2B5EF4-FFF2-40B4-BE49-F238E27FC236}">
                  <a16:creationId xmlns:a16="http://schemas.microsoft.com/office/drawing/2014/main" id="{22B2078D-221B-4805-9422-D96F5B4FC315}"/>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9" name="Freeform 30">
              <a:extLst>
                <a:ext uri="{FF2B5EF4-FFF2-40B4-BE49-F238E27FC236}">
                  <a16:creationId xmlns:a16="http://schemas.microsoft.com/office/drawing/2014/main" id="{F3AAE08B-34CF-4E2E-AC39-361EBC4A4CBC}"/>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0" name="Freeform 31">
              <a:extLst>
                <a:ext uri="{FF2B5EF4-FFF2-40B4-BE49-F238E27FC236}">
                  <a16:creationId xmlns:a16="http://schemas.microsoft.com/office/drawing/2014/main" id="{F31F31DC-08AB-4B43-936D-44EA3779863D}"/>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1" name="Freeform 32">
              <a:extLst>
                <a:ext uri="{FF2B5EF4-FFF2-40B4-BE49-F238E27FC236}">
                  <a16:creationId xmlns:a16="http://schemas.microsoft.com/office/drawing/2014/main" id="{D325C47F-6A84-4F5E-B067-D0E953A9E542}"/>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2" name="Freeform 33">
              <a:extLst>
                <a:ext uri="{FF2B5EF4-FFF2-40B4-BE49-F238E27FC236}">
                  <a16:creationId xmlns:a16="http://schemas.microsoft.com/office/drawing/2014/main" id="{12F53B86-AD46-4A2C-AB85-7AB8530CAD4B}"/>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3" name="Freeform 34">
              <a:extLst>
                <a:ext uri="{FF2B5EF4-FFF2-40B4-BE49-F238E27FC236}">
                  <a16:creationId xmlns:a16="http://schemas.microsoft.com/office/drawing/2014/main" id="{4641C898-4CD5-4C20-A776-CD260570D7C1}"/>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4" name="Freeform 35">
              <a:extLst>
                <a:ext uri="{FF2B5EF4-FFF2-40B4-BE49-F238E27FC236}">
                  <a16:creationId xmlns:a16="http://schemas.microsoft.com/office/drawing/2014/main" id="{B412B690-CA07-4434-9220-7FB45BC2D155}"/>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5" name="Freeform 36">
              <a:extLst>
                <a:ext uri="{FF2B5EF4-FFF2-40B4-BE49-F238E27FC236}">
                  <a16:creationId xmlns:a16="http://schemas.microsoft.com/office/drawing/2014/main" id="{71077A21-485B-4A7E-B3F7-77E7055802AE}"/>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6" name="Line 37">
              <a:extLst>
                <a:ext uri="{FF2B5EF4-FFF2-40B4-BE49-F238E27FC236}">
                  <a16:creationId xmlns:a16="http://schemas.microsoft.com/office/drawing/2014/main" id="{E81806D3-30FB-41B0-A384-CD0CBD9DA25F}"/>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7" name="Freeform 38">
              <a:extLst>
                <a:ext uri="{FF2B5EF4-FFF2-40B4-BE49-F238E27FC236}">
                  <a16:creationId xmlns:a16="http://schemas.microsoft.com/office/drawing/2014/main" id="{395C8DDD-28A7-4791-8731-677DB3434722}"/>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8" name="Rectangle 40">
              <a:extLst>
                <a:ext uri="{FF2B5EF4-FFF2-40B4-BE49-F238E27FC236}">
                  <a16:creationId xmlns:a16="http://schemas.microsoft.com/office/drawing/2014/main" id="{E8024660-1E46-48F4-AB5A-15A4109BDBF1}"/>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9" name="Rectangle 41">
              <a:extLst>
                <a:ext uri="{FF2B5EF4-FFF2-40B4-BE49-F238E27FC236}">
                  <a16:creationId xmlns:a16="http://schemas.microsoft.com/office/drawing/2014/main" id="{4B24D511-7FAF-4A05-8615-232EDDB03B1B}"/>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0" name="Rectangle 42">
              <a:extLst>
                <a:ext uri="{FF2B5EF4-FFF2-40B4-BE49-F238E27FC236}">
                  <a16:creationId xmlns:a16="http://schemas.microsoft.com/office/drawing/2014/main" id="{790C28CD-FD30-4506-BF44-CF0BB02D667F}"/>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1" name="Rectangle 112">
              <a:extLst>
                <a:ext uri="{FF2B5EF4-FFF2-40B4-BE49-F238E27FC236}">
                  <a16:creationId xmlns:a16="http://schemas.microsoft.com/office/drawing/2014/main" id="{BAEBA168-F192-45F7-89D8-6E6EF5FEA4DA}"/>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2" name="Rectangle 113">
              <a:extLst>
                <a:ext uri="{FF2B5EF4-FFF2-40B4-BE49-F238E27FC236}">
                  <a16:creationId xmlns:a16="http://schemas.microsoft.com/office/drawing/2014/main" id="{CAD69435-7B09-4C22-BED9-32CA21668034}"/>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3" name="Rectangle 114">
              <a:extLst>
                <a:ext uri="{FF2B5EF4-FFF2-40B4-BE49-F238E27FC236}">
                  <a16:creationId xmlns:a16="http://schemas.microsoft.com/office/drawing/2014/main" id="{98406E2D-E32F-4CB1-AB31-85D1DE99341A}"/>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4" name="Rectangle 115">
              <a:extLst>
                <a:ext uri="{FF2B5EF4-FFF2-40B4-BE49-F238E27FC236}">
                  <a16:creationId xmlns:a16="http://schemas.microsoft.com/office/drawing/2014/main" id="{39E00977-6C1D-4DB0-92EE-9753181EF0AE}"/>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5" name="Rectangle 116">
              <a:extLst>
                <a:ext uri="{FF2B5EF4-FFF2-40B4-BE49-F238E27FC236}">
                  <a16:creationId xmlns:a16="http://schemas.microsoft.com/office/drawing/2014/main" id="{1A5C8A09-F469-4AE7-996A-D8AA8F654D40}"/>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6" name="Rectangle 117">
              <a:extLst>
                <a:ext uri="{FF2B5EF4-FFF2-40B4-BE49-F238E27FC236}">
                  <a16:creationId xmlns:a16="http://schemas.microsoft.com/office/drawing/2014/main" id="{B1B84A83-0DD6-471B-9C77-D46B4328802C}"/>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7" name="Rectangle 118">
              <a:extLst>
                <a:ext uri="{FF2B5EF4-FFF2-40B4-BE49-F238E27FC236}">
                  <a16:creationId xmlns:a16="http://schemas.microsoft.com/office/drawing/2014/main" id="{F3C6C4B9-44F6-4A1C-8EBC-10F653A34CE9}"/>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8" name="Rectangle 119">
              <a:extLst>
                <a:ext uri="{FF2B5EF4-FFF2-40B4-BE49-F238E27FC236}">
                  <a16:creationId xmlns:a16="http://schemas.microsoft.com/office/drawing/2014/main" id="{8924AF82-CDB2-4B59-A1B1-4C37512B97CF}"/>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9" name="Freeform 120">
              <a:extLst>
                <a:ext uri="{FF2B5EF4-FFF2-40B4-BE49-F238E27FC236}">
                  <a16:creationId xmlns:a16="http://schemas.microsoft.com/office/drawing/2014/main" id="{74155372-D4F1-4FFE-AE12-2D9C96FD242C}"/>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5" name="Title 1">
            <a:extLst>
              <a:ext uri="{FF2B5EF4-FFF2-40B4-BE49-F238E27FC236}">
                <a16:creationId xmlns:a16="http://schemas.microsoft.com/office/drawing/2014/main" id="{5C250871-5356-4F0E-AB76-0AF03CFFDF8A}"/>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3666" name="Group 1">
            <a:extLst>
              <a:ext uri="{FF2B5EF4-FFF2-40B4-BE49-F238E27FC236}">
                <a16:creationId xmlns:a16="http://schemas.microsoft.com/office/drawing/2014/main" id="{8114BA22-E930-4A65-9FEE-CDC92AF193D2}"/>
              </a:ext>
            </a:extLst>
          </p:cNvPr>
          <p:cNvGrpSpPr>
            <a:grpSpLocks/>
          </p:cNvGrpSpPr>
          <p:nvPr/>
        </p:nvGrpSpPr>
        <p:grpSpPr bwMode="auto">
          <a:xfrm>
            <a:off x="1104900" y="1827213"/>
            <a:ext cx="7124700" cy="1395412"/>
            <a:chOff x="1052513" y="914400"/>
            <a:chExt cx="7124700" cy="1395413"/>
          </a:xfrm>
        </p:grpSpPr>
        <p:sp>
          <p:nvSpPr>
            <p:cNvPr id="113782" name="Rectangle 4">
              <a:extLst>
                <a:ext uri="{FF2B5EF4-FFF2-40B4-BE49-F238E27FC236}">
                  <a16:creationId xmlns:a16="http://schemas.microsoft.com/office/drawing/2014/main" id="{EC0935AA-FB6F-47C5-AD60-8FF8235C6ACB}"/>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3" name="Rectangle 5">
              <a:extLst>
                <a:ext uri="{FF2B5EF4-FFF2-40B4-BE49-F238E27FC236}">
                  <a16:creationId xmlns:a16="http://schemas.microsoft.com/office/drawing/2014/main" id="{CE262058-C3DB-4B7B-81B8-26A8EB8F971F}"/>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4" name="Rectangle 6">
              <a:extLst>
                <a:ext uri="{FF2B5EF4-FFF2-40B4-BE49-F238E27FC236}">
                  <a16:creationId xmlns:a16="http://schemas.microsoft.com/office/drawing/2014/main" id="{48DA71EF-3047-4B04-9209-33C1EBAD2992}"/>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5" name="Line 7">
              <a:extLst>
                <a:ext uri="{FF2B5EF4-FFF2-40B4-BE49-F238E27FC236}">
                  <a16:creationId xmlns:a16="http://schemas.microsoft.com/office/drawing/2014/main" id="{EACB6886-B441-4DDE-B758-7BF8712AB368}"/>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6" name="Freeform 8">
              <a:extLst>
                <a:ext uri="{FF2B5EF4-FFF2-40B4-BE49-F238E27FC236}">
                  <a16:creationId xmlns:a16="http://schemas.microsoft.com/office/drawing/2014/main" id="{2F29F989-068A-449B-BC47-FB8C6BBC1C89}"/>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7" name="Rectangle 9">
              <a:extLst>
                <a:ext uri="{FF2B5EF4-FFF2-40B4-BE49-F238E27FC236}">
                  <a16:creationId xmlns:a16="http://schemas.microsoft.com/office/drawing/2014/main" id="{A4827D9E-76B5-42CA-ADFD-6B43A0585FE7}"/>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8" name="Rectangle 10">
              <a:extLst>
                <a:ext uri="{FF2B5EF4-FFF2-40B4-BE49-F238E27FC236}">
                  <a16:creationId xmlns:a16="http://schemas.microsoft.com/office/drawing/2014/main" id="{31F02C0D-7894-49C5-B52A-EFBC97F5F3F2}"/>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9" name="Rectangle 11">
              <a:extLst>
                <a:ext uri="{FF2B5EF4-FFF2-40B4-BE49-F238E27FC236}">
                  <a16:creationId xmlns:a16="http://schemas.microsoft.com/office/drawing/2014/main" id="{62ED64AB-F314-4F78-AF54-C8ED73A096BD}"/>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0" name="Rectangle 12">
              <a:extLst>
                <a:ext uri="{FF2B5EF4-FFF2-40B4-BE49-F238E27FC236}">
                  <a16:creationId xmlns:a16="http://schemas.microsoft.com/office/drawing/2014/main" id="{5A0DB2F4-2720-40BB-A99F-6BEAE98F56EC}"/>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1" name="Rectangle 13">
              <a:extLst>
                <a:ext uri="{FF2B5EF4-FFF2-40B4-BE49-F238E27FC236}">
                  <a16:creationId xmlns:a16="http://schemas.microsoft.com/office/drawing/2014/main" id="{80593207-1239-449E-95A4-732A32962615}"/>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2" name="Line 14">
              <a:extLst>
                <a:ext uri="{FF2B5EF4-FFF2-40B4-BE49-F238E27FC236}">
                  <a16:creationId xmlns:a16="http://schemas.microsoft.com/office/drawing/2014/main" id="{C76C5C53-F76E-4EEE-BDC1-7735F967AE15}"/>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3" name="Rectangle 15">
              <a:extLst>
                <a:ext uri="{FF2B5EF4-FFF2-40B4-BE49-F238E27FC236}">
                  <a16:creationId xmlns:a16="http://schemas.microsoft.com/office/drawing/2014/main" id="{B0234A5C-42B2-46F8-80AF-03D560097502}"/>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4" name="Rectangle 16">
              <a:extLst>
                <a:ext uri="{FF2B5EF4-FFF2-40B4-BE49-F238E27FC236}">
                  <a16:creationId xmlns:a16="http://schemas.microsoft.com/office/drawing/2014/main" id="{3672994B-41D9-466C-932D-05BD032F1B16}"/>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5" name="Rectangle 17">
              <a:extLst>
                <a:ext uri="{FF2B5EF4-FFF2-40B4-BE49-F238E27FC236}">
                  <a16:creationId xmlns:a16="http://schemas.microsoft.com/office/drawing/2014/main" id="{07C6577A-8BFF-49CA-ADDC-A91834F1622C}"/>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6" name="Rectangle 18">
              <a:extLst>
                <a:ext uri="{FF2B5EF4-FFF2-40B4-BE49-F238E27FC236}">
                  <a16:creationId xmlns:a16="http://schemas.microsoft.com/office/drawing/2014/main" id="{2A154485-7628-412D-BF88-2BFD83DC4DA4}"/>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7" name="Line 19">
              <a:extLst>
                <a:ext uri="{FF2B5EF4-FFF2-40B4-BE49-F238E27FC236}">
                  <a16:creationId xmlns:a16="http://schemas.microsoft.com/office/drawing/2014/main" id="{B7055AEC-0C79-45B2-8106-A340933E667D}"/>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8" name="Rectangle 20">
              <a:extLst>
                <a:ext uri="{FF2B5EF4-FFF2-40B4-BE49-F238E27FC236}">
                  <a16:creationId xmlns:a16="http://schemas.microsoft.com/office/drawing/2014/main" id="{6AFA38D0-8496-4AD5-A73E-61FB246BBADF}"/>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9" name="Rectangle 21">
              <a:extLst>
                <a:ext uri="{FF2B5EF4-FFF2-40B4-BE49-F238E27FC236}">
                  <a16:creationId xmlns:a16="http://schemas.microsoft.com/office/drawing/2014/main" id="{949A6585-2B97-4E3F-A4B8-9332F926019D}"/>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0" name="Rectangle 22">
              <a:extLst>
                <a:ext uri="{FF2B5EF4-FFF2-40B4-BE49-F238E27FC236}">
                  <a16:creationId xmlns:a16="http://schemas.microsoft.com/office/drawing/2014/main" id="{922A2FF8-7426-476D-85B8-47D8B609147F}"/>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1" name="Rectangle 23">
              <a:extLst>
                <a:ext uri="{FF2B5EF4-FFF2-40B4-BE49-F238E27FC236}">
                  <a16:creationId xmlns:a16="http://schemas.microsoft.com/office/drawing/2014/main" id="{4D95981C-39F5-44C3-8FDF-27963ACFADD4}"/>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2" name="Line 24">
              <a:extLst>
                <a:ext uri="{FF2B5EF4-FFF2-40B4-BE49-F238E27FC236}">
                  <a16:creationId xmlns:a16="http://schemas.microsoft.com/office/drawing/2014/main" id="{CC71BE86-580A-40F4-B836-EE3F24AA9CB0}"/>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3" name="Line 25">
              <a:extLst>
                <a:ext uri="{FF2B5EF4-FFF2-40B4-BE49-F238E27FC236}">
                  <a16:creationId xmlns:a16="http://schemas.microsoft.com/office/drawing/2014/main" id="{B159F4F7-4E3C-4090-AB71-425D0E143A79}"/>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4" name="Line 26">
              <a:extLst>
                <a:ext uri="{FF2B5EF4-FFF2-40B4-BE49-F238E27FC236}">
                  <a16:creationId xmlns:a16="http://schemas.microsoft.com/office/drawing/2014/main" id="{C2F06C8B-7073-425F-9DCB-EC948C45C434}"/>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5" name="Line 27">
              <a:extLst>
                <a:ext uri="{FF2B5EF4-FFF2-40B4-BE49-F238E27FC236}">
                  <a16:creationId xmlns:a16="http://schemas.microsoft.com/office/drawing/2014/main" id="{87D6EEEC-2503-4D55-B019-76A863DA0754}"/>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6" name="Line 28">
              <a:extLst>
                <a:ext uri="{FF2B5EF4-FFF2-40B4-BE49-F238E27FC236}">
                  <a16:creationId xmlns:a16="http://schemas.microsoft.com/office/drawing/2014/main" id="{6D666652-A58C-4E3A-B6CB-7764ECF7F8D5}"/>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7" name="Line 29">
              <a:extLst>
                <a:ext uri="{FF2B5EF4-FFF2-40B4-BE49-F238E27FC236}">
                  <a16:creationId xmlns:a16="http://schemas.microsoft.com/office/drawing/2014/main" id="{48714053-802C-47B5-A92F-8CCAEED68FAB}"/>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8" name="Freeform 30">
              <a:extLst>
                <a:ext uri="{FF2B5EF4-FFF2-40B4-BE49-F238E27FC236}">
                  <a16:creationId xmlns:a16="http://schemas.microsoft.com/office/drawing/2014/main" id="{272227DA-CABB-4898-99E9-208A47742E98}"/>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9" name="Freeform 31">
              <a:extLst>
                <a:ext uri="{FF2B5EF4-FFF2-40B4-BE49-F238E27FC236}">
                  <a16:creationId xmlns:a16="http://schemas.microsoft.com/office/drawing/2014/main" id="{F34A5AEE-8217-4B91-84D4-9DAB036ECA3B}"/>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0" name="Freeform 32">
              <a:extLst>
                <a:ext uri="{FF2B5EF4-FFF2-40B4-BE49-F238E27FC236}">
                  <a16:creationId xmlns:a16="http://schemas.microsoft.com/office/drawing/2014/main" id="{5DAE0A50-7581-49B2-A66A-26890D609191}"/>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1" name="Freeform 33">
              <a:extLst>
                <a:ext uri="{FF2B5EF4-FFF2-40B4-BE49-F238E27FC236}">
                  <a16:creationId xmlns:a16="http://schemas.microsoft.com/office/drawing/2014/main" id="{C372730B-404E-45E0-B725-BAE9426457EE}"/>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2" name="Freeform 34">
              <a:extLst>
                <a:ext uri="{FF2B5EF4-FFF2-40B4-BE49-F238E27FC236}">
                  <a16:creationId xmlns:a16="http://schemas.microsoft.com/office/drawing/2014/main" id="{E03651C3-381B-4A2F-8479-29502EEF019C}"/>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3" name="Freeform 35">
              <a:extLst>
                <a:ext uri="{FF2B5EF4-FFF2-40B4-BE49-F238E27FC236}">
                  <a16:creationId xmlns:a16="http://schemas.microsoft.com/office/drawing/2014/main" id="{EF42A98B-D9C1-4703-8485-38B04ED6E0D1}"/>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4" name="Freeform 36">
              <a:extLst>
                <a:ext uri="{FF2B5EF4-FFF2-40B4-BE49-F238E27FC236}">
                  <a16:creationId xmlns:a16="http://schemas.microsoft.com/office/drawing/2014/main" id="{4F6085DF-46FD-403A-9D7D-A869E97DDAD7}"/>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5" name="Line 37">
              <a:extLst>
                <a:ext uri="{FF2B5EF4-FFF2-40B4-BE49-F238E27FC236}">
                  <a16:creationId xmlns:a16="http://schemas.microsoft.com/office/drawing/2014/main" id="{2C7355F8-A187-4798-BB88-D33FDA0EF29E}"/>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6" name="Freeform 38">
              <a:extLst>
                <a:ext uri="{FF2B5EF4-FFF2-40B4-BE49-F238E27FC236}">
                  <a16:creationId xmlns:a16="http://schemas.microsoft.com/office/drawing/2014/main" id="{B4E3506C-4DD1-4BC5-9F0C-D8653A71D0FF}"/>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7" name="Rectangle 40">
              <a:extLst>
                <a:ext uri="{FF2B5EF4-FFF2-40B4-BE49-F238E27FC236}">
                  <a16:creationId xmlns:a16="http://schemas.microsoft.com/office/drawing/2014/main" id="{31772148-DF16-46B5-AFB9-C7685554E1A8}"/>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8" name="Rectangle 41">
              <a:extLst>
                <a:ext uri="{FF2B5EF4-FFF2-40B4-BE49-F238E27FC236}">
                  <a16:creationId xmlns:a16="http://schemas.microsoft.com/office/drawing/2014/main" id="{1536D0D3-087C-4410-9187-BCE706B9BCCF}"/>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19" name="Rectangle 42">
              <a:extLst>
                <a:ext uri="{FF2B5EF4-FFF2-40B4-BE49-F238E27FC236}">
                  <a16:creationId xmlns:a16="http://schemas.microsoft.com/office/drawing/2014/main" id="{C3BBC0C6-8170-43E3-BF9C-8CFA14FC29A5}"/>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0" name="Rectangle 112">
              <a:extLst>
                <a:ext uri="{FF2B5EF4-FFF2-40B4-BE49-F238E27FC236}">
                  <a16:creationId xmlns:a16="http://schemas.microsoft.com/office/drawing/2014/main" id="{80ABC2BC-108B-4D52-956E-C17DA22812E0}"/>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1" name="Rectangle 113">
              <a:extLst>
                <a:ext uri="{FF2B5EF4-FFF2-40B4-BE49-F238E27FC236}">
                  <a16:creationId xmlns:a16="http://schemas.microsoft.com/office/drawing/2014/main" id="{8C03066E-823C-4511-8B2F-C186AE3CB9A3}"/>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2" name="Rectangle 114">
              <a:extLst>
                <a:ext uri="{FF2B5EF4-FFF2-40B4-BE49-F238E27FC236}">
                  <a16:creationId xmlns:a16="http://schemas.microsoft.com/office/drawing/2014/main" id="{A9ED73A7-01F3-49B7-8512-4815CF1FF042}"/>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3" name="Rectangle 115">
              <a:extLst>
                <a:ext uri="{FF2B5EF4-FFF2-40B4-BE49-F238E27FC236}">
                  <a16:creationId xmlns:a16="http://schemas.microsoft.com/office/drawing/2014/main" id="{9ABEDD01-CD0A-4A1D-8E8A-FA6221439985}"/>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4" name="Rectangle 116">
              <a:extLst>
                <a:ext uri="{FF2B5EF4-FFF2-40B4-BE49-F238E27FC236}">
                  <a16:creationId xmlns:a16="http://schemas.microsoft.com/office/drawing/2014/main" id="{A0483AB7-10D3-48F9-951F-9DEAB49C8778}"/>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5" name="Rectangle 117">
              <a:extLst>
                <a:ext uri="{FF2B5EF4-FFF2-40B4-BE49-F238E27FC236}">
                  <a16:creationId xmlns:a16="http://schemas.microsoft.com/office/drawing/2014/main" id="{29CBC89A-881F-416D-A64F-B04ACBEDB216}"/>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6" name="Rectangle 118">
              <a:extLst>
                <a:ext uri="{FF2B5EF4-FFF2-40B4-BE49-F238E27FC236}">
                  <a16:creationId xmlns:a16="http://schemas.microsoft.com/office/drawing/2014/main" id="{64EAC93D-927F-49C3-8962-C9259EA3A3EB}"/>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7" name="Rectangle 119">
              <a:extLst>
                <a:ext uri="{FF2B5EF4-FFF2-40B4-BE49-F238E27FC236}">
                  <a16:creationId xmlns:a16="http://schemas.microsoft.com/office/drawing/2014/main" id="{D44AF210-BFF7-41C3-84EF-139E7713C678}"/>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28" name="Freeform 120">
              <a:extLst>
                <a:ext uri="{FF2B5EF4-FFF2-40B4-BE49-F238E27FC236}">
                  <a16:creationId xmlns:a16="http://schemas.microsoft.com/office/drawing/2014/main" id="{3F7B9B9E-C694-4F04-A9BB-7FE687626A14}"/>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3667" name="Group 53">
            <a:extLst>
              <a:ext uri="{FF2B5EF4-FFF2-40B4-BE49-F238E27FC236}">
                <a16:creationId xmlns:a16="http://schemas.microsoft.com/office/drawing/2014/main" id="{CA5A8D6A-4A69-4FB2-9CC4-874024522846}"/>
              </a:ext>
            </a:extLst>
          </p:cNvPr>
          <p:cNvGrpSpPr>
            <a:grpSpLocks/>
          </p:cNvGrpSpPr>
          <p:nvPr/>
        </p:nvGrpSpPr>
        <p:grpSpPr bwMode="auto">
          <a:xfrm>
            <a:off x="206375" y="4689475"/>
            <a:ext cx="8853488" cy="1787525"/>
            <a:chOff x="205979" y="1421927"/>
            <a:chExt cx="8853547" cy="1786829"/>
          </a:xfrm>
        </p:grpSpPr>
        <p:sp>
          <p:nvSpPr>
            <p:cNvPr id="113668" name="Line 14">
              <a:extLst>
                <a:ext uri="{FF2B5EF4-FFF2-40B4-BE49-F238E27FC236}">
                  <a16:creationId xmlns:a16="http://schemas.microsoft.com/office/drawing/2014/main" id="{982FC2A0-846F-4919-9DC5-189D314BA307}"/>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669" name="Group 55">
              <a:extLst>
                <a:ext uri="{FF2B5EF4-FFF2-40B4-BE49-F238E27FC236}">
                  <a16:creationId xmlns:a16="http://schemas.microsoft.com/office/drawing/2014/main" id="{D644FA88-6837-4A55-BB04-E9D7A0DB156D}"/>
                </a:ext>
              </a:extLst>
            </p:cNvPr>
            <p:cNvGrpSpPr>
              <a:grpSpLocks/>
            </p:cNvGrpSpPr>
            <p:nvPr/>
          </p:nvGrpSpPr>
          <p:grpSpPr bwMode="auto">
            <a:xfrm>
              <a:off x="665216" y="1428587"/>
              <a:ext cx="2636625" cy="1236717"/>
              <a:chOff x="207935" y="1428587"/>
              <a:chExt cx="2636625" cy="1236717"/>
            </a:xfrm>
          </p:grpSpPr>
          <p:sp>
            <p:nvSpPr>
              <p:cNvPr id="113759" name="Line 14">
                <a:extLst>
                  <a:ext uri="{FF2B5EF4-FFF2-40B4-BE49-F238E27FC236}">
                    <a16:creationId xmlns:a16="http://schemas.microsoft.com/office/drawing/2014/main" id="{675544A6-F1E1-42E9-845F-15572DE47FCB}"/>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0" name="Line 15">
                <a:extLst>
                  <a:ext uri="{FF2B5EF4-FFF2-40B4-BE49-F238E27FC236}">
                    <a16:creationId xmlns:a16="http://schemas.microsoft.com/office/drawing/2014/main" id="{78DC2F95-5138-4D3A-B408-018D20443397}"/>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1" name="Rectangle 5">
                <a:extLst>
                  <a:ext uri="{FF2B5EF4-FFF2-40B4-BE49-F238E27FC236}">
                    <a16:creationId xmlns:a16="http://schemas.microsoft.com/office/drawing/2014/main" id="{16C029D3-ECD4-4FB0-9A05-CC155EBF577F}"/>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2" name="Rectangle 6">
                <a:extLst>
                  <a:ext uri="{FF2B5EF4-FFF2-40B4-BE49-F238E27FC236}">
                    <a16:creationId xmlns:a16="http://schemas.microsoft.com/office/drawing/2014/main" id="{6D88E671-86C8-4EC0-AD53-6409C06B72F9}"/>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3" name="Rectangle 7">
                <a:extLst>
                  <a:ext uri="{FF2B5EF4-FFF2-40B4-BE49-F238E27FC236}">
                    <a16:creationId xmlns:a16="http://schemas.microsoft.com/office/drawing/2014/main" id="{05BB0A6D-0078-4722-ABCB-0020019283E7}"/>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4" name="Line 8">
                <a:extLst>
                  <a:ext uri="{FF2B5EF4-FFF2-40B4-BE49-F238E27FC236}">
                    <a16:creationId xmlns:a16="http://schemas.microsoft.com/office/drawing/2014/main" id="{FE614B0D-CE28-4E07-BC1B-12BB3B7BDCBA}"/>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5" name="Freeform 9">
                <a:extLst>
                  <a:ext uri="{FF2B5EF4-FFF2-40B4-BE49-F238E27FC236}">
                    <a16:creationId xmlns:a16="http://schemas.microsoft.com/office/drawing/2014/main" id="{EBEED9FB-F5A5-440F-B8C6-DB9AFCCD19EE}"/>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6" name="Line 11">
                <a:extLst>
                  <a:ext uri="{FF2B5EF4-FFF2-40B4-BE49-F238E27FC236}">
                    <a16:creationId xmlns:a16="http://schemas.microsoft.com/office/drawing/2014/main" id="{A525DB38-BD4A-4F9D-8298-66F3B7CD6CC5}"/>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7" name="Rectangle 17">
                <a:extLst>
                  <a:ext uri="{FF2B5EF4-FFF2-40B4-BE49-F238E27FC236}">
                    <a16:creationId xmlns:a16="http://schemas.microsoft.com/office/drawing/2014/main" id="{494AEB37-D8F5-425A-B966-CE8288F80278}"/>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8" name="Rectangle 18">
                <a:extLst>
                  <a:ext uri="{FF2B5EF4-FFF2-40B4-BE49-F238E27FC236}">
                    <a16:creationId xmlns:a16="http://schemas.microsoft.com/office/drawing/2014/main" id="{7D0C3151-D742-4584-AB5A-F6BE2BCA3BF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9" name="Rectangle 19">
                <a:extLst>
                  <a:ext uri="{FF2B5EF4-FFF2-40B4-BE49-F238E27FC236}">
                    <a16:creationId xmlns:a16="http://schemas.microsoft.com/office/drawing/2014/main" id="{F8000248-EBA6-439E-9D5B-B17C139B8B5D}"/>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770" name="Group 1">
                <a:extLst>
                  <a:ext uri="{FF2B5EF4-FFF2-40B4-BE49-F238E27FC236}">
                    <a16:creationId xmlns:a16="http://schemas.microsoft.com/office/drawing/2014/main" id="{E73112E7-65C8-42A8-AD29-D95C31027610}"/>
                  </a:ext>
                </a:extLst>
              </p:cNvPr>
              <p:cNvGrpSpPr>
                <a:grpSpLocks/>
              </p:cNvGrpSpPr>
              <p:nvPr/>
            </p:nvGrpSpPr>
            <p:grpSpPr bwMode="auto">
              <a:xfrm>
                <a:off x="316975" y="2208007"/>
                <a:ext cx="305262" cy="215063"/>
                <a:chOff x="990600" y="5638800"/>
                <a:chExt cx="376238" cy="265113"/>
              </a:xfrm>
            </p:grpSpPr>
            <p:sp>
              <p:nvSpPr>
                <p:cNvPr id="113780" name="Freeform 26">
                  <a:extLst>
                    <a:ext uri="{FF2B5EF4-FFF2-40B4-BE49-F238E27FC236}">
                      <a16:creationId xmlns:a16="http://schemas.microsoft.com/office/drawing/2014/main" id="{006ADA9C-18A7-4080-9D73-9C2D505A05B5}"/>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1" name="Freeform 28">
                  <a:extLst>
                    <a:ext uri="{FF2B5EF4-FFF2-40B4-BE49-F238E27FC236}">
                      <a16:creationId xmlns:a16="http://schemas.microsoft.com/office/drawing/2014/main" id="{1C48C850-6AFF-4AE7-90BE-4A8065796258}"/>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771" name="Rectangle 29">
                <a:extLst>
                  <a:ext uri="{FF2B5EF4-FFF2-40B4-BE49-F238E27FC236}">
                    <a16:creationId xmlns:a16="http://schemas.microsoft.com/office/drawing/2014/main" id="{D7D3E8D7-761C-4069-A614-87F2D9CDED06}"/>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2" name="Rectangle 67">
                <a:extLst>
                  <a:ext uri="{FF2B5EF4-FFF2-40B4-BE49-F238E27FC236}">
                    <a16:creationId xmlns:a16="http://schemas.microsoft.com/office/drawing/2014/main" id="{8D5FD531-2C9C-458D-930B-0484CC7B0141}"/>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3" name="Oval 68">
                <a:extLst>
                  <a:ext uri="{FF2B5EF4-FFF2-40B4-BE49-F238E27FC236}">
                    <a16:creationId xmlns:a16="http://schemas.microsoft.com/office/drawing/2014/main" id="{6C316AF5-A110-40C4-B1A3-26280B553F9B}"/>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4" name="Line 11">
                <a:extLst>
                  <a:ext uri="{FF2B5EF4-FFF2-40B4-BE49-F238E27FC236}">
                    <a16:creationId xmlns:a16="http://schemas.microsoft.com/office/drawing/2014/main" id="{3984584D-25F3-44C0-95B7-12CC85613D50}"/>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5" name="Rectangle 6">
                <a:extLst>
                  <a:ext uri="{FF2B5EF4-FFF2-40B4-BE49-F238E27FC236}">
                    <a16:creationId xmlns:a16="http://schemas.microsoft.com/office/drawing/2014/main" id="{C8DB8389-866C-47E4-BCA9-11631C521272}"/>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6" name="Rectangle 7">
                <a:extLst>
                  <a:ext uri="{FF2B5EF4-FFF2-40B4-BE49-F238E27FC236}">
                    <a16:creationId xmlns:a16="http://schemas.microsoft.com/office/drawing/2014/main" id="{C5D91763-2418-48B0-BECE-86A1ED8EEBF3}"/>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7" name="Line 8">
                <a:extLst>
                  <a:ext uri="{FF2B5EF4-FFF2-40B4-BE49-F238E27FC236}">
                    <a16:creationId xmlns:a16="http://schemas.microsoft.com/office/drawing/2014/main" id="{F1AD4ACD-4D03-4807-905F-50DFA37D4853}"/>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8" name="Rectangle 17">
                <a:extLst>
                  <a:ext uri="{FF2B5EF4-FFF2-40B4-BE49-F238E27FC236}">
                    <a16:creationId xmlns:a16="http://schemas.microsoft.com/office/drawing/2014/main" id="{A2E3D199-5281-467E-9440-81C6BC5FCC59}"/>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9" name="Rectangle 67">
                <a:extLst>
                  <a:ext uri="{FF2B5EF4-FFF2-40B4-BE49-F238E27FC236}">
                    <a16:creationId xmlns:a16="http://schemas.microsoft.com/office/drawing/2014/main" id="{2A885A27-8220-429B-8C62-F5C2DFDF6345}"/>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3670" name="Group 56">
              <a:extLst>
                <a:ext uri="{FF2B5EF4-FFF2-40B4-BE49-F238E27FC236}">
                  <a16:creationId xmlns:a16="http://schemas.microsoft.com/office/drawing/2014/main" id="{D97F2A60-AE0B-4EDA-84EC-E7C01B737633}"/>
                </a:ext>
              </a:extLst>
            </p:cNvPr>
            <p:cNvGrpSpPr>
              <a:grpSpLocks/>
            </p:cNvGrpSpPr>
            <p:nvPr/>
          </p:nvGrpSpPr>
          <p:grpSpPr bwMode="auto">
            <a:xfrm>
              <a:off x="2675436" y="1430283"/>
              <a:ext cx="2766082" cy="1778473"/>
              <a:chOff x="2522955" y="1430283"/>
              <a:chExt cx="2766082" cy="1778473"/>
            </a:xfrm>
          </p:grpSpPr>
          <p:sp>
            <p:nvSpPr>
              <p:cNvPr id="113732" name="Freeform 32">
                <a:extLst>
                  <a:ext uri="{FF2B5EF4-FFF2-40B4-BE49-F238E27FC236}">
                    <a16:creationId xmlns:a16="http://schemas.microsoft.com/office/drawing/2014/main" id="{7C9131AA-F697-4E15-9B2B-16798C229DC7}"/>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733" name="Group 119">
                <a:extLst>
                  <a:ext uri="{FF2B5EF4-FFF2-40B4-BE49-F238E27FC236}">
                    <a16:creationId xmlns:a16="http://schemas.microsoft.com/office/drawing/2014/main" id="{162C635F-EE8F-4455-9E18-1EFE9EB76423}"/>
                  </a:ext>
                </a:extLst>
              </p:cNvPr>
              <p:cNvGrpSpPr>
                <a:grpSpLocks/>
              </p:cNvGrpSpPr>
              <p:nvPr/>
            </p:nvGrpSpPr>
            <p:grpSpPr bwMode="auto">
              <a:xfrm>
                <a:off x="2545121" y="1430283"/>
                <a:ext cx="2743916" cy="1236717"/>
                <a:chOff x="89349" y="1428587"/>
                <a:chExt cx="2743916" cy="1236717"/>
              </a:xfrm>
            </p:grpSpPr>
            <p:sp>
              <p:nvSpPr>
                <p:cNvPr id="113735" name="Line 14">
                  <a:extLst>
                    <a:ext uri="{FF2B5EF4-FFF2-40B4-BE49-F238E27FC236}">
                      <a16:creationId xmlns:a16="http://schemas.microsoft.com/office/drawing/2014/main" id="{2BBB6DF2-2F01-4FE9-BCB8-C4C0981F5AEB}"/>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6" name="Line 15">
                  <a:extLst>
                    <a:ext uri="{FF2B5EF4-FFF2-40B4-BE49-F238E27FC236}">
                      <a16:creationId xmlns:a16="http://schemas.microsoft.com/office/drawing/2014/main" id="{87BFA6AD-1DE9-4444-AFA4-78E4A7F438B0}"/>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7" name="Line 11">
                  <a:extLst>
                    <a:ext uri="{FF2B5EF4-FFF2-40B4-BE49-F238E27FC236}">
                      <a16:creationId xmlns:a16="http://schemas.microsoft.com/office/drawing/2014/main" id="{C8C6813A-3CF0-4A39-90FA-5EDC79AEC93A}"/>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8" name="Rectangle 5">
                  <a:extLst>
                    <a:ext uri="{FF2B5EF4-FFF2-40B4-BE49-F238E27FC236}">
                      <a16:creationId xmlns:a16="http://schemas.microsoft.com/office/drawing/2014/main" id="{A4DD4DBF-E91D-4EF0-9266-512E108EB618}"/>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9" name="Rectangle 6">
                  <a:extLst>
                    <a:ext uri="{FF2B5EF4-FFF2-40B4-BE49-F238E27FC236}">
                      <a16:creationId xmlns:a16="http://schemas.microsoft.com/office/drawing/2014/main" id="{D9767BAA-855F-4FE0-A41D-67D56231075C}"/>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0" name="Rectangle 7">
                  <a:extLst>
                    <a:ext uri="{FF2B5EF4-FFF2-40B4-BE49-F238E27FC236}">
                      <a16:creationId xmlns:a16="http://schemas.microsoft.com/office/drawing/2014/main" id="{E70B2E96-81BC-4BE1-BB94-91463B0FFAC7}"/>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1" name="Line 8">
                  <a:extLst>
                    <a:ext uri="{FF2B5EF4-FFF2-40B4-BE49-F238E27FC236}">
                      <a16:creationId xmlns:a16="http://schemas.microsoft.com/office/drawing/2014/main" id="{601B2F9A-F9F9-4632-961E-CBC30DFA2216}"/>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2" name="Freeform 9">
                  <a:extLst>
                    <a:ext uri="{FF2B5EF4-FFF2-40B4-BE49-F238E27FC236}">
                      <a16:creationId xmlns:a16="http://schemas.microsoft.com/office/drawing/2014/main" id="{737CF05D-C047-4EDF-AB14-DB46BA86D58A}"/>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3" name="Line 11">
                  <a:extLst>
                    <a:ext uri="{FF2B5EF4-FFF2-40B4-BE49-F238E27FC236}">
                      <a16:creationId xmlns:a16="http://schemas.microsoft.com/office/drawing/2014/main" id="{A6CF43BB-5B0E-4014-B96F-7685751E1244}"/>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4" name="Rectangle 17">
                  <a:extLst>
                    <a:ext uri="{FF2B5EF4-FFF2-40B4-BE49-F238E27FC236}">
                      <a16:creationId xmlns:a16="http://schemas.microsoft.com/office/drawing/2014/main" id="{1C2D5AEA-A0F3-4FA0-B345-B8D3FED45CEE}"/>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5" name="Rectangle 18">
                  <a:extLst>
                    <a:ext uri="{FF2B5EF4-FFF2-40B4-BE49-F238E27FC236}">
                      <a16:creationId xmlns:a16="http://schemas.microsoft.com/office/drawing/2014/main" id="{8607EBDE-5648-4C42-99D7-841987B48637}"/>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6" name="Rectangle 19">
                  <a:extLst>
                    <a:ext uri="{FF2B5EF4-FFF2-40B4-BE49-F238E27FC236}">
                      <a16:creationId xmlns:a16="http://schemas.microsoft.com/office/drawing/2014/main" id="{3249E872-5D52-4FAD-976E-1D98EECAE7AA}"/>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747" name="Group 1">
                  <a:extLst>
                    <a:ext uri="{FF2B5EF4-FFF2-40B4-BE49-F238E27FC236}">
                      <a16:creationId xmlns:a16="http://schemas.microsoft.com/office/drawing/2014/main" id="{38F4B9F8-344F-44DB-9FB8-064E8C2B7B28}"/>
                    </a:ext>
                  </a:extLst>
                </p:cNvPr>
                <p:cNvGrpSpPr>
                  <a:grpSpLocks/>
                </p:cNvGrpSpPr>
                <p:nvPr/>
              </p:nvGrpSpPr>
              <p:grpSpPr bwMode="auto">
                <a:xfrm>
                  <a:off x="316975" y="2208007"/>
                  <a:ext cx="305262" cy="215063"/>
                  <a:chOff x="990600" y="5638800"/>
                  <a:chExt cx="376238" cy="265113"/>
                </a:xfrm>
              </p:grpSpPr>
              <p:sp>
                <p:nvSpPr>
                  <p:cNvPr id="113757" name="Freeform 26">
                    <a:extLst>
                      <a:ext uri="{FF2B5EF4-FFF2-40B4-BE49-F238E27FC236}">
                        <a16:creationId xmlns:a16="http://schemas.microsoft.com/office/drawing/2014/main" id="{D4C23739-2342-48F0-8E41-D2BF7E7D582E}"/>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8" name="Freeform 28">
                    <a:extLst>
                      <a:ext uri="{FF2B5EF4-FFF2-40B4-BE49-F238E27FC236}">
                        <a16:creationId xmlns:a16="http://schemas.microsoft.com/office/drawing/2014/main" id="{FD147D70-EDEA-4259-A060-62BE9D4D14A4}"/>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748" name="Rectangle 29">
                  <a:extLst>
                    <a:ext uri="{FF2B5EF4-FFF2-40B4-BE49-F238E27FC236}">
                      <a16:creationId xmlns:a16="http://schemas.microsoft.com/office/drawing/2014/main" id="{D15F88AC-2FBA-4022-A2D0-1215845D9BFE}"/>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9" name="Rectangle 67">
                  <a:extLst>
                    <a:ext uri="{FF2B5EF4-FFF2-40B4-BE49-F238E27FC236}">
                      <a16:creationId xmlns:a16="http://schemas.microsoft.com/office/drawing/2014/main" id="{48C27942-D313-4D60-9D44-B1FF3A02361E}"/>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0" name="Oval 68">
                  <a:extLst>
                    <a:ext uri="{FF2B5EF4-FFF2-40B4-BE49-F238E27FC236}">
                      <a16:creationId xmlns:a16="http://schemas.microsoft.com/office/drawing/2014/main" id="{048B7F64-C021-4CDA-B91B-AE9B28840F20}"/>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1" name="Line 11">
                  <a:extLst>
                    <a:ext uri="{FF2B5EF4-FFF2-40B4-BE49-F238E27FC236}">
                      <a16:creationId xmlns:a16="http://schemas.microsoft.com/office/drawing/2014/main" id="{37B42870-EC1C-46BA-8306-2C3BFF6B9302}"/>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2" name="Rectangle 6">
                  <a:extLst>
                    <a:ext uri="{FF2B5EF4-FFF2-40B4-BE49-F238E27FC236}">
                      <a16:creationId xmlns:a16="http://schemas.microsoft.com/office/drawing/2014/main" id="{8BD49A49-22D4-4BE3-962C-744CBDAAF86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3" name="Rectangle 7">
                  <a:extLst>
                    <a:ext uri="{FF2B5EF4-FFF2-40B4-BE49-F238E27FC236}">
                      <a16:creationId xmlns:a16="http://schemas.microsoft.com/office/drawing/2014/main" id="{C1A22031-C118-4E94-972A-5612F5F19FB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4" name="Line 8">
                  <a:extLst>
                    <a:ext uri="{FF2B5EF4-FFF2-40B4-BE49-F238E27FC236}">
                      <a16:creationId xmlns:a16="http://schemas.microsoft.com/office/drawing/2014/main" id="{0324D217-F665-4FDB-A30C-006809C46BD5}"/>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5" name="Rectangle 17">
                  <a:extLst>
                    <a:ext uri="{FF2B5EF4-FFF2-40B4-BE49-F238E27FC236}">
                      <a16:creationId xmlns:a16="http://schemas.microsoft.com/office/drawing/2014/main" id="{1CE31257-BB08-4A63-9A1E-DC0331F31B0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6" name="Rectangle 67">
                  <a:extLst>
                    <a:ext uri="{FF2B5EF4-FFF2-40B4-BE49-F238E27FC236}">
                      <a16:creationId xmlns:a16="http://schemas.microsoft.com/office/drawing/2014/main" id="{9491BE36-D029-401A-8E03-A3E0266B031B}"/>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734" name="Oval 68">
                <a:extLst>
                  <a:ext uri="{FF2B5EF4-FFF2-40B4-BE49-F238E27FC236}">
                    <a16:creationId xmlns:a16="http://schemas.microsoft.com/office/drawing/2014/main" id="{3CB90A6A-332F-493F-9D11-75CA75E200E8}"/>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3671" name="Group 57">
              <a:extLst>
                <a:ext uri="{FF2B5EF4-FFF2-40B4-BE49-F238E27FC236}">
                  <a16:creationId xmlns:a16="http://schemas.microsoft.com/office/drawing/2014/main" id="{A79AAC0B-D842-4E76-9544-70192A0B4201}"/>
                </a:ext>
              </a:extLst>
            </p:cNvPr>
            <p:cNvGrpSpPr>
              <a:grpSpLocks/>
            </p:cNvGrpSpPr>
            <p:nvPr/>
          </p:nvGrpSpPr>
          <p:grpSpPr bwMode="auto">
            <a:xfrm>
              <a:off x="4800681" y="1421927"/>
              <a:ext cx="2817639" cy="1778473"/>
              <a:chOff x="2522955" y="1430283"/>
              <a:chExt cx="2817639" cy="1778473"/>
            </a:xfrm>
          </p:grpSpPr>
          <p:sp>
            <p:nvSpPr>
              <p:cNvPr id="113705" name="Freeform 32">
                <a:extLst>
                  <a:ext uri="{FF2B5EF4-FFF2-40B4-BE49-F238E27FC236}">
                    <a16:creationId xmlns:a16="http://schemas.microsoft.com/office/drawing/2014/main" id="{06638D27-134B-442A-A7FE-97C029EC22E8}"/>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706" name="Group 92">
                <a:extLst>
                  <a:ext uri="{FF2B5EF4-FFF2-40B4-BE49-F238E27FC236}">
                    <a16:creationId xmlns:a16="http://schemas.microsoft.com/office/drawing/2014/main" id="{58EA99B7-3236-47D4-912C-63233ED4DBCD}"/>
                  </a:ext>
                </a:extLst>
              </p:cNvPr>
              <p:cNvGrpSpPr>
                <a:grpSpLocks/>
              </p:cNvGrpSpPr>
              <p:nvPr/>
            </p:nvGrpSpPr>
            <p:grpSpPr bwMode="auto">
              <a:xfrm>
                <a:off x="2545121" y="1430283"/>
                <a:ext cx="2795473" cy="1236717"/>
                <a:chOff x="89349" y="1428587"/>
                <a:chExt cx="2795473" cy="1236717"/>
              </a:xfrm>
            </p:grpSpPr>
            <p:sp>
              <p:nvSpPr>
                <p:cNvPr id="113708" name="Line 14">
                  <a:extLst>
                    <a:ext uri="{FF2B5EF4-FFF2-40B4-BE49-F238E27FC236}">
                      <a16:creationId xmlns:a16="http://schemas.microsoft.com/office/drawing/2014/main" id="{73260CE0-CAEA-4B6B-89D4-AE3AA87EEB1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9" name="Line 15">
                  <a:extLst>
                    <a:ext uri="{FF2B5EF4-FFF2-40B4-BE49-F238E27FC236}">
                      <a16:creationId xmlns:a16="http://schemas.microsoft.com/office/drawing/2014/main" id="{7FAC5F70-1510-453A-A6DA-B969CCF239F3}"/>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0" name="Line 11">
                  <a:extLst>
                    <a:ext uri="{FF2B5EF4-FFF2-40B4-BE49-F238E27FC236}">
                      <a16:creationId xmlns:a16="http://schemas.microsoft.com/office/drawing/2014/main" id="{07DF7EBC-D8B0-4BF1-81A7-5096DA33B478}"/>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1" name="Rectangle 5">
                  <a:extLst>
                    <a:ext uri="{FF2B5EF4-FFF2-40B4-BE49-F238E27FC236}">
                      <a16:creationId xmlns:a16="http://schemas.microsoft.com/office/drawing/2014/main" id="{7089648E-2B48-4322-9846-ACF29A188596}"/>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2" name="Rectangle 6">
                  <a:extLst>
                    <a:ext uri="{FF2B5EF4-FFF2-40B4-BE49-F238E27FC236}">
                      <a16:creationId xmlns:a16="http://schemas.microsoft.com/office/drawing/2014/main" id="{F3B91C66-0EB9-48D3-A054-0317F719A26E}"/>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3" name="Rectangle 7">
                  <a:extLst>
                    <a:ext uri="{FF2B5EF4-FFF2-40B4-BE49-F238E27FC236}">
                      <a16:creationId xmlns:a16="http://schemas.microsoft.com/office/drawing/2014/main" id="{5DCCF1CE-A01A-4EFE-BC4C-4242C4A386B0}"/>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4" name="Line 8">
                  <a:extLst>
                    <a:ext uri="{FF2B5EF4-FFF2-40B4-BE49-F238E27FC236}">
                      <a16:creationId xmlns:a16="http://schemas.microsoft.com/office/drawing/2014/main" id="{CD6261EC-B9D6-4CCA-B19D-C588A47FA950}"/>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5" name="Freeform 9">
                  <a:extLst>
                    <a:ext uri="{FF2B5EF4-FFF2-40B4-BE49-F238E27FC236}">
                      <a16:creationId xmlns:a16="http://schemas.microsoft.com/office/drawing/2014/main" id="{F69BB406-9F46-4827-8501-42D10494438D}"/>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6" name="Line 11">
                  <a:extLst>
                    <a:ext uri="{FF2B5EF4-FFF2-40B4-BE49-F238E27FC236}">
                      <a16:creationId xmlns:a16="http://schemas.microsoft.com/office/drawing/2014/main" id="{16345896-C627-40B7-AC7C-F042E10382C8}"/>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7" name="Rectangle 17">
                  <a:extLst>
                    <a:ext uri="{FF2B5EF4-FFF2-40B4-BE49-F238E27FC236}">
                      <a16:creationId xmlns:a16="http://schemas.microsoft.com/office/drawing/2014/main" id="{45BC2F04-B856-4CDC-BE09-B9F4F30A45A6}"/>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8" name="Rectangle 18">
                  <a:extLst>
                    <a:ext uri="{FF2B5EF4-FFF2-40B4-BE49-F238E27FC236}">
                      <a16:creationId xmlns:a16="http://schemas.microsoft.com/office/drawing/2014/main" id="{C4D0809E-1D8B-4E40-B5DF-70B978E906CF}"/>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9" name="Rectangle 19">
                  <a:extLst>
                    <a:ext uri="{FF2B5EF4-FFF2-40B4-BE49-F238E27FC236}">
                      <a16:creationId xmlns:a16="http://schemas.microsoft.com/office/drawing/2014/main" id="{37623CE4-960D-434D-8555-7EF36BFFC21D}"/>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720" name="Group 1">
                  <a:extLst>
                    <a:ext uri="{FF2B5EF4-FFF2-40B4-BE49-F238E27FC236}">
                      <a16:creationId xmlns:a16="http://schemas.microsoft.com/office/drawing/2014/main" id="{2933B4AA-E980-44A4-A539-3F01698A8B02}"/>
                    </a:ext>
                  </a:extLst>
                </p:cNvPr>
                <p:cNvGrpSpPr>
                  <a:grpSpLocks/>
                </p:cNvGrpSpPr>
                <p:nvPr/>
              </p:nvGrpSpPr>
              <p:grpSpPr bwMode="auto">
                <a:xfrm>
                  <a:off x="316975" y="2208007"/>
                  <a:ext cx="305262" cy="215063"/>
                  <a:chOff x="990600" y="5638800"/>
                  <a:chExt cx="376238" cy="265113"/>
                </a:xfrm>
              </p:grpSpPr>
              <p:sp>
                <p:nvSpPr>
                  <p:cNvPr id="113730" name="Freeform 26">
                    <a:extLst>
                      <a:ext uri="{FF2B5EF4-FFF2-40B4-BE49-F238E27FC236}">
                        <a16:creationId xmlns:a16="http://schemas.microsoft.com/office/drawing/2014/main" id="{B402FB9D-0A2F-4E80-A77A-12CBAB24B8F0}"/>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1" name="Freeform 28">
                    <a:extLst>
                      <a:ext uri="{FF2B5EF4-FFF2-40B4-BE49-F238E27FC236}">
                        <a16:creationId xmlns:a16="http://schemas.microsoft.com/office/drawing/2014/main" id="{121F3F43-A4EC-4A27-821D-7CACA005068E}"/>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721" name="Rectangle 29">
                  <a:extLst>
                    <a:ext uri="{FF2B5EF4-FFF2-40B4-BE49-F238E27FC236}">
                      <a16:creationId xmlns:a16="http://schemas.microsoft.com/office/drawing/2014/main" id="{FA0397ED-35DD-4FF4-9551-90DFB6A67189}"/>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2" name="Rectangle 67">
                  <a:extLst>
                    <a:ext uri="{FF2B5EF4-FFF2-40B4-BE49-F238E27FC236}">
                      <a16:creationId xmlns:a16="http://schemas.microsoft.com/office/drawing/2014/main" id="{5C78C13E-9D82-4BDB-8616-CDDA4211A63D}"/>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3" name="Oval 68">
                  <a:extLst>
                    <a:ext uri="{FF2B5EF4-FFF2-40B4-BE49-F238E27FC236}">
                      <a16:creationId xmlns:a16="http://schemas.microsoft.com/office/drawing/2014/main" id="{319FE03A-D7B0-42F9-92AA-ECD70937CA5F}"/>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4" name="Line 11">
                  <a:extLst>
                    <a:ext uri="{FF2B5EF4-FFF2-40B4-BE49-F238E27FC236}">
                      <a16:creationId xmlns:a16="http://schemas.microsoft.com/office/drawing/2014/main" id="{F283CEB6-6868-4927-8265-ACDF3F7CFD81}"/>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5" name="Rectangle 6">
                  <a:extLst>
                    <a:ext uri="{FF2B5EF4-FFF2-40B4-BE49-F238E27FC236}">
                      <a16:creationId xmlns:a16="http://schemas.microsoft.com/office/drawing/2014/main" id="{04EE9715-88BF-400D-AB5A-9456C513BB43}"/>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6" name="Rectangle 7">
                  <a:extLst>
                    <a:ext uri="{FF2B5EF4-FFF2-40B4-BE49-F238E27FC236}">
                      <a16:creationId xmlns:a16="http://schemas.microsoft.com/office/drawing/2014/main" id="{175C634A-C6E2-4DFE-A5EB-11A5DEAEB847}"/>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7" name="Line 8">
                  <a:extLst>
                    <a:ext uri="{FF2B5EF4-FFF2-40B4-BE49-F238E27FC236}">
                      <a16:creationId xmlns:a16="http://schemas.microsoft.com/office/drawing/2014/main" id="{3D3F10C8-1D34-498E-892F-2CA081309235}"/>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8" name="Rectangle 17">
                  <a:extLst>
                    <a:ext uri="{FF2B5EF4-FFF2-40B4-BE49-F238E27FC236}">
                      <a16:creationId xmlns:a16="http://schemas.microsoft.com/office/drawing/2014/main" id="{78EC1401-A473-4243-A7F8-2F03694DFF55}"/>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9" name="Rectangle 67">
                  <a:extLst>
                    <a:ext uri="{FF2B5EF4-FFF2-40B4-BE49-F238E27FC236}">
                      <a16:creationId xmlns:a16="http://schemas.microsoft.com/office/drawing/2014/main" id="{AFD30DCA-A4E1-47C5-8D8E-BE5683014E27}"/>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707" name="Oval 68">
                <a:extLst>
                  <a:ext uri="{FF2B5EF4-FFF2-40B4-BE49-F238E27FC236}">
                    <a16:creationId xmlns:a16="http://schemas.microsoft.com/office/drawing/2014/main" id="{4D5DC940-DB9C-42CC-A2C6-B2971C71B876}"/>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3672" name="Group 58">
              <a:extLst>
                <a:ext uri="{FF2B5EF4-FFF2-40B4-BE49-F238E27FC236}">
                  <a16:creationId xmlns:a16="http://schemas.microsoft.com/office/drawing/2014/main" id="{EF88194E-333C-4A43-B88B-225F4FA27C58}"/>
                </a:ext>
              </a:extLst>
            </p:cNvPr>
            <p:cNvGrpSpPr>
              <a:grpSpLocks/>
            </p:cNvGrpSpPr>
            <p:nvPr/>
          </p:nvGrpSpPr>
          <p:grpSpPr bwMode="auto">
            <a:xfrm>
              <a:off x="6956447" y="1421927"/>
              <a:ext cx="2103079" cy="1770116"/>
              <a:chOff x="2545121" y="1430283"/>
              <a:chExt cx="2103079" cy="1770116"/>
            </a:xfrm>
          </p:grpSpPr>
          <p:sp>
            <p:nvSpPr>
              <p:cNvPr id="113679" name="Freeform 32">
                <a:extLst>
                  <a:ext uri="{FF2B5EF4-FFF2-40B4-BE49-F238E27FC236}">
                    <a16:creationId xmlns:a16="http://schemas.microsoft.com/office/drawing/2014/main" id="{461E31E9-8B6B-4A86-AE72-B9B1D289B5AC}"/>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680" name="Group 66">
                <a:extLst>
                  <a:ext uri="{FF2B5EF4-FFF2-40B4-BE49-F238E27FC236}">
                    <a16:creationId xmlns:a16="http://schemas.microsoft.com/office/drawing/2014/main" id="{C3FACDFA-3487-479D-B4E1-4695A23F816D}"/>
                  </a:ext>
                </a:extLst>
              </p:cNvPr>
              <p:cNvGrpSpPr>
                <a:grpSpLocks/>
              </p:cNvGrpSpPr>
              <p:nvPr/>
            </p:nvGrpSpPr>
            <p:grpSpPr bwMode="auto">
              <a:xfrm>
                <a:off x="2545121" y="1430283"/>
                <a:ext cx="2103079" cy="1236717"/>
                <a:chOff x="89349" y="1428587"/>
                <a:chExt cx="2103079" cy="1236717"/>
              </a:xfrm>
            </p:grpSpPr>
            <p:sp>
              <p:nvSpPr>
                <p:cNvPr id="113681" name="Line 14">
                  <a:extLst>
                    <a:ext uri="{FF2B5EF4-FFF2-40B4-BE49-F238E27FC236}">
                      <a16:creationId xmlns:a16="http://schemas.microsoft.com/office/drawing/2014/main" id="{C6DB5DE0-7DF5-4528-94B1-A27A4E3063D0}"/>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2" name="Line 15">
                  <a:extLst>
                    <a:ext uri="{FF2B5EF4-FFF2-40B4-BE49-F238E27FC236}">
                      <a16:creationId xmlns:a16="http://schemas.microsoft.com/office/drawing/2014/main" id="{97741BD8-35D6-4BA0-BD08-A6E0B26EF5F6}"/>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3" name="Line 11">
                  <a:extLst>
                    <a:ext uri="{FF2B5EF4-FFF2-40B4-BE49-F238E27FC236}">
                      <a16:creationId xmlns:a16="http://schemas.microsoft.com/office/drawing/2014/main" id="{BF860945-2C3B-4430-838E-D5E164762B0B}"/>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4" name="Rectangle 5">
                  <a:extLst>
                    <a:ext uri="{FF2B5EF4-FFF2-40B4-BE49-F238E27FC236}">
                      <a16:creationId xmlns:a16="http://schemas.microsoft.com/office/drawing/2014/main" id="{A2C1E582-26BA-47A0-AFEB-56BFE115C013}"/>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5" name="Rectangle 6">
                  <a:extLst>
                    <a:ext uri="{FF2B5EF4-FFF2-40B4-BE49-F238E27FC236}">
                      <a16:creationId xmlns:a16="http://schemas.microsoft.com/office/drawing/2014/main" id="{42DC53DE-0C17-4B7C-97E3-39A4AF3BCEFF}"/>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6" name="Rectangle 7">
                  <a:extLst>
                    <a:ext uri="{FF2B5EF4-FFF2-40B4-BE49-F238E27FC236}">
                      <a16:creationId xmlns:a16="http://schemas.microsoft.com/office/drawing/2014/main" id="{B6593124-3199-45D0-A944-52323D478E56}"/>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7" name="Line 8">
                  <a:extLst>
                    <a:ext uri="{FF2B5EF4-FFF2-40B4-BE49-F238E27FC236}">
                      <a16:creationId xmlns:a16="http://schemas.microsoft.com/office/drawing/2014/main" id="{787EE1F0-308B-4FAC-B414-AB9029449264}"/>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8" name="Freeform 9">
                  <a:extLst>
                    <a:ext uri="{FF2B5EF4-FFF2-40B4-BE49-F238E27FC236}">
                      <a16:creationId xmlns:a16="http://schemas.microsoft.com/office/drawing/2014/main" id="{98CA79BC-7208-4305-A738-730169B9979D}"/>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9" name="Line 11">
                  <a:extLst>
                    <a:ext uri="{FF2B5EF4-FFF2-40B4-BE49-F238E27FC236}">
                      <a16:creationId xmlns:a16="http://schemas.microsoft.com/office/drawing/2014/main" id="{1AF4DCA9-9B56-4315-8E58-E26E28E3BA2B}"/>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0" name="Rectangle 17">
                  <a:extLst>
                    <a:ext uri="{FF2B5EF4-FFF2-40B4-BE49-F238E27FC236}">
                      <a16:creationId xmlns:a16="http://schemas.microsoft.com/office/drawing/2014/main" id="{9B8E021A-2D5A-40EC-9BA5-90479A19A572}"/>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1" name="Rectangle 18">
                  <a:extLst>
                    <a:ext uri="{FF2B5EF4-FFF2-40B4-BE49-F238E27FC236}">
                      <a16:creationId xmlns:a16="http://schemas.microsoft.com/office/drawing/2014/main" id="{E3FAAE97-BCA5-47AC-BEBB-0609D387A6C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2" name="Rectangle 19">
                  <a:extLst>
                    <a:ext uri="{FF2B5EF4-FFF2-40B4-BE49-F238E27FC236}">
                      <a16:creationId xmlns:a16="http://schemas.microsoft.com/office/drawing/2014/main" id="{BE15EA54-D309-4A7B-A264-5D18CD7F6702}"/>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693" name="Group 1">
                  <a:extLst>
                    <a:ext uri="{FF2B5EF4-FFF2-40B4-BE49-F238E27FC236}">
                      <a16:creationId xmlns:a16="http://schemas.microsoft.com/office/drawing/2014/main" id="{CD331E92-27E9-4DBA-8F97-8C04526F486D}"/>
                    </a:ext>
                  </a:extLst>
                </p:cNvPr>
                <p:cNvGrpSpPr>
                  <a:grpSpLocks/>
                </p:cNvGrpSpPr>
                <p:nvPr/>
              </p:nvGrpSpPr>
              <p:grpSpPr bwMode="auto">
                <a:xfrm>
                  <a:off x="316975" y="2208007"/>
                  <a:ext cx="305262" cy="215063"/>
                  <a:chOff x="990600" y="5638800"/>
                  <a:chExt cx="376238" cy="265113"/>
                </a:xfrm>
              </p:grpSpPr>
              <p:sp>
                <p:nvSpPr>
                  <p:cNvPr id="113703" name="Freeform 26">
                    <a:extLst>
                      <a:ext uri="{FF2B5EF4-FFF2-40B4-BE49-F238E27FC236}">
                        <a16:creationId xmlns:a16="http://schemas.microsoft.com/office/drawing/2014/main" id="{EA01515B-8141-4A17-A810-B383103AE73A}"/>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4" name="Freeform 28">
                    <a:extLst>
                      <a:ext uri="{FF2B5EF4-FFF2-40B4-BE49-F238E27FC236}">
                        <a16:creationId xmlns:a16="http://schemas.microsoft.com/office/drawing/2014/main" id="{9EAAC90A-EB92-474F-A02F-B42C00AEFF4D}"/>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694" name="Rectangle 29">
                  <a:extLst>
                    <a:ext uri="{FF2B5EF4-FFF2-40B4-BE49-F238E27FC236}">
                      <a16:creationId xmlns:a16="http://schemas.microsoft.com/office/drawing/2014/main" id="{A8498BF1-B97D-4758-9916-1818E10AD512}"/>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5" name="Rectangle 67">
                  <a:extLst>
                    <a:ext uri="{FF2B5EF4-FFF2-40B4-BE49-F238E27FC236}">
                      <a16:creationId xmlns:a16="http://schemas.microsoft.com/office/drawing/2014/main" id="{6A709867-0BB3-4C5E-855D-1318970F8987}"/>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6" name="Oval 68">
                  <a:extLst>
                    <a:ext uri="{FF2B5EF4-FFF2-40B4-BE49-F238E27FC236}">
                      <a16:creationId xmlns:a16="http://schemas.microsoft.com/office/drawing/2014/main" id="{5A7D1B82-C1AC-4DB7-ADDD-8A4CC89D845C}"/>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7" name="Line 11">
                  <a:extLst>
                    <a:ext uri="{FF2B5EF4-FFF2-40B4-BE49-F238E27FC236}">
                      <a16:creationId xmlns:a16="http://schemas.microsoft.com/office/drawing/2014/main" id="{1F44833A-05B6-4458-8145-03A55BA60015}"/>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8" name="Rectangle 6">
                  <a:extLst>
                    <a:ext uri="{FF2B5EF4-FFF2-40B4-BE49-F238E27FC236}">
                      <a16:creationId xmlns:a16="http://schemas.microsoft.com/office/drawing/2014/main" id="{B9D83C53-D66C-424A-B387-1B30BA90E2A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9" name="Rectangle 7">
                  <a:extLst>
                    <a:ext uri="{FF2B5EF4-FFF2-40B4-BE49-F238E27FC236}">
                      <a16:creationId xmlns:a16="http://schemas.microsoft.com/office/drawing/2014/main" id="{FCE30E0F-6473-43CB-BB89-8CAA68BE47A0}"/>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0" name="Line 8">
                  <a:extLst>
                    <a:ext uri="{FF2B5EF4-FFF2-40B4-BE49-F238E27FC236}">
                      <a16:creationId xmlns:a16="http://schemas.microsoft.com/office/drawing/2014/main" id="{997C9F84-C5A0-4269-A5F5-E6A3AB51BC5E}"/>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1" name="Rectangle 17">
                  <a:extLst>
                    <a:ext uri="{FF2B5EF4-FFF2-40B4-BE49-F238E27FC236}">
                      <a16:creationId xmlns:a16="http://schemas.microsoft.com/office/drawing/2014/main" id="{2A427F2C-F496-4E8C-8147-BD9264AA074F}"/>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2" name="Rectangle 67">
                  <a:extLst>
                    <a:ext uri="{FF2B5EF4-FFF2-40B4-BE49-F238E27FC236}">
                      <a16:creationId xmlns:a16="http://schemas.microsoft.com/office/drawing/2014/main" id="{1C71666A-201D-4317-8DD4-DF98ADE693BB}"/>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3673" name="Line 13">
              <a:extLst>
                <a:ext uri="{FF2B5EF4-FFF2-40B4-BE49-F238E27FC236}">
                  <a16:creationId xmlns:a16="http://schemas.microsoft.com/office/drawing/2014/main" id="{CAA75E56-BFDB-4B40-AD19-D95110793CA9}"/>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4" name="Oval 68">
              <a:extLst>
                <a:ext uri="{FF2B5EF4-FFF2-40B4-BE49-F238E27FC236}">
                  <a16:creationId xmlns:a16="http://schemas.microsoft.com/office/drawing/2014/main" id="{66F53CDC-3BFF-4E94-9EE0-D227E8E6D4EC}"/>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5" name="Line 11">
              <a:extLst>
                <a:ext uri="{FF2B5EF4-FFF2-40B4-BE49-F238E27FC236}">
                  <a16:creationId xmlns:a16="http://schemas.microsoft.com/office/drawing/2014/main" id="{1C42F73A-49C7-4FBE-B00B-BB807B4DA5AD}"/>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6" name="Line 15">
              <a:extLst>
                <a:ext uri="{FF2B5EF4-FFF2-40B4-BE49-F238E27FC236}">
                  <a16:creationId xmlns:a16="http://schemas.microsoft.com/office/drawing/2014/main" id="{F3D392AB-71D7-4534-9B39-A0249F504B8A}"/>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7" name="Rectangle 11">
              <a:extLst>
                <a:ext uri="{FF2B5EF4-FFF2-40B4-BE49-F238E27FC236}">
                  <a16:creationId xmlns:a16="http://schemas.microsoft.com/office/drawing/2014/main" id="{C284338D-AC33-427A-A22F-05A29CD44374}"/>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8" name="Rectangle 41">
              <a:extLst>
                <a:ext uri="{FF2B5EF4-FFF2-40B4-BE49-F238E27FC236}">
                  <a16:creationId xmlns:a16="http://schemas.microsoft.com/office/drawing/2014/main" id="{F1AF7625-F7F8-4EF4-ABE0-F7B9D1633060}"/>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Title 1">
            <a:extLst>
              <a:ext uri="{FF2B5EF4-FFF2-40B4-BE49-F238E27FC236}">
                <a16:creationId xmlns:a16="http://schemas.microsoft.com/office/drawing/2014/main" id="{83BF7031-226E-41C9-A648-D799092630B0}"/>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4690" name="Group 1">
            <a:extLst>
              <a:ext uri="{FF2B5EF4-FFF2-40B4-BE49-F238E27FC236}">
                <a16:creationId xmlns:a16="http://schemas.microsoft.com/office/drawing/2014/main" id="{E02F9148-6C8A-4B12-8287-3702300B61B3}"/>
              </a:ext>
            </a:extLst>
          </p:cNvPr>
          <p:cNvGrpSpPr>
            <a:grpSpLocks/>
          </p:cNvGrpSpPr>
          <p:nvPr/>
        </p:nvGrpSpPr>
        <p:grpSpPr bwMode="auto">
          <a:xfrm>
            <a:off x="1104900" y="1827213"/>
            <a:ext cx="7124700" cy="1395412"/>
            <a:chOff x="1052513" y="914400"/>
            <a:chExt cx="7124700" cy="1395413"/>
          </a:xfrm>
        </p:grpSpPr>
        <p:sp>
          <p:nvSpPr>
            <p:cNvPr id="114808" name="Rectangle 4">
              <a:extLst>
                <a:ext uri="{FF2B5EF4-FFF2-40B4-BE49-F238E27FC236}">
                  <a16:creationId xmlns:a16="http://schemas.microsoft.com/office/drawing/2014/main" id="{374BCA82-D521-4D12-B930-8125FA68801C}"/>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9" name="Rectangle 5">
              <a:extLst>
                <a:ext uri="{FF2B5EF4-FFF2-40B4-BE49-F238E27FC236}">
                  <a16:creationId xmlns:a16="http://schemas.microsoft.com/office/drawing/2014/main" id="{B1915D1F-DFF7-41D4-9BAB-2817F19FE2E2}"/>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0" name="Rectangle 6">
              <a:extLst>
                <a:ext uri="{FF2B5EF4-FFF2-40B4-BE49-F238E27FC236}">
                  <a16:creationId xmlns:a16="http://schemas.microsoft.com/office/drawing/2014/main" id="{6825A234-E0E3-486C-88FB-C83CA8B15CE2}"/>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1" name="Line 7">
              <a:extLst>
                <a:ext uri="{FF2B5EF4-FFF2-40B4-BE49-F238E27FC236}">
                  <a16:creationId xmlns:a16="http://schemas.microsoft.com/office/drawing/2014/main" id="{E05EA58E-46D3-4E0F-9DDB-3201CBB0F17F}"/>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2" name="Freeform 8">
              <a:extLst>
                <a:ext uri="{FF2B5EF4-FFF2-40B4-BE49-F238E27FC236}">
                  <a16:creationId xmlns:a16="http://schemas.microsoft.com/office/drawing/2014/main" id="{BE038A3F-25A6-4464-AF31-E4753A07FC93}"/>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3" name="Rectangle 9">
              <a:extLst>
                <a:ext uri="{FF2B5EF4-FFF2-40B4-BE49-F238E27FC236}">
                  <a16:creationId xmlns:a16="http://schemas.microsoft.com/office/drawing/2014/main" id="{EFA1F4A7-C56C-481F-8207-6DDAA68567C6}"/>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4" name="Rectangle 10">
              <a:extLst>
                <a:ext uri="{FF2B5EF4-FFF2-40B4-BE49-F238E27FC236}">
                  <a16:creationId xmlns:a16="http://schemas.microsoft.com/office/drawing/2014/main" id="{9E1A29E9-81C4-4096-90E1-BEF133B9B8F0}"/>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5" name="Rectangle 11">
              <a:extLst>
                <a:ext uri="{FF2B5EF4-FFF2-40B4-BE49-F238E27FC236}">
                  <a16:creationId xmlns:a16="http://schemas.microsoft.com/office/drawing/2014/main" id="{EA606D5B-729E-47F7-B067-C79EF6DDA0D3}"/>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6" name="Rectangle 12">
              <a:extLst>
                <a:ext uri="{FF2B5EF4-FFF2-40B4-BE49-F238E27FC236}">
                  <a16:creationId xmlns:a16="http://schemas.microsoft.com/office/drawing/2014/main" id="{8EF940AD-3DD2-46E9-8CEE-AD344CDA7FA6}"/>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7" name="Rectangle 13">
              <a:extLst>
                <a:ext uri="{FF2B5EF4-FFF2-40B4-BE49-F238E27FC236}">
                  <a16:creationId xmlns:a16="http://schemas.microsoft.com/office/drawing/2014/main" id="{0D069470-E487-4E3D-BE61-3F3968CEC2A4}"/>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8" name="Line 14">
              <a:extLst>
                <a:ext uri="{FF2B5EF4-FFF2-40B4-BE49-F238E27FC236}">
                  <a16:creationId xmlns:a16="http://schemas.microsoft.com/office/drawing/2014/main" id="{D02C3C33-B631-498C-9435-7049204D0F3D}"/>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9" name="Rectangle 15">
              <a:extLst>
                <a:ext uri="{FF2B5EF4-FFF2-40B4-BE49-F238E27FC236}">
                  <a16:creationId xmlns:a16="http://schemas.microsoft.com/office/drawing/2014/main" id="{B20FE382-E5D9-40A6-A8C0-8ACBD43B28D9}"/>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0" name="Rectangle 16">
              <a:extLst>
                <a:ext uri="{FF2B5EF4-FFF2-40B4-BE49-F238E27FC236}">
                  <a16:creationId xmlns:a16="http://schemas.microsoft.com/office/drawing/2014/main" id="{F77AEDB8-3B56-4D27-B31E-368518281F7A}"/>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1" name="Rectangle 17">
              <a:extLst>
                <a:ext uri="{FF2B5EF4-FFF2-40B4-BE49-F238E27FC236}">
                  <a16:creationId xmlns:a16="http://schemas.microsoft.com/office/drawing/2014/main" id="{07EA2C9A-5E00-4082-9590-59838B7A2C2B}"/>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2" name="Rectangle 18">
              <a:extLst>
                <a:ext uri="{FF2B5EF4-FFF2-40B4-BE49-F238E27FC236}">
                  <a16:creationId xmlns:a16="http://schemas.microsoft.com/office/drawing/2014/main" id="{CF929BB8-AF6C-4EAB-88BB-E169B0B0FEC0}"/>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3" name="Line 19">
              <a:extLst>
                <a:ext uri="{FF2B5EF4-FFF2-40B4-BE49-F238E27FC236}">
                  <a16:creationId xmlns:a16="http://schemas.microsoft.com/office/drawing/2014/main" id="{70267BCF-6589-480E-8941-0DF52C6FAD8B}"/>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4" name="Rectangle 20">
              <a:extLst>
                <a:ext uri="{FF2B5EF4-FFF2-40B4-BE49-F238E27FC236}">
                  <a16:creationId xmlns:a16="http://schemas.microsoft.com/office/drawing/2014/main" id="{DE10FBB1-4A3A-471F-9B03-1D634CD7C116}"/>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5" name="Rectangle 21">
              <a:extLst>
                <a:ext uri="{FF2B5EF4-FFF2-40B4-BE49-F238E27FC236}">
                  <a16:creationId xmlns:a16="http://schemas.microsoft.com/office/drawing/2014/main" id="{095718B0-223B-413C-9B73-FC92C8B1BB01}"/>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6" name="Rectangle 22">
              <a:extLst>
                <a:ext uri="{FF2B5EF4-FFF2-40B4-BE49-F238E27FC236}">
                  <a16:creationId xmlns:a16="http://schemas.microsoft.com/office/drawing/2014/main" id="{224791AB-07D9-4142-907E-D9DCCCC7BCA5}"/>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7" name="Rectangle 23">
              <a:extLst>
                <a:ext uri="{FF2B5EF4-FFF2-40B4-BE49-F238E27FC236}">
                  <a16:creationId xmlns:a16="http://schemas.microsoft.com/office/drawing/2014/main" id="{F96C1082-E895-4CFF-BE1D-4CE38D65D9D7}"/>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8" name="Line 24">
              <a:extLst>
                <a:ext uri="{FF2B5EF4-FFF2-40B4-BE49-F238E27FC236}">
                  <a16:creationId xmlns:a16="http://schemas.microsoft.com/office/drawing/2014/main" id="{77C40A95-FC55-470F-92D4-9FC5C0DB82FA}"/>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9" name="Line 25">
              <a:extLst>
                <a:ext uri="{FF2B5EF4-FFF2-40B4-BE49-F238E27FC236}">
                  <a16:creationId xmlns:a16="http://schemas.microsoft.com/office/drawing/2014/main" id="{EDEB3627-7421-48DC-9561-2E3E8D81313E}"/>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0" name="Line 26">
              <a:extLst>
                <a:ext uri="{FF2B5EF4-FFF2-40B4-BE49-F238E27FC236}">
                  <a16:creationId xmlns:a16="http://schemas.microsoft.com/office/drawing/2014/main" id="{81B5211A-CA51-419D-B86F-A1235181888F}"/>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1" name="Line 27">
              <a:extLst>
                <a:ext uri="{FF2B5EF4-FFF2-40B4-BE49-F238E27FC236}">
                  <a16:creationId xmlns:a16="http://schemas.microsoft.com/office/drawing/2014/main" id="{3AD126EC-E639-409F-8BAE-0E4E5CA813B4}"/>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2" name="Line 28">
              <a:extLst>
                <a:ext uri="{FF2B5EF4-FFF2-40B4-BE49-F238E27FC236}">
                  <a16:creationId xmlns:a16="http://schemas.microsoft.com/office/drawing/2014/main" id="{2F3903CB-735E-4F08-AF0D-83E112C8D44A}"/>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3" name="Line 29">
              <a:extLst>
                <a:ext uri="{FF2B5EF4-FFF2-40B4-BE49-F238E27FC236}">
                  <a16:creationId xmlns:a16="http://schemas.microsoft.com/office/drawing/2014/main" id="{0DA6691A-A025-4385-B452-778128A2F92C}"/>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4" name="Freeform 30">
              <a:extLst>
                <a:ext uri="{FF2B5EF4-FFF2-40B4-BE49-F238E27FC236}">
                  <a16:creationId xmlns:a16="http://schemas.microsoft.com/office/drawing/2014/main" id="{CC7A2078-891C-41B4-9F96-1B552394B400}"/>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5" name="Freeform 31">
              <a:extLst>
                <a:ext uri="{FF2B5EF4-FFF2-40B4-BE49-F238E27FC236}">
                  <a16:creationId xmlns:a16="http://schemas.microsoft.com/office/drawing/2014/main" id="{415ECA33-525C-4008-B99F-52080F751BE9}"/>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6" name="Freeform 32">
              <a:extLst>
                <a:ext uri="{FF2B5EF4-FFF2-40B4-BE49-F238E27FC236}">
                  <a16:creationId xmlns:a16="http://schemas.microsoft.com/office/drawing/2014/main" id="{5DDEAF82-6D7D-4223-B06F-1BF20BF8603F}"/>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7" name="Freeform 33">
              <a:extLst>
                <a:ext uri="{FF2B5EF4-FFF2-40B4-BE49-F238E27FC236}">
                  <a16:creationId xmlns:a16="http://schemas.microsoft.com/office/drawing/2014/main" id="{5B51AE7B-AE46-46A1-8E15-D47AC886A38A}"/>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8" name="Freeform 34">
              <a:extLst>
                <a:ext uri="{FF2B5EF4-FFF2-40B4-BE49-F238E27FC236}">
                  <a16:creationId xmlns:a16="http://schemas.microsoft.com/office/drawing/2014/main" id="{1B24DF69-E437-4AF3-BD0F-E668CE34C749}"/>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9" name="Freeform 35">
              <a:extLst>
                <a:ext uri="{FF2B5EF4-FFF2-40B4-BE49-F238E27FC236}">
                  <a16:creationId xmlns:a16="http://schemas.microsoft.com/office/drawing/2014/main" id="{A720E025-2F18-4212-B502-A8E1D7DA83F8}"/>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0" name="Freeform 36">
              <a:extLst>
                <a:ext uri="{FF2B5EF4-FFF2-40B4-BE49-F238E27FC236}">
                  <a16:creationId xmlns:a16="http://schemas.microsoft.com/office/drawing/2014/main" id="{9E279367-F2E5-4875-9262-74E4004A0599}"/>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1" name="Line 37">
              <a:extLst>
                <a:ext uri="{FF2B5EF4-FFF2-40B4-BE49-F238E27FC236}">
                  <a16:creationId xmlns:a16="http://schemas.microsoft.com/office/drawing/2014/main" id="{164A93B2-6435-407A-A378-28D5A445DA47}"/>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2" name="Freeform 38">
              <a:extLst>
                <a:ext uri="{FF2B5EF4-FFF2-40B4-BE49-F238E27FC236}">
                  <a16:creationId xmlns:a16="http://schemas.microsoft.com/office/drawing/2014/main" id="{1907AED4-4940-4E35-A218-8C2C5F12FEC7}"/>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3" name="Rectangle 40">
              <a:extLst>
                <a:ext uri="{FF2B5EF4-FFF2-40B4-BE49-F238E27FC236}">
                  <a16:creationId xmlns:a16="http://schemas.microsoft.com/office/drawing/2014/main" id="{5E34DCE8-1C28-431B-A8ED-5DA24791F4CC}"/>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4" name="Rectangle 41">
              <a:extLst>
                <a:ext uri="{FF2B5EF4-FFF2-40B4-BE49-F238E27FC236}">
                  <a16:creationId xmlns:a16="http://schemas.microsoft.com/office/drawing/2014/main" id="{0D525EFA-171F-47ED-9631-A179F19C59F0}"/>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5" name="Rectangle 42">
              <a:extLst>
                <a:ext uri="{FF2B5EF4-FFF2-40B4-BE49-F238E27FC236}">
                  <a16:creationId xmlns:a16="http://schemas.microsoft.com/office/drawing/2014/main" id="{D3352CA7-46B7-4810-A12D-359B025EE992}"/>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6" name="Rectangle 112">
              <a:extLst>
                <a:ext uri="{FF2B5EF4-FFF2-40B4-BE49-F238E27FC236}">
                  <a16:creationId xmlns:a16="http://schemas.microsoft.com/office/drawing/2014/main" id="{6DD1049A-0EC2-4898-AC79-6D92EA0B00A3}"/>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7" name="Rectangle 113">
              <a:extLst>
                <a:ext uri="{FF2B5EF4-FFF2-40B4-BE49-F238E27FC236}">
                  <a16:creationId xmlns:a16="http://schemas.microsoft.com/office/drawing/2014/main" id="{343B8687-747B-452A-B8A5-CF892A3BC272}"/>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8" name="Rectangle 114">
              <a:extLst>
                <a:ext uri="{FF2B5EF4-FFF2-40B4-BE49-F238E27FC236}">
                  <a16:creationId xmlns:a16="http://schemas.microsoft.com/office/drawing/2014/main" id="{D30E9EC8-A0BF-4087-812B-7A1F2FCB4627}"/>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49" name="Rectangle 115">
              <a:extLst>
                <a:ext uri="{FF2B5EF4-FFF2-40B4-BE49-F238E27FC236}">
                  <a16:creationId xmlns:a16="http://schemas.microsoft.com/office/drawing/2014/main" id="{257D259B-AD38-431F-AF3A-D38C68B1E06E}"/>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50" name="Rectangle 116">
              <a:extLst>
                <a:ext uri="{FF2B5EF4-FFF2-40B4-BE49-F238E27FC236}">
                  <a16:creationId xmlns:a16="http://schemas.microsoft.com/office/drawing/2014/main" id="{ECFAAB21-569B-441E-9642-DB21168AB28F}"/>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51" name="Rectangle 117">
              <a:extLst>
                <a:ext uri="{FF2B5EF4-FFF2-40B4-BE49-F238E27FC236}">
                  <a16:creationId xmlns:a16="http://schemas.microsoft.com/office/drawing/2014/main" id="{365A3F5C-08EC-47E8-8AD9-0A5C98818BCA}"/>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52" name="Rectangle 118">
              <a:extLst>
                <a:ext uri="{FF2B5EF4-FFF2-40B4-BE49-F238E27FC236}">
                  <a16:creationId xmlns:a16="http://schemas.microsoft.com/office/drawing/2014/main" id="{C2B32F03-8717-47CC-9E13-683B59F9448A}"/>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53" name="Rectangle 119">
              <a:extLst>
                <a:ext uri="{FF2B5EF4-FFF2-40B4-BE49-F238E27FC236}">
                  <a16:creationId xmlns:a16="http://schemas.microsoft.com/office/drawing/2014/main" id="{ED764FB2-CFAB-4FF6-81F1-CE9888145882}"/>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54" name="Freeform 120">
              <a:extLst>
                <a:ext uri="{FF2B5EF4-FFF2-40B4-BE49-F238E27FC236}">
                  <a16:creationId xmlns:a16="http://schemas.microsoft.com/office/drawing/2014/main" id="{BA00743F-76A7-4B6B-8DD4-DE55FA133136}"/>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691" name="Oval 2">
            <a:extLst>
              <a:ext uri="{FF2B5EF4-FFF2-40B4-BE49-F238E27FC236}">
                <a16:creationId xmlns:a16="http://schemas.microsoft.com/office/drawing/2014/main" id="{76234964-E215-47B0-A213-8E4ACF9FE0B6}"/>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692" name="Group 53">
            <a:extLst>
              <a:ext uri="{FF2B5EF4-FFF2-40B4-BE49-F238E27FC236}">
                <a16:creationId xmlns:a16="http://schemas.microsoft.com/office/drawing/2014/main" id="{8D953F4E-8712-460C-A7C6-01FE6E3DDE84}"/>
              </a:ext>
            </a:extLst>
          </p:cNvPr>
          <p:cNvGrpSpPr>
            <a:grpSpLocks/>
          </p:cNvGrpSpPr>
          <p:nvPr/>
        </p:nvGrpSpPr>
        <p:grpSpPr bwMode="auto">
          <a:xfrm>
            <a:off x="206375" y="4689475"/>
            <a:ext cx="8853488" cy="1787525"/>
            <a:chOff x="205979" y="1421927"/>
            <a:chExt cx="8853547" cy="1786829"/>
          </a:xfrm>
        </p:grpSpPr>
        <p:sp>
          <p:nvSpPr>
            <p:cNvPr id="114694" name="Line 14">
              <a:extLst>
                <a:ext uri="{FF2B5EF4-FFF2-40B4-BE49-F238E27FC236}">
                  <a16:creationId xmlns:a16="http://schemas.microsoft.com/office/drawing/2014/main" id="{7505F6B4-5A14-4EAD-866F-94CC74E03467}"/>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695" name="Group 55">
              <a:extLst>
                <a:ext uri="{FF2B5EF4-FFF2-40B4-BE49-F238E27FC236}">
                  <a16:creationId xmlns:a16="http://schemas.microsoft.com/office/drawing/2014/main" id="{F42E00CD-23A6-41AC-A4C8-751E32A3EF9C}"/>
                </a:ext>
              </a:extLst>
            </p:cNvPr>
            <p:cNvGrpSpPr>
              <a:grpSpLocks/>
            </p:cNvGrpSpPr>
            <p:nvPr/>
          </p:nvGrpSpPr>
          <p:grpSpPr bwMode="auto">
            <a:xfrm>
              <a:off x="665216" y="1428587"/>
              <a:ext cx="2636625" cy="1236717"/>
              <a:chOff x="207935" y="1428587"/>
              <a:chExt cx="2636625" cy="1236717"/>
            </a:xfrm>
          </p:grpSpPr>
          <p:sp>
            <p:nvSpPr>
              <p:cNvPr id="114785" name="Line 14">
                <a:extLst>
                  <a:ext uri="{FF2B5EF4-FFF2-40B4-BE49-F238E27FC236}">
                    <a16:creationId xmlns:a16="http://schemas.microsoft.com/office/drawing/2014/main" id="{72D67BCB-587C-47E6-85C4-5B84342E5015}"/>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6" name="Line 15">
                <a:extLst>
                  <a:ext uri="{FF2B5EF4-FFF2-40B4-BE49-F238E27FC236}">
                    <a16:creationId xmlns:a16="http://schemas.microsoft.com/office/drawing/2014/main" id="{9F3BAD87-3845-4B86-92B7-8B1CABDD7BEE}"/>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7" name="Rectangle 5">
                <a:extLst>
                  <a:ext uri="{FF2B5EF4-FFF2-40B4-BE49-F238E27FC236}">
                    <a16:creationId xmlns:a16="http://schemas.microsoft.com/office/drawing/2014/main" id="{CD2AA221-F13E-43A1-A13C-C69C13FEC2A2}"/>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8" name="Rectangle 6">
                <a:extLst>
                  <a:ext uri="{FF2B5EF4-FFF2-40B4-BE49-F238E27FC236}">
                    <a16:creationId xmlns:a16="http://schemas.microsoft.com/office/drawing/2014/main" id="{04B163FE-E9BE-458E-9390-6A427976699C}"/>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9" name="Rectangle 7">
                <a:extLst>
                  <a:ext uri="{FF2B5EF4-FFF2-40B4-BE49-F238E27FC236}">
                    <a16:creationId xmlns:a16="http://schemas.microsoft.com/office/drawing/2014/main" id="{7EAC8BBA-55F6-4431-AAE5-28C4A437E1B3}"/>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0" name="Line 8">
                <a:extLst>
                  <a:ext uri="{FF2B5EF4-FFF2-40B4-BE49-F238E27FC236}">
                    <a16:creationId xmlns:a16="http://schemas.microsoft.com/office/drawing/2014/main" id="{77E94C15-DE28-4359-B23A-242E343ADA48}"/>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1" name="Freeform 9">
                <a:extLst>
                  <a:ext uri="{FF2B5EF4-FFF2-40B4-BE49-F238E27FC236}">
                    <a16:creationId xmlns:a16="http://schemas.microsoft.com/office/drawing/2014/main" id="{46C03CC9-1B32-4C9E-8A6A-B429E3F9AF0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2" name="Line 11">
                <a:extLst>
                  <a:ext uri="{FF2B5EF4-FFF2-40B4-BE49-F238E27FC236}">
                    <a16:creationId xmlns:a16="http://schemas.microsoft.com/office/drawing/2014/main" id="{38D1616D-5A8F-416C-8351-431F786C8834}"/>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3" name="Rectangle 17">
                <a:extLst>
                  <a:ext uri="{FF2B5EF4-FFF2-40B4-BE49-F238E27FC236}">
                    <a16:creationId xmlns:a16="http://schemas.microsoft.com/office/drawing/2014/main" id="{DC0DC58B-E153-4290-8993-A196D9BE55A2}"/>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4" name="Rectangle 18">
                <a:extLst>
                  <a:ext uri="{FF2B5EF4-FFF2-40B4-BE49-F238E27FC236}">
                    <a16:creationId xmlns:a16="http://schemas.microsoft.com/office/drawing/2014/main" id="{8D80D623-40B8-4010-BE53-990D5D67F1CD}"/>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5" name="Rectangle 19">
                <a:extLst>
                  <a:ext uri="{FF2B5EF4-FFF2-40B4-BE49-F238E27FC236}">
                    <a16:creationId xmlns:a16="http://schemas.microsoft.com/office/drawing/2014/main" id="{B9B0E820-D8BB-4483-97B4-46AEF9DB4195}"/>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96" name="Group 1">
                <a:extLst>
                  <a:ext uri="{FF2B5EF4-FFF2-40B4-BE49-F238E27FC236}">
                    <a16:creationId xmlns:a16="http://schemas.microsoft.com/office/drawing/2014/main" id="{11773C77-7578-47FD-855F-F03A2C0C37F8}"/>
                  </a:ext>
                </a:extLst>
              </p:cNvPr>
              <p:cNvGrpSpPr>
                <a:grpSpLocks/>
              </p:cNvGrpSpPr>
              <p:nvPr/>
            </p:nvGrpSpPr>
            <p:grpSpPr bwMode="auto">
              <a:xfrm>
                <a:off x="316975" y="2208007"/>
                <a:ext cx="305262" cy="215063"/>
                <a:chOff x="990600" y="5638800"/>
                <a:chExt cx="376238" cy="265113"/>
              </a:xfrm>
            </p:grpSpPr>
            <p:sp>
              <p:nvSpPr>
                <p:cNvPr id="114806" name="Freeform 26">
                  <a:extLst>
                    <a:ext uri="{FF2B5EF4-FFF2-40B4-BE49-F238E27FC236}">
                      <a16:creationId xmlns:a16="http://schemas.microsoft.com/office/drawing/2014/main" id="{4999EE8C-AE28-444F-BA41-6FE359EC0527}"/>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7" name="Freeform 28">
                  <a:extLst>
                    <a:ext uri="{FF2B5EF4-FFF2-40B4-BE49-F238E27FC236}">
                      <a16:creationId xmlns:a16="http://schemas.microsoft.com/office/drawing/2014/main" id="{F81BAFEF-6620-4176-B3BB-AB4CD65D1B4B}"/>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97" name="Rectangle 29">
                <a:extLst>
                  <a:ext uri="{FF2B5EF4-FFF2-40B4-BE49-F238E27FC236}">
                    <a16:creationId xmlns:a16="http://schemas.microsoft.com/office/drawing/2014/main" id="{BD472FBE-5A83-4A37-959E-2F6DA8128E3C}"/>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8" name="Rectangle 67">
                <a:extLst>
                  <a:ext uri="{FF2B5EF4-FFF2-40B4-BE49-F238E27FC236}">
                    <a16:creationId xmlns:a16="http://schemas.microsoft.com/office/drawing/2014/main" id="{4332A1F5-7801-42DB-986D-342E8BB71ACF}"/>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9" name="Oval 68">
                <a:extLst>
                  <a:ext uri="{FF2B5EF4-FFF2-40B4-BE49-F238E27FC236}">
                    <a16:creationId xmlns:a16="http://schemas.microsoft.com/office/drawing/2014/main" id="{D287A7DC-EEC3-4EFB-AC20-BA6ABBA0AA89}"/>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0" name="Line 11">
                <a:extLst>
                  <a:ext uri="{FF2B5EF4-FFF2-40B4-BE49-F238E27FC236}">
                    <a16:creationId xmlns:a16="http://schemas.microsoft.com/office/drawing/2014/main" id="{546B77F6-FC2E-4665-85EB-CB7A080E91D7}"/>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1" name="Rectangle 6">
                <a:extLst>
                  <a:ext uri="{FF2B5EF4-FFF2-40B4-BE49-F238E27FC236}">
                    <a16:creationId xmlns:a16="http://schemas.microsoft.com/office/drawing/2014/main" id="{4EC75E12-2CC7-449D-B56C-B43750803615}"/>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2" name="Rectangle 7">
                <a:extLst>
                  <a:ext uri="{FF2B5EF4-FFF2-40B4-BE49-F238E27FC236}">
                    <a16:creationId xmlns:a16="http://schemas.microsoft.com/office/drawing/2014/main" id="{EB5039A2-0E3F-4A8A-AEE9-D65346BAAF6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3" name="Line 8">
                <a:extLst>
                  <a:ext uri="{FF2B5EF4-FFF2-40B4-BE49-F238E27FC236}">
                    <a16:creationId xmlns:a16="http://schemas.microsoft.com/office/drawing/2014/main" id="{D1101186-E54A-4E54-B3E5-E7BDAF2E5F57}"/>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4" name="Rectangle 17">
                <a:extLst>
                  <a:ext uri="{FF2B5EF4-FFF2-40B4-BE49-F238E27FC236}">
                    <a16:creationId xmlns:a16="http://schemas.microsoft.com/office/drawing/2014/main" id="{54FFCB93-EFDA-44D5-A4A7-CD24AD4AFDC5}"/>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5" name="Rectangle 67">
                <a:extLst>
                  <a:ext uri="{FF2B5EF4-FFF2-40B4-BE49-F238E27FC236}">
                    <a16:creationId xmlns:a16="http://schemas.microsoft.com/office/drawing/2014/main" id="{BF462277-7457-444B-889C-F682CFA01319}"/>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4696" name="Group 56">
              <a:extLst>
                <a:ext uri="{FF2B5EF4-FFF2-40B4-BE49-F238E27FC236}">
                  <a16:creationId xmlns:a16="http://schemas.microsoft.com/office/drawing/2014/main" id="{2DB9AD95-F533-43A7-BDF1-FFB0618809F5}"/>
                </a:ext>
              </a:extLst>
            </p:cNvPr>
            <p:cNvGrpSpPr>
              <a:grpSpLocks/>
            </p:cNvGrpSpPr>
            <p:nvPr/>
          </p:nvGrpSpPr>
          <p:grpSpPr bwMode="auto">
            <a:xfrm>
              <a:off x="2675436" y="1430283"/>
              <a:ext cx="2766082" cy="1778473"/>
              <a:chOff x="2522955" y="1430283"/>
              <a:chExt cx="2766082" cy="1778473"/>
            </a:xfrm>
          </p:grpSpPr>
          <p:sp>
            <p:nvSpPr>
              <p:cNvPr id="114758" name="Freeform 32">
                <a:extLst>
                  <a:ext uri="{FF2B5EF4-FFF2-40B4-BE49-F238E27FC236}">
                    <a16:creationId xmlns:a16="http://schemas.microsoft.com/office/drawing/2014/main" id="{210BB420-B8DF-469D-BEB9-F2DAEC6306CB}"/>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59" name="Group 119">
                <a:extLst>
                  <a:ext uri="{FF2B5EF4-FFF2-40B4-BE49-F238E27FC236}">
                    <a16:creationId xmlns:a16="http://schemas.microsoft.com/office/drawing/2014/main" id="{265C2C04-D0B9-4169-A725-B363616ECC5F}"/>
                  </a:ext>
                </a:extLst>
              </p:cNvPr>
              <p:cNvGrpSpPr>
                <a:grpSpLocks/>
              </p:cNvGrpSpPr>
              <p:nvPr/>
            </p:nvGrpSpPr>
            <p:grpSpPr bwMode="auto">
              <a:xfrm>
                <a:off x="2545121" y="1430283"/>
                <a:ext cx="2743916" cy="1236717"/>
                <a:chOff x="89349" y="1428587"/>
                <a:chExt cx="2743916" cy="1236717"/>
              </a:xfrm>
            </p:grpSpPr>
            <p:sp>
              <p:nvSpPr>
                <p:cNvPr id="114761" name="Line 14">
                  <a:extLst>
                    <a:ext uri="{FF2B5EF4-FFF2-40B4-BE49-F238E27FC236}">
                      <a16:creationId xmlns:a16="http://schemas.microsoft.com/office/drawing/2014/main" id="{244F5699-409B-4E21-9FD3-3F81A3ED4ED0}"/>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2" name="Line 15">
                  <a:extLst>
                    <a:ext uri="{FF2B5EF4-FFF2-40B4-BE49-F238E27FC236}">
                      <a16:creationId xmlns:a16="http://schemas.microsoft.com/office/drawing/2014/main" id="{52CD8719-0FEA-4C8B-9D1D-6480D8A01BC5}"/>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3" name="Line 11">
                  <a:extLst>
                    <a:ext uri="{FF2B5EF4-FFF2-40B4-BE49-F238E27FC236}">
                      <a16:creationId xmlns:a16="http://schemas.microsoft.com/office/drawing/2014/main" id="{07ABA0F3-995C-4912-9744-6EE06076519F}"/>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4" name="Rectangle 5">
                  <a:extLst>
                    <a:ext uri="{FF2B5EF4-FFF2-40B4-BE49-F238E27FC236}">
                      <a16:creationId xmlns:a16="http://schemas.microsoft.com/office/drawing/2014/main" id="{33A931A0-6BA6-47CB-81E5-A724072DEBBE}"/>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5" name="Rectangle 6">
                  <a:extLst>
                    <a:ext uri="{FF2B5EF4-FFF2-40B4-BE49-F238E27FC236}">
                      <a16:creationId xmlns:a16="http://schemas.microsoft.com/office/drawing/2014/main" id="{4395DDB4-5BB0-47E0-9B20-786D6FD6F882}"/>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6" name="Rectangle 7">
                  <a:extLst>
                    <a:ext uri="{FF2B5EF4-FFF2-40B4-BE49-F238E27FC236}">
                      <a16:creationId xmlns:a16="http://schemas.microsoft.com/office/drawing/2014/main" id="{56E9881C-A274-42D7-87DB-973D8F3AA230}"/>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7" name="Line 8">
                  <a:extLst>
                    <a:ext uri="{FF2B5EF4-FFF2-40B4-BE49-F238E27FC236}">
                      <a16:creationId xmlns:a16="http://schemas.microsoft.com/office/drawing/2014/main" id="{35D6113B-99A1-453C-A600-0523D30C25A3}"/>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8" name="Freeform 9">
                  <a:extLst>
                    <a:ext uri="{FF2B5EF4-FFF2-40B4-BE49-F238E27FC236}">
                      <a16:creationId xmlns:a16="http://schemas.microsoft.com/office/drawing/2014/main" id="{FA66574F-7ACB-4534-A1CB-952B1A47A58E}"/>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9" name="Line 11">
                  <a:extLst>
                    <a:ext uri="{FF2B5EF4-FFF2-40B4-BE49-F238E27FC236}">
                      <a16:creationId xmlns:a16="http://schemas.microsoft.com/office/drawing/2014/main" id="{991A0B96-0259-4592-9C37-418D5E0D7A4A}"/>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0" name="Rectangle 17">
                  <a:extLst>
                    <a:ext uri="{FF2B5EF4-FFF2-40B4-BE49-F238E27FC236}">
                      <a16:creationId xmlns:a16="http://schemas.microsoft.com/office/drawing/2014/main" id="{7380DBA3-7D43-4048-81C9-DE5E46A19C99}"/>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1" name="Rectangle 18">
                  <a:extLst>
                    <a:ext uri="{FF2B5EF4-FFF2-40B4-BE49-F238E27FC236}">
                      <a16:creationId xmlns:a16="http://schemas.microsoft.com/office/drawing/2014/main" id="{36F186F5-9774-459B-9BEA-C33119D2EECA}"/>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2" name="Rectangle 19">
                  <a:extLst>
                    <a:ext uri="{FF2B5EF4-FFF2-40B4-BE49-F238E27FC236}">
                      <a16:creationId xmlns:a16="http://schemas.microsoft.com/office/drawing/2014/main" id="{DE4FF6A2-2B9C-482A-85D0-D418803CD086}"/>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73" name="Group 1">
                  <a:extLst>
                    <a:ext uri="{FF2B5EF4-FFF2-40B4-BE49-F238E27FC236}">
                      <a16:creationId xmlns:a16="http://schemas.microsoft.com/office/drawing/2014/main" id="{E95182CE-01F8-4C96-9B2B-712F49F556FF}"/>
                    </a:ext>
                  </a:extLst>
                </p:cNvPr>
                <p:cNvGrpSpPr>
                  <a:grpSpLocks/>
                </p:cNvGrpSpPr>
                <p:nvPr/>
              </p:nvGrpSpPr>
              <p:grpSpPr bwMode="auto">
                <a:xfrm>
                  <a:off x="316975" y="2208007"/>
                  <a:ext cx="305262" cy="215063"/>
                  <a:chOff x="990600" y="5638800"/>
                  <a:chExt cx="376238" cy="265113"/>
                </a:xfrm>
              </p:grpSpPr>
              <p:sp>
                <p:nvSpPr>
                  <p:cNvPr id="114783" name="Freeform 26">
                    <a:extLst>
                      <a:ext uri="{FF2B5EF4-FFF2-40B4-BE49-F238E27FC236}">
                        <a16:creationId xmlns:a16="http://schemas.microsoft.com/office/drawing/2014/main" id="{70536274-4061-4716-8FEA-B878771B4DBC}"/>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4" name="Freeform 28">
                    <a:extLst>
                      <a:ext uri="{FF2B5EF4-FFF2-40B4-BE49-F238E27FC236}">
                        <a16:creationId xmlns:a16="http://schemas.microsoft.com/office/drawing/2014/main" id="{2E7EC973-3975-403B-91BF-39B9194B020F}"/>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74" name="Rectangle 29">
                  <a:extLst>
                    <a:ext uri="{FF2B5EF4-FFF2-40B4-BE49-F238E27FC236}">
                      <a16:creationId xmlns:a16="http://schemas.microsoft.com/office/drawing/2014/main" id="{A941D81C-0B45-490B-80AF-F5690434BB4D}"/>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5" name="Rectangle 67">
                  <a:extLst>
                    <a:ext uri="{FF2B5EF4-FFF2-40B4-BE49-F238E27FC236}">
                      <a16:creationId xmlns:a16="http://schemas.microsoft.com/office/drawing/2014/main" id="{AC52A61C-37C6-4AF6-A464-C85E7EEFC826}"/>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6" name="Oval 68">
                  <a:extLst>
                    <a:ext uri="{FF2B5EF4-FFF2-40B4-BE49-F238E27FC236}">
                      <a16:creationId xmlns:a16="http://schemas.microsoft.com/office/drawing/2014/main" id="{AA9BBA0A-E180-4E1D-B182-BC5178DAC1DB}"/>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7" name="Line 11">
                  <a:extLst>
                    <a:ext uri="{FF2B5EF4-FFF2-40B4-BE49-F238E27FC236}">
                      <a16:creationId xmlns:a16="http://schemas.microsoft.com/office/drawing/2014/main" id="{ED06EC61-C253-4C35-A367-E4ED0A3FE03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8" name="Rectangle 6">
                  <a:extLst>
                    <a:ext uri="{FF2B5EF4-FFF2-40B4-BE49-F238E27FC236}">
                      <a16:creationId xmlns:a16="http://schemas.microsoft.com/office/drawing/2014/main" id="{F9051B6A-C7ED-4433-9BF7-A4118FD776BE}"/>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9" name="Rectangle 7">
                  <a:extLst>
                    <a:ext uri="{FF2B5EF4-FFF2-40B4-BE49-F238E27FC236}">
                      <a16:creationId xmlns:a16="http://schemas.microsoft.com/office/drawing/2014/main" id="{08E91628-E49B-420F-BDC2-97D78D1761CF}"/>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0" name="Line 8">
                  <a:extLst>
                    <a:ext uri="{FF2B5EF4-FFF2-40B4-BE49-F238E27FC236}">
                      <a16:creationId xmlns:a16="http://schemas.microsoft.com/office/drawing/2014/main" id="{2C65C816-2F7D-4975-A01D-B83EBD9D63B3}"/>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1" name="Rectangle 17">
                  <a:extLst>
                    <a:ext uri="{FF2B5EF4-FFF2-40B4-BE49-F238E27FC236}">
                      <a16:creationId xmlns:a16="http://schemas.microsoft.com/office/drawing/2014/main" id="{4D1BF163-0682-40F8-B4F0-E5BD9416B7DE}"/>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2" name="Rectangle 67">
                  <a:extLst>
                    <a:ext uri="{FF2B5EF4-FFF2-40B4-BE49-F238E27FC236}">
                      <a16:creationId xmlns:a16="http://schemas.microsoft.com/office/drawing/2014/main" id="{7955763F-B099-4E89-A5D5-6F9828FE2022}"/>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60" name="Oval 68">
                <a:extLst>
                  <a:ext uri="{FF2B5EF4-FFF2-40B4-BE49-F238E27FC236}">
                    <a16:creationId xmlns:a16="http://schemas.microsoft.com/office/drawing/2014/main" id="{92730ABE-954E-480C-BDE5-218F692BE08E}"/>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4697" name="Group 57">
              <a:extLst>
                <a:ext uri="{FF2B5EF4-FFF2-40B4-BE49-F238E27FC236}">
                  <a16:creationId xmlns:a16="http://schemas.microsoft.com/office/drawing/2014/main" id="{C16BCB8A-3E0C-4E46-920B-C2791A851F2C}"/>
                </a:ext>
              </a:extLst>
            </p:cNvPr>
            <p:cNvGrpSpPr>
              <a:grpSpLocks/>
            </p:cNvGrpSpPr>
            <p:nvPr/>
          </p:nvGrpSpPr>
          <p:grpSpPr bwMode="auto">
            <a:xfrm>
              <a:off x="4800681" y="1421927"/>
              <a:ext cx="2817639" cy="1778473"/>
              <a:chOff x="2522955" y="1430283"/>
              <a:chExt cx="2817639" cy="1778473"/>
            </a:xfrm>
          </p:grpSpPr>
          <p:sp>
            <p:nvSpPr>
              <p:cNvPr id="114731" name="Freeform 32">
                <a:extLst>
                  <a:ext uri="{FF2B5EF4-FFF2-40B4-BE49-F238E27FC236}">
                    <a16:creationId xmlns:a16="http://schemas.microsoft.com/office/drawing/2014/main" id="{7C3B292D-ABAF-49C2-A3E7-7E79DB2523E0}"/>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32" name="Group 92">
                <a:extLst>
                  <a:ext uri="{FF2B5EF4-FFF2-40B4-BE49-F238E27FC236}">
                    <a16:creationId xmlns:a16="http://schemas.microsoft.com/office/drawing/2014/main" id="{85388863-C724-484A-89E6-0C264B116C79}"/>
                  </a:ext>
                </a:extLst>
              </p:cNvPr>
              <p:cNvGrpSpPr>
                <a:grpSpLocks/>
              </p:cNvGrpSpPr>
              <p:nvPr/>
            </p:nvGrpSpPr>
            <p:grpSpPr bwMode="auto">
              <a:xfrm>
                <a:off x="2545121" y="1430283"/>
                <a:ext cx="2795473" cy="1236717"/>
                <a:chOff x="89349" y="1428587"/>
                <a:chExt cx="2795473" cy="1236717"/>
              </a:xfrm>
            </p:grpSpPr>
            <p:sp>
              <p:nvSpPr>
                <p:cNvPr id="114734" name="Line 14">
                  <a:extLst>
                    <a:ext uri="{FF2B5EF4-FFF2-40B4-BE49-F238E27FC236}">
                      <a16:creationId xmlns:a16="http://schemas.microsoft.com/office/drawing/2014/main" id="{FDF9DF26-4C27-47DB-BF4C-81861585E109}"/>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5" name="Line 15">
                  <a:extLst>
                    <a:ext uri="{FF2B5EF4-FFF2-40B4-BE49-F238E27FC236}">
                      <a16:creationId xmlns:a16="http://schemas.microsoft.com/office/drawing/2014/main" id="{5201C90C-878E-4D22-A4BC-03149B428372}"/>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6" name="Line 11">
                  <a:extLst>
                    <a:ext uri="{FF2B5EF4-FFF2-40B4-BE49-F238E27FC236}">
                      <a16:creationId xmlns:a16="http://schemas.microsoft.com/office/drawing/2014/main" id="{601A7A12-86E3-4DA4-B0A3-1E4EE2E2C72A}"/>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7" name="Rectangle 5">
                  <a:extLst>
                    <a:ext uri="{FF2B5EF4-FFF2-40B4-BE49-F238E27FC236}">
                      <a16:creationId xmlns:a16="http://schemas.microsoft.com/office/drawing/2014/main" id="{5C60DD6E-D849-4EC3-B9FD-A0FABA24AF15}"/>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8" name="Rectangle 6">
                  <a:extLst>
                    <a:ext uri="{FF2B5EF4-FFF2-40B4-BE49-F238E27FC236}">
                      <a16:creationId xmlns:a16="http://schemas.microsoft.com/office/drawing/2014/main" id="{C18BFE13-EFB2-402A-8A63-60FC53A70E3D}"/>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9" name="Rectangle 7">
                  <a:extLst>
                    <a:ext uri="{FF2B5EF4-FFF2-40B4-BE49-F238E27FC236}">
                      <a16:creationId xmlns:a16="http://schemas.microsoft.com/office/drawing/2014/main" id="{A17B7365-7C54-4138-9C0E-951BD8819413}"/>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0" name="Line 8">
                  <a:extLst>
                    <a:ext uri="{FF2B5EF4-FFF2-40B4-BE49-F238E27FC236}">
                      <a16:creationId xmlns:a16="http://schemas.microsoft.com/office/drawing/2014/main" id="{FEEE3FFE-9238-43F3-8224-E2C5DB329C49}"/>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1" name="Freeform 9">
                  <a:extLst>
                    <a:ext uri="{FF2B5EF4-FFF2-40B4-BE49-F238E27FC236}">
                      <a16:creationId xmlns:a16="http://schemas.microsoft.com/office/drawing/2014/main" id="{E2710A45-AD7D-4451-B576-99DCDE35EA29}"/>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2" name="Line 11">
                  <a:extLst>
                    <a:ext uri="{FF2B5EF4-FFF2-40B4-BE49-F238E27FC236}">
                      <a16:creationId xmlns:a16="http://schemas.microsoft.com/office/drawing/2014/main" id="{195C8EE2-4BC2-44BE-BB9A-F3A1C71CB8ED}"/>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3" name="Rectangle 17">
                  <a:extLst>
                    <a:ext uri="{FF2B5EF4-FFF2-40B4-BE49-F238E27FC236}">
                      <a16:creationId xmlns:a16="http://schemas.microsoft.com/office/drawing/2014/main" id="{B3D5156F-1FAF-4CFA-A212-83017316A169}"/>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4" name="Rectangle 18">
                  <a:extLst>
                    <a:ext uri="{FF2B5EF4-FFF2-40B4-BE49-F238E27FC236}">
                      <a16:creationId xmlns:a16="http://schemas.microsoft.com/office/drawing/2014/main" id="{060ECC7E-34B3-4241-9AB5-DA3E0A657693}"/>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5" name="Rectangle 19">
                  <a:extLst>
                    <a:ext uri="{FF2B5EF4-FFF2-40B4-BE49-F238E27FC236}">
                      <a16:creationId xmlns:a16="http://schemas.microsoft.com/office/drawing/2014/main" id="{C12B0EA1-55C9-45D4-986F-6FE01DC5D3D1}"/>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46" name="Group 1">
                  <a:extLst>
                    <a:ext uri="{FF2B5EF4-FFF2-40B4-BE49-F238E27FC236}">
                      <a16:creationId xmlns:a16="http://schemas.microsoft.com/office/drawing/2014/main" id="{857E82E7-24EA-4C38-B999-987966C91B5F}"/>
                    </a:ext>
                  </a:extLst>
                </p:cNvPr>
                <p:cNvGrpSpPr>
                  <a:grpSpLocks/>
                </p:cNvGrpSpPr>
                <p:nvPr/>
              </p:nvGrpSpPr>
              <p:grpSpPr bwMode="auto">
                <a:xfrm>
                  <a:off x="316975" y="2208007"/>
                  <a:ext cx="305262" cy="215063"/>
                  <a:chOff x="990600" y="5638800"/>
                  <a:chExt cx="376238" cy="265113"/>
                </a:xfrm>
              </p:grpSpPr>
              <p:sp>
                <p:nvSpPr>
                  <p:cNvPr id="114756" name="Freeform 26">
                    <a:extLst>
                      <a:ext uri="{FF2B5EF4-FFF2-40B4-BE49-F238E27FC236}">
                        <a16:creationId xmlns:a16="http://schemas.microsoft.com/office/drawing/2014/main" id="{4F3AC6AA-D1F5-424A-B3DB-B9ADA65D77D8}"/>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7" name="Freeform 28">
                    <a:extLst>
                      <a:ext uri="{FF2B5EF4-FFF2-40B4-BE49-F238E27FC236}">
                        <a16:creationId xmlns:a16="http://schemas.microsoft.com/office/drawing/2014/main" id="{4C29FA7C-B925-4ACB-BD94-1F5AB9244943}"/>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47" name="Rectangle 29">
                  <a:extLst>
                    <a:ext uri="{FF2B5EF4-FFF2-40B4-BE49-F238E27FC236}">
                      <a16:creationId xmlns:a16="http://schemas.microsoft.com/office/drawing/2014/main" id="{2E6B91F0-0073-4FCF-8389-9C357B7C5BA1}"/>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8" name="Rectangle 67">
                  <a:extLst>
                    <a:ext uri="{FF2B5EF4-FFF2-40B4-BE49-F238E27FC236}">
                      <a16:creationId xmlns:a16="http://schemas.microsoft.com/office/drawing/2014/main" id="{050ACA4F-FA4C-485D-9F25-5B261A1ACC6D}"/>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9" name="Oval 68">
                  <a:extLst>
                    <a:ext uri="{FF2B5EF4-FFF2-40B4-BE49-F238E27FC236}">
                      <a16:creationId xmlns:a16="http://schemas.microsoft.com/office/drawing/2014/main" id="{75E65F92-C72C-487C-8239-8D17A917DAFC}"/>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0" name="Line 11">
                  <a:extLst>
                    <a:ext uri="{FF2B5EF4-FFF2-40B4-BE49-F238E27FC236}">
                      <a16:creationId xmlns:a16="http://schemas.microsoft.com/office/drawing/2014/main" id="{5EBDDFE4-CA05-486A-A085-6ED3D253F084}"/>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1" name="Rectangle 6">
                  <a:extLst>
                    <a:ext uri="{FF2B5EF4-FFF2-40B4-BE49-F238E27FC236}">
                      <a16:creationId xmlns:a16="http://schemas.microsoft.com/office/drawing/2014/main" id="{D64E1F59-A311-49FA-802E-EA99EA45E76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2" name="Rectangle 7">
                  <a:extLst>
                    <a:ext uri="{FF2B5EF4-FFF2-40B4-BE49-F238E27FC236}">
                      <a16:creationId xmlns:a16="http://schemas.microsoft.com/office/drawing/2014/main" id="{E497429E-8AF0-4D09-8DE4-BE738A9FEEF1}"/>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3" name="Line 8">
                  <a:extLst>
                    <a:ext uri="{FF2B5EF4-FFF2-40B4-BE49-F238E27FC236}">
                      <a16:creationId xmlns:a16="http://schemas.microsoft.com/office/drawing/2014/main" id="{7A862A10-9A89-4EE9-BD91-DADA12AE3324}"/>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4" name="Rectangle 17">
                  <a:extLst>
                    <a:ext uri="{FF2B5EF4-FFF2-40B4-BE49-F238E27FC236}">
                      <a16:creationId xmlns:a16="http://schemas.microsoft.com/office/drawing/2014/main" id="{30FD0058-DD12-4DD6-AE94-B99A779C7F6A}"/>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5" name="Rectangle 67">
                  <a:extLst>
                    <a:ext uri="{FF2B5EF4-FFF2-40B4-BE49-F238E27FC236}">
                      <a16:creationId xmlns:a16="http://schemas.microsoft.com/office/drawing/2014/main" id="{C9D4A47F-F81B-4BD0-803A-81E90FC0E67C}"/>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33" name="Oval 68">
                <a:extLst>
                  <a:ext uri="{FF2B5EF4-FFF2-40B4-BE49-F238E27FC236}">
                    <a16:creationId xmlns:a16="http://schemas.microsoft.com/office/drawing/2014/main" id="{0BBEFB3D-57DF-402F-936A-6E5557194A3E}"/>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4698" name="Group 58">
              <a:extLst>
                <a:ext uri="{FF2B5EF4-FFF2-40B4-BE49-F238E27FC236}">
                  <a16:creationId xmlns:a16="http://schemas.microsoft.com/office/drawing/2014/main" id="{6EFB2926-92E3-4095-8FE5-5C657091527E}"/>
                </a:ext>
              </a:extLst>
            </p:cNvPr>
            <p:cNvGrpSpPr>
              <a:grpSpLocks/>
            </p:cNvGrpSpPr>
            <p:nvPr/>
          </p:nvGrpSpPr>
          <p:grpSpPr bwMode="auto">
            <a:xfrm>
              <a:off x="6956447" y="1421927"/>
              <a:ext cx="2103079" cy="1770116"/>
              <a:chOff x="2545121" y="1430283"/>
              <a:chExt cx="2103079" cy="1770116"/>
            </a:xfrm>
          </p:grpSpPr>
          <p:sp>
            <p:nvSpPr>
              <p:cNvPr id="114705" name="Freeform 32">
                <a:extLst>
                  <a:ext uri="{FF2B5EF4-FFF2-40B4-BE49-F238E27FC236}">
                    <a16:creationId xmlns:a16="http://schemas.microsoft.com/office/drawing/2014/main" id="{5E4A4F27-72FC-4990-8364-F26FA520E88B}"/>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06" name="Group 66">
                <a:extLst>
                  <a:ext uri="{FF2B5EF4-FFF2-40B4-BE49-F238E27FC236}">
                    <a16:creationId xmlns:a16="http://schemas.microsoft.com/office/drawing/2014/main" id="{22FA6A5D-4076-49D9-90DF-E4EDC9B51CDE}"/>
                  </a:ext>
                </a:extLst>
              </p:cNvPr>
              <p:cNvGrpSpPr>
                <a:grpSpLocks/>
              </p:cNvGrpSpPr>
              <p:nvPr/>
            </p:nvGrpSpPr>
            <p:grpSpPr bwMode="auto">
              <a:xfrm>
                <a:off x="2545121" y="1430283"/>
                <a:ext cx="2103079" cy="1236717"/>
                <a:chOff x="89349" y="1428587"/>
                <a:chExt cx="2103079" cy="1236717"/>
              </a:xfrm>
            </p:grpSpPr>
            <p:sp>
              <p:nvSpPr>
                <p:cNvPr id="114707" name="Line 14">
                  <a:extLst>
                    <a:ext uri="{FF2B5EF4-FFF2-40B4-BE49-F238E27FC236}">
                      <a16:creationId xmlns:a16="http://schemas.microsoft.com/office/drawing/2014/main" id="{87941668-9B60-4894-97A3-208A74F3AEAA}"/>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8" name="Line 15">
                  <a:extLst>
                    <a:ext uri="{FF2B5EF4-FFF2-40B4-BE49-F238E27FC236}">
                      <a16:creationId xmlns:a16="http://schemas.microsoft.com/office/drawing/2014/main" id="{2595B6EE-5949-4F6B-BA85-F435BE3E1A99}"/>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9" name="Line 11">
                  <a:extLst>
                    <a:ext uri="{FF2B5EF4-FFF2-40B4-BE49-F238E27FC236}">
                      <a16:creationId xmlns:a16="http://schemas.microsoft.com/office/drawing/2014/main" id="{A534969C-E26A-4EA9-A40D-ABA372F8B438}"/>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0" name="Rectangle 5">
                  <a:extLst>
                    <a:ext uri="{FF2B5EF4-FFF2-40B4-BE49-F238E27FC236}">
                      <a16:creationId xmlns:a16="http://schemas.microsoft.com/office/drawing/2014/main" id="{8B5A19D0-8EB4-406A-8C8E-E6FB350F4B20}"/>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1" name="Rectangle 6">
                  <a:extLst>
                    <a:ext uri="{FF2B5EF4-FFF2-40B4-BE49-F238E27FC236}">
                      <a16:creationId xmlns:a16="http://schemas.microsoft.com/office/drawing/2014/main" id="{169CAD52-F05A-432E-A4FD-0B7712D1C0E2}"/>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2" name="Rectangle 7">
                  <a:extLst>
                    <a:ext uri="{FF2B5EF4-FFF2-40B4-BE49-F238E27FC236}">
                      <a16:creationId xmlns:a16="http://schemas.microsoft.com/office/drawing/2014/main" id="{D713877F-43E5-454C-851C-B455071AC461}"/>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3" name="Line 8">
                  <a:extLst>
                    <a:ext uri="{FF2B5EF4-FFF2-40B4-BE49-F238E27FC236}">
                      <a16:creationId xmlns:a16="http://schemas.microsoft.com/office/drawing/2014/main" id="{102AE444-9788-456F-A720-8556542C28D9}"/>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4" name="Freeform 9">
                  <a:extLst>
                    <a:ext uri="{FF2B5EF4-FFF2-40B4-BE49-F238E27FC236}">
                      <a16:creationId xmlns:a16="http://schemas.microsoft.com/office/drawing/2014/main" id="{0A56E451-B837-44F3-B8E0-48261B10726E}"/>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5" name="Line 11">
                  <a:extLst>
                    <a:ext uri="{FF2B5EF4-FFF2-40B4-BE49-F238E27FC236}">
                      <a16:creationId xmlns:a16="http://schemas.microsoft.com/office/drawing/2014/main" id="{010F89FB-1223-4CC1-A7B8-6987184E790A}"/>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6" name="Rectangle 17">
                  <a:extLst>
                    <a:ext uri="{FF2B5EF4-FFF2-40B4-BE49-F238E27FC236}">
                      <a16:creationId xmlns:a16="http://schemas.microsoft.com/office/drawing/2014/main" id="{6539B0AB-B7FF-4359-9730-4D82CBF2870B}"/>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7" name="Rectangle 18">
                  <a:extLst>
                    <a:ext uri="{FF2B5EF4-FFF2-40B4-BE49-F238E27FC236}">
                      <a16:creationId xmlns:a16="http://schemas.microsoft.com/office/drawing/2014/main" id="{0AA9D498-CE64-40BA-B8B0-0ED020C2BA04}"/>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8" name="Rectangle 19">
                  <a:extLst>
                    <a:ext uri="{FF2B5EF4-FFF2-40B4-BE49-F238E27FC236}">
                      <a16:creationId xmlns:a16="http://schemas.microsoft.com/office/drawing/2014/main" id="{E99FF87D-1638-49B9-8166-E8EA6462D37D}"/>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719" name="Group 1">
                  <a:extLst>
                    <a:ext uri="{FF2B5EF4-FFF2-40B4-BE49-F238E27FC236}">
                      <a16:creationId xmlns:a16="http://schemas.microsoft.com/office/drawing/2014/main" id="{26ECFD9A-5B0E-4F9F-BD80-4515F259ECD3}"/>
                    </a:ext>
                  </a:extLst>
                </p:cNvPr>
                <p:cNvGrpSpPr>
                  <a:grpSpLocks/>
                </p:cNvGrpSpPr>
                <p:nvPr/>
              </p:nvGrpSpPr>
              <p:grpSpPr bwMode="auto">
                <a:xfrm>
                  <a:off x="316975" y="2208007"/>
                  <a:ext cx="305262" cy="215063"/>
                  <a:chOff x="990600" y="5638800"/>
                  <a:chExt cx="376238" cy="265113"/>
                </a:xfrm>
              </p:grpSpPr>
              <p:sp>
                <p:nvSpPr>
                  <p:cNvPr id="114729" name="Freeform 26">
                    <a:extLst>
                      <a:ext uri="{FF2B5EF4-FFF2-40B4-BE49-F238E27FC236}">
                        <a16:creationId xmlns:a16="http://schemas.microsoft.com/office/drawing/2014/main" id="{B87685BB-5334-4136-832A-889DF5FB7D44}"/>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0" name="Freeform 28">
                    <a:extLst>
                      <a:ext uri="{FF2B5EF4-FFF2-40B4-BE49-F238E27FC236}">
                        <a16:creationId xmlns:a16="http://schemas.microsoft.com/office/drawing/2014/main" id="{53ACABC7-1C39-4066-8D7C-8577719A3A41}"/>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720" name="Rectangle 29">
                  <a:extLst>
                    <a:ext uri="{FF2B5EF4-FFF2-40B4-BE49-F238E27FC236}">
                      <a16:creationId xmlns:a16="http://schemas.microsoft.com/office/drawing/2014/main" id="{5C1274DB-3FBA-4BF9-8C10-B66B13DE0332}"/>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1" name="Rectangle 67">
                  <a:extLst>
                    <a:ext uri="{FF2B5EF4-FFF2-40B4-BE49-F238E27FC236}">
                      <a16:creationId xmlns:a16="http://schemas.microsoft.com/office/drawing/2014/main" id="{6451DB92-5C4D-4C5C-AA9A-5121436B9592}"/>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2" name="Oval 68">
                  <a:extLst>
                    <a:ext uri="{FF2B5EF4-FFF2-40B4-BE49-F238E27FC236}">
                      <a16:creationId xmlns:a16="http://schemas.microsoft.com/office/drawing/2014/main" id="{2C8CE995-34B1-47E3-B4BD-CC94C102BE2C}"/>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3" name="Line 11">
                  <a:extLst>
                    <a:ext uri="{FF2B5EF4-FFF2-40B4-BE49-F238E27FC236}">
                      <a16:creationId xmlns:a16="http://schemas.microsoft.com/office/drawing/2014/main" id="{0FC9F9B4-656A-4170-AE95-6848687C7CB9}"/>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4" name="Rectangle 6">
                  <a:extLst>
                    <a:ext uri="{FF2B5EF4-FFF2-40B4-BE49-F238E27FC236}">
                      <a16:creationId xmlns:a16="http://schemas.microsoft.com/office/drawing/2014/main" id="{040EE3CA-D2FA-41C6-B6F0-3B7386BA2E53}"/>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5" name="Rectangle 7">
                  <a:extLst>
                    <a:ext uri="{FF2B5EF4-FFF2-40B4-BE49-F238E27FC236}">
                      <a16:creationId xmlns:a16="http://schemas.microsoft.com/office/drawing/2014/main" id="{ABF3281A-A6E0-4950-ADB5-C0B6E3B0FF75}"/>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6" name="Line 8">
                  <a:extLst>
                    <a:ext uri="{FF2B5EF4-FFF2-40B4-BE49-F238E27FC236}">
                      <a16:creationId xmlns:a16="http://schemas.microsoft.com/office/drawing/2014/main" id="{A469FC4F-B9EC-4D8A-A4D3-036707574EE3}"/>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7" name="Rectangle 17">
                  <a:extLst>
                    <a:ext uri="{FF2B5EF4-FFF2-40B4-BE49-F238E27FC236}">
                      <a16:creationId xmlns:a16="http://schemas.microsoft.com/office/drawing/2014/main" id="{13EA1A3A-20BD-4A24-9A0F-C9EBAF0E5209}"/>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8" name="Rectangle 67">
                  <a:extLst>
                    <a:ext uri="{FF2B5EF4-FFF2-40B4-BE49-F238E27FC236}">
                      <a16:creationId xmlns:a16="http://schemas.microsoft.com/office/drawing/2014/main" id="{046BD105-E27A-485F-8525-4E5D6D1CCEE4}"/>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4699" name="Line 13">
              <a:extLst>
                <a:ext uri="{FF2B5EF4-FFF2-40B4-BE49-F238E27FC236}">
                  <a16:creationId xmlns:a16="http://schemas.microsoft.com/office/drawing/2014/main" id="{6CE6A7D9-A233-4272-9981-139195646345}"/>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0" name="Oval 68">
              <a:extLst>
                <a:ext uri="{FF2B5EF4-FFF2-40B4-BE49-F238E27FC236}">
                  <a16:creationId xmlns:a16="http://schemas.microsoft.com/office/drawing/2014/main" id="{1D628533-32D5-48F1-8A25-0414BB8375FA}"/>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1" name="Line 11">
              <a:extLst>
                <a:ext uri="{FF2B5EF4-FFF2-40B4-BE49-F238E27FC236}">
                  <a16:creationId xmlns:a16="http://schemas.microsoft.com/office/drawing/2014/main" id="{7E90E670-13A1-4724-BCD9-0B268592DA8E}"/>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2" name="Line 15">
              <a:extLst>
                <a:ext uri="{FF2B5EF4-FFF2-40B4-BE49-F238E27FC236}">
                  <a16:creationId xmlns:a16="http://schemas.microsoft.com/office/drawing/2014/main" id="{4E0F939F-BE14-411B-AC76-F6F562ED59C7}"/>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3" name="Rectangle 11">
              <a:extLst>
                <a:ext uri="{FF2B5EF4-FFF2-40B4-BE49-F238E27FC236}">
                  <a16:creationId xmlns:a16="http://schemas.microsoft.com/office/drawing/2014/main" id="{145B34F4-13A6-4350-BA6B-D78F00DDF39D}"/>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4" name="Rectangle 41">
              <a:extLst>
                <a:ext uri="{FF2B5EF4-FFF2-40B4-BE49-F238E27FC236}">
                  <a16:creationId xmlns:a16="http://schemas.microsoft.com/office/drawing/2014/main" id="{9600FD93-CAED-4FDA-99F5-918E88C07C11}"/>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693" name="Oval 2">
            <a:extLst>
              <a:ext uri="{FF2B5EF4-FFF2-40B4-BE49-F238E27FC236}">
                <a16:creationId xmlns:a16="http://schemas.microsoft.com/office/drawing/2014/main" id="{D38F2688-5D41-447F-AEC2-FEF8D19B14F5}"/>
              </a:ext>
            </a:extLst>
          </p:cNvPr>
          <p:cNvSpPr>
            <a:spLocks noChangeArrowheads="1"/>
          </p:cNvSpPr>
          <p:nvPr/>
        </p:nvSpPr>
        <p:spPr bwMode="auto">
          <a:xfrm>
            <a:off x="608013" y="4244975"/>
            <a:ext cx="1979612" cy="215265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Title 1">
            <a:extLst>
              <a:ext uri="{FF2B5EF4-FFF2-40B4-BE49-F238E27FC236}">
                <a16:creationId xmlns:a16="http://schemas.microsoft.com/office/drawing/2014/main" id="{2DD6C602-31C2-460D-9156-46814E79F06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5714" name="Group 1">
            <a:extLst>
              <a:ext uri="{FF2B5EF4-FFF2-40B4-BE49-F238E27FC236}">
                <a16:creationId xmlns:a16="http://schemas.microsoft.com/office/drawing/2014/main" id="{D59B46A9-C480-47BE-8EF9-8058BBA31665}"/>
              </a:ext>
            </a:extLst>
          </p:cNvPr>
          <p:cNvGrpSpPr>
            <a:grpSpLocks/>
          </p:cNvGrpSpPr>
          <p:nvPr/>
        </p:nvGrpSpPr>
        <p:grpSpPr bwMode="auto">
          <a:xfrm>
            <a:off x="1104900" y="1827213"/>
            <a:ext cx="7124700" cy="1395412"/>
            <a:chOff x="1052513" y="914400"/>
            <a:chExt cx="7124700" cy="1395413"/>
          </a:xfrm>
        </p:grpSpPr>
        <p:sp>
          <p:nvSpPr>
            <p:cNvPr id="115834" name="Rectangle 4">
              <a:extLst>
                <a:ext uri="{FF2B5EF4-FFF2-40B4-BE49-F238E27FC236}">
                  <a16:creationId xmlns:a16="http://schemas.microsoft.com/office/drawing/2014/main" id="{BA84BC63-7E2C-4E9E-89FE-13D43577A3BC}"/>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5" name="Rectangle 5">
              <a:extLst>
                <a:ext uri="{FF2B5EF4-FFF2-40B4-BE49-F238E27FC236}">
                  <a16:creationId xmlns:a16="http://schemas.microsoft.com/office/drawing/2014/main" id="{C167821A-5D6B-4221-B025-66AEFDAB2B3E}"/>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6" name="Rectangle 6">
              <a:extLst>
                <a:ext uri="{FF2B5EF4-FFF2-40B4-BE49-F238E27FC236}">
                  <a16:creationId xmlns:a16="http://schemas.microsoft.com/office/drawing/2014/main" id="{7B742309-E899-4533-853D-4113DC05F636}"/>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7" name="Line 7">
              <a:extLst>
                <a:ext uri="{FF2B5EF4-FFF2-40B4-BE49-F238E27FC236}">
                  <a16:creationId xmlns:a16="http://schemas.microsoft.com/office/drawing/2014/main" id="{228763B7-BFD6-4B1F-88EA-411B31A3C6C8}"/>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8" name="Freeform 8">
              <a:extLst>
                <a:ext uri="{FF2B5EF4-FFF2-40B4-BE49-F238E27FC236}">
                  <a16:creationId xmlns:a16="http://schemas.microsoft.com/office/drawing/2014/main" id="{2C5EEA09-CBEC-4CF2-8EA6-AD05208F722A}"/>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9" name="Rectangle 9">
              <a:extLst>
                <a:ext uri="{FF2B5EF4-FFF2-40B4-BE49-F238E27FC236}">
                  <a16:creationId xmlns:a16="http://schemas.microsoft.com/office/drawing/2014/main" id="{7B60944C-9FCB-4EC8-A947-6915C2CED560}"/>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0" name="Rectangle 10">
              <a:extLst>
                <a:ext uri="{FF2B5EF4-FFF2-40B4-BE49-F238E27FC236}">
                  <a16:creationId xmlns:a16="http://schemas.microsoft.com/office/drawing/2014/main" id="{2C362445-D663-45AC-BEB6-5D2F0B93D4DC}"/>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1" name="Rectangle 11">
              <a:extLst>
                <a:ext uri="{FF2B5EF4-FFF2-40B4-BE49-F238E27FC236}">
                  <a16:creationId xmlns:a16="http://schemas.microsoft.com/office/drawing/2014/main" id="{8DB0A82F-1117-47DB-9EB0-752124F93C50}"/>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2" name="Rectangle 12">
              <a:extLst>
                <a:ext uri="{FF2B5EF4-FFF2-40B4-BE49-F238E27FC236}">
                  <a16:creationId xmlns:a16="http://schemas.microsoft.com/office/drawing/2014/main" id="{68C36A27-2FE7-4FAA-8649-222F4FDD7637}"/>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3" name="Rectangle 13">
              <a:extLst>
                <a:ext uri="{FF2B5EF4-FFF2-40B4-BE49-F238E27FC236}">
                  <a16:creationId xmlns:a16="http://schemas.microsoft.com/office/drawing/2014/main" id="{B09355AE-33C9-45AF-A0C2-9613D399D0D2}"/>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4" name="Line 14">
              <a:extLst>
                <a:ext uri="{FF2B5EF4-FFF2-40B4-BE49-F238E27FC236}">
                  <a16:creationId xmlns:a16="http://schemas.microsoft.com/office/drawing/2014/main" id="{F9ED1F1A-CACC-438B-94FD-B4659DFB3A49}"/>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5" name="Rectangle 15">
              <a:extLst>
                <a:ext uri="{FF2B5EF4-FFF2-40B4-BE49-F238E27FC236}">
                  <a16:creationId xmlns:a16="http://schemas.microsoft.com/office/drawing/2014/main" id="{3A8B9938-918E-48A5-A6D8-78A99DCD92F8}"/>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6" name="Rectangle 16">
              <a:extLst>
                <a:ext uri="{FF2B5EF4-FFF2-40B4-BE49-F238E27FC236}">
                  <a16:creationId xmlns:a16="http://schemas.microsoft.com/office/drawing/2014/main" id="{B0E88DAE-C362-469F-8FF5-3F9A2F1C2F34}"/>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7" name="Rectangle 17">
              <a:extLst>
                <a:ext uri="{FF2B5EF4-FFF2-40B4-BE49-F238E27FC236}">
                  <a16:creationId xmlns:a16="http://schemas.microsoft.com/office/drawing/2014/main" id="{FCACF800-468B-4CAF-8A5A-F1234BEE34CE}"/>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8" name="Rectangle 18">
              <a:extLst>
                <a:ext uri="{FF2B5EF4-FFF2-40B4-BE49-F238E27FC236}">
                  <a16:creationId xmlns:a16="http://schemas.microsoft.com/office/drawing/2014/main" id="{E929260D-3F86-45F8-8534-3A041FE839CF}"/>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9" name="Line 19">
              <a:extLst>
                <a:ext uri="{FF2B5EF4-FFF2-40B4-BE49-F238E27FC236}">
                  <a16:creationId xmlns:a16="http://schemas.microsoft.com/office/drawing/2014/main" id="{32E7A4BC-81AD-47EB-8091-CBA3E5DF6106}"/>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0" name="Rectangle 20">
              <a:extLst>
                <a:ext uri="{FF2B5EF4-FFF2-40B4-BE49-F238E27FC236}">
                  <a16:creationId xmlns:a16="http://schemas.microsoft.com/office/drawing/2014/main" id="{D51CC241-EF5B-4008-ADF3-9210C86AFD37}"/>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1" name="Rectangle 21">
              <a:extLst>
                <a:ext uri="{FF2B5EF4-FFF2-40B4-BE49-F238E27FC236}">
                  <a16:creationId xmlns:a16="http://schemas.microsoft.com/office/drawing/2014/main" id="{AA59E38B-301E-4705-8805-FAB90F10D8BD}"/>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2" name="Rectangle 22">
              <a:extLst>
                <a:ext uri="{FF2B5EF4-FFF2-40B4-BE49-F238E27FC236}">
                  <a16:creationId xmlns:a16="http://schemas.microsoft.com/office/drawing/2014/main" id="{1BA7E1B4-69FF-4E70-BBD6-42965AB95C4B}"/>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3" name="Rectangle 23">
              <a:extLst>
                <a:ext uri="{FF2B5EF4-FFF2-40B4-BE49-F238E27FC236}">
                  <a16:creationId xmlns:a16="http://schemas.microsoft.com/office/drawing/2014/main" id="{4BFB9E57-BF4C-47D3-9EB4-07DD24AEA26D}"/>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4" name="Line 24">
              <a:extLst>
                <a:ext uri="{FF2B5EF4-FFF2-40B4-BE49-F238E27FC236}">
                  <a16:creationId xmlns:a16="http://schemas.microsoft.com/office/drawing/2014/main" id="{49E8FDB1-AF41-45C4-BC39-39E415811657}"/>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5" name="Line 25">
              <a:extLst>
                <a:ext uri="{FF2B5EF4-FFF2-40B4-BE49-F238E27FC236}">
                  <a16:creationId xmlns:a16="http://schemas.microsoft.com/office/drawing/2014/main" id="{D61D9704-1545-43C2-92E9-DF5E69D6B6D4}"/>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6" name="Line 26">
              <a:extLst>
                <a:ext uri="{FF2B5EF4-FFF2-40B4-BE49-F238E27FC236}">
                  <a16:creationId xmlns:a16="http://schemas.microsoft.com/office/drawing/2014/main" id="{22015B08-EFBE-4800-9A2A-3BC91248E838}"/>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7" name="Line 27">
              <a:extLst>
                <a:ext uri="{FF2B5EF4-FFF2-40B4-BE49-F238E27FC236}">
                  <a16:creationId xmlns:a16="http://schemas.microsoft.com/office/drawing/2014/main" id="{6D156012-A828-4998-85E9-FB89D52E3563}"/>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8" name="Line 28">
              <a:extLst>
                <a:ext uri="{FF2B5EF4-FFF2-40B4-BE49-F238E27FC236}">
                  <a16:creationId xmlns:a16="http://schemas.microsoft.com/office/drawing/2014/main" id="{6A0C1DD5-B15E-4633-9ED2-7FF3A4A96605}"/>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9" name="Line 29">
              <a:extLst>
                <a:ext uri="{FF2B5EF4-FFF2-40B4-BE49-F238E27FC236}">
                  <a16:creationId xmlns:a16="http://schemas.microsoft.com/office/drawing/2014/main" id="{A892298B-8955-4DE2-86A3-46D12B66DA09}"/>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0" name="Freeform 30">
              <a:extLst>
                <a:ext uri="{FF2B5EF4-FFF2-40B4-BE49-F238E27FC236}">
                  <a16:creationId xmlns:a16="http://schemas.microsoft.com/office/drawing/2014/main" id="{70CF6234-10C3-4452-BF36-C0B86FC5FCD7}"/>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1" name="Freeform 31">
              <a:extLst>
                <a:ext uri="{FF2B5EF4-FFF2-40B4-BE49-F238E27FC236}">
                  <a16:creationId xmlns:a16="http://schemas.microsoft.com/office/drawing/2014/main" id="{AD31F225-9FF5-48E5-B3DD-778769984839}"/>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2" name="Freeform 32">
              <a:extLst>
                <a:ext uri="{FF2B5EF4-FFF2-40B4-BE49-F238E27FC236}">
                  <a16:creationId xmlns:a16="http://schemas.microsoft.com/office/drawing/2014/main" id="{54760236-7B34-4502-956B-424BAB1EF873}"/>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3" name="Freeform 33">
              <a:extLst>
                <a:ext uri="{FF2B5EF4-FFF2-40B4-BE49-F238E27FC236}">
                  <a16:creationId xmlns:a16="http://schemas.microsoft.com/office/drawing/2014/main" id="{0A9332AF-DE6D-4B98-B82E-3DB4ACDB4ADA}"/>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4" name="Freeform 34">
              <a:extLst>
                <a:ext uri="{FF2B5EF4-FFF2-40B4-BE49-F238E27FC236}">
                  <a16:creationId xmlns:a16="http://schemas.microsoft.com/office/drawing/2014/main" id="{EE7BE6E4-5B2A-4D76-9809-BC215CA7559F}"/>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5" name="Freeform 35">
              <a:extLst>
                <a:ext uri="{FF2B5EF4-FFF2-40B4-BE49-F238E27FC236}">
                  <a16:creationId xmlns:a16="http://schemas.microsoft.com/office/drawing/2014/main" id="{EF2F3462-7FF8-400B-939B-939D1E6E5AAE}"/>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6" name="Freeform 36">
              <a:extLst>
                <a:ext uri="{FF2B5EF4-FFF2-40B4-BE49-F238E27FC236}">
                  <a16:creationId xmlns:a16="http://schemas.microsoft.com/office/drawing/2014/main" id="{7D3652FE-3B63-430C-9249-B6B1B65FD465}"/>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7" name="Line 37">
              <a:extLst>
                <a:ext uri="{FF2B5EF4-FFF2-40B4-BE49-F238E27FC236}">
                  <a16:creationId xmlns:a16="http://schemas.microsoft.com/office/drawing/2014/main" id="{B5F1B022-0276-4CCA-935D-C21B4387BAC0}"/>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8" name="Freeform 38">
              <a:extLst>
                <a:ext uri="{FF2B5EF4-FFF2-40B4-BE49-F238E27FC236}">
                  <a16:creationId xmlns:a16="http://schemas.microsoft.com/office/drawing/2014/main" id="{8E5DD6DD-7A11-408B-B275-9CE634AEC6A6}"/>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69" name="Rectangle 40">
              <a:extLst>
                <a:ext uri="{FF2B5EF4-FFF2-40B4-BE49-F238E27FC236}">
                  <a16:creationId xmlns:a16="http://schemas.microsoft.com/office/drawing/2014/main" id="{396FDB88-C1D6-4426-B4E3-D8A80C5B6359}"/>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0" name="Rectangle 41">
              <a:extLst>
                <a:ext uri="{FF2B5EF4-FFF2-40B4-BE49-F238E27FC236}">
                  <a16:creationId xmlns:a16="http://schemas.microsoft.com/office/drawing/2014/main" id="{B8E1FAB6-53FA-40EC-9F70-E4D106A27DF9}"/>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1" name="Rectangle 42">
              <a:extLst>
                <a:ext uri="{FF2B5EF4-FFF2-40B4-BE49-F238E27FC236}">
                  <a16:creationId xmlns:a16="http://schemas.microsoft.com/office/drawing/2014/main" id="{B477EE66-28EA-4E28-8BFE-9AC6CEE87693}"/>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2" name="Rectangle 112">
              <a:extLst>
                <a:ext uri="{FF2B5EF4-FFF2-40B4-BE49-F238E27FC236}">
                  <a16:creationId xmlns:a16="http://schemas.microsoft.com/office/drawing/2014/main" id="{A880648A-C3FB-4A8A-A895-AE06C058F1FC}"/>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3" name="Rectangle 113">
              <a:extLst>
                <a:ext uri="{FF2B5EF4-FFF2-40B4-BE49-F238E27FC236}">
                  <a16:creationId xmlns:a16="http://schemas.microsoft.com/office/drawing/2014/main" id="{0590DD9B-FE08-45B2-99F4-1F792F68B81E}"/>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4" name="Rectangle 114">
              <a:extLst>
                <a:ext uri="{FF2B5EF4-FFF2-40B4-BE49-F238E27FC236}">
                  <a16:creationId xmlns:a16="http://schemas.microsoft.com/office/drawing/2014/main" id="{B26717AD-7A50-45D5-9C87-E9C6C07EEFCB}"/>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5" name="Rectangle 115">
              <a:extLst>
                <a:ext uri="{FF2B5EF4-FFF2-40B4-BE49-F238E27FC236}">
                  <a16:creationId xmlns:a16="http://schemas.microsoft.com/office/drawing/2014/main" id="{D8FBAD6E-EF90-438E-8079-4E64DCD325E0}"/>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6" name="Rectangle 116">
              <a:extLst>
                <a:ext uri="{FF2B5EF4-FFF2-40B4-BE49-F238E27FC236}">
                  <a16:creationId xmlns:a16="http://schemas.microsoft.com/office/drawing/2014/main" id="{5ABE84F9-9DAD-4A25-8CF4-90BF16BE9715}"/>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7" name="Rectangle 117">
              <a:extLst>
                <a:ext uri="{FF2B5EF4-FFF2-40B4-BE49-F238E27FC236}">
                  <a16:creationId xmlns:a16="http://schemas.microsoft.com/office/drawing/2014/main" id="{29E0CDB2-EDDE-48E2-9E02-67DAC4855FAD}"/>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8" name="Rectangle 118">
              <a:extLst>
                <a:ext uri="{FF2B5EF4-FFF2-40B4-BE49-F238E27FC236}">
                  <a16:creationId xmlns:a16="http://schemas.microsoft.com/office/drawing/2014/main" id="{03522B0B-2B53-4C29-928B-8663DD8EEDB2}"/>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79" name="Rectangle 119">
              <a:extLst>
                <a:ext uri="{FF2B5EF4-FFF2-40B4-BE49-F238E27FC236}">
                  <a16:creationId xmlns:a16="http://schemas.microsoft.com/office/drawing/2014/main" id="{60387269-A2A1-4D35-8E80-1113A7220592}"/>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80" name="Freeform 120">
              <a:extLst>
                <a:ext uri="{FF2B5EF4-FFF2-40B4-BE49-F238E27FC236}">
                  <a16:creationId xmlns:a16="http://schemas.microsoft.com/office/drawing/2014/main" id="{1CD81326-A5B6-435F-8167-26A6E8454ED8}"/>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15" name="Oval 2">
            <a:extLst>
              <a:ext uri="{FF2B5EF4-FFF2-40B4-BE49-F238E27FC236}">
                <a16:creationId xmlns:a16="http://schemas.microsoft.com/office/drawing/2014/main" id="{876B002C-6672-415A-BBB2-9F84F1F56887}"/>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16" name="Group 53">
            <a:extLst>
              <a:ext uri="{FF2B5EF4-FFF2-40B4-BE49-F238E27FC236}">
                <a16:creationId xmlns:a16="http://schemas.microsoft.com/office/drawing/2014/main" id="{802E585F-DB94-4D88-A4C1-13F497679BE6}"/>
              </a:ext>
            </a:extLst>
          </p:cNvPr>
          <p:cNvGrpSpPr>
            <a:grpSpLocks/>
          </p:cNvGrpSpPr>
          <p:nvPr/>
        </p:nvGrpSpPr>
        <p:grpSpPr bwMode="auto">
          <a:xfrm>
            <a:off x="206375" y="4689475"/>
            <a:ext cx="8853488" cy="1787525"/>
            <a:chOff x="205979" y="1421927"/>
            <a:chExt cx="8853547" cy="1786829"/>
          </a:xfrm>
        </p:grpSpPr>
        <p:sp>
          <p:nvSpPr>
            <p:cNvPr id="115720" name="Line 14">
              <a:extLst>
                <a:ext uri="{FF2B5EF4-FFF2-40B4-BE49-F238E27FC236}">
                  <a16:creationId xmlns:a16="http://schemas.microsoft.com/office/drawing/2014/main" id="{F1D8E47D-A28D-4F47-8F49-BB42CC2D61AC}"/>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21" name="Group 55">
              <a:extLst>
                <a:ext uri="{FF2B5EF4-FFF2-40B4-BE49-F238E27FC236}">
                  <a16:creationId xmlns:a16="http://schemas.microsoft.com/office/drawing/2014/main" id="{51B0CC9F-7A26-4EA4-A156-21D6D121CB32}"/>
                </a:ext>
              </a:extLst>
            </p:cNvPr>
            <p:cNvGrpSpPr>
              <a:grpSpLocks/>
            </p:cNvGrpSpPr>
            <p:nvPr/>
          </p:nvGrpSpPr>
          <p:grpSpPr bwMode="auto">
            <a:xfrm>
              <a:off x="665216" y="1428587"/>
              <a:ext cx="2636625" cy="1236717"/>
              <a:chOff x="207935" y="1428587"/>
              <a:chExt cx="2636625" cy="1236717"/>
            </a:xfrm>
          </p:grpSpPr>
          <p:sp>
            <p:nvSpPr>
              <p:cNvPr id="115811" name="Line 14">
                <a:extLst>
                  <a:ext uri="{FF2B5EF4-FFF2-40B4-BE49-F238E27FC236}">
                    <a16:creationId xmlns:a16="http://schemas.microsoft.com/office/drawing/2014/main" id="{2F028925-444A-4631-BF68-AA211DB8121F}"/>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2" name="Line 15">
                <a:extLst>
                  <a:ext uri="{FF2B5EF4-FFF2-40B4-BE49-F238E27FC236}">
                    <a16:creationId xmlns:a16="http://schemas.microsoft.com/office/drawing/2014/main" id="{94D8D3B3-F610-4A07-8AE1-D01D5EC28C91}"/>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3" name="Rectangle 5">
                <a:extLst>
                  <a:ext uri="{FF2B5EF4-FFF2-40B4-BE49-F238E27FC236}">
                    <a16:creationId xmlns:a16="http://schemas.microsoft.com/office/drawing/2014/main" id="{AEE6AD24-3B1A-499C-AA9A-B5CB03F6F7FE}"/>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4" name="Rectangle 6">
                <a:extLst>
                  <a:ext uri="{FF2B5EF4-FFF2-40B4-BE49-F238E27FC236}">
                    <a16:creationId xmlns:a16="http://schemas.microsoft.com/office/drawing/2014/main" id="{04D852C5-DF0C-4A7B-980C-E803197B78CF}"/>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5" name="Rectangle 7">
                <a:extLst>
                  <a:ext uri="{FF2B5EF4-FFF2-40B4-BE49-F238E27FC236}">
                    <a16:creationId xmlns:a16="http://schemas.microsoft.com/office/drawing/2014/main" id="{980716FA-18EC-449E-930F-58D20F9ECFF5}"/>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6" name="Line 8">
                <a:extLst>
                  <a:ext uri="{FF2B5EF4-FFF2-40B4-BE49-F238E27FC236}">
                    <a16:creationId xmlns:a16="http://schemas.microsoft.com/office/drawing/2014/main" id="{492E1443-5316-460D-8B25-84C0F3D278EE}"/>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7" name="Freeform 9">
                <a:extLst>
                  <a:ext uri="{FF2B5EF4-FFF2-40B4-BE49-F238E27FC236}">
                    <a16:creationId xmlns:a16="http://schemas.microsoft.com/office/drawing/2014/main" id="{7CDCD4C3-0F74-4CF8-9340-F67CF325F835}"/>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8" name="Line 11">
                <a:extLst>
                  <a:ext uri="{FF2B5EF4-FFF2-40B4-BE49-F238E27FC236}">
                    <a16:creationId xmlns:a16="http://schemas.microsoft.com/office/drawing/2014/main" id="{13D24EE1-838A-4AAC-A600-4ECC7426AAE5}"/>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9" name="Rectangle 17">
                <a:extLst>
                  <a:ext uri="{FF2B5EF4-FFF2-40B4-BE49-F238E27FC236}">
                    <a16:creationId xmlns:a16="http://schemas.microsoft.com/office/drawing/2014/main" id="{088AF19E-13E1-4039-A224-07B506DF4645}"/>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0" name="Rectangle 18">
                <a:extLst>
                  <a:ext uri="{FF2B5EF4-FFF2-40B4-BE49-F238E27FC236}">
                    <a16:creationId xmlns:a16="http://schemas.microsoft.com/office/drawing/2014/main" id="{7E4303BE-9800-4325-9155-750CE30C7A68}"/>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1" name="Rectangle 19">
                <a:extLst>
                  <a:ext uri="{FF2B5EF4-FFF2-40B4-BE49-F238E27FC236}">
                    <a16:creationId xmlns:a16="http://schemas.microsoft.com/office/drawing/2014/main" id="{BED24437-C1E5-468A-93C2-9CE32A2380EE}"/>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822" name="Group 1">
                <a:extLst>
                  <a:ext uri="{FF2B5EF4-FFF2-40B4-BE49-F238E27FC236}">
                    <a16:creationId xmlns:a16="http://schemas.microsoft.com/office/drawing/2014/main" id="{D67C1D93-0C7F-4C5D-B183-AF99B5361DB8}"/>
                  </a:ext>
                </a:extLst>
              </p:cNvPr>
              <p:cNvGrpSpPr>
                <a:grpSpLocks/>
              </p:cNvGrpSpPr>
              <p:nvPr/>
            </p:nvGrpSpPr>
            <p:grpSpPr bwMode="auto">
              <a:xfrm>
                <a:off x="316975" y="2208007"/>
                <a:ext cx="305262" cy="215063"/>
                <a:chOff x="990600" y="5638800"/>
                <a:chExt cx="376238" cy="265113"/>
              </a:xfrm>
            </p:grpSpPr>
            <p:sp>
              <p:nvSpPr>
                <p:cNvPr id="115832" name="Freeform 26">
                  <a:extLst>
                    <a:ext uri="{FF2B5EF4-FFF2-40B4-BE49-F238E27FC236}">
                      <a16:creationId xmlns:a16="http://schemas.microsoft.com/office/drawing/2014/main" id="{C61C91C3-76A0-4A3E-A37F-917189B65639}"/>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3" name="Freeform 28">
                  <a:extLst>
                    <a:ext uri="{FF2B5EF4-FFF2-40B4-BE49-F238E27FC236}">
                      <a16:creationId xmlns:a16="http://schemas.microsoft.com/office/drawing/2014/main" id="{797C8972-AF90-4909-8887-91D0875EB0DE}"/>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823" name="Rectangle 29">
                <a:extLst>
                  <a:ext uri="{FF2B5EF4-FFF2-40B4-BE49-F238E27FC236}">
                    <a16:creationId xmlns:a16="http://schemas.microsoft.com/office/drawing/2014/main" id="{566293FD-80D1-4027-8B61-5E3FB7E37B2D}"/>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4" name="Rectangle 67">
                <a:extLst>
                  <a:ext uri="{FF2B5EF4-FFF2-40B4-BE49-F238E27FC236}">
                    <a16:creationId xmlns:a16="http://schemas.microsoft.com/office/drawing/2014/main" id="{B907A63E-62E0-4A2B-8DD1-0486E7D02F87}"/>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5" name="Oval 68">
                <a:extLst>
                  <a:ext uri="{FF2B5EF4-FFF2-40B4-BE49-F238E27FC236}">
                    <a16:creationId xmlns:a16="http://schemas.microsoft.com/office/drawing/2014/main" id="{5EB5791F-A4F7-42F7-8F2D-907BA51E45C6}"/>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6" name="Line 11">
                <a:extLst>
                  <a:ext uri="{FF2B5EF4-FFF2-40B4-BE49-F238E27FC236}">
                    <a16:creationId xmlns:a16="http://schemas.microsoft.com/office/drawing/2014/main" id="{6EAC8F7B-FF7B-4FF3-B4F8-921E81C371C7}"/>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7" name="Rectangle 6">
                <a:extLst>
                  <a:ext uri="{FF2B5EF4-FFF2-40B4-BE49-F238E27FC236}">
                    <a16:creationId xmlns:a16="http://schemas.microsoft.com/office/drawing/2014/main" id="{77A5FA79-F947-4C21-8993-6CB9F75BCD3E}"/>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8" name="Rectangle 7">
                <a:extLst>
                  <a:ext uri="{FF2B5EF4-FFF2-40B4-BE49-F238E27FC236}">
                    <a16:creationId xmlns:a16="http://schemas.microsoft.com/office/drawing/2014/main" id="{0CC1DB6B-09CE-4AC7-B656-BB2226DDE49C}"/>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9" name="Line 8">
                <a:extLst>
                  <a:ext uri="{FF2B5EF4-FFF2-40B4-BE49-F238E27FC236}">
                    <a16:creationId xmlns:a16="http://schemas.microsoft.com/office/drawing/2014/main" id="{6FB8A500-3783-4DC0-AEC8-91351ED29246}"/>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0" name="Rectangle 17">
                <a:extLst>
                  <a:ext uri="{FF2B5EF4-FFF2-40B4-BE49-F238E27FC236}">
                    <a16:creationId xmlns:a16="http://schemas.microsoft.com/office/drawing/2014/main" id="{4C9D53D8-E889-4114-BBEF-E2959DEFD22B}"/>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1" name="Rectangle 67">
                <a:extLst>
                  <a:ext uri="{FF2B5EF4-FFF2-40B4-BE49-F238E27FC236}">
                    <a16:creationId xmlns:a16="http://schemas.microsoft.com/office/drawing/2014/main" id="{C3A18654-CC68-4224-A86D-35EB5124EAAC}"/>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5722" name="Group 56">
              <a:extLst>
                <a:ext uri="{FF2B5EF4-FFF2-40B4-BE49-F238E27FC236}">
                  <a16:creationId xmlns:a16="http://schemas.microsoft.com/office/drawing/2014/main" id="{6B089082-94F7-4BE2-B3B4-47BA267B5148}"/>
                </a:ext>
              </a:extLst>
            </p:cNvPr>
            <p:cNvGrpSpPr>
              <a:grpSpLocks/>
            </p:cNvGrpSpPr>
            <p:nvPr/>
          </p:nvGrpSpPr>
          <p:grpSpPr bwMode="auto">
            <a:xfrm>
              <a:off x="2675436" y="1430283"/>
              <a:ext cx="2766082" cy="1778473"/>
              <a:chOff x="2522955" y="1430283"/>
              <a:chExt cx="2766082" cy="1778473"/>
            </a:xfrm>
          </p:grpSpPr>
          <p:sp>
            <p:nvSpPr>
              <p:cNvPr id="115784" name="Freeform 32">
                <a:extLst>
                  <a:ext uri="{FF2B5EF4-FFF2-40B4-BE49-F238E27FC236}">
                    <a16:creationId xmlns:a16="http://schemas.microsoft.com/office/drawing/2014/main" id="{8B40BA01-56C5-417C-88D9-E2531A6A9581}"/>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85" name="Group 119">
                <a:extLst>
                  <a:ext uri="{FF2B5EF4-FFF2-40B4-BE49-F238E27FC236}">
                    <a16:creationId xmlns:a16="http://schemas.microsoft.com/office/drawing/2014/main" id="{73EDE006-5B6F-4892-9C41-229FAB409F37}"/>
                  </a:ext>
                </a:extLst>
              </p:cNvPr>
              <p:cNvGrpSpPr>
                <a:grpSpLocks/>
              </p:cNvGrpSpPr>
              <p:nvPr/>
            </p:nvGrpSpPr>
            <p:grpSpPr bwMode="auto">
              <a:xfrm>
                <a:off x="2545121" y="1430283"/>
                <a:ext cx="2743916" cy="1236717"/>
                <a:chOff x="89349" y="1428587"/>
                <a:chExt cx="2743916" cy="1236717"/>
              </a:xfrm>
            </p:grpSpPr>
            <p:sp>
              <p:nvSpPr>
                <p:cNvPr id="115787" name="Line 14">
                  <a:extLst>
                    <a:ext uri="{FF2B5EF4-FFF2-40B4-BE49-F238E27FC236}">
                      <a16:creationId xmlns:a16="http://schemas.microsoft.com/office/drawing/2014/main" id="{2CDC248A-BCE5-425A-8E4E-59985D79864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8" name="Line 15">
                  <a:extLst>
                    <a:ext uri="{FF2B5EF4-FFF2-40B4-BE49-F238E27FC236}">
                      <a16:creationId xmlns:a16="http://schemas.microsoft.com/office/drawing/2014/main" id="{DE02D862-9F40-4EE8-A955-A38C2E2F917E}"/>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9" name="Line 11">
                  <a:extLst>
                    <a:ext uri="{FF2B5EF4-FFF2-40B4-BE49-F238E27FC236}">
                      <a16:creationId xmlns:a16="http://schemas.microsoft.com/office/drawing/2014/main" id="{5CAC04A1-EC43-4097-B1B1-69725D93C223}"/>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0" name="Rectangle 5">
                  <a:extLst>
                    <a:ext uri="{FF2B5EF4-FFF2-40B4-BE49-F238E27FC236}">
                      <a16:creationId xmlns:a16="http://schemas.microsoft.com/office/drawing/2014/main" id="{826E7FE7-DA8D-4E46-9CE9-FDCFD751B304}"/>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1" name="Rectangle 6">
                  <a:extLst>
                    <a:ext uri="{FF2B5EF4-FFF2-40B4-BE49-F238E27FC236}">
                      <a16:creationId xmlns:a16="http://schemas.microsoft.com/office/drawing/2014/main" id="{11716A83-2194-417B-9A5E-80D1F9E88D2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2" name="Rectangle 7">
                  <a:extLst>
                    <a:ext uri="{FF2B5EF4-FFF2-40B4-BE49-F238E27FC236}">
                      <a16:creationId xmlns:a16="http://schemas.microsoft.com/office/drawing/2014/main" id="{ECD3EA67-83D1-4D94-AC01-C0F1A56F9FA0}"/>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3" name="Line 8">
                  <a:extLst>
                    <a:ext uri="{FF2B5EF4-FFF2-40B4-BE49-F238E27FC236}">
                      <a16:creationId xmlns:a16="http://schemas.microsoft.com/office/drawing/2014/main" id="{98CE8E12-C7E8-4DBA-9CF4-0BA94F995D82}"/>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4" name="Freeform 9">
                  <a:extLst>
                    <a:ext uri="{FF2B5EF4-FFF2-40B4-BE49-F238E27FC236}">
                      <a16:creationId xmlns:a16="http://schemas.microsoft.com/office/drawing/2014/main" id="{A606B7BC-B5A4-4404-BC64-E7D676337B0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5" name="Line 11">
                  <a:extLst>
                    <a:ext uri="{FF2B5EF4-FFF2-40B4-BE49-F238E27FC236}">
                      <a16:creationId xmlns:a16="http://schemas.microsoft.com/office/drawing/2014/main" id="{185B662B-C778-493B-90FC-B722BFA3454D}"/>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6" name="Rectangle 17">
                  <a:extLst>
                    <a:ext uri="{FF2B5EF4-FFF2-40B4-BE49-F238E27FC236}">
                      <a16:creationId xmlns:a16="http://schemas.microsoft.com/office/drawing/2014/main" id="{94DB0663-65C8-4696-86E5-33FCACB7F68F}"/>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7" name="Rectangle 18">
                  <a:extLst>
                    <a:ext uri="{FF2B5EF4-FFF2-40B4-BE49-F238E27FC236}">
                      <a16:creationId xmlns:a16="http://schemas.microsoft.com/office/drawing/2014/main" id="{3842C2A2-4DBA-48D0-9483-00250BE170F4}"/>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8" name="Rectangle 19">
                  <a:extLst>
                    <a:ext uri="{FF2B5EF4-FFF2-40B4-BE49-F238E27FC236}">
                      <a16:creationId xmlns:a16="http://schemas.microsoft.com/office/drawing/2014/main" id="{DB7055B7-48F4-49FB-ADD6-D9D36B5E6E07}"/>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99" name="Group 1">
                  <a:extLst>
                    <a:ext uri="{FF2B5EF4-FFF2-40B4-BE49-F238E27FC236}">
                      <a16:creationId xmlns:a16="http://schemas.microsoft.com/office/drawing/2014/main" id="{7E0673AB-BF64-456D-84C0-863D66CA39C4}"/>
                    </a:ext>
                  </a:extLst>
                </p:cNvPr>
                <p:cNvGrpSpPr>
                  <a:grpSpLocks/>
                </p:cNvGrpSpPr>
                <p:nvPr/>
              </p:nvGrpSpPr>
              <p:grpSpPr bwMode="auto">
                <a:xfrm>
                  <a:off x="316975" y="2208007"/>
                  <a:ext cx="305262" cy="215063"/>
                  <a:chOff x="990600" y="5638800"/>
                  <a:chExt cx="376238" cy="265113"/>
                </a:xfrm>
              </p:grpSpPr>
              <p:sp>
                <p:nvSpPr>
                  <p:cNvPr id="115809" name="Freeform 26">
                    <a:extLst>
                      <a:ext uri="{FF2B5EF4-FFF2-40B4-BE49-F238E27FC236}">
                        <a16:creationId xmlns:a16="http://schemas.microsoft.com/office/drawing/2014/main" id="{1AD0482E-4E59-41EE-BB24-B1EB651560C2}"/>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0" name="Freeform 28">
                    <a:extLst>
                      <a:ext uri="{FF2B5EF4-FFF2-40B4-BE49-F238E27FC236}">
                        <a16:creationId xmlns:a16="http://schemas.microsoft.com/office/drawing/2014/main" id="{CB76B8C4-9221-4E5F-971E-D80A8C9A4F21}"/>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800" name="Rectangle 29">
                  <a:extLst>
                    <a:ext uri="{FF2B5EF4-FFF2-40B4-BE49-F238E27FC236}">
                      <a16:creationId xmlns:a16="http://schemas.microsoft.com/office/drawing/2014/main" id="{AFA15CC2-19C4-49BB-974C-FFE03BBB8E9A}"/>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1" name="Rectangle 67">
                  <a:extLst>
                    <a:ext uri="{FF2B5EF4-FFF2-40B4-BE49-F238E27FC236}">
                      <a16:creationId xmlns:a16="http://schemas.microsoft.com/office/drawing/2014/main" id="{F740CB0E-C834-4957-8879-D5663C04B6BF}"/>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2" name="Oval 68">
                  <a:extLst>
                    <a:ext uri="{FF2B5EF4-FFF2-40B4-BE49-F238E27FC236}">
                      <a16:creationId xmlns:a16="http://schemas.microsoft.com/office/drawing/2014/main" id="{8135CC30-ADA4-4DA6-8BDC-1679E0B0DFFD}"/>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3" name="Line 11">
                  <a:extLst>
                    <a:ext uri="{FF2B5EF4-FFF2-40B4-BE49-F238E27FC236}">
                      <a16:creationId xmlns:a16="http://schemas.microsoft.com/office/drawing/2014/main" id="{2B39E3E2-68BB-41BA-8B8D-CEEE2A9C0AF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4" name="Rectangle 6">
                  <a:extLst>
                    <a:ext uri="{FF2B5EF4-FFF2-40B4-BE49-F238E27FC236}">
                      <a16:creationId xmlns:a16="http://schemas.microsoft.com/office/drawing/2014/main" id="{2BDE4DAB-6CFA-4FB9-94B6-3FF98860D9E4}"/>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5" name="Rectangle 7">
                  <a:extLst>
                    <a:ext uri="{FF2B5EF4-FFF2-40B4-BE49-F238E27FC236}">
                      <a16:creationId xmlns:a16="http://schemas.microsoft.com/office/drawing/2014/main" id="{C8A4C4A0-4E49-4AE2-BD04-3AD74EB05F4E}"/>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6" name="Line 8">
                  <a:extLst>
                    <a:ext uri="{FF2B5EF4-FFF2-40B4-BE49-F238E27FC236}">
                      <a16:creationId xmlns:a16="http://schemas.microsoft.com/office/drawing/2014/main" id="{87D67048-AD43-4825-9DF4-ED94D417405E}"/>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7" name="Rectangle 17">
                  <a:extLst>
                    <a:ext uri="{FF2B5EF4-FFF2-40B4-BE49-F238E27FC236}">
                      <a16:creationId xmlns:a16="http://schemas.microsoft.com/office/drawing/2014/main" id="{90743273-1E3B-4C7A-9044-4A3B5060F247}"/>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8" name="Rectangle 67">
                  <a:extLst>
                    <a:ext uri="{FF2B5EF4-FFF2-40B4-BE49-F238E27FC236}">
                      <a16:creationId xmlns:a16="http://schemas.microsoft.com/office/drawing/2014/main" id="{CF09DB60-12C2-4B17-B897-1C7A55FAF612}"/>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86" name="Oval 68">
                <a:extLst>
                  <a:ext uri="{FF2B5EF4-FFF2-40B4-BE49-F238E27FC236}">
                    <a16:creationId xmlns:a16="http://schemas.microsoft.com/office/drawing/2014/main" id="{29D593DD-FF58-471A-9984-7DA9ADB6C780}"/>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5723" name="Group 57">
              <a:extLst>
                <a:ext uri="{FF2B5EF4-FFF2-40B4-BE49-F238E27FC236}">
                  <a16:creationId xmlns:a16="http://schemas.microsoft.com/office/drawing/2014/main" id="{1671FEEF-3C1F-4768-9A38-AE89BFBA1392}"/>
                </a:ext>
              </a:extLst>
            </p:cNvPr>
            <p:cNvGrpSpPr>
              <a:grpSpLocks/>
            </p:cNvGrpSpPr>
            <p:nvPr/>
          </p:nvGrpSpPr>
          <p:grpSpPr bwMode="auto">
            <a:xfrm>
              <a:off x="4800681" y="1421927"/>
              <a:ext cx="2817639" cy="1778473"/>
              <a:chOff x="2522955" y="1430283"/>
              <a:chExt cx="2817639" cy="1778473"/>
            </a:xfrm>
          </p:grpSpPr>
          <p:sp>
            <p:nvSpPr>
              <p:cNvPr id="115757" name="Freeform 32">
                <a:extLst>
                  <a:ext uri="{FF2B5EF4-FFF2-40B4-BE49-F238E27FC236}">
                    <a16:creationId xmlns:a16="http://schemas.microsoft.com/office/drawing/2014/main" id="{D2B65A3D-F2CA-4A61-81EE-664495E84766}"/>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58" name="Group 92">
                <a:extLst>
                  <a:ext uri="{FF2B5EF4-FFF2-40B4-BE49-F238E27FC236}">
                    <a16:creationId xmlns:a16="http://schemas.microsoft.com/office/drawing/2014/main" id="{2BC3E93C-ECA9-4506-B4AF-67049BD80EE5}"/>
                  </a:ext>
                </a:extLst>
              </p:cNvPr>
              <p:cNvGrpSpPr>
                <a:grpSpLocks/>
              </p:cNvGrpSpPr>
              <p:nvPr/>
            </p:nvGrpSpPr>
            <p:grpSpPr bwMode="auto">
              <a:xfrm>
                <a:off x="2545121" y="1430283"/>
                <a:ext cx="2795473" cy="1236717"/>
                <a:chOff x="89349" y="1428587"/>
                <a:chExt cx="2795473" cy="1236717"/>
              </a:xfrm>
            </p:grpSpPr>
            <p:sp>
              <p:nvSpPr>
                <p:cNvPr id="115760" name="Line 14">
                  <a:extLst>
                    <a:ext uri="{FF2B5EF4-FFF2-40B4-BE49-F238E27FC236}">
                      <a16:creationId xmlns:a16="http://schemas.microsoft.com/office/drawing/2014/main" id="{860FE4A2-9D1D-4B7C-A7BE-56EBF4D1FA14}"/>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1" name="Line 15">
                  <a:extLst>
                    <a:ext uri="{FF2B5EF4-FFF2-40B4-BE49-F238E27FC236}">
                      <a16:creationId xmlns:a16="http://schemas.microsoft.com/office/drawing/2014/main" id="{A0C0F231-A644-4BCE-A063-D9D1AD815B82}"/>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2" name="Line 11">
                  <a:extLst>
                    <a:ext uri="{FF2B5EF4-FFF2-40B4-BE49-F238E27FC236}">
                      <a16:creationId xmlns:a16="http://schemas.microsoft.com/office/drawing/2014/main" id="{D43B1AB7-15A5-4637-A103-EB2182717254}"/>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3" name="Rectangle 5">
                  <a:extLst>
                    <a:ext uri="{FF2B5EF4-FFF2-40B4-BE49-F238E27FC236}">
                      <a16:creationId xmlns:a16="http://schemas.microsoft.com/office/drawing/2014/main" id="{468F9F16-AEA4-4C9B-8111-093879CF0165}"/>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4" name="Rectangle 6">
                  <a:extLst>
                    <a:ext uri="{FF2B5EF4-FFF2-40B4-BE49-F238E27FC236}">
                      <a16:creationId xmlns:a16="http://schemas.microsoft.com/office/drawing/2014/main" id="{12D55C67-EACD-4A44-B409-46F3FB29319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5" name="Rectangle 7">
                  <a:extLst>
                    <a:ext uri="{FF2B5EF4-FFF2-40B4-BE49-F238E27FC236}">
                      <a16:creationId xmlns:a16="http://schemas.microsoft.com/office/drawing/2014/main" id="{4690A3A8-6E3F-473C-B885-8384A8FDE075}"/>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6" name="Line 8">
                  <a:extLst>
                    <a:ext uri="{FF2B5EF4-FFF2-40B4-BE49-F238E27FC236}">
                      <a16:creationId xmlns:a16="http://schemas.microsoft.com/office/drawing/2014/main" id="{CFDE21A2-1FB8-46B8-82D6-DB91CD5D50AB}"/>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7" name="Freeform 9">
                  <a:extLst>
                    <a:ext uri="{FF2B5EF4-FFF2-40B4-BE49-F238E27FC236}">
                      <a16:creationId xmlns:a16="http://schemas.microsoft.com/office/drawing/2014/main" id="{7EE836B7-F263-46A9-B0F5-5D1A755B6AD7}"/>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8" name="Line 11">
                  <a:extLst>
                    <a:ext uri="{FF2B5EF4-FFF2-40B4-BE49-F238E27FC236}">
                      <a16:creationId xmlns:a16="http://schemas.microsoft.com/office/drawing/2014/main" id="{08685883-36AE-40BA-864D-8BAA56DDD4BA}"/>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9" name="Rectangle 17">
                  <a:extLst>
                    <a:ext uri="{FF2B5EF4-FFF2-40B4-BE49-F238E27FC236}">
                      <a16:creationId xmlns:a16="http://schemas.microsoft.com/office/drawing/2014/main" id="{5DBFF513-4DC3-4B4E-9E38-AC4205A4618B}"/>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0" name="Rectangle 18">
                  <a:extLst>
                    <a:ext uri="{FF2B5EF4-FFF2-40B4-BE49-F238E27FC236}">
                      <a16:creationId xmlns:a16="http://schemas.microsoft.com/office/drawing/2014/main" id="{F960417D-DF77-488F-9326-83C41DC22F89}"/>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1" name="Rectangle 19">
                  <a:extLst>
                    <a:ext uri="{FF2B5EF4-FFF2-40B4-BE49-F238E27FC236}">
                      <a16:creationId xmlns:a16="http://schemas.microsoft.com/office/drawing/2014/main" id="{237BAA19-BA68-40CF-8DBC-AA9AAD83B775}"/>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72" name="Group 1">
                  <a:extLst>
                    <a:ext uri="{FF2B5EF4-FFF2-40B4-BE49-F238E27FC236}">
                      <a16:creationId xmlns:a16="http://schemas.microsoft.com/office/drawing/2014/main" id="{4ABF33E3-0722-4E0D-B51D-21220C81A085}"/>
                    </a:ext>
                  </a:extLst>
                </p:cNvPr>
                <p:cNvGrpSpPr>
                  <a:grpSpLocks/>
                </p:cNvGrpSpPr>
                <p:nvPr/>
              </p:nvGrpSpPr>
              <p:grpSpPr bwMode="auto">
                <a:xfrm>
                  <a:off x="316975" y="2208007"/>
                  <a:ext cx="305262" cy="215063"/>
                  <a:chOff x="990600" y="5638800"/>
                  <a:chExt cx="376238" cy="265113"/>
                </a:xfrm>
              </p:grpSpPr>
              <p:sp>
                <p:nvSpPr>
                  <p:cNvPr id="115782" name="Freeform 26">
                    <a:extLst>
                      <a:ext uri="{FF2B5EF4-FFF2-40B4-BE49-F238E27FC236}">
                        <a16:creationId xmlns:a16="http://schemas.microsoft.com/office/drawing/2014/main" id="{98BDCA85-205E-427D-9FD5-CFEAC167045C}"/>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3" name="Freeform 28">
                    <a:extLst>
                      <a:ext uri="{FF2B5EF4-FFF2-40B4-BE49-F238E27FC236}">
                        <a16:creationId xmlns:a16="http://schemas.microsoft.com/office/drawing/2014/main" id="{ED1530AE-EEA6-4555-9B88-1F5F5028BC16}"/>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73" name="Rectangle 29">
                  <a:extLst>
                    <a:ext uri="{FF2B5EF4-FFF2-40B4-BE49-F238E27FC236}">
                      <a16:creationId xmlns:a16="http://schemas.microsoft.com/office/drawing/2014/main" id="{F86B58A9-0D88-4FE7-9A7A-95382A0F591E}"/>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4" name="Rectangle 67">
                  <a:extLst>
                    <a:ext uri="{FF2B5EF4-FFF2-40B4-BE49-F238E27FC236}">
                      <a16:creationId xmlns:a16="http://schemas.microsoft.com/office/drawing/2014/main" id="{21B277B3-8FFD-49C4-9FB3-D794F6BD639B}"/>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5" name="Oval 68">
                  <a:extLst>
                    <a:ext uri="{FF2B5EF4-FFF2-40B4-BE49-F238E27FC236}">
                      <a16:creationId xmlns:a16="http://schemas.microsoft.com/office/drawing/2014/main" id="{D9AF8694-D904-4249-81E0-4804D10828A5}"/>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6" name="Line 11">
                  <a:extLst>
                    <a:ext uri="{FF2B5EF4-FFF2-40B4-BE49-F238E27FC236}">
                      <a16:creationId xmlns:a16="http://schemas.microsoft.com/office/drawing/2014/main" id="{5A595336-06C2-47AB-806D-2E4293097D7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7" name="Rectangle 6">
                  <a:extLst>
                    <a:ext uri="{FF2B5EF4-FFF2-40B4-BE49-F238E27FC236}">
                      <a16:creationId xmlns:a16="http://schemas.microsoft.com/office/drawing/2014/main" id="{9928D9D7-C6F9-4104-AE4F-9B3E04C9FC0C}"/>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8" name="Rectangle 7">
                  <a:extLst>
                    <a:ext uri="{FF2B5EF4-FFF2-40B4-BE49-F238E27FC236}">
                      <a16:creationId xmlns:a16="http://schemas.microsoft.com/office/drawing/2014/main" id="{CEA2E882-AED4-43F8-8412-71559DA1BA7F}"/>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9" name="Line 8">
                  <a:extLst>
                    <a:ext uri="{FF2B5EF4-FFF2-40B4-BE49-F238E27FC236}">
                      <a16:creationId xmlns:a16="http://schemas.microsoft.com/office/drawing/2014/main" id="{A35C37AD-BC57-4C1B-8080-8F2A9B905D8A}"/>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0" name="Rectangle 17">
                  <a:extLst>
                    <a:ext uri="{FF2B5EF4-FFF2-40B4-BE49-F238E27FC236}">
                      <a16:creationId xmlns:a16="http://schemas.microsoft.com/office/drawing/2014/main" id="{C8C4D666-7FDC-444E-93A3-093834CEC236}"/>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1" name="Rectangle 67">
                  <a:extLst>
                    <a:ext uri="{FF2B5EF4-FFF2-40B4-BE49-F238E27FC236}">
                      <a16:creationId xmlns:a16="http://schemas.microsoft.com/office/drawing/2014/main" id="{BF4081F5-D494-4D1F-8F61-722E2DDFC869}"/>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59" name="Oval 68">
                <a:extLst>
                  <a:ext uri="{FF2B5EF4-FFF2-40B4-BE49-F238E27FC236}">
                    <a16:creationId xmlns:a16="http://schemas.microsoft.com/office/drawing/2014/main" id="{0F6346E6-3CB0-49C7-BA80-6CDD62A10036}"/>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5724" name="Group 58">
              <a:extLst>
                <a:ext uri="{FF2B5EF4-FFF2-40B4-BE49-F238E27FC236}">
                  <a16:creationId xmlns:a16="http://schemas.microsoft.com/office/drawing/2014/main" id="{FF885E62-2AE5-44CD-93FD-F58671AE2267}"/>
                </a:ext>
              </a:extLst>
            </p:cNvPr>
            <p:cNvGrpSpPr>
              <a:grpSpLocks/>
            </p:cNvGrpSpPr>
            <p:nvPr/>
          </p:nvGrpSpPr>
          <p:grpSpPr bwMode="auto">
            <a:xfrm>
              <a:off x="6956447" y="1421927"/>
              <a:ext cx="2103079" cy="1770116"/>
              <a:chOff x="2545121" y="1430283"/>
              <a:chExt cx="2103079" cy="1770116"/>
            </a:xfrm>
          </p:grpSpPr>
          <p:sp>
            <p:nvSpPr>
              <p:cNvPr id="115731" name="Freeform 32">
                <a:extLst>
                  <a:ext uri="{FF2B5EF4-FFF2-40B4-BE49-F238E27FC236}">
                    <a16:creationId xmlns:a16="http://schemas.microsoft.com/office/drawing/2014/main" id="{A7B5A999-E369-4F64-A6ED-BEF38871F34C}"/>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32" name="Group 66">
                <a:extLst>
                  <a:ext uri="{FF2B5EF4-FFF2-40B4-BE49-F238E27FC236}">
                    <a16:creationId xmlns:a16="http://schemas.microsoft.com/office/drawing/2014/main" id="{157FD544-3E4B-418E-9C60-EF80F5ACEFCE}"/>
                  </a:ext>
                </a:extLst>
              </p:cNvPr>
              <p:cNvGrpSpPr>
                <a:grpSpLocks/>
              </p:cNvGrpSpPr>
              <p:nvPr/>
            </p:nvGrpSpPr>
            <p:grpSpPr bwMode="auto">
              <a:xfrm>
                <a:off x="2545121" y="1430283"/>
                <a:ext cx="2103079" cy="1236717"/>
                <a:chOff x="89349" y="1428587"/>
                <a:chExt cx="2103079" cy="1236717"/>
              </a:xfrm>
            </p:grpSpPr>
            <p:sp>
              <p:nvSpPr>
                <p:cNvPr id="115733" name="Line 14">
                  <a:extLst>
                    <a:ext uri="{FF2B5EF4-FFF2-40B4-BE49-F238E27FC236}">
                      <a16:creationId xmlns:a16="http://schemas.microsoft.com/office/drawing/2014/main" id="{6213C031-3C4F-407B-ACDC-900EE03E5453}"/>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4" name="Line 15">
                  <a:extLst>
                    <a:ext uri="{FF2B5EF4-FFF2-40B4-BE49-F238E27FC236}">
                      <a16:creationId xmlns:a16="http://schemas.microsoft.com/office/drawing/2014/main" id="{E4A4A852-5FC8-47D0-AFCA-2A7BF63C2CA1}"/>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5" name="Line 11">
                  <a:extLst>
                    <a:ext uri="{FF2B5EF4-FFF2-40B4-BE49-F238E27FC236}">
                      <a16:creationId xmlns:a16="http://schemas.microsoft.com/office/drawing/2014/main" id="{2C016D70-F646-4CCD-8F01-192AF8B12561}"/>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6" name="Rectangle 5">
                  <a:extLst>
                    <a:ext uri="{FF2B5EF4-FFF2-40B4-BE49-F238E27FC236}">
                      <a16:creationId xmlns:a16="http://schemas.microsoft.com/office/drawing/2014/main" id="{ADE306E7-5241-4838-B858-46B58FF2D42C}"/>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7" name="Rectangle 6">
                  <a:extLst>
                    <a:ext uri="{FF2B5EF4-FFF2-40B4-BE49-F238E27FC236}">
                      <a16:creationId xmlns:a16="http://schemas.microsoft.com/office/drawing/2014/main" id="{DE4E0D91-83E3-4331-ACED-10094B3D324A}"/>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8" name="Rectangle 7">
                  <a:extLst>
                    <a:ext uri="{FF2B5EF4-FFF2-40B4-BE49-F238E27FC236}">
                      <a16:creationId xmlns:a16="http://schemas.microsoft.com/office/drawing/2014/main" id="{24A5AE8E-ACB1-4E51-9950-58E6201A99AB}"/>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9" name="Line 8">
                  <a:extLst>
                    <a:ext uri="{FF2B5EF4-FFF2-40B4-BE49-F238E27FC236}">
                      <a16:creationId xmlns:a16="http://schemas.microsoft.com/office/drawing/2014/main" id="{C9149B46-1653-4330-BFDC-F43317F3301C}"/>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0" name="Freeform 9">
                  <a:extLst>
                    <a:ext uri="{FF2B5EF4-FFF2-40B4-BE49-F238E27FC236}">
                      <a16:creationId xmlns:a16="http://schemas.microsoft.com/office/drawing/2014/main" id="{64AF01F2-D54F-4346-B4CC-81F7F1F31B5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1" name="Line 11">
                  <a:extLst>
                    <a:ext uri="{FF2B5EF4-FFF2-40B4-BE49-F238E27FC236}">
                      <a16:creationId xmlns:a16="http://schemas.microsoft.com/office/drawing/2014/main" id="{94871348-1E4B-42A6-85CC-52ED54C84A7B}"/>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2" name="Rectangle 17">
                  <a:extLst>
                    <a:ext uri="{FF2B5EF4-FFF2-40B4-BE49-F238E27FC236}">
                      <a16:creationId xmlns:a16="http://schemas.microsoft.com/office/drawing/2014/main" id="{1989F009-E0B1-455B-B5E4-B59CA258B358}"/>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3" name="Rectangle 18">
                  <a:extLst>
                    <a:ext uri="{FF2B5EF4-FFF2-40B4-BE49-F238E27FC236}">
                      <a16:creationId xmlns:a16="http://schemas.microsoft.com/office/drawing/2014/main" id="{403B805F-B1E0-4DE9-96C9-D081F121E4F2}"/>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4" name="Rectangle 19">
                  <a:extLst>
                    <a:ext uri="{FF2B5EF4-FFF2-40B4-BE49-F238E27FC236}">
                      <a16:creationId xmlns:a16="http://schemas.microsoft.com/office/drawing/2014/main" id="{71A02CC6-5BD3-42F7-9E3F-A206D847008E}"/>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5745" name="Group 1">
                  <a:extLst>
                    <a:ext uri="{FF2B5EF4-FFF2-40B4-BE49-F238E27FC236}">
                      <a16:creationId xmlns:a16="http://schemas.microsoft.com/office/drawing/2014/main" id="{791368A2-FAE0-4855-A857-DB8D4D800E42}"/>
                    </a:ext>
                  </a:extLst>
                </p:cNvPr>
                <p:cNvGrpSpPr>
                  <a:grpSpLocks/>
                </p:cNvGrpSpPr>
                <p:nvPr/>
              </p:nvGrpSpPr>
              <p:grpSpPr bwMode="auto">
                <a:xfrm>
                  <a:off x="316975" y="2208007"/>
                  <a:ext cx="305262" cy="215063"/>
                  <a:chOff x="990600" y="5638800"/>
                  <a:chExt cx="376238" cy="265113"/>
                </a:xfrm>
              </p:grpSpPr>
              <p:sp>
                <p:nvSpPr>
                  <p:cNvPr id="115755" name="Freeform 26">
                    <a:extLst>
                      <a:ext uri="{FF2B5EF4-FFF2-40B4-BE49-F238E27FC236}">
                        <a16:creationId xmlns:a16="http://schemas.microsoft.com/office/drawing/2014/main" id="{3C58C870-D9B5-4054-8222-6C4495FDEE7B}"/>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6" name="Freeform 28">
                    <a:extLst>
                      <a:ext uri="{FF2B5EF4-FFF2-40B4-BE49-F238E27FC236}">
                        <a16:creationId xmlns:a16="http://schemas.microsoft.com/office/drawing/2014/main" id="{8A2FFF8B-57B8-4047-B944-DCFE84072A22}"/>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46" name="Rectangle 29">
                  <a:extLst>
                    <a:ext uri="{FF2B5EF4-FFF2-40B4-BE49-F238E27FC236}">
                      <a16:creationId xmlns:a16="http://schemas.microsoft.com/office/drawing/2014/main" id="{CD15527B-06EC-4F29-B337-6388F5A0D8C1}"/>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7" name="Rectangle 67">
                  <a:extLst>
                    <a:ext uri="{FF2B5EF4-FFF2-40B4-BE49-F238E27FC236}">
                      <a16:creationId xmlns:a16="http://schemas.microsoft.com/office/drawing/2014/main" id="{3B2F8D31-9AE2-4A5E-96EB-C40A351A3A89}"/>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8" name="Oval 68">
                  <a:extLst>
                    <a:ext uri="{FF2B5EF4-FFF2-40B4-BE49-F238E27FC236}">
                      <a16:creationId xmlns:a16="http://schemas.microsoft.com/office/drawing/2014/main" id="{B7EBC1CF-2809-4FE8-8972-660AC666E1D5}"/>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9" name="Line 11">
                  <a:extLst>
                    <a:ext uri="{FF2B5EF4-FFF2-40B4-BE49-F238E27FC236}">
                      <a16:creationId xmlns:a16="http://schemas.microsoft.com/office/drawing/2014/main" id="{679096EA-3EB8-45F3-A655-F5E3860C022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0" name="Rectangle 6">
                  <a:extLst>
                    <a:ext uri="{FF2B5EF4-FFF2-40B4-BE49-F238E27FC236}">
                      <a16:creationId xmlns:a16="http://schemas.microsoft.com/office/drawing/2014/main" id="{1534EE56-5A67-4B64-B7BA-915301AEC065}"/>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1" name="Rectangle 7">
                  <a:extLst>
                    <a:ext uri="{FF2B5EF4-FFF2-40B4-BE49-F238E27FC236}">
                      <a16:creationId xmlns:a16="http://schemas.microsoft.com/office/drawing/2014/main" id="{3E6BB209-7641-488B-848F-59D39E1DDDAE}"/>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2" name="Line 8">
                  <a:extLst>
                    <a:ext uri="{FF2B5EF4-FFF2-40B4-BE49-F238E27FC236}">
                      <a16:creationId xmlns:a16="http://schemas.microsoft.com/office/drawing/2014/main" id="{F867DAF3-E2C2-4DBC-9192-31F8CF543401}"/>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3" name="Rectangle 17">
                  <a:extLst>
                    <a:ext uri="{FF2B5EF4-FFF2-40B4-BE49-F238E27FC236}">
                      <a16:creationId xmlns:a16="http://schemas.microsoft.com/office/drawing/2014/main" id="{D3B5CB20-2543-42E9-817B-38B04DAFB6DC}"/>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4" name="Rectangle 67">
                  <a:extLst>
                    <a:ext uri="{FF2B5EF4-FFF2-40B4-BE49-F238E27FC236}">
                      <a16:creationId xmlns:a16="http://schemas.microsoft.com/office/drawing/2014/main" id="{F2F8607D-1393-4202-B01B-87D19CA9CD65}"/>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5725" name="Line 13">
              <a:extLst>
                <a:ext uri="{FF2B5EF4-FFF2-40B4-BE49-F238E27FC236}">
                  <a16:creationId xmlns:a16="http://schemas.microsoft.com/office/drawing/2014/main" id="{06CC71BB-1B35-4A6F-9C5F-1B6E45C2DB07}"/>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26" name="Oval 68">
              <a:extLst>
                <a:ext uri="{FF2B5EF4-FFF2-40B4-BE49-F238E27FC236}">
                  <a16:creationId xmlns:a16="http://schemas.microsoft.com/office/drawing/2014/main" id="{697C959F-8955-4A77-B979-155DAAE2D9EE}"/>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27" name="Line 11">
              <a:extLst>
                <a:ext uri="{FF2B5EF4-FFF2-40B4-BE49-F238E27FC236}">
                  <a16:creationId xmlns:a16="http://schemas.microsoft.com/office/drawing/2014/main" id="{8B751BA9-33EE-482C-85BE-6DFA8323D871}"/>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28" name="Line 15">
              <a:extLst>
                <a:ext uri="{FF2B5EF4-FFF2-40B4-BE49-F238E27FC236}">
                  <a16:creationId xmlns:a16="http://schemas.microsoft.com/office/drawing/2014/main" id="{B73044BF-9D29-4DB7-8D95-C7C2BC2EBB3C}"/>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29" name="Rectangle 11">
              <a:extLst>
                <a:ext uri="{FF2B5EF4-FFF2-40B4-BE49-F238E27FC236}">
                  <a16:creationId xmlns:a16="http://schemas.microsoft.com/office/drawing/2014/main" id="{ECCF4C3D-761C-44BB-82C5-164D58128148}"/>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0" name="Rectangle 41">
              <a:extLst>
                <a:ext uri="{FF2B5EF4-FFF2-40B4-BE49-F238E27FC236}">
                  <a16:creationId xmlns:a16="http://schemas.microsoft.com/office/drawing/2014/main" id="{DDDFD087-FBB4-4DF4-8CB0-2453B9DB8AEE}"/>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17" name="Oval 2">
            <a:extLst>
              <a:ext uri="{FF2B5EF4-FFF2-40B4-BE49-F238E27FC236}">
                <a16:creationId xmlns:a16="http://schemas.microsoft.com/office/drawing/2014/main" id="{0BC1D697-FA4A-4E1F-8D6E-CE2075BA88AC}"/>
              </a:ext>
            </a:extLst>
          </p:cNvPr>
          <p:cNvSpPr>
            <a:spLocks noChangeArrowheads="1"/>
          </p:cNvSpPr>
          <p:nvPr/>
        </p:nvSpPr>
        <p:spPr bwMode="auto">
          <a:xfrm>
            <a:off x="608013" y="4244975"/>
            <a:ext cx="1979612" cy="215265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18" name="Oval 2">
            <a:extLst>
              <a:ext uri="{FF2B5EF4-FFF2-40B4-BE49-F238E27FC236}">
                <a16:creationId xmlns:a16="http://schemas.microsoft.com/office/drawing/2014/main" id="{BBD6C3B4-B12B-4624-8AA0-B61AF3624495}"/>
              </a:ext>
            </a:extLst>
          </p:cNvPr>
          <p:cNvSpPr>
            <a:spLocks noChangeArrowheads="1"/>
          </p:cNvSpPr>
          <p:nvPr/>
        </p:nvSpPr>
        <p:spPr bwMode="auto">
          <a:xfrm>
            <a:off x="3268663" y="1298575"/>
            <a:ext cx="1476375" cy="2124075"/>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19" name="Oval 2">
            <a:extLst>
              <a:ext uri="{FF2B5EF4-FFF2-40B4-BE49-F238E27FC236}">
                <a16:creationId xmlns:a16="http://schemas.microsoft.com/office/drawing/2014/main" id="{98EDE3B2-93A5-4C25-83D9-DE54D1450EFF}"/>
              </a:ext>
            </a:extLst>
          </p:cNvPr>
          <p:cNvSpPr>
            <a:spLocks noChangeArrowheads="1"/>
          </p:cNvSpPr>
          <p:nvPr/>
        </p:nvSpPr>
        <p:spPr bwMode="auto">
          <a:xfrm>
            <a:off x="2743200" y="4248150"/>
            <a:ext cx="1979613" cy="2152650"/>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Title 1">
            <a:extLst>
              <a:ext uri="{FF2B5EF4-FFF2-40B4-BE49-F238E27FC236}">
                <a16:creationId xmlns:a16="http://schemas.microsoft.com/office/drawing/2014/main" id="{E30784FB-4164-4AD2-A3BE-EBB56E46C988}"/>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6738" name="Group 1">
            <a:extLst>
              <a:ext uri="{FF2B5EF4-FFF2-40B4-BE49-F238E27FC236}">
                <a16:creationId xmlns:a16="http://schemas.microsoft.com/office/drawing/2014/main" id="{DDD9F393-5873-4A64-88A6-F69D2D950392}"/>
              </a:ext>
            </a:extLst>
          </p:cNvPr>
          <p:cNvGrpSpPr>
            <a:grpSpLocks/>
          </p:cNvGrpSpPr>
          <p:nvPr/>
        </p:nvGrpSpPr>
        <p:grpSpPr bwMode="auto">
          <a:xfrm>
            <a:off x="1104900" y="1827213"/>
            <a:ext cx="7124700" cy="1395412"/>
            <a:chOff x="1052513" y="914400"/>
            <a:chExt cx="7124700" cy="1395413"/>
          </a:xfrm>
        </p:grpSpPr>
        <p:sp>
          <p:nvSpPr>
            <p:cNvPr id="116860" name="Rectangle 4">
              <a:extLst>
                <a:ext uri="{FF2B5EF4-FFF2-40B4-BE49-F238E27FC236}">
                  <a16:creationId xmlns:a16="http://schemas.microsoft.com/office/drawing/2014/main" id="{9E2AEA84-A593-4B0B-9D6E-270DDC91BED6}"/>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1" name="Rectangle 5">
              <a:extLst>
                <a:ext uri="{FF2B5EF4-FFF2-40B4-BE49-F238E27FC236}">
                  <a16:creationId xmlns:a16="http://schemas.microsoft.com/office/drawing/2014/main" id="{6063C5D9-CBBF-44A7-9474-93B706577972}"/>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2" name="Rectangle 6">
              <a:extLst>
                <a:ext uri="{FF2B5EF4-FFF2-40B4-BE49-F238E27FC236}">
                  <a16:creationId xmlns:a16="http://schemas.microsoft.com/office/drawing/2014/main" id="{F356E812-6F16-49A2-987B-DCD8C0D385DA}"/>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3" name="Line 7">
              <a:extLst>
                <a:ext uri="{FF2B5EF4-FFF2-40B4-BE49-F238E27FC236}">
                  <a16:creationId xmlns:a16="http://schemas.microsoft.com/office/drawing/2014/main" id="{D8F3B1CA-3AED-4E47-87CE-4FFCE0345A5E}"/>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4" name="Freeform 8">
              <a:extLst>
                <a:ext uri="{FF2B5EF4-FFF2-40B4-BE49-F238E27FC236}">
                  <a16:creationId xmlns:a16="http://schemas.microsoft.com/office/drawing/2014/main" id="{3734C858-12C4-475A-9658-E91421698D65}"/>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5" name="Rectangle 9">
              <a:extLst>
                <a:ext uri="{FF2B5EF4-FFF2-40B4-BE49-F238E27FC236}">
                  <a16:creationId xmlns:a16="http://schemas.microsoft.com/office/drawing/2014/main" id="{992D9E24-F57B-445F-8614-9BC61EECA267}"/>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6" name="Rectangle 10">
              <a:extLst>
                <a:ext uri="{FF2B5EF4-FFF2-40B4-BE49-F238E27FC236}">
                  <a16:creationId xmlns:a16="http://schemas.microsoft.com/office/drawing/2014/main" id="{6655D08B-8536-47C2-BEC3-4ECD339F6946}"/>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7" name="Rectangle 11">
              <a:extLst>
                <a:ext uri="{FF2B5EF4-FFF2-40B4-BE49-F238E27FC236}">
                  <a16:creationId xmlns:a16="http://schemas.microsoft.com/office/drawing/2014/main" id="{D794FC1E-BC3E-449A-8129-2E1ECF1C827F}"/>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8" name="Rectangle 12">
              <a:extLst>
                <a:ext uri="{FF2B5EF4-FFF2-40B4-BE49-F238E27FC236}">
                  <a16:creationId xmlns:a16="http://schemas.microsoft.com/office/drawing/2014/main" id="{FD656482-512E-4B52-8FEA-FA0D3E201C08}"/>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9" name="Rectangle 13">
              <a:extLst>
                <a:ext uri="{FF2B5EF4-FFF2-40B4-BE49-F238E27FC236}">
                  <a16:creationId xmlns:a16="http://schemas.microsoft.com/office/drawing/2014/main" id="{E9BEA8F3-4970-4573-AD2E-ACB976F7979A}"/>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0" name="Line 14">
              <a:extLst>
                <a:ext uri="{FF2B5EF4-FFF2-40B4-BE49-F238E27FC236}">
                  <a16:creationId xmlns:a16="http://schemas.microsoft.com/office/drawing/2014/main" id="{290BDF29-29C5-450D-A0D2-13DA16D2440B}"/>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1" name="Rectangle 15">
              <a:extLst>
                <a:ext uri="{FF2B5EF4-FFF2-40B4-BE49-F238E27FC236}">
                  <a16:creationId xmlns:a16="http://schemas.microsoft.com/office/drawing/2014/main" id="{D8E4AA4A-2A8E-4C93-AC52-079A17477521}"/>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2" name="Rectangle 16">
              <a:extLst>
                <a:ext uri="{FF2B5EF4-FFF2-40B4-BE49-F238E27FC236}">
                  <a16:creationId xmlns:a16="http://schemas.microsoft.com/office/drawing/2014/main" id="{837671D0-7895-449E-8901-7EC07DFC12C8}"/>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3" name="Rectangle 17">
              <a:extLst>
                <a:ext uri="{FF2B5EF4-FFF2-40B4-BE49-F238E27FC236}">
                  <a16:creationId xmlns:a16="http://schemas.microsoft.com/office/drawing/2014/main" id="{D7E3D87C-9ECC-43DC-A582-FEB5F0DE3CA1}"/>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4" name="Rectangle 18">
              <a:extLst>
                <a:ext uri="{FF2B5EF4-FFF2-40B4-BE49-F238E27FC236}">
                  <a16:creationId xmlns:a16="http://schemas.microsoft.com/office/drawing/2014/main" id="{D5B7F27A-E2CE-47EE-9540-193DE25B64A4}"/>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5" name="Line 19">
              <a:extLst>
                <a:ext uri="{FF2B5EF4-FFF2-40B4-BE49-F238E27FC236}">
                  <a16:creationId xmlns:a16="http://schemas.microsoft.com/office/drawing/2014/main" id="{316E393F-665F-47B3-B316-8A07A8A43924}"/>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6" name="Rectangle 20">
              <a:extLst>
                <a:ext uri="{FF2B5EF4-FFF2-40B4-BE49-F238E27FC236}">
                  <a16:creationId xmlns:a16="http://schemas.microsoft.com/office/drawing/2014/main" id="{53906590-5C3A-4146-9BA3-1D590CD92F23}"/>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7" name="Rectangle 21">
              <a:extLst>
                <a:ext uri="{FF2B5EF4-FFF2-40B4-BE49-F238E27FC236}">
                  <a16:creationId xmlns:a16="http://schemas.microsoft.com/office/drawing/2014/main" id="{419BA1BE-E4C0-40B5-B39E-771D57FC2635}"/>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8" name="Rectangle 22">
              <a:extLst>
                <a:ext uri="{FF2B5EF4-FFF2-40B4-BE49-F238E27FC236}">
                  <a16:creationId xmlns:a16="http://schemas.microsoft.com/office/drawing/2014/main" id="{4B4F5DCF-6718-41AC-9C56-422F5CE33858}"/>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9" name="Rectangle 23">
              <a:extLst>
                <a:ext uri="{FF2B5EF4-FFF2-40B4-BE49-F238E27FC236}">
                  <a16:creationId xmlns:a16="http://schemas.microsoft.com/office/drawing/2014/main" id="{BFED26B2-0B14-41F0-8D9F-7081F379453E}"/>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0" name="Line 24">
              <a:extLst>
                <a:ext uri="{FF2B5EF4-FFF2-40B4-BE49-F238E27FC236}">
                  <a16:creationId xmlns:a16="http://schemas.microsoft.com/office/drawing/2014/main" id="{9410F061-FBB0-4859-B483-C467A3073097}"/>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1" name="Line 25">
              <a:extLst>
                <a:ext uri="{FF2B5EF4-FFF2-40B4-BE49-F238E27FC236}">
                  <a16:creationId xmlns:a16="http://schemas.microsoft.com/office/drawing/2014/main" id="{4F5B18D7-68E7-4C8F-A110-D6F5E0071D3F}"/>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2" name="Line 26">
              <a:extLst>
                <a:ext uri="{FF2B5EF4-FFF2-40B4-BE49-F238E27FC236}">
                  <a16:creationId xmlns:a16="http://schemas.microsoft.com/office/drawing/2014/main" id="{2A053C74-83B6-4F0C-831A-23E5872FAB74}"/>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3" name="Line 27">
              <a:extLst>
                <a:ext uri="{FF2B5EF4-FFF2-40B4-BE49-F238E27FC236}">
                  <a16:creationId xmlns:a16="http://schemas.microsoft.com/office/drawing/2014/main" id="{A4250547-CD00-4D27-97CA-9E8A0C8A47A9}"/>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4" name="Line 28">
              <a:extLst>
                <a:ext uri="{FF2B5EF4-FFF2-40B4-BE49-F238E27FC236}">
                  <a16:creationId xmlns:a16="http://schemas.microsoft.com/office/drawing/2014/main" id="{A892F6EF-B5BC-4B2C-8A91-B3BEBE797A6F}"/>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5" name="Line 29">
              <a:extLst>
                <a:ext uri="{FF2B5EF4-FFF2-40B4-BE49-F238E27FC236}">
                  <a16:creationId xmlns:a16="http://schemas.microsoft.com/office/drawing/2014/main" id="{CBA08F63-AF6E-4C25-8216-DCFA11F16DA2}"/>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6" name="Freeform 30">
              <a:extLst>
                <a:ext uri="{FF2B5EF4-FFF2-40B4-BE49-F238E27FC236}">
                  <a16:creationId xmlns:a16="http://schemas.microsoft.com/office/drawing/2014/main" id="{09CCE7A4-2F8D-4314-B888-94025CFC4AB3}"/>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7" name="Freeform 31">
              <a:extLst>
                <a:ext uri="{FF2B5EF4-FFF2-40B4-BE49-F238E27FC236}">
                  <a16:creationId xmlns:a16="http://schemas.microsoft.com/office/drawing/2014/main" id="{DBF4F97B-C748-473C-BCC5-6920478DBC12}"/>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8" name="Freeform 32">
              <a:extLst>
                <a:ext uri="{FF2B5EF4-FFF2-40B4-BE49-F238E27FC236}">
                  <a16:creationId xmlns:a16="http://schemas.microsoft.com/office/drawing/2014/main" id="{64C641D0-6255-47F0-9796-C183ABC6FAA8}"/>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89" name="Freeform 33">
              <a:extLst>
                <a:ext uri="{FF2B5EF4-FFF2-40B4-BE49-F238E27FC236}">
                  <a16:creationId xmlns:a16="http://schemas.microsoft.com/office/drawing/2014/main" id="{C46CC1D3-720F-4626-B7A0-1D815CDE6047}"/>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0" name="Freeform 34">
              <a:extLst>
                <a:ext uri="{FF2B5EF4-FFF2-40B4-BE49-F238E27FC236}">
                  <a16:creationId xmlns:a16="http://schemas.microsoft.com/office/drawing/2014/main" id="{3EB676FD-525B-49D8-BEF2-EE8F40E84F4A}"/>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1" name="Freeform 35">
              <a:extLst>
                <a:ext uri="{FF2B5EF4-FFF2-40B4-BE49-F238E27FC236}">
                  <a16:creationId xmlns:a16="http://schemas.microsoft.com/office/drawing/2014/main" id="{B6571F63-E386-4F77-8AF0-3DDD06CAB58A}"/>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2" name="Freeform 36">
              <a:extLst>
                <a:ext uri="{FF2B5EF4-FFF2-40B4-BE49-F238E27FC236}">
                  <a16:creationId xmlns:a16="http://schemas.microsoft.com/office/drawing/2014/main" id="{CA698921-CCA9-4138-ACC0-B2905367FB94}"/>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3" name="Line 37">
              <a:extLst>
                <a:ext uri="{FF2B5EF4-FFF2-40B4-BE49-F238E27FC236}">
                  <a16:creationId xmlns:a16="http://schemas.microsoft.com/office/drawing/2014/main" id="{DD1F6BDD-C550-4357-912F-A802B7D4FC62}"/>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4" name="Freeform 38">
              <a:extLst>
                <a:ext uri="{FF2B5EF4-FFF2-40B4-BE49-F238E27FC236}">
                  <a16:creationId xmlns:a16="http://schemas.microsoft.com/office/drawing/2014/main" id="{8E76EB7F-D01C-45A4-92C5-F724F29E7C9E}"/>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5" name="Rectangle 40">
              <a:extLst>
                <a:ext uri="{FF2B5EF4-FFF2-40B4-BE49-F238E27FC236}">
                  <a16:creationId xmlns:a16="http://schemas.microsoft.com/office/drawing/2014/main" id="{4759AF42-2A07-4850-AEB7-1FBEB5358DAD}"/>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6" name="Rectangle 41">
              <a:extLst>
                <a:ext uri="{FF2B5EF4-FFF2-40B4-BE49-F238E27FC236}">
                  <a16:creationId xmlns:a16="http://schemas.microsoft.com/office/drawing/2014/main" id="{A7569C22-C762-4C84-8C84-62B4EECFBE81}"/>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7" name="Rectangle 42">
              <a:extLst>
                <a:ext uri="{FF2B5EF4-FFF2-40B4-BE49-F238E27FC236}">
                  <a16:creationId xmlns:a16="http://schemas.microsoft.com/office/drawing/2014/main" id="{2C026921-1B70-44AE-A650-682906C89A63}"/>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8" name="Rectangle 112">
              <a:extLst>
                <a:ext uri="{FF2B5EF4-FFF2-40B4-BE49-F238E27FC236}">
                  <a16:creationId xmlns:a16="http://schemas.microsoft.com/office/drawing/2014/main" id="{D92EFA52-4CE5-4ABA-BC23-A066EF481A0D}"/>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99" name="Rectangle 113">
              <a:extLst>
                <a:ext uri="{FF2B5EF4-FFF2-40B4-BE49-F238E27FC236}">
                  <a16:creationId xmlns:a16="http://schemas.microsoft.com/office/drawing/2014/main" id="{46032DC9-8C15-4A11-963D-7B046E17A6A8}"/>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0" name="Rectangle 114">
              <a:extLst>
                <a:ext uri="{FF2B5EF4-FFF2-40B4-BE49-F238E27FC236}">
                  <a16:creationId xmlns:a16="http://schemas.microsoft.com/office/drawing/2014/main" id="{CF0421C8-3877-4015-BC04-1E8A131B9D47}"/>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1" name="Rectangle 115">
              <a:extLst>
                <a:ext uri="{FF2B5EF4-FFF2-40B4-BE49-F238E27FC236}">
                  <a16:creationId xmlns:a16="http://schemas.microsoft.com/office/drawing/2014/main" id="{EEB43CBB-8D20-478A-B786-9B4C1D80C114}"/>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2" name="Rectangle 116">
              <a:extLst>
                <a:ext uri="{FF2B5EF4-FFF2-40B4-BE49-F238E27FC236}">
                  <a16:creationId xmlns:a16="http://schemas.microsoft.com/office/drawing/2014/main" id="{243409A1-1766-466A-A979-BD3FC42397A1}"/>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3" name="Rectangle 117">
              <a:extLst>
                <a:ext uri="{FF2B5EF4-FFF2-40B4-BE49-F238E27FC236}">
                  <a16:creationId xmlns:a16="http://schemas.microsoft.com/office/drawing/2014/main" id="{E3DF8004-09DF-4B8D-AB62-3C80E2E80653}"/>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4" name="Rectangle 118">
              <a:extLst>
                <a:ext uri="{FF2B5EF4-FFF2-40B4-BE49-F238E27FC236}">
                  <a16:creationId xmlns:a16="http://schemas.microsoft.com/office/drawing/2014/main" id="{47935BA2-303E-4CB6-ADAB-85A1FDC7945D}"/>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5" name="Rectangle 119">
              <a:extLst>
                <a:ext uri="{FF2B5EF4-FFF2-40B4-BE49-F238E27FC236}">
                  <a16:creationId xmlns:a16="http://schemas.microsoft.com/office/drawing/2014/main" id="{1115241E-57A8-4D46-A77B-210993383CB8}"/>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906" name="Freeform 120">
              <a:extLst>
                <a:ext uri="{FF2B5EF4-FFF2-40B4-BE49-F238E27FC236}">
                  <a16:creationId xmlns:a16="http://schemas.microsoft.com/office/drawing/2014/main" id="{F3E90EB1-A22F-427E-AF02-73B86A6D8DE6}"/>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39" name="Oval 2">
            <a:extLst>
              <a:ext uri="{FF2B5EF4-FFF2-40B4-BE49-F238E27FC236}">
                <a16:creationId xmlns:a16="http://schemas.microsoft.com/office/drawing/2014/main" id="{6E54ABD9-2ADD-4DF9-B1CA-5EFAA66DA284}"/>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40" name="Group 53">
            <a:extLst>
              <a:ext uri="{FF2B5EF4-FFF2-40B4-BE49-F238E27FC236}">
                <a16:creationId xmlns:a16="http://schemas.microsoft.com/office/drawing/2014/main" id="{1CACEAD8-7EE0-41BA-8D5B-9FC4BFC3C889}"/>
              </a:ext>
            </a:extLst>
          </p:cNvPr>
          <p:cNvGrpSpPr>
            <a:grpSpLocks/>
          </p:cNvGrpSpPr>
          <p:nvPr/>
        </p:nvGrpSpPr>
        <p:grpSpPr bwMode="auto">
          <a:xfrm>
            <a:off x="206375" y="4689475"/>
            <a:ext cx="8853488" cy="1787525"/>
            <a:chOff x="205979" y="1421927"/>
            <a:chExt cx="8853547" cy="1786829"/>
          </a:xfrm>
        </p:grpSpPr>
        <p:sp>
          <p:nvSpPr>
            <p:cNvPr id="116746" name="Line 14">
              <a:extLst>
                <a:ext uri="{FF2B5EF4-FFF2-40B4-BE49-F238E27FC236}">
                  <a16:creationId xmlns:a16="http://schemas.microsoft.com/office/drawing/2014/main" id="{97E883B7-CBDA-4674-BDAC-031F3D943FBF}"/>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47" name="Group 55">
              <a:extLst>
                <a:ext uri="{FF2B5EF4-FFF2-40B4-BE49-F238E27FC236}">
                  <a16:creationId xmlns:a16="http://schemas.microsoft.com/office/drawing/2014/main" id="{A021B353-EBBF-4C0B-AC74-E453E9D9B293}"/>
                </a:ext>
              </a:extLst>
            </p:cNvPr>
            <p:cNvGrpSpPr>
              <a:grpSpLocks/>
            </p:cNvGrpSpPr>
            <p:nvPr/>
          </p:nvGrpSpPr>
          <p:grpSpPr bwMode="auto">
            <a:xfrm>
              <a:off x="665216" y="1428587"/>
              <a:ext cx="2636625" cy="1236717"/>
              <a:chOff x="207935" y="1428587"/>
              <a:chExt cx="2636625" cy="1236717"/>
            </a:xfrm>
          </p:grpSpPr>
          <p:sp>
            <p:nvSpPr>
              <p:cNvPr id="116837" name="Line 14">
                <a:extLst>
                  <a:ext uri="{FF2B5EF4-FFF2-40B4-BE49-F238E27FC236}">
                    <a16:creationId xmlns:a16="http://schemas.microsoft.com/office/drawing/2014/main" id="{D1045CED-BD54-4B44-8459-A6BE9417CC10}"/>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8" name="Line 15">
                <a:extLst>
                  <a:ext uri="{FF2B5EF4-FFF2-40B4-BE49-F238E27FC236}">
                    <a16:creationId xmlns:a16="http://schemas.microsoft.com/office/drawing/2014/main" id="{5041349C-8BC9-41AF-A557-8BADF80D3959}"/>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9" name="Rectangle 5">
                <a:extLst>
                  <a:ext uri="{FF2B5EF4-FFF2-40B4-BE49-F238E27FC236}">
                    <a16:creationId xmlns:a16="http://schemas.microsoft.com/office/drawing/2014/main" id="{277A83B7-8CBE-4F89-9D37-90AEB5100181}"/>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0" name="Rectangle 6">
                <a:extLst>
                  <a:ext uri="{FF2B5EF4-FFF2-40B4-BE49-F238E27FC236}">
                    <a16:creationId xmlns:a16="http://schemas.microsoft.com/office/drawing/2014/main" id="{A4929126-E466-4861-8B50-8B3C09CB3BF6}"/>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1" name="Rectangle 7">
                <a:extLst>
                  <a:ext uri="{FF2B5EF4-FFF2-40B4-BE49-F238E27FC236}">
                    <a16:creationId xmlns:a16="http://schemas.microsoft.com/office/drawing/2014/main" id="{1A66CACB-DBB3-44A0-9BD3-6FE0DD28A75C}"/>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2" name="Line 8">
                <a:extLst>
                  <a:ext uri="{FF2B5EF4-FFF2-40B4-BE49-F238E27FC236}">
                    <a16:creationId xmlns:a16="http://schemas.microsoft.com/office/drawing/2014/main" id="{EDB9DBCB-DB94-499D-8E75-C9903F3EDBE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3" name="Freeform 9">
                <a:extLst>
                  <a:ext uri="{FF2B5EF4-FFF2-40B4-BE49-F238E27FC236}">
                    <a16:creationId xmlns:a16="http://schemas.microsoft.com/office/drawing/2014/main" id="{4AE39AFF-77BD-40A7-B15C-979CF5404337}"/>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4" name="Line 11">
                <a:extLst>
                  <a:ext uri="{FF2B5EF4-FFF2-40B4-BE49-F238E27FC236}">
                    <a16:creationId xmlns:a16="http://schemas.microsoft.com/office/drawing/2014/main" id="{A0D8FEDE-A578-4FDF-97AC-0664AF94FFBC}"/>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5" name="Rectangle 17">
                <a:extLst>
                  <a:ext uri="{FF2B5EF4-FFF2-40B4-BE49-F238E27FC236}">
                    <a16:creationId xmlns:a16="http://schemas.microsoft.com/office/drawing/2014/main" id="{605EC148-B842-4116-AE10-879B67C974D6}"/>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6" name="Rectangle 18">
                <a:extLst>
                  <a:ext uri="{FF2B5EF4-FFF2-40B4-BE49-F238E27FC236}">
                    <a16:creationId xmlns:a16="http://schemas.microsoft.com/office/drawing/2014/main" id="{972FFF05-BC84-423D-91D4-6293661D1885}"/>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7" name="Rectangle 19">
                <a:extLst>
                  <a:ext uri="{FF2B5EF4-FFF2-40B4-BE49-F238E27FC236}">
                    <a16:creationId xmlns:a16="http://schemas.microsoft.com/office/drawing/2014/main" id="{96379FCC-A0D6-4A8F-8A58-FA860C4D1A7D}"/>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848" name="Group 1">
                <a:extLst>
                  <a:ext uri="{FF2B5EF4-FFF2-40B4-BE49-F238E27FC236}">
                    <a16:creationId xmlns:a16="http://schemas.microsoft.com/office/drawing/2014/main" id="{D37758C9-D928-41F9-B10E-61AD6FCBE6BA}"/>
                  </a:ext>
                </a:extLst>
              </p:cNvPr>
              <p:cNvGrpSpPr>
                <a:grpSpLocks/>
              </p:cNvGrpSpPr>
              <p:nvPr/>
            </p:nvGrpSpPr>
            <p:grpSpPr bwMode="auto">
              <a:xfrm>
                <a:off x="316975" y="2208007"/>
                <a:ext cx="305262" cy="215063"/>
                <a:chOff x="990600" y="5638800"/>
                <a:chExt cx="376238" cy="265113"/>
              </a:xfrm>
            </p:grpSpPr>
            <p:sp>
              <p:nvSpPr>
                <p:cNvPr id="116858" name="Freeform 26">
                  <a:extLst>
                    <a:ext uri="{FF2B5EF4-FFF2-40B4-BE49-F238E27FC236}">
                      <a16:creationId xmlns:a16="http://schemas.microsoft.com/office/drawing/2014/main" id="{3C0AA641-1519-4355-8BDE-C8A2741CB92A}"/>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9" name="Freeform 28">
                  <a:extLst>
                    <a:ext uri="{FF2B5EF4-FFF2-40B4-BE49-F238E27FC236}">
                      <a16:creationId xmlns:a16="http://schemas.microsoft.com/office/drawing/2014/main" id="{392D8C3C-7CDD-4783-892B-3EF64803E37D}"/>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849" name="Rectangle 29">
                <a:extLst>
                  <a:ext uri="{FF2B5EF4-FFF2-40B4-BE49-F238E27FC236}">
                    <a16:creationId xmlns:a16="http://schemas.microsoft.com/office/drawing/2014/main" id="{84340137-78B9-46AB-B043-A848BEB127F4}"/>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0" name="Rectangle 67">
                <a:extLst>
                  <a:ext uri="{FF2B5EF4-FFF2-40B4-BE49-F238E27FC236}">
                    <a16:creationId xmlns:a16="http://schemas.microsoft.com/office/drawing/2014/main" id="{B01DC1A7-4236-4841-8B9D-61A5BF85FCD5}"/>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1" name="Oval 68">
                <a:extLst>
                  <a:ext uri="{FF2B5EF4-FFF2-40B4-BE49-F238E27FC236}">
                    <a16:creationId xmlns:a16="http://schemas.microsoft.com/office/drawing/2014/main" id="{FAB0EC0B-7174-4927-A34E-8A364EE86662}"/>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2" name="Line 11">
                <a:extLst>
                  <a:ext uri="{FF2B5EF4-FFF2-40B4-BE49-F238E27FC236}">
                    <a16:creationId xmlns:a16="http://schemas.microsoft.com/office/drawing/2014/main" id="{DBFC8D83-FF30-4109-977A-B77F828E12A1}"/>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3" name="Rectangle 6">
                <a:extLst>
                  <a:ext uri="{FF2B5EF4-FFF2-40B4-BE49-F238E27FC236}">
                    <a16:creationId xmlns:a16="http://schemas.microsoft.com/office/drawing/2014/main" id="{7D4B6C8E-4DBC-4B7E-90DF-D2BB537A3D0F}"/>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4" name="Rectangle 7">
                <a:extLst>
                  <a:ext uri="{FF2B5EF4-FFF2-40B4-BE49-F238E27FC236}">
                    <a16:creationId xmlns:a16="http://schemas.microsoft.com/office/drawing/2014/main" id="{C79606B9-E0A5-4587-9268-871F6FFAEE9E}"/>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5" name="Line 8">
                <a:extLst>
                  <a:ext uri="{FF2B5EF4-FFF2-40B4-BE49-F238E27FC236}">
                    <a16:creationId xmlns:a16="http://schemas.microsoft.com/office/drawing/2014/main" id="{9B709123-ACAB-4809-834F-DA7586BCCDF8}"/>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6" name="Rectangle 17">
                <a:extLst>
                  <a:ext uri="{FF2B5EF4-FFF2-40B4-BE49-F238E27FC236}">
                    <a16:creationId xmlns:a16="http://schemas.microsoft.com/office/drawing/2014/main" id="{496762EE-12EE-4000-A9F9-432A1711386F}"/>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7" name="Rectangle 67">
                <a:extLst>
                  <a:ext uri="{FF2B5EF4-FFF2-40B4-BE49-F238E27FC236}">
                    <a16:creationId xmlns:a16="http://schemas.microsoft.com/office/drawing/2014/main" id="{1828A497-B825-4E2F-834E-608D45CF0E01}"/>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6748" name="Group 56">
              <a:extLst>
                <a:ext uri="{FF2B5EF4-FFF2-40B4-BE49-F238E27FC236}">
                  <a16:creationId xmlns:a16="http://schemas.microsoft.com/office/drawing/2014/main" id="{C72C3913-6E7E-4289-A8EF-A535587B4EE9}"/>
                </a:ext>
              </a:extLst>
            </p:cNvPr>
            <p:cNvGrpSpPr>
              <a:grpSpLocks/>
            </p:cNvGrpSpPr>
            <p:nvPr/>
          </p:nvGrpSpPr>
          <p:grpSpPr bwMode="auto">
            <a:xfrm>
              <a:off x="2675436" y="1430283"/>
              <a:ext cx="2766082" cy="1778473"/>
              <a:chOff x="2522955" y="1430283"/>
              <a:chExt cx="2766082" cy="1778473"/>
            </a:xfrm>
          </p:grpSpPr>
          <p:sp>
            <p:nvSpPr>
              <p:cNvPr id="116810" name="Freeform 32">
                <a:extLst>
                  <a:ext uri="{FF2B5EF4-FFF2-40B4-BE49-F238E27FC236}">
                    <a16:creationId xmlns:a16="http://schemas.microsoft.com/office/drawing/2014/main" id="{81133F0A-3127-431C-9087-DFD725DA8341}"/>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811" name="Group 119">
                <a:extLst>
                  <a:ext uri="{FF2B5EF4-FFF2-40B4-BE49-F238E27FC236}">
                    <a16:creationId xmlns:a16="http://schemas.microsoft.com/office/drawing/2014/main" id="{24C83C64-1AFC-4038-9822-B6E087A0D9F7}"/>
                  </a:ext>
                </a:extLst>
              </p:cNvPr>
              <p:cNvGrpSpPr>
                <a:grpSpLocks/>
              </p:cNvGrpSpPr>
              <p:nvPr/>
            </p:nvGrpSpPr>
            <p:grpSpPr bwMode="auto">
              <a:xfrm>
                <a:off x="2545121" y="1430283"/>
                <a:ext cx="2743916" cy="1236717"/>
                <a:chOff x="89349" y="1428587"/>
                <a:chExt cx="2743916" cy="1236717"/>
              </a:xfrm>
            </p:grpSpPr>
            <p:sp>
              <p:nvSpPr>
                <p:cNvPr id="116813" name="Line 14">
                  <a:extLst>
                    <a:ext uri="{FF2B5EF4-FFF2-40B4-BE49-F238E27FC236}">
                      <a16:creationId xmlns:a16="http://schemas.microsoft.com/office/drawing/2014/main" id="{6FC52E8D-7E0D-42FF-A18D-D58975183F0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4" name="Line 15">
                  <a:extLst>
                    <a:ext uri="{FF2B5EF4-FFF2-40B4-BE49-F238E27FC236}">
                      <a16:creationId xmlns:a16="http://schemas.microsoft.com/office/drawing/2014/main" id="{C386D646-B62A-4344-B061-81B42BC70016}"/>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5" name="Line 11">
                  <a:extLst>
                    <a:ext uri="{FF2B5EF4-FFF2-40B4-BE49-F238E27FC236}">
                      <a16:creationId xmlns:a16="http://schemas.microsoft.com/office/drawing/2014/main" id="{FC4B4AE7-9596-418E-92FE-4C7B8A12189F}"/>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6" name="Rectangle 5">
                  <a:extLst>
                    <a:ext uri="{FF2B5EF4-FFF2-40B4-BE49-F238E27FC236}">
                      <a16:creationId xmlns:a16="http://schemas.microsoft.com/office/drawing/2014/main" id="{7705A624-334C-44CC-8219-CF0EDEBCD9A4}"/>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7" name="Rectangle 6">
                  <a:extLst>
                    <a:ext uri="{FF2B5EF4-FFF2-40B4-BE49-F238E27FC236}">
                      <a16:creationId xmlns:a16="http://schemas.microsoft.com/office/drawing/2014/main" id="{BAE667B0-4711-448D-9862-8838D2D0AF33}"/>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8" name="Rectangle 7">
                  <a:extLst>
                    <a:ext uri="{FF2B5EF4-FFF2-40B4-BE49-F238E27FC236}">
                      <a16:creationId xmlns:a16="http://schemas.microsoft.com/office/drawing/2014/main" id="{C961E9B9-1670-40FA-98DD-CED145F6ABA0}"/>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9" name="Line 8">
                  <a:extLst>
                    <a:ext uri="{FF2B5EF4-FFF2-40B4-BE49-F238E27FC236}">
                      <a16:creationId xmlns:a16="http://schemas.microsoft.com/office/drawing/2014/main" id="{6CA94A81-F9AB-417F-93D5-C72C475EA9C3}"/>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0" name="Freeform 9">
                  <a:extLst>
                    <a:ext uri="{FF2B5EF4-FFF2-40B4-BE49-F238E27FC236}">
                      <a16:creationId xmlns:a16="http://schemas.microsoft.com/office/drawing/2014/main" id="{4F39E7D0-1F3B-4114-A854-376565C32CC8}"/>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1" name="Line 11">
                  <a:extLst>
                    <a:ext uri="{FF2B5EF4-FFF2-40B4-BE49-F238E27FC236}">
                      <a16:creationId xmlns:a16="http://schemas.microsoft.com/office/drawing/2014/main" id="{2B7AF126-35DB-400D-BCAA-5CE2B23ABB51}"/>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2" name="Rectangle 17">
                  <a:extLst>
                    <a:ext uri="{FF2B5EF4-FFF2-40B4-BE49-F238E27FC236}">
                      <a16:creationId xmlns:a16="http://schemas.microsoft.com/office/drawing/2014/main" id="{75B4CD8A-3106-41CD-B70F-9522B6D233E8}"/>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3" name="Rectangle 18">
                  <a:extLst>
                    <a:ext uri="{FF2B5EF4-FFF2-40B4-BE49-F238E27FC236}">
                      <a16:creationId xmlns:a16="http://schemas.microsoft.com/office/drawing/2014/main" id="{2BE634A3-3A2E-4E9D-9838-01B77821A296}"/>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4" name="Rectangle 19">
                  <a:extLst>
                    <a:ext uri="{FF2B5EF4-FFF2-40B4-BE49-F238E27FC236}">
                      <a16:creationId xmlns:a16="http://schemas.microsoft.com/office/drawing/2014/main" id="{C471402A-F2B5-48BC-8944-143FD35A6681}"/>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825" name="Group 1">
                  <a:extLst>
                    <a:ext uri="{FF2B5EF4-FFF2-40B4-BE49-F238E27FC236}">
                      <a16:creationId xmlns:a16="http://schemas.microsoft.com/office/drawing/2014/main" id="{39A33DDA-DFE9-427E-842D-6A01269F1608}"/>
                    </a:ext>
                  </a:extLst>
                </p:cNvPr>
                <p:cNvGrpSpPr>
                  <a:grpSpLocks/>
                </p:cNvGrpSpPr>
                <p:nvPr/>
              </p:nvGrpSpPr>
              <p:grpSpPr bwMode="auto">
                <a:xfrm>
                  <a:off x="316975" y="2208007"/>
                  <a:ext cx="305262" cy="215063"/>
                  <a:chOff x="990600" y="5638800"/>
                  <a:chExt cx="376238" cy="265113"/>
                </a:xfrm>
              </p:grpSpPr>
              <p:sp>
                <p:nvSpPr>
                  <p:cNvPr id="116835" name="Freeform 26">
                    <a:extLst>
                      <a:ext uri="{FF2B5EF4-FFF2-40B4-BE49-F238E27FC236}">
                        <a16:creationId xmlns:a16="http://schemas.microsoft.com/office/drawing/2014/main" id="{45B67C21-ED32-45DF-A135-8915662A6475}"/>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6" name="Freeform 28">
                    <a:extLst>
                      <a:ext uri="{FF2B5EF4-FFF2-40B4-BE49-F238E27FC236}">
                        <a16:creationId xmlns:a16="http://schemas.microsoft.com/office/drawing/2014/main" id="{593D014A-B19D-459B-95BB-6A5A1EF09C6C}"/>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826" name="Rectangle 29">
                  <a:extLst>
                    <a:ext uri="{FF2B5EF4-FFF2-40B4-BE49-F238E27FC236}">
                      <a16:creationId xmlns:a16="http://schemas.microsoft.com/office/drawing/2014/main" id="{51CECCB4-86CD-4B72-9992-F20A81F278B8}"/>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7" name="Rectangle 67">
                  <a:extLst>
                    <a:ext uri="{FF2B5EF4-FFF2-40B4-BE49-F238E27FC236}">
                      <a16:creationId xmlns:a16="http://schemas.microsoft.com/office/drawing/2014/main" id="{B29CD29A-A23E-4377-B6FD-BBA7DB92AB4C}"/>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8" name="Oval 68">
                  <a:extLst>
                    <a:ext uri="{FF2B5EF4-FFF2-40B4-BE49-F238E27FC236}">
                      <a16:creationId xmlns:a16="http://schemas.microsoft.com/office/drawing/2014/main" id="{CA081CA5-FCDF-49F0-8E89-2E48829DA33B}"/>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9" name="Line 11">
                  <a:extLst>
                    <a:ext uri="{FF2B5EF4-FFF2-40B4-BE49-F238E27FC236}">
                      <a16:creationId xmlns:a16="http://schemas.microsoft.com/office/drawing/2014/main" id="{91F6620F-6C50-4E66-96C4-AFC01751AE78}"/>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0" name="Rectangle 6">
                  <a:extLst>
                    <a:ext uri="{FF2B5EF4-FFF2-40B4-BE49-F238E27FC236}">
                      <a16:creationId xmlns:a16="http://schemas.microsoft.com/office/drawing/2014/main" id="{CA3D233D-39FA-436F-9E0A-609C3C46BC3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1" name="Rectangle 7">
                  <a:extLst>
                    <a:ext uri="{FF2B5EF4-FFF2-40B4-BE49-F238E27FC236}">
                      <a16:creationId xmlns:a16="http://schemas.microsoft.com/office/drawing/2014/main" id="{0538D19E-9D53-440B-A427-BCE6470D32BE}"/>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2" name="Line 8">
                  <a:extLst>
                    <a:ext uri="{FF2B5EF4-FFF2-40B4-BE49-F238E27FC236}">
                      <a16:creationId xmlns:a16="http://schemas.microsoft.com/office/drawing/2014/main" id="{910C2359-CBD3-4A3A-8360-C8AC0F1CE905}"/>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3" name="Rectangle 17">
                  <a:extLst>
                    <a:ext uri="{FF2B5EF4-FFF2-40B4-BE49-F238E27FC236}">
                      <a16:creationId xmlns:a16="http://schemas.microsoft.com/office/drawing/2014/main" id="{9AB8967D-D8FD-470E-A2A4-9D46CABEF966}"/>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4" name="Rectangle 67">
                  <a:extLst>
                    <a:ext uri="{FF2B5EF4-FFF2-40B4-BE49-F238E27FC236}">
                      <a16:creationId xmlns:a16="http://schemas.microsoft.com/office/drawing/2014/main" id="{DBA165DE-7BE5-42DA-A837-87568FBED79F}"/>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812" name="Oval 68">
                <a:extLst>
                  <a:ext uri="{FF2B5EF4-FFF2-40B4-BE49-F238E27FC236}">
                    <a16:creationId xmlns:a16="http://schemas.microsoft.com/office/drawing/2014/main" id="{23D7CA54-0582-4B66-A0B6-E293DD33C23C}"/>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6749" name="Group 57">
              <a:extLst>
                <a:ext uri="{FF2B5EF4-FFF2-40B4-BE49-F238E27FC236}">
                  <a16:creationId xmlns:a16="http://schemas.microsoft.com/office/drawing/2014/main" id="{207AB211-41BC-450F-9EEF-A6907059DEFD}"/>
                </a:ext>
              </a:extLst>
            </p:cNvPr>
            <p:cNvGrpSpPr>
              <a:grpSpLocks/>
            </p:cNvGrpSpPr>
            <p:nvPr/>
          </p:nvGrpSpPr>
          <p:grpSpPr bwMode="auto">
            <a:xfrm>
              <a:off x="4800681" y="1421927"/>
              <a:ext cx="2817639" cy="1778473"/>
              <a:chOff x="2522955" y="1430283"/>
              <a:chExt cx="2817639" cy="1778473"/>
            </a:xfrm>
          </p:grpSpPr>
          <p:sp>
            <p:nvSpPr>
              <p:cNvPr id="116783" name="Freeform 32">
                <a:extLst>
                  <a:ext uri="{FF2B5EF4-FFF2-40B4-BE49-F238E27FC236}">
                    <a16:creationId xmlns:a16="http://schemas.microsoft.com/office/drawing/2014/main" id="{90BAE6CB-B323-4CAE-AD0A-4DE2B68A682C}"/>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84" name="Group 92">
                <a:extLst>
                  <a:ext uri="{FF2B5EF4-FFF2-40B4-BE49-F238E27FC236}">
                    <a16:creationId xmlns:a16="http://schemas.microsoft.com/office/drawing/2014/main" id="{7196D07F-11FB-489D-B6E2-6F141900FC3D}"/>
                  </a:ext>
                </a:extLst>
              </p:cNvPr>
              <p:cNvGrpSpPr>
                <a:grpSpLocks/>
              </p:cNvGrpSpPr>
              <p:nvPr/>
            </p:nvGrpSpPr>
            <p:grpSpPr bwMode="auto">
              <a:xfrm>
                <a:off x="2545121" y="1430283"/>
                <a:ext cx="2795473" cy="1236717"/>
                <a:chOff x="89349" y="1428587"/>
                <a:chExt cx="2795473" cy="1236717"/>
              </a:xfrm>
            </p:grpSpPr>
            <p:sp>
              <p:nvSpPr>
                <p:cNvPr id="116786" name="Line 14">
                  <a:extLst>
                    <a:ext uri="{FF2B5EF4-FFF2-40B4-BE49-F238E27FC236}">
                      <a16:creationId xmlns:a16="http://schemas.microsoft.com/office/drawing/2014/main" id="{5AF21649-B8E3-43D5-935C-192D78B7E526}"/>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7" name="Line 15">
                  <a:extLst>
                    <a:ext uri="{FF2B5EF4-FFF2-40B4-BE49-F238E27FC236}">
                      <a16:creationId xmlns:a16="http://schemas.microsoft.com/office/drawing/2014/main" id="{A5BA4D1B-D5F7-4BDE-8AA4-846C97E27284}"/>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8" name="Line 11">
                  <a:extLst>
                    <a:ext uri="{FF2B5EF4-FFF2-40B4-BE49-F238E27FC236}">
                      <a16:creationId xmlns:a16="http://schemas.microsoft.com/office/drawing/2014/main" id="{CC7E5536-A55A-4FE1-B96A-76DBFE8987E4}"/>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9" name="Rectangle 5">
                  <a:extLst>
                    <a:ext uri="{FF2B5EF4-FFF2-40B4-BE49-F238E27FC236}">
                      <a16:creationId xmlns:a16="http://schemas.microsoft.com/office/drawing/2014/main" id="{CFE8EE36-2D28-4ED7-8156-BBFFBA15080A}"/>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0" name="Rectangle 6">
                  <a:extLst>
                    <a:ext uri="{FF2B5EF4-FFF2-40B4-BE49-F238E27FC236}">
                      <a16:creationId xmlns:a16="http://schemas.microsoft.com/office/drawing/2014/main" id="{94329B8D-AE7C-4CB9-BE7C-65AFDDEC6F87}"/>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1" name="Rectangle 7">
                  <a:extLst>
                    <a:ext uri="{FF2B5EF4-FFF2-40B4-BE49-F238E27FC236}">
                      <a16:creationId xmlns:a16="http://schemas.microsoft.com/office/drawing/2014/main" id="{A52743CE-CD68-4A1B-A6EA-CB23FBCA2AEF}"/>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2" name="Line 8">
                  <a:extLst>
                    <a:ext uri="{FF2B5EF4-FFF2-40B4-BE49-F238E27FC236}">
                      <a16:creationId xmlns:a16="http://schemas.microsoft.com/office/drawing/2014/main" id="{E51A649B-1364-4E4E-B05D-90EAD9A6F801}"/>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3" name="Freeform 9">
                  <a:extLst>
                    <a:ext uri="{FF2B5EF4-FFF2-40B4-BE49-F238E27FC236}">
                      <a16:creationId xmlns:a16="http://schemas.microsoft.com/office/drawing/2014/main" id="{5B2C57B5-D3AB-498A-9F4B-8DBC27C5FEA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4" name="Line 11">
                  <a:extLst>
                    <a:ext uri="{FF2B5EF4-FFF2-40B4-BE49-F238E27FC236}">
                      <a16:creationId xmlns:a16="http://schemas.microsoft.com/office/drawing/2014/main" id="{44817ECA-1FCF-492D-9F74-1FEDFA00B2F8}"/>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5" name="Rectangle 17">
                  <a:extLst>
                    <a:ext uri="{FF2B5EF4-FFF2-40B4-BE49-F238E27FC236}">
                      <a16:creationId xmlns:a16="http://schemas.microsoft.com/office/drawing/2014/main" id="{44D3E8DB-FB51-4CA6-B70E-7DBD97A8E26B}"/>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6" name="Rectangle 18">
                  <a:extLst>
                    <a:ext uri="{FF2B5EF4-FFF2-40B4-BE49-F238E27FC236}">
                      <a16:creationId xmlns:a16="http://schemas.microsoft.com/office/drawing/2014/main" id="{A255818D-28DD-4918-ADD8-66939676C2C6}"/>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7" name="Rectangle 19">
                  <a:extLst>
                    <a:ext uri="{FF2B5EF4-FFF2-40B4-BE49-F238E27FC236}">
                      <a16:creationId xmlns:a16="http://schemas.microsoft.com/office/drawing/2014/main" id="{1564D963-6E8A-4BC5-9F02-9E365A91ABA7}"/>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98" name="Group 1">
                  <a:extLst>
                    <a:ext uri="{FF2B5EF4-FFF2-40B4-BE49-F238E27FC236}">
                      <a16:creationId xmlns:a16="http://schemas.microsoft.com/office/drawing/2014/main" id="{4FBE1CF4-A51E-4F75-976C-F68A74E3B510}"/>
                    </a:ext>
                  </a:extLst>
                </p:cNvPr>
                <p:cNvGrpSpPr>
                  <a:grpSpLocks/>
                </p:cNvGrpSpPr>
                <p:nvPr/>
              </p:nvGrpSpPr>
              <p:grpSpPr bwMode="auto">
                <a:xfrm>
                  <a:off x="316975" y="2208007"/>
                  <a:ext cx="305262" cy="215063"/>
                  <a:chOff x="990600" y="5638800"/>
                  <a:chExt cx="376238" cy="265113"/>
                </a:xfrm>
              </p:grpSpPr>
              <p:sp>
                <p:nvSpPr>
                  <p:cNvPr id="116808" name="Freeform 26">
                    <a:extLst>
                      <a:ext uri="{FF2B5EF4-FFF2-40B4-BE49-F238E27FC236}">
                        <a16:creationId xmlns:a16="http://schemas.microsoft.com/office/drawing/2014/main" id="{9C68C647-DD6E-4381-B811-BEDF7116FEA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9" name="Freeform 28">
                    <a:extLst>
                      <a:ext uri="{FF2B5EF4-FFF2-40B4-BE49-F238E27FC236}">
                        <a16:creationId xmlns:a16="http://schemas.microsoft.com/office/drawing/2014/main" id="{F3F0ED23-4AA3-4244-A2A5-AE22BAC71C69}"/>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99" name="Rectangle 29">
                  <a:extLst>
                    <a:ext uri="{FF2B5EF4-FFF2-40B4-BE49-F238E27FC236}">
                      <a16:creationId xmlns:a16="http://schemas.microsoft.com/office/drawing/2014/main" id="{69152571-1B2F-470A-8D19-F4D565DA1B40}"/>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0" name="Rectangle 67">
                  <a:extLst>
                    <a:ext uri="{FF2B5EF4-FFF2-40B4-BE49-F238E27FC236}">
                      <a16:creationId xmlns:a16="http://schemas.microsoft.com/office/drawing/2014/main" id="{94AEFC7F-81A6-4B8C-8015-4029F4317E94}"/>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1" name="Oval 68">
                  <a:extLst>
                    <a:ext uri="{FF2B5EF4-FFF2-40B4-BE49-F238E27FC236}">
                      <a16:creationId xmlns:a16="http://schemas.microsoft.com/office/drawing/2014/main" id="{74D2152B-07BE-41C2-A6C6-5E498D500052}"/>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2" name="Line 11">
                  <a:extLst>
                    <a:ext uri="{FF2B5EF4-FFF2-40B4-BE49-F238E27FC236}">
                      <a16:creationId xmlns:a16="http://schemas.microsoft.com/office/drawing/2014/main" id="{EA2FB97C-61E1-4FE5-B90F-E107A5C42990}"/>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3" name="Rectangle 6">
                  <a:extLst>
                    <a:ext uri="{FF2B5EF4-FFF2-40B4-BE49-F238E27FC236}">
                      <a16:creationId xmlns:a16="http://schemas.microsoft.com/office/drawing/2014/main" id="{1B4C17CF-FFB8-4BA2-920C-C18F54405361}"/>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4" name="Rectangle 7">
                  <a:extLst>
                    <a:ext uri="{FF2B5EF4-FFF2-40B4-BE49-F238E27FC236}">
                      <a16:creationId xmlns:a16="http://schemas.microsoft.com/office/drawing/2014/main" id="{46338E87-A8D5-4F85-9A1F-1FF1A74C1D47}"/>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5" name="Line 8">
                  <a:extLst>
                    <a:ext uri="{FF2B5EF4-FFF2-40B4-BE49-F238E27FC236}">
                      <a16:creationId xmlns:a16="http://schemas.microsoft.com/office/drawing/2014/main" id="{A0CDDF14-1796-4C7C-8044-492C8E0C51CF}"/>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6" name="Rectangle 17">
                  <a:extLst>
                    <a:ext uri="{FF2B5EF4-FFF2-40B4-BE49-F238E27FC236}">
                      <a16:creationId xmlns:a16="http://schemas.microsoft.com/office/drawing/2014/main" id="{DBFF7BED-D285-4B61-8EA5-D41009EAB924}"/>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7" name="Rectangle 67">
                  <a:extLst>
                    <a:ext uri="{FF2B5EF4-FFF2-40B4-BE49-F238E27FC236}">
                      <a16:creationId xmlns:a16="http://schemas.microsoft.com/office/drawing/2014/main" id="{F8183777-F74E-4929-AB73-35452D1DE75B}"/>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85" name="Oval 68">
                <a:extLst>
                  <a:ext uri="{FF2B5EF4-FFF2-40B4-BE49-F238E27FC236}">
                    <a16:creationId xmlns:a16="http://schemas.microsoft.com/office/drawing/2014/main" id="{2F03B309-AE5E-4BE8-BF03-43F0DA1A827A}"/>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6750" name="Group 58">
              <a:extLst>
                <a:ext uri="{FF2B5EF4-FFF2-40B4-BE49-F238E27FC236}">
                  <a16:creationId xmlns:a16="http://schemas.microsoft.com/office/drawing/2014/main" id="{42CE1147-9409-4F31-B9F7-94DF50DFA2FF}"/>
                </a:ext>
              </a:extLst>
            </p:cNvPr>
            <p:cNvGrpSpPr>
              <a:grpSpLocks/>
            </p:cNvGrpSpPr>
            <p:nvPr/>
          </p:nvGrpSpPr>
          <p:grpSpPr bwMode="auto">
            <a:xfrm>
              <a:off x="6956447" y="1421927"/>
              <a:ext cx="2103079" cy="1770116"/>
              <a:chOff x="2545121" y="1430283"/>
              <a:chExt cx="2103079" cy="1770116"/>
            </a:xfrm>
          </p:grpSpPr>
          <p:sp>
            <p:nvSpPr>
              <p:cNvPr id="116757" name="Freeform 32">
                <a:extLst>
                  <a:ext uri="{FF2B5EF4-FFF2-40B4-BE49-F238E27FC236}">
                    <a16:creationId xmlns:a16="http://schemas.microsoft.com/office/drawing/2014/main" id="{4A898235-7183-4FD1-83A1-7177304E257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58" name="Group 66">
                <a:extLst>
                  <a:ext uri="{FF2B5EF4-FFF2-40B4-BE49-F238E27FC236}">
                    <a16:creationId xmlns:a16="http://schemas.microsoft.com/office/drawing/2014/main" id="{29991300-D26A-479D-AD16-E607E906B105}"/>
                  </a:ext>
                </a:extLst>
              </p:cNvPr>
              <p:cNvGrpSpPr>
                <a:grpSpLocks/>
              </p:cNvGrpSpPr>
              <p:nvPr/>
            </p:nvGrpSpPr>
            <p:grpSpPr bwMode="auto">
              <a:xfrm>
                <a:off x="2545121" y="1430283"/>
                <a:ext cx="2103079" cy="1236717"/>
                <a:chOff x="89349" y="1428587"/>
                <a:chExt cx="2103079" cy="1236717"/>
              </a:xfrm>
            </p:grpSpPr>
            <p:sp>
              <p:nvSpPr>
                <p:cNvPr id="116759" name="Line 14">
                  <a:extLst>
                    <a:ext uri="{FF2B5EF4-FFF2-40B4-BE49-F238E27FC236}">
                      <a16:creationId xmlns:a16="http://schemas.microsoft.com/office/drawing/2014/main" id="{7BAE6171-AEB6-4BE6-B82D-38FDAE01DB8B}"/>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0" name="Line 15">
                  <a:extLst>
                    <a:ext uri="{FF2B5EF4-FFF2-40B4-BE49-F238E27FC236}">
                      <a16:creationId xmlns:a16="http://schemas.microsoft.com/office/drawing/2014/main" id="{50A64335-293A-4254-AFDE-CC68888196B3}"/>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1" name="Line 11">
                  <a:extLst>
                    <a:ext uri="{FF2B5EF4-FFF2-40B4-BE49-F238E27FC236}">
                      <a16:creationId xmlns:a16="http://schemas.microsoft.com/office/drawing/2014/main" id="{36244801-833A-4034-808F-04D9C80C969F}"/>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2" name="Rectangle 5">
                  <a:extLst>
                    <a:ext uri="{FF2B5EF4-FFF2-40B4-BE49-F238E27FC236}">
                      <a16:creationId xmlns:a16="http://schemas.microsoft.com/office/drawing/2014/main" id="{432A3C29-0747-4AF0-BD55-7FFC2C5EE3B1}"/>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3" name="Rectangle 6">
                  <a:extLst>
                    <a:ext uri="{FF2B5EF4-FFF2-40B4-BE49-F238E27FC236}">
                      <a16:creationId xmlns:a16="http://schemas.microsoft.com/office/drawing/2014/main" id="{971D4E26-502E-4769-A4F9-DADEF633FBEC}"/>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4" name="Rectangle 7">
                  <a:extLst>
                    <a:ext uri="{FF2B5EF4-FFF2-40B4-BE49-F238E27FC236}">
                      <a16:creationId xmlns:a16="http://schemas.microsoft.com/office/drawing/2014/main" id="{C724B012-ED25-4DF0-8E55-AA0FF5254A02}"/>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5" name="Line 8">
                  <a:extLst>
                    <a:ext uri="{FF2B5EF4-FFF2-40B4-BE49-F238E27FC236}">
                      <a16:creationId xmlns:a16="http://schemas.microsoft.com/office/drawing/2014/main" id="{151275F3-0588-443A-A638-F6BE311D59D6}"/>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6" name="Freeform 9">
                  <a:extLst>
                    <a:ext uri="{FF2B5EF4-FFF2-40B4-BE49-F238E27FC236}">
                      <a16:creationId xmlns:a16="http://schemas.microsoft.com/office/drawing/2014/main" id="{91DE1E86-4491-4E23-BBA7-680B5E9C901F}"/>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7" name="Line 11">
                  <a:extLst>
                    <a:ext uri="{FF2B5EF4-FFF2-40B4-BE49-F238E27FC236}">
                      <a16:creationId xmlns:a16="http://schemas.microsoft.com/office/drawing/2014/main" id="{308B845A-9BA2-4066-B582-41D10B8E3FA4}"/>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8" name="Rectangle 17">
                  <a:extLst>
                    <a:ext uri="{FF2B5EF4-FFF2-40B4-BE49-F238E27FC236}">
                      <a16:creationId xmlns:a16="http://schemas.microsoft.com/office/drawing/2014/main" id="{6A0E3686-C59F-419B-9469-07AA3F87B11E}"/>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9" name="Rectangle 18">
                  <a:extLst>
                    <a:ext uri="{FF2B5EF4-FFF2-40B4-BE49-F238E27FC236}">
                      <a16:creationId xmlns:a16="http://schemas.microsoft.com/office/drawing/2014/main" id="{62DE878E-23F1-4ACE-90A9-69EEFCB788BF}"/>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0" name="Rectangle 19">
                  <a:extLst>
                    <a:ext uri="{FF2B5EF4-FFF2-40B4-BE49-F238E27FC236}">
                      <a16:creationId xmlns:a16="http://schemas.microsoft.com/office/drawing/2014/main" id="{28A71CB3-6CB3-4257-8EFF-22AB86611DEC}"/>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6771" name="Group 1">
                  <a:extLst>
                    <a:ext uri="{FF2B5EF4-FFF2-40B4-BE49-F238E27FC236}">
                      <a16:creationId xmlns:a16="http://schemas.microsoft.com/office/drawing/2014/main" id="{8D86C47A-9C20-4ACE-885D-5EE2D188D04D}"/>
                    </a:ext>
                  </a:extLst>
                </p:cNvPr>
                <p:cNvGrpSpPr>
                  <a:grpSpLocks/>
                </p:cNvGrpSpPr>
                <p:nvPr/>
              </p:nvGrpSpPr>
              <p:grpSpPr bwMode="auto">
                <a:xfrm>
                  <a:off x="316975" y="2208007"/>
                  <a:ext cx="305262" cy="215063"/>
                  <a:chOff x="990600" y="5638800"/>
                  <a:chExt cx="376238" cy="265113"/>
                </a:xfrm>
              </p:grpSpPr>
              <p:sp>
                <p:nvSpPr>
                  <p:cNvPr id="116781" name="Freeform 26">
                    <a:extLst>
                      <a:ext uri="{FF2B5EF4-FFF2-40B4-BE49-F238E27FC236}">
                        <a16:creationId xmlns:a16="http://schemas.microsoft.com/office/drawing/2014/main" id="{CC74B8C9-95E7-45F6-ACF1-C8E7E485034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2" name="Freeform 28">
                    <a:extLst>
                      <a:ext uri="{FF2B5EF4-FFF2-40B4-BE49-F238E27FC236}">
                        <a16:creationId xmlns:a16="http://schemas.microsoft.com/office/drawing/2014/main" id="{4FF2ABDC-7849-4E8D-96DA-D9109B4F9AE7}"/>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72" name="Rectangle 29">
                  <a:extLst>
                    <a:ext uri="{FF2B5EF4-FFF2-40B4-BE49-F238E27FC236}">
                      <a16:creationId xmlns:a16="http://schemas.microsoft.com/office/drawing/2014/main" id="{4B4B5CE3-CCDA-4CC7-9406-2AA64F463700}"/>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3" name="Rectangle 67">
                  <a:extLst>
                    <a:ext uri="{FF2B5EF4-FFF2-40B4-BE49-F238E27FC236}">
                      <a16:creationId xmlns:a16="http://schemas.microsoft.com/office/drawing/2014/main" id="{CE7567D9-1DC4-46E6-832F-2BD2EFE32AC6}"/>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4" name="Oval 68">
                  <a:extLst>
                    <a:ext uri="{FF2B5EF4-FFF2-40B4-BE49-F238E27FC236}">
                      <a16:creationId xmlns:a16="http://schemas.microsoft.com/office/drawing/2014/main" id="{33BD6D0C-FCC7-400D-8224-918A0EF63F78}"/>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5" name="Line 11">
                  <a:extLst>
                    <a:ext uri="{FF2B5EF4-FFF2-40B4-BE49-F238E27FC236}">
                      <a16:creationId xmlns:a16="http://schemas.microsoft.com/office/drawing/2014/main" id="{A96BBCC1-F2B9-4FFD-9969-6E21666948AD}"/>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6" name="Rectangle 6">
                  <a:extLst>
                    <a:ext uri="{FF2B5EF4-FFF2-40B4-BE49-F238E27FC236}">
                      <a16:creationId xmlns:a16="http://schemas.microsoft.com/office/drawing/2014/main" id="{A9DE7454-FBA1-4236-8FDF-D157760433D5}"/>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7" name="Rectangle 7">
                  <a:extLst>
                    <a:ext uri="{FF2B5EF4-FFF2-40B4-BE49-F238E27FC236}">
                      <a16:creationId xmlns:a16="http://schemas.microsoft.com/office/drawing/2014/main" id="{EDA7A1A4-60B1-4D4A-A9A6-9F4BBD58181B}"/>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8" name="Line 8">
                  <a:extLst>
                    <a:ext uri="{FF2B5EF4-FFF2-40B4-BE49-F238E27FC236}">
                      <a16:creationId xmlns:a16="http://schemas.microsoft.com/office/drawing/2014/main" id="{2D6A6748-E63D-48E5-A5A6-3E61E9D7EDFA}"/>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9" name="Rectangle 17">
                  <a:extLst>
                    <a:ext uri="{FF2B5EF4-FFF2-40B4-BE49-F238E27FC236}">
                      <a16:creationId xmlns:a16="http://schemas.microsoft.com/office/drawing/2014/main" id="{618D4C30-FA44-47D9-9D9E-1785AC37CB68}"/>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0" name="Rectangle 67">
                  <a:extLst>
                    <a:ext uri="{FF2B5EF4-FFF2-40B4-BE49-F238E27FC236}">
                      <a16:creationId xmlns:a16="http://schemas.microsoft.com/office/drawing/2014/main" id="{AA445B8B-58E8-430C-8A33-1FC3299DA4D5}"/>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6751" name="Line 13">
              <a:extLst>
                <a:ext uri="{FF2B5EF4-FFF2-40B4-BE49-F238E27FC236}">
                  <a16:creationId xmlns:a16="http://schemas.microsoft.com/office/drawing/2014/main" id="{A3D65BCA-1CDF-4DA3-B9EB-62841BCCE882}"/>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2" name="Oval 68">
              <a:extLst>
                <a:ext uri="{FF2B5EF4-FFF2-40B4-BE49-F238E27FC236}">
                  <a16:creationId xmlns:a16="http://schemas.microsoft.com/office/drawing/2014/main" id="{3040B94E-420D-4EC4-9B97-2231EDC732A8}"/>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3" name="Line 11">
              <a:extLst>
                <a:ext uri="{FF2B5EF4-FFF2-40B4-BE49-F238E27FC236}">
                  <a16:creationId xmlns:a16="http://schemas.microsoft.com/office/drawing/2014/main" id="{F63C9F8C-EAA7-4673-B434-657460D25BF4}"/>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4" name="Line 15">
              <a:extLst>
                <a:ext uri="{FF2B5EF4-FFF2-40B4-BE49-F238E27FC236}">
                  <a16:creationId xmlns:a16="http://schemas.microsoft.com/office/drawing/2014/main" id="{A17745FA-EEEE-465B-AD65-B0497821B362}"/>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5" name="Rectangle 11">
              <a:extLst>
                <a:ext uri="{FF2B5EF4-FFF2-40B4-BE49-F238E27FC236}">
                  <a16:creationId xmlns:a16="http://schemas.microsoft.com/office/drawing/2014/main" id="{EB4AB1FA-B6A2-4B75-B3CA-548EBF75B3A8}"/>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6" name="Rectangle 41">
              <a:extLst>
                <a:ext uri="{FF2B5EF4-FFF2-40B4-BE49-F238E27FC236}">
                  <a16:creationId xmlns:a16="http://schemas.microsoft.com/office/drawing/2014/main" id="{2841EBB4-32CC-40CE-8238-CDBA57243482}"/>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41" name="Oval 2">
            <a:extLst>
              <a:ext uri="{FF2B5EF4-FFF2-40B4-BE49-F238E27FC236}">
                <a16:creationId xmlns:a16="http://schemas.microsoft.com/office/drawing/2014/main" id="{6EECB98C-8F76-4D18-BE4D-309D551C34E5}"/>
              </a:ext>
            </a:extLst>
          </p:cNvPr>
          <p:cNvSpPr>
            <a:spLocks noChangeArrowheads="1"/>
          </p:cNvSpPr>
          <p:nvPr/>
        </p:nvSpPr>
        <p:spPr bwMode="auto">
          <a:xfrm>
            <a:off x="608013" y="4244975"/>
            <a:ext cx="1979612" cy="215265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2" name="Oval 2">
            <a:extLst>
              <a:ext uri="{FF2B5EF4-FFF2-40B4-BE49-F238E27FC236}">
                <a16:creationId xmlns:a16="http://schemas.microsoft.com/office/drawing/2014/main" id="{A069F3DC-0ADB-4118-B205-7F071BC2865D}"/>
              </a:ext>
            </a:extLst>
          </p:cNvPr>
          <p:cNvSpPr>
            <a:spLocks noChangeArrowheads="1"/>
          </p:cNvSpPr>
          <p:nvPr/>
        </p:nvSpPr>
        <p:spPr bwMode="auto">
          <a:xfrm>
            <a:off x="3268663" y="1298575"/>
            <a:ext cx="1476375" cy="2124075"/>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3" name="Oval 2">
            <a:extLst>
              <a:ext uri="{FF2B5EF4-FFF2-40B4-BE49-F238E27FC236}">
                <a16:creationId xmlns:a16="http://schemas.microsoft.com/office/drawing/2014/main" id="{D6E913FF-399F-4809-A5C7-30693263EFD5}"/>
              </a:ext>
            </a:extLst>
          </p:cNvPr>
          <p:cNvSpPr>
            <a:spLocks noChangeArrowheads="1"/>
          </p:cNvSpPr>
          <p:nvPr/>
        </p:nvSpPr>
        <p:spPr bwMode="auto">
          <a:xfrm>
            <a:off x="2743200" y="4248150"/>
            <a:ext cx="1979613" cy="2152650"/>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4" name="Oval 2">
            <a:extLst>
              <a:ext uri="{FF2B5EF4-FFF2-40B4-BE49-F238E27FC236}">
                <a16:creationId xmlns:a16="http://schemas.microsoft.com/office/drawing/2014/main" id="{E4ADB68C-55C3-4E3B-AB8C-9E8078311CA3}"/>
              </a:ext>
            </a:extLst>
          </p:cNvPr>
          <p:cNvSpPr>
            <a:spLocks noChangeArrowheads="1"/>
          </p:cNvSpPr>
          <p:nvPr/>
        </p:nvSpPr>
        <p:spPr bwMode="auto">
          <a:xfrm>
            <a:off x="4779963" y="1298575"/>
            <a:ext cx="1476375" cy="2124075"/>
          </a:xfrm>
          <a:prstGeom prst="ellipse">
            <a:avLst/>
          </a:prstGeom>
          <a:noFill/>
          <a:ln w="381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5" name="Oval 2">
            <a:extLst>
              <a:ext uri="{FF2B5EF4-FFF2-40B4-BE49-F238E27FC236}">
                <a16:creationId xmlns:a16="http://schemas.microsoft.com/office/drawing/2014/main" id="{B141B994-3671-4BA3-9662-EBFB30A93F93}"/>
              </a:ext>
            </a:extLst>
          </p:cNvPr>
          <p:cNvSpPr>
            <a:spLocks noChangeArrowheads="1"/>
          </p:cNvSpPr>
          <p:nvPr/>
        </p:nvSpPr>
        <p:spPr bwMode="auto">
          <a:xfrm>
            <a:off x="4878388" y="4248150"/>
            <a:ext cx="1979612" cy="2152650"/>
          </a:xfrm>
          <a:prstGeom prst="ellipse">
            <a:avLst/>
          </a:prstGeom>
          <a:noFill/>
          <a:ln w="381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Title 1">
            <a:extLst>
              <a:ext uri="{FF2B5EF4-FFF2-40B4-BE49-F238E27FC236}">
                <a16:creationId xmlns:a16="http://schemas.microsoft.com/office/drawing/2014/main" id="{8E0864D2-6268-40D5-A5BE-0F5C2899C8B4}"/>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7762" name="Group 1">
            <a:extLst>
              <a:ext uri="{FF2B5EF4-FFF2-40B4-BE49-F238E27FC236}">
                <a16:creationId xmlns:a16="http://schemas.microsoft.com/office/drawing/2014/main" id="{61827BD2-7735-49D0-9353-6AABDEEF255F}"/>
              </a:ext>
            </a:extLst>
          </p:cNvPr>
          <p:cNvGrpSpPr>
            <a:grpSpLocks/>
          </p:cNvGrpSpPr>
          <p:nvPr/>
        </p:nvGrpSpPr>
        <p:grpSpPr bwMode="auto">
          <a:xfrm>
            <a:off x="1104900" y="1827213"/>
            <a:ext cx="7124700" cy="1395412"/>
            <a:chOff x="1052513" y="914400"/>
            <a:chExt cx="7124700" cy="1395413"/>
          </a:xfrm>
        </p:grpSpPr>
        <p:sp>
          <p:nvSpPr>
            <p:cNvPr id="117886" name="Rectangle 4">
              <a:extLst>
                <a:ext uri="{FF2B5EF4-FFF2-40B4-BE49-F238E27FC236}">
                  <a16:creationId xmlns:a16="http://schemas.microsoft.com/office/drawing/2014/main" id="{09395F9B-6C65-480E-90A1-1AA0DF4A8F23}"/>
                </a:ext>
              </a:extLst>
            </p:cNvPr>
            <p:cNvSpPr>
              <a:spLocks noChangeArrowheads="1"/>
            </p:cNvSpPr>
            <p:nvPr/>
          </p:nvSpPr>
          <p:spPr bwMode="auto">
            <a:xfrm>
              <a:off x="20859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7" name="Rectangle 5">
              <a:extLst>
                <a:ext uri="{FF2B5EF4-FFF2-40B4-BE49-F238E27FC236}">
                  <a16:creationId xmlns:a16="http://schemas.microsoft.com/office/drawing/2014/main" id="{ECE71C7F-614E-4553-B600-30D7FB11B084}"/>
                </a:ext>
              </a:extLst>
            </p:cNvPr>
            <p:cNvSpPr>
              <a:spLocks noChangeArrowheads="1"/>
            </p:cNvSpPr>
            <p:nvPr/>
          </p:nvSpPr>
          <p:spPr bwMode="auto">
            <a:xfrm>
              <a:off x="2152651"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8" name="Rectangle 6">
              <a:extLst>
                <a:ext uri="{FF2B5EF4-FFF2-40B4-BE49-F238E27FC236}">
                  <a16:creationId xmlns:a16="http://schemas.microsoft.com/office/drawing/2014/main" id="{E6DD4467-7753-40F2-9146-478159AC129E}"/>
                </a:ext>
              </a:extLst>
            </p:cNvPr>
            <p:cNvSpPr>
              <a:spLocks noChangeArrowheads="1"/>
            </p:cNvSpPr>
            <p:nvPr/>
          </p:nvSpPr>
          <p:spPr bwMode="auto">
            <a:xfrm>
              <a:off x="25479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9" name="Line 7">
              <a:extLst>
                <a:ext uri="{FF2B5EF4-FFF2-40B4-BE49-F238E27FC236}">
                  <a16:creationId xmlns:a16="http://schemas.microsoft.com/office/drawing/2014/main" id="{2BD01318-ACCA-4A7E-9755-086B8B4440BF}"/>
                </a:ext>
              </a:extLst>
            </p:cNvPr>
            <p:cNvSpPr>
              <a:spLocks noChangeShapeType="1"/>
            </p:cNvSpPr>
            <p:nvPr/>
          </p:nvSpPr>
          <p:spPr bwMode="auto">
            <a:xfrm flipH="1">
              <a:off x="25622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0" name="Freeform 8">
              <a:extLst>
                <a:ext uri="{FF2B5EF4-FFF2-40B4-BE49-F238E27FC236}">
                  <a16:creationId xmlns:a16="http://schemas.microsoft.com/office/drawing/2014/main" id="{D6A2933D-5D18-482E-B76E-33B6F8C36614}"/>
                </a:ext>
              </a:extLst>
            </p:cNvPr>
            <p:cNvSpPr>
              <a:spLocks/>
            </p:cNvSpPr>
            <p:nvPr/>
          </p:nvSpPr>
          <p:spPr bwMode="auto">
            <a:xfrm>
              <a:off x="4760913" y="2252663"/>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1" name="Rectangle 9">
              <a:extLst>
                <a:ext uri="{FF2B5EF4-FFF2-40B4-BE49-F238E27FC236}">
                  <a16:creationId xmlns:a16="http://schemas.microsoft.com/office/drawing/2014/main" id="{EEEB0C93-E54F-41DA-BC48-A392ED74855B}"/>
                </a:ext>
              </a:extLst>
            </p:cNvPr>
            <p:cNvSpPr>
              <a:spLocks noChangeArrowheads="1"/>
            </p:cNvSpPr>
            <p:nvPr/>
          </p:nvSpPr>
          <p:spPr bwMode="auto">
            <a:xfrm>
              <a:off x="2549526"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2" name="Rectangle 10">
              <a:extLst>
                <a:ext uri="{FF2B5EF4-FFF2-40B4-BE49-F238E27FC236}">
                  <a16:creationId xmlns:a16="http://schemas.microsoft.com/office/drawing/2014/main" id="{56C653D6-3EB7-4451-90F0-ECA317337747}"/>
                </a:ext>
              </a:extLst>
            </p:cNvPr>
            <p:cNvSpPr>
              <a:spLocks noChangeArrowheads="1"/>
            </p:cNvSpPr>
            <p:nvPr/>
          </p:nvSpPr>
          <p:spPr bwMode="auto">
            <a:xfrm>
              <a:off x="3571876"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3" name="Rectangle 11">
              <a:extLst>
                <a:ext uri="{FF2B5EF4-FFF2-40B4-BE49-F238E27FC236}">
                  <a16:creationId xmlns:a16="http://schemas.microsoft.com/office/drawing/2014/main" id="{D2ECA377-36D1-4269-9594-7281189FAD65}"/>
                </a:ext>
              </a:extLst>
            </p:cNvPr>
            <p:cNvSpPr>
              <a:spLocks noChangeArrowheads="1"/>
            </p:cNvSpPr>
            <p:nvPr/>
          </p:nvSpPr>
          <p:spPr bwMode="auto">
            <a:xfrm>
              <a:off x="1052513" y="16271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4" name="Rectangle 12">
              <a:extLst>
                <a:ext uri="{FF2B5EF4-FFF2-40B4-BE49-F238E27FC236}">
                  <a16:creationId xmlns:a16="http://schemas.microsoft.com/office/drawing/2014/main" id="{B524F125-A579-4BE4-ADC6-F6F5C334C807}"/>
                </a:ext>
              </a:extLst>
            </p:cNvPr>
            <p:cNvSpPr>
              <a:spLocks noChangeArrowheads="1"/>
            </p:cNvSpPr>
            <p:nvPr/>
          </p:nvSpPr>
          <p:spPr bwMode="auto">
            <a:xfrm>
              <a:off x="36369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5" name="Rectangle 13">
              <a:extLst>
                <a:ext uri="{FF2B5EF4-FFF2-40B4-BE49-F238E27FC236}">
                  <a16:creationId xmlns:a16="http://schemas.microsoft.com/office/drawing/2014/main" id="{BFAAD567-443B-4021-86C4-86C2629EC6F5}"/>
                </a:ext>
              </a:extLst>
            </p:cNvPr>
            <p:cNvSpPr>
              <a:spLocks noChangeArrowheads="1"/>
            </p:cNvSpPr>
            <p:nvPr/>
          </p:nvSpPr>
          <p:spPr bwMode="auto">
            <a:xfrm>
              <a:off x="4033838"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6" name="Line 14">
              <a:extLst>
                <a:ext uri="{FF2B5EF4-FFF2-40B4-BE49-F238E27FC236}">
                  <a16:creationId xmlns:a16="http://schemas.microsoft.com/office/drawing/2014/main" id="{55796EEF-CE77-4D8D-94FF-D64C98FE2936}"/>
                </a:ext>
              </a:extLst>
            </p:cNvPr>
            <p:cNvSpPr>
              <a:spLocks noChangeShapeType="1"/>
            </p:cNvSpPr>
            <p:nvPr/>
          </p:nvSpPr>
          <p:spPr bwMode="auto">
            <a:xfrm flipH="1">
              <a:off x="4048126"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7" name="Rectangle 15">
              <a:extLst>
                <a:ext uri="{FF2B5EF4-FFF2-40B4-BE49-F238E27FC236}">
                  <a16:creationId xmlns:a16="http://schemas.microsoft.com/office/drawing/2014/main" id="{3EE62306-0321-46E8-A757-08967D5FDA3D}"/>
                </a:ext>
              </a:extLst>
            </p:cNvPr>
            <p:cNvSpPr>
              <a:spLocks noChangeArrowheads="1"/>
            </p:cNvSpPr>
            <p:nvPr/>
          </p:nvSpPr>
          <p:spPr bwMode="auto">
            <a:xfrm>
              <a:off x="5057776" y="9286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8" name="Rectangle 16">
              <a:extLst>
                <a:ext uri="{FF2B5EF4-FFF2-40B4-BE49-F238E27FC236}">
                  <a16:creationId xmlns:a16="http://schemas.microsoft.com/office/drawing/2014/main" id="{753D2E8D-0750-462E-A2A8-DF2F25C8A452}"/>
                </a:ext>
              </a:extLst>
            </p:cNvPr>
            <p:cNvSpPr>
              <a:spLocks noChangeArrowheads="1"/>
            </p:cNvSpPr>
            <p:nvPr/>
          </p:nvSpPr>
          <p:spPr bwMode="auto">
            <a:xfrm>
              <a:off x="40338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9" name="Rectangle 17">
              <a:extLst>
                <a:ext uri="{FF2B5EF4-FFF2-40B4-BE49-F238E27FC236}">
                  <a16:creationId xmlns:a16="http://schemas.microsoft.com/office/drawing/2014/main" id="{9301CF66-743A-44A4-8770-D685C24D47EB}"/>
                </a:ext>
              </a:extLst>
            </p:cNvPr>
            <p:cNvSpPr>
              <a:spLocks noChangeArrowheads="1"/>
            </p:cNvSpPr>
            <p:nvPr/>
          </p:nvSpPr>
          <p:spPr bwMode="auto">
            <a:xfrm>
              <a:off x="5122863"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0" name="Rectangle 18">
              <a:extLst>
                <a:ext uri="{FF2B5EF4-FFF2-40B4-BE49-F238E27FC236}">
                  <a16:creationId xmlns:a16="http://schemas.microsoft.com/office/drawing/2014/main" id="{6A5EFA81-7334-4EA2-BD68-006A1F8262F0}"/>
                </a:ext>
              </a:extLst>
            </p:cNvPr>
            <p:cNvSpPr>
              <a:spLocks noChangeArrowheads="1"/>
            </p:cNvSpPr>
            <p:nvPr/>
          </p:nvSpPr>
          <p:spPr bwMode="auto">
            <a:xfrm>
              <a:off x="55181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1" name="Line 19">
              <a:extLst>
                <a:ext uri="{FF2B5EF4-FFF2-40B4-BE49-F238E27FC236}">
                  <a16:creationId xmlns:a16="http://schemas.microsoft.com/office/drawing/2014/main" id="{AD52D63B-A167-4613-A275-E89CCB9051CD}"/>
                </a:ext>
              </a:extLst>
            </p:cNvPr>
            <p:cNvSpPr>
              <a:spLocks noChangeShapeType="1"/>
            </p:cNvSpPr>
            <p:nvPr/>
          </p:nvSpPr>
          <p:spPr bwMode="auto">
            <a:xfrm flipH="1">
              <a:off x="55356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2" name="Rectangle 20">
              <a:extLst>
                <a:ext uri="{FF2B5EF4-FFF2-40B4-BE49-F238E27FC236}">
                  <a16:creationId xmlns:a16="http://schemas.microsoft.com/office/drawing/2014/main" id="{59082C56-EA06-4CEB-A725-6E0D4E57720E}"/>
                </a:ext>
              </a:extLst>
            </p:cNvPr>
            <p:cNvSpPr>
              <a:spLocks noChangeArrowheads="1"/>
            </p:cNvSpPr>
            <p:nvPr/>
          </p:nvSpPr>
          <p:spPr bwMode="auto">
            <a:xfrm>
              <a:off x="6545263" y="9286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3" name="Rectangle 21">
              <a:extLst>
                <a:ext uri="{FF2B5EF4-FFF2-40B4-BE49-F238E27FC236}">
                  <a16:creationId xmlns:a16="http://schemas.microsoft.com/office/drawing/2014/main" id="{76D68E53-EF57-47B2-B486-009FBE928270}"/>
                </a:ext>
              </a:extLst>
            </p:cNvPr>
            <p:cNvSpPr>
              <a:spLocks noChangeArrowheads="1"/>
            </p:cNvSpPr>
            <p:nvPr/>
          </p:nvSpPr>
          <p:spPr bwMode="auto">
            <a:xfrm>
              <a:off x="5519738"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4" name="Rectangle 22">
              <a:extLst>
                <a:ext uri="{FF2B5EF4-FFF2-40B4-BE49-F238E27FC236}">
                  <a16:creationId xmlns:a16="http://schemas.microsoft.com/office/drawing/2014/main" id="{9D6270A0-1FEB-4E8D-98AB-DCE6DE4B8225}"/>
                </a:ext>
              </a:extLst>
            </p:cNvPr>
            <p:cNvSpPr>
              <a:spLocks noChangeArrowheads="1"/>
            </p:cNvSpPr>
            <p:nvPr/>
          </p:nvSpPr>
          <p:spPr bwMode="auto">
            <a:xfrm>
              <a:off x="6607176" y="11080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5" name="Rectangle 23">
              <a:extLst>
                <a:ext uri="{FF2B5EF4-FFF2-40B4-BE49-F238E27FC236}">
                  <a16:creationId xmlns:a16="http://schemas.microsoft.com/office/drawing/2014/main" id="{FF3A6BB7-A93F-4E3E-8670-AB74631D862F}"/>
                </a:ext>
              </a:extLst>
            </p:cNvPr>
            <p:cNvSpPr>
              <a:spLocks noChangeArrowheads="1"/>
            </p:cNvSpPr>
            <p:nvPr/>
          </p:nvSpPr>
          <p:spPr bwMode="auto">
            <a:xfrm>
              <a:off x="7004051" y="11001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6" name="Line 24">
              <a:extLst>
                <a:ext uri="{FF2B5EF4-FFF2-40B4-BE49-F238E27FC236}">
                  <a16:creationId xmlns:a16="http://schemas.microsoft.com/office/drawing/2014/main" id="{9CE366BF-5B02-4BE9-B1B8-DE14602181CF}"/>
                </a:ext>
              </a:extLst>
            </p:cNvPr>
            <p:cNvSpPr>
              <a:spLocks noChangeShapeType="1"/>
            </p:cNvSpPr>
            <p:nvPr/>
          </p:nvSpPr>
          <p:spPr bwMode="auto">
            <a:xfrm flipH="1">
              <a:off x="7021513" y="16335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7" name="Line 25">
              <a:extLst>
                <a:ext uri="{FF2B5EF4-FFF2-40B4-BE49-F238E27FC236}">
                  <a16:creationId xmlns:a16="http://schemas.microsoft.com/office/drawing/2014/main" id="{BB040311-B80C-41E1-8E27-53C6C2F73F85}"/>
                </a:ext>
              </a:extLst>
            </p:cNvPr>
            <p:cNvSpPr>
              <a:spLocks noChangeShapeType="1"/>
            </p:cNvSpPr>
            <p:nvPr/>
          </p:nvSpPr>
          <p:spPr bwMode="auto">
            <a:xfrm>
              <a:off x="1552576" y="12160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8" name="Line 26">
              <a:extLst>
                <a:ext uri="{FF2B5EF4-FFF2-40B4-BE49-F238E27FC236}">
                  <a16:creationId xmlns:a16="http://schemas.microsoft.com/office/drawing/2014/main" id="{7FF5F5F7-9B59-4E41-8A18-243DA4B5EFD1}"/>
                </a:ext>
              </a:extLst>
            </p:cNvPr>
            <p:cNvSpPr>
              <a:spLocks noChangeShapeType="1"/>
            </p:cNvSpPr>
            <p:nvPr/>
          </p:nvSpPr>
          <p:spPr bwMode="auto">
            <a:xfrm flipH="1">
              <a:off x="27527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9" name="Line 27">
              <a:extLst>
                <a:ext uri="{FF2B5EF4-FFF2-40B4-BE49-F238E27FC236}">
                  <a16:creationId xmlns:a16="http://schemas.microsoft.com/office/drawing/2014/main" id="{92916526-9413-4CAE-AFD1-D581C82F05C8}"/>
                </a:ext>
              </a:extLst>
            </p:cNvPr>
            <p:cNvSpPr>
              <a:spLocks noChangeShapeType="1"/>
            </p:cNvSpPr>
            <p:nvPr/>
          </p:nvSpPr>
          <p:spPr bwMode="auto">
            <a:xfrm flipH="1">
              <a:off x="4238626"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0" name="Line 28">
              <a:extLst>
                <a:ext uri="{FF2B5EF4-FFF2-40B4-BE49-F238E27FC236}">
                  <a16:creationId xmlns:a16="http://schemas.microsoft.com/office/drawing/2014/main" id="{575A7D55-FECD-4EC4-AD0B-3F19DC0B75DE}"/>
                </a:ext>
              </a:extLst>
            </p:cNvPr>
            <p:cNvSpPr>
              <a:spLocks noChangeShapeType="1"/>
            </p:cNvSpPr>
            <p:nvPr/>
          </p:nvSpPr>
          <p:spPr bwMode="auto">
            <a:xfrm flipH="1">
              <a:off x="5726113" y="12160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1" name="Line 29">
              <a:extLst>
                <a:ext uri="{FF2B5EF4-FFF2-40B4-BE49-F238E27FC236}">
                  <a16:creationId xmlns:a16="http://schemas.microsoft.com/office/drawing/2014/main" id="{C13AA0F2-6435-4069-A0ED-B379B9A3E258}"/>
                </a:ext>
              </a:extLst>
            </p:cNvPr>
            <p:cNvSpPr>
              <a:spLocks noChangeShapeType="1"/>
            </p:cNvSpPr>
            <p:nvPr/>
          </p:nvSpPr>
          <p:spPr bwMode="auto">
            <a:xfrm flipH="1">
              <a:off x="7212013" y="12160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2" name="Freeform 30">
              <a:extLst>
                <a:ext uri="{FF2B5EF4-FFF2-40B4-BE49-F238E27FC236}">
                  <a16:creationId xmlns:a16="http://schemas.microsoft.com/office/drawing/2014/main" id="{3761513E-F102-4801-8DDA-1549AAD52EEA}"/>
                </a:ext>
              </a:extLst>
            </p:cNvPr>
            <p:cNvSpPr>
              <a:spLocks/>
            </p:cNvSpPr>
            <p:nvPr/>
          </p:nvSpPr>
          <p:spPr bwMode="auto">
            <a:xfrm>
              <a:off x="1552576" y="1728788"/>
              <a:ext cx="4992688" cy="554038"/>
            </a:xfrm>
            <a:custGeom>
              <a:avLst/>
              <a:gdLst>
                <a:gd name="T0" fmla="*/ 0 w 6289"/>
                <a:gd name="T1" fmla="*/ 0 h 696"/>
                <a:gd name="T2" fmla="*/ 2147483646 w 6289"/>
                <a:gd name="T3" fmla="*/ 0 h 696"/>
                <a:gd name="T4" fmla="*/ 2147483646 w 6289"/>
                <a:gd name="T5" fmla="*/ 2147483646 h 696"/>
                <a:gd name="T6" fmla="*/ 2147483646 w 6289"/>
                <a:gd name="T7" fmla="*/ 2147483646 h 696"/>
                <a:gd name="T8" fmla="*/ 2147483646 w 6289"/>
                <a:gd name="T9" fmla="*/ 0 h 696"/>
                <a:gd name="T10" fmla="*/ 2147483646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3" name="Freeform 31">
              <a:extLst>
                <a:ext uri="{FF2B5EF4-FFF2-40B4-BE49-F238E27FC236}">
                  <a16:creationId xmlns:a16="http://schemas.microsoft.com/office/drawing/2014/main" id="{48B62AD1-6722-42AB-BE7C-355F0A9E237B}"/>
                </a:ext>
              </a:extLst>
            </p:cNvPr>
            <p:cNvSpPr>
              <a:spLocks/>
            </p:cNvSpPr>
            <p:nvPr/>
          </p:nvSpPr>
          <p:spPr bwMode="auto">
            <a:xfrm>
              <a:off x="47910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4" name="Freeform 32">
              <a:extLst>
                <a:ext uri="{FF2B5EF4-FFF2-40B4-BE49-F238E27FC236}">
                  <a16:creationId xmlns:a16="http://schemas.microsoft.com/office/drawing/2014/main" id="{25B5AAF7-A06A-4777-B3AA-BE9348574158}"/>
                </a:ext>
              </a:extLst>
            </p:cNvPr>
            <p:cNvSpPr>
              <a:spLocks/>
            </p:cNvSpPr>
            <p:nvPr/>
          </p:nvSpPr>
          <p:spPr bwMode="auto">
            <a:xfrm>
              <a:off x="3305176" y="1728788"/>
              <a:ext cx="266700" cy="554038"/>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5" name="Freeform 33">
              <a:extLst>
                <a:ext uri="{FF2B5EF4-FFF2-40B4-BE49-F238E27FC236}">
                  <a16:creationId xmlns:a16="http://schemas.microsoft.com/office/drawing/2014/main" id="{B3381C46-E075-4DB1-808E-DC9E52A23ED4}"/>
                </a:ext>
              </a:extLst>
            </p:cNvPr>
            <p:cNvSpPr>
              <a:spLocks/>
            </p:cNvSpPr>
            <p:nvPr/>
          </p:nvSpPr>
          <p:spPr bwMode="auto">
            <a:xfrm>
              <a:off x="35718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6" name="Freeform 34">
              <a:extLst>
                <a:ext uri="{FF2B5EF4-FFF2-40B4-BE49-F238E27FC236}">
                  <a16:creationId xmlns:a16="http://schemas.microsoft.com/office/drawing/2014/main" id="{B1157904-1C0F-423F-9578-1B79158ABEE9}"/>
                </a:ext>
              </a:extLst>
            </p:cNvPr>
            <p:cNvSpPr>
              <a:spLocks/>
            </p:cNvSpPr>
            <p:nvPr/>
          </p:nvSpPr>
          <p:spPr bwMode="auto">
            <a:xfrm>
              <a:off x="50577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7" name="Freeform 35">
              <a:extLst>
                <a:ext uri="{FF2B5EF4-FFF2-40B4-BE49-F238E27FC236}">
                  <a16:creationId xmlns:a16="http://schemas.microsoft.com/office/drawing/2014/main" id="{1563F06F-D06F-4B08-B1E4-695825E9A2A8}"/>
                </a:ext>
              </a:extLst>
            </p:cNvPr>
            <p:cNvSpPr>
              <a:spLocks/>
            </p:cNvSpPr>
            <p:nvPr/>
          </p:nvSpPr>
          <p:spPr bwMode="auto">
            <a:xfrm>
              <a:off x="6545263"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8" name="Freeform 36">
              <a:extLst>
                <a:ext uri="{FF2B5EF4-FFF2-40B4-BE49-F238E27FC236}">
                  <a16:creationId xmlns:a16="http://schemas.microsoft.com/office/drawing/2014/main" id="{14D7468D-36EF-49A9-854C-457AE3AD669C}"/>
                </a:ext>
              </a:extLst>
            </p:cNvPr>
            <p:cNvSpPr>
              <a:spLocks/>
            </p:cNvSpPr>
            <p:nvPr/>
          </p:nvSpPr>
          <p:spPr bwMode="auto">
            <a:xfrm>
              <a:off x="2085976" y="1671638"/>
              <a:ext cx="133350" cy="133350"/>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19" name="Line 37">
              <a:extLst>
                <a:ext uri="{FF2B5EF4-FFF2-40B4-BE49-F238E27FC236}">
                  <a16:creationId xmlns:a16="http://schemas.microsoft.com/office/drawing/2014/main" id="{243BA25D-3E71-4B2F-92AB-ED1912C8DC3B}"/>
                </a:ext>
              </a:extLst>
            </p:cNvPr>
            <p:cNvSpPr>
              <a:spLocks noChangeShapeType="1"/>
            </p:cNvSpPr>
            <p:nvPr/>
          </p:nvSpPr>
          <p:spPr bwMode="auto">
            <a:xfrm>
              <a:off x="1819276" y="17287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0" name="Freeform 38">
              <a:extLst>
                <a:ext uri="{FF2B5EF4-FFF2-40B4-BE49-F238E27FC236}">
                  <a16:creationId xmlns:a16="http://schemas.microsoft.com/office/drawing/2014/main" id="{80943AE0-E263-4DBF-A87B-982BE2364D11}"/>
                </a:ext>
              </a:extLst>
            </p:cNvPr>
            <p:cNvSpPr>
              <a:spLocks/>
            </p:cNvSpPr>
            <p:nvPr/>
          </p:nvSpPr>
          <p:spPr bwMode="auto">
            <a:xfrm>
              <a:off x="3275013" y="225107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1" name="Rectangle 40">
              <a:extLst>
                <a:ext uri="{FF2B5EF4-FFF2-40B4-BE49-F238E27FC236}">
                  <a16:creationId xmlns:a16="http://schemas.microsoft.com/office/drawing/2014/main" id="{EFF46AD3-81BA-4822-8F09-C2CFC72D2845}"/>
                </a:ext>
              </a:extLst>
            </p:cNvPr>
            <p:cNvSpPr>
              <a:spLocks noChangeArrowheads="1"/>
            </p:cNvSpPr>
            <p:nvPr/>
          </p:nvSpPr>
          <p:spPr bwMode="auto">
            <a:xfrm>
              <a:off x="7004051" y="16462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2" name="Rectangle 41">
              <a:extLst>
                <a:ext uri="{FF2B5EF4-FFF2-40B4-BE49-F238E27FC236}">
                  <a16:creationId xmlns:a16="http://schemas.microsoft.com/office/drawing/2014/main" id="{A10DD929-5053-4FEF-BB64-7F4E5E728368}"/>
                </a:ext>
              </a:extLst>
            </p:cNvPr>
            <p:cNvSpPr>
              <a:spLocks noChangeArrowheads="1"/>
            </p:cNvSpPr>
            <p:nvPr/>
          </p:nvSpPr>
          <p:spPr bwMode="auto">
            <a:xfrm>
              <a:off x="1319213" y="10906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3" name="Rectangle 42">
              <a:extLst>
                <a:ext uri="{FF2B5EF4-FFF2-40B4-BE49-F238E27FC236}">
                  <a16:creationId xmlns:a16="http://schemas.microsoft.com/office/drawing/2014/main" id="{DA859928-CF5D-40CE-8849-E80AEDD594EC}"/>
                </a:ext>
              </a:extLst>
            </p:cNvPr>
            <p:cNvSpPr>
              <a:spLocks noChangeArrowheads="1"/>
            </p:cNvSpPr>
            <p:nvPr/>
          </p:nvSpPr>
          <p:spPr bwMode="auto">
            <a:xfrm>
              <a:off x="7793038" y="10953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4" name="Rectangle 112">
              <a:extLst>
                <a:ext uri="{FF2B5EF4-FFF2-40B4-BE49-F238E27FC236}">
                  <a16:creationId xmlns:a16="http://schemas.microsoft.com/office/drawing/2014/main" id="{DBF47EB8-71D0-4730-AB22-C0F8FE4EF8AE}"/>
                </a:ext>
              </a:extLst>
            </p:cNvPr>
            <p:cNvSpPr>
              <a:spLocks noChangeArrowheads="1"/>
            </p:cNvSpPr>
            <p:nvPr/>
          </p:nvSpPr>
          <p:spPr bwMode="auto">
            <a:xfrm>
              <a:off x="29114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5" name="Rectangle 113">
              <a:extLst>
                <a:ext uri="{FF2B5EF4-FFF2-40B4-BE49-F238E27FC236}">
                  <a16:creationId xmlns:a16="http://schemas.microsoft.com/office/drawing/2014/main" id="{C7950BF6-0AB8-444F-AFE0-33D14A7900C6}"/>
                </a:ext>
              </a:extLst>
            </p:cNvPr>
            <p:cNvSpPr>
              <a:spLocks noChangeArrowheads="1"/>
            </p:cNvSpPr>
            <p:nvPr/>
          </p:nvSpPr>
          <p:spPr bwMode="auto">
            <a:xfrm>
              <a:off x="3040063"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6" name="Rectangle 114">
              <a:extLst>
                <a:ext uri="{FF2B5EF4-FFF2-40B4-BE49-F238E27FC236}">
                  <a16:creationId xmlns:a16="http://schemas.microsoft.com/office/drawing/2014/main" id="{4DF95905-B5F4-494A-8A54-D5C3960423CB}"/>
                </a:ext>
              </a:extLst>
            </p:cNvPr>
            <p:cNvSpPr>
              <a:spLocks noChangeArrowheads="1"/>
            </p:cNvSpPr>
            <p:nvPr/>
          </p:nvSpPr>
          <p:spPr bwMode="auto">
            <a:xfrm>
              <a:off x="4384676"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7" name="Rectangle 115">
              <a:extLst>
                <a:ext uri="{FF2B5EF4-FFF2-40B4-BE49-F238E27FC236}">
                  <a16:creationId xmlns:a16="http://schemas.microsoft.com/office/drawing/2014/main" id="{94016A80-3263-45D1-BC27-49A6658A8547}"/>
                </a:ext>
              </a:extLst>
            </p:cNvPr>
            <p:cNvSpPr>
              <a:spLocks noChangeArrowheads="1"/>
            </p:cNvSpPr>
            <p:nvPr/>
          </p:nvSpPr>
          <p:spPr bwMode="auto">
            <a:xfrm>
              <a:off x="4514851"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8" name="Rectangle 116">
              <a:extLst>
                <a:ext uri="{FF2B5EF4-FFF2-40B4-BE49-F238E27FC236}">
                  <a16:creationId xmlns:a16="http://schemas.microsoft.com/office/drawing/2014/main" id="{4D0AAB46-56F7-40D2-9358-3985E82D4894}"/>
                </a:ext>
              </a:extLst>
            </p:cNvPr>
            <p:cNvSpPr>
              <a:spLocks noChangeArrowheads="1"/>
            </p:cNvSpPr>
            <p:nvPr/>
          </p:nvSpPr>
          <p:spPr bwMode="auto">
            <a:xfrm>
              <a:off x="5873751"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29" name="Rectangle 117">
              <a:extLst>
                <a:ext uri="{FF2B5EF4-FFF2-40B4-BE49-F238E27FC236}">
                  <a16:creationId xmlns:a16="http://schemas.microsoft.com/office/drawing/2014/main" id="{6D82A90D-5997-4331-BAED-7136D4F8DD9A}"/>
                </a:ext>
              </a:extLst>
            </p:cNvPr>
            <p:cNvSpPr>
              <a:spLocks noChangeArrowheads="1"/>
            </p:cNvSpPr>
            <p:nvPr/>
          </p:nvSpPr>
          <p:spPr bwMode="auto">
            <a:xfrm>
              <a:off x="6003926"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30" name="Rectangle 118">
              <a:extLst>
                <a:ext uri="{FF2B5EF4-FFF2-40B4-BE49-F238E27FC236}">
                  <a16:creationId xmlns:a16="http://schemas.microsoft.com/office/drawing/2014/main" id="{B968F906-1371-4A5B-8553-FE5209CEEA28}"/>
                </a:ext>
              </a:extLst>
            </p:cNvPr>
            <p:cNvSpPr>
              <a:spLocks noChangeArrowheads="1"/>
            </p:cNvSpPr>
            <p:nvPr/>
          </p:nvSpPr>
          <p:spPr bwMode="auto">
            <a:xfrm>
              <a:off x="7370763" y="9144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31" name="Rectangle 119">
              <a:extLst>
                <a:ext uri="{FF2B5EF4-FFF2-40B4-BE49-F238E27FC236}">
                  <a16:creationId xmlns:a16="http://schemas.microsoft.com/office/drawing/2014/main" id="{1AE0E541-85A8-4191-9473-7681F3D06550}"/>
                </a:ext>
              </a:extLst>
            </p:cNvPr>
            <p:cNvSpPr>
              <a:spLocks noChangeArrowheads="1"/>
            </p:cNvSpPr>
            <p:nvPr/>
          </p:nvSpPr>
          <p:spPr bwMode="auto">
            <a:xfrm>
              <a:off x="7500938" y="10017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32" name="Freeform 120">
              <a:extLst>
                <a:ext uri="{FF2B5EF4-FFF2-40B4-BE49-F238E27FC236}">
                  <a16:creationId xmlns:a16="http://schemas.microsoft.com/office/drawing/2014/main" id="{3DCE0D49-38D5-4927-965F-8A40113DF565}"/>
                </a:ext>
              </a:extLst>
            </p:cNvPr>
            <p:cNvSpPr>
              <a:spLocks/>
            </p:cNvSpPr>
            <p:nvPr/>
          </p:nvSpPr>
          <p:spPr bwMode="auto">
            <a:xfrm>
              <a:off x="1790701" y="1698625"/>
              <a:ext cx="57150"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763" name="Oval 2">
            <a:extLst>
              <a:ext uri="{FF2B5EF4-FFF2-40B4-BE49-F238E27FC236}">
                <a16:creationId xmlns:a16="http://schemas.microsoft.com/office/drawing/2014/main" id="{BB7E90A8-AE3D-46DE-BB44-D8A2185AB161}"/>
              </a:ext>
            </a:extLst>
          </p:cNvPr>
          <p:cNvSpPr>
            <a:spLocks noChangeArrowheads="1"/>
          </p:cNvSpPr>
          <p:nvPr/>
        </p:nvSpPr>
        <p:spPr bwMode="auto">
          <a:xfrm>
            <a:off x="1749425" y="1295400"/>
            <a:ext cx="1476375" cy="212407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764" name="Group 53">
            <a:extLst>
              <a:ext uri="{FF2B5EF4-FFF2-40B4-BE49-F238E27FC236}">
                <a16:creationId xmlns:a16="http://schemas.microsoft.com/office/drawing/2014/main" id="{CFBB9BFD-755A-4939-9301-5ED438E0D751}"/>
              </a:ext>
            </a:extLst>
          </p:cNvPr>
          <p:cNvGrpSpPr>
            <a:grpSpLocks/>
          </p:cNvGrpSpPr>
          <p:nvPr/>
        </p:nvGrpSpPr>
        <p:grpSpPr bwMode="auto">
          <a:xfrm>
            <a:off x="206375" y="4689475"/>
            <a:ext cx="8853488" cy="1787525"/>
            <a:chOff x="205979" y="1421927"/>
            <a:chExt cx="8853547" cy="1786829"/>
          </a:xfrm>
        </p:grpSpPr>
        <p:sp>
          <p:nvSpPr>
            <p:cNvPr id="117772" name="Line 14">
              <a:extLst>
                <a:ext uri="{FF2B5EF4-FFF2-40B4-BE49-F238E27FC236}">
                  <a16:creationId xmlns:a16="http://schemas.microsoft.com/office/drawing/2014/main" id="{26398723-97F2-4EE4-AAD8-01E83ABE23DC}"/>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773" name="Group 55">
              <a:extLst>
                <a:ext uri="{FF2B5EF4-FFF2-40B4-BE49-F238E27FC236}">
                  <a16:creationId xmlns:a16="http://schemas.microsoft.com/office/drawing/2014/main" id="{BFB3E514-ADB1-4753-9761-59D714F6D0B5}"/>
                </a:ext>
              </a:extLst>
            </p:cNvPr>
            <p:cNvGrpSpPr>
              <a:grpSpLocks/>
            </p:cNvGrpSpPr>
            <p:nvPr/>
          </p:nvGrpSpPr>
          <p:grpSpPr bwMode="auto">
            <a:xfrm>
              <a:off x="665216" y="1428587"/>
              <a:ext cx="2636625" cy="1236717"/>
              <a:chOff x="207935" y="1428587"/>
              <a:chExt cx="2636625" cy="1236717"/>
            </a:xfrm>
          </p:grpSpPr>
          <p:sp>
            <p:nvSpPr>
              <p:cNvPr id="117863" name="Line 14">
                <a:extLst>
                  <a:ext uri="{FF2B5EF4-FFF2-40B4-BE49-F238E27FC236}">
                    <a16:creationId xmlns:a16="http://schemas.microsoft.com/office/drawing/2014/main" id="{D3D62DCC-C7FA-469F-9DC0-DD8168582061}"/>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4" name="Line 15">
                <a:extLst>
                  <a:ext uri="{FF2B5EF4-FFF2-40B4-BE49-F238E27FC236}">
                    <a16:creationId xmlns:a16="http://schemas.microsoft.com/office/drawing/2014/main" id="{CC100357-0216-4DAD-91D3-DB770ADE16C6}"/>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5" name="Rectangle 5">
                <a:extLst>
                  <a:ext uri="{FF2B5EF4-FFF2-40B4-BE49-F238E27FC236}">
                    <a16:creationId xmlns:a16="http://schemas.microsoft.com/office/drawing/2014/main" id="{627F5DC1-31F8-4249-BBC5-8AD33EA02E75}"/>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6" name="Rectangle 6">
                <a:extLst>
                  <a:ext uri="{FF2B5EF4-FFF2-40B4-BE49-F238E27FC236}">
                    <a16:creationId xmlns:a16="http://schemas.microsoft.com/office/drawing/2014/main" id="{66B704DB-E2AE-41FD-ADD7-979713F6C796}"/>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7" name="Rectangle 7">
                <a:extLst>
                  <a:ext uri="{FF2B5EF4-FFF2-40B4-BE49-F238E27FC236}">
                    <a16:creationId xmlns:a16="http://schemas.microsoft.com/office/drawing/2014/main" id="{8824413C-5D3A-4BD7-A9EB-1C1748C1A1AD}"/>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8" name="Line 8">
                <a:extLst>
                  <a:ext uri="{FF2B5EF4-FFF2-40B4-BE49-F238E27FC236}">
                    <a16:creationId xmlns:a16="http://schemas.microsoft.com/office/drawing/2014/main" id="{139523D6-795D-4066-83DC-E3CB2EF68DD8}"/>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9" name="Freeform 9">
                <a:extLst>
                  <a:ext uri="{FF2B5EF4-FFF2-40B4-BE49-F238E27FC236}">
                    <a16:creationId xmlns:a16="http://schemas.microsoft.com/office/drawing/2014/main" id="{87F2475D-029B-4885-B772-E49453DBDAFB}"/>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0" name="Line 11">
                <a:extLst>
                  <a:ext uri="{FF2B5EF4-FFF2-40B4-BE49-F238E27FC236}">
                    <a16:creationId xmlns:a16="http://schemas.microsoft.com/office/drawing/2014/main" id="{D1665362-F9EB-431B-AEC0-9864C26A6688}"/>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1" name="Rectangle 17">
                <a:extLst>
                  <a:ext uri="{FF2B5EF4-FFF2-40B4-BE49-F238E27FC236}">
                    <a16:creationId xmlns:a16="http://schemas.microsoft.com/office/drawing/2014/main" id="{2BAEE364-2D0E-4B15-A57A-A66A1270101F}"/>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2" name="Rectangle 18">
                <a:extLst>
                  <a:ext uri="{FF2B5EF4-FFF2-40B4-BE49-F238E27FC236}">
                    <a16:creationId xmlns:a16="http://schemas.microsoft.com/office/drawing/2014/main" id="{2A05480E-D7AF-4356-8A39-A59A77A196A7}"/>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3" name="Rectangle 19">
                <a:extLst>
                  <a:ext uri="{FF2B5EF4-FFF2-40B4-BE49-F238E27FC236}">
                    <a16:creationId xmlns:a16="http://schemas.microsoft.com/office/drawing/2014/main" id="{900A811D-7DD4-4F40-A5C2-ECCB33E53808}"/>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874" name="Group 1">
                <a:extLst>
                  <a:ext uri="{FF2B5EF4-FFF2-40B4-BE49-F238E27FC236}">
                    <a16:creationId xmlns:a16="http://schemas.microsoft.com/office/drawing/2014/main" id="{0366C0C0-D6BE-43C5-AC4B-D08753293DF5}"/>
                  </a:ext>
                </a:extLst>
              </p:cNvPr>
              <p:cNvGrpSpPr>
                <a:grpSpLocks/>
              </p:cNvGrpSpPr>
              <p:nvPr/>
            </p:nvGrpSpPr>
            <p:grpSpPr bwMode="auto">
              <a:xfrm>
                <a:off x="316975" y="2208007"/>
                <a:ext cx="305262" cy="215063"/>
                <a:chOff x="990600" y="5638800"/>
                <a:chExt cx="376238" cy="265113"/>
              </a:xfrm>
            </p:grpSpPr>
            <p:sp>
              <p:nvSpPr>
                <p:cNvPr id="117884" name="Freeform 26">
                  <a:extLst>
                    <a:ext uri="{FF2B5EF4-FFF2-40B4-BE49-F238E27FC236}">
                      <a16:creationId xmlns:a16="http://schemas.microsoft.com/office/drawing/2014/main" id="{A91ADE0D-32EA-4B63-AA83-78720189AFE2}"/>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5" name="Freeform 28">
                  <a:extLst>
                    <a:ext uri="{FF2B5EF4-FFF2-40B4-BE49-F238E27FC236}">
                      <a16:creationId xmlns:a16="http://schemas.microsoft.com/office/drawing/2014/main" id="{10761E6B-DAAB-4316-8764-DE24199938BC}"/>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875" name="Rectangle 29">
                <a:extLst>
                  <a:ext uri="{FF2B5EF4-FFF2-40B4-BE49-F238E27FC236}">
                    <a16:creationId xmlns:a16="http://schemas.microsoft.com/office/drawing/2014/main" id="{7B2499A9-DCF6-4859-BE73-EA8AAC1116E7}"/>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6" name="Rectangle 67">
                <a:extLst>
                  <a:ext uri="{FF2B5EF4-FFF2-40B4-BE49-F238E27FC236}">
                    <a16:creationId xmlns:a16="http://schemas.microsoft.com/office/drawing/2014/main" id="{8BBFE563-B716-4AB1-8E04-7E93D1392E6E}"/>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7" name="Oval 68">
                <a:extLst>
                  <a:ext uri="{FF2B5EF4-FFF2-40B4-BE49-F238E27FC236}">
                    <a16:creationId xmlns:a16="http://schemas.microsoft.com/office/drawing/2014/main" id="{96FB2857-7B21-4B91-83DF-87740B09C168}"/>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8" name="Line 11">
                <a:extLst>
                  <a:ext uri="{FF2B5EF4-FFF2-40B4-BE49-F238E27FC236}">
                    <a16:creationId xmlns:a16="http://schemas.microsoft.com/office/drawing/2014/main" id="{6411FA9B-ADF1-4E6D-AD1A-B0D76E1D7230}"/>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9" name="Rectangle 6">
                <a:extLst>
                  <a:ext uri="{FF2B5EF4-FFF2-40B4-BE49-F238E27FC236}">
                    <a16:creationId xmlns:a16="http://schemas.microsoft.com/office/drawing/2014/main" id="{2BCE99E5-C7DD-418E-A43F-B4164BA106E7}"/>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0" name="Rectangle 7">
                <a:extLst>
                  <a:ext uri="{FF2B5EF4-FFF2-40B4-BE49-F238E27FC236}">
                    <a16:creationId xmlns:a16="http://schemas.microsoft.com/office/drawing/2014/main" id="{C11FAA87-4998-4E3C-8CF7-C8B45745A2EF}"/>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1" name="Line 8">
                <a:extLst>
                  <a:ext uri="{FF2B5EF4-FFF2-40B4-BE49-F238E27FC236}">
                    <a16:creationId xmlns:a16="http://schemas.microsoft.com/office/drawing/2014/main" id="{90B4666E-5AC1-4C31-B257-7EDD7B594E14}"/>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2" name="Rectangle 17">
                <a:extLst>
                  <a:ext uri="{FF2B5EF4-FFF2-40B4-BE49-F238E27FC236}">
                    <a16:creationId xmlns:a16="http://schemas.microsoft.com/office/drawing/2014/main" id="{BCFADB8E-E093-48B9-8B45-DAF24EB122C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3" name="Rectangle 67">
                <a:extLst>
                  <a:ext uri="{FF2B5EF4-FFF2-40B4-BE49-F238E27FC236}">
                    <a16:creationId xmlns:a16="http://schemas.microsoft.com/office/drawing/2014/main" id="{C31B6C62-FA25-4FDF-AC9B-4CE344D0C7CB}"/>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7774" name="Group 56">
              <a:extLst>
                <a:ext uri="{FF2B5EF4-FFF2-40B4-BE49-F238E27FC236}">
                  <a16:creationId xmlns:a16="http://schemas.microsoft.com/office/drawing/2014/main" id="{88EA3BD8-F8DF-4042-AC5B-6EFDDDFC4B01}"/>
                </a:ext>
              </a:extLst>
            </p:cNvPr>
            <p:cNvGrpSpPr>
              <a:grpSpLocks/>
            </p:cNvGrpSpPr>
            <p:nvPr/>
          </p:nvGrpSpPr>
          <p:grpSpPr bwMode="auto">
            <a:xfrm>
              <a:off x="2675436" y="1430283"/>
              <a:ext cx="2766082" cy="1778473"/>
              <a:chOff x="2522955" y="1430283"/>
              <a:chExt cx="2766082" cy="1778473"/>
            </a:xfrm>
          </p:grpSpPr>
          <p:sp>
            <p:nvSpPr>
              <p:cNvPr id="117836" name="Freeform 32">
                <a:extLst>
                  <a:ext uri="{FF2B5EF4-FFF2-40B4-BE49-F238E27FC236}">
                    <a16:creationId xmlns:a16="http://schemas.microsoft.com/office/drawing/2014/main" id="{F18ADE34-9984-4B6A-AFCB-4AA15E31A7E7}"/>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837" name="Group 119">
                <a:extLst>
                  <a:ext uri="{FF2B5EF4-FFF2-40B4-BE49-F238E27FC236}">
                    <a16:creationId xmlns:a16="http://schemas.microsoft.com/office/drawing/2014/main" id="{CF5C455C-79C2-4D72-A100-9B4841444828}"/>
                  </a:ext>
                </a:extLst>
              </p:cNvPr>
              <p:cNvGrpSpPr>
                <a:grpSpLocks/>
              </p:cNvGrpSpPr>
              <p:nvPr/>
            </p:nvGrpSpPr>
            <p:grpSpPr bwMode="auto">
              <a:xfrm>
                <a:off x="2545121" y="1430283"/>
                <a:ext cx="2743916" cy="1236717"/>
                <a:chOff x="89349" y="1428587"/>
                <a:chExt cx="2743916" cy="1236717"/>
              </a:xfrm>
            </p:grpSpPr>
            <p:sp>
              <p:nvSpPr>
                <p:cNvPr id="117839" name="Line 14">
                  <a:extLst>
                    <a:ext uri="{FF2B5EF4-FFF2-40B4-BE49-F238E27FC236}">
                      <a16:creationId xmlns:a16="http://schemas.microsoft.com/office/drawing/2014/main" id="{903CCB68-3C24-4AA2-B9E1-23A959775F34}"/>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0" name="Line 15">
                  <a:extLst>
                    <a:ext uri="{FF2B5EF4-FFF2-40B4-BE49-F238E27FC236}">
                      <a16:creationId xmlns:a16="http://schemas.microsoft.com/office/drawing/2014/main" id="{69ABDE63-BD90-432B-9E83-5AC22D1C3E38}"/>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1" name="Line 11">
                  <a:extLst>
                    <a:ext uri="{FF2B5EF4-FFF2-40B4-BE49-F238E27FC236}">
                      <a16:creationId xmlns:a16="http://schemas.microsoft.com/office/drawing/2014/main" id="{058E8719-94BF-48CB-98B3-88DFB04D1BF4}"/>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2" name="Rectangle 5">
                  <a:extLst>
                    <a:ext uri="{FF2B5EF4-FFF2-40B4-BE49-F238E27FC236}">
                      <a16:creationId xmlns:a16="http://schemas.microsoft.com/office/drawing/2014/main" id="{95C38411-E592-4AFD-9906-D57A1C82CA7A}"/>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3" name="Rectangle 6">
                  <a:extLst>
                    <a:ext uri="{FF2B5EF4-FFF2-40B4-BE49-F238E27FC236}">
                      <a16:creationId xmlns:a16="http://schemas.microsoft.com/office/drawing/2014/main" id="{254C27E1-76AF-4BD6-AA88-115227F073D0}"/>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4" name="Rectangle 7">
                  <a:extLst>
                    <a:ext uri="{FF2B5EF4-FFF2-40B4-BE49-F238E27FC236}">
                      <a16:creationId xmlns:a16="http://schemas.microsoft.com/office/drawing/2014/main" id="{BC9F291A-9875-4E6E-BEC3-FA8DB0E339FF}"/>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5" name="Line 8">
                  <a:extLst>
                    <a:ext uri="{FF2B5EF4-FFF2-40B4-BE49-F238E27FC236}">
                      <a16:creationId xmlns:a16="http://schemas.microsoft.com/office/drawing/2014/main" id="{59CD07D3-B4FD-44C6-80CD-B4AFFF92B34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6" name="Freeform 9">
                  <a:extLst>
                    <a:ext uri="{FF2B5EF4-FFF2-40B4-BE49-F238E27FC236}">
                      <a16:creationId xmlns:a16="http://schemas.microsoft.com/office/drawing/2014/main" id="{C5E3435A-021E-4932-9CD7-50ED4A29CEE0}"/>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7" name="Line 11">
                  <a:extLst>
                    <a:ext uri="{FF2B5EF4-FFF2-40B4-BE49-F238E27FC236}">
                      <a16:creationId xmlns:a16="http://schemas.microsoft.com/office/drawing/2014/main" id="{B55AC981-8376-46E9-B787-30D4C34351F9}"/>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8" name="Rectangle 17">
                  <a:extLst>
                    <a:ext uri="{FF2B5EF4-FFF2-40B4-BE49-F238E27FC236}">
                      <a16:creationId xmlns:a16="http://schemas.microsoft.com/office/drawing/2014/main" id="{4D9A05FA-2237-482D-A86C-6FD359155BA8}"/>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9" name="Rectangle 18">
                  <a:extLst>
                    <a:ext uri="{FF2B5EF4-FFF2-40B4-BE49-F238E27FC236}">
                      <a16:creationId xmlns:a16="http://schemas.microsoft.com/office/drawing/2014/main" id="{77EAE46D-9555-497A-AF30-05EB6177E8E4}"/>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0" name="Rectangle 19">
                  <a:extLst>
                    <a:ext uri="{FF2B5EF4-FFF2-40B4-BE49-F238E27FC236}">
                      <a16:creationId xmlns:a16="http://schemas.microsoft.com/office/drawing/2014/main" id="{8A6812A5-7064-4CA1-A9EC-84B20ADE8C26}"/>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851" name="Group 1">
                  <a:extLst>
                    <a:ext uri="{FF2B5EF4-FFF2-40B4-BE49-F238E27FC236}">
                      <a16:creationId xmlns:a16="http://schemas.microsoft.com/office/drawing/2014/main" id="{5F0E74FC-0196-4254-BD3C-81FC1D036F61}"/>
                    </a:ext>
                  </a:extLst>
                </p:cNvPr>
                <p:cNvGrpSpPr>
                  <a:grpSpLocks/>
                </p:cNvGrpSpPr>
                <p:nvPr/>
              </p:nvGrpSpPr>
              <p:grpSpPr bwMode="auto">
                <a:xfrm>
                  <a:off x="316975" y="2208007"/>
                  <a:ext cx="305262" cy="215063"/>
                  <a:chOff x="990600" y="5638800"/>
                  <a:chExt cx="376238" cy="265113"/>
                </a:xfrm>
              </p:grpSpPr>
              <p:sp>
                <p:nvSpPr>
                  <p:cNvPr id="117861" name="Freeform 26">
                    <a:extLst>
                      <a:ext uri="{FF2B5EF4-FFF2-40B4-BE49-F238E27FC236}">
                        <a16:creationId xmlns:a16="http://schemas.microsoft.com/office/drawing/2014/main" id="{AC1F1B2E-68A6-43E9-BB0D-74C298575B5D}"/>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2" name="Freeform 28">
                    <a:extLst>
                      <a:ext uri="{FF2B5EF4-FFF2-40B4-BE49-F238E27FC236}">
                        <a16:creationId xmlns:a16="http://schemas.microsoft.com/office/drawing/2014/main" id="{BA6DB308-5F7B-4EC3-BF05-55360C5BF5BB}"/>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852" name="Rectangle 29">
                  <a:extLst>
                    <a:ext uri="{FF2B5EF4-FFF2-40B4-BE49-F238E27FC236}">
                      <a16:creationId xmlns:a16="http://schemas.microsoft.com/office/drawing/2014/main" id="{43305E25-4C6D-49A9-9606-C5B8C12A7740}"/>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3" name="Rectangle 67">
                  <a:extLst>
                    <a:ext uri="{FF2B5EF4-FFF2-40B4-BE49-F238E27FC236}">
                      <a16:creationId xmlns:a16="http://schemas.microsoft.com/office/drawing/2014/main" id="{E82B495E-8DD0-4E03-9703-5E7E0D3C3127}"/>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4" name="Oval 68">
                  <a:extLst>
                    <a:ext uri="{FF2B5EF4-FFF2-40B4-BE49-F238E27FC236}">
                      <a16:creationId xmlns:a16="http://schemas.microsoft.com/office/drawing/2014/main" id="{9BFDF5AB-A99C-4897-9A4D-BFA4ED8B61F8}"/>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5" name="Line 11">
                  <a:extLst>
                    <a:ext uri="{FF2B5EF4-FFF2-40B4-BE49-F238E27FC236}">
                      <a16:creationId xmlns:a16="http://schemas.microsoft.com/office/drawing/2014/main" id="{F7687A2D-F6C0-45A3-AF11-EFB5DB8E27B5}"/>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6" name="Rectangle 6">
                  <a:extLst>
                    <a:ext uri="{FF2B5EF4-FFF2-40B4-BE49-F238E27FC236}">
                      <a16:creationId xmlns:a16="http://schemas.microsoft.com/office/drawing/2014/main" id="{B9D2C992-2E46-4757-916D-42414E9AC457}"/>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7" name="Rectangle 7">
                  <a:extLst>
                    <a:ext uri="{FF2B5EF4-FFF2-40B4-BE49-F238E27FC236}">
                      <a16:creationId xmlns:a16="http://schemas.microsoft.com/office/drawing/2014/main" id="{A2734872-5F6E-4361-9401-3442EEC214B1}"/>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8" name="Line 8">
                  <a:extLst>
                    <a:ext uri="{FF2B5EF4-FFF2-40B4-BE49-F238E27FC236}">
                      <a16:creationId xmlns:a16="http://schemas.microsoft.com/office/drawing/2014/main" id="{742E40FD-DCE8-4B53-9DB8-C2CE2F3E7C98}"/>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9" name="Rectangle 17">
                  <a:extLst>
                    <a:ext uri="{FF2B5EF4-FFF2-40B4-BE49-F238E27FC236}">
                      <a16:creationId xmlns:a16="http://schemas.microsoft.com/office/drawing/2014/main" id="{5E739383-DEE0-415C-82AC-6E566AC8631E}"/>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0" name="Rectangle 67">
                  <a:extLst>
                    <a:ext uri="{FF2B5EF4-FFF2-40B4-BE49-F238E27FC236}">
                      <a16:creationId xmlns:a16="http://schemas.microsoft.com/office/drawing/2014/main" id="{4DBB0E4E-A79B-4AF8-B1BD-24E8ABEB4A44}"/>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838" name="Oval 68">
                <a:extLst>
                  <a:ext uri="{FF2B5EF4-FFF2-40B4-BE49-F238E27FC236}">
                    <a16:creationId xmlns:a16="http://schemas.microsoft.com/office/drawing/2014/main" id="{67E32BAC-A5AB-4A8B-9A6A-5A58C1C640EF}"/>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7775" name="Group 57">
              <a:extLst>
                <a:ext uri="{FF2B5EF4-FFF2-40B4-BE49-F238E27FC236}">
                  <a16:creationId xmlns:a16="http://schemas.microsoft.com/office/drawing/2014/main" id="{8E6EFC44-61E3-4C0C-840B-B7BE54AC46D0}"/>
                </a:ext>
              </a:extLst>
            </p:cNvPr>
            <p:cNvGrpSpPr>
              <a:grpSpLocks/>
            </p:cNvGrpSpPr>
            <p:nvPr/>
          </p:nvGrpSpPr>
          <p:grpSpPr bwMode="auto">
            <a:xfrm>
              <a:off x="4800681" y="1421927"/>
              <a:ext cx="2817639" cy="1778473"/>
              <a:chOff x="2522955" y="1430283"/>
              <a:chExt cx="2817639" cy="1778473"/>
            </a:xfrm>
          </p:grpSpPr>
          <p:sp>
            <p:nvSpPr>
              <p:cNvPr id="117809" name="Freeform 32">
                <a:extLst>
                  <a:ext uri="{FF2B5EF4-FFF2-40B4-BE49-F238E27FC236}">
                    <a16:creationId xmlns:a16="http://schemas.microsoft.com/office/drawing/2014/main" id="{98394DFE-CB90-4E23-A460-8A98E6C8D796}"/>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810" name="Group 92">
                <a:extLst>
                  <a:ext uri="{FF2B5EF4-FFF2-40B4-BE49-F238E27FC236}">
                    <a16:creationId xmlns:a16="http://schemas.microsoft.com/office/drawing/2014/main" id="{3681A04C-FECC-4BEB-B6BA-C18A96989E4B}"/>
                  </a:ext>
                </a:extLst>
              </p:cNvPr>
              <p:cNvGrpSpPr>
                <a:grpSpLocks/>
              </p:cNvGrpSpPr>
              <p:nvPr/>
            </p:nvGrpSpPr>
            <p:grpSpPr bwMode="auto">
              <a:xfrm>
                <a:off x="2545121" y="1430283"/>
                <a:ext cx="2795473" cy="1236717"/>
                <a:chOff x="89349" y="1428587"/>
                <a:chExt cx="2795473" cy="1236717"/>
              </a:xfrm>
            </p:grpSpPr>
            <p:sp>
              <p:nvSpPr>
                <p:cNvPr id="117812" name="Line 14">
                  <a:extLst>
                    <a:ext uri="{FF2B5EF4-FFF2-40B4-BE49-F238E27FC236}">
                      <a16:creationId xmlns:a16="http://schemas.microsoft.com/office/drawing/2014/main" id="{EBC1AFBA-BD63-4060-B4B4-6BC34755812B}"/>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3" name="Line 15">
                  <a:extLst>
                    <a:ext uri="{FF2B5EF4-FFF2-40B4-BE49-F238E27FC236}">
                      <a16:creationId xmlns:a16="http://schemas.microsoft.com/office/drawing/2014/main" id="{C3EFD255-A868-415D-902D-34EE3B3490C8}"/>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4" name="Line 11">
                  <a:extLst>
                    <a:ext uri="{FF2B5EF4-FFF2-40B4-BE49-F238E27FC236}">
                      <a16:creationId xmlns:a16="http://schemas.microsoft.com/office/drawing/2014/main" id="{57815FD1-A0E3-4FF3-85AB-EE9541B36565}"/>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5" name="Rectangle 5">
                  <a:extLst>
                    <a:ext uri="{FF2B5EF4-FFF2-40B4-BE49-F238E27FC236}">
                      <a16:creationId xmlns:a16="http://schemas.microsoft.com/office/drawing/2014/main" id="{0BEA98F3-72F2-4BFB-AE0A-A4EE77014FE0}"/>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6" name="Rectangle 6">
                  <a:extLst>
                    <a:ext uri="{FF2B5EF4-FFF2-40B4-BE49-F238E27FC236}">
                      <a16:creationId xmlns:a16="http://schemas.microsoft.com/office/drawing/2014/main" id="{9094E351-8014-456B-8CC0-BDB6191125A9}"/>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7" name="Rectangle 7">
                  <a:extLst>
                    <a:ext uri="{FF2B5EF4-FFF2-40B4-BE49-F238E27FC236}">
                      <a16:creationId xmlns:a16="http://schemas.microsoft.com/office/drawing/2014/main" id="{9EF4DEE5-07E2-42E6-BE88-E7AE3758E2E1}"/>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8" name="Line 8">
                  <a:extLst>
                    <a:ext uri="{FF2B5EF4-FFF2-40B4-BE49-F238E27FC236}">
                      <a16:creationId xmlns:a16="http://schemas.microsoft.com/office/drawing/2014/main" id="{69631395-0E12-4623-81CD-75D745F89899}"/>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9" name="Freeform 9">
                  <a:extLst>
                    <a:ext uri="{FF2B5EF4-FFF2-40B4-BE49-F238E27FC236}">
                      <a16:creationId xmlns:a16="http://schemas.microsoft.com/office/drawing/2014/main" id="{6BF93E07-9EF5-445B-9553-F2E2ECEFCA97}"/>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0" name="Line 11">
                  <a:extLst>
                    <a:ext uri="{FF2B5EF4-FFF2-40B4-BE49-F238E27FC236}">
                      <a16:creationId xmlns:a16="http://schemas.microsoft.com/office/drawing/2014/main" id="{841C11C2-2F33-46B4-9A61-25EA6984B550}"/>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1" name="Rectangle 17">
                  <a:extLst>
                    <a:ext uri="{FF2B5EF4-FFF2-40B4-BE49-F238E27FC236}">
                      <a16:creationId xmlns:a16="http://schemas.microsoft.com/office/drawing/2014/main" id="{2232FD00-BFFA-41B6-BB60-9E13E2BB877B}"/>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2" name="Rectangle 18">
                  <a:extLst>
                    <a:ext uri="{FF2B5EF4-FFF2-40B4-BE49-F238E27FC236}">
                      <a16:creationId xmlns:a16="http://schemas.microsoft.com/office/drawing/2014/main" id="{786F37C7-5DCD-46F5-A476-ADBE52011B1C}"/>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3" name="Rectangle 19">
                  <a:extLst>
                    <a:ext uri="{FF2B5EF4-FFF2-40B4-BE49-F238E27FC236}">
                      <a16:creationId xmlns:a16="http://schemas.microsoft.com/office/drawing/2014/main" id="{40299CD2-8F5F-49E0-BE69-2D9D1D9C20BE}"/>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824" name="Group 1">
                  <a:extLst>
                    <a:ext uri="{FF2B5EF4-FFF2-40B4-BE49-F238E27FC236}">
                      <a16:creationId xmlns:a16="http://schemas.microsoft.com/office/drawing/2014/main" id="{DDA5A52A-299E-4037-97FF-1D29CCE1C6D5}"/>
                    </a:ext>
                  </a:extLst>
                </p:cNvPr>
                <p:cNvGrpSpPr>
                  <a:grpSpLocks/>
                </p:cNvGrpSpPr>
                <p:nvPr/>
              </p:nvGrpSpPr>
              <p:grpSpPr bwMode="auto">
                <a:xfrm>
                  <a:off x="316975" y="2208007"/>
                  <a:ext cx="305262" cy="215063"/>
                  <a:chOff x="990600" y="5638800"/>
                  <a:chExt cx="376238" cy="265113"/>
                </a:xfrm>
              </p:grpSpPr>
              <p:sp>
                <p:nvSpPr>
                  <p:cNvPr id="117834" name="Freeform 26">
                    <a:extLst>
                      <a:ext uri="{FF2B5EF4-FFF2-40B4-BE49-F238E27FC236}">
                        <a16:creationId xmlns:a16="http://schemas.microsoft.com/office/drawing/2014/main" id="{9F70CCEA-939F-4325-BFFB-A82F445878C9}"/>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5" name="Freeform 28">
                    <a:extLst>
                      <a:ext uri="{FF2B5EF4-FFF2-40B4-BE49-F238E27FC236}">
                        <a16:creationId xmlns:a16="http://schemas.microsoft.com/office/drawing/2014/main" id="{650BF403-7AB1-4427-88DA-82CB79B8434D}"/>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825" name="Rectangle 29">
                  <a:extLst>
                    <a:ext uri="{FF2B5EF4-FFF2-40B4-BE49-F238E27FC236}">
                      <a16:creationId xmlns:a16="http://schemas.microsoft.com/office/drawing/2014/main" id="{2EEB88A2-AFD4-449A-9C9F-B24D96D1C94F}"/>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6" name="Rectangle 67">
                  <a:extLst>
                    <a:ext uri="{FF2B5EF4-FFF2-40B4-BE49-F238E27FC236}">
                      <a16:creationId xmlns:a16="http://schemas.microsoft.com/office/drawing/2014/main" id="{9A02EAB8-C4C7-4F55-B108-48FDEA09B4CE}"/>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7" name="Oval 68">
                  <a:extLst>
                    <a:ext uri="{FF2B5EF4-FFF2-40B4-BE49-F238E27FC236}">
                      <a16:creationId xmlns:a16="http://schemas.microsoft.com/office/drawing/2014/main" id="{F67AB857-6709-44CF-BCDF-3368BDE215DF}"/>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8" name="Line 11">
                  <a:extLst>
                    <a:ext uri="{FF2B5EF4-FFF2-40B4-BE49-F238E27FC236}">
                      <a16:creationId xmlns:a16="http://schemas.microsoft.com/office/drawing/2014/main" id="{AA3B8614-26CA-4963-B372-3498EB47B03B}"/>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9" name="Rectangle 6">
                  <a:extLst>
                    <a:ext uri="{FF2B5EF4-FFF2-40B4-BE49-F238E27FC236}">
                      <a16:creationId xmlns:a16="http://schemas.microsoft.com/office/drawing/2014/main" id="{588F7D4A-D30B-4FC0-8AA1-AF08D0CEB04E}"/>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0" name="Rectangle 7">
                  <a:extLst>
                    <a:ext uri="{FF2B5EF4-FFF2-40B4-BE49-F238E27FC236}">
                      <a16:creationId xmlns:a16="http://schemas.microsoft.com/office/drawing/2014/main" id="{FF070C16-179F-4D7F-964F-F5EBC49D3F01}"/>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1" name="Line 8">
                  <a:extLst>
                    <a:ext uri="{FF2B5EF4-FFF2-40B4-BE49-F238E27FC236}">
                      <a16:creationId xmlns:a16="http://schemas.microsoft.com/office/drawing/2014/main" id="{79B165FA-EE4C-4147-B9B4-294596E62B7B}"/>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2" name="Rectangle 17">
                  <a:extLst>
                    <a:ext uri="{FF2B5EF4-FFF2-40B4-BE49-F238E27FC236}">
                      <a16:creationId xmlns:a16="http://schemas.microsoft.com/office/drawing/2014/main" id="{641BC7E4-DDDA-43F0-9F79-38C35C3B7B6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3" name="Rectangle 67">
                  <a:extLst>
                    <a:ext uri="{FF2B5EF4-FFF2-40B4-BE49-F238E27FC236}">
                      <a16:creationId xmlns:a16="http://schemas.microsoft.com/office/drawing/2014/main" id="{79534FEF-2122-484A-888C-F7C8C784A2E6}"/>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811" name="Oval 68">
                <a:extLst>
                  <a:ext uri="{FF2B5EF4-FFF2-40B4-BE49-F238E27FC236}">
                    <a16:creationId xmlns:a16="http://schemas.microsoft.com/office/drawing/2014/main" id="{1800A6BC-0C51-449D-BAC1-B11C4A691410}"/>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7776" name="Group 58">
              <a:extLst>
                <a:ext uri="{FF2B5EF4-FFF2-40B4-BE49-F238E27FC236}">
                  <a16:creationId xmlns:a16="http://schemas.microsoft.com/office/drawing/2014/main" id="{441FA552-AD3A-4302-AD76-AF173FAC5805}"/>
                </a:ext>
              </a:extLst>
            </p:cNvPr>
            <p:cNvGrpSpPr>
              <a:grpSpLocks/>
            </p:cNvGrpSpPr>
            <p:nvPr/>
          </p:nvGrpSpPr>
          <p:grpSpPr bwMode="auto">
            <a:xfrm>
              <a:off x="6956447" y="1421927"/>
              <a:ext cx="2103079" cy="1770116"/>
              <a:chOff x="2545121" y="1430283"/>
              <a:chExt cx="2103079" cy="1770116"/>
            </a:xfrm>
          </p:grpSpPr>
          <p:sp>
            <p:nvSpPr>
              <p:cNvPr id="117783" name="Freeform 32">
                <a:extLst>
                  <a:ext uri="{FF2B5EF4-FFF2-40B4-BE49-F238E27FC236}">
                    <a16:creationId xmlns:a16="http://schemas.microsoft.com/office/drawing/2014/main" id="{8D2AE5EE-EF11-45D3-8B87-465E964BA3D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784" name="Group 66">
                <a:extLst>
                  <a:ext uri="{FF2B5EF4-FFF2-40B4-BE49-F238E27FC236}">
                    <a16:creationId xmlns:a16="http://schemas.microsoft.com/office/drawing/2014/main" id="{20DC3921-FE77-417B-8014-B8605BE51E6B}"/>
                  </a:ext>
                </a:extLst>
              </p:cNvPr>
              <p:cNvGrpSpPr>
                <a:grpSpLocks/>
              </p:cNvGrpSpPr>
              <p:nvPr/>
            </p:nvGrpSpPr>
            <p:grpSpPr bwMode="auto">
              <a:xfrm>
                <a:off x="2545121" y="1430283"/>
                <a:ext cx="2103079" cy="1236717"/>
                <a:chOff x="89349" y="1428587"/>
                <a:chExt cx="2103079" cy="1236717"/>
              </a:xfrm>
            </p:grpSpPr>
            <p:sp>
              <p:nvSpPr>
                <p:cNvPr id="117785" name="Line 14">
                  <a:extLst>
                    <a:ext uri="{FF2B5EF4-FFF2-40B4-BE49-F238E27FC236}">
                      <a16:creationId xmlns:a16="http://schemas.microsoft.com/office/drawing/2014/main" id="{F3724CFA-6E2C-4907-B48B-70E3518F03CD}"/>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6" name="Line 15">
                  <a:extLst>
                    <a:ext uri="{FF2B5EF4-FFF2-40B4-BE49-F238E27FC236}">
                      <a16:creationId xmlns:a16="http://schemas.microsoft.com/office/drawing/2014/main" id="{1EAB2F5F-8B21-43E4-BE10-43142B607289}"/>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7" name="Line 11">
                  <a:extLst>
                    <a:ext uri="{FF2B5EF4-FFF2-40B4-BE49-F238E27FC236}">
                      <a16:creationId xmlns:a16="http://schemas.microsoft.com/office/drawing/2014/main" id="{147031E4-5644-4B3A-98D1-E0F289C8B577}"/>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8" name="Rectangle 5">
                  <a:extLst>
                    <a:ext uri="{FF2B5EF4-FFF2-40B4-BE49-F238E27FC236}">
                      <a16:creationId xmlns:a16="http://schemas.microsoft.com/office/drawing/2014/main" id="{53E240B8-F7C1-44A0-A1DB-C11B88C0BDB1}"/>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9" name="Rectangle 6">
                  <a:extLst>
                    <a:ext uri="{FF2B5EF4-FFF2-40B4-BE49-F238E27FC236}">
                      <a16:creationId xmlns:a16="http://schemas.microsoft.com/office/drawing/2014/main" id="{1F1DD5D3-0F74-459B-B690-8A8918B5F37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0" name="Rectangle 7">
                  <a:extLst>
                    <a:ext uri="{FF2B5EF4-FFF2-40B4-BE49-F238E27FC236}">
                      <a16:creationId xmlns:a16="http://schemas.microsoft.com/office/drawing/2014/main" id="{21AE809A-4217-404B-9C78-855D41D4C8F8}"/>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1" name="Line 8">
                  <a:extLst>
                    <a:ext uri="{FF2B5EF4-FFF2-40B4-BE49-F238E27FC236}">
                      <a16:creationId xmlns:a16="http://schemas.microsoft.com/office/drawing/2014/main" id="{88FD754C-0C59-48CC-842E-1BB0B31733E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2" name="Freeform 9">
                  <a:extLst>
                    <a:ext uri="{FF2B5EF4-FFF2-40B4-BE49-F238E27FC236}">
                      <a16:creationId xmlns:a16="http://schemas.microsoft.com/office/drawing/2014/main" id="{27BDCA8D-A1C5-4570-904F-F78B7AC8E0CA}"/>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3" name="Line 11">
                  <a:extLst>
                    <a:ext uri="{FF2B5EF4-FFF2-40B4-BE49-F238E27FC236}">
                      <a16:creationId xmlns:a16="http://schemas.microsoft.com/office/drawing/2014/main" id="{34838BBF-E3BB-4B80-9E22-FDCEBD887E3B}"/>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4" name="Rectangle 17">
                  <a:extLst>
                    <a:ext uri="{FF2B5EF4-FFF2-40B4-BE49-F238E27FC236}">
                      <a16:creationId xmlns:a16="http://schemas.microsoft.com/office/drawing/2014/main" id="{F6B6CB0A-B4D3-47D7-910C-C43793B016E3}"/>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5" name="Rectangle 18">
                  <a:extLst>
                    <a:ext uri="{FF2B5EF4-FFF2-40B4-BE49-F238E27FC236}">
                      <a16:creationId xmlns:a16="http://schemas.microsoft.com/office/drawing/2014/main" id="{C0E371C9-13CF-4361-9D78-E92DCDC10A35}"/>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6" name="Rectangle 19">
                  <a:extLst>
                    <a:ext uri="{FF2B5EF4-FFF2-40B4-BE49-F238E27FC236}">
                      <a16:creationId xmlns:a16="http://schemas.microsoft.com/office/drawing/2014/main" id="{343486F2-99A8-48B9-8CCD-49A10A9F7A60}"/>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7797" name="Group 1">
                  <a:extLst>
                    <a:ext uri="{FF2B5EF4-FFF2-40B4-BE49-F238E27FC236}">
                      <a16:creationId xmlns:a16="http://schemas.microsoft.com/office/drawing/2014/main" id="{457071E1-09EA-4A1E-B893-1FBE9579A270}"/>
                    </a:ext>
                  </a:extLst>
                </p:cNvPr>
                <p:cNvGrpSpPr>
                  <a:grpSpLocks/>
                </p:cNvGrpSpPr>
                <p:nvPr/>
              </p:nvGrpSpPr>
              <p:grpSpPr bwMode="auto">
                <a:xfrm>
                  <a:off x="316975" y="2208007"/>
                  <a:ext cx="305262" cy="215063"/>
                  <a:chOff x="990600" y="5638800"/>
                  <a:chExt cx="376238" cy="265113"/>
                </a:xfrm>
              </p:grpSpPr>
              <p:sp>
                <p:nvSpPr>
                  <p:cNvPr id="117807" name="Freeform 26">
                    <a:extLst>
                      <a:ext uri="{FF2B5EF4-FFF2-40B4-BE49-F238E27FC236}">
                        <a16:creationId xmlns:a16="http://schemas.microsoft.com/office/drawing/2014/main" id="{6A6E1321-823F-4E47-BA6A-D0A1E2DF1EF3}"/>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8" name="Freeform 28">
                    <a:extLst>
                      <a:ext uri="{FF2B5EF4-FFF2-40B4-BE49-F238E27FC236}">
                        <a16:creationId xmlns:a16="http://schemas.microsoft.com/office/drawing/2014/main" id="{245ECBFF-770D-4606-BCEA-B37C370AE9C4}"/>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798" name="Rectangle 29">
                  <a:extLst>
                    <a:ext uri="{FF2B5EF4-FFF2-40B4-BE49-F238E27FC236}">
                      <a16:creationId xmlns:a16="http://schemas.microsoft.com/office/drawing/2014/main" id="{9FF00689-56C7-40CC-91D4-AC2178CBD012}"/>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9" name="Rectangle 67">
                  <a:extLst>
                    <a:ext uri="{FF2B5EF4-FFF2-40B4-BE49-F238E27FC236}">
                      <a16:creationId xmlns:a16="http://schemas.microsoft.com/office/drawing/2014/main" id="{817D9370-B5E8-4DB9-847D-596080C32190}"/>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0" name="Oval 68">
                  <a:extLst>
                    <a:ext uri="{FF2B5EF4-FFF2-40B4-BE49-F238E27FC236}">
                      <a16:creationId xmlns:a16="http://schemas.microsoft.com/office/drawing/2014/main" id="{0B068094-6CC7-4E3E-843F-EA5BAE875D01}"/>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1" name="Line 11">
                  <a:extLst>
                    <a:ext uri="{FF2B5EF4-FFF2-40B4-BE49-F238E27FC236}">
                      <a16:creationId xmlns:a16="http://schemas.microsoft.com/office/drawing/2014/main" id="{E4E4A23A-F7D0-454B-B225-8BCFAFF23EA9}"/>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2" name="Rectangle 6">
                  <a:extLst>
                    <a:ext uri="{FF2B5EF4-FFF2-40B4-BE49-F238E27FC236}">
                      <a16:creationId xmlns:a16="http://schemas.microsoft.com/office/drawing/2014/main" id="{F8115941-F455-4BFC-BCD2-F60739CD78E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3" name="Rectangle 7">
                  <a:extLst>
                    <a:ext uri="{FF2B5EF4-FFF2-40B4-BE49-F238E27FC236}">
                      <a16:creationId xmlns:a16="http://schemas.microsoft.com/office/drawing/2014/main" id="{DACFE939-24B4-4EB2-8F8E-249447C43707}"/>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4" name="Line 8">
                  <a:extLst>
                    <a:ext uri="{FF2B5EF4-FFF2-40B4-BE49-F238E27FC236}">
                      <a16:creationId xmlns:a16="http://schemas.microsoft.com/office/drawing/2014/main" id="{15EDBD5E-9F1B-4A06-80DA-20094667F804}"/>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5" name="Rectangle 17">
                  <a:extLst>
                    <a:ext uri="{FF2B5EF4-FFF2-40B4-BE49-F238E27FC236}">
                      <a16:creationId xmlns:a16="http://schemas.microsoft.com/office/drawing/2014/main" id="{40A3082B-F39D-4C66-B88F-565D7F9F2D4C}"/>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6" name="Rectangle 67">
                  <a:extLst>
                    <a:ext uri="{FF2B5EF4-FFF2-40B4-BE49-F238E27FC236}">
                      <a16:creationId xmlns:a16="http://schemas.microsoft.com/office/drawing/2014/main" id="{A19A99C1-D6CC-4C40-AFCB-B313B3ACEE53}"/>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7777" name="Line 13">
              <a:extLst>
                <a:ext uri="{FF2B5EF4-FFF2-40B4-BE49-F238E27FC236}">
                  <a16:creationId xmlns:a16="http://schemas.microsoft.com/office/drawing/2014/main" id="{6C9D7138-7C99-4606-BA21-793D38A94CC9}"/>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78" name="Oval 68">
              <a:extLst>
                <a:ext uri="{FF2B5EF4-FFF2-40B4-BE49-F238E27FC236}">
                  <a16:creationId xmlns:a16="http://schemas.microsoft.com/office/drawing/2014/main" id="{F5876E1E-B892-4A9D-BB08-3A692157FC70}"/>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79" name="Line 11">
              <a:extLst>
                <a:ext uri="{FF2B5EF4-FFF2-40B4-BE49-F238E27FC236}">
                  <a16:creationId xmlns:a16="http://schemas.microsoft.com/office/drawing/2014/main" id="{68BE5AC4-A56A-498E-89BB-F4931F32DDB1}"/>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0" name="Line 15">
              <a:extLst>
                <a:ext uri="{FF2B5EF4-FFF2-40B4-BE49-F238E27FC236}">
                  <a16:creationId xmlns:a16="http://schemas.microsoft.com/office/drawing/2014/main" id="{8A524F59-2B28-438B-9ADF-E90A1F64087F}"/>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1" name="Rectangle 11">
              <a:extLst>
                <a:ext uri="{FF2B5EF4-FFF2-40B4-BE49-F238E27FC236}">
                  <a16:creationId xmlns:a16="http://schemas.microsoft.com/office/drawing/2014/main" id="{24DF1E86-01EB-43B4-AAD8-F37EB987F191}"/>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2" name="Rectangle 41">
              <a:extLst>
                <a:ext uri="{FF2B5EF4-FFF2-40B4-BE49-F238E27FC236}">
                  <a16:creationId xmlns:a16="http://schemas.microsoft.com/office/drawing/2014/main" id="{17CC84E9-D27D-4C3F-987E-43E1ED79DB64}"/>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765" name="Oval 2">
            <a:extLst>
              <a:ext uri="{FF2B5EF4-FFF2-40B4-BE49-F238E27FC236}">
                <a16:creationId xmlns:a16="http://schemas.microsoft.com/office/drawing/2014/main" id="{B6B2F832-518D-44BE-BA0A-855E859F50DE}"/>
              </a:ext>
            </a:extLst>
          </p:cNvPr>
          <p:cNvSpPr>
            <a:spLocks noChangeArrowheads="1"/>
          </p:cNvSpPr>
          <p:nvPr/>
        </p:nvSpPr>
        <p:spPr bwMode="auto">
          <a:xfrm>
            <a:off x="608013" y="4244975"/>
            <a:ext cx="1979612" cy="215265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6" name="Oval 2">
            <a:extLst>
              <a:ext uri="{FF2B5EF4-FFF2-40B4-BE49-F238E27FC236}">
                <a16:creationId xmlns:a16="http://schemas.microsoft.com/office/drawing/2014/main" id="{EA44FCC8-0DB4-4A8E-91F3-CBC376594C0F}"/>
              </a:ext>
            </a:extLst>
          </p:cNvPr>
          <p:cNvSpPr>
            <a:spLocks noChangeArrowheads="1"/>
          </p:cNvSpPr>
          <p:nvPr/>
        </p:nvSpPr>
        <p:spPr bwMode="auto">
          <a:xfrm>
            <a:off x="3268663" y="1298575"/>
            <a:ext cx="1476375" cy="2124075"/>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7" name="Oval 2">
            <a:extLst>
              <a:ext uri="{FF2B5EF4-FFF2-40B4-BE49-F238E27FC236}">
                <a16:creationId xmlns:a16="http://schemas.microsoft.com/office/drawing/2014/main" id="{28FBBA6D-2E5F-4A72-B4CC-33BD09D3A2D4}"/>
              </a:ext>
            </a:extLst>
          </p:cNvPr>
          <p:cNvSpPr>
            <a:spLocks noChangeArrowheads="1"/>
          </p:cNvSpPr>
          <p:nvPr/>
        </p:nvSpPr>
        <p:spPr bwMode="auto">
          <a:xfrm>
            <a:off x="2743200" y="4248150"/>
            <a:ext cx="1979613" cy="2152650"/>
          </a:xfrm>
          <a:prstGeom prst="ellipse">
            <a:avLst/>
          </a:prstGeom>
          <a:noFill/>
          <a:ln w="381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8" name="Oval 2">
            <a:extLst>
              <a:ext uri="{FF2B5EF4-FFF2-40B4-BE49-F238E27FC236}">
                <a16:creationId xmlns:a16="http://schemas.microsoft.com/office/drawing/2014/main" id="{FE3B4B3E-285C-4179-8DD6-BC1B9DE4000B}"/>
              </a:ext>
            </a:extLst>
          </p:cNvPr>
          <p:cNvSpPr>
            <a:spLocks noChangeArrowheads="1"/>
          </p:cNvSpPr>
          <p:nvPr/>
        </p:nvSpPr>
        <p:spPr bwMode="auto">
          <a:xfrm>
            <a:off x="4779963" y="1298575"/>
            <a:ext cx="1476375" cy="2124075"/>
          </a:xfrm>
          <a:prstGeom prst="ellipse">
            <a:avLst/>
          </a:prstGeom>
          <a:noFill/>
          <a:ln w="381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9" name="Oval 2">
            <a:extLst>
              <a:ext uri="{FF2B5EF4-FFF2-40B4-BE49-F238E27FC236}">
                <a16:creationId xmlns:a16="http://schemas.microsoft.com/office/drawing/2014/main" id="{8CCA441C-4F6E-4C9E-9F0E-975AFDB4D4EC}"/>
              </a:ext>
            </a:extLst>
          </p:cNvPr>
          <p:cNvSpPr>
            <a:spLocks noChangeArrowheads="1"/>
          </p:cNvSpPr>
          <p:nvPr/>
        </p:nvSpPr>
        <p:spPr bwMode="auto">
          <a:xfrm>
            <a:off x="4878388" y="4248150"/>
            <a:ext cx="1979612" cy="2152650"/>
          </a:xfrm>
          <a:prstGeom prst="ellipse">
            <a:avLst/>
          </a:prstGeom>
          <a:noFill/>
          <a:ln w="381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70" name="Oval 2">
            <a:extLst>
              <a:ext uri="{FF2B5EF4-FFF2-40B4-BE49-F238E27FC236}">
                <a16:creationId xmlns:a16="http://schemas.microsoft.com/office/drawing/2014/main" id="{FFDA0B22-799D-4E72-96BB-8E6D7A5CC44F}"/>
              </a:ext>
            </a:extLst>
          </p:cNvPr>
          <p:cNvSpPr>
            <a:spLocks noChangeArrowheads="1"/>
          </p:cNvSpPr>
          <p:nvPr/>
        </p:nvSpPr>
        <p:spPr bwMode="auto">
          <a:xfrm>
            <a:off x="6292850" y="1301750"/>
            <a:ext cx="1476375" cy="2122488"/>
          </a:xfrm>
          <a:prstGeom prst="ellipse">
            <a:avLst/>
          </a:prstGeom>
          <a:noFill/>
          <a:ln w="38100">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71" name="Oval 2">
            <a:extLst>
              <a:ext uri="{FF2B5EF4-FFF2-40B4-BE49-F238E27FC236}">
                <a16:creationId xmlns:a16="http://schemas.microsoft.com/office/drawing/2014/main" id="{06D89E1E-D51F-40AF-B5A9-43C9979C5671}"/>
              </a:ext>
            </a:extLst>
          </p:cNvPr>
          <p:cNvSpPr>
            <a:spLocks noChangeArrowheads="1"/>
          </p:cNvSpPr>
          <p:nvPr/>
        </p:nvSpPr>
        <p:spPr bwMode="auto">
          <a:xfrm>
            <a:off x="6996113" y="4251325"/>
            <a:ext cx="1979612" cy="2152650"/>
          </a:xfrm>
          <a:prstGeom prst="ellipse">
            <a:avLst/>
          </a:prstGeom>
          <a:noFill/>
          <a:ln w="38100">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Title 1">
            <a:extLst>
              <a:ext uri="{FF2B5EF4-FFF2-40B4-BE49-F238E27FC236}">
                <a16:creationId xmlns:a16="http://schemas.microsoft.com/office/drawing/2014/main" id="{DA77F2E3-56E3-41AC-94F6-9A2FC5AE2DE1}"/>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8786" name="Group 344">
            <a:extLst>
              <a:ext uri="{FF2B5EF4-FFF2-40B4-BE49-F238E27FC236}">
                <a16:creationId xmlns:a16="http://schemas.microsoft.com/office/drawing/2014/main" id="{967C26D9-7C3C-4EAF-B9CE-060411EB6846}"/>
              </a:ext>
            </a:extLst>
          </p:cNvPr>
          <p:cNvGrpSpPr>
            <a:grpSpLocks/>
          </p:cNvGrpSpPr>
          <p:nvPr/>
        </p:nvGrpSpPr>
        <p:grpSpPr bwMode="auto">
          <a:xfrm>
            <a:off x="206375" y="2479675"/>
            <a:ext cx="8853488" cy="1787525"/>
            <a:chOff x="205979" y="1421927"/>
            <a:chExt cx="8853547" cy="1786829"/>
          </a:xfrm>
        </p:grpSpPr>
        <p:sp>
          <p:nvSpPr>
            <p:cNvPr id="118787" name="Line 14">
              <a:extLst>
                <a:ext uri="{FF2B5EF4-FFF2-40B4-BE49-F238E27FC236}">
                  <a16:creationId xmlns:a16="http://schemas.microsoft.com/office/drawing/2014/main" id="{57754BA4-C89B-4236-BCB7-F564472B5368}"/>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788" name="Group 346">
              <a:extLst>
                <a:ext uri="{FF2B5EF4-FFF2-40B4-BE49-F238E27FC236}">
                  <a16:creationId xmlns:a16="http://schemas.microsoft.com/office/drawing/2014/main" id="{4D1F9FA1-BF11-42FC-9524-977B57F8D68F}"/>
                </a:ext>
              </a:extLst>
            </p:cNvPr>
            <p:cNvGrpSpPr>
              <a:grpSpLocks/>
            </p:cNvGrpSpPr>
            <p:nvPr/>
          </p:nvGrpSpPr>
          <p:grpSpPr bwMode="auto">
            <a:xfrm>
              <a:off x="665216" y="1428587"/>
              <a:ext cx="2636625" cy="1236717"/>
              <a:chOff x="207935" y="1428587"/>
              <a:chExt cx="2636625" cy="1236717"/>
            </a:xfrm>
          </p:grpSpPr>
          <p:sp>
            <p:nvSpPr>
              <p:cNvPr id="118878" name="Line 14">
                <a:extLst>
                  <a:ext uri="{FF2B5EF4-FFF2-40B4-BE49-F238E27FC236}">
                    <a16:creationId xmlns:a16="http://schemas.microsoft.com/office/drawing/2014/main" id="{2C2D93C8-6E7F-478F-88B8-1C0229913FD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9" name="Line 15">
                <a:extLst>
                  <a:ext uri="{FF2B5EF4-FFF2-40B4-BE49-F238E27FC236}">
                    <a16:creationId xmlns:a16="http://schemas.microsoft.com/office/drawing/2014/main" id="{9AA01F3E-33CB-40FC-BF04-AA1081C20798}"/>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0" name="Rectangle 5">
                <a:extLst>
                  <a:ext uri="{FF2B5EF4-FFF2-40B4-BE49-F238E27FC236}">
                    <a16:creationId xmlns:a16="http://schemas.microsoft.com/office/drawing/2014/main" id="{7DC6C107-F907-4921-9322-C17E30445390}"/>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1" name="Rectangle 6">
                <a:extLst>
                  <a:ext uri="{FF2B5EF4-FFF2-40B4-BE49-F238E27FC236}">
                    <a16:creationId xmlns:a16="http://schemas.microsoft.com/office/drawing/2014/main" id="{3B544FD7-724A-4560-8357-FF6099655D27}"/>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2" name="Rectangle 7">
                <a:extLst>
                  <a:ext uri="{FF2B5EF4-FFF2-40B4-BE49-F238E27FC236}">
                    <a16:creationId xmlns:a16="http://schemas.microsoft.com/office/drawing/2014/main" id="{5E9A4780-862A-410D-8C52-62505B84BB00}"/>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3" name="Line 8">
                <a:extLst>
                  <a:ext uri="{FF2B5EF4-FFF2-40B4-BE49-F238E27FC236}">
                    <a16:creationId xmlns:a16="http://schemas.microsoft.com/office/drawing/2014/main" id="{9724E75B-9C40-43D9-859D-213DAD851A2D}"/>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4" name="Freeform 9">
                <a:extLst>
                  <a:ext uri="{FF2B5EF4-FFF2-40B4-BE49-F238E27FC236}">
                    <a16:creationId xmlns:a16="http://schemas.microsoft.com/office/drawing/2014/main" id="{6EC6B613-0D8B-44F9-9154-062549F9B3AF}"/>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5" name="Line 11">
                <a:extLst>
                  <a:ext uri="{FF2B5EF4-FFF2-40B4-BE49-F238E27FC236}">
                    <a16:creationId xmlns:a16="http://schemas.microsoft.com/office/drawing/2014/main" id="{129ED3F1-C012-43FF-8B5E-DD00F877B007}"/>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6" name="Rectangle 17">
                <a:extLst>
                  <a:ext uri="{FF2B5EF4-FFF2-40B4-BE49-F238E27FC236}">
                    <a16:creationId xmlns:a16="http://schemas.microsoft.com/office/drawing/2014/main" id="{C6E58B98-C70E-48DA-9B4A-03A49A3129FD}"/>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7" name="Rectangle 18">
                <a:extLst>
                  <a:ext uri="{FF2B5EF4-FFF2-40B4-BE49-F238E27FC236}">
                    <a16:creationId xmlns:a16="http://schemas.microsoft.com/office/drawing/2014/main" id="{9BA7A148-D48F-49B9-A69A-6BA5A750FAD5}"/>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8" name="Rectangle 19">
                <a:extLst>
                  <a:ext uri="{FF2B5EF4-FFF2-40B4-BE49-F238E27FC236}">
                    <a16:creationId xmlns:a16="http://schemas.microsoft.com/office/drawing/2014/main" id="{4217C116-0A96-444C-977F-E081DE353142}"/>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89" name="Group 1">
                <a:extLst>
                  <a:ext uri="{FF2B5EF4-FFF2-40B4-BE49-F238E27FC236}">
                    <a16:creationId xmlns:a16="http://schemas.microsoft.com/office/drawing/2014/main" id="{11B4EBC9-03CD-4432-8BE2-DCE2E4FC7C13}"/>
                  </a:ext>
                </a:extLst>
              </p:cNvPr>
              <p:cNvGrpSpPr>
                <a:grpSpLocks/>
              </p:cNvGrpSpPr>
              <p:nvPr/>
            </p:nvGrpSpPr>
            <p:grpSpPr bwMode="auto">
              <a:xfrm>
                <a:off x="316975" y="2208007"/>
                <a:ext cx="305262" cy="215063"/>
                <a:chOff x="990600" y="5638800"/>
                <a:chExt cx="376238" cy="265113"/>
              </a:xfrm>
            </p:grpSpPr>
            <p:sp>
              <p:nvSpPr>
                <p:cNvPr id="118899" name="Freeform 26">
                  <a:extLst>
                    <a:ext uri="{FF2B5EF4-FFF2-40B4-BE49-F238E27FC236}">
                      <a16:creationId xmlns:a16="http://schemas.microsoft.com/office/drawing/2014/main" id="{0A6A9773-9249-4AE2-88C3-572B098D7C3B}"/>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0" name="Freeform 28">
                  <a:extLst>
                    <a:ext uri="{FF2B5EF4-FFF2-40B4-BE49-F238E27FC236}">
                      <a16:creationId xmlns:a16="http://schemas.microsoft.com/office/drawing/2014/main" id="{362E2684-CB5F-479C-9507-DE46F3E469C5}"/>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90" name="Rectangle 29">
                <a:extLst>
                  <a:ext uri="{FF2B5EF4-FFF2-40B4-BE49-F238E27FC236}">
                    <a16:creationId xmlns:a16="http://schemas.microsoft.com/office/drawing/2014/main" id="{E1B204D8-197C-4EC8-B11A-030BFF271169}"/>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1" name="Rectangle 67">
                <a:extLst>
                  <a:ext uri="{FF2B5EF4-FFF2-40B4-BE49-F238E27FC236}">
                    <a16:creationId xmlns:a16="http://schemas.microsoft.com/office/drawing/2014/main" id="{48C41C5E-0BB3-44E8-A415-88E679DF91E8}"/>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2" name="Oval 68">
                <a:extLst>
                  <a:ext uri="{FF2B5EF4-FFF2-40B4-BE49-F238E27FC236}">
                    <a16:creationId xmlns:a16="http://schemas.microsoft.com/office/drawing/2014/main" id="{9CCBE21C-6099-44C7-AEC5-EBB9182BE692}"/>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3" name="Line 11">
                <a:extLst>
                  <a:ext uri="{FF2B5EF4-FFF2-40B4-BE49-F238E27FC236}">
                    <a16:creationId xmlns:a16="http://schemas.microsoft.com/office/drawing/2014/main" id="{6D424BD8-786E-4A1A-B695-BBAB04E61D8D}"/>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4" name="Rectangle 6">
                <a:extLst>
                  <a:ext uri="{FF2B5EF4-FFF2-40B4-BE49-F238E27FC236}">
                    <a16:creationId xmlns:a16="http://schemas.microsoft.com/office/drawing/2014/main" id="{8A7FC7E7-23BF-46F1-84BB-05B05958A01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5" name="Rectangle 7">
                <a:extLst>
                  <a:ext uri="{FF2B5EF4-FFF2-40B4-BE49-F238E27FC236}">
                    <a16:creationId xmlns:a16="http://schemas.microsoft.com/office/drawing/2014/main" id="{A1C09D46-4F36-4F63-BEC0-F8A7A769A6BF}"/>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6" name="Line 8">
                <a:extLst>
                  <a:ext uri="{FF2B5EF4-FFF2-40B4-BE49-F238E27FC236}">
                    <a16:creationId xmlns:a16="http://schemas.microsoft.com/office/drawing/2014/main" id="{7DCA779E-8461-41AA-865C-0CF7948F0AEA}"/>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7" name="Rectangle 17">
                <a:extLst>
                  <a:ext uri="{FF2B5EF4-FFF2-40B4-BE49-F238E27FC236}">
                    <a16:creationId xmlns:a16="http://schemas.microsoft.com/office/drawing/2014/main" id="{E57C6F8C-9D0E-43CE-93C6-276B52BDA796}"/>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8" name="Rectangle 67">
                <a:extLst>
                  <a:ext uri="{FF2B5EF4-FFF2-40B4-BE49-F238E27FC236}">
                    <a16:creationId xmlns:a16="http://schemas.microsoft.com/office/drawing/2014/main" id="{D65B5625-C88F-4AFD-995D-84B0AEA5A29D}"/>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8789" name="Group 347">
              <a:extLst>
                <a:ext uri="{FF2B5EF4-FFF2-40B4-BE49-F238E27FC236}">
                  <a16:creationId xmlns:a16="http://schemas.microsoft.com/office/drawing/2014/main" id="{F26C5654-8E3D-48B6-988F-F2B6D7E90486}"/>
                </a:ext>
              </a:extLst>
            </p:cNvPr>
            <p:cNvGrpSpPr>
              <a:grpSpLocks/>
            </p:cNvGrpSpPr>
            <p:nvPr/>
          </p:nvGrpSpPr>
          <p:grpSpPr bwMode="auto">
            <a:xfrm>
              <a:off x="2675436" y="1430283"/>
              <a:ext cx="2766082" cy="1778473"/>
              <a:chOff x="2522955" y="1430283"/>
              <a:chExt cx="2766082" cy="1778473"/>
            </a:xfrm>
          </p:grpSpPr>
          <p:sp>
            <p:nvSpPr>
              <p:cNvPr id="118851" name="Freeform 32">
                <a:extLst>
                  <a:ext uri="{FF2B5EF4-FFF2-40B4-BE49-F238E27FC236}">
                    <a16:creationId xmlns:a16="http://schemas.microsoft.com/office/drawing/2014/main" id="{5BE4224B-612F-4DB2-8096-60CBBF9B98D0}"/>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52" name="Group 410">
                <a:extLst>
                  <a:ext uri="{FF2B5EF4-FFF2-40B4-BE49-F238E27FC236}">
                    <a16:creationId xmlns:a16="http://schemas.microsoft.com/office/drawing/2014/main" id="{CACCD109-6BA3-4FE3-8861-13E20FC9CAD2}"/>
                  </a:ext>
                </a:extLst>
              </p:cNvPr>
              <p:cNvGrpSpPr>
                <a:grpSpLocks/>
              </p:cNvGrpSpPr>
              <p:nvPr/>
            </p:nvGrpSpPr>
            <p:grpSpPr bwMode="auto">
              <a:xfrm>
                <a:off x="2545121" y="1430283"/>
                <a:ext cx="2743916" cy="1236717"/>
                <a:chOff x="89349" y="1428587"/>
                <a:chExt cx="2743916" cy="1236717"/>
              </a:xfrm>
            </p:grpSpPr>
            <p:sp>
              <p:nvSpPr>
                <p:cNvPr id="118854" name="Line 14">
                  <a:extLst>
                    <a:ext uri="{FF2B5EF4-FFF2-40B4-BE49-F238E27FC236}">
                      <a16:creationId xmlns:a16="http://schemas.microsoft.com/office/drawing/2014/main" id="{A34CFC78-8646-4AAE-B79D-6BDF393AC109}"/>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5" name="Line 15">
                  <a:extLst>
                    <a:ext uri="{FF2B5EF4-FFF2-40B4-BE49-F238E27FC236}">
                      <a16:creationId xmlns:a16="http://schemas.microsoft.com/office/drawing/2014/main" id="{E21429BF-5078-4AEE-BB8F-BF347348C448}"/>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6" name="Line 11">
                  <a:extLst>
                    <a:ext uri="{FF2B5EF4-FFF2-40B4-BE49-F238E27FC236}">
                      <a16:creationId xmlns:a16="http://schemas.microsoft.com/office/drawing/2014/main" id="{B01CE142-D54E-4C7E-9D9B-63F5046DCBBE}"/>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7" name="Rectangle 5">
                  <a:extLst>
                    <a:ext uri="{FF2B5EF4-FFF2-40B4-BE49-F238E27FC236}">
                      <a16:creationId xmlns:a16="http://schemas.microsoft.com/office/drawing/2014/main" id="{344892F2-DF24-44C5-85A1-19A668BE10C0}"/>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8" name="Rectangle 6">
                  <a:extLst>
                    <a:ext uri="{FF2B5EF4-FFF2-40B4-BE49-F238E27FC236}">
                      <a16:creationId xmlns:a16="http://schemas.microsoft.com/office/drawing/2014/main" id="{3BF13693-184B-415B-BAB1-6BA9B160560C}"/>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9" name="Rectangle 7">
                  <a:extLst>
                    <a:ext uri="{FF2B5EF4-FFF2-40B4-BE49-F238E27FC236}">
                      <a16:creationId xmlns:a16="http://schemas.microsoft.com/office/drawing/2014/main" id="{430A011F-07DE-473E-9F8B-D3E00A05F521}"/>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0" name="Line 8">
                  <a:extLst>
                    <a:ext uri="{FF2B5EF4-FFF2-40B4-BE49-F238E27FC236}">
                      <a16:creationId xmlns:a16="http://schemas.microsoft.com/office/drawing/2014/main" id="{E1D1684A-550B-4D22-8FF5-D866E0AF466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1" name="Freeform 9">
                  <a:extLst>
                    <a:ext uri="{FF2B5EF4-FFF2-40B4-BE49-F238E27FC236}">
                      <a16:creationId xmlns:a16="http://schemas.microsoft.com/office/drawing/2014/main" id="{AE26A4EB-594C-4961-A30A-A125E2055C4E}"/>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2" name="Line 11">
                  <a:extLst>
                    <a:ext uri="{FF2B5EF4-FFF2-40B4-BE49-F238E27FC236}">
                      <a16:creationId xmlns:a16="http://schemas.microsoft.com/office/drawing/2014/main" id="{A23C6CD5-69B4-4280-9CCF-ADFCB8558122}"/>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3" name="Rectangle 17">
                  <a:extLst>
                    <a:ext uri="{FF2B5EF4-FFF2-40B4-BE49-F238E27FC236}">
                      <a16:creationId xmlns:a16="http://schemas.microsoft.com/office/drawing/2014/main" id="{5C40FDD6-8F68-42C4-A19D-F3D3B2A4C776}"/>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4" name="Rectangle 18">
                  <a:extLst>
                    <a:ext uri="{FF2B5EF4-FFF2-40B4-BE49-F238E27FC236}">
                      <a16:creationId xmlns:a16="http://schemas.microsoft.com/office/drawing/2014/main" id="{7B099579-4978-4CAD-BE42-35C45B7B41A8}"/>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5" name="Rectangle 19">
                  <a:extLst>
                    <a:ext uri="{FF2B5EF4-FFF2-40B4-BE49-F238E27FC236}">
                      <a16:creationId xmlns:a16="http://schemas.microsoft.com/office/drawing/2014/main" id="{60CAEDF8-AF86-4B4D-87C7-9FC7EA148B64}"/>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66" name="Group 1">
                  <a:extLst>
                    <a:ext uri="{FF2B5EF4-FFF2-40B4-BE49-F238E27FC236}">
                      <a16:creationId xmlns:a16="http://schemas.microsoft.com/office/drawing/2014/main" id="{E2EB7104-F83F-41E3-B8EB-C81422377C6E}"/>
                    </a:ext>
                  </a:extLst>
                </p:cNvPr>
                <p:cNvGrpSpPr>
                  <a:grpSpLocks/>
                </p:cNvGrpSpPr>
                <p:nvPr/>
              </p:nvGrpSpPr>
              <p:grpSpPr bwMode="auto">
                <a:xfrm>
                  <a:off x="316975" y="2208007"/>
                  <a:ext cx="305262" cy="215063"/>
                  <a:chOff x="990600" y="5638800"/>
                  <a:chExt cx="376238" cy="265113"/>
                </a:xfrm>
              </p:grpSpPr>
              <p:sp>
                <p:nvSpPr>
                  <p:cNvPr id="118876" name="Freeform 26">
                    <a:extLst>
                      <a:ext uri="{FF2B5EF4-FFF2-40B4-BE49-F238E27FC236}">
                        <a16:creationId xmlns:a16="http://schemas.microsoft.com/office/drawing/2014/main" id="{A5828895-44F8-41BC-9CFC-F0A4C1FA3AFB}"/>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7" name="Freeform 28">
                    <a:extLst>
                      <a:ext uri="{FF2B5EF4-FFF2-40B4-BE49-F238E27FC236}">
                        <a16:creationId xmlns:a16="http://schemas.microsoft.com/office/drawing/2014/main" id="{5A359481-44F2-46E1-BF17-C2D20FEAAB46}"/>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67" name="Rectangle 29">
                  <a:extLst>
                    <a:ext uri="{FF2B5EF4-FFF2-40B4-BE49-F238E27FC236}">
                      <a16:creationId xmlns:a16="http://schemas.microsoft.com/office/drawing/2014/main" id="{2C46B7FF-ACF3-4B90-A362-04DB6C786326}"/>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8" name="Rectangle 67">
                  <a:extLst>
                    <a:ext uri="{FF2B5EF4-FFF2-40B4-BE49-F238E27FC236}">
                      <a16:creationId xmlns:a16="http://schemas.microsoft.com/office/drawing/2014/main" id="{B2DC919F-2D48-4C07-8D2F-00DCCC277DC1}"/>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9" name="Oval 68">
                  <a:extLst>
                    <a:ext uri="{FF2B5EF4-FFF2-40B4-BE49-F238E27FC236}">
                      <a16:creationId xmlns:a16="http://schemas.microsoft.com/office/drawing/2014/main" id="{240C1300-1A63-471C-A0F5-A0F9326ED8A7}"/>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0" name="Line 11">
                  <a:extLst>
                    <a:ext uri="{FF2B5EF4-FFF2-40B4-BE49-F238E27FC236}">
                      <a16:creationId xmlns:a16="http://schemas.microsoft.com/office/drawing/2014/main" id="{2538D37E-7421-46B8-B4AC-5474E942FF99}"/>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1" name="Rectangle 6">
                  <a:extLst>
                    <a:ext uri="{FF2B5EF4-FFF2-40B4-BE49-F238E27FC236}">
                      <a16:creationId xmlns:a16="http://schemas.microsoft.com/office/drawing/2014/main" id="{C12314A4-F9CF-4854-A543-C04DB46C521F}"/>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2" name="Rectangle 7">
                  <a:extLst>
                    <a:ext uri="{FF2B5EF4-FFF2-40B4-BE49-F238E27FC236}">
                      <a16:creationId xmlns:a16="http://schemas.microsoft.com/office/drawing/2014/main" id="{90052CF5-72B4-42AA-A4D6-47F6EC82B13B}"/>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3" name="Line 8">
                  <a:extLst>
                    <a:ext uri="{FF2B5EF4-FFF2-40B4-BE49-F238E27FC236}">
                      <a16:creationId xmlns:a16="http://schemas.microsoft.com/office/drawing/2014/main" id="{B937D10E-F935-4038-91C8-75D6FB00F21F}"/>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4" name="Rectangle 17">
                  <a:extLst>
                    <a:ext uri="{FF2B5EF4-FFF2-40B4-BE49-F238E27FC236}">
                      <a16:creationId xmlns:a16="http://schemas.microsoft.com/office/drawing/2014/main" id="{1A41B24B-83F6-4B34-905A-C34F3D30E5AA}"/>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5" name="Rectangle 67">
                  <a:extLst>
                    <a:ext uri="{FF2B5EF4-FFF2-40B4-BE49-F238E27FC236}">
                      <a16:creationId xmlns:a16="http://schemas.microsoft.com/office/drawing/2014/main" id="{C0000C14-CBC5-46D0-92E6-0F620350B563}"/>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53" name="Oval 68">
                <a:extLst>
                  <a:ext uri="{FF2B5EF4-FFF2-40B4-BE49-F238E27FC236}">
                    <a16:creationId xmlns:a16="http://schemas.microsoft.com/office/drawing/2014/main" id="{980F6583-A6EA-43CA-88E1-F17B1EEFDEFE}"/>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8790" name="Group 348">
              <a:extLst>
                <a:ext uri="{FF2B5EF4-FFF2-40B4-BE49-F238E27FC236}">
                  <a16:creationId xmlns:a16="http://schemas.microsoft.com/office/drawing/2014/main" id="{7D795DAC-239D-4065-8F72-FE5B6FCA64C3}"/>
                </a:ext>
              </a:extLst>
            </p:cNvPr>
            <p:cNvGrpSpPr>
              <a:grpSpLocks/>
            </p:cNvGrpSpPr>
            <p:nvPr/>
          </p:nvGrpSpPr>
          <p:grpSpPr bwMode="auto">
            <a:xfrm>
              <a:off x="4800681" y="1421927"/>
              <a:ext cx="2817639" cy="1778473"/>
              <a:chOff x="2522955" y="1430283"/>
              <a:chExt cx="2817639" cy="1778473"/>
            </a:xfrm>
          </p:grpSpPr>
          <p:sp>
            <p:nvSpPr>
              <p:cNvPr id="118824" name="Freeform 32">
                <a:extLst>
                  <a:ext uri="{FF2B5EF4-FFF2-40B4-BE49-F238E27FC236}">
                    <a16:creationId xmlns:a16="http://schemas.microsoft.com/office/drawing/2014/main" id="{65D8FF06-8511-496E-BBE0-A0DB07BA43E1}"/>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25" name="Group 383">
                <a:extLst>
                  <a:ext uri="{FF2B5EF4-FFF2-40B4-BE49-F238E27FC236}">
                    <a16:creationId xmlns:a16="http://schemas.microsoft.com/office/drawing/2014/main" id="{D435E864-F09E-4313-8172-C4308ABA222B}"/>
                  </a:ext>
                </a:extLst>
              </p:cNvPr>
              <p:cNvGrpSpPr>
                <a:grpSpLocks/>
              </p:cNvGrpSpPr>
              <p:nvPr/>
            </p:nvGrpSpPr>
            <p:grpSpPr bwMode="auto">
              <a:xfrm>
                <a:off x="2545121" y="1430283"/>
                <a:ext cx="2795473" cy="1236717"/>
                <a:chOff x="89349" y="1428587"/>
                <a:chExt cx="2795473" cy="1236717"/>
              </a:xfrm>
            </p:grpSpPr>
            <p:sp>
              <p:nvSpPr>
                <p:cNvPr id="118827" name="Line 14">
                  <a:extLst>
                    <a:ext uri="{FF2B5EF4-FFF2-40B4-BE49-F238E27FC236}">
                      <a16:creationId xmlns:a16="http://schemas.microsoft.com/office/drawing/2014/main" id="{D9D658FF-15E2-4BDA-8DEA-0F0F44497F1A}"/>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8" name="Line 15">
                  <a:extLst>
                    <a:ext uri="{FF2B5EF4-FFF2-40B4-BE49-F238E27FC236}">
                      <a16:creationId xmlns:a16="http://schemas.microsoft.com/office/drawing/2014/main" id="{3092A7C9-37D8-4667-AA40-CAA8F3B5FFA4}"/>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9" name="Line 11">
                  <a:extLst>
                    <a:ext uri="{FF2B5EF4-FFF2-40B4-BE49-F238E27FC236}">
                      <a16:creationId xmlns:a16="http://schemas.microsoft.com/office/drawing/2014/main" id="{2182A6EB-758D-483D-A610-4CE55B020A9D}"/>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0" name="Rectangle 5">
                  <a:extLst>
                    <a:ext uri="{FF2B5EF4-FFF2-40B4-BE49-F238E27FC236}">
                      <a16:creationId xmlns:a16="http://schemas.microsoft.com/office/drawing/2014/main" id="{3CD818D9-7B90-4426-B185-59166AFD516D}"/>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1" name="Rectangle 6">
                  <a:extLst>
                    <a:ext uri="{FF2B5EF4-FFF2-40B4-BE49-F238E27FC236}">
                      <a16:creationId xmlns:a16="http://schemas.microsoft.com/office/drawing/2014/main" id="{F9132909-E89F-42FF-8061-9DA97CD05BF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2" name="Rectangle 7">
                  <a:extLst>
                    <a:ext uri="{FF2B5EF4-FFF2-40B4-BE49-F238E27FC236}">
                      <a16:creationId xmlns:a16="http://schemas.microsoft.com/office/drawing/2014/main" id="{FFA7D335-E6A9-4BD4-A6CF-43C0E7E865AB}"/>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3" name="Line 8">
                  <a:extLst>
                    <a:ext uri="{FF2B5EF4-FFF2-40B4-BE49-F238E27FC236}">
                      <a16:creationId xmlns:a16="http://schemas.microsoft.com/office/drawing/2014/main" id="{7F0F063B-1FF0-4499-A074-8242CE4EEEF0}"/>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4" name="Freeform 9">
                  <a:extLst>
                    <a:ext uri="{FF2B5EF4-FFF2-40B4-BE49-F238E27FC236}">
                      <a16:creationId xmlns:a16="http://schemas.microsoft.com/office/drawing/2014/main" id="{ABA47235-1A0E-4C92-BE02-3BB205E473B8}"/>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5" name="Line 11">
                  <a:extLst>
                    <a:ext uri="{FF2B5EF4-FFF2-40B4-BE49-F238E27FC236}">
                      <a16:creationId xmlns:a16="http://schemas.microsoft.com/office/drawing/2014/main" id="{7729E30B-878D-4F58-969B-AC1C2CE5BAA3}"/>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6" name="Rectangle 17">
                  <a:extLst>
                    <a:ext uri="{FF2B5EF4-FFF2-40B4-BE49-F238E27FC236}">
                      <a16:creationId xmlns:a16="http://schemas.microsoft.com/office/drawing/2014/main" id="{AE59E6A7-C83E-4226-A099-130DDDBF7880}"/>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7" name="Rectangle 18">
                  <a:extLst>
                    <a:ext uri="{FF2B5EF4-FFF2-40B4-BE49-F238E27FC236}">
                      <a16:creationId xmlns:a16="http://schemas.microsoft.com/office/drawing/2014/main" id="{71217F05-9ED1-40F0-B2CA-3F88D5EA258C}"/>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8" name="Rectangle 19">
                  <a:extLst>
                    <a:ext uri="{FF2B5EF4-FFF2-40B4-BE49-F238E27FC236}">
                      <a16:creationId xmlns:a16="http://schemas.microsoft.com/office/drawing/2014/main" id="{576A6801-5202-475C-BF53-B118747FB2B8}"/>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39" name="Group 1">
                  <a:extLst>
                    <a:ext uri="{FF2B5EF4-FFF2-40B4-BE49-F238E27FC236}">
                      <a16:creationId xmlns:a16="http://schemas.microsoft.com/office/drawing/2014/main" id="{19393A4D-B619-4CF5-BD7B-C4449325E15B}"/>
                    </a:ext>
                  </a:extLst>
                </p:cNvPr>
                <p:cNvGrpSpPr>
                  <a:grpSpLocks/>
                </p:cNvGrpSpPr>
                <p:nvPr/>
              </p:nvGrpSpPr>
              <p:grpSpPr bwMode="auto">
                <a:xfrm>
                  <a:off x="316975" y="2208007"/>
                  <a:ext cx="305262" cy="215063"/>
                  <a:chOff x="990600" y="5638800"/>
                  <a:chExt cx="376238" cy="265113"/>
                </a:xfrm>
              </p:grpSpPr>
              <p:sp>
                <p:nvSpPr>
                  <p:cNvPr id="118849" name="Freeform 26">
                    <a:extLst>
                      <a:ext uri="{FF2B5EF4-FFF2-40B4-BE49-F238E27FC236}">
                        <a16:creationId xmlns:a16="http://schemas.microsoft.com/office/drawing/2014/main" id="{750E8371-AA20-44E3-AE7D-5D7F727CEAC3}"/>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0" name="Freeform 28">
                    <a:extLst>
                      <a:ext uri="{FF2B5EF4-FFF2-40B4-BE49-F238E27FC236}">
                        <a16:creationId xmlns:a16="http://schemas.microsoft.com/office/drawing/2014/main" id="{57F777ED-6BB4-4969-A697-D2D1FB997C8E}"/>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40" name="Rectangle 29">
                  <a:extLst>
                    <a:ext uri="{FF2B5EF4-FFF2-40B4-BE49-F238E27FC236}">
                      <a16:creationId xmlns:a16="http://schemas.microsoft.com/office/drawing/2014/main" id="{49DFA27B-7310-4D0E-8EF9-76901CC1CD28}"/>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1" name="Rectangle 67">
                  <a:extLst>
                    <a:ext uri="{FF2B5EF4-FFF2-40B4-BE49-F238E27FC236}">
                      <a16:creationId xmlns:a16="http://schemas.microsoft.com/office/drawing/2014/main" id="{461E2F69-4431-4F95-A148-A8501ED37174}"/>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2" name="Oval 68">
                  <a:extLst>
                    <a:ext uri="{FF2B5EF4-FFF2-40B4-BE49-F238E27FC236}">
                      <a16:creationId xmlns:a16="http://schemas.microsoft.com/office/drawing/2014/main" id="{C9B3A286-306E-428A-A8A1-DDDA606F92B4}"/>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3" name="Line 11">
                  <a:extLst>
                    <a:ext uri="{FF2B5EF4-FFF2-40B4-BE49-F238E27FC236}">
                      <a16:creationId xmlns:a16="http://schemas.microsoft.com/office/drawing/2014/main" id="{658CF996-C9F7-4FB8-8F8A-F28254DBAAE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4" name="Rectangle 6">
                  <a:extLst>
                    <a:ext uri="{FF2B5EF4-FFF2-40B4-BE49-F238E27FC236}">
                      <a16:creationId xmlns:a16="http://schemas.microsoft.com/office/drawing/2014/main" id="{30E6AA41-3F17-4D00-85AB-0CA8E146BE51}"/>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5" name="Rectangle 7">
                  <a:extLst>
                    <a:ext uri="{FF2B5EF4-FFF2-40B4-BE49-F238E27FC236}">
                      <a16:creationId xmlns:a16="http://schemas.microsoft.com/office/drawing/2014/main" id="{582E59B2-07D8-4E83-9394-92D3C025761A}"/>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6" name="Line 8">
                  <a:extLst>
                    <a:ext uri="{FF2B5EF4-FFF2-40B4-BE49-F238E27FC236}">
                      <a16:creationId xmlns:a16="http://schemas.microsoft.com/office/drawing/2014/main" id="{D8E70A93-69D0-4DF2-96BB-AF0FABA353F7}"/>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7" name="Rectangle 17">
                  <a:extLst>
                    <a:ext uri="{FF2B5EF4-FFF2-40B4-BE49-F238E27FC236}">
                      <a16:creationId xmlns:a16="http://schemas.microsoft.com/office/drawing/2014/main" id="{430F3CDC-91CF-44C4-8C89-10B5484DC794}"/>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8" name="Rectangle 67">
                  <a:extLst>
                    <a:ext uri="{FF2B5EF4-FFF2-40B4-BE49-F238E27FC236}">
                      <a16:creationId xmlns:a16="http://schemas.microsoft.com/office/drawing/2014/main" id="{2E8C0F11-51F8-4F21-9DE3-B93738FEA13C}"/>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26" name="Oval 68">
                <a:extLst>
                  <a:ext uri="{FF2B5EF4-FFF2-40B4-BE49-F238E27FC236}">
                    <a16:creationId xmlns:a16="http://schemas.microsoft.com/office/drawing/2014/main" id="{F3704289-D1C0-4C3C-8F45-7788BA9101B0}"/>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8791" name="Group 349">
              <a:extLst>
                <a:ext uri="{FF2B5EF4-FFF2-40B4-BE49-F238E27FC236}">
                  <a16:creationId xmlns:a16="http://schemas.microsoft.com/office/drawing/2014/main" id="{A6F37279-1F6B-442E-B4C4-C3F71E0048F9}"/>
                </a:ext>
              </a:extLst>
            </p:cNvPr>
            <p:cNvGrpSpPr>
              <a:grpSpLocks/>
            </p:cNvGrpSpPr>
            <p:nvPr/>
          </p:nvGrpSpPr>
          <p:grpSpPr bwMode="auto">
            <a:xfrm>
              <a:off x="6956447" y="1421927"/>
              <a:ext cx="2103079" cy="1770116"/>
              <a:chOff x="2545121" y="1430283"/>
              <a:chExt cx="2103079" cy="1770116"/>
            </a:xfrm>
          </p:grpSpPr>
          <p:sp>
            <p:nvSpPr>
              <p:cNvPr id="118798" name="Freeform 32">
                <a:extLst>
                  <a:ext uri="{FF2B5EF4-FFF2-40B4-BE49-F238E27FC236}">
                    <a16:creationId xmlns:a16="http://schemas.microsoft.com/office/drawing/2014/main" id="{B56F54D3-79F2-43CF-8A5A-BC9D3F5622D7}"/>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799" name="Group 357">
                <a:extLst>
                  <a:ext uri="{FF2B5EF4-FFF2-40B4-BE49-F238E27FC236}">
                    <a16:creationId xmlns:a16="http://schemas.microsoft.com/office/drawing/2014/main" id="{5B5A8FEE-AA3C-4E65-9B5D-A7B6C516207C}"/>
                  </a:ext>
                </a:extLst>
              </p:cNvPr>
              <p:cNvGrpSpPr>
                <a:grpSpLocks/>
              </p:cNvGrpSpPr>
              <p:nvPr/>
            </p:nvGrpSpPr>
            <p:grpSpPr bwMode="auto">
              <a:xfrm>
                <a:off x="2545121" y="1430283"/>
                <a:ext cx="2103079" cy="1236717"/>
                <a:chOff x="89349" y="1428587"/>
                <a:chExt cx="2103079" cy="1236717"/>
              </a:xfrm>
            </p:grpSpPr>
            <p:sp>
              <p:nvSpPr>
                <p:cNvPr id="118800" name="Line 14">
                  <a:extLst>
                    <a:ext uri="{FF2B5EF4-FFF2-40B4-BE49-F238E27FC236}">
                      <a16:creationId xmlns:a16="http://schemas.microsoft.com/office/drawing/2014/main" id="{49E3B12E-FFE2-4A9F-B172-495009F25BAD}"/>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1" name="Line 15">
                  <a:extLst>
                    <a:ext uri="{FF2B5EF4-FFF2-40B4-BE49-F238E27FC236}">
                      <a16:creationId xmlns:a16="http://schemas.microsoft.com/office/drawing/2014/main" id="{8CC4CD34-144A-4B12-84B6-3506D9A8B0E5}"/>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2" name="Line 11">
                  <a:extLst>
                    <a:ext uri="{FF2B5EF4-FFF2-40B4-BE49-F238E27FC236}">
                      <a16:creationId xmlns:a16="http://schemas.microsoft.com/office/drawing/2014/main" id="{6F1D77AA-AED5-4B33-ACCE-CEADF05416AC}"/>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3" name="Rectangle 5">
                  <a:extLst>
                    <a:ext uri="{FF2B5EF4-FFF2-40B4-BE49-F238E27FC236}">
                      <a16:creationId xmlns:a16="http://schemas.microsoft.com/office/drawing/2014/main" id="{D2596F08-FE8D-42CD-BB2E-17FB4E3F37CC}"/>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4" name="Rectangle 6">
                  <a:extLst>
                    <a:ext uri="{FF2B5EF4-FFF2-40B4-BE49-F238E27FC236}">
                      <a16:creationId xmlns:a16="http://schemas.microsoft.com/office/drawing/2014/main" id="{45E23551-7BA3-4586-BB36-15DD6219F3F4}"/>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5" name="Rectangle 7">
                  <a:extLst>
                    <a:ext uri="{FF2B5EF4-FFF2-40B4-BE49-F238E27FC236}">
                      <a16:creationId xmlns:a16="http://schemas.microsoft.com/office/drawing/2014/main" id="{57B5F2D3-67C9-4CE5-A350-4B0841AECC79}"/>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6" name="Line 8">
                  <a:extLst>
                    <a:ext uri="{FF2B5EF4-FFF2-40B4-BE49-F238E27FC236}">
                      <a16:creationId xmlns:a16="http://schemas.microsoft.com/office/drawing/2014/main" id="{1E88671C-1FFB-4085-B01F-035F281CA084}"/>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7" name="Freeform 9">
                  <a:extLst>
                    <a:ext uri="{FF2B5EF4-FFF2-40B4-BE49-F238E27FC236}">
                      <a16:creationId xmlns:a16="http://schemas.microsoft.com/office/drawing/2014/main" id="{F21557D4-E5C7-49FE-8B0D-B275F960EBB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8" name="Line 11">
                  <a:extLst>
                    <a:ext uri="{FF2B5EF4-FFF2-40B4-BE49-F238E27FC236}">
                      <a16:creationId xmlns:a16="http://schemas.microsoft.com/office/drawing/2014/main" id="{91946BB8-A5E4-49F2-8DB8-8AE2CC71195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9" name="Rectangle 17">
                  <a:extLst>
                    <a:ext uri="{FF2B5EF4-FFF2-40B4-BE49-F238E27FC236}">
                      <a16:creationId xmlns:a16="http://schemas.microsoft.com/office/drawing/2014/main" id="{4615B89E-1BF2-4D5B-B331-3E5905BC4D37}"/>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0" name="Rectangle 18">
                  <a:extLst>
                    <a:ext uri="{FF2B5EF4-FFF2-40B4-BE49-F238E27FC236}">
                      <a16:creationId xmlns:a16="http://schemas.microsoft.com/office/drawing/2014/main" id="{EAAD8E19-6FE4-4825-BDF8-A341C9C9D3D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1" name="Rectangle 19">
                  <a:extLst>
                    <a:ext uri="{FF2B5EF4-FFF2-40B4-BE49-F238E27FC236}">
                      <a16:creationId xmlns:a16="http://schemas.microsoft.com/office/drawing/2014/main" id="{A253D8F0-95B0-4225-9A33-D05D4CBFB2BD}"/>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812" name="Group 1">
                  <a:extLst>
                    <a:ext uri="{FF2B5EF4-FFF2-40B4-BE49-F238E27FC236}">
                      <a16:creationId xmlns:a16="http://schemas.microsoft.com/office/drawing/2014/main" id="{26C9DFC4-B055-4030-B825-3CA1D8DCDF3B}"/>
                    </a:ext>
                  </a:extLst>
                </p:cNvPr>
                <p:cNvGrpSpPr>
                  <a:grpSpLocks/>
                </p:cNvGrpSpPr>
                <p:nvPr/>
              </p:nvGrpSpPr>
              <p:grpSpPr bwMode="auto">
                <a:xfrm>
                  <a:off x="316975" y="2208007"/>
                  <a:ext cx="305262" cy="215063"/>
                  <a:chOff x="990600" y="5638800"/>
                  <a:chExt cx="376238" cy="265113"/>
                </a:xfrm>
              </p:grpSpPr>
              <p:sp>
                <p:nvSpPr>
                  <p:cNvPr id="118822" name="Freeform 26">
                    <a:extLst>
                      <a:ext uri="{FF2B5EF4-FFF2-40B4-BE49-F238E27FC236}">
                        <a16:creationId xmlns:a16="http://schemas.microsoft.com/office/drawing/2014/main" id="{603868FD-F7F0-4F6D-922A-C6904A6AB6D2}"/>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3" name="Freeform 28">
                    <a:extLst>
                      <a:ext uri="{FF2B5EF4-FFF2-40B4-BE49-F238E27FC236}">
                        <a16:creationId xmlns:a16="http://schemas.microsoft.com/office/drawing/2014/main" id="{F9D849B9-637A-49F1-A8CF-B404819240EB}"/>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813" name="Rectangle 29">
                  <a:extLst>
                    <a:ext uri="{FF2B5EF4-FFF2-40B4-BE49-F238E27FC236}">
                      <a16:creationId xmlns:a16="http://schemas.microsoft.com/office/drawing/2014/main" id="{814DE543-C1DE-41D3-9531-D9F91A04F928}"/>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4" name="Rectangle 67">
                  <a:extLst>
                    <a:ext uri="{FF2B5EF4-FFF2-40B4-BE49-F238E27FC236}">
                      <a16:creationId xmlns:a16="http://schemas.microsoft.com/office/drawing/2014/main" id="{29771A9B-99C9-47D6-95C7-181DEFFCAE9F}"/>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5" name="Oval 68">
                  <a:extLst>
                    <a:ext uri="{FF2B5EF4-FFF2-40B4-BE49-F238E27FC236}">
                      <a16:creationId xmlns:a16="http://schemas.microsoft.com/office/drawing/2014/main" id="{EAD778E3-EBB9-4CDD-9D19-C5F75A721E63}"/>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6" name="Line 11">
                  <a:extLst>
                    <a:ext uri="{FF2B5EF4-FFF2-40B4-BE49-F238E27FC236}">
                      <a16:creationId xmlns:a16="http://schemas.microsoft.com/office/drawing/2014/main" id="{2BB08128-2692-4137-8F1B-E594CFC4DBC4}"/>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7" name="Rectangle 6">
                  <a:extLst>
                    <a:ext uri="{FF2B5EF4-FFF2-40B4-BE49-F238E27FC236}">
                      <a16:creationId xmlns:a16="http://schemas.microsoft.com/office/drawing/2014/main" id="{DD3292AD-1D01-4CB7-B1CF-C95AB67AB28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8" name="Rectangle 7">
                  <a:extLst>
                    <a:ext uri="{FF2B5EF4-FFF2-40B4-BE49-F238E27FC236}">
                      <a16:creationId xmlns:a16="http://schemas.microsoft.com/office/drawing/2014/main" id="{AE2A6010-5F3B-4964-A1DA-694F2025C13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9" name="Line 8">
                  <a:extLst>
                    <a:ext uri="{FF2B5EF4-FFF2-40B4-BE49-F238E27FC236}">
                      <a16:creationId xmlns:a16="http://schemas.microsoft.com/office/drawing/2014/main" id="{96A80556-4DC1-4D4D-88AB-CD809C183EB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0" name="Rectangle 17">
                  <a:extLst>
                    <a:ext uri="{FF2B5EF4-FFF2-40B4-BE49-F238E27FC236}">
                      <a16:creationId xmlns:a16="http://schemas.microsoft.com/office/drawing/2014/main" id="{96227E81-0B93-4103-B143-12D67FB531C6}"/>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1" name="Rectangle 67">
                  <a:extLst>
                    <a:ext uri="{FF2B5EF4-FFF2-40B4-BE49-F238E27FC236}">
                      <a16:creationId xmlns:a16="http://schemas.microsoft.com/office/drawing/2014/main" id="{5A0C6857-24BD-4119-B19C-DE5808FB2027}"/>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8792" name="Line 13">
              <a:extLst>
                <a:ext uri="{FF2B5EF4-FFF2-40B4-BE49-F238E27FC236}">
                  <a16:creationId xmlns:a16="http://schemas.microsoft.com/office/drawing/2014/main" id="{B31BB0DB-8638-4854-80EC-02D9FE103EE6}"/>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3" name="Oval 68">
              <a:extLst>
                <a:ext uri="{FF2B5EF4-FFF2-40B4-BE49-F238E27FC236}">
                  <a16:creationId xmlns:a16="http://schemas.microsoft.com/office/drawing/2014/main" id="{C1446DA3-C02E-4364-AE63-FB4075A600FB}"/>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4" name="Line 11">
              <a:extLst>
                <a:ext uri="{FF2B5EF4-FFF2-40B4-BE49-F238E27FC236}">
                  <a16:creationId xmlns:a16="http://schemas.microsoft.com/office/drawing/2014/main" id="{FB93B06F-745A-44B8-AEFD-2A54966AD97A}"/>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5" name="Line 15">
              <a:extLst>
                <a:ext uri="{FF2B5EF4-FFF2-40B4-BE49-F238E27FC236}">
                  <a16:creationId xmlns:a16="http://schemas.microsoft.com/office/drawing/2014/main" id="{0785F721-3F3E-44BC-9AB6-36CADA3DB1B3}"/>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6" name="Rectangle 11">
              <a:extLst>
                <a:ext uri="{FF2B5EF4-FFF2-40B4-BE49-F238E27FC236}">
                  <a16:creationId xmlns:a16="http://schemas.microsoft.com/office/drawing/2014/main" id="{CC2A9E34-6F56-4A1A-BDE4-257CF5D0BB97}"/>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7" name="Rectangle 41">
              <a:extLst>
                <a:ext uri="{FF2B5EF4-FFF2-40B4-BE49-F238E27FC236}">
                  <a16:creationId xmlns:a16="http://schemas.microsoft.com/office/drawing/2014/main" id="{7440A657-9EFA-47FE-B4FC-B2A25BCA563B}"/>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9" name="Title 1">
            <a:extLst>
              <a:ext uri="{FF2B5EF4-FFF2-40B4-BE49-F238E27FC236}">
                <a16:creationId xmlns:a16="http://schemas.microsoft.com/office/drawing/2014/main" id="{D98B7CFD-A4DE-4E1A-9C27-F511985D10D4}"/>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19810" name="Group 344">
            <a:extLst>
              <a:ext uri="{FF2B5EF4-FFF2-40B4-BE49-F238E27FC236}">
                <a16:creationId xmlns:a16="http://schemas.microsoft.com/office/drawing/2014/main" id="{FA6AE790-64F1-4625-8D78-819584C555AD}"/>
              </a:ext>
            </a:extLst>
          </p:cNvPr>
          <p:cNvGrpSpPr>
            <a:grpSpLocks/>
          </p:cNvGrpSpPr>
          <p:nvPr/>
        </p:nvGrpSpPr>
        <p:grpSpPr bwMode="auto">
          <a:xfrm>
            <a:off x="206375" y="2479675"/>
            <a:ext cx="8853488" cy="1787525"/>
            <a:chOff x="205979" y="1421927"/>
            <a:chExt cx="8853547" cy="1786829"/>
          </a:xfrm>
        </p:grpSpPr>
        <p:sp>
          <p:nvSpPr>
            <p:cNvPr id="119823" name="Line 14">
              <a:extLst>
                <a:ext uri="{FF2B5EF4-FFF2-40B4-BE49-F238E27FC236}">
                  <a16:creationId xmlns:a16="http://schemas.microsoft.com/office/drawing/2014/main" id="{267C2469-8950-4853-952B-F34216731C6F}"/>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24" name="Group 346">
              <a:extLst>
                <a:ext uri="{FF2B5EF4-FFF2-40B4-BE49-F238E27FC236}">
                  <a16:creationId xmlns:a16="http://schemas.microsoft.com/office/drawing/2014/main" id="{E709306B-C212-48C5-9361-1670A6A211CB}"/>
                </a:ext>
              </a:extLst>
            </p:cNvPr>
            <p:cNvGrpSpPr>
              <a:grpSpLocks/>
            </p:cNvGrpSpPr>
            <p:nvPr/>
          </p:nvGrpSpPr>
          <p:grpSpPr bwMode="auto">
            <a:xfrm>
              <a:off x="665216" y="1428587"/>
              <a:ext cx="2636625" cy="1236717"/>
              <a:chOff x="207935" y="1428587"/>
              <a:chExt cx="2636625" cy="1236717"/>
            </a:xfrm>
          </p:grpSpPr>
          <p:sp>
            <p:nvSpPr>
              <p:cNvPr id="119914" name="Line 14">
                <a:extLst>
                  <a:ext uri="{FF2B5EF4-FFF2-40B4-BE49-F238E27FC236}">
                    <a16:creationId xmlns:a16="http://schemas.microsoft.com/office/drawing/2014/main" id="{2DB0D81F-D175-429C-8967-5175A122CA0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5" name="Line 15">
                <a:extLst>
                  <a:ext uri="{FF2B5EF4-FFF2-40B4-BE49-F238E27FC236}">
                    <a16:creationId xmlns:a16="http://schemas.microsoft.com/office/drawing/2014/main" id="{96033AE5-9611-4A59-965D-CA545BDF2152}"/>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6" name="Rectangle 5">
                <a:extLst>
                  <a:ext uri="{FF2B5EF4-FFF2-40B4-BE49-F238E27FC236}">
                    <a16:creationId xmlns:a16="http://schemas.microsoft.com/office/drawing/2014/main" id="{ED35D932-3A0F-40A9-82DC-32DB68651FA5}"/>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7" name="Rectangle 6">
                <a:extLst>
                  <a:ext uri="{FF2B5EF4-FFF2-40B4-BE49-F238E27FC236}">
                    <a16:creationId xmlns:a16="http://schemas.microsoft.com/office/drawing/2014/main" id="{9080FDA1-DF81-4EB2-91EB-93AD0001AA95}"/>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8" name="Rectangle 7">
                <a:extLst>
                  <a:ext uri="{FF2B5EF4-FFF2-40B4-BE49-F238E27FC236}">
                    <a16:creationId xmlns:a16="http://schemas.microsoft.com/office/drawing/2014/main" id="{FEBDA496-DF6E-4067-8D1D-167C60A1B03A}"/>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9" name="Line 8">
                <a:extLst>
                  <a:ext uri="{FF2B5EF4-FFF2-40B4-BE49-F238E27FC236}">
                    <a16:creationId xmlns:a16="http://schemas.microsoft.com/office/drawing/2014/main" id="{596C0926-C68F-4142-B749-5D3565FD090B}"/>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0" name="Freeform 9">
                <a:extLst>
                  <a:ext uri="{FF2B5EF4-FFF2-40B4-BE49-F238E27FC236}">
                    <a16:creationId xmlns:a16="http://schemas.microsoft.com/office/drawing/2014/main" id="{A9298BFC-32AB-42FC-A5EB-F572E3C04B7A}"/>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1" name="Line 11">
                <a:extLst>
                  <a:ext uri="{FF2B5EF4-FFF2-40B4-BE49-F238E27FC236}">
                    <a16:creationId xmlns:a16="http://schemas.microsoft.com/office/drawing/2014/main" id="{98C36AE3-44B8-4690-AFE6-537B619307F6}"/>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2" name="Rectangle 17">
                <a:extLst>
                  <a:ext uri="{FF2B5EF4-FFF2-40B4-BE49-F238E27FC236}">
                    <a16:creationId xmlns:a16="http://schemas.microsoft.com/office/drawing/2014/main" id="{B3AE9FD9-6CED-4AE0-AA4D-12B42ADD9FC5}"/>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3" name="Rectangle 18">
                <a:extLst>
                  <a:ext uri="{FF2B5EF4-FFF2-40B4-BE49-F238E27FC236}">
                    <a16:creationId xmlns:a16="http://schemas.microsoft.com/office/drawing/2014/main" id="{2BDBD0B5-1F2D-4139-AE22-EE053DAA216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4" name="Rectangle 19">
                <a:extLst>
                  <a:ext uri="{FF2B5EF4-FFF2-40B4-BE49-F238E27FC236}">
                    <a16:creationId xmlns:a16="http://schemas.microsoft.com/office/drawing/2014/main" id="{857C8154-203E-4D06-940E-CB2B8EA283D1}"/>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925" name="Group 1">
                <a:extLst>
                  <a:ext uri="{FF2B5EF4-FFF2-40B4-BE49-F238E27FC236}">
                    <a16:creationId xmlns:a16="http://schemas.microsoft.com/office/drawing/2014/main" id="{557B6FFC-A6F6-4F63-9F66-F7E095BCB64F}"/>
                  </a:ext>
                </a:extLst>
              </p:cNvPr>
              <p:cNvGrpSpPr>
                <a:grpSpLocks/>
              </p:cNvGrpSpPr>
              <p:nvPr/>
            </p:nvGrpSpPr>
            <p:grpSpPr bwMode="auto">
              <a:xfrm>
                <a:off x="316975" y="2208007"/>
                <a:ext cx="305262" cy="215063"/>
                <a:chOff x="990600" y="5638800"/>
                <a:chExt cx="376238" cy="265113"/>
              </a:xfrm>
            </p:grpSpPr>
            <p:sp>
              <p:nvSpPr>
                <p:cNvPr id="119935" name="Freeform 26">
                  <a:extLst>
                    <a:ext uri="{FF2B5EF4-FFF2-40B4-BE49-F238E27FC236}">
                      <a16:creationId xmlns:a16="http://schemas.microsoft.com/office/drawing/2014/main" id="{8F0D0384-78AA-494A-9AAD-68E875359AC8}"/>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6" name="Freeform 28">
                  <a:extLst>
                    <a:ext uri="{FF2B5EF4-FFF2-40B4-BE49-F238E27FC236}">
                      <a16:creationId xmlns:a16="http://schemas.microsoft.com/office/drawing/2014/main" id="{BCDFC7A6-52C7-4E08-A7C9-FD2D155000A0}"/>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926" name="Rectangle 29">
                <a:extLst>
                  <a:ext uri="{FF2B5EF4-FFF2-40B4-BE49-F238E27FC236}">
                    <a16:creationId xmlns:a16="http://schemas.microsoft.com/office/drawing/2014/main" id="{33B1A4BD-DC74-42E3-ADC6-472819BD10EF}"/>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7" name="Rectangle 67">
                <a:extLst>
                  <a:ext uri="{FF2B5EF4-FFF2-40B4-BE49-F238E27FC236}">
                    <a16:creationId xmlns:a16="http://schemas.microsoft.com/office/drawing/2014/main" id="{8A59B979-359D-41CD-8DFF-5A6DA4F581FA}"/>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8" name="Oval 68">
                <a:extLst>
                  <a:ext uri="{FF2B5EF4-FFF2-40B4-BE49-F238E27FC236}">
                    <a16:creationId xmlns:a16="http://schemas.microsoft.com/office/drawing/2014/main" id="{45E42869-B0B5-4BB7-92BA-5103862589EF}"/>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9" name="Line 11">
                <a:extLst>
                  <a:ext uri="{FF2B5EF4-FFF2-40B4-BE49-F238E27FC236}">
                    <a16:creationId xmlns:a16="http://schemas.microsoft.com/office/drawing/2014/main" id="{90921F75-8C04-409B-8BC6-F4E3081BF97B}"/>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0" name="Rectangle 6">
                <a:extLst>
                  <a:ext uri="{FF2B5EF4-FFF2-40B4-BE49-F238E27FC236}">
                    <a16:creationId xmlns:a16="http://schemas.microsoft.com/office/drawing/2014/main" id="{46FA30AB-2783-4AEF-AA2D-7818F042E58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1" name="Rectangle 7">
                <a:extLst>
                  <a:ext uri="{FF2B5EF4-FFF2-40B4-BE49-F238E27FC236}">
                    <a16:creationId xmlns:a16="http://schemas.microsoft.com/office/drawing/2014/main" id="{BF33E88D-7C2C-402B-B27A-E137989C59C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2" name="Line 8">
                <a:extLst>
                  <a:ext uri="{FF2B5EF4-FFF2-40B4-BE49-F238E27FC236}">
                    <a16:creationId xmlns:a16="http://schemas.microsoft.com/office/drawing/2014/main" id="{44B6EB7E-C7EE-4F43-A0C7-12FC34EA6BD6}"/>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3" name="Rectangle 17">
                <a:extLst>
                  <a:ext uri="{FF2B5EF4-FFF2-40B4-BE49-F238E27FC236}">
                    <a16:creationId xmlns:a16="http://schemas.microsoft.com/office/drawing/2014/main" id="{29D8DB06-A39E-4593-B75D-C8B7557217D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4" name="Rectangle 67">
                <a:extLst>
                  <a:ext uri="{FF2B5EF4-FFF2-40B4-BE49-F238E27FC236}">
                    <a16:creationId xmlns:a16="http://schemas.microsoft.com/office/drawing/2014/main" id="{02532C9E-882C-4179-A123-6714F35BDBD8}"/>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9825" name="Group 347">
              <a:extLst>
                <a:ext uri="{FF2B5EF4-FFF2-40B4-BE49-F238E27FC236}">
                  <a16:creationId xmlns:a16="http://schemas.microsoft.com/office/drawing/2014/main" id="{63FE2F6A-2407-495D-9AE0-A096910A4DDC}"/>
                </a:ext>
              </a:extLst>
            </p:cNvPr>
            <p:cNvGrpSpPr>
              <a:grpSpLocks/>
            </p:cNvGrpSpPr>
            <p:nvPr/>
          </p:nvGrpSpPr>
          <p:grpSpPr bwMode="auto">
            <a:xfrm>
              <a:off x="2675436" y="1430283"/>
              <a:ext cx="2766082" cy="1778473"/>
              <a:chOff x="2522955" y="1430283"/>
              <a:chExt cx="2766082" cy="1778473"/>
            </a:xfrm>
          </p:grpSpPr>
          <p:sp>
            <p:nvSpPr>
              <p:cNvPr id="119887" name="Freeform 32">
                <a:extLst>
                  <a:ext uri="{FF2B5EF4-FFF2-40B4-BE49-F238E27FC236}">
                    <a16:creationId xmlns:a16="http://schemas.microsoft.com/office/drawing/2014/main" id="{864373E0-528B-4043-A627-FB1597F618A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88" name="Group 410">
                <a:extLst>
                  <a:ext uri="{FF2B5EF4-FFF2-40B4-BE49-F238E27FC236}">
                    <a16:creationId xmlns:a16="http://schemas.microsoft.com/office/drawing/2014/main" id="{803783E1-DABD-4870-8224-BA86BB0089F4}"/>
                  </a:ext>
                </a:extLst>
              </p:cNvPr>
              <p:cNvGrpSpPr>
                <a:grpSpLocks/>
              </p:cNvGrpSpPr>
              <p:nvPr/>
            </p:nvGrpSpPr>
            <p:grpSpPr bwMode="auto">
              <a:xfrm>
                <a:off x="2545121" y="1430283"/>
                <a:ext cx="2743916" cy="1236717"/>
                <a:chOff x="89349" y="1428587"/>
                <a:chExt cx="2743916" cy="1236717"/>
              </a:xfrm>
            </p:grpSpPr>
            <p:sp>
              <p:nvSpPr>
                <p:cNvPr id="119890" name="Line 14">
                  <a:extLst>
                    <a:ext uri="{FF2B5EF4-FFF2-40B4-BE49-F238E27FC236}">
                      <a16:creationId xmlns:a16="http://schemas.microsoft.com/office/drawing/2014/main" id="{27DB4E0C-591D-4958-A36D-486C0EDBD475}"/>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1" name="Line 15">
                  <a:extLst>
                    <a:ext uri="{FF2B5EF4-FFF2-40B4-BE49-F238E27FC236}">
                      <a16:creationId xmlns:a16="http://schemas.microsoft.com/office/drawing/2014/main" id="{0A7F90D7-1F30-4236-B3B5-86D20ABAB908}"/>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2" name="Line 11">
                  <a:extLst>
                    <a:ext uri="{FF2B5EF4-FFF2-40B4-BE49-F238E27FC236}">
                      <a16:creationId xmlns:a16="http://schemas.microsoft.com/office/drawing/2014/main" id="{6A474168-6643-4FCC-B6CD-96FFAA9AA1E2}"/>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3" name="Rectangle 5">
                  <a:extLst>
                    <a:ext uri="{FF2B5EF4-FFF2-40B4-BE49-F238E27FC236}">
                      <a16:creationId xmlns:a16="http://schemas.microsoft.com/office/drawing/2014/main" id="{A0F31C9A-C783-4149-89F4-CCCB3642A5EF}"/>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4" name="Rectangle 6">
                  <a:extLst>
                    <a:ext uri="{FF2B5EF4-FFF2-40B4-BE49-F238E27FC236}">
                      <a16:creationId xmlns:a16="http://schemas.microsoft.com/office/drawing/2014/main" id="{8D4C6A39-74E1-4AC4-919A-A14FDED3FB0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5" name="Rectangle 7">
                  <a:extLst>
                    <a:ext uri="{FF2B5EF4-FFF2-40B4-BE49-F238E27FC236}">
                      <a16:creationId xmlns:a16="http://schemas.microsoft.com/office/drawing/2014/main" id="{7FACD0B3-24CE-46AA-A1B0-B50A7792874A}"/>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6" name="Line 8">
                  <a:extLst>
                    <a:ext uri="{FF2B5EF4-FFF2-40B4-BE49-F238E27FC236}">
                      <a16:creationId xmlns:a16="http://schemas.microsoft.com/office/drawing/2014/main" id="{E8563D49-366C-483A-97BE-492A97B16B28}"/>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7" name="Freeform 9">
                  <a:extLst>
                    <a:ext uri="{FF2B5EF4-FFF2-40B4-BE49-F238E27FC236}">
                      <a16:creationId xmlns:a16="http://schemas.microsoft.com/office/drawing/2014/main" id="{98DADD7B-AC31-4BBA-8A72-550368B5E87D}"/>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8" name="Line 11">
                  <a:extLst>
                    <a:ext uri="{FF2B5EF4-FFF2-40B4-BE49-F238E27FC236}">
                      <a16:creationId xmlns:a16="http://schemas.microsoft.com/office/drawing/2014/main" id="{116E090E-54F2-4E6E-BFF8-0BF7E6985C22}"/>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9" name="Rectangle 17">
                  <a:extLst>
                    <a:ext uri="{FF2B5EF4-FFF2-40B4-BE49-F238E27FC236}">
                      <a16:creationId xmlns:a16="http://schemas.microsoft.com/office/drawing/2014/main" id="{9B8D31A6-7233-4B95-BAB3-2C47773BE227}"/>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0" name="Rectangle 18">
                  <a:extLst>
                    <a:ext uri="{FF2B5EF4-FFF2-40B4-BE49-F238E27FC236}">
                      <a16:creationId xmlns:a16="http://schemas.microsoft.com/office/drawing/2014/main" id="{AA19804A-D955-4BEE-9543-19A09458AD19}"/>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1" name="Rectangle 19">
                  <a:extLst>
                    <a:ext uri="{FF2B5EF4-FFF2-40B4-BE49-F238E27FC236}">
                      <a16:creationId xmlns:a16="http://schemas.microsoft.com/office/drawing/2014/main" id="{F9890A4A-B661-4B63-A939-DF7092A2C43A}"/>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902" name="Group 1">
                  <a:extLst>
                    <a:ext uri="{FF2B5EF4-FFF2-40B4-BE49-F238E27FC236}">
                      <a16:creationId xmlns:a16="http://schemas.microsoft.com/office/drawing/2014/main" id="{666ED249-159F-40E7-AC27-9383AF191806}"/>
                    </a:ext>
                  </a:extLst>
                </p:cNvPr>
                <p:cNvGrpSpPr>
                  <a:grpSpLocks/>
                </p:cNvGrpSpPr>
                <p:nvPr/>
              </p:nvGrpSpPr>
              <p:grpSpPr bwMode="auto">
                <a:xfrm>
                  <a:off x="316975" y="2208007"/>
                  <a:ext cx="305262" cy="215063"/>
                  <a:chOff x="990600" y="5638800"/>
                  <a:chExt cx="376238" cy="265113"/>
                </a:xfrm>
              </p:grpSpPr>
              <p:sp>
                <p:nvSpPr>
                  <p:cNvPr id="119912" name="Freeform 26">
                    <a:extLst>
                      <a:ext uri="{FF2B5EF4-FFF2-40B4-BE49-F238E27FC236}">
                        <a16:creationId xmlns:a16="http://schemas.microsoft.com/office/drawing/2014/main" id="{AA487139-11EB-4805-879B-86CFC5B9B110}"/>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3" name="Freeform 28">
                    <a:extLst>
                      <a:ext uri="{FF2B5EF4-FFF2-40B4-BE49-F238E27FC236}">
                        <a16:creationId xmlns:a16="http://schemas.microsoft.com/office/drawing/2014/main" id="{F8DDAEF0-15D7-4B74-AEF8-5CD2A0F8D68D}"/>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903" name="Rectangle 29">
                  <a:extLst>
                    <a:ext uri="{FF2B5EF4-FFF2-40B4-BE49-F238E27FC236}">
                      <a16:creationId xmlns:a16="http://schemas.microsoft.com/office/drawing/2014/main" id="{C77FA8FB-C688-4304-948C-8C3FCDB599DA}"/>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4" name="Rectangle 67">
                  <a:extLst>
                    <a:ext uri="{FF2B5EF4-FFF2-40B4-BE49-F238E27FC236}">
                      <a16:creationId xmlns:a16="http://schemas.microsoft.com/office/drawing/2014/main" id="{E018966B-A071-4F76-86DA-DCC7EA51062C}"/>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5" name="Oval 68">
                  <a:extLst>
                    <a:ext uri="{FF2B5EF4-FFF2-40B4-BE49-F238E27FC236}">
                      <a16:creationId xmlns:a16="http://schemas.microsoft.com/office/drawing/2014/main" id="{D8E7E08E-10E2-495B-A5C5-9ABE230ACD23}"/>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6" name="Line 11">
                  <a:extLst>
                    <a:ext uri="{FF2B5EF4-FFF2-40B4-BE49-F238E27FC236}">
                      <a16:creationId xmlns:a16="http://schemas.microsoft.com/office/drawing/2014/main" id="{D294AB86-5A63-47B8-A926-A9142FB24E8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7" name="Rectangle 6">
                  <a:extLst>
                    <a:ext uri="{FF2B5EF4-FFF2-40B4-BE49-F238E27FC236}">
                      <a16:creationId xmlns:a16="http://schemas.microsoft.com/office/drawing/2014/main" id="{894DD403-A07A-42D3-89CE-701920DFDFA3}"/>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8" name="Rectangle 7">
                  <a:extLst>
                    <a:ext uri="{FF2B5EF4-FFF2-40B4-BE49-F238E27FC236}">
                      <a16:creationId xmlns:a16="http://schemas.microsoft.com/office/drawing/2014/main" id="{CF5F022F-2481-4A80-8D09-23C9B0792830}"/>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9" name="Line 8">
                  <a:extLst>
                    <a:ext uri="{FF2B5EF4-FFF2-40B4-BE49-F238E27FC236}">
                      <a16:creationId xmlns:a16="http://schemas.microsoft.com/office/drawing/2014/main" id="{5B63E525-3EB4-4193-AA60-C5EFB1AA4467}"/>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0" name="Rectangle 17">
                  <a:extLst>
                    <a:ext uri="{FF2B5EF4-FFF2-40B4-BE49-F238E27FC236}">
                      <a16:creationId xmlns:a16="http://schemas.microsoft.com/office/drawing/2014/main" id="{CF2A6732-1B68-4E1F-972C-398B5174B5B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1" name="Rectangle 67">
                  <a:extLst>
                    <a:ext uri="{FF2B5EF4-FFF2-40B4-BE49-F238E27FC236}">
                      <a16:creationId xmlns:a16="http://schemas.microsoft.com/office/drawing/2014/main" id="{91F54181-F143-4765-9EF2-C97CF0EC5BE4}"/>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889" name="Oval 68">
                <a:extLst>
                  <a:ext uri="{FF2B5EF4-FFF2-40B4-BE49-F238E27FC236}">
                    <a16:creationId xmlns:a16="http://schemas.microsoft.com/office/drawing/2014/main" id="{54A06163-8F3E-4CA7-B9DC-9B284CA74803}"/>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9826" name="Group 348">
              <a:extLst>
                <a:ext uri="{FF2B5EF4-FFF2-40B4-BE49-F238E27FC236}">
                  <a16:creationId xmlns:a16="http://schemas.microsoft.com/office/drawing/2014/main" id="{72E0EDBB-ECB7-44E0-97B7-51A298207028}"/>
                </a:ext>
              </a:extLst>
            </p:cNvPr>
            <p:cNvGrpSpPr>
              <a:grpSpLocks/>
            </p:cNvGrpSpPr>
            <p:nvPr/>
          </p:nvGrpSpPr>
          <p:grpSpPr bwMode="auto">
            <a:xfrm>
              <a:off x="4800681" y="1421927"/>
              <a:ext cx="2817639" cy="1778473"/>
              <a:chOff x="2522955" y="1430283"/>
              <a:chExt cx="2817639" cy="1778473"/>
            </a:xfrm>
          </p:grpSpPr>
          <p:sp>
            <p:nvSpPr>
              <p:cNvPr id="119860" name="Freeform 32">
                <a:extLst>
                  <a:ext uri="{FF2B5EF4-FFF2-40B4-BE49-F238E27FC236}">
                    <a16:creationId xmlns:a16="http://schemas.microsoft.com/office/drawing/2014/main" id="{A10DA8BC-30BD-4A7D-8219-187BB869C55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61" name="Group 383">
                <a:extLst>
                  <a:ext uri="{FF2B5EF4-FFF2-40B4-BE49-F238E27FC236}">
                    <a16:creationId xmlns:a16="http://schemas.microsoft.com/office/drawing/2014/main" id="{7F567ABD-71C1-4EC8-ABEF-F7D824E50FA5}"/>
                  </a:ext>
                </a:extLst>
              </p:cNvPr>
              <p:cNvGrpSpPr>
                <a:grpSpLocks/>
              </p:cNvGrpSpPr>
              <p:nvPr/>
            </p:nvGrpSpPr>
            <p:grpSpPr bwMode="auto">
              <a:xfrm>
                <a:off x="2545121" y="1430283"/>
                <a:ext cx="2795473" cy="1236717"/>
                <a:chOff x="89349" y="1428587"/>
                <a:chExt cx="2795473" cy="1236717"/>
              </a:xfrm>
            </p:grpSpPr>
            <p:sp>
              <p:nvSpPr>
                <p:cNvPr id="119863" name="Line 14">
                  <a:extLst>
                    <a:ext uri="{FF2B5EF4-FFF2-40B4-BE49-F238E27FC236}">
                      <a16:creationId xmlns:a16="http://schemas.microsoft.com/office/drawing/2014/main" id="{4DAEC38A-DE7D-4FA2-881B-C5F803BE8B33}"/>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4" name="Line 15">
                  <a:extLst>
                    <a:ext uri="{FF2B5EF4-FFF2-40B4-BE49-F238E27FC236}">
                      <a16:creationId xmlns:a16="http://schemas.microsoft.com/office/drawing/2014/main" id="{6571D2BC-6E92-4472-BAA2-1C8744C1B38F}"/>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5" name="Line 11">
                  <a:extLst>
                    <a:ext uri="{FF2B5EF4-FFF2-40B4-BE49-F238E27FC236}">
                      <a16:creationId xmlns:a16="http://schemas.microsoft.com/office/drawing/2014/main" id="{700A2FDC-5712-4D5D-8A01-4A9335618D37}"/>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6" name="Rectangle 5">
                  <a:extLst>
                    <a:ext uri="{FF2B5EF4-FFF2-40B4-BE49-F238E27FC236}">
                      <a16:creationId xmlns:a16="http://schemas.microsoft.com/office/drawing/2014/main" id="{D133F06C-CF24-439C-84B3-BBFA0CDC7971}"/>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7" name="Rectangle 6">
                  <a:extLst>
                    <a:ext uri="{FF2B5EF4-FFF2-40B4-BE49-F238E27FC236}">
                      <a16:creationId xmlns:a16="http://schemas.microsoft.com/office/drawing/2014/main" id="{C37C9162-D6F7-4002-BE79-7EE37FDB8B0F}"/>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8" name="Rectangle 7">
                  <a:extLst>
                    <a:ext uri="{FF2B5EF4-FFF2-40B4-BE49-F238E27FC236}">
                      <a16:creationId xmlns:a16="http://schemas.microsoft.com/office/drawing/2014/main" id="{B94296C1-0E52-47D2-951C-860ADB9D459A}"/>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9" name="Line 8">
                  <a:extLst>
                    <a:ext uri="{FF2B5EF4-FFF2-40B4-BE49-F238E27FC236}">
                      <a16:creationId xmlns:a16="http://schemas.microsoft.com/office/drawing/2014/main" id="{248FAB29-EDB0-496E-A551-DE50CD01BF1E}"/>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0" name="Freeform 9">
                  <a:extLst>
                    <a:ext uri="{FF2B5EF4-FFF2-40B4-BE49-F238E27FC236}">
                      <a16:creationId xmlns:a16="http://schemas.microsoft.com/office/drawing/2014/main" id="{3BB91BD7-6871-4EA2-81F9-580A0E6B4DB9}"/>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1" name="Line 11">
                  <a:extLst>
                    <a:ext uri="{FF2B5EF4-FFF2-40B4-BE49-F238E27FC236}">
                      <a16:creationId xmlns:a16="http://schemas.microsoft.com/office/drawing/2014/main" id="{0DA7DAEF-7EAE-4C91-B560-41DAF3A8DB28}"/>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2" name="Rectangle 17">
                  <a:extLst>
                    <a:ext uri="{FF2B5EF4-FFF2-40B4-BE49-F238E27FC236}">
                      <a16:creationId xmlns:a16="http://schemas.microsoft.com/office/drawing/2014/main" id="{74A6CA04-3376-4D21-BCDC-D1332F9B55B4}"/>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3" name="Rectangle 18">
                  <a:extLst>
                    <a:ext uri="{FF2B5EF4-FFF2-40B4-BE49-F238E27FC236}">
                      <a16:creationId xmlns:a16="http://schemas.microsoft.com/office/drawing/2014/main" id="{DD0348E5-9FFD-424B-B184-C000F366336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4" name="Rectangle 19">
                  <a:extLst>
                    <a:ext uri="{FF2B5EF4-FFF2-40B4-BE49-F238E27FC236}">
                      <a16:creationId xmlns:a16="http://schemas.microsoft.com/office/drawing/2014/main" id="{2C63343F-C32D-4B56-93E6-A2C15F892B9F}"/>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75" name="Group 1">
                  <a:extLst>
                    <a:ext uri="{FF2B5EF4-FFF2-40B4-BE49-F238E27FC236}">
                      <a16:creationId xmlns:a16="http://schemas.microsoft.com/office/drawing/2014/main" id="{FFA1ED80-C052-4ED7-8CEC-3934A3BBF8FC}"/>
                    </a:ext>
                  </a:extLst>
                </p:cNvPr>
                <p:cNvGrpSpPr>
                  <a:grpSpLocks/>
                </p:cNvGrpSpPr>
                <p:nvPr/>
              </p:nvGrpSpPr>
              <p:grpSpPr bwMode="auto">
                <a:xfrm>
                  <a:off x="316975" y="2208007"/>
                  <a:ext cx="305262" cy="215063"/>
                  <a:chOff x="990600" y="5638800"/>
                  <a:chExt cx="376238" cy="265113"/>
                </a:xfrm>
              </p:grpSpPr>
              <p:sp>
                <p:nvSpPr>
                  <p:cNvPr id="119885" name="Freeform 26">
                    <a:extLst>
                      <a:ext uri="{FF2B5EF4-FFF2-40B4-BE49-F238E27FC236}">
                        <a16:creationId xmlns:a16="http://schemas.microsoft.com/office/drawing/2014/main" id="{7379F60F-FEC8-42B6-9E63-53A95D342C69}"/>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6" name="Freeform 28">
                    <a:extLst>
                      <a:ext uri="{FF2B5EF4-FFF2-40B4-BE49-F238E27FC236}">
                        <a16:creationId xmlns:a16="http://schemas.microsoft.com/office/drawing/2014/main" id="{FD7CBE5F-4317-4CE7-9C8B-9D1A26035C73}"/>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876" name="Rectangle 29">
                  <a:extLst>
                    <a:ext uri="{FF2B5EF4-FFF2-40B4-BE49-F238E27FC236}">
                      <a16:creationId xmlns:a16="http://schemas.microsoft.com/office/drawing/2014/main" id="{225EFCB5-69F7-4149-9AF7-A92274912C4C}"/>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7" name="Rectangle 67">
                  <a:extLst>
                    <a:ext uri="{FF2B5EF4-FFF2-40B4-BE49-F238E27FC236}">
                      <a16:creationId xmlns:a16="http://schemas.microsoft.com/office/drawing/2014/main" id="{8770C31F-4EF1-4F96-96F8-5112F60F86B7}"/>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8" name="Oval 68">
                  <a:extLst>
                    <a:ext uri="{FF2B5EF4-FFF2-40B4-BE49-F238E27FC236}">
                      <a16:creationId xmlns:a16="http://schemas.microsoft.com/office/drawing/2014/main" id="{D5CEF5E9-3AF3-463E-9E02-D220E48C81BA}"/>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9" name="Line 11">
                  <a:extLst>
                    <a:ext uri="{FF2B5EF4-FFF2-40B4-BE49-F238E27FC236}">
                      <a16:creationId xmlns:a16="http://schemas.microsoft.com/office/drawing/2014/main" id="{7A07299D-B3CE-44FD-93AD-F2C2593D34D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0" name="Rectangle 6">
                  <a:extLst>
                    <a:ext uri="{FF2B5EF4-FFF2-40B4-BE49-F238E27FC236}">
                      <a16:creationId xmlns:a16="http://schemas.microsoft.com/office/drawing/2014/main" id="{F9199E78-18F2-4743-8D85-45893D71C3B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1" name="Rectangle 7">
                  <a:extLst>
                    <a:ext uri="{FF2B5EF4-FFF2-40B4-BE49-F238E27FC236}">
                      <a16:creationId xmlns:a16="http://schemas.microsoft.com/office/drawing/2014/main" id="{44F84746-3351-40BD-8FBD-15CF47BDA4B8}"/>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2" name="Line 8">
                  <a:extLst>
                    <a:ext uri="{FF2B5EF4-FFF2-40B4-BE49-F238E27FC236}">
                      <a16:creationId xmlns:a16="http://schemas.microsoft.com/office/drawing/2014/main" id="{A2F8DB7E-B6F5-4D7D-B03F-876C3B2183E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3" name="Rectangle 17">
                  <a:extLst>
                    <a:ext uri="{FF2B5EF4-FFF2-40B4-BE49-F238E27FC236}">
                      <a16:creationId xmlns:a16="http://schemas.microsoft.com/office/drawing/2014/main" id="{D3C9931C-207A-4EA5-B4C0-BA2D5DDFAB29}"/>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4" name="Rectangle 67">
                  <a:extLst>
                    <a:ext uri="{FF2B5EF4-FFF2-40B4-BE49-F238E27FC236}">
                      <a16:creationId xmlns:a16="http://schemas.microsoft.com/office/drawing/2014/main" id="{FCCF0A59-D742-4877-9D9F-C67B33F728A7}"/>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862" name="Oval 68">
                <a:extLst>
                  <a:ext uri="{FF2B5EF4-FFF2-40B4-BE49-F238E27FC236}">
                    <a16:creationId xmlns:a16="http://schemas.microsoft.com/office/drawing/2014/main" id="{F198FC28-C3D2-49FC-BB7F-8E0A25212367}"/>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19827" name="Group 349">
              <a:extLst>
                <a:ext uri="{FF2B5EF4-FFF2-40B4-BE49-F238E27FC236}">
                  <a16:creationId xmlns:a16="http://schemas.microsoft.com/office/drawing/2014/main" id="{E3A959BA-FCC4-40AB-A0B2-F672B025C6FA}"/>
                </a:ext>
              </a:extLst>
            </p:cNvPr>
            <p:cNvGrpSpPr>
              <a:grpSpLocks/>
            </p:cNvGrpSpPr>
            <p:nvPr/>
          </p:nvGrpSpPr>
          <p:grpSpPr bwMode="auto">
            <a:xfrm>
              <a:off x="6956447" y="1421927"/>
              <a:ext cx="2103079" cy="1770116"/>
              <a:chOff x="2545121" y="1430283"/>
              <a:chExt cx="2103079" cy="1770116"/>
            </a:xfrm>
          </p:grpSpPr>
          <p:sp>
            <p:nvSpPr>
              <p:cNvPr id="119834" name="Freeform 32">
                <a:extLst>
                  <a:ext uri="{FF2B5EF4-FFF2-40B4-BE49-F238E27FC236}">
                    <a16:creationId xmlns:a16="http://schemas.microsoft.com/office/drawing/2014/main" id="{6CF2AB25-B099-44FB-92A9-F850BA115FE9}"/>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35" name="Group 357">
                <a:extLst>
                  <a:ext uri="{FF2B5EF4-FFF2-40B4-BE49-F238E27FC236}">
                    <a16:creationId xmlns:a16="http://schemas.microsoft.com/office/drawing/2014/main" id="{C6DEE953-F322-4DC8-9530-BC42F939BE4D}"/>
                  </a:ext>
                </a:extLst>
              </p:cNvPr>
              <p:cNvGrpSpPr>
                <a:grpSpLocks/>
              </p:cNvGrpSpPr>
              <p:nvPr/>
            </p:nvGrpSpPr>
            <p:grpSpPr bwMode="auto">
              <a:xfrm>
                <a:off x="2545121" y="1430283"/>
                <a:ext cx="2103079" cy="1236717"/>
                <a:chOff x="89349" y="1428587"/>
                <a:chExt cx="2103079" cy="1236717"/>
              </a:xfrm>
            </p:grpSpPr>
            <p:sp>
              <p:nvSpPr>
                <p:cNvPr id="119836" name="Line 14">
                  <a:extLst>
                    <a:ext uri="{FF2B5EF4-FFF2-40B4-BE49-F238E27FC236}">
                      <a16:creationId xmlns:a16="http://schemas.microsoft.com/office/drawing/2014/main" id="{646940AA-069B-4B7A-833D-E70CF9889D3F}"/>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7" name="Line 15">
                  <a:extLst>
                    <a:ext uri="{FF2B5EF4-FFF2-40B4-BE49-F238E27FC236}">
                      <a16:creationId xmlns:a16="http://schemas.microsoft.com/office/drawing/2014/main" id="{0EA71FDF-74CE-44D4-A637-E3A779451AB5}"/>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8" name="Line 11">
                  <a:extLst>
                    <a:ext uri="{FF2B5EF4-FFF2-40B4-BE49-F238E27FC236}">
                      <a16:creationId xmlns:a16="http://schemas.microsoft.com/office/drawing/2014/main" id="{32CF5D75-246E-465F-B438-5D3745A8CF1A}"/>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9" name="Rectangle 5">
                  <a:extLst>
                    <a:ext uri="{FF2B5EF4-FFF2-40B4-BE49-F238E27FC236}">
                      <a16:creationId xmlns:a16="http://schemas.microsoft.com/office/drawing/2014/main" id="{974B5BDB-E049-4D4A-8E64-C2A3BEAEFB7D}"/>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0" name="Rectangle 6">
                  <a:extLst>
                    <a:ext uri="{FF2B5EF4-FFF2-40B4-BE49-F238E27FC236}">
                      <a16:creationId xmlns:a16="http://schemas.microsoft.com/office/drawing/2014/main" id="{FF6E35E2-25FD-46AF-9910-CC27BA6D4519}"/>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1" name="Rectangle 7">
                  <a:extLst>
                    <a:ext uri="{FF2B5EF4-FFF2-40B4-BE49-F238E27FC236}">
                      <a16:creationId xmlns:a16="http://schemas.microsoft.com/office/drawing/2014/main" id="{E605294D-A249-40E8-B217-F696E7020CB8}"/>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2" name="Line 8">
                  <a:extLst>
                    <a:ext uri="{FF2B5EF4-FFF2-40B4-BE49-F238E27FC236}">
                      <a16:creationId xmlns:a16="http://schemas.microsoft.com/office/drawing/2014/main" id="{DF6991A6-6FE7-4068-94D1-8CDD7C20E07C}"/>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3" name="Freeform 9">
                  <a:extLst>
                    <a:ext uri="{FF2B5EF4-FFF2-40B4-BE49-F238E27FC236}">
                      <a16:creationId xmlns:a16="http://schemas.microsoft.com/office/drawing/2014/main" id="{191D6A62-02AC-4E5C-A221-8138FE2D4DA8}"/>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4" name="Line 11">
                  <a:extLst>
                    <a:ext uri="{FF2B5EF4-FFF2-40B4-BE49-F238E27FC236}">
                      <a16:creationId xmlns:a16="http://schemas.microsoft.com/office/drawing/2014/main" id="{18067C0E-26BF-4424-9949-ACBA4C2C2565}"/>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5" name="Rectangle 17">
                  <a:extLst>
                    <a:ext uri="{FF2B5EF4-FFF2-40B4-BE49-F238E27FC236}">
                      <a16:creationId xmlns:a16="http://schemas.microsoft.com/office/drawing/2014/main" id="{090A062B-A7B3-4FC4-AA89-1D372D89093E}"/>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6" name="Rectangle 18">
                  <a:extLst>
                    <a:ext uri="{FF2B5EF4-FFF2-40B4-BE49-F238E27FC236}">
                      <a16:creationId xmlns:a16="http://schemas.microsoft.com/office/drawing/2014/main" id="{C0325613-21DA-41FF-AF20-FE4425C0683B}"/>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7" name="Rectangle 19">
                  <a:extLst>
                    <a:ext uri="{FF2B5EF4-FFF2-40B4-BE49-F238E27FC236}">
                      <a16:creationId xmlns:a16="http://schemas.microsoft.com/office/drawing/2014/main" id="{7DC2A0E2-89B6-4248-9C91-F56A4A9771BF}"/>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9848" name="Group 1">
                  <a:extLst>
                    <a:ext uri="{FF2B5EF4-FFF2-40B4-BE49-F238E27FC236}">
                      <a16:creationId xmlns:a16="http://schemas.microsoft.com/office/drawing/2014/main" id="{89E74232-D902-477B-A492-CD2989EDE712}"/>
                    </a:ext>
                  </a:extLst>
                </p:cNvPr>
                <p:cNvGrpSpPr>
                  <a:grpSpLocks/>
                </p:cNvGrpSpPr>
                <p:nvPr/>
              </p:nvGrpSpPr>
              <p:grpSpPr bwMode="auto">
                <a:xfrm>
                  <a:off x="316975" y="2208007"/>
                  <a:ext cx="305262" cy="215063"/>
                  <a:chOff x="990600" y="5638800"/>
                  <a:chExt cx="376238" cy="265113"/>
                </a:xfrm>
              </p:grpSpPr>
              <p:sp>
                <p:nvSpPr>
                  <p:cNvPr id="119858" name="Freeform 26">
                    <a:extLst>
                      <a:ext uri="{FF2B5EF4-FFF2-40B4-BE49-F238E27FC236}">
                        <a16:creationId xmlns:a16="http://schemas.microsoft.com/office/drawing/2014/main" id="{51CAFCD5-35BB-43B3-8159-8393D9B2FE7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9" name="Freeform 28">
                    <a:extLst>
                      <a:ext uri="{FF2B5EF4-FFF2-40B4-BE49-F238E27FC236}">
                        <a16:creationId xmlns:a16="http://schemas.microsoft.com/office/drawing/2014/main" id="{9D3C6A53-D113-4156-9AA5-84DBDF0D6749}"/>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849" name="Rectangle 29">
                  <a:extLst>
                    <a:ext uri="{FF2B5EF4-FFF2-40B4-BE49-F238E27FC236}">
                      <a16:creationId xmlns:a16="http://schemas.microsoft.com/office/drawing/2014/main" id="{E328868C-9F8D-4409-B48C-0DEFAC39DAC9}"/>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0" name="Rectangle 67">
                  <a:extLst>
                    <a:ext uri="{FF2B5EF4-FFF2-40B4-BE49-F238E27FC236}">
                      <a16:creationId xmlns:a16="http://schemas.microsoft.com/office/drawing/2014/main" id="{7C855A2B-3955-43C6-9918-DA0FBB2D2871}"/>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1" name="Oval 68">
                  <a:extLst>
                    <a:ext uri="{FF2B5EF4-FFF2-40B4-BE49-F238E27FC236}">
                      <a16:creationId xmlns:a16="http://schemas.microsoft.com/office/drawing/2014/main" id="{6B2518BF-BCF4-4AF1-8391-47DC4A95FED5}"/>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2" name="Line 11">
                  <a:extLst>
                    <a:ext uri="{FF2B5EF4-FFF2-40B4-BE49-F238E27FC236}">
                      <a16:creationId xmlns:a16="http://schemas.microsoft.com/office/drawing/2014/main" id="{C8A3CC0B-CD9A-4084-8A0B-5F4EE373CED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3" name="Rectangle 6">
                  <a:extLst>
                    <a:ext uri="{FF2B5EF4-FFF2-40B4-BE49-F238E27FC236}">
                      <a16:creationId xmlns:a16="http://schemas.microsoft.com/office/drawing/2014/main" id="{8085EADD-8B19-4390-BA12-11F77ECCE3D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4" name="Rectangle 7">
                  <a:extLst>
                    <a:ext uri="{FF2B5EF4-FFF2-40B4-BE49-F238E27FC236}">
                      <a16:creationId xmlns:a16="http://schemas.microsoft.com/office/drawing/2014/main" id="{EB8401DD-2ADC-44D0-B35B-5F2D4576E174}"/>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5" name="Line 8">
                  <a:extLst>
                    <a:ext uri="{FF2B5EF4-FFF2-40B4-BE49-F238E27FC236}">
                      <a16:creationId xmlns:a16="http://schemas.microsoft.com/office/drawing/2014/main" id="{913FFF81-0B18-42B4-9039-C245FBB1FD9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6" name="Rectangle 17">
                  <a:extLst>
                    <a:ext uri="{FF2B5EF4-FFF2-40B4-BE49-F238E27FC236}">
                      <a16:creationId xmlns:a16="http://schemas.microsoft.com/office/drawing/2014/main" id="{E2E95AB4-4F30-4263-85F3-67CFB5B799B2}"/>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7" name="Rectangle 67">
                  <a:extLst>
                    <a:ext uri="{FF2B5EF4-FFF2-40B4-BE49-F238E27FC236}">
                      <a16:creationId xmlns:a16="http://schemas.microsoft.com/office/drawing/2014/main" id="{D576A5B7-9069-415A-95C1-A055A900D7FA}"/>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19828" name="Line 13">
              <a:extLst>
                <a:ext uri="{FF2B5EF4-FFF2-40B4-BE49-F238E27FC236}">
                  <a16:creationId xmlns:a16="http://schemas.microsoft.com/office/drawing/2014/main" id="{C2B54306-64B9-4737-9052-CC8A478CA9B1}"/>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29" name="Oval 68">
              <a:extLst>
                <a:ext uri="{FF2B5EF4-FFF2-40B4-BE49-F238E27FC236}">
                  <a16:creationId xmlns:a16="http://schemas.microsoft.com/office/drawing/2014/main" id="{265454E3-9CB6-4DDD-86C4-49D7E78056CC}"/>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0" name="Line 11">
              <a:extLst>
                <a:ext uri="{FF2B5EF4-FFF2-40B4-BE49-F238E27FC236}">
                  <a16:creationId xmlns:a16="http://schemas.microsoft.com/office/drawing/2014/main" id="{56BD1AF3-9980-4E7E-A40D-369654B99467}"/>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1" name="Line 15">
              <a:extLst>
                <a:ext uri="{FF2B5EF4-FFF2-40B4-BE49-F238E27FC236}">
                  <a16:creationId xmlns:a16="http://schemas.microsoft.com/office/drawing/2014/main" id="{99311FC8-D698-4C5B-B646-65878785C8A1}"/>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2" name="Rectangle 11">
              <a:extLst>
                <a:ext uri="{FF2B5EF4-FFF2-40B4-BE49-F238E27FC236}">
                  <a16:creationId xmlns:a16="http://schemas.microsoft.com/office/drawing/2014/main" id="{1C759284-16E1-4519-8A92-8E5BF559BBEE}"/>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33" name="Rectangle 41">
              <a:extLst>
                <a:ext uri="{FF2B5EF4-FFF2-40B4-BE49-F238E27FC236}">
                  <a16:creationId xmlns:a16="http://schemas.microsoft.com/office/drawing/2014/main" id="{49525871-4191-4245-89F2-911F3938C14E}"/>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119811" name="Straight Connector 121">
            <a:extLst>
              <a:ext uri="{FF2B5EF4-FFF2-40B4-BE49-F238E27FC236}">
                <a16:creationId xmlns:a16="http://schemas.microsoft.com/office/drawing/2014/main" id="{B604E429-CF06-4B3A-904B-6584C711CE02}"/>
              </a:ext>
            </a:extLst>
          </p:cNvPr>
          <p:cNvCxnSpPr>
            <a:cxnSpLocks noChangeShapeType="1"/>
          </p:cNvCxnSpPr>
          <p:nvPr/>
        </p:nvCxnSpPr>
        <p:spPr bwMode="auto">
          <a:xfrm>
            <a:off x="1887538" y="2720975"/>
            <a:ext cx="0" cy="558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2" name="Straight Connector 123">
            <a:extLst>
              <a:ext uri="{FF2B5EF4-FFF2-40B4-BE49-F238E27FC236}">
                <a16:creationId xmlns:a16="http://schemas.microsoft.com/office/drawing/2014/main" id="{8883CFEF-05EF-48A1-AA08-1C46664673DA}"/>
              </a:ext>
            </a:extLst>
          </p:cNvPr>
          <p:cNvCxnSpPr>
            <a:cxnSpLocks noChangeShapeType="1"/>
          </p:cNvCxnSpPr>
          <p:nvPr/>
        </p:nvCxnSpPr>
        <p:spPr bwMode="auto">
          <a:xfrm>
            <a:off x="4038600" y="2714625"/>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3" name="Straight Connector 125">
            <a:extLst>
              <a:ext uri="{FF2B5EF4-FFF2-40B4-BE49-F238E27FC236}">
                <a16:creationId xmlns:a16="http://schemas.microsoft.com/office/drawing/2014/main" id="{1670C53D-042B-4893-B52E-B52E2E3BF13B}"/>
              </a:ext>
            </a:extLst>
          </p:cNvPr>
          <p:cNvCxnSpPr>
            <a:cxnSpLocks noChangeShapeType="1"/>
          </p:cNvCxnSpPr>
          <p:nvPr/>
        </p:nvCxnSpPr>
        <p:spPr bwMode="auto">
          <a:xfrm>
            <a:off x="6170613" y="2706688"/>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4" name="Straight Connector 127">
            <a:extLst>
              <a:ext uri="{FF2B5EF4-FFF2-40B4-BE49-F238E27FC236}">
                <a16:creationId xmlns:a16="http://schemas.microsoft.com/office/drawing/2014/main" id="{9A2C1296-C895-4D28-830A-0C096A3A1C68}"/>
              </a:ext>
            </a:extLst>
          </p:cNvPr>
          <p:cNvCxnSpPr>
            <a:cxnSpLocks noChangeShapeType="1"/>
          </p:cNvCxnSpPr>
          <p:nvPr/>
        </p:nvCxnSpPr>
        <p:spPr bwMode="auto">
          <a:xfrm>
            <a:off x="8304213" y="2717800"/>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5" name="Straight Connector 128">
            <a:extLst>
              <a:ext uri="{FF2B5EF4-FFF2-40B4-BE49-F238E27FC236}">
                <a16:creationId xmlns:a16="http://schemas.microsoft.com/office/drawing/2014/main" id="{6843C1BC-FEC3-4AD9-B90B-B86F0A7726C1}"/>
              </a:ext>
            </a:extLst>
          </p:cNvPr>
          <p:cNvCxnSpPr>
            <a:cxnSpLocks noChangeShapeType="1"/>
          </p:cNvCxnSpPr>
          <p:nvPr/>
        </p:nvCxnSpPr>
        <p:spPr bwMode="auto">
          <a:xfrm>
            <a:off x="1119188" y="2716213"/>
            <a:ext cx="533400"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6" name="Straight Connector 129">
            <a:extLst>
              <a:ext uri="{FF2B5EF4-FFF2-40B4-BE49-F238E27FC236}">
                <a16:creationId xmlns:a16="http://schemas.microsoft.com/office/drawing/2014/main" id="{3C6F9C74-B146-4C72-BDAC-8410CCED5F13}"/>
              </a:ext>
            </a:extLst>
          </p:cNvPr>
          <p:cNvCxnSpPr>
            <a:cxnSpLocks noChangeShapeType="1"/>
          </p:cNvCxnSpPr>
          <p:nvPr/>
        </p:nvCxnSpPr>
        <p:spPr bwMode="auto">
          <a:xfrm>
            <a:off x="3279775" y="2727325"/>
            <a:ext cx="531813"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7" name="Straight Connector 130">
            <a:extLst>
              <a:ext uri="{FF2B5EF4-FFF2-40B4-BE49-F238E27FC236}">
                <a16:creationId xmlns:a16="http://schemas.microsoft.com/office/drawing/2014/main" id="{9AB20BD8-E08F-4279-90A9-8B713D95DEE2}"/>
              </a:ext>
            </a:extLst>
          </p:cNvPr>
          <p:cNvCxnSpPr>
            <a:cxnSpLocks noChangeShapeType="1"/>
          </p:cNvCxnSpPr>
          <p:nvPr/>
        </p:nvCxnSpPr>
        <p:spPr bwMode="auto">
          <a:xfrm>
            <a:off x="5403850" y="2709863"/>
            <a:ext cx="531813"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19818" name="Straight Connector 131">
            <a:extLst>
              <a:ext uri="{FF2B5EF4-FFF2-40B4-BE49-F238E27FC236}">
                <a16:creationId xmlns:a16="http://schemas.microsoft.com/office/drawing/2014/main" id="{0BE4DC59-AC54-4FAA-ABAC-EB3BCE1285B6}"/>
              </a:ext>
            </a:extLst>
          </p:cNvPr>
          <p:cNvCxnSpPr>
            <a:cxnSpLocks noChangeShapeType="1"/>
          </p:cNvCxnSpPr>
          <p:nvPr/>
        </p:nvCxnSpPr>
        <p:spPr bwMode="auto">
          <a:xfrm>
            <a:off x="7535863" y="2711450"/>
            <a:ext cx="531812"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19819" name="Group 132">
            <a:extLst>
              <a:ext uri="{FF2B5EF4-FFF2-40B4-BE49-F238E27FC236}">
                <a16:creationId xmlns:a16="http://schemas.microsoft.com/office/drawing/2014/main" id="{768A7C62-F413-4EBF-A96A-366E93E680F1}"/>
              </a:ext>
            </a:extLst>
          </p:cNvPr>
          <p:cNvGrpSpPr>
            <a:grpSpLocks/>
          </p:cNvGrpSpPr>
          <p:nvPr/>
        </p:nvGrpSpPr>
        <p:grpSpPr bwMode="auto">
          <a:xfrm>
            <a:off x="1752600" y="5638800"/>
            <a:ext cx="5105400" cy="369888"/>
            <a:chOff x="1752600" y="5638800"/>
            <a:chExt cx="5105399" cy="369332"/>
          </a:xfrm>
        </p:grpSpPr>
        <p:sp>
          <p:nvSpPr>
            <p:cNvPr id="119821" name="Freeform 13">
              <a:extLst>
                <a:ext uri="{FF2B5EF4-FFF2-40B4-BE49-F238E27FC236}">
                  <a16:creationId xmlns:a16="http://schemas.microsoft.com/office/drawing/2014/main" id="{1CBC0FF3-4A50-43E2-A48D-06C1CE078043}"/>
                </a:ext>
              </a:extLst>
            </p:cNvPr>
            <p:cNvSpPr>
              <a:spLocks/>
            </p:cNvSpPr>
            <p:nvPr/>
          </p:nvSpPr>
          <p:spPr bwMode="auto">
            <a:xfrm>
              <a:off x="2682458" y="5638800"/>
              <a:ext cx="4175541" cy="268288"/>
            </a:xfrm>
            <a:custGeom>
              <a:avLst/>
              <a:gdLst>
                <a:gd name="T0" fmla="*/ 2147483646 w 1873"/>
                <a:gd name="T1" fmla="*/ 2147483646 h 336"/>
                <a:gd name="T2" fmla="*/ 2147483646 w 1873"/>
                <a:gd name="T3" fmla="*/ 0 h 336"/>
                <a:gd name="T4" fmla="*/ 2147483646 w 1873"/>
                <a:gd name="T5" fmla="*/ 0 h 336"/>
                <a:gd name="T6" fmla="*/ 2147483646 w 1873"/>
                <a:gd name="T7" fmla="*/ 2147483646 h 336"/>
                <a:gd name="T8" fmla="*/ 2147483646 w 1873"/>
                <a:gd name="T9" fmla="*/ 2147483646 h 336"/>
                <a:gd name="T10" fmla="*/ 2147483646 w 1873"/>
                <a:gd name="T11" fmla="*/ 0 h 336"/>
                <a:gd name="T12" fmla="*/ 2147483646 w 1873"/>
                <a:gd name="T13" fmla="*/ 0 h 336"/>
                <a:gd name="T14" fmla="*/ 2147483646 w 1873"/>
                <a:gd name="T15" fmla="*/ 2147483646 h 336"/>
                <a:gd name="T16" fmla="*/ 0 w 1873"/>
                <a:gd name="T17" fmla="*/ 2147483646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22" name="TextBox 134">
              <a:extLst>
                <a:ext uri="{FF2B5EF4-FFF2-40B4-BE49-F238E27FC236}">
                  <a16:creationId xmlns:a16="http://schemas.microsoft.com/office/drawing/2014/main" id="{07B66C2E-9D17-4610-8DC4-FDE46E83FD79}"/>
                </a:ext>
              </a:extLst>
            </p:cNvPr>
            <p:cNvSpPr txBox="1">
              <a:spLocks noChangeArrowheads="1"/>
            </p:cNvSpPr>
            <p:nvPr/>
          </p:nvSpPr>
          <p:spPr bwMode="auto">
            <a:xfrm>
              <a:off x="1752600" y="5638800"/>
              <a:ext cx="7360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Clock</a:t>
              </a:r>
            </a:p>
          </p:txBody>
        </p:sp>
      </p:grpSp>
      <p:sp>
        <p:nvSpPr>
          <p:cNvPr id="119820" name="Oval 135">
            <a:extLst>
              <a:ext uri="{FF2B5EF4-FFF2-40B4-BE49-F238E27FC236}">
                <a16:creationId xmlns:a16="http://schemas.microsoft.com/office/drawing/2014/main" id="{835AD6D2-8FE9-45A5-AD94-88182C9212B5}"/>
              </a:ext>
            </a:extLst>
          </p:cNvPr>
          <p:cNvSpPr>
            <a:spLocks noChangeAspect="1"/>
          </p:cNvSpPr>
          <p:nvPr/>
        </p:nvSpPr>
        <p:spPr bwMode="auto">
          <a:xfrm>
            <a:off x="3638550" y="5862638"/>
            <a:ext cx="85725" cy="85725"/>
          </a:xfrm>
          <a:prstGeom prst="ellipse">
            <a:avLst/>
          </a:prstGeom>
          <a:solidFill>
            <a:srgbClr val="0000FF"/>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8CE98C48-4707-4DED-8B20-69715386E28F}"/>
                  </a:ext>
                </a:extLst>
              </p14:cNvPr>
              <p14:cNvContentPartPr/>
              <p14:nvPr/>
            </p14:nvContentPartPr>
            <p14:xfrm>
              <a:off x="1737720" y="4625640"/>
              <a:ext cx="11160" cy="311040"/>
            </p14:xfrm>
          </p:contentPart>
        </mc:Choice>
        <mc:Fallback>
          <p:pic>
            <p:nvPicPr>
              <p:cNvPr id="2" name="Ink 1">
                <a:extLst>
                  <a:ext uri="{FF2B5EF4-FFF2-40B4-BE49-F238E27FC236}">
                    <a16:creationId xmlns:a16="http://schemas.microsoft.com/office/drawing/2014/main" id="{8CE98C48-4707-4DED-8B20-69715386E28F}"/>
                  </a:ext>
                </a:extLst>
              </p:cNvPr>
              <p:cNvPicPr/>
              <p:nvPr/>
            </p:nvPicPr>
            <p:blipFill>
              <a:blip r:embed="rId3"/>
              <a:stretch>
                <a:fillRect/>
              </a:stretch>
            </p:blipFill>
            <p:spPr>
              <a:xfrm>
                <a:off x="1728360" y="4616280"/>
                <a:ext cx="29880" cy="329760"/>
              </a:xfrm>
              <a:prstGeom prst="rect">
                <a:avLst/>
              </a:prstGeom>
            </p:spPr>
          </p:pic>
        </mc:Fallback>
      </mc:AlternateContent>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itle 1">
            <a:extLst>
              <a:ext uri="{FF2B5EF4-FFF2-40B4-BE49-F238E27FC236}">
                <a16:creationId xmlns:a16="http://schemas.microsoft.com/office/drawing/2014/main" id="{7281B378-4552-43DD-8959-BF434B8FB9D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20834" name="Group 344">
            <a:extLst>
              <a:ext uri="{FF2B5EF4-FFF2-40B4-BE49-F238E27FC236}">
                <a16:creationId xmlns:a16="http://schemas.microsoft.com/office/drawing/2014/main" id="{CF5B98D7-B844-45FD-915E-599D4C7F7FF3}"/>
              </a:ext>
            </a:extLst>
          </p:cNvPr>
          <p:cNvGrpSpPr>
            <a:grpSpLocks/>
          </p:cNvGrpSpPr>
          <p:nvPr/>
        </p:nvGrpSpPr>
        <p:grpSpPr bwMode="auto">
          <a:xfrm>
            <a:off x="206375" y="2479675"/>
            <a:ext cx="8853488" cy="1787525"/>
            <a:chOff x="205979" y="1421927"/>
            <a:chExt cx="8853547" cy="1786829"/>
          </a:xfrm>
        </p:grpSpPr>
        <p:sp>
          <p:nvSpPr>
            <p:cNvPr id="120847" name="Line 14">
              <a:extLst>
                <a:ext uri="{FF2B5EF4-FFF2-40B4-BE49-F238E27FC236}">
                  <a16:creationId xmlns:a16="http://schemas.microsoft.com/office/drawing/2014/main" id="{06A624BE-ED31-47C2-A5C7-1B9E186550D2}"/>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848" name="Group 346">
              <a:extLst>
                <a:ext uri="{FF2B5EF4-FFF2-40B4-BE49-F238E27FC236}">
                  <a16:creationId xmlns:a16="http://schemas.microsoft.com/office/drawing/2014/main" id="{2F092293-E594-4830-BF3E-D332F19BDBE1}"/>
                </a:ext>
              </a:extLst>
            </p:cNvPr>
            <p:cNvGrpSpPr>
              <a:grpSpLocks/>
            </p:cNvGrpSpPr>
            <p:nvPr/>
          </p:nvGrpSpPr>
          <p:grpSpPr bwMode="auto">
            <a:xfrm>
              <a:off x="665216" y="1428587"/>
              <a:ext cx="2636625" cy="1236717"/>
              <a:chOff x="207935" y="1428587"/>
              <a:chExt cx="2636625" cy="1236717"/>
            </a:xfrm>
          </p:grpSpPr>
          <p:sp>
            <p:nvSpPr>
              <p:cNvPr id="120938" name="Line 14">
                <a:extLst>
                  <a:ext uri="{FF2B5EF4-FFF2-40B4-BE49-F238E27FC236}">
                    <a16:creationId xmlns:a16="http://schemas.microsoft.com/office/drawing/2014/main" id="{435B8FFD-F904-4301-BB6D-4B5E4B53FF48}"/>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9" name="Line 15">
                <a:extLst>
                  <a:ext uri="{FF2B5EF4-FFF2-40B4-BE49-F238E27FC236}">
                    <a16:creationId xmlns:a16="http://schemas.microsoft.com/office/drawing/2014/main" id="{499A0B5D-AA86-4616-AF7C-52C2ACFE4DB2}"/>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0" name="Rectangle 5">
                <a:extLst>
                  <a:ext uri="{FF2B5EF4-FFF2-40B4-BE49-F238E27FC236}">
                    <a16:creationId xmlns:a16="http://schemas.microsoft.com/office/drawing/2014/main" id="{A433F87B-5876-45B5-826F-A55CE7DBB990}"/>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1" name="Rectangle 6">
                <a:extLst>
                  <a:ext uri="{FF2B5EF4-FFF2-40B4-BE49-F238E27FC236}">
                    <a16:creationId xmlns:a16="http://schemas.microsoft.com/office/drawing/2014/main" id="{6E657A8E-308A-4589-84A8-BE4A445EC8E4}"/>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2" name="Rectangle 7">
                <a:extLst>
                  <a:ext uri="{FF2B5EF4-FFF2-40B4-BE49-F238E27FC236}">
                    <a16:creationId xmlns:a16="http://schemas.microsoft.com/office/drawing/2014/main" id="{C91DBB93-3B56-424B-8AB8-750752E3BC38}"/>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3" name="Line 8">
                <a:extLst>
                  <a:ext uri="{FF2B5EF4-FFF2-40B4-BE49-F238E27FC236}">
                    <a16:creationId xmlns:a16="http://schemas.microsoft.com/office/drawing/2014/main" id="{AFC7ACD3-B721-45DE-817D-633BCE4A8C4E}"/>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4" name="Freeform 9">
                <a:extLst>
                  <a:ext uri="{FF2B5EF4-FFF2-40B4-BE49-F238E27FC236}">
                    <a16:creationId xmlns:a16="http://schemas.microsoft.com/office/drawing/2014/main" id="{357A24E9-592E-4C48-BC06-2271CE61A7F6}"/>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5" name="Line 11">
                <a:extLst>
                  <a:ext uri="{FF2B5EF4-FFF2-40B4-BE49-F238E27FC236}">
                    <a16:creationId xmlns:a16="http://schemas.microsoft.com/office/drawing/2014/main" id="{6DA5915F-24C9-4AB6-8B4A-E1485807EF7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6" name="Rectangle 17">
                <a:extLst>
                  <a:ext uri="{FF2B5EF4-FFF2-40B4-BE49-F238E27FC236}">
                    <a16:creationId xmlns:a16="http://schemas.microsoft.com/office/drawing/2014/main" id="{3A636F48-0E8D-4EFB-B310-DF8DFF0A917B}"/>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7" name="Rectangle 18">
                <a:extLst>
                  <a:ext uri="{FF2B5EF4-FFF2-40B4-BE49-F238E27FC236}">
                    <a16:creationId xmlns:a16="http://schemas.microsoft.com/office/drawing/2014/main" id="{95063D68-CAD7-4FD3-8852-6ECD91714479}"/>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8" name="Rectangle 19">
                <a:extLst>
                  <a:ext uri="{FF2B5EF4-FFF2-40B4-BE49-F238E27FC236}">
                    <a16:creationId xmlns:a16="http://schemas.microsoft.com/office/drawing/2014/main" id="{44067B9C-2A03-4D8D-A1A3-69623F36AE41}"/>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949" name="Group 1">
                <a:extLst>
                  <a:ext uri="{FF2B5EF4-FFF2-40B4-BE49-F238E27FC236}">
                    <a16:creationId xmlns:a16="http://schemas.microsoft.com/office/drawing/2014/main" id="{AC26CCBE-A397-4010-8A54-1C77AA0BC09A}"/>
                  </a:ext>
                </a:extLst>
              </p:cNvPr>
              <p:cNvGrpSpPr>
                <a:grpSpLocks/>
              </p:cNvGrpSpPr>
              <p:nvPr/>
            </p:nvGrpSpPr>
            <p:grpSpPr bwMode="auto">
              <a:xfrm>
                <a:off x="316975" y="2208007"/>
                <a:ext cx="305262" cy="215063"/>
                <a:chOff x="990600" y="5638800"/>
                <a:chExt cx="376238" cy="265113"/>
              </a:xfrm>
            </p:grpSpPr>
            <p:sp>
              <p:nvSpPr>
                <p:cNvPr id="120959" name="Freeform 26">
                  <a:extLst>
                    <a:ext uri="{FF2B5EF4-FFF2-40B4-BE49-F238E27FC236}">
                      <a16:creationId xmlns:a16="http://schemas.microsoft.com/office/drawing/2014/main" id="{2B54E5ED-918A-4C55-8B13-6A8EC5ADB86C}"/>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0" name="Freeform 28">
                  <a:extLst>
                    <a:ext uri="{FF2B5EF4-FFF2-40B4-BE49-F238E27FC236}">
                      <a16:creationId xmlns:a16="http://schemas.microsoft.com/office/drawing/2014/main" id="{0553838C-0D3A-4765-926D-8C882E1CE6C7}"/>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950" name="Rectangle 29">
                <a:extLst>
                  <a:ext uri="{FF2B5EF4-FFF2-40B4-BE49-F238E27FC236}">
                    <a16:creationId xmlns:a16="http://schemas.microsoft.com/office/drawing/2014/main" id="{810B87DF-CCAF-440E-8491-D8FA6F098735}"/>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1" name="Rectangle 67">
                <a:extLst>
                  <a:ext uri="{FF2B5EF4-FFF2-40B4-BE49-F238E27FC236}">
                    <a16:creationId xmlns:a16="http://schemas.microsoft.com/office/drawing/2014/main" id="{087BEE6A-93B2-46A4-83EB-5555966F4950}"/>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2" name="Oval 68">
                <a:extLst>
                  <a:ext uri="{FF2B5EF4-FFF2-40B4-BE49-F238E27FC236}">
                    <a16:creationId xmlns:a16="http://schemas.microsoft.com/office/drawing/2014/main" id="{67BDE526-D2E4-4FDA-92F6-2922CABD286A}"/>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3" name="Line 11">
                <a:extLst>
                  <a:ext uri="{FF2B5EF4-FFF2-40B4-BE49-F238E27FC236}">
                    <a16:creationId xmlns:a16="http://schemas.microsoft.com/office/drawing/2014/main" id="{F0258954-6D32-4AA3-AF77-F3BADBC41DE5}"/>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4" name="Rectangle 6">
                <a:extLst>
                  <a:ext uri="{FF2B5EF4-FFF2-40B4-BE49-F238E27FC236}">
                    <a16:creationId xmlns:a16="http://schemas.microsoft.com/office/drawing/2014/main" id="{819CE419-60A3-4DCC-81F0-6ADCAA8F9C04}"/>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5" name="Rectangle 7">
                <a:extLst>
                  <a:ext uri="{FF2B5EF4-FFF2-40B4-BE49-F238E27FC236}">
                    <a16:creationId xmlns:a16="http://schemas.microsoft.com/office/drawing/2014/main" id="{9EA43126-6351-447B-BAB8-3DB9290BF3D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6" name="Line 8">
                <a:extLst>
                  <a:ext uri="{FF2B5EF4-FFF2-40B4-BE49-F238E27FC236}">
                    <a16:creationId xmlns:a16="http://schemas.microsoft.com/office/drawing/2014/main" id="{D23636DB-0FFA-4989-A933-2B03C6831B06}"/>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7" name="Rectangle 17">
                <a:extLst>
                  <a:ext uri="{FF2B5EF4-FFF2-40B4-BE49-F238E27FC236}">
                    <a16:creationId xmlns:a16="http://schemas.microsoft.com/office/drawing/2014/main" id="{E0E766F3-9D83-4FD0-861F-196B693759C0}"/>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8" name="Rectangle 67">
                <a:extLst>
                  <a:ext uri="{FF2B5EF4-FFF2-40B4-BE49-F238E27FC236}">
                    <a16:creationId xmlns:a16="http://schemas.microsoft.com/office/drawing/2014/main" id="{555B2D27-943B-49DE-B6AB-3FDDC824059F}"/>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0849" name="Group 347">
              <a:extLst>
                <a:ext uri="{FF2B5EF4-FFF2-40B4-BE49-F238E27FC236}">
                  <a16:creationId xmlns:a16="http://schemas.microsoft.com/office/drawing/2014/main" id="{974C2C0C-7BA5-44B3-BE41-E6107E858D61}"/>
                </a:ext>
              </a:extLst>
            </p:cNvPr>
            <p:cNvGrpSpPr>
              <a:grpSpLocks/>
            </p:cNvGrpSpPr>
            <p:nvPr/>
          </p:nvGrpSpPr>
          <p:grpSpPr bwMode="auto">
            <a:xfrm>
              <a:off x="2675436" y="1430283"/>
              <a:ext cx="2766082" cy="1778473"/>
              <a:chOff x="2522955" y="1430283"/>
              <a:chExt cx="2766082" cy="1778473"/>
            </a:xfrm>
          </p:grpSpPr>
          <p:sp>
            <p:nvSpPr>
              <p:cNvPr id="120911" name="Freeform 32">
                <a:extLst>
                  <a:ext uri="{FF2B5EF4-FFF2-40B4-BE49-F238E27FC236}">
                    <a16:creationId xmlns:a16="http://schemas.microsoft.com/office/drawing/2014/main" id="{740CA492-0881-4C44-AAC4-24B5E03A5CF7}"/>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912" name="Group 410">
                <a:extLst>
                  <a:ext uri="{FF2B5EF4-FFF2-40B4-BE49-F238E27FC236}">
                    <a16:creationId xmlns:a16="http://schemas.microsoft.com/office/drawing/2014/main" id="{62D356CB-AFFC-4FBB-BC66-2AD13DA3BAFA}"/>
                  </a:ext>
                </a:extLst>
              </p:cNvPr>
              <p:cNvGrpSpPr>
                <a:grpSpLocks/>
              </p:cNvGrpSpPr>
              <p:nvPr/>
            </p:nvGrpSpPr>
            <p:grpSpPr bwMode="auto">
              <a:xfrm>
                <a:off x="2545121" y="1430283"/>
                <a:ext cx="2743916" cy="1236717"/>
                <a:chOff x="89349" y="1428587"/>
                <a:chExt cx="2743916" cy="1236717"/>
              </a:xfrm>
            </p:grpSpPr>
            <p:sp>
              <p:nvSpPr>
                <p:cNvPr id="120914" name="Line 14">
                  <a:extLst>
                    <a:ext uri="{FF2B5EF4-FFF2-40B4-BE49-F238E27FC236}">
                      <a16:creationId xmlns:a16="http://schemas.microsoft.com/office/drawing/2014/main" id="{585C1663-F5D2-47DB-AAA0-2D97DDAA514B}"/>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5" name="Line 15">
                  <a:extLst>
                    <a:ext uri="{FF2B5EF4-FFF2-40B4-BE49-F238E27FC236}">
                      <a16:creationId xmlns:a16="http://schemas.microsoft.com/office/drawing/2014/main" id="{9CA6667D-1F8B-4971-8DA7-45626F471DB2}"/>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6" name="Line 11">
                  <a:extLst>
                    <a:ext uri="{FF2B5EF4-FFF2-40B4-BE49-F238E27FC236}">
                      <a16:creationId xmlns:a16="http://schemas.microsoft.com/office/drawing/2014/main" id="{FCEC7266-4E17-4529-BE05-1DD0893DD759}"/>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7" name="Rectangle 5">
                  <a:extLst>
                    <a:ext uri="{FF2B5EF4-FFF2-40B4-BE49-F238E27FC236}">
                      <a16:creationId xmlns:a16="http://schemas.microsoft.com/office/drawing/2014/main" id="{EDF9EC2D-F6C8-4FA0-80DA-10D36A2E4E6C}"/>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8" name="Rectangle 6">
                  <a:extLst>
                    <a:ext uri="{FF2B5EF4-FFF2-40B4-BE49-F238E27FC236}">
                      <a16:creationId xmlns:a16="http://schemas.microsoft.com/office/drawing/2014/main" id="{361B90E0-931F-4C21-9CE7-77DC49A1338B}"/>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9" name="Rectangle 7">
                  <a:extLst>
                    <a:ext uri="{FF2B5EF4-FFF2-40B4-BE49-F238E27FC236}">
                      <a16:creationId xmlns:a16="http://schemas.microsoft.com/office/drawing/2014/main" id="{5A6F7A85-5438-413A-A50E-15F274512CE5}"/>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0" name="Line 8">
                  <a:extLst>
                    <a:ext uri="{FF2B5EF4-FFF2-40B4-BE49-F238E27FC236}">
                      <a16:creationId xmlns:a16="http://schemas.microsoft.com/office/drawing/2014/main" id="{932A21A5-C428-46B7-90CA-8EC822AB3AD5}"/>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1" name="Freeform 9">
                  <a:extLst>
                    <a:ext uri="{FF2B5EF4-FFF2-40B4-BE49-F238E27FC236}">
                      <a16:creationId xmlns:a16="http://schemas.microsoft.com/office/drawing/2014/main" id="{E34A0F98-644A-4396-AE2C-BB284F5E3443}"/>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2" name="Line 11">
                  <a:extLst>
                    <a:ext uri="{FF2B5EF4-FFF2-40B4-BE49-F238E27FC236}">
                      <a16:creationId xmlns:a16="http://schemas.microsoft.com/office/drawing/2014/main" id="{5BD661BC-C1A2-4CDA-955C-B69005764EDE}"/>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3" name="Rectangle 17">
                  <a:extLst>
                    <a:ext uri="{FF2B5EF4-FFF2-40B4-BE49-F238E27FC236}">
                      <a16:creationId xmlns:a16="http://schemas.microsoft.com/office/drawing/2014/main" id="{5C6B764D-D5C8-4B5D-807D-DBFA14AE8DFA}"/>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4" name="Rectangle 18">
                  <a:extLst>
                    <a:ext uri="{FF2B5EF4-FFF2-40B4-BE49-F238E27FC236}">
                      <a16:creationId xmlns:a16="http://schemas.microsoft.com/office/drawing/2014/main" id="{FD1F511E-EE2E-4F6A-BABD-A0C283F41D72}"/>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5" name="Rectangle 19">
                  <a:extLst>
                    <a:ext uri="{FF2B5EF4-FFF2-40B4-BE49-F238E27FC236}">
                      <a16:creationId xmlns:a16="http://schemas.microsoft.com/office/drawing/2014/main" id="{1474449A-45BF-4321-89E3-F6BFA3105513}"/>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926" name="Group 1">
                  <a:extLst>
                    <a:ext uri="{FF2B5EF4-FFF2-40B4-BE49-F238E27FC236}">
                      <a16:creationId xmlns:a16="http://schemas.microsoft.com/office/drawing/2014/main" id="{1E57B163-C0A5-4CE3-BF1A-A9887B27F025}"/>
                    </a:ext>
                  </a:extLst>
                </p:cNvPr>
                <p:cNvGrpSpPr>
                  <a:grpSpLocks/>
                </p:cNvGrpSpPr>
                <p:nvPr/>
              </p:nvGrpSpPr>
              <p:grpSpPr bwMode="auto">
                <a:xfrm>
                  <a:off x="316975" y="2208007"/>
                  <a:ext cx="305262" cy="215063"/>
                  <a:chOff x="990600" y="5638800"/>
                  <a:chExt cx="376238" cy="265113"/>
                </a:xfrm>
              </p:grpSpPr>
              <p:sp>
                <p:nvSpPr>
                  <p:cNvPr id="120936" name="Freeform 26">
                    <a:extLst>
                      <a:ext uri="{FF2B5EF4-FFF2-40B4-BE49-F238E27FC236}">
                        <a16:creationId xmlns:a16="http://schemas.microsoft.com/office/drawing/2014/main" id="{FD34A181-0A86-4BCA-9750-27EEEA6EED67}"/>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7" name="Freeform 28">
                    <a:extLst>
                      <a:ext uri="{FF2B5EF4-FFF2-40B4-BE49-F238E27FC236}">
                        <a16:creationId xmlns:a16="http://schemas.microsoft.com/office/drawing/2014/main" id="{7CF09243-F355-44C4-983A-D4A5D6CA3C14}"/>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927" name="Rectangle 29">
                  <a:extLst>
                    <a:ext uri="{FF2B5EF4-FFF2-40B4-BE49-F238E27FC236}">
                      <a16:creationId xmlns:a16="http://schemas.microsoft.com/office/drawing/2014/main" id="{79BA5845-D0A7-4D52-801F-A808E4EFA1C5}"/>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8" name="Rectangle 67">
                  <a:extLst>
                    <a:ext uri="{FF2B5EF4-FFF2-40B4-BE49-F238E27FC236}">
                      <a16:creationId xmlns:a16="http://schemas.microsoft.com/office/drawing/2014/main" id="{6051A47B-8C06-4327-BFEB-9CEA181D7075}"/>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9" name="Oval 68">
                  <a:extLst>
                    <a:ext uri="{FF2B5EF4-FFF2-40B4-BE49-F238E27FC236}">
                      <a16:creationId xmlns:a16="http://schemas.microsoft.com/office/drawing/2014/main" id="{E0F2D6D2-7DCA-4AF2-8C87-F5715CB1AF94}"/>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0" name="Line 11">
                  <a:extLst>
                    <a:ext uri="{FF2B5EF4-FFF2-40B4-BE49-F238E27FC236}">
                      <a16:creationId xmlns:a16="http://schemas.microsoft.com/office/drawing/2014/main" id="{DFEC1FA9-3B7A-41B8-A3F4-0EC02F027FE8}"/>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1" name="Rectangle 6">
                  <a:extLst>
                    <a:ext uri="{FF2B5EF4-FFF2-40B4-BE49-F238E27FC236}">
                      <a16:creationId xmlns:a16="http://schemas.microsoft.com/office/drawing/2014/main" id="{0833462C-7BCB-43CA-9146-ACA038BA2C63}"/>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2" name="Rectangle 7">
                  <a:extLst>
                    <a:ext uri="{FF2B5EF4-FFF2-40B4-BE49-F238E27FC236}">
                      <a16:creationId xmlns:a16="http://schemas.microsoft.com/office/drawing/2014/main" id="{87D09892-89CA-4914-8B12-E15133179B9B}"/>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3" name="Line 8">
                  <a:extLst>
                    <a:ext uri="{FF2B5EF4-FFF2-40B4-BE49-F238E27FC236}">
                      <a16:creationId xmlns:a16="http://schemas.microsoft.com/office/drawing/2014/main" id="{3A8291DA-3DBA-4E65-9ECC-198BF2761637}"/>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4" name="Rectangle 17">
                  <a:extLst>
                    <a:ext uri="{FF2B5EF4-FFF2-40B4-BE49-F238E27FC236}">
                      <a16:creationId xmlns:a16="http://schemas.microsoft.com/office/drawing/2014/main" id="{787A16A4-C382-4913-906F-D66A6DDA1DF0}"/>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5" name="Rectangle 67">
                  <a:extLst>
                    <a:ext uri="{FF2B5EF4-FFF2-40B4-BE49-F238E27FC236}">
                      <a16:creationId xmlns:a16="http://schemas.microsoft.com/office/drawing/2014/main" id="{43B7320C-2D54-4B7D-87B2-BC985F73CB79}"/>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913" name="Oval 68">
                <a:extLst>
                  <a:ext uri="{FF2B5EF4-FFF2-40B4-BE49-F238E27FC236}">
                    <a16:creationId xmlns:a16="http://schemas.microsoft.com/office/drawing/2014/main" id="{FC814F0F-EA08-418B-9C56-F4D5E0A61139}"/>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0850" name="Group 348">
              <a:extLst>
                <a:ext uri="{FF2B5EF4-FFF2-40B4-BE49-F238E27FC236}">
                  <a16:creationId xmlns:a16="http://schemas.microsoft.com/office/drawing/2014/main" id="{B699A644-1150-459A-994A-CA4490697AE3}"/>
                </a:ext>
              </a:extLst>
            </p:cNvPr>
            <p:cNvGrpSpPr>
              <a:grpSpLocks/>
            </p:cNvGrpSpPr>
            <p:nvPr/>
          </p:nvGrpSpPr>
          <p:grpSpPr bwMode="auto">
            <a:xfrm>
              <a:off x="4800681" y="1421927"/>
              <a:ext cx="2817639" cy="1778473"/>
              <a:chOff x="2522955" y="1430283"/>
              <a:chExt cx="2817639" cy="1778473"/>
            </a:xfrm>
          </p:grpSpPr>
          <p:sp>
            <p:nvSpPr>
              <p:cNvPr id="120884" name="Freeform 32">
                <a:extLst>
                  <a:ext uri="{FF2B5EF4-FFF2-40B4-BE49-F238E27FC236}">
                    <a16:creationId xmlns:a16="http://schemas.microsoft.com/office/drawing/2014/main" id="{827D7141-0E3D-4EDB-B632-856F224D3ED1}"/>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885" name="Group 383">
                <a:extLst>
                  <a:ext uri="{FF2B5EF4-FFF2-40B4-BE49-F238E27FC236}">
                    <a16:creationId xmlns:a16="http://schemas.microsoft.com/office/drawing/2014/main" id="{359D6E58-6695-4C7B-A4F0-336978CD9854}"/>
                  </a:ext>
                </a:extLst>
              </p:cNvPr>
              <p:cNvGrpSpPr>
                <a:grpSpLocks/>
              </p:cNvGrpSpPr>
              <p:nvPr/>
            </p:nvGrpSpPr>
            <p:grpSpPr bwMode="auto">
              <a:xfrm>
                <a:off x="2545121" y="1430283"/>
                <a:ext cx="2795473" cy="1236717"/>
                <a:chOff x="89349" y="1428587"/>
                <a:chExt cx="2795473" cy="1236717"/>
              </a:xfrm>
            </p:grpSpPr>
            <p:sp>
              <p:nvSpPr>
                <p:cNvPr id="120887" name="Line 14">
                  <a:extLst>
                    <a:ext uri="{FF2B5EF4-FFF2-40B4-BE49-F238E27FC236}">
                      <a16:creationId xmlns:a16="http://schemas.microsoft.com/office/drawing/2014/main" id="{0A2AA231-38F9-4D70-8FE5-9E7F12876472}"/>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8" name="Line 15">
                  <a:extLst>
                    <a:ext uri="{FF2B5EF4-FFF2-40B4-BE49-F238E27FC236}">
                      <a16:creationId xmlns:a16="http://schemas.microsoft.com/office/drawing/2014/main" id="{1CA4C069-7064-4CDC-9371-A9032256F8B7}"/>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9" name="Line 11">
                  <a:extLst>
                    <a:ext uri="{FF2B5EF4-FFF2-40B4-BE49-F238E27FC236}">
                      <a16:creationId xmlns:a16="http://schemas.microsoft.com/office/drawing/2014/main" id="{4D317B31-42EA-4D83-95DF-8FCC1F7C1E33}"/>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0" name="Rectangle 5">
                  <a:extLst>
                    <a:ext uri="{FF2B5EF4-FFF2-40B4-BE49-F238E27FC236}">
                      <a16:creationId xmlns:a16="http://schemas.microsoft.com/office/drawing/2014/main" id="{5512BDFF-C535-496B-9F61-E2D4120BEF4B}"/>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1" name="Rectangle 6">
                  <a:extLst>
                    <a:ext uri="{FF2B5EF4-FFF2-40B4-BE49-F238E27FC236}">
                      <a16:creationId xmlns:a16="http://schemas.microsoft.com/office/drawing/2014/main" id="{4FB6F2B3-734B-4B06-9C58-3A8792139449}"/>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2" name="Rectangle 7">
                  <a:extLst>
                    <a:ext uri="{FF2B5EF4-FFF2-40B4-BE49-F238E27FC236}">
                      <a16:creationId xmlns:a16="http://schemas.microsoft.com/office/drawing/2014/main" id="{12979952-EBC5-4CEB-B44E-6688A8DFD0E9}"/>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3" name="Line 8">
                  <a:extLst>
                    <a:ext uri="{FF2B5EF4-FFF2-40B4-BE49-F238E27FC236}">
                      <a16:creationId xmlns:a16="http://schemas.microsoft.com/office/drawing/2014/main" id="{00AA95CE-FE00-4248-BF7F-C3F1FFA41B79}"/>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4" name="Freeform 9">
                  <a:extLst>
                    <a:ext uri="{FF2B5EF4-FFF2-40B4-BE49-F238E27FC236}">
                      <a16:creationId xmlns:a16="http://schemas.microsoft.com/office/drawing/2014/main" id="{74A30AD4-C7B3-4492-B1E6-9048D27824A7}"/>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5" name="Line 11">
                  <a:extLst>
                    <a:ext uri="{FF2B5EF4-FFF2-40B4-BE49-F238E27FC236}">
                      <a16:creationId xmlns:a16="http://schemas.microsoft.com/office/drawing/2014/main" id="{BAD1982F-6584-4606-B1E1-B731F73A1A19}"/>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6" name="Rectangle 17">
                  <a:extLst>
                    <a:ext uri="{FF2B5EF4-FFF2-40B4-BE49-F238E27FC236}">
                      <a16:creationId xmlns:a16="http://schemas.microsoft.com/office/drawing/2014/main" id="{FF61FF89-4AE5-4EBD-A29F-E6B61D9A01A6}"/>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7" name="Rectangle 18">
                  <a:extLst>
                    <a:ext uri="{FF2B5EF4-FFF2-40B4-BE49-F238E27FC236}">
                      <a16:creationId xmlns:a16="http://schemas.microsoft.com/office/drawing/2014/main" id="{BA0EB742-FDA1-4BC8-AFC9-912D1A45F65F}"/>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8" name="Rectangle 19">
                  <a:extLst>
                    <a:ext uri="{FF2B5EF4-FFF2-40B4-BE49-F238E27FC236}">
                      <a16:creationId xmlns:a16="http://schemas.microsoft.com/office/drawing/2014/main" id="{10394DE4-D2D3-4B55-9618-2020C96E90B9}"/>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899" name="Group 1">
                  <a:extLst>
                    <a:ext uri="{FF2B5EF4-FFF2-40B4-BE49-F238E27FC236}">
                      <a16:creationId xmlns:a16="http://schemas.microsoft.com/office/drawing/2014/main" id="{458027E7-BAEC-4E22-8AF1-75BEA57041EC}"/>
                    </a:ext>
                  </a:extLst>
                </p:cNvPr>
                <p:cNvGrpSpPr>
                  <a:grpSpLocks/>
                </p:cNvGrpSpPr>
                <p:nvPr/>
              </p:nvGrpSpPr>
              <p:grpSpPr bwMode="auto">
                <a:xfrm>
                  <a:off x="316975" y="2208007"/>
                  <a:ext cx="305262" cy="215063"/>
                  <a:chOff x="990600" y="5638800"/>
                  <a:chExt cx="376238" cy="265113"/>
                </a:xfrm>
              </p:grpSpPr>
              <p:sp>
                <p:nvSpPr>
                  <p:cNvPr id="120909" name="Freeform 26">
                    <a:extLst>
                      <a:ext uri="{FF2B5EF4-FFF2-40B4-BE49-F238E27FC236}">
                        <a16:creationId xmlns:a16="http://schemas.microsoft.com/office/drawing/2014/main" id="{6C75C1E0-EDD9-403C-9A25-155ECFCA9E0C}"/>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0" name="Freeform 28">
                    <a:extLst>
                      <a:ext uri="{FF2B5EF4-FFF2-40B4-BE49-F238E27FC236}">
                        <a16:creationId xmlns:a16="http://schemas.microsoft.com/office/drawing/2014/main" id="{305F39E3-ADF2-4393-AD5E-359DAE2F67C7}"/>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900" name="Rectangle 29">
                  <a:extLst>
                    <a:ext uri="{FF2B5EF4-FFF2-40B4-BE49-F238E27FC236}">
                      <a16:creationId xmlns:a16="http://schemas.microsoft.com/office/drawing/2014/main" id="{5F0017CD-5D5B-4C96-876C-B5DA419BC534}"/>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1" name="Rectangle 67">
                  <a:extLst>
                    <a:ext uri="{FF2B5EF4-FFF2-40B4-BE49-F238E27FC236}">
                      <a16:creationId xmlns:a16="http://schemas.microsoft.com/office/drawing/2014/main" id="{662C88C3-C844-4EB9-B0B6-AAC72065C664}"/>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2" name="Oval 68">
                  <a:extLst>
                    <a:ext uri="{FF2B5EF4-FFF2-40B4-BE49-F238E27FC236}">
                      <a16:creationId xmlns:a16="http://schemas.microsoft.com/office/drawing/2014/main" id="{F219C658-9B18-4829-9B73-F2213B8238AC}"/>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3" name="Line 11">
                  <a:extLst>
                    <a:ext uri="{FF2B5EF4-FFF2-40B4-BE49-F238E27FC236}">
                      <a16:creationId xmlns:a16="http://schemas.microsoft.com/office/drawing/2014/main" id="{23805735-79D0-4B9E-B39F-EFF1B3D0707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4" name="Rectangle 6">
                  <a:extLst>
                    <a:ext uri="{FF2B5EF4-FFF2-40B4-BE49-F238E27FC236}">
                      <a16:creationId xmlns:a16="http://schemas.microsoft.com/office/drawing/2014/main" id="{C9C9C447-15F9-4C2B-8BD6-C5968DC4931B}"/>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5" name="Rectangle 7">
                  <a:extLst>
                    <a:ext uri="{FF2B5EF4-FFF2-40B4-BE49-F238E27FC236}">
                      <a16:creationId xmlns:a16="http://schemas.microsoft.com/office/drawing/2014/main" id="{EB06A628-A182-4459-B5B2-3F6A5BC364CA}"/>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6" name="Line 8">
                  <a:extLst>
                    <a:ext uri="{FF2B5EF4-FFF2-40B4-BE49-F238E27FC236}">
                      <a16:creationId xmlns:a16="http://schemas.microsoft.com/office/drawing/2014/main" id="{87C70E70-B2F6-4205-8AB9-0674856901E7}"/>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7" name="Rectangle 17">
                  <a:extLst>
                    <a:ext uri="{FF2B5EF4-FFF2-40B4-BE49-F238E27FC236}">
                      <a16:creationId xmlns:a16="http://schemas.microsoft.com/office/drawing/2014/main" id="{5AD9BE8F-52A9-4B0A-81DC-882ECFBAA64B}"/>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8" name="Rectangle 67">
                  <a:extLst>
                    <a:ext uri="{FF2B5EF4-FFF2-40B4-BE49-F238E27FC236}">
                      <a16:creationId xmlns:a16="http://schemas.microsoft.com/office/drawing/2014/main" id="{C6FD1048-C6B7-4BC3-9D9D-C79011C2FC1E}"/>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886" name="Oval 68">
                <a:extLst>
                  <a:ext uri="{FF2B5EF4-FFF2-40B4-BE49-F238E27FC236}">
                    <a16:creationId xmlns:a16="http://schemas.microsoft.com/office/drawing/2014/main" id="{5A040789-F526-4189-A57C-0DF9422CEC17}"/>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0851" name="Group 349">
              <a:extLst>
                <a:ext uri="{FF2B5EF4-FFF2-40B4-BE49-F238E27FC236}">
                  <a16:creationId xmlns:a16="http://schemas.microsoft.com/office/drawing/2014/main" id="{E8CDC35F-7988-499E-82DC-9A38733D8C5E}"/>
                </a:ext>
              </a:extLst>
            </p:cNvPr>
            <p:cNvGrpSpPr>
              <a:grpSpLocks/>
            </p:cNvGrpSpPr>
            <p:nvPr/>
          </p:nvGrpSpPr>
          <p:grpSpPr bwMode="auto">
            <a:xfrm>
              <a:off x="6956447" y="1421927"/>
              <a:ext cx="2103079" cy="1770116"/>
              <a:chOff x="2545121" y="1430283"/>
              <a:chExt cx="2103079" cy="1770116"/>
            </a:xfrm>
          </p:grpSpPr>
          <p:sp>
            <p:nvSpPr>
              <p:cNvPr id="120858" name="Freeform 32">
                <a:extLst>
                  <a:ext uri="{FF2B5EF4-FFF2-40B4-BE49-F238E27FC236}">
                    <a16:creationId xmlns:a16="http://schemas.microsoft.com/office/drawing/2014/main" id="{D0A52521-F634-4110-8063-AD59DD1622CD}"/>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859" name="Group 357">
                <a:extLst>
                  <a:ext uri="{FF2B5EF4-FFF2-40B4-BE49-F238E27FC236}">
                    <a16:creationId xmlns:a16="http://schemas.microsoft.com/office/drawing/2014/main" id="{6C9C2C1C-DCDF-49C3-AE70-57A8FEE70515}"/>
                  </a:ext>
                </a:extLst>
              </p:cNvPr>
              <p:cNvGrpSpPr>
                <a:grpSpLocks/>
              </p:cNvGrpSpPr>
              <p:nvPr/>
            </p:nvGrpSpPr>
            <p:grpSpPr bwMode="auto">
              <a:xfrm>
                <a:off x="2545121" y="1430283"/>
                <a:ext cx="2103079" cy="1236717"/>
                <a:chOff x="89349" y="1428587"/>
                <a:chExt cx="2103079" cy="1236717"/>
              </a:xfrm>
            </p:grpSpPr>
            <p:sp>
              <p:nvSpPr>
                <p:cNvPr id="120860" name="Line 14">
                  <a:extLst>
                    <a:ext uri="{FF2B5EF4-FFF2-40B4-BE49-F238E27FC236}">
                      <a16:creationId xmlns:a16="http://schemas.microsoft.com/office/drawing/2014/main" id="{E3CD3112-1761-4B2A-B235-D9A6013CC3F4}"/>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1" name="Line 15">
                  <a:extLst>
                    <a:ext uri="{FF2B5EF4-FFF2-40B4-BE49-F238E27FC236}">
                      <a16:creationId xmlns:a16="http://schemas.microsoft.com/office/drawing/2014/main" id="{C518AFA6-9017-4775-95AD-04545D36CA6F}"/>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2" name="Line 11">
                  <a:extLst>
                    <a:ext uri="{FF2B5EF4-FFF2-40B4-BE49-F238E27FC236}">
                      <a16:creationId xmlns:a16="http://schemas.microsoft.com/office/drawing/2014/main" id="{A7178363-7D12-47EA-AAD9-8E6C6BFD90E1}"/>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3" name="Rectangle 5">
                  <a:extLst>
                    <a:ext uri="{FF2B5EF4-FFF2-40B4-BE49-F238E27FC236}">
                      <a16:creationId xmlns:a16="http://schemas.microsoft.com/office/drawing/2014/main" id="{ED8E629A-CBD0-44D4-94A8-90B412A01692}"/>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4" name="Rectangle 6">
                  <a:extLst>
                    <a:ext uri="{FF2B5EF4-FFF2-40B4-BE49-F238E27FC236}">
                      <a16:creationId xmlns:a16="http://schemas.microsoft.com/office/drawing/2014/main" id="{2B49A13E-99D0-4E64-BCE5-681BBAAB581A}"/>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5" name="Rectangle 7">
                  <a:extLst>
                    <a:ext uri="{FF2B5EF4-FFF2-40B4-BE49-F238E27FC236}">
                      <a16:creationId xmlns:a16="http://schemas.microsoft.com/office/drawing/2014/main" id="{78D4C3B4-160C-4AD9-BD3A-FB1195830DDA}"/>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6" name="Line 8">
                  <a:extLst>
                    <a:ext uri="{FF2B5EF4-FFF2-40B4-BE49-F238E27FC236}">
                      <a16:creationId xmlns:a16="http://schemas.microsoft.com/office/drawing/2014/main" id="{C56D9CF4-6341-49BF-A3B2-1446261988DD}"/>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7" name="Freeform 9">
                  <a:extLst>
                    <a:ext uri="{FF2B5EF4-FFF2-40B4-BE49-F238E27FC236}">
                      <a16:creationId xmlns:a16="http://schemas.microsoft.com/office/drawing/2014/main" id="{E2159BC6-CB51-4550-AA95-8B93AF017AFE}"/>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8" name="Line 11">
                  <a:extLst>
                    <a:ext uri="{FF2B5EF4-FFF2-40B4-BE49-F238E27FC236}">
                      <a16:creationId xmlns:a16="http://schemas.microsoft.com/office/drawing/2014/main" id="{2102E42E-E4EF-4A3A-BCA3-14C877B385B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9" name="Rectangle 17">
                  <a:extLst>
                    <a:ext uri="{FF2B5EF4-FFF2-40B4-BE49-F238E27FC236}">
                      <a16:creationId xmlns:a16="http://schemas.microsoft.com/office/drawing/2014/main" id="{EBB41C97-37E5-405F-9C23-66EBABFDE4A5}"/>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0" name="Rectangle 18">
                  <a:extLst>
                    <a:ext uri="{FF2B5EF4-FFF2-40B4-BE49-F238E27FC236}">
                      <a16:creationId xmlns:a16="http://schemas.microsoft.com/office/drawing/2014/main" id="{E7CAC330-4C34-4D92-A58A-586BCEB48A8F}"/>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1" name="Rectangle 19">
                  <a:extLst>
                    <a:ext uri="{FF2B5EF4-FFF2-40B4-BE49-F238E27FC236}">
                      <a16:creationId xmlns:a16="http://schemas.microsoft.com/office/drawing/2014/main" id="{A8BAAD2E-1CFC-4C8F-AB81-7FD12FA46023}"/>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0872" name="Group 1">
                  <a:extLst>
                    <a:ext uri="{FF2B5EF4-FFF2-40B4-BE49-F238E27FC236}">
                      <a16:creationId xmlns:a16="http://schemas.microsoft.com/office/drawing/2014/main" id="{0C0C9F13-95A3-4328-A292-8B9B22C9DBE5}"/>
                    </a:ext>
                  </a:extLst>
                </p:cNvPr>
                <p:cNvGrpSpPr>
                  <a:grpSpLocks/>
                </p:cNvGrpSpPr>
                <p:nvPr/>
              </p:nvGrpSpPr>
              <p:grpSpPr bwMode="auto">
                <a:xfrm>
                  <a:off x="316975" y="2208007"/>
                  <a:ext cx="305262" cy="215063"/>
                  <a:chOff x="990600" y="5638800"/>
                  <a:chExt cx="376238" cy="265113"/>
                </a:xfrm>
              </p:grpSpPr>
              <p:sp>
                <p:nvSpPr>
                  <p:cNvPr id="120882" name="Freeform 26">
                    <a:extLst>
                      <a:ext uri="{FF2B5EF4-FFF2-40B4-BE49-F238E27FC236}">
                        <a16:creationId xmlns:a16="http://schemas.microsoft.com/office/drawing/2014/main" id="{13C21C1C-5CDF-499F-8C2A-B7C4035AF4BF}"/>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3" name="Freeform 28">
                    <a:extLst>
                      <a:ext uri="{FF2B5EF4-FFF2-40B4-BE49-F238E27FC236}">
                        <a16:creationId xmlns:a16="http://schemas.microsoft.com/office/drawing/2014/main" id="{90390465-BC14-4016-BE98-2BC405482C29}"/>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873" name="Rectangle 29">
                  <a:extLst>
                    <a:ext uri="{FF2B5EF4-FFF2-40B4-BE49-F238E27FC236}">
                      <a16:creationId xmlns:a16="http://schemas.microsoft.com/office/drawing/2014/main" id="{76BA2D66-A1C1-4FDB-B2A0-1428181E20A6}"/>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4" name="Rectangle 67">
                  <a:extLst>
                    <a:ext uri="{FF2B5EF4-FFF2-40B4-BE49-F238E27FC236}">
                      <a16:creationId xmlns:a16="http://schemas.microsoft.com/office/drawing/2014/main" id="{619039E9-BD79-4933-B4AA-6357E9EEF501}"/>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5" name="Oval 68">
                  <a:extLst>
                    <a:ext uri="{FF2B5EF4-FFF2-40B4-BE49-F238E27FC236}">
                      <a16:creationId xmlns:a16="http://schemas.microsoft.com/office/drawing/2014/main" id="{3A95BC88-B4E5-4C65-8585-BDBC8295FB88}"/>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6" name="Line 11">
                  <a:extLst>
                    <a:ext uri="{FF2B5EF4-FFF2-40B4-BE49-F238E27FC236}">
                      <a16:creationId xmlns:a16="http://schemas.microsoft.com/office/drawing/2014/main" id="{B66EBE2D-C9A4-438E-B482-CE7F0135EA48}"/>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7" name="Rectangle 6">
                  <a:extLst>
                    <a:ext uri="{FF2B5EF4-FFF2-40B4-BE49-F238E27FC236}">
                      <a16:creationId xmlns:a16="http://schemas.microsoft.com/office/drawing/2014/main" id="{6F14DA05-5E30-4C14-875B-59E728AA2D73}"/>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8" name="Rectangle 7">
                  <a:extLst>
                    <a:ext uri="{FF2B5EF4-FFF2-40B4-BE49-F238E27FC236}">
                      <a16:creationId xmlns:a16="http://schemas.microsoft.com/office/drawing/2014/main" id="{69E4DB2A-DD68-4AE7-AE28-5B59B7315DA4}"/>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9" name="Line 8">
                  <a:extLst>
                    <a:ext uri="{FF2B5EF4-FFF2-40B4-BE49-F238E27FC236}">
                      <a16:creationId xmlns:a16="http://schemas.microsoft.com/office/drawing/2014/main" id="{6CC47B11-A305-4DA8-9BEE-8FA2702203C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0" name="Rectangle 17">
                  <a:extLst>
                    <a:ext uri="{FF2B5EF4-FFF2-40B4-BE49-F238E27FC236}">
                      <a16:creationId xmlns:a16="http://schemas.microsoft.com/office/drawing/2014/main" id="{FE6F5664-B252-4C62-8B02-FB8D4B6C8028}"/>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1" name="Rectangle 67">
                  <a:extLst>
                    <a:ext uri="{FF2B5EF4-FFF2-40B4-BE49-F238E27FC236}">
                      <a16:creationId xmlns:a16="http://schemas.microsoft.com/office/drawing/2014/main" id="{1CAAABA8-DF6C-4F07-A303-3875572BEDF1}"/>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20852" name="Line 13">
              <a:extLst>
                <a:ext uri="{FF2B5EF4-FFF2-40B4-BE49-F238E27FC236}">
                  <a16:creationId xmlns:a16="http://schemas.microsoft.com/office/drawing/2014/main" id="{9B081DCB-5F80-4741-A900-B7B1762AFE6E}"/>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3" name="Oval 68">
              <a:extLst>
                <a:ext uri="{FF2B5EF4-FFF2-40B4-BE49-F238E27FC236}">
                  <a16:creationId xmlns:a16="http://schemas.microsoft.com/office/drawing/2014/main" id="{AD1FAEF3-297C-40B5-988B-DBA2C5B6760F}"/>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4" name="Line 11">
              <a:extLst>
                <a:ext uri="{FF2B5EF4-FFF2-40B4-BE49-F238E27FC236}">
                  <a16:creationId xmlns:a16="http://schemas.microsoft.com/office/drawing/2014/main" id="{1AF8E63C-AC01-4AED-820A-431F13E3D92A}"/>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5" name="Line 15">
              <a:extLst>
                <a:ext uri="{FF2B5EF4-FFF2-40B4-BE49-F238E27FC236}">
                  <a16:creationId xmlns:a16="http://schemas.microsoft.com/office/drawing/2014/main" id="{3B77240F-8960-4512-BBC5-37C93F421CF1}"/>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6" name="Rectangle 11">
              <a:extLst>
                <a:ext uri="{FF2B5EF4-FFF2-40B4-BE49-F238E27FC236}">
                  <a16:creationId xmlns:a16="http://schemas.microsoft.com/office/drawing/2014/main" id="{10BC2205-6E31-41B0-9B80-552A67A21A21}"/>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7" name="Rectangle 41">
              <a:extLst>
                <a:ext uri="{FF2B5EF4-FFF2-40B4-BE49-F238E27FC236}">
                  <a16:creationId xmlns:a16="http://schemas.microsoft.com/office/drawing/2014/main" id="{0F9B94DD-54A3-40E0-AA27-DF88396A2616}"/>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120835" name="Straight Connector 2">
            <a:extLst>
              <a:ext uri="{FF2B5EF4-FFF2-40B4-BE49-F238E27FC236}">
                <a16:creationId xmlns:a16="http://schemas.microsoft.com/office/drawing/2014/main" id="{0CE0B815-F880-453F-902E-A96DC3ECB5CE}"/>
              </a:ext>
            </a:extLst>
          </p:cNvPr>
          <p:cNvCxnSpPr>
            <a:cxnSpLocks noChangeShapeType="1"/>
          </p:cNvCxnSpPr>
          <p:nvPr/>
        </p:nvCxnSpPr>
        <p:spPr bwMode="auto">
          <a:xfrm>
            <a:off x="1143000" y="2711450"/>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36" name="Straight Connector 121">
            <a:extLst>
              <a:ext uri="{FF2B5EF4-FFF2-40B4-BE49-F238E27FC236}">
                <a16:creationId xmlns:a16="http://schemas.microsoft.com/office/drawing/2014/main" id="{A31B7260-2B98-47A0-813C-65A433DB7A6B}"/>
              </a:ext>
            </a:extLst>
          </p:cNvPr>
          <p:cNvCxnSpPr>
            <a:cxnSpLocks noChangeShapeType="1"/>
          </p:cNvCxnSpPr>
          <p:nvPr/>
        </p:nvCxnSpPr>
        <p:spPr bwMode="auto">
          <a:xfrm>
            <a:off x="1874838" y="2716213"/>
            <a:ext cx="531812"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37" name="Straight Connector 122">
            <a:extLst>
              <a:ext uri="{FF2B5EF4-FFF2-40B4-BE49-F238E27FC236}">
                <a16:creationId xmlns:a16="http://schemas.microsoft.com/office/drawing/2014/main" id="{0992A504-FBA1-40D6-BC6F-3182B14497F9}"/>
              </a:ext>
            </a:extLst>
          </p:cNvPr>
          <p:cNvCxnSpPr>
            <a:cxnSpLocks noChangeShapeType="1"/>
          </p:cNvCxnSpPr>
          <p:nvPr/>
        </p:nvCxnSpPr>
        <p:spPr bwMode="auto">
          <a:xfrm>
            <a:off x="3294063" y="2703513"/>
            <a:ext cx="0" cy="558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38" name="Straight Connector 124">
            <a:extLst>
              <a:ext uri="{FF2B5EF4-FFF2-40B4-BE49-F238E27FC236}">
                <a16:creationId xmlns:a16="http://schemas.microsoft.com/office/drawing/2014/main" id="{05873CCC-D3ED-41EB-A047-E59BE4CA96A7}"/>
              </a:ext>
            </a:extLst>
          </p:cNvPr>
          <p:cNvCxnSpPr>
            <a:cxnSpLocks noChangeShapeType="1"/>
          </p:cNvCxnSpPr>
          <p:nvPr/>
        </p:nvCxnSpPr>
        <p:spPr bwMode="auto">
          <a:xfrm>
            <a:off x="5426075" y="2697163"/>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39" name="Straight Connector 126">
            <a:extLst>
              <a:ext uri="{FF2B5EF4-FFF2-40B4-BE49-F238E27FC236}">
                <a16:creationId xmlns:a16="http://schemas.microsoft.com/office/drawing/2014/main" id="{504DAAF4-0E67-438B-8850-41168443BD8E}"/>
              </a:ext>
            </a:extLst>
          </p:cNvPr>
          <p:cNvCxnSpPr>
            <a:cxnSpLocks noChangeShapeType="1"/>
          </p:cNvCxnSpPr>
          <p:nvPr/>
        </p:nvCxnSpPr>
        <p:spPr bwMode="auto">
          <a:xfrm>
            <a:off x="7559675" y="2706688"/>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40" name="Straight Connector 128">
            <a:extLst>
              <a:ext uri="{FF2B5EF4-FFF2-40B4-BE49-F238E27FC236}">
                <a16:creationId xmlns:a16="http://schemas.microsoft.com/office/drawing/2014/main" id="{2F0817F2-6F87-400F-9E7A-51D708725020}"/>
              </a:ext>
            </a:extLst>
          </p:cNvPr>
          <p:cNvCxnSpPr>
            <a:cxnSpLocks noChangeShapeType="1"/>
          </p:cNvCxnSpPr>
          <p:nvPr/>
        </p:nvCxnSpPr>
        <p:spPr bwMode="auto">
          <a:xfrm>
            <a:off x="4025900" y="2727325"/>
            <a:ext cx="531813"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41" name="Straight Connector 129">
            <a:extLst>
              <a:ext uri="{FF2B5EF4-FFF2-40B4-BE49-F238E27FC236}">
                <a16:creationId xmlns:a16="http://schemas.microsoft.com/office/drawing/2014/main" id="{0441CDCE-0FBC-49EF-A3EC-45BF3D3B5869}"/>
              </a:ext>
            </a:extLst>
          </p:cNvPr>
          <p:cNvCxnSpPr>
            <a:cxnSpLocks noChangeShapeType="1"/>
          </p:cNvCxnSpPr>
          <p:nvPr/>
        </p:nvCxnSpPr>
        <p:spPr bwMode="auto">
          <a:xfrm>
            <a:off x="6157913" y="2719388"/>
            <a:ext cx="531812"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0842" name="Straight Connector 130">
            <a:extLst>
              <a:ext uri="{FF2B5EF4-FFF2-40B4-BE49-F238E27FC236}">
                <a16:creationId xmlns:a16="http://schemas.microsoft.com/office/drawing/2014/main" id="{99A4CDAD-8286-47B3-8936-401118485795}"/>
              </a:ext>
            </a:extLst>
          </p:cNvPr>
          <p:cNvCxnSpPr>
            <a:cxnSpLocks noChangeShapeType="1"/>
          </p:cNvCxnSpPr>
          <p:nvPr/>
        </p:nvCxnSpPr>
        <p:spPr bwMode="auto">
          <a:xfrm>
            <a:off x="8281988" y="2720975"/>
            <a:ext cx="531812"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20843" name="Group 125">
            <a:extLst>
              <a:ext uri="{FF2B5EF4-FFF2-40B4-BE49-F238E27FC236}">
                <a16:creationId xmlns:a16="http://schemas.microsoft.com/office/drawing/2014/main" id="{6959292F-C4B8-44B5-A139-B550EEB8216C}"/>
              </a:ext>
            </a:extLst>
          </p:cNvPr>
          <p:cNvGrpSpPr>
            <a:grpSpLocks/>
          </p:cNvGrpSpPr>
          <p:nvPr/>
        </p:nvGrpSpPr>
        <p:grpSpPr bwMode="auto">
          <a:xfrm>
            <a:off x="1752600" y="5638800"/>
            <a:ext cx="5105400" cy="369888"/>
            <a:chOff x="1752600" y="5638800"/>
            <a:chExt cx="5105399" cy="369332"/>
          </a:xfrm>
        </p:grpSpPr>
        <p:sp>
          <p:nvSpPr>
            <p:cNvPr id="120845" name="Freeform 13">
              <a:extLst>
                <a:ext uri="{FF2B5EF4-FFF2-40B4-BE49-F238E27FC236}">
                  <a16:creationId xmlns:a16="http://schemas.microsoft.com/office/drawing/2014/main" id="{F15D365D-9977-40E8-BB1D-47818FDFCAD1}"/>
                </a:ext>
              </a:extLst>
            </p:cNvPr>
            <p:cNvSpPr>
              <a:spLocks/>
            </p:cNvSpPr>
            <p:nvPr/>
          </p:nvSpPr>
          <p:spPr bwMode="auto">
            <a:xfrm>
              <a:off x="2682458" y="5638800"/>
              <a:ext cx="4175541" cy="268288"/>
            </a:xfrm>
            <a:custGeom>
              <a:avLst/>
              <a:gdLst>
                <a:gd name="T0" fmla="*/ 2147483646 w 1873"/>
                <a:gd name="T1" fmla="*/ 2147483646 h 336"/>
                <a:gd name="T2" fmla="*/ 2147483646 w 1873"/>
                <a:gd name="T3" fmla="*/ 0 h 336"/>
                <a:gd name="T4" fmla="*/ 2147483646 w 1873"/>
                <a:gd name="T5" fmla="*/ 0 h 336"/>
                <a:gd name="T6" fmla="*/ 2147483646 w 1873"/>
                <a:gd name="T7" fmla="*/ 2147483646 h 336"/>
                <a:gd name="T8" fmla="*/ 2147483646 w 1873"/>
                <a:gd name="T9" fmla="*/ 2147483646 h 336"/>
                <a:gd name="T10" fmla="*/ 2147483646 w 1873"/>
                <a:gd name="T11" fmla="*/ 0 h 336"/>
                <a:gd name="T12" fmla="*/ 2147483646 w 1873"/>
                <a:gd name="T13" fmla="*/ 0 h 336"/>
                <a:gd name="T14" fmla="*/ 2147483646 w 1873"/>
                <a:gd name="T15" fmla="*/ 2147483646 h 336"/>
                <a:gd name="T16" fmla="*/ 0 w 1873"/>
                <a:gd name="T17" fmla="*/ 2147483646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46" name="TextBox 131">
              <a:extLst>
                <a:ext uri="{FF2B5EF4-FFF2-40B4-BE49-F238E27FC236}">
                  <a16:creationId xmlns:a16="http://schemas.microsoft.com/office/drawing/2014/main" id="{0443821F-E6E5-4E7D-8A31-BA7565DBB077}"/>
                </a:ext>
              </a:extLst>
            </p:cNvPr>
            <p:cNvSpPr txBox="1">
              <a:spLocks noChangeArrowheads="1"/>
            </p:cNvSpPr>
            <p:nvPr/>
          </p:nvSpPr>
          <p:spPr bwMode="auto">
            <a:xfrm>
              <a:off x="1752600" y="5638800"/>
              <a:ext cx="7360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Clock</a:t>
              </a:r>
            </a:p>
          </p:txBody>
        </p:sp>
      </p:grpSp>
      <p:sp>
        <p:nvSpPr>
          <p:cNvPr id="120844" name="Oval 132">
            <a:extLst>
              <a:ext uri="{FF2B5EF4-FFF2-40B4-BE49-F238E27FC236}">
                <a16:creationId xmlns:a16="http://schemas.microsoft.com/office/drawing/2014/main" id="{9366DD73-0423-45C8-800D-2583BB8F18A5}"/>
              </a:ext>
            </a:extLst>
          </p:cNvPr>
          <p:cNvSpPr>
            <a:spLocks noChangeAspect="1"/>
          </p:cNvSpPr>
          <p:nvPr/>
        </p:nvSpPr>
        <p:spPr bwMode="auto">
          <a:xfrm>
            <a:off x="3775075" y="5595938"/>
            <a:ext cx="85725" cy="87312"/>
          </a:xfrm>
          <a:prstGeom prst="ellipse">
            <a:avLst/>
          </a:prstGeom>
          <a:solidFill>
            <a:srgbClr val="0000FF"/>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Title 1">
            <a:extLst>
              <a:ext uri="{FF2B5EF4-FFF2-40B4-BE49-F238E27FC236}">
                <a16:creationId xmlns:a16="http://schemas.microsoft.com/office/drawing/2014/main" id="{61DC17BB-E4CA-4A3D-B577-7B750CBB8EB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21858" name="Group 344">
            <a:extLst>
              <a:ext uri="{FF2B5EF4-FFF2-40B4-BE49-F238E27FC236}">
                <a16:creationId xmlns:a16="http://schemas.microsoft.com/office/drawing/2014/main" id="{391BD481-F15A-41C2-8F09-FE789A767F08}"/>
              </a:ext>
            </a:extLst>
          </p:cNvPr>
          <p:cNvGrpSpPr>
            <a:grpSpLocks/>
          </p:cNvGrpSpPr>
          <p:nvPr/>
        </p:nvGrpSpPr>
        <p:grpSpPr bwMode="auto">
          <a:xfrm>
            <a:off x="206375" y="2479675"/>
            <a:ext cx="8853488" cy="1787525"/>
            <a:chOff x="205979" y="1421927"/>
            <a:chExt cx="8853547" cy="1786829"/>
          </a:xfrm>
        </p:grpSpPr>
        <p:sp>
          <p:nvSpPr>
            <p:cNvPr id="121871" name="Line 14">
              <a:extLst>
                <a:ext uri="{FF2B5EF4-FFF2-40B4-BE49-F238E27FC236}">
                  <a16:creationId xmlns:a16="http://schemas.microsoft.com/office/drawing/2014/main" id="{3DD6D96D-CEF8-4A52-9081-19C38191A86C}"/>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872" name="Group 346">
              <a:extLst>
                <a:ext uri="{FF2B5EF4-FFF2-40B4-BE49-F238E27FC236}">
                  <a16:creationId xmlns:a16="http://schemas.microsoft.com/office/drawing/2014/main" id="{B4752AC7-03DA-44B4-B6A6-FFE793DC1BE6}"/>
                </a:ext>
              </a:extLst>
            </p:cNvPr>
            <p:cNvGrpSpPr>
              <a:grpSpLocks/>
            </p:cNvGrpSpPr>
            <p:nvPr/>
          </p:nvGrpSpPr>
          <p:grpSpPr bwMode="auto">
            <a:xfrm>
              <a:off x="665216" y="1428587"/>
              <a:ext cx="2636625" cy="1236717"/>
              <a:chOff x="207935" y="1428587"/>
              <a:chExt cx="2636625" cy="1236717"/>
            </a:xfrm>
          </p:grpSpPr>
          <p:sp>
            <p:nvSpPr>
              <p:cNvPr id="121962" name="Line 14">
                <a:extLst>
                  <a:ext uri="{FF2B5EF4-FFF2-40B4-BE49-F238E27FC236}">
                    <a16:creationId xmlns:a16="http://schemas.microsoft.com/office/drawing/2014/main" id="{AE804803-B6B1-4B5F-B827-2AB27D801A3C}"/>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3" name="Line 15">
                <a:extLst>
                  <a:ext uri="{FF2B5EF4-FFF2-40B4-BE49-F238E27FC236}">
                    <a16:creationId xmlns:a16="http://schemas.microsoft.com/office/drawing/2014/main" id="{2D506E6E-2368-48C6-AED6-CB4759AB8501}"/>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4" name="Rectangle 5">
                <a:extLst>
                  <a:ext uri="{FF2B5EF4-FFF2-40B4-BE49-F238E27FC236}">
                    <a16:creationId xmlns:a16="http://schemas.microsoft.com/office/drawing/2014/main" id="{00446850-04F1-4E58-B6F9-81C56948030E}"/>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5" name="Rectangle 6">
                <a:extLst>
                  <a:ext uri="{FF2B5EF4-FFF2-40B4-BE49-F238E27FC236}">
                    <a16:creationId xmlns:a16="http://schemas.microsoft.com/office/drawing/2014/main" id="{08C62D64-42E8-4411-AB97-A9EA94E54D2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6" name="Rectangle 7">
                <a:extLst>
                  <a:ext uri="{FF2B5EF4-FFF2-40B4-BE49-F238E27FC236}">
                    <a16:creationId xmlns:a16="http://schemas.microsoft.com/office/drawing/2014/main" id="{C0A17AF9-8DDF-49E6-8C8B-BC51F3A8E09F}"/>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7" name="Line 8">
                <a:extLst>
                  <a:ext uri="{FF2B5EF4-FFF2-40B4-BE49-F238E27FC236}">
                    <a16:creationId xmlns:a16="http://schemas.microsoft.com/office/drawing/2014/main" id="{EBAC92A1-B913-4D0A-BA64-9DE88C592D24}"/>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8" name="Freeform 9">
                <a:extLst>
                  <a:ext uri="{FF2B5EF4-FFF2-40B4-BE49-F238E27FC236}">
                    <a16:creationId xmlns:a16="http://schemas.microsoft.com/office/drawing/2014/main" id="{7C2F0D4C-59B1-4145-86CF-4D027BE8DF05}"/>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9" name="Line 11">
                <a:extLst>
                  <a:ext uri="{FF2B5EF4-FFF2-40B4-BE49-F238E27FC236}">
                    <a16:creationId xmlns:a16="http://schemas.microsoft.com/office/drawing/2014/main" id="{79C86E9F-1762-4274-8262-A818C20997F1}"/>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0" name="Rectangle 17">
                <a:extLst>
                  <a:ext uri="{FF2B5EF4-FFF2-40B4-BE49-F238E27FC236}">
                    <a16:creationId xmlns:a16="http://schemas.microsoft.com/office/drawing/2014/main" id="{44CB7839-B4BB-4955-8A4F-B606E7953017}"/>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1" name="Rectangle 18">
                <a:extLst>
                  <a:ext uri="{FF2B5EF4-FFF2-40B4-BE49-F238E27FC236}">
                    <a16:creationId xmlns:a16="http://schemas.microsoft.com/office/drawing/2014/main" id="{E904F74F-1CCE-4039-ACE9-C9B9A56724F2}"/>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2" name="Rectangle 19">
                <a:extLst>
                  <a:ext uri="{FF2B5EF4-FFF2-40B4-BE49-F238E27FC236}">
                    <a16:creationId xmlns:a16="http://schemas.microsoft.com/office/drawing/2014/main" id="{AFD845AD-6920-4A69-A0AD-8B85C659D43F}"/>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973" name="Group 1">
                <a:extLst>
                  <a:ext uri="{FF2B5EF4-FFF2-40B4-BE49-F238E27FC236}">
                    <a16:creationId xmlns:a16="http://schemas.microsoft.com/office/drawing/2014/main" id="{BBA0DF1B-BEB2-4AB6-A6F0-FD5853D4F7FF}"/>
                  </a:ext>
                </a:extLst>
              </p:cNvPr>
              <p:cNvGrpSpPr>
                <a:grpSpLocks/>
              </p:cNvGrpSpPr>
              <p:nvPr/>
            </p:nvGrpSpPr>
            <p:grpSpPr bwMode="auto">
              <a:xfrm>
                <a:off x="316975" y="2208007"/>
                <a:ext cx="305262" cy="215063"/>
                <a:chOff x="990600" y="5638800"/>
                <a:chExt cx="376238" cy="265113"/>
              </a:xfrm>
            </p:grpSpPr>
            <p:sp>
              <p:nvSpPr>
                <p:cNvPr id="121983" name="Freeform 26">
                  <a:extLst>
                    <a:ext uri="{FF2B5EF4-FFF2-40B4-BE49-F238E27FC236}">
                      <a16:creationId xmlns:a16="http://schemas.microsoft.com/office/drawing/2014/main" id="{CF45864E-F630-4D6B-8EEF-8A8C3DC6F59B}"/>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4" name="Freeform 28">
                  <a:extLst>
                    <a:ext uri="{FF2B5EF4-FFF2-40B4-BE49-F238E27FC236}">
                      <a16:creationId xmlns:a16="http://schemas.microsoft.com/office/drawing/2014/main" id="{5BDE93B8-59A4-48B4-A252-FACC754032FB}"/>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974" name="Rectangle 29">
                <a:extLst>
                  <a:ext uri="{FF2B5EF4-FFF2-40B4-BE49-F238E27FC236}">
                    <a16:creationId xmlns:a16="http://schemas.microsoft.com/office/drawing/2014/main" id="{B92A8CE7-AAFF-468E-8DE0-CE002243F01E}"/>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5" name="Rectangle 67">
                <a:extLst>
                  <a:ext uri="{FF2B5EF4-FFF2-40B4-BE49-F238E27FC236}">
                    <a16:creationId xmlns:a16="http://schemas.microsoft.com/office/drawing/2014/main" id="{65A73308-A92F-4BD5-84E4-94011E7A8C44}"/>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6" name="Oval 68">
                <a:extLst>
                  <a:ext uri="{FF2B5EF4-FFF2-40B4-BE49-F238E27FC236}">
                    <a16:creationId xmlns:a16="http://schemas.microsoft.com/office/drawing/2014/main" id="{01A3EE79-7C7F-400D-8879-7B580F9AEF30}"/>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7" name="Line 11">
                <a:extLst>
                  <a:ext uri="{FF2B5EF4-FFF2-40B4-BE49-F238E27FC236}">
                    <a16:creationId xmlns:a16="http://schemas.microsoft.com/office/drawing/2014/main" id="{2EEAC284-9CFC-4082-AE7D-302E0E82F388}"/>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8" name="Rectangle 6">
                <a:extLst>
                  <a:ext uri="{FF2B5EF4-FFF2-40B4-BE49-F238E27FC236}">
                    <a16:creationId xmlns:a16="http://schemas.microsoft.com/office/drawing/2014/main" id="{1446861E-A59A-4212-9919-856F479B88F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9" name="Rectangle 7">
                <a:extLst>
                  <a:ext uri="{FF2B5EF4-FFF2-40B4-BE49-F238E27FC236}">
                    <a16:creationId xmlns:a16="http://schemas.microsoft.com/office/drawing/2014/main" id="{EEF7235D-A94E-4232-8B2D-379C5B41BEFA}"/>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0" name="Line 8">
                <a:extLst>
                  <a:ext uri="{FF2B5EF4-FFF2-40B4-BE49-F238E27FC236}">
                    <a16:creationId xmlns:a16="http://schemas.microsoft.com/office/drawing/2014/main" id="{70FB24F8-77F3-4442-8936-BD9271DEC8B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1" name="Rectangle 17">
                <a:extLst>
                  <a:ext uri="{FF2B5EF4-FFF2-40B4-BE49-F238E27FC236}">
                    <a16:creationId xmlns:a16="http://schemas.microsoft.com/office/drawing/2014/main" id="{43AF4422-1BED-476E-83D5-33A06A157A7E}"/>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2" name="Rectangle 67">
                <a:extLst>
                  <a:ext uri="{FF2B5EF4-FFF2-40B4-BE49-F238E27FC236}">
                    <a16:creationId xmlns:a16="http://schemas.microsoft.com/office/drawing/2014/main" id="{C812B85C-184A-47BC-8793-0F3C9E8EE6A8}"/>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1873" name="Group 347">
              <a:extLst>
                <a:ext uri="{FF2B5EF4-FFF2-40B4-BE49-F238E27FC236}">
                  <a16:creationId xmlns:a16="http://schemas.microsoft.com/office/drawing/2014/main" id="{4B04B9AA-0347-4F83-8A26-6A9746C6AB76}"/>
                </a:ext>
              </a:extLst>
            </p:cNvPr>
            <p:cNvGrpSpPr>
              <a:grpSpLocks/>
            </p:cNvGrpSpPr>
            <p:nvPr/>
          </p:nvGrpSpPr>
          <p:grpSpPr bwMode="auto">
            <a:xfrm>
              <a:off x="2675436" y="1430283"/>
              <a:ext cx="2766082" cy="1778473"/>
              <a:chOff x="2522955" y="1430283"/>
              <a:chExt cx="2766082" cy="1778473"/>
            </a:xfrm>
          </p:grpSpPr>
          <p:sp>
            <p:nvSpPr>
              <p:cNvPr id="121935" name="Freeform 32">
                <a:extLst>
                  <a:ext uri="{FF2B5EF4-FFF2-40B4-BE49-F238E27FC236}">
                    <a16:creationId xmlns:a16="http://schemas.microsoft.com/office/drawing/2014/main" id="{886C7F36-52DF-47AF-A35E-2613C3B724EB}"/>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936" name="Group 410">
                <a:extLst>
                  <a:ext uri="{FF2B5EF4-FFF2-40B4-BE49-F238E27FC236}">
                    <a16:creationId xmlns:a16="http://schemas.microsoft.com/office/drawing/2014/main" id="{EA113AFA-ABC7-4EB4-A976-C73811E13653}"/>
                  </a:ext>
                </a:extLst>
              </p:cNvPr>
              <p:cNvGrpSpPr>
                <a:grpSpLocks/>
              </p:cNvGrpSpPr>
              <p:nvPr/>
            </p:nvGrpSpPr>
            <p:grpSpPr bwMode="auto">
              <a:xfrm>
                <a:off x="2545121" y="1430283"/>
                <a:ext cx="2743916" cy="1236717"/>
                <a:chOff x="89349" y="1428587"/>
                <a:chExt cx="2743916" cy="1236717"/>
              </a:xfrm>
            </p:grpSpPr>
            <p:sp>
              <p:nvSpPr>
                <p:cNvPr id="121938" name="Line 14">
                  <a:extLst>
                    <a:ext uri="{FF2B5EF4-FFF2-40B4-BE49-F238E27FC236}">
                      <a16:creationId xmlns:a16="http://schemas.microsoft.com/office/drawing/2014/main" id="{93890AD5-E149-4F26-9835-BE5FF31CB453}"/>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9" name="Line 15">
                  <a:extLst>
                    <a:ext uri="{FF2B5EF4-FFF2-40B4-BE49-F238E27FC236}">
                      <a16:creationId xmlns:a16="http://schemas.microsoft.com/office/drawing/2014/main" id="{386F07A4-72FE-4C14-AD39-B1C986F6E032}"/>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0" name="Line 11">
                  <a:extLst>
                    <a:ext uri="{FF2B5EF4-FFF2-40B4-BE49-F238E27FC236}">
                      <a16:creationId xmlns:a16="http://schemas.microsoft.com/office/drawing/2014/main" id="{2B98C414-D445-4FD5-844E-0A8D28882A6F}"/>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1" name="Rectangle 5">
                  <a:extLst>
                    <a:ext uri="{FF2B5EF4-FFF2-40B4-BE49-F238E27FC236}">
                      <a16:creationId xmlns:a16="http://schemas.microsoft.com/office/drawing/2014/main" id="{6B58B1F5-C60E-4299-B618-DADB47627769}"/>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2" name="Rectangle 6">
                  <a:extLst>
                    <a:ext uri="{FF2B5EF4-FFF2-40B4-BE49-F238E27FC236}">
                      <a16:creationId xmlns:a16="http://schemas.microsoft.com/office/drawing/2014/main" id="{816D16E6-9DC0-47AC-960C-37D312EB7A77}"/>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3" name="Rectangle 7">
                  <a:extLst>
                    <a:ext uri="{FF2B5EF4-FFF2-40B4-BE49-F238E27FC236}">
                      <a16:creationId xmlns:a16="http://schemas.microsoft.com/office/drawing/2014/main" id="{960B03CE-100D-40C1-AC78-5770D6023A92}"/>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4" name="Line 8">
                  <a:extLst>
                    <a:ext uri="{FF2B5EF4-FFF2-40B4-BE49-F238E27FC236}">
                      <a16:creationId xmlns:a16="http://schemas.microsoft.com/office/drawing/2014/main" id="{C75D15FA-06C0-4F37-BFF3-6AF0F8D4E39E}"/>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5" name="Freeform 9">
                  <a:extLst>
                    <a:ext uri="{FF2B5EF4-FFF2-40B4-BE49-F238E27FC236}">
                      <a16:creationId xmlns:a16="http://schemas.microsoft.com/office/drawing/2014/main" id="{EF9CA3A1-FD14-4E89-A7A9-E3CC67632C3B}"/>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6" name="Line 11">
                  <a:extLst>
                    <a:ext uri="{FF2B5EF4-FFF2-40B4-BE49-F238E27FC236}">
                      <a16:creationId xmlns:a16="http://schemas.microsoft.com/office/drawing/2014/main" id="{245A6A29-07EA-4437-AA16-3406CCD7DD3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7" name="Rectangle 17">
                  <a:extLst>
                    <a:ext uri="{FF2B5EF4-FFF2-40B4-BE49-F238E27FC236}">
                      <a16:creationId xmlns:a16="http://schemas.microsoft.com/office/drawing/2014/main" id="{2C182877-2579-4304-8A7B-238986A12F14}"/>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8" name="Rectangle 18">
                  <a:extLst>
                    <a:ext uri="{FF2B5EF4-FFF2-40B4-BE49-F238E27FC236}">
                      <a16:creationId xmlns:a16="http://schemas.microsoft.com/office/drawing/2014/main" id="{1A237CF4-861E-4DC1-AC57-88E99870BB94}"/>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9" name="Rectangle 19">
                  <a:extLst>
                    <a:ext uri="{FF2B5EF4-FFF2-40B4-BE49-F238E27FC236}">
                      <a16:creationId xmlns:a16="http://schemas.microsoft.com/office/drawing/2014/main" id="{59CB7C8C-7CD4-42AC-ACE3-DD01F84A4292}"/>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950" name="Group 1">
                  <a:extLst>
                    <a:ext uri="{FF2B5EF4-FFF2-40B4-BE49-F238E27FC236}">
                      <a16:creationId xmlns:a16="http://schemas.microsoft.com/office/drawing/2014/main" id="{C10B6F9E-ACDB-42D9-8EA5-2A332C80FD8F}"/>
                    </a:ext>
                  </a:extLst>
                </p:cNvPr>
                <p:cNvGrpSpPr>
                  <a:grpSpLocks/>
                </p:cNvGrpSpPr>
                <p:nvPr/>
              </p:nvGrpSpPr>
              <p:grpSpPr bwMode="auto">
                <a:xfrm>
                  <a:off x="316975" y="2208007"/>
                  <a:ext cx="305262" cy="215063"/>
                  <a:chOff x="990600" y="5638800"/>
                  <a:chExt cx="376238" cy="265113"/>
                </a:xfrm>
              </p:grpSpPr>
              <p:sp>
                <p:nvSpPr>
                  <p:cNvPr id="121960" name="Freeform 26">
                    <a:extLst>
                      <a:ext uri="{FF2B5EF4-FFF2-40B4-BE49-F238E27FC236}">
                        <a16:creationId xmlns:a16="http://schemas.microsoft.com/office/drawing/2014/main" id="{E5526597-5BC8-4817-AB60-4644ADDB24E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1" name="Freeform 28">
                    <a:extLst>
                      <a:ext uri="{FF2B5EF4-FFF2-40B4-BE49-F238E27FC236}">
                        <a16:creationId xmlns:a16="http://schemas.microsoft.com/office/drawing/2014/main" id="{29F0C3D2-3614-4F5D-A963-71F3C4CC97AE}"/>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951" name="Rectangle 29">
                  <a:extLst>
                    <a:ext uri="{FF2B5EF4-FFF2-40B4-BE49-F238E27FC236}">
                      <a16:creationId xmlns:a16="http://schemas.microsoft.com/office/drawing/2014/main" id="{4A5AEF46-3B66-4AC1-94CF-7374EECCDC63}"/>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2" name="Rectangle 67">
                  <a:extLst>
                    <a:ext uri="{FF2B5EF4-FFF2-40B4-BE49-F238E27FC236}">
                      <a16:creationId xmlns:a16="http://schemas.microsoft.com/office/drawing/2014/main" id="{2EE033DE-A2C3-4018-9660-C62D8F8BE4FB}"/>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3" name="Oval 68">
                  <a:extLst>
                    <a:ext uri="{FF2B5EF4-FFF2-40B4-BE49-F238E27FC236}">
                      <a16:creationId xmlns:a16="http://schemas.microsoft.com/office/drawing/2014/main" id="{FCBC10C2-6FEA-474F-8805-6C9C6C9EDF77}"/>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4" name="Line 11">
                  <a:extLst>
                    <a:ext uri="{FF2B5EF4-FFF2-40B4-BE49-F238E27FC236}">
                      <a16:creationId xmlns:a16="http://schemas.microsoft.com/office/drawing/2014/main" id="{61420A25-540A-407D-B613-DBAA728B13BB}"/>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5" name="Rectangle 6">
                  <a:extLst>
                    <a:ext uri="{FF2B5EF4-FFF2-40B4-BE49-F238E27FC236}">
                      <a16:creationId xmlns:a16="http://schemas.microsoft.com/office/drawing/2014/main" id="{C8FD0C4C-B173-406C-9F38-E22EEEA24984}"/>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6" name="Rectangle 7">
                  <a:extLst>
                    <a:ext uri="{FF2B5EF4-FFF2-40B4-BE49-F238E27FC236}">
                      <a16:creationId xmlns:a16="http://schemas.microsoft.com/office/drawing/2014/main" id="{8F4EBA79-E520-446F-A8A5-3419A2A7E9E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7" name="Line 8">
                  <a:extLst>
                    <a:ext uri="{FF2B5EF4-FFF2-40B4-BE49-F238E27FC236}">
                      <a16:creationId xmlns:a16="http://schemas.microsoft.com/office/drawing/2014/main" id="{82C794A7-3F97-477C-B5A0-3F6DA9878E80}"/>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8" name="Rectangle 17">
                  <a:extLst>
                    <a:ext uri="{FF2B5EF4-FFF2-40B4-BE49-F238E27FC236}">
                      <a16:creationId xmlns:a16="http://schemas.microsoft.com/office/drawing/2014/main" id="{4665DD28-8D55-4A24-8AFF-EFF56E04B1E2}"/>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9" name="Rectangle 67">
                  <a:extLst>
                    <a:ext uri="{FF2B5EF4-FFF2-40B4-BE49-F238E27FC236}">
                      <a16:creationId xmlns:a16="http://schemas.microsoft.com/office/drawing/2014/main" id="{E3AB0EBA-BE7B-4AF5-8891-A5CC68732B30}"/>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937" name="Oval 68">
                <a:extLst>
                  <a:ext uri="{FF2B5EF4-FFF2-40B4-BE49-F238E27FC236}">
                    <a16:creationId xmlns:a16="http://schemas.microsoft.com/office/drawing/2014/main" id="{C9ABF7D5-AF32-470F-88AB-57E7935012B7}"/>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1874" name="Group 348">
              <a:extLst>
                <a:ext uri="{FF2B5EF4-FFF2-40B4-BE49-F238E27FC236}">
                  <a16:creationId xmlns:a16="http://schemas.microsoft.com/office/drawing/2014/main" id="{31586869-E5C3-45D0-97C6-B005AFBBAC79}"/>
                </a:ext>
              </a:extLst>
            </p:cNvPr>
            <p:cNvGrpSpPr>
              <a:grpSpLocks/>
            </p:cNvGrpSpPr>
            <p:nvPr/>
          </p:nvGrpSpPr>
          <p:grpSpPr bwMode="auto">
            <a:xfrm>
              <a:off x="4800681" y="1421927"/>
              <a:ext cx="2817639" cy="1778473"/>
              <a:chOff x="2522955" y="1430283"/>
              <a:chExt cx="2817639" cy="1778473"/>
            </a:xfrm>
          </p:grpSpPr>
          <p:sp>
            <p:nvSpPr>
              <p:cNvPr id="121908" name="Freeform 32">
                <a:extLst>
                  <a:ext uri="{FF2B5EF4-FFF2-40B4-BE49-F238E27FC236}">
                    <a16:creationId xmlns:a16="http://schemas.microsoft.com/office/drawing/2014/main" id="{AF29FB5D-16A2-4669-AA84-DF84E067135C}"/>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909" name="Group 383">
                <a:extLst>
                  <a:ext uri="{FF2B5EF4-FFF2-40B4-BE49-F238E27FC236}">
                    <a16:creationId xmlns:a16="http://schemas.microsoft.com/office/drawing/2014/main" id="{4D31BAF4-D565-4EA3-B39F-D5AD3905CAFB}"/>
                  </a:ext>
                </a:extLst>
              </p:cNvPr>
              <p:cNvGrpSpPr>
                <a:grpSpLocks/>
              </p:cNvGrpSpPr>
              <p:nvPr/>
            </p:nvGrpSpPr>
            <p:grpSpPr bwMode="auto">
              <a:xfrm>
                <a:off x="2545121" y="1430283"/>
                <a:ext cx="2795473" cy="1236717"/>
                <a:chOff x="89349" y="1428587"/>
                <a:chExt cx="2795473" cy="1236717"/>
              </a:xfrm>
            </p:grpSpPr>
            <p:sp>
              <p:nvSpPr>
                <p:cNvPr id="121911" name="Line 14">
                  <a:extLst>
                    <a:ext uri="{FF2B5EF4-FFF2-40B4-BE49-F238E27FC236}">
                      <a16:creationId xmlns:a16="http://schemas.microsoft.com/office/drawing/2014/main" id="{737E2DD1-F4E2-46D7-B3B4-7317C67DD100}"/>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2" name="Line 15">
                  <a:extLst>
                    <a:ext uri="{FF2B5EF4-FFF2-40B4-BE49-F238E27FC236}">
                      <a16:creationId xmlns:a16="http://schemas.microsoft.com/office/drawing/2014/main" id="{416C41F0-7A2D-48B0-A210-9A9173404528}"/>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3" name="Line 11">
                  <a:extLst>
                    <a:ext uri="{FF2B5EF4-FFF2-40B4-BE49-F238E27FC236}">
                      <a16:creationId xmlns:a16="http://schemas.microsoft.com/office/drawing/2014/main" id="{68E9EBEE-F825-45F7-8606-24208CB0481F}"/>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4" name="Rectangle 5">
                  <a:extLst>
                    <a:ext uri="{FF2B5EF4-FFF2-40B4-BE49-F238E27FC236}">
                      <a16:creationId xmlns:a16="http://schemas.microsoft.com/office/drawing/2014/main" id="{4BF58A0D-4BCE-4300-B73D-4A938518B9EF}"/>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5" name="Rectangle 6">
                  <a:extLst>
                    <a:ext uri="{FF2B5EF4-FFF2-40B4-BE49-F238E27FC236}">
                      <a16:creationId xmlns:a16="http://schemas.microsoft.com/office/drawing/2014/main" id="{EA78EE04-35AD-4887-8EAF-969C4FA4EB00}"/>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6" name="Rectangle 7">
                  <a:extLst>
                    <a:ext uri="{FF2B5EF4-FFF2-40B4-BE49-F238E27FC236}">
                      <a16:creationId xmlns:a16="http://schemas.microsoft.com/office/drawing/2014/main" id="{B35329BC-0AE2-4CB3-BBD5-1463DB861189}"/>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7" name="Line 8">
                  <a:extLst>
                    <a:ext uri="{FF2B5EF4-FFF2-40B4-BE49-F238E27FC236}">
                      <a16:creationId xmlns:a16="http://schemas.microsoft.com/office/drawing/2014/main" id="{1A9A8E14-E8A1-4F66-A75A-CE32AABA086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8" name="Freeform 9">
                  <a:extLst>
                    <a:ext uri="{FF2B5EF4-FFF2-40B4-BE49-F238E27FC236}">
                      <a16:creationId xmlns:a16="http://schemas.microsoft.com/office/drawing/2014/main" id="{F5862FF6-66DA-443C-A008-17DA583114E8}"/>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9" name="Line 11">
                  <a:extLst>
                    <a:ext uri="{FF2B5EF4-FFF2-40B4-BE49-F238E27FC236}">
                      <a16:creationId xmlns:a16="http://schemas.microsoft.com/office/drawing/2014/main" id="{B5D110A9-C5A4-4541-A405-CD70ECBBC4E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0" name="Rectangle 17">
                  <a:extLst>
                    <a:ext uri="{FF2B5EF4-FFF2-40B4-BE49-F238E27FC236}">
                      <a16:creationId xmlns:a16="http://schemas.microsoft.com/office/drawing/2014/main" id="{76E6673C-1821-4992-9234-D3A1D6668F71}"/>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1" name="Rectangle 18">
                  <a:extLst>
                    <a:ext uri="{FF2B5EF4-FFF2-40B4-BE49-F238E27FC236}">
                      <a16:creationId xmlns:a16="http://schemas.microsoft.com/office/drawing/2014/main" id="{EBDF4114-C8F1-4642-B45B-2607359E2E96}"/>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2" name="Rectangle 19">
                  <a:extLst>
                    <a:ext uri="{FF2B5EF4-FFF2-40B4-BE49-F238E27FC236}">
                      <a16:creationId xmlns:a16="http://schemas.microsoft.com/office/drawing/2014/main" id="{FB169239-1BBC-469F-8F41-F37EDB2728B9}"/>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923" name="Group 1">
                  <a:extLst>
                    <a:ext uri="{FF2B5EF4-FFF2-40B4-BE49-F238E27FC236}">
                      <a16:creationId xmlns:a16="http://schemas.microsoft.com/office/drawing/2014/main" id="{32201621-F5DA-4BE3-8181-E1BC6E7FC512}"/>
                    </a:ext>
                  </a:extLst>
                </p:cNvPr>
                <p:cNvGrpSpPr>
                  <a:grpSpLocks/>
                </p:cNvGrpSpPr>
                <p:nvPr/>
              </p:nvGrpSpPr>
              <p:grpSpPr bwMode="auto">
                <a:xfrm>
                  <a:off x="316975" y="2208007"/>
                  <a:ext cx="305262" cy="215063"/>
                  <a:chOff x="990600" y="5638800"/>
                  <a:chExt cx="376238" cy="265113"/>
                </a:xfrm>
              </p:grpSpPr>
              <p:sp>
                <p:nvSpPr>
                  <p:cNvPr id="121933" name="Freeform 26">
                    <a:extLst>
                      <a:ext uri="{FF2B5EF4-FFF2-40B4-BE49-F238E27FC236}">
                        <a16:creationId xmlns:a16="http://schemas.microsoft.com/office/drawing/2014/main" id="{99A0D63C-15FD-476D-B3FC-7C4841A5D9A5}"/>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4" name="Freeform 28">
                    <a:extLst>
                      <a:ext uri="{FF2B5EF4-FFF2-40B4-BE49-F238E27FC236}">
                        <a16:creationId xmlns:a16="http://schemas.microsoft.com/office/drawing/2014/main" id="{470EEC46-F2F0-49C4-8551-6FAAEFCF2CCE}"/>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924" name="Rectangle 29">
                  <a:extLst>
                    <a:ext uri="{FF2B5EF4-FFF2-40B4-BE49-F238E27FC236}">
                      <a16:creationId xmlns:a16="http://schemas.microsoft.com/office/drawing/2014/main" id="{6509B861-8F7B-4B09-B309-9F6EE430ABF5}"/>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5" name="Rectangle 67">
                  <a:extLst>
                    <a:ext uri="{FF2B5EF4-FFF2-40B4-BE49-F238E27FC236}">
                      <a16:creationId xmlns:a16="http://schemas.microsoft.com/office/drawing/2014/main" id="{C03047D0-8CF6-40F0-AF4D-9FF89D7C1119}"/>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6" name="Oval 68">
                  <a:extLst>
                    <a:ext uri="{FF2B5EF4-FFF2-40B4-BE49-F238E27FC236}">
                      <a16:creationId xmlns:a16="http://schemas.microsoft.com/office/drawing/2014/main" id="{B16C31C6-C787-4C50-9810-FA258951CD9E}"/>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7" name="Line 11">
                  <a:extLst>
                    <a:ext uri="{FF2B5EF4-FFF2-40B4-BE49-F238E27FC236}">
                      <a16:creationId xmlns:a16="http://schemas.microsoft.com/office/drawing/2014/main" id="{676C766E-454B-40C5-BCA6-99516BBA0AA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8" name="Rectangle 6">
                  <a:extLst>
                    <a:ext uri="{FF2B5EF4-FFF2-40B4-BE49-F238E27FC236}">
                      <a16:creationId xmlns:a16="http://schemas.microsoft.com/office/drawing/2014/main" id="{DCF8D946-CC5C-420C-B28B-46F4680B8314}"/>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9" name="Rectangle 7">
                  <a:extLst>
                    <a:ext uri="{FF2B5EF4-FFF2-40B4-BE49-F238E27FC236}">
                      <a16:creationId xmlns:a16="http://schemas.microsoft.com/office/drawing/2014/main" id="{0EAC19FD-2C56-4F68-86CB-AB0CAA6414F0}"/>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0" name="Line 8">
                  <a:extLst>
                    <a:ext uri="{FF2B5EF4-FFF2-40B4-BE49-F238E27FC236}">
                      <a16:creationId xmlns:a16="http://schemas.microsoft.com/office/drawing/2014/main" id="{D00C30AD-C8EE-4BDB-899C-D7DBA4B4BCBF}"/>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1" name="Rectangle 17">
                  <a:extLst>
                    <a:ext uri="{FF2B5EF4-FFF2-40B4-BE49-F238E27FC236}">
                      <a16:creationId xmlns:a16="http://schemas.microsoft.com/office/drawing/2014/main" id="{3881AFA3-543F-40CC-9877-4FD2E0CDB434}"/>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2" name="Rectangle 67">
                  <a:extLst>
                    <a:ext uri="{FF2B5EF4-FFF2-40B4-BE49-F238E27FC236}">
                      <a16:creationId xmlns:a16="http://schemas.microsoft.com/office/drawing/2014/main" id="{24766930-E793-472C-AE1E-79FE5A88C34C}"/>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910" name="Oval 68">
                <a:extLst>
                  <a:ext uri="{FF2B5EF4-FFF2-40B4-BE49-F238E27FC236}">
                    <a16:creationId xmlns:a16="http://schemas.microsoft.com/office/drawing/2014/main" id="{0472F0B1-818B-408D-94F4-440DF0525192}"/>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1875" name="Group 349">
              <a:extLst>
                <a:ext uri="{FF2B5EF4-FFF2-40B4-BE49-F238E27FC236}">
                  <a16:creationId xmlns:a16="http://schemas.microsoft.com/office/drawing/2014/main" id="{050D5561-98E8-40A5-8033-D77A20B8A9EE}"/>
                </a:ext>
              </a:extLst>
            </p:cNvPr>
            <p:cNvGrpSpPr>
              <a:grpSpLocks/>
            </p:cNvGrpSpPr>
            <p:nvPr/>
          </p:nvGrpSpPr>
          <p:grpSpPr bwMode="auto">
            <a:xfrm>
              <a:off x="6956447" y="1421927"/>
              <a:ext cx="2103079" cy="1770116"/>
              <a:chOff x="2545121" y="1430283"/>
              <a:chExt cx="2103079" cy="1770116"/>
            </a:xfrm>
          </p:grpSpPr>
          <p:sp>
            <p:nvSpPr>
              <p:cNvPr id="121882" name="Freeform 32">
                <a:extLst>
                  <a:ext uri="{FF2B5EF4-FFF2-40B4-BE49-F238E27FC236}">
                    <a16:creationId xmlns:a16="http://schemas.microsoft.com/office/drawing/2014/main" id="{F4EBCAC9-5FD8-4A34-A32A-5520C60E0CB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883" name="Group 357">
                <a:extLst>
                  <a:ext uri="{FF2B5EF4-FFF2-40B4-BE49-F238E27FC236}">
                    <a16:creationId xmlns:a16="http://schemas.microsoft.com/office/drawing/2014/main" id="{1DD4C32E-CB2B-46B8-B378-506A9BDEDBF2}"/>
                  </a:ext>
                </a:extLst>
              </p:cNvPr>
              <p:cNvGrpSpPr>
                <a:grpSpLocks/>
              </p:cNvGrpSpPr>
              <p:nvPr/>
            </p:nvGrpSpPr>
            <p:grpSpPr bwMode="auto">
              <a:xfrm>
                <a:off x="2545121" y="1430283"/>
                <a:ext cx="2103079" cy="1236717"/>
                <a:chOff x="89349" y="1428587"/>
                <a:chExt cx="2103079" cy="1236717"/>
              </a:xfrm>
            </p:grpSpPr>
            <p:sp>
              <p:nvSpPr>
                <p:cNvPr id="121884" name="Line 14">
                  <a:extLst>
                    <a:ext uri="{FF2B5EF4-FFF2-40B4-BE49-F238E27FC236}">
                      <a16:creationId xmlns:a16="http://schemas.microsoft.com/office/drawing/2014/main" id="{80638A7C-3CCF-4979-A0B4-D4B5711F038D}"/>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5" name="Line 15">
                  <a:extLst>
                    <a:ext uri="{FF2B5EF4-FFF2-40B4-BE49-F238E27FC236}">
                      <a16:creationId xmlns:a16="http://schemas.microsoft.com/office/drawing/2014/main" id="{3AB32121-03E9-4989-9FB4-0C274CF125D8}"/>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6" name="Line 11">
                  <a:extLst>
                    <a:ext uri="{FF2B5EF4-FFF2-40B4-BE49-F238E27FC236}">
                      <a16:creationId xmlns:a16="http://schemas.microsoft.com/office/drawing/2014/main" id="{7A0F6255-2333-43D1-9CA2-136BB86AF9C7}"/>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7" name="Rectangle 5">
                  <a:extLst>
                    <a:ext uri="{FF2B5EF4-FFF2-40B4-BE49-F238E27FC236}">
                      <a16:creationId xmlns:a16="http://schemas.microsoft.com/office/drawing/2014/main" id="{E15345E2-1738-45BC-AA1C-0F578B3E70A7}"/>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8" name="Rectangle 6">
                  <a:extLst>
                    <a:ext uri="{FF2B5EF4-FFF2-40B4-BE49-F238E27FC236}">
                      <a16:creationId xmlns:a16="http://schemas.microsoft.com/office/drawing/2014/main" id="{9D891F57-53EF-4C6D-9E34-2D624405B9A8}"/>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9" name="Rectangle 7">
                  <a:extLst>
                    <a:ext uri="{FF2B5EF4-FFF2-40B4-BE49-F238E27FC236}">
                      <a16:creationId xmlns:a16="http://schemas.microsoft.com/office/drawing/2014/main" id="{E8D17848-65EE-4AF3-8FAD-1E66973C4B7F}"/>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0" name="Line 8">
                  <a:extLst>
                    <a:ext uri="{FF2B5EF4-FFF2-40B4-BE49-F238E27FC236}">
                      <a16:creationId xmlns:a16="http://schemas.microsoft.com/office/drawing/2014/main" id="{BEAA62A7-AFF8-4BA2-B5CF-90B1EF216EC5}"/>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1" name="Freeform 9">
                  <a:extLst>
                    <a:ext uri="{FF2B5EF4-FFF2-40B4-BE49-F238E27FC236}">
                      <a16:creationId xmlns:a16="http://schemas.microsoft.com/office/drawing/2014/main" id="{58987DC0-87D3-4E63-868D-D445F043AAE2}"/>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2" name="Line 11">
                  <a:extLst>
                    <a:ext uri="{FF2B5EF4-FFF2-40B4-BE49-F238E27FC236}">
                      <a16:creationId xmlns:a16="http://schemas.microsoft.com/office/drawing/2014/main" id="{D2135FA8-9921-4D96-979D-D2E0EA3AB758}"/>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3" name="Rectangle 17">
                  <a:extLst>
                    <a:ext uri="{FF2B5EF4-FFF2-40B4-BE49-F238E27FC236}">
                      <a16:creationId xmlns:a16="http://schemas.microsoft.com/office/drawing/2014/main" id="{C492BE14-5E02-45E8-B7F4-EA081B305B4A}"/>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4" name="Rectangle 18">
                  <a:extLst>
                    <a:ext uri="{FF2B5EF4-FFF2-40B4-BE49-F238E27FC236}">
                      <a16:creationId xmlns:a16="http://schemas.microsoft.com/office/drawing/2014/main" id="{820A52B7-090A-4CC2-B647-E21593298F74}"/>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5" name="Rectangle 19">
                  <a:extLst>
                    <a:ext uri="{FF2B5EF4-FFF2-40B4-BE49-F238E27FC236}">
                      <a16:creationId xmlns:a16="http://schemas.microsoft.com/office/drawing/2014/main" id="{274B0209-B443-4253-A0ED-0A3BEFD9599E}"/>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896" name="Group 1">
                  <a:extLst>
                    <a:ext uri="{FF2B5EF4-FFF2-40B4-BE49-F238E27FC236}">
                      <a16:creationId xmlns:a16="http://schemas.microsoft.com/office/drawing/2014/main" id="{38DB030E-0F0A-4D58-A930-ED32111064B0}"/>
                    </a:ext>
                  </a:extLst>
                </p:cNvPr>
                <p:cNvGrpSpPr>
                  <a:grpSpLocks/>
                </p:cNvGrpSpPr>
                <p:nvPr/>
              </p:nvGrpSpPr>
              <p:grpSpPr bwMode="auto">
                <a:xfrm>
                  <a:off x="316975" y="2208007"/>
                  <a:ext cx="305262" cy="215063"/>
                  <a:chOff x="990600" y="5638800"/>
                  <a:chExt cx="376238" cy="265113"/>
                </a:xfrm>
              </p:grpSpPr>
              <p:sp>
                <p:nvSpPr>
                  <p:cNvPr id="121906" name="Freeform 26">
                    <a:extLst>
                      <a:ext uri="{FF2B5EF4-FFF2-40B4-BE49-F238E27FC236}">
                        <a16:creationId xmlns:a16="http://schemas.microsoft.com/office/drawing/2014/main" id="{2555F039-EB82-4B59-8FA5-B21C1016255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7" name="Freeform 28">
                    <a:extLst>
                      <a:ext uri="{FF2B5EF4-FFF2-40B4-BE49-F238E27FC236}">
                        <a16:creationId xmlns:a16="http://schemas.microsoft.com/office/drawing/2014/main" id="{51DAD7F0-A1DD-426D-AB1F-B17C64D8D027}"/>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897" name="Rectangle 29">
                  <a:extLst>
                    <a:ext uri="{FF2B5EF4-FFF2-40B4-BE49-F238E27FC236}">
                      <a16:creationId xmlns:a16="http://schemas.microsoft.com/office/drawing/2014/main" id="{EA76E047-1507-463B-9588-F7122FA4DA0F}"/>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8" name="Rectangle 67">
                  <a:extLst>
                    <a:ext uri="{FF2B5EF4-FFF2-40B4-BE49-F238E27FC236}">
                      <a16:creationId xmlns:a16="http://schemas.microsoft.com/office/drawing/2014/main" id="{9D5E0CDC-5DC3-45DF-BBF5-98584097F129}"/>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9" name="Oval 68">
                  <a:extLst>
                    <a:ext uri="{FF2B5EF4-FFF2-40B4-BE49-F238E27FC236}">
                      <a16:creationId xmlns:a16="http://schemas.microsoft.com/office/drawing/2014/main" id="{A6195567-7707-4D4C-8D2A-762BA3A3CC34}"/>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0" name="Line 11">
                  <a:extLst>
                    <a:ext uri="{FF2B5EF4-FFF2-40B4-BE49-F238E27FC236}">
                      <a16:creationId xmlns:a16="http://schemas.microsoft.com/office/drawing/2014/main" id="{FB72DD94-D1BC-4EDF-A877-C5D06BAB3D0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1" name="Rectangle 6">
                  <a:extLst>
                    <a:ext uri="{FF2B5EF4-FFF2-40B4-BE49-F238E27FC236}">
                      <a16:creationId xmlns:a16="http://schemas.microsoft.com/office/drawing/2014/main" id="{8C91CAD2-9E1F-452D-BEB0-D8899DFC6056}"/>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2" name="Rectangle 7">
                  <a:extLst>
                    <a:ext uri="{FF2B5EF4-FFF2-40B4-BE49-F238E27FC236}">
                      <a16:creationId xmlns:a16="http://schemas.microsoft.com/office/drawing/2014/main" id="{9E1CD6E6-6F41-4C72-AD2E-B4B679936090}"/>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3" name="Line 8">
                  <a:extLst>
                    <a:ext uri="{FF2B5EF4-FFF2-40B4-BE49-F238E27FC236}">
                      <a16:creationId xmlns:a16="http://schemas.microsoft.com/office/drawing/2014/main" id="{8D953538-536C-4AEE-ADF8-5057E1554222}"/>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4" name="Rectangle 17">
                  <a:extLst>
                    <a:ext uri="{FF2B5EF4-FFF2-40B4-BE49-F238E27FC236}">
                      <a16:creationId xmlns:a16="http://schemas.microsoft.com/office/drawing/2014/main" id="{1D92B84A-65F9-4F05-9F99-B9EB616BD8FC}"/>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5" name="Rectangle 67">
                  <a:extLst>
                    <a:ext uri="{FF2B5EF4-FFF2-40B4-BE49-F238E27FC236}">
                      <a16:creationId xmlns:a16="http://schemas.microsoft.com/office/drawing/2014/main" id="{EB2AD1B9-487B-4B9F-BABF-3D869EBD28F3}"/>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21876" name="Line 13">
              <a:extLst>
                <a:ext uri="{FF2B5EF4-FFF2-40B4-BE49-F238E27FC236}">
                  <a16:creationId xmlns:a16="http://schemas.microsoft.com/office/drawing/2014/main" id="{2316A121-8AD1-44B7-BE6C-72174188FB6D}"/>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7" name="Oval 68">
              <a:extLst>
                <a:ext uri="{FF2B5EF4-FFF2-40B4-BE49-F238E27FC236}">
                  <a16:creationId xmlns:a16="http://schemas.microsoft.com/office/drawing/2014/main" id="{9A70E7CB-0061-4141-8601-324798CD6D68}"/>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8" name="Line 11">
              <a:extLst>
                <a:ext uri="{FF2B5EF4-FFF2-40B4-BE49-F238E27FC236}">
                  <a16:creationId xmlns:a16="http://schemas.microsoft.com/office/drawing/2014/main" id="{469EE21E-B17C-407E-8C41-8C4BE19CE948}"/>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9" name="Line 15">
              <a:extLst>
                <a:ext uri="{FF2B5EF4-FFF2-40B4-BE49-F238E27FC236}">
                  <a16:creationId xmlns:a16="http://schemas.microsoft.com/office/drawing/2014/main" id="{452230E9-1BBB-4E60-B9B1-CA594B19523F}"/>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0" name="Rectangle 11">
              <a:extLst>
                <a:ext uri="{FF2B5EF4-FFF2-40B4-BE49-F238E27FC236}">
                  <a16:creationId xmlns:a16="http://schemas.microsoft.com/office/drawing/2014/main" id="{78AF1662-3CFE-407C-807E-B615A3BDDB43}"/>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1" name="Rectangle 41">
              <a:extLst>
                <a:ext uri="{FF2B5EF4-FFF2-40B4-BE49-F238E27FC236}">
                  <a16:creationId xmlns:a16="http://schemas.microsoft.com/office/drawing/2014/main" id="{7EF602E6-7F18-419B-853D-AD9B97B42C3A}"/>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121859" name="Straight Connector 121">
            <a:extLst>
              <a:ext uri="{FF2B5EF4-FFF2-40B4-BE49-F238E27FC236}">
                <a16:creationId xmlns:a16="http://schemas.microsoft.com/office/drawing/2014/main" id="{63EBEA45-61CC-45CB-8399-23DBC97447D1}"/>
              </a:ext>
            </a:extLst>
          </p:cNvPr>
          <p:cNvCxnSpPr>
            <a:cxnSpLocks noChangeShapeType="1"/>
          </p:cNvCxnSpPr>
          <p:nvPr/>
        </p:nvCxnSpPr>
        <p:spPr bwMode="auto">
          <a:xfrm>
            <a:off x="1887538" y="2720975"/>
            <a:ext cx="0" cy="558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0" name="Straight Connector 123">
            <a:extLst>
              <a:ext uri="{FF2B5EF4-FFF2-40B4-BE49-F238E27FC236}">
                <a16:creationId xmlns:a16="http://schemas.microsoft.com/office/drawing/2014/main" id="{31AD37EB-24B0-4EF7-9749-6DF1D4593BA7}"/>
              </a:ext>
            </a:extLst>
          </p:cNvPr>
          <p:cNvCxnSpPr>
            <a:cxnSpLocks noChangeShapeType="1"/>
          </p:cNvCxnSpPr>
          <p:nvPr/>
        </p:nvCxnSpPr>
        <p:spPr bwMode="auto">
          <a:xfrm>
            <a:off x="4038600" y="2714625"/>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1" name="Straight Connector 125">
            <a:extLst>
              <a:ext uri="{FF2B5EF4-FFF2-40B4-BE49-F238E27FC236}">
                <a16:creationId xmlns:a16="http://schemas.microsoft.com/office/drawing/2014/main" id="{958B04FC-2EE9-4177-B955-FA35AAE63E46}"/>
              </a:ext>
            </a:extLst>
          </p:cNvPr>
          <p:cNvCxnSpPr>
            <a:cxnSpLocks noChangeShapeType="1"/>
          </p:cNvCxnSpPr>
          <p:nvPr/>
        </p:nvCxnSpPr>
        <p:spPr bwMode="auto">
          <a:xfrm>
            <a:off x="6170613" y="2706688"/>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2" name="Straight Connector 127">
            <a:extLst>
              <a:ext uri="{FF2B5EF4-FFF2-40B4-BE49-F238E27FC236}">
                <a16:creationId xmlns:a16="http://schemas.microsoft.com/office/drawing/2014/main" id="{65A23FCD-1748-4D88-A955-161F06A06CFD}"/>
              </a:ext>
            </a:extLst>
          </p:cNvPr>
          <p:cNvCxnSpPr>
            <a:cxnSpLocks noChangeShapeType="1"/>
          </p:cNvCxnSpPr>
          <p:nvPr/>
        </p:nvCxnSpPr>
        <p:spPr bwMode="auto">
          <a:xfrm>
            <a:off x="8304213" y="2717800"/>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3" name="Straight Connector 128">
            <a:extLst>
              <a:ext uri="{FF2B5EF4-FFF2-40B4-BE49-F238E27FC236}">
                <a16:creationId xmlns:a16="http://schemas.microsoft.com/office/drawing/2014/main" id="{BE7731C4-0AC0-4865-B382-DB612DAE16FD}"/>
              </a:ext>
            </a:extLst>
          </p:cNvPr>
          <p:cNvCxnSpPr>
            <a:cxnSpLocks noChangeShapeType="1"/>
          </p:cNvCxnSpPr>
          <p:nvPr/>
        </p:nvCxnSpPr>
        <p:spPr bwMode="auto">
          <a:xfrm>
            <a:off x="1119188" y="2716213"/>
            <a:ext cx="533400"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4" name="Straight Connector 129">
            <a:extLst>
              <a:ext uri="{FF2B5EF4-FFF2-40B4-BE49-F238E27FC236}">
                <a16:creationId xmlns:a16="http://schemas.microsoft.com/office/drawing/2014/main" id="{EF31A615-598E-41F1-97FB-04F7F166E4F5}"/>
              </a:ext>
            </a:extLst>
          </p:cNvPr>
          <p:cNvCxnSpPr>
            <a:cxnSpLocks noChangeShapeType="1"/>
          </p:cNvCxnSpPr>
          <p:nvPr/>
        </p:nvCxnSpPr>
        <p:spPr bwMode="auto">
          <a:xfrm>
            <a:off x="3279775" y="2727325"/>
            <a:ext cx="531813"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5" name="Straight Connector 130">
            <a:extLst>
              <a:ext uri="{FF2B5EF4-FFF2-40B4-BE49-F238E27FC236}">
                <a16:creationId xmlns:a16="http://schemas.microsoft.com/office/drawing/2014/main" id="{BE553D47-F5B6-4288-A88C-A12A13A848F6}"/>
              </a:ext>
            </a:extLst>
          </p:cNvPr>
          <p:cNvCxnSpPr>
            <a:cxnSpLocks noChangeShapeType="1"/>
          </p:cNvCxnSpPr>
          <p:nvPr/>
        </p:nvCxnSpPr>
        <p:spPr bwMode="auto">
          <a:xfrm>
            <a:off x="5403850" y="2709863"/>
            <a:ext cx="531813"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1866" name="Straight Connector 131">
            <a:extLst>
              <a:ext uri="{FF2B5EF4-FFF2-40B4-BE49-F238E27FC236}">
                <a16:creationId xmlns:a16="http://schemas.microsoft.com/office/drawing/2014/main" id="{032BDFCE-43EF-4F0B-AEA1-C5C57E92A236}"/>
              </a:ext>
            </a:extLst>
          </p:cNvPr>
          <p:cNvCxnSpPr>
            <a:cxnSpLocks noChangeShapeType="1"/>
          </p:cNvCxnSpPr>
          <p:nvPr/>
        </p:nvCxnSpPr>
        <p:spPr bwMode="auto">
          <a:xfrm>
            <a:off x="7535863" y="2711450"/>
            <a:ext cx="531812"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21867" name="Group 126">
            <a:extLst>
              <a:ext uri="{FF2B5EF4-FFF2-40B4-BE49-F238E27FC236}">
                <a16:creationId xmlns:a16="http://schemas.microsoft.com/office/drawing/2014/main" id="{6596686B-3ADB-4732-A734-FC7D6364DB57}"/>
              </a:ext>
            </a:extLst>
          </p:cNvPr>
          <p:cNvGrpSpPr>
            <a:grpSpLocks/>
          </p:cNvGrpSpPr>
          <p:nvPr/>
        </p:nvGrpSpPr>
        <p:grpSpPr bwMode="auto">
          <a:xfrm>
            <a:off x="1752600" y="5638800"/>
            <a:ext cx="5105400" cy="369888"/>
            <a:chOff x="1752600" y="5638800"/>
            <a:chExt cx="5105399" cy="369332"/>
          </a:xfrm>
        </p:grpSpPr>
        <p:sp>
          <p:nvSpPr>
            <p:cNvPr id="121869" name="Freeform 13">
              <a:extLst>
                <a:ext uri="{FF2B5EF4-FFF2-40B4-BE49-F238E27FC236}">
                  <a16:creationId xmlns:a16="http://schemas.microsoft.com/office/drawing/2014/main" id="{1B1D4DD1-57D0-42F6-A7E3-8CCBC10C7B05}"/>
                </a:ext>
              </a:extLst>
            </p:cNvPr>
            <p:cNvSpPr>
              <a:spLocks/>
            </p:cNvSpPr>
            <p:nvPr/>
          </p:nvSpPr>
          <p:spPr bwMode="auto">
            <a:xfrm>
              <a:off x="2682458" y="5638800"/>
              <a:ext cx="4175541" cy="268288"/>
            </a:xfrm>
            <a:custGeom>
              <a:avLst/>
              <a:gdLst>
                <a:gd name="T0" fmla="*/ 2147483646 w 1873"/>
                <a:gd name="T1" fmla="*/ 2147483646 h 336"/>
                <a:gd name="T2" fmla="*/ 2147483646 w 1873"/>
                <a:gd name="T3" fmla="*/ 0 h 336"/>
                <a:gd name="T4" fmla="*/ 2147483646 w 1873"/>
                <a:gd name="T5" fmla="*/ 0 h 336"/>
                <a:gd name="T6" fmla="*/ 2147483646 w 1873"/>
                <a:gd name="T7" fmla="*/ 2147483646 h 336"/>
                <a:gd name="T8" fmla="*/ 2147483646 w 1873"/>
                <a:gd name="T9" fmla="*/ 2147483646 h 336"/>
                <a:gd name="T10" fmla="*/ 2147483646 w 1873"/>
                <a:gd name="T11" fmla="*/ 0 h 336"/>
                <a:gd name="T12" fmla="*/ 2147483646 w 1873"/>
                <a:gd name="T13" fmla="*/ 0 h 336"/>
                <a:gd name="T14" fmla="*/ 2147483646 w 1873"/>
                <a:gd name="T15" fmla="*/ 2147483646 h 336"/>
                <a:gd name="T16" fmla="*/ 0 w 1873"/>
                <a:gd name="T17" fmla="*/ 2147483646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0" name="TextBox 133">
              <a:extLst>
                <a:ext uri="{FF2B5EF4-FFF2-40B4-BE49-F238E27FC236}">
                  <a16:creationId xmlns:a16="http://schemas.microsoft.com/office/drawing/2014/main" id="{853B494E-897B-470E-BD83-998D9D3C167A}"/>
                </a:ext>
              </a:extLst>
            </p:cNvPr>
            <p:cNvSpPr txBox="1">
              <a:spLocks noChangeArrowheads="1"/>
            </p:cNvSpPr>
            <p:nvPr/>
          </p:nvSpPr>
          <p:spPr bwMode="auto">
            <a:xfrm>
              <a:off x="1752600" y="5638800"/>
              <a:ext cx="7360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Clock</a:t>
              </a:r>
            </a:p>
          </p:txBody>
        </p:sp>
      </p:grpSp>
      <p:sp>
        <p:nvSpPr>
          <p:cNvPr id="121868" name="Oval 134">
            <a:extLst>
              <a:ext uri="{FF2B5EF4-FFF2-40B4-BE49-F238E27FC236}">
                <a16:creationId xmlns:a16="http://schemas.microsoft.com/office/drawing/2014/main" id="{EC6C7430-7D2E-41EA-A9AE-5D725B09EBD4}"/>
              </a:ext>
            </a:extLst>
          </p:cNvPr>
          <p:cNvSpPr>
            <a:spLocks noChangeAspect="1"/>
          </p:cNvSpPr>
          <p:nvPr/>
        </p:nvSpPr>
        <p:spPr bwMode="auto">
          <a:xfrm>
            <a:off x="4800600" y="5862638"/>
            <a:ext cx="85725" cy="85725"/>
          </a:xfrm>
          <a:prstGeom prst="ellipse">
            <a:avLst/>
          </a:prstGeom>
          <a:solidFill>
            <a:srgbClr val="0000FF"/>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itle 1">
            <a:extLst>
              <a:ext uri="{FF2B5EF4-FFF2-40B4-BE49-F238E27FC236}">
                <a16:creationId xmlns:a16="http://schemas.microsoft.com/office/drawing/2014/main" id="{ABD5AF78-0635-4484-85C9-747B30A8312E}"/>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simple shift register</a:t>
            </a:r>
          </a:p>
        </p:txBody>
      </p:sp>
      <p:grpSp>
        <p:nvGrpSpPr>
          <p:cNvPr id="122882" name="Group 344">
            <a:extLst>
              <a:ext uri="{FF2B5EF4-FFF2-40B4-BE49-F238E27FC236}">
                <a16:creationId xmlns:a16="http://schemas.microsoft.com/office/drawing/2014/main" id="{48AF03A5-E20E-4230-B36C-2E35CD752E1D}"/>
              </a:ext>
            </a:extLst>
          </p:cNvPr>
          <p:cNvGrpSpPr>
            <a:grpSpLocks/>
          </p:cNvGrpSpPr>
          <p:nvPr/>
        </p:nvGrpSpPr>
        <p:grpSpPr bwMode="auto">
          <a:xfrm>
            <a:off x="206375" y="2479675"/>
            <a:ext cx="8853488" cy="1787525"/>
            <a:chOff x="205979" y="1421927"/>
            <a:chExt cx="8853547" cy="1786829"/>
          </a:xfrm>
        </p:grpSpPr>
        <p:sp>
          <p:nvSpPr>
            <p:cNvPr id="122895" name="Line 14">
              <a:extLst>
                <a:ext uri="{FF2B5EF4-FFF2-40B4-BE49-F238E27FC236}">
                  <a16:creationId xmlns:a16="http://schemas.microsoft.com/office/drawing/2014/main" id="{2C0DCC2C-E127-4DAE-B7D2-FEB8DDDA0448}"/>
                </a:ext>
              </a:extLst>
            </p:cNvPr>
            <p:cNvSpPr>
              <a:spLocks noChangeShapeType="1"/>
            </p:cNvSpPr>
            <p:nvPr/>
          </p:nvSpPr>
          <p:spPr bwMode="auto">
            <a:xfrm flipH="1">
              <a:off x="265235" y="2320555"/>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896" name="Group 346">
              <a:extLst>
                <a:ext uri="{FF2B5EF4-FFF2-40B4-BE49-F238E27FC236}">
                  <a16:creationId xmlns:a16="http://schemas.microsoft.com/office/drawing/2014/main" id="{9182FCC4-76EB-46A8-9B38-52966F1EA318}"/>
                </a:ext>
              </a:extLst>
            </p:cNvPr>
            <p:cNvGrpSpPr>
              <a:grpSpLocks/>
            </p:cNvGrpSpPr>
            <p:nvPr/>
          </p:nvGrpSpPr>
          <p:grpSpPr bwMode="auto">
            <a:xfrm>
              <a:off x="665216" y="1428587"/>
              <a:ext cx="2636625" cy="1236717"/>
              <a:chOff x="207935" y="1428587"/>
              <a:chExt cx="2636625" cy="1236717"/>
            </a:xfrm>
          </p:grpSpPr>
          <p:sp>
            <p:nvSpPr>
              <p:cNvPr id="122986" name="Line 14">
                <a:extLst>
                  <a:ext uri="{FF2B5EF4-FFF2-40B4-BE49-F238E27FC236}">
                    <a16:creationId xmlns:a16="http://schemas.microsoft.com/office/drawing/2014/main" id="{0F723FBE-78D4-45DD-A0B1-6CA76CF25FDF}"/>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7" name="Line 15">
                <a:extLst>
                  <a:ext uri="{FF2B5EF4-FFF2-40B4-BE49-F238E27FC236}">
                    <a16:creationId xmlns:a16="http://schemas.microsoft.com/office/drawing/2014/main" id="{4C3BD03B-D2D1-4938-A1DD-26515E43D279}"/>
                  </a:ext>
                </a:extLst>
              </p:cNvPr>
              <p:cNvSpPr>
                <a:spLocks noChangeShapeType="1"/>
              </p:cNvSpPr>
              <p:nvPr/>
            </p:nvSpPr>
            <p:spPr bwMode="auto">
              <a:xfrm flipH="1">
                <a:off x="1980521"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8" name="Rectangle 5">
                <a:extLst>
                  <a:ext uri="{FF2B5EF4-FFF2-40B4-BE49-F238E27FC236}">
                    <a16:creationId xmlns:a16="http://schemas.microsoft.com/office/drawing/2014/main" id="{8F2FF1FD-67EA-4EAB-A186-C30E162A46A2}"/>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9" name="Rectangle 6">
                <a:extLst>
                  <a:ext uri="{FF2B5EF4-FFF2-40B4-BE49-F238E27FC236}">
                    <a16:creationId xmlns:a16="http://schemas.microsoft.com/office/drawing/2014/main" id="{AB6B2E24-9BF0-4A8D-9F92-1FA5C6161953}"/>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0" name="Rectangle 7">
                <a:extLst>
                  <a:ext uri="{FF2B5EF4-FFF2-40B4-BE49-F238E27FC236}">
                    <a16:creationId xmlns:a16="http://schemas.microsoft.com/office/drawing/2014/main" id="{024ABDE2-2317-441E-BEDB-C3FF16E07468}"/>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1" name="Line 8">
                <a:extLst>
                  <a:ext uri="{FF2B5EF4-FFF2-40B4-BE49-F238E27FC236}">
                    <a16:creationId xmlns:a16="http://schemas.microsoft.com/office/drawing/2014/main" id="{C1067999-B2E0-403B-926D-D0FB013CDAD7}"/>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2" name="Freeform 9">
                <a:extLst>
                  <a:ext uri="{FF2B5EF4-FFF2-40B4-BE49-F238E27FC236}">
                    <a16:creationId xmlns:a16="http://schemas.microsoft.com/office/drawing/2014/main" id="{A43A9232-C6E5-4878-9807-1A2FD8CB1574}"/>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3" name="Line 11">
                <a:extLst>
                  <a:ext uri="{FF2B5EF4-FFF2-40B4-BE49-F238E27FC236}">
                    <a16:creationId xmlns:a16="http://schemas.microsoft.com/office/drawing/2014/main" id="{3C234F25-5C0F-41D5-8FCB-AB3295EED61F}"/>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4" name="Rectangle 17">
                <a:extLst>
                  <a:ext uri="{FF2B5EF4-FFF2-40B4-BE49-F238E27FC236}">
                    <a16:creationId xmlns:a16="http://schemas.microsoft.com/office/drawing/2014/main" id="{14058C96-2A52-4E3B-83C5-B75D5EA71E35}"/>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5" name="Rectangle 18">
                <a:extLst>
                  <a:ext uri="{FF2B5EF4-FFF2-40B4-BE49-F238E27FC236}">
                    <a16:creationId xmlns:a16="http://schemas.microsoft.com/office/drawing/2014/main" id="{23DE7951-DA91-4558-9F3D-F0D88E698040}"/>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6" name="Rectangle 19">
                <a:extLst>
                  <a:ext uri="{FF2B5EF4-FFF2-40B4-BE49-F238E27FC236}">
                    <a16:creationId xmlns:a16="http://schemas.microsoft.com/office/drawing/2014/main" id="{FFD65CE8-95ED-4EA0-AC07-8E2568439010}"/>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97" name="Group 1">
                <a:extLst>
                  <a:ext uri="{FF2B5EF4-FFF2-40B4-BE49-F238E27FC236}">
                    <a16:creationId xmlns:a16="http://schemas.microsoft.com/office/drawing/2014/main" id="{F4ACF51A-9312-488B-897D-B9D0A4A8D68B}"/>
                  </a:ext>
                </a:extLst>
              </p:cNvPr>
              <p:cNvGrpSpPr>
                <a:grpSpLocks/>
              </p:cNvGrpSpPr>
              <p:nvPr/>
            </p:nvGrpSpPr>
            <p:grpSpPr bwMode="auto">
              <a:xfrm>
                <a:off x="316975" y="2208007"/>
                <a:ext cx="305262" cy="215063"/>
                <a:chOff x="990600" y="5638800"/>
                <a:chExt cx="376238" cy="265113"/>
              </a:xfrm>
            </p:grpSpPr>
            <p:sp>
              <p:nvSpPr>
                <p:cNvPr id="123007" name="Freeform 26">
                  <a:extLst>
                    <a:ext uri="{FF2B5EF4-FFF2-40B4-BE49-F238E27FC236}">
                      <a16:creationId xmlns:a16="http://schemas.microsoft.com/office/drawing/2014/main" id="{0922BFD5-DA5E-49B2-8C64-ABBFA0B4AD5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8" name="Freeform 28">
                  <a:extLst>
                    <a:ext uri="{FF2B5EF4-FFF2-40B4-BE49-F238E27FC236}">
                      <a16:creationId xmlns:a16="http://schemas.microsoft.com/office/drawing/2014/main" id="{0269C6F4-77B5-4D12-91B8-AE88668B1E6C}"/>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98" name="Rectangle 29">
                <a:extLst>
                  <a:ext uri="{FF2B5EF4-FFF2-40B4-BE49-F238E27FC236}">
                    <a16:creationId xmlns:a16="http://schemas.microsoft.com/office/drawing/2014/main" id="{2EF47361-E8AC-4EE8-B4E2-678ECFE62B1F}"/>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9" name="Rectangle 67">
                <a:extLst>
                  <a:ext uri="{FF2B5EF4-FFF2-40B4-BE49-F238E27FC236}">
                    <a16:creationId xmlns:a16="http://schemas.microsoft.com/office/drawing/2014/main" id="{1BA68DFE-01C0-4B7E-BC5D-9B6DA5CE3ABC}"/>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0" name="Oval 68">
                <a:extLst>
                  <a:ext uri="{FF2B5EF4-FFF2-40B4-BE49-F238E27FC236}">
                    <a16:creationId xmlns:a16="http://schemas.microsoft.com/office/drawing/2014/main" id="{F8655DC6-8BAF-4281-8160-6A49BCCAC3A8}"/>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1" name="Line 11">
                <a:extLst>
                  <a:ext uri="{FF2B5EF4-FFF2-40B4-BE49-F238E27FC236}">
                    <a16:creationId xmlns:a16="http://schemas.microsoft.com/office/drawing/2014/main" id="{F64A4BB4-A002-47CB-963A-20E295BAF6DB}"/>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2" name="Rectangle 6">
                <a:extLst>
                  <a:ext uri="{FF2B5EF4-FFF2-40B4-BE49-F238E27FC236}">
                    <a16:creationId xmlns:a16="http://schemas.microsoft.com/office/drawing/2014/main" id="{8C44CEE3-BD6D-4CAF-8457-F931E8BC3890}"/>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3" name="Rectangle 7">
                <a:extLst>
                  <a:ext uri="{FF2B5EF4-FFF2-40B4-BE49-F238E27FC236}">
                    <a16:creationId xmlns:a16="http://schemas.microsoft.com/office/drawing/2014/main" id="{ECFC8C6F-96F8-4343-B7DF-BDD74213F60D}"/>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4" name="Line 8">
                <a:extLst>
                  <a:ext uri="{FF2B5EF4-FFF2-40B4-BE49-F238E27FC236}">
                    <a16:creationId xmlns:a16="http://schemas.microsoft.com/office/drawing/2014/main" id="{FDA8DC14-F7EE-4846-B4F1-BC02F99F4E4F}"/>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5" name="Rectangle 17">
                <a:extLst>
                  <a:ext uri="{FF2B5EF4-FFF2-40B4-BE49-F238E27FC236}">
                    <a16:creationId xmlns:a16="http://schemas.microsoft.com/office/drawing/2014/main" id="{7567EF85-94CD-44C9-AC39-9CAAFBD92B55}"/>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6" name="Rectangle 67">
                <a:extLst>
                  <a:ext uri="{FF2B5EF4-FFF2-40B4-BE49-F238E27FC236}">
                    <a16:creationId xmlns:a16="http://schemas.microsoft.com/office/drawing/2014/main" id="{9380E198-7E2D-447F-8DA4-033C7D3AD376}"/>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2897" name="Group 347">
              <a:extLst>
                <a:ext uri="{FF2B5EF4-FFF2-40B4-BE49-F238E27FC236}">
                  <a16:creationId xmlns:a16="http://schemas.microsoft.com/office/drawing/2014/main" id="{BFCAB2ED-1293-4936-8870-A396CABBE72B}"/>
                </a:ext>
              </a:extLst>
            </p:cNvPr>
            <p:cNvGrpSpPr>
              <a:grpSpLocks/>
            </p:cNvGrpSpPr>
            <p:nvPr/>
          </p:nvGrpSpPr>
          <p:grpSpPr bwMode="auto">
            <a:xfrm>
              <a:off x="2675436" y="1430283"/>
              <a:ext cx="2766082" cy="1778473"/>
              <a:chOff x="2522955" y="1430283"/>
              <a:chExt cx="2766082" cy="1778473"/>
            </a:xfrm>
          </p:grpSpPr>
          <p:sp>
            <p:nvSpPr>
              <p:cNvPr id="122959" name="Freeform 32">
                <a:extLst>
                  <a:ext uri="{FF2B5EF4-FFF2-40B4-BE49-F238E27FC236}">
                    <a16:creationId xmlns:a16="http://schemas.microsoft.com/office/drawing/2014/main" id="{4F70AD71-5729-4D1F-B89F-DDB8FE77F8A5}"/>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60" name="Group 410">
                <a:extLst>
                  <a:ext uri="{FF2B5EF4-FFF2-40B4-BE49-F238E27FC236}">
                    <a16:creationId xmlns:a16="http://schemas.microsoft.com/office/drawing/2014/main" id="{1B1FE821-D5D1-460F-922E-62E8137B7A76}"/>
                  </a:ext>
                </a:extLst>
              </p:cNvPr>
              <p:cNvGrpSpPr>
                <a:grpSpLocks/>
              </p:cNvGrpSpPr>
              <p:nvPr/>
            </p:nvGrpSpPr>
            <p:grpSpPr bwMode="auto">
              <a:xfrm>
                <a:off x="2545121" y="1430283"/>
                <a:ext cx="2743916" cy="1236717"/>
                <a:chOff x="89349" y="1428587"/>
                <a:chExt cx="2743916" cy="1236717"/>
              </a:xfrm>
            </p:grpSpPr>
            <p:sp>
              <p:nvSpPr>
                <p:cNvPr id="122962" name="Line 14">
                  <a:extLst>
                    <a:ext uri="{FF2B5EF4-FFF2-40B4-BE49-F238E27FC236}">
                      <a16:creationId xmlns:a16="http://schemas.microsoft.com/office/drawing/2014/main" id="{7B6F2184-7F53-4667-8EEB-9DB06E507766}"/>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3" name="Line 15">
                  <a:extLst>
                    <a:ext uri="{FF2B5EF4-FFF2-40B4-BE49-F238E27FC236}">
                      <a16:creationId xmlns:a16="http://schemas.microsoft.com/office/drawing/2014/main" id="{E928CF83-5F1F-4809-982C-F2EB95A4D5D4}"/>
                    </a:ext>
                  </a:extLst>
                </p:cNvPr>
                <p:cNvSpPr>
                  <a:spLocks noChangeShapeType="1"/>
                </p:cNvSpPr>
                <p:nvPr/>
              </p:nvSpPr>
              <p:spPr bwMode="auto">
                <a:xfrm flipH="1">
                  <a:off x="1969226" y="1897558"/>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4" name="Line 11">
                  <a:extLst>
                    <a:ext uri="{FF2B5EF4-FFF2-40B4-BE49-F238E27FC236}">
                      <a16:creationId xmlns:a16="http://schemas.microsoft.com/office/drawing/2014/main" id="{AD008453-7BF5-4FF5-8223-8E6D404F8E35}"/>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5" name="Rectangle 5">
                  <a:extLst>
                    <a:ext uri="{FF2B5EF4-FFF2-40B4-BE49-F238E27FC236}">
                      <a16:creationId xmlns:a16="http://schemas.microsoft.com/office/drawing/2014/main" id="{DAC471D3-A04D-479F-BE94-008ABA548F93}"/>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6" name="Rectangle 6">
                  <a:extLst>
                    <a:ext uri="{FF2B5EF4-FFF2-40B4-BE49-F238E27FC236}">
                      <a16:creationId xmlns:a16="http://schemas.microsoft.com/office/drawing/2014/main" id="{70A8D151-783B-4D51-B8BB-2F57E106F9BD}"/>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7" name="Rectangle 7">
                  <a:extLst>
                    <a:ext uri="{FF2B5EF4-FFF2-40B4-BE49-F238E27FC236}">
                      <a16:creationId xmlns:a16="http://schemas.microsoft.com/office/drawing/2014/main" id="{5A62403D-FAFB-4F1C-BB86-165E4101684F}"/>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8" name="Line 8">
                  <a:extLst>
                    <a:ext uri="{FF2B5EF4-FFF2-40B4-BE49-F238E27FC236}">
                      <a16:creationId xmlns:a16="http://schemas.microsoft.com/office/drawing/2014/main" id="{FB8846F2-3BBB-4E42-AF35-AEB4148C9D5F}"/>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9" name="Freeform 9">
                  <a:extLst>
                    <a:ext uri="{FF2B5EF4-FFF2-40B4-BE49-F238E27FC236}">
                      <a16:creationId xmlns:a16="http://schemas.microsoft.com/office/drawing/2014/main" id="{59292A38-DD1E-4845-AE63-BE0C69837BD7}"/>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0" name="Line 11">
                  <a:extLst>
                    <a:ext uri="{FF2B5EF4-FFF2-40B4-BE49-F238E27FC236}">
                      <a16:creationId xmlns:a16="http://schemas.microsoft.com/office/drawing/2014/main" id="{462DF0B5-7D8E-43FE-8823-EEC5525D27B9}"/>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1" name="Rectangle 17">
                  <a:extLst>
                    <a:ext uri="{FF2B5EF4-FFF2-40B4-BE49-F238E27FC236}">
                      <a16:creationId xmlns:a16="http://schemas.microsoft.com/office/drawing/2014/main" id="{83B314A0-57BF-4F78-800C-F185198CBB78}"/>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2" name="Rectangle 18">
                  <a:extLst>
                    <a:ext uri="{FF2B5EF4-FFF2-40B4-BE49-F238E27FC236}">
                      <a16:creationId xmlns:a16="http://schemas.microsoft.com/office/drawing/2014/main" id="{F5082140-96F2-4AF2-838E-9355CB012AE5}"/>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3" name="Rectangle 19">
                  <a:extLst>
                    <a:ext uri="{FF2B5EF4-FFF2-40B4-BE49-F238E27FC236}">
                      <a16:creationId xmlns:a16="http://schemas.microsoft.com/office/drawing/2014/main" id="{9F88E9D6-0B85-48F2-AE5C-97A43B5C92B7}"/>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74" name="Group 1">
                  <a:extLst>
                    <a:ext uri="{FF2B5EF4-FFF2-40B4-BE49-F238E27FC236}">
                      <a16:creationId xmlns:a16="http://schemas.microsoft.com/office/drawing/2014/main" id="{C4657F4B-B20C-4D48-B8E4-FBAED9C1DE7A}"/>
                    </a:ext>
                  </a:extLst>
                </p:cNvPr>
                <p:cNvGrpSpPr>
                  <a:grpSpLocks/>
                </p:cNvGrpSpPr>
                <p:nvPr/>
              </p:nvGrpSpPr>
              <p:grpSpPr bwMode="auto">
                <a:xfrm>
                  <a:off x="316975" y="2208007"/>
                  <a:ext cx="305262" cy="215063"/>
                  <a:chOff x="990600" y="5638800"/>
                  <a:chExt cx="376238" cy="265113"/>
                </a:xfrm>
              </p:grpSpPr>
              <p:sp>
                <p:nvSpPr>
                  <p:cNvPr id="122984" name="Freeform 26">
                    <a:extLst>
                      <a:ext uri="{FF2B5EF4-FFF2-40B4-BE49-F238E27FC236}">
                        <a16:creationId xmlns:a16="http://schemas.microsoft.com/office/drawing/2014/main" id="{730E8B3F-4C9E-41E2-8787-760EEEA8148E}"/>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5" name="Freeform 28">
                    <a:extLst>
                      <a:ext uri="{FF2B5EF4-FFF2-40B4-BE49-F238E27FC236}">
                        <a16:creationId xmlns:a16="http://schemas.microsoft.com/office/drawing/2014/main" id="{1A93775D-66CC-4452-A2D9-97ED857A8076}"/>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75" name="Rectangle 29">
                  <a:extLst>
                    <a:ext uri="{FF2B5EF4-FFF2-40B4-BE49-F238E27FC236}">
                      <a16:creationId xmlns:a16="http://schemas.microsoft.com/office/drawing/2014/main" id="{03646D49-C1EF-4891-829C-7DB837B8607B}"/>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6" name="Rectangle 67">
                  <a:extLst>
                    <a:ext uri="{FF2B5EF4-FFF2-40B4-BE49-F238E27FC236}">
                      <a16:creationId xmlns:a16="http://schemas.microsoft.com/office/drawing/2014/main" id="{66AD7B4C-8D02-42D4-9A63-53152D3EDB1D}"/>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7" name="Oval 68">
                  <a:extLst>
                    <a:ext uri="{FF2B5EF4-FFF2-40B4-BE49-F238E27FC236}">
                      <a16:creationId xmlns:a16="http://schemas.microsoft.com/office/drawing/2014/main" id="{DD477812-63A7-40DD-BF3D-6DE06E94AE43}"/>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8" name="Line 11">
                  <a:extLst>
                    <a:ext uri="{FF2B5EF4-FFF2-40B4-BE49-F238E27FC236}">
                      <a16:creationId xmlns:a16="http://schemas.microsoft.com/office/drawing/2014/main" id="{4B061260-05D1-4DB8-AB41-9F2BFC074A06}"/>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9" name="Rectangle 6">
                  <a:extLst>
                    <a:ext uri="{FF2B5EF4-FFF2-40B4-BE49-F238E27FC236}">
                      <a16:creationId xmlns:a16="http://schemas.microsoft.com/office/drawing/2014/main" id="{A5B916DE-DBD9-4564-B975-4EAE57D8BA4B}"/>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0" name="Rectangle 7">
                  <a:extLst>
                    <a:ext uri="{FF2B5EF4-FFF2-40B4-BE49-F238E27FC236}">
                      <a16:creationId xmlns:a16="http://schemas.microsoft.com/office/drawing/2014/main" id="{7B1B5B4C-E581-4D62-AD6C-43874B43EBBF}"/>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1" name="Line 8">
                  <a:extLst>
                    <a:ext uri="{FF2B5EF4-FFF2-40B4-BE49-F238E27FC236}">
                      <a16:creationId xmlns:a16="http://schemas.microsoft.com/office/drawing/2014/main" id="{BA317BC8-F9B1-4205-ABEC-58B88C75D6C8}"/>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2" name="Rectangle 17">
                  <a:extLst>
                    <a:ext uri="{FF2B5EF4-FFF2-40B4-BE49-F238E27FC236}">
                      <a16:creationId xmlns:a16="http://schemas.microsoft.com/office/drawing/2014/main" id="{6994C13D-DC26-4F87-ADCA-EB2D2B985EED}"/>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3" name="Rectangle 67">
                  <a:extLst>
                    <a:ext uri="{FF2B5EF4-FFF2-40B4-BE49-F238E27FC236}">
                      <a16:creationId xmlns:a16="http://schemas.microsoft.com/office/drawing/2014/main" id="{9FB3F1B0-6F3B-447C-96F1-99503CDAF1AF}"/>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61" name="Oval 68">
                <a:extLst>
                  <a:ext uri="{FF2B5EF4-FFF2-40B4-BE49-F238E27FC236}">
                    <a16:creationId xmlns:a16="http://schemas.microsoft.com/office/drawing/2014/main" id="{2EBEA1EF-4354-4C10-9860-262BA7BCF056}"/>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2898" name="Group 348">
              <a:extLst>
                <a:ext uri="{FF2B5EF4-FFF2-40B4-BE49-F238E27FC236}">
                  <a16:creationId xmlns:a16="http://schemas.microsoft.com/office/drawing/2014/main" id="{B303E3C4-68D6-41B5-B08D-13FB3758AD86}"/>
                </a:ext>
              </a:extLst>
            </p:cNvPr>
            <p:cNvGrpSpPr>
              <a:grpSpLocks/>
            </p:cNvGrpSpPr>
            <p:nvPr/>
          </p:nvGrpSpPr>
          <p:grpSpPr bwMode="auto">
            <a:xfrm>
              <a:off x="4800681" y="1421927"/>
              <a:ext cx="2817639" cy="1778473"/>
              <a:chOff x="2522955" y="1430283"/>
              <a:chExt cx="2817639" cy="1778473"/>
            </a:xfrm>
          </p:grpSpPr>
          <p:sp>
            <p:nvSpPr>
              <p:cNvPr id="122932" name="Freeform 32">
                <a:extLst>
                  <a:ext uri="{FF2B5EF4-FFF2-40B4-BE49-F238E27FC236}">
                    <a16:creationId xmlns:a16="http://schemas.microsoft.com/office/drawing/2014/main" id="{FB21C6B8-E292-42AC-886E-F962DC1323AD}"/>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33" name="Group 383">
                <a:extLst>
                  <a:ext uri="{FF2B5EF4-FFF2-40B4-BE49-F238E27FC236}">
                    <a16:creationId xmlns:a16="http://schemas.microsoft.com/office/drawing/2014/main" id="{B8B08641-92A2-48B3-8ED2-B314B43F88C3}"/>
                  </a:ext>
                </a:extLst>
              </p:cNvPr>
              <p:cNvGrpSpPr>
                <a:grpSpLocks/>
              </p:cNvGrpSpPr>
              <p:nvPr/>
            </p:nvGrpSpPr>
            <p:grpSpPr bwMode="auto">
              <a:xfrm>
                <a:off x="2545121" y="1430283"/>
                <a:ext cx="2795473" cy="1236717"/>
                <a:chOff x="89349" y="1428587"/>
                <a:chExt cx="2795473" cy="1236717"/>
              </a:xfrm>
            </p:grpSpPr>
            <p:sp>
              <p:nvSpPr>
                <p:cNvPr id="122935" name="Line 14">
                  <a:extLst>
                    <a:ext uri="{FF2B5EF4-FFF2-40B4-BE49-F238E27FC236}">
                      <a16:creationId xmlns:a16="http://schemas.microsoft.com/office/drawing/2014/main" id="{4567628D-1099-42B0-8852-109A75742436}"/>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6" name="Line 15">
                  <a:extLst>
                    <a:ext uri="{FF2B5EF4-FFF2-40B4-BE49-F238E27FC236}">
                      <a16:creationId xmlns:a16="http://schemas.microsoft.com/office/drawing/2014/main" id="{652BC3AA-88EE-4ED5-BB07-2D025FA348D6}"/>
                    </a:ext>
                  </a:extLst>
                </p:cNvPr>
                <p:cNvSpPr>
                  <a:spLocks noChangeShapeType="1"/>
                </p:cNvSpPr>
                <p:nvPr/>
              </p:nvSpPr>
              <p:spPr bwMode="auto">
                <a:xfrm flipH="1">
                  <a:off x="1934379" y="1897558"/>
                  <a:ext cx="950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7" name="Line 11">
                  <a:extLst>
                    <a:ext uri="{FF2B5EF4-FFF2-40B4-BE49-F238E27FC236}">
                      <a16:creationId xmlns:a16="http://schemas.microsoft.com/office/drawing/2014/main" id="{E280987F-64CD-4DF1-9E26-7FACAF6A4485}"/>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8" name="Rectangle 5">
                  <a:extLst>
                    <a:ext uri="{FF2B5EF4-FFF2-40B4-BE49-F238E27FC236}">
                      <a16:creationId xmlns:a16="http://schemas.microsoft.com/office/drawing/2014/main" id="{F8EE3427-865C-46A3-BE2B-FFBA7D6B75A2}"/>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9" name="Rectangle 6">
                  <a:extLst>
                    <a:ext uri="{FF2B5EF4-FFF2-40B4-BE49-F238E27FC236}">
                      <a16:creationId xmlns:a16="http://schemas.microsoft.com/office/drawing/2014/main" id="{3480BBA1-5B30-4E21-9B9C-F6C93F2FC91C}"/>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0" name="Rectangle 7">
                  <a:extLst>
                    <a:ext uri="{FF2B5EF4-FFF2-40B4-BE49-F238E27FC236}">
                      <a16:creationId xmlns:a16="http://schemas.microsoft.com/office/drawing/2014/main" id="{44277A92-C23C-43D2-8E80-812DA8881286}"/>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1" name="Line 8">
                  <a:extLst>
                    <a:ext uri="{FF2B5EF4-FFF2-40B4-BE49-F238E27FC236}">
                      <a16:creationId xmlns:a16="http://schemas.microsoft.com/office/drawing/2014/main" id="{44E06372-74FD-42DA-99CF-39064EF869EC}"/>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2" name="Freeform 9">
                  <a:extLst>
                    <a:ext uri="{FF2B5EF4-FFF2-40B4-BE49-F238E27FC236}">
                      <a16:creationId xmlns:a16="http://schemas.microsoft.com/office/drawing/2014/main" id="{00186E7F-85E4-4E72-9D73-48DF15251EF6}"/>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3" name="Line 11">
                  <a:extLst>
                    <a:ext uri="{FF2B5EF4-FFF2-40B4-BE49-F238E27FC236}">
                      <a16:creationId xmlns:a16="http://schemas.microsoft.com/office/drawing/2014/main" id="{E16D904E-0AA8-4BB5-AB16-B4FB1E6BD2AC}"/>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4" name="Rectangle 17">
                  <a:extLst>
                    <a:ext uri="{FF2B5EF4-FFF2-40B4-BE49-F238E27FC236}">
                      <a16:creationId xmlns:a16="http://schemas.microsoft.com/office/drawing/2014/main" id="{D698FB87-EAD0-4B31-8ECD-CC8A56F6D4A7}"/>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5" name="Rectangle 18">
                  <a:extLst>
                    <a:ext uri="{FF2B5EF4-FFF2-40B4-BE49-F238E27FC236}">
                      <a16:creationId xmlns:a16="http://schemas.microsoft.com/office/drawing/2014/main" id="{2381CC36-0695-4659-9B00-C67C83B78DF6}"/>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6" name="Rectangle 19">
                  <a:extLst>
                    <a:ext uri="{FF2B5EF4-FFF2-40B4-BE49-F238E27FC236}">
                      <a16:creationId xmlns:a16="http://schemas.microsoft.com/office/drawing/2014/main" id="{C5F4ADF2-A970-4B26-9744-12AF3ADF9B95}"/>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47" name="Group 1">
                  <a:extLst>
                    <a:ext uri="{FF2B5EF4-FFF2-40B4-BE49-F238E27FC236}">
                      <a16:creationId xmlns:a16="http://schemas.microsoft.com/office/drawing/2014/main" id="{8E85CBB2-4D1C-4EE2-8723-A1666D4C6BB7}"/>
                    </a:ext>
                  </a:extLst>
                </p:cNvPr>
                <p:cNvGrpSpPr>
                  <a:grpSpLocks/>
                </p:cNvGrpSpPr>
                <p:nvPr/>
              </p:nvGrpSpPr>
              <p:grpSpPr bwMode="auto">
                <a:xfrm>
                  <a:off x="316975" y="2208007"/>
                  <a:ext cx="305262" cy="215063"/>
                  <a:chOff x="990600" y="5638800"/>
                  <a:chExt cx="376238" cy="265113"/>
                </a:xfrm>
              </p:grpSpPr>
              <p:sp>
                <p:nvSpPr>
                  <p:cNvPr id="122957" name="Freeform 26">
                    <a:extLst>
                      <a:ext uri="{FF2B5EF4-FFF2-40B4-BE49-F238E27FC236}">
                        <a16:creationId xmlns:a16="http://schemas.microsoft.com/office/drawing/2014/main" id="{4804F173-70AF-4F83-B532-703152D87993}"/>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8" name="Freeform 28">
                    <a:extLst>
                      <a:ext uri="{FF2B5EF4-FFF2-40B4-BE49-F238E27FC236}">
                        <a16:creationId xmlns:a16="http://schemas.microsoft.com/office/drawing/2014/main" id="{1E1315B5-B684-48BC-9C2D-3C58D4A94236}"/>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48" name="Rectangle 29">
                  <a:extLst>
                    <a:ext uri="{FF2B5EF4-FFF2-40B4-BE49-F238E27FC236}">
                      <a16:creationId xmlns:a16="http://schemas.microsoft.com/office/drawing/2014/main" id="{91EC9C30-B0DB-4B4A-A988-943840585FE6}"/>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9" name="Rectangle 67">
                  <a:extLst>
                    <a:ext uri="{FF2B5EF4-FFF2-40B4-BE49-F238E27FC236}">
                      <a16:creationId xmlns:a16="http://schemas.microsoft.com/office/drawing/2014/main" id="{E81EC827-8752-42E7-ACBF-12DE108BDBA7}"/>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0" name="Oval 68">
                  <a:extLst>
                    <a:ext uri="{FF2B5EF4-FFF2-40B4-BE49-F238E27FC236}">
                      <a16:creationId xmlns:a16="http://schemas.microsoft.com/office/drawing/2014/main" id="{25CC59EC-E610-47AE-8037-91AAA881DDFA}"/>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1" name="Line 11">
                  <a:extLst>
                    <a:ext uri="{FF2B5EF4-FFF2-40B4-BE49-F238E27FC236}">
                      <a16:creationId xmlns:a16="http://schemas.microsoft.com/office/drawing/2014/main" id="{A470E6A5-7FDE-4786-8D74-A5E32CA2AFE4}"/>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2" name="Rectangle 6">
                  <a:extLst>
                    <a:ext uri="{FF2B5EF4-FFF2-40B4-BE49-F238E27FC236}">
                      <a16:creationId xmlns:a16="http://schemas.microsoft.com/office/drawing/2014/main" id="{79A5FA54-8B7D-4584-BE6C-F5D0272AF65C}"/>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3" name="Rectangle 7">
                  <a:extLst>
                    <a:ext uri="{FF2B5EF4-FFF2-40B4-BE49-F238E27FC236}">
                      <a16:creationId xmlns:a16="http://schemas.microsoft.com/office/drawing/2014/main" id="{549FFC10-73F1-4CAB-A92B-942C0D8DC0FE}"/>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4" name="Line 8">
                  <a:extLst>
                    <a:ext uri="{FF2B5EF4-FFF2-40B4-BE49-F238E27FC236}">
                      <a16:creationId xmlns:a16="http://schemas.microsoft.com/office/drawing/2014/main" id="{B096E00A-9710-4B50-AFFE-A15E0828F48E}"/>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5" name="Rectangle 17">
                  <a:extLst>
                    <a:ext uri="{FF2B5EF4-FFF2-40B4-BE49-F238E27FC236}">
                      <a16:creationId xmlns:a16="http://schemas.microsoft.com/office/drawing/2014/main" id="{D0ADF48F-2D9E-4924-8592-B02226F0C156}"/>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6" name="Rectangle 67">
                  <a:extLst>
                    <a:ext uri="{FF2B5EF4-FFF2-40B4-BE49-F238E27FC236}">
                      <a16:creationId xmlns:a16="http://schemas.microsoft.com/office/drawing/2014/main" id="{FBEB4CB1-A7C0-4D35-A968-E6EF5A711A9F}"/>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34" name="Oval 68">
                <a:extLst>
                  <a:ext uri="{FF2B5EF4-FFF2-40B4-BE49-F238E27FC236}">
                    <a16:creationId xmlns:a16="http://schemas.microsoft.com/office/drawing/2014/main" id="{BCB3FCA4-A090-44E8-95B5-F974CB5A2DF9}"/>
                  </a:ext>
                </a:extLst>
              </p:cNvPr>
              <p:cNvSpPr>
                <a:spLocks noChangeArrowheads="1"/>
              </p:cNvSpPr>
              <p:nvPr/>
            </p:nvSpPr>
            <p:spPr bwMode="auto">
              <a:xfrm>
                <a:off x="2522955" y="3149517"/>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2899" name="Group 349">
              <a:extLst>
                <a:ext uri="{FF2B5EF4-FFF2-40B4-BE49-F238E27FC236}">
                  <a16:creationId xmlns:a16="http://schemas.microsoft.com/office/drawing/2014/main" id="{97AA5BD8-8AC8-4F9A-A59C-9458F6CCD13B}"/>
                </a:ext>
              </a:extLst>
            </p:cNvPr>
            <p:cNvGrpSpPr>
              <a:grpSpLocks/>
            </p:cNvGrpSpPr>
            <p:nvPr/>
          </p:nvGrpSpPr>
          <p:grpSpPr bwMode="auto">
            <a:xfrm>
              <a:off x="6956447" y="1421927"/>
              <a:ext cx="2103079" cy="1770116"/>
              <a:chOff x="2545121" y="1430283"/>
              <a:chExt cx="2103079" cy="1770116"/>
            </a:xfrm>
          </p:grpSpPr>
          <p:sp>
            <p:nvSpPr>
              <p:cNvPr id="122906" name="Freeform 32">
                <a:extLst>
                  <a:ext uri="{FF2B5EF4-FFF2-40B4-BE49-F238E27FC236}">
                    <a16:creationId xmlns:a16="http://schemas.microsoft.com/office/drawing/2014/main" id="{CCD52958-EE83-4646-A60C-A5A9579DBB36}"/>
                  </a:ext>
                </a:extLst>
              </p:cNvPr>
              <p:cNvSpPr>
                <a:spLocks/>
              </p:cNvSpPr>
              <p:nvPr/>
            </p:nvSpPr>
            <p:spPr bwMode="auto">
              <a:xfrm>
                <a:off x="2550372" y="2326474"/>
                <a:ext cx="266700" cy="873925"/>
              </a:xfrm>
              <a:custGeom>
                <a:avLst/>
                <a:gdLst>
                  <a:gd name="T0" fmla="*/ 0 w 336"/>
                  <a:gd name="T1" fmla="*/ 2147483646 h 696"/>
                  <a:gd name="T2" fmla="*/ 0 w 336"/>
                  <a:gd name="T3" fmla="*/ 0 h 696"/>
                  <a:gd name="T4" fmla="*/ 2147483646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07" name="Group 357">
                <a:extLst>
                  <a:ext uri="{FF2B5EF4-FFF2-40B4-BE49-F238E27FC236}">
                    <a16:creationId xmlns:a16="http://schemas.microsoft.com/office/drawing/2014/main" id="{44B3BC3D-8BFF-4343-A9CF-7F0C926E2A25}"/>
                  </a:ext>
                </a:extLst>
              </p:cNvPr>
              <p:cNvGrpSpPr>
                <a:grpSpLocks/>
              </p:cNvGrpSpPr>
              <p:nvPr/>
            </p:nvGrpSpPr>
            <p:grpSpPr bwMode="auto">
              <a:xfrm>
                <a:off x="2545121" y="1430283"/>
                <a:ext cx="2103079" cy="1236717"/>
                <a:chOff x="89349" y="1428587"/>
                <a:chExt cx="2103079" cy="1236717"/>
              </a:xfrm>
            </p:grpSpPr>
            <p:sp>
              <p:nvSpPr>
                <p:cNvPr id="122908" name="Line 14">
                  <a:extLst>
                    <a:ext uri="{FF2B5EF4-FFF2-40B4-BE49-F238E27FC236}">
                      <a16:creationId xmlns:a16="http://schemas.microsoft.com/office/drawing/2014/main" id="{B889CCB3-7202-4B5D-A97E-417ECE20671A}"/>
                    </a:ext>
                  </a:extLst>
                </p:cNvPr>
                <p:cNvSpPr>
                  <a:spLocks noChangeShapeType="1"/>
                </p:cNvSpPr>
                <p:nvPr/>
              </p:nvSpPr>
              <p:spPr bwMode="auto">
                <a:xfrm flipH="1">
                  <a:off x="997776" y="1903788"/>
                  <a:ext cx="649165" cy="1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9" name="Line 15">
                  <a:extLst>
                    <a:ext uri="{FF2B5EF4-FFF2-40B4-BE49-F238E27FC236}">
                      <a16:creationId xmlns:a16="http://schemas.microsoft.com/office/drawing/2014/main" id="{91A1DCDF-D474-4863-AC78-77662F5B68FD}"/>
                    </a:ext>
                  </a:extLst>
                </p:cNvPr>
                <p:cNvSpPr>
                  <a:spLocks noChangeShapeType="1"/>
                </p:cNvSpPr>
                <p:nvPr/>
              </p:nvSpPr>
              <p:spPr bwMode="auto">
                <a:xfrm flipH="1">
                  <a:off x="1543263" y="1897558"/>
                  <a:ext cx="6491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0" name="Line 11">
                  <a:extLst>
                    <a:ext uri="{FF2B5EF4-FFF2-40B4-BE49-F238E27FC236}">
                      <a16:creationId xmlns:a16="http://schemas.microsoft.com/office/drawing/2014/main" id="{2CD8D72D-EA8B-4F52-B55A-ED296A764995}"/>
                    </a:ext>
                  </a:extLst>
                </p:cNvPr>
                <p:cNvSpPr>
                  <a:spLocks noChangeShapeType="1"/>
                </p:cNvSpPr>
                <p:nvPr/>
              </p:nvSpPr>
              <p:spPr bwMode="auto">
                <a:xfrm flipH="1">
                  <a:off x="89349" y="2324282"/>
                  <a:ext cx="216388"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1" name="Rectangle 5">
                  <a:extLst>
                    <a:ext uri="{FF2B5EF4-FFF2-40B4-BE49-F238E27FC236}">
                      <a16:creationId xmlns:a16="http://schemas.microsoft.com/office/drawing/2014/main" id="{D95B1EED-9279-4EFD-B7A0-BA1A1C9907F8}"/>
                    </a:ext>
                  </a:extLst>
                </p:cNvPr>
                <p:cNvSpPr>
                  <a:spLocks noChangeArrowheads="1"/>
                </p:cNvSpPr>
                <p:nvPr/>
              </p:nvSpPr>
              <p:spPr bwMode="auto">
                <a:xfrm>
                  <a:off x="687410" y="1660708"/>
                  <a:ext cx="540970"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2" name="Rectangle 6">
                  <a:extLst>
                    <a:ext uri="{FF2B5EF4-FFF2-40B4-BE49-F238E27FC236}">
                      <a16:creationId xmlns:a16="http://schemas.microsoft.com/office/drawing/2014/main" id="{FA04DDA5-8E05-48F5-977B-A4327C91BC03}"/>
                    </a:ext>
                  </a:extLst>
                </p:cNvPr>
                <p:cNvSpPr>
                  <a:spLocks noChangeArrowheads="1"/>
                </p:cNvSpPr>
                <p:nvPr/>
              </p:nvSpPr>
              <p:spPr bwMode="auto">
                <a:xfrm>
                  <a:off x="740220" y="176552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3" name="Rectangle 7">
                  <a:extLst>
                    <a:ext uri="{FF2B5EF4-FFF2-40B4-BE49-F238E27FC236}">
                      <a16:creationId xmlns:a16="http://schemas.microsoft.com/office/drawing/2014/main" id="{20181B24-BB20-4674-8785-EFE6B02A3B7B}"/>
                    </a:ext>
                  </a:extLst>
                </p:cNvPr>
                <p:cNvSpPr>
                  <a:spLocks noChangeArrowheads="1"/>
                </p:cNvSpPr>
                <p:nvPr/>
              </p:nvSpPr>
              <p:spPr bwMode="auto">
                <a:xfrm>
                  <a:off x="1060937" y="1760373"/>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4" name="Line 8">
                  <a:extLst>
                    <a:ext uri="{FF2B5EF4-FFF2-40B4-BE49-F238E27FC236}">
                      <a16:creationId xmlns:a16="http://schemas.microsoft.com/office/drawing/2014/main" id="{9AC21BAE-C8B4-47D1-8827-80D112BBD09E}"/>
                    </a:ext>
                  </a:extLst>
                </p:cNvPr>
                <p:cNvSpPr>
                  <a:spLocks noChangeShapeType="1"/>
                </p:cNvSpPr>
                <p:nvPr/>
              </p:nvSpPr>
              <p:spPr bwMode="auto">
                <a:xfrm flipH="1">
                  <a:off x="1073818" y="2232491"/>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5" name="Freeform 9">
                  <a:extLst>
                    <a:ext uri="{FF2B5EF4-FFF2-40B4-BE49-F238E27FC236}">
                      <a16:creationId xmlns:a16="http://schemas.microsoft.com/office/drawing/2014/main" id="{EC947F73-F48D-4FA5-87E9-E75A689E5501}"/>
                    </a:ext>
                  </a:extLst>
                </p:cNvPr>
                <p:cNvSpPr>
                  <a:spLocks/>
                </p:cNvSpPr>
                <p:nvPr/>
              </p:nvSpPr>
              <p:spPr bwMode="auto">
                <a:xfrm>
                  <a:off x="227799" y="2318620"/>
                  <a:ext cx="1485127" cy="342960"/>
                </a:xfrm>
                <a:custGeom>
                  <a:avLst/>
                  <a:gdLst>
                    <a:gd name="T0" fmla="*/ 2147483646 w 1344"/>
                    <a:gd name="T1" fmla="*/ 0 h 1031"/>
                    <a:gd name="T2" fmla="*/ 2147483646 w 1344"/>
                    <a:gd name="T3" fmla="*/ 0 h 1031"/>
                    <a:gd name="T4" fmla="*/ 2147483646 w 1344"/>
                    <a:gd name="T5" fmla="*/ 2147483646 h 1031"/>
                    <a:gd name="T6" fmla="*/ 0 w 1344"/>
                    <a:gd name="T7" fmla="*/ 2147483646 h 1031"/>
                    <a:gd name="T8" fmla="*/ 0 60000 65536"/>
                    <a:gd name="T9" fmla="*/ 0 60000 65536"/>
                    <a:gd name="T10" fmla="*/ 0 60000 65536"/>
                    <a:gd name="T11" fmla="*/ 0 60000 65536"/>
                    <a:gd name="T12" fmla="*/ 0 w 1344"/>
                    <a:gd name="T13" fmla="*/ 0 h 1031"/>
                    <a:gd name="T14" fmla="*/ 1344 w 1344"/>
                    <a:gd name="T15" fmla="*/ 1031 h 1031"/>
                  </a:gdLst>
                  <a:ahLst/>
                  <a:cxnLst>
                    <a:cxn ang="T8">
                      <a:pos x="T0" y="T1"/>
                    </a:cxn>
                    <a:cxn ang="T9">
                      <a:pos x="T2" y="T3"/>
                    </a:cxn>
                    <a:cxn ang="T10">
                      <a:pos x="T4" y="T5"/>
                    </a:cxn>
                    <a:cxn ang="T11">
                      <a:pos x="T6" y="T7"/>
                    </a:cxn>
                  </a:cxnLst>
                  <a:rect l="T12" t="T13" r="T14" b="T15"/>
                  <a:pathLst>
                    <a:path w="1344" h="1031">
                      <a:moveTo>
                        <a:pt x="1344" y="0"/>
                      </a:moveTo>
                      <a:lnTo>
                        <a:pt x="1008" y="0"/>
                      </a:lnTo>
                      <a:lnTo>
                        <a:pt x="1008" y="1031"/>
                      </a:lnTo>
                      <a:lnTo>
                        <a:pt x="0" y="103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6" name="Line 11">
                  <a:extLst>
                    <a:ext uri="{FF2B5EF4-FFF2-40B4-BE49-F238E27FC236}">
                      <a16:creationId xmlns:a16="http://schemas.microsoft.com/office/drawing/2014/main" id="{26ACE26D-9253-49D7-A140-CAB50F76CC46}"/>
                    </a:ext>
                  </a:extLst>
                </p:cNvPr>
                <p:cNvSpPr>
                  <a:spLocks noChangeShapeType="1"/>
                </p:cNvSpPr>
                <p:nvPr/>
              </p:nvSpPr>
              <p:spPr bwMode="auto">
                <a:xfrm flipH="1">
                  <a:off x="471022" y="2311046"/>
                  <a:ext cx="21638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7" name="Rectangle 17">
                  <a:extLst>
                    <a:ext uri="{FF2B5EF4-FFF2-40B4-BE49-F238E27FC236}">
                      <a16:creationId xmlns:a16="http://schemas.microsoft.com/office/drawing/2014/main" id="{FF1668E2-82A2-4DC3-907C-3A7DFC69D7D3}"/>
                    </a:ext>
                  </a:extLst>
                </p:cNvPr>
                <p:cNvSpPr>
                  <a:spLocks noChangeArrowheads="1"/>
                </p:cNvSpPr>
                <p:nvPr/>
              </p:nvSpPr>
              <p:spPr bwMode="auto">
                <a:xfrm>
                  <a:off x="1054085" y="2185806"/>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8" name="Rectangle 18">
                  <a:extLst>
                    <a:ext uri="{FF2B5EF4-FFF2-40B4-BE49-F238E27FC236}">
                      <a16:creationId xmlns:a16="http://schemas.microsoft.com/office/drawing/2014/main" id="{CA5816E6-89D3-4CEA-AA12-99A023D911EE}"/>
                    </a:ext>
                  </a:extLst>
                </p:cNvPr>
                <p:cNvSpPr>
                  <a:spLocks noChangeArrowheads="1"/>
                </p:cNvSpPr>
                <p:nvPr/>
              </p:nvSpPr>
              <p:spPr bwMode="auto">
                <a:xfrm>
                  <a:off x="699036" y="1428588"/>
                  <a:ext cx="500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Master</a:t>
                  </a:r>
                  <a:endPar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9" name="Rectangle 19">
                  <a:extLst>
                    <a:ext uri="{FF2B5EF4-FFF2-40B4-BE49-F238E27FC236}">
                      <a16:creationId xmlns:a16="http://schemas.microsoft.com/office/drawing/2014/main" id="{59D654E1-CF2B-4B1F-93C6-23616275154C}"/>
                    </a:ext>
                  </a:extLst>
                </p:cNvPr>
                <p:cNvSpPr>
                  <a:spLocks noChangeArrowheads="1"/>
                </p:cNvSpPr>
                <p:nvPr/>
              </p:nvSpPr>
              <p:spPr bwMode="auto">
                <a:xfrm>
                  <a:off x="1508163" y="1428587"/>
                  <a:ext cx="3988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Slave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920" name="Group 1">
                  <a:extLst>
                    <a:ext uri="{FF2B5EF4-FFF2-40B4-BE49-F238E27FC236}">
                      <a16:creationId xmlns:a16="http://schemas.microsoft.com/office/drawing/2014/main" id="{7BC9E0B4-672C-41D9-B66A-1E3609AB3188}"/>
                    </a:ext>
                  </a:extLst>
                </p:cNvPr>
                <p:cNvGrpSpPr>
                  <a:grpSpLocks/>
                </p:cNvGrpSpPr>
                <p:nvPr/>
              </p:nvGrpSpPr>
              <p:grpSpPr bwMode="auto">
                <a:xfrm>
                  <a:off x="316975" y="2208007"/>
                  <a:ext cx="305262" cy="215063"/>
                  <a:chOff x="990600" y="5638800"/>
                  <a:chExt cx="376238" cy="265113"/>
                </a:xfrm>
              </p:grpSpPr>
              <p:sp>
                <p:nvSpPr>
                  <p:cNvPr id="122930" name="Freeform 26">
                    <a:extLst>
                      <a:ext uri="{FF2B5EF4-FFF2-40B4-BE49-F238E27FC236}">
                        <a16:creationId xmlns:a16="http://schemas.microsoft.com/office/drawing/2014/main" id="{745ADAF7-336F-4494-A20B-124199AD5E71}"/>
                      </a:ext>
                    </a:extLst>
                  </p:cNvPr>
                  <p:cNvSpPr>
                    <a:spLocks/>
                  </p:cNvSpPr>
                  <p:nvPr/>
                </p:nvSpPr>
                <p:spPr bwMode="auto">
                  <a:xfrm>
                    <a:off x="990600" y="5638800"/>
                    <a:ext cx="285750" cy="265113"/>
                  </a:xfrm>
                  <a:custGeom>
                    <a:avLst/>
                    <a:gdLst>
                      <a:gd name="T0" fmla="*/ 2147483646 w 360"/>
                      <a:gd name="T1" fmla="*/ 2147483646 h 336"/>
                      <a:gd name="T2" fmla="*/ 0 w 360"/>
                      <a:gd name="T3" fmla="*/ 2147483646 h 336"/>
                      <a:gd name="T4" fmla="*/ 0 w 360"/>
                      <a:gd name="T5" fmla="*/ 0 h 336"/>
                      <a:gd name="T6" fmla="*/ 2147483646 w 360"/>
                      <a:gd name="T7" fmla="*/ 2147483646 h 336"/>
                      <a:gd name="T8" fmla="*/ 0 60000 65536"/>
                      <a:gd name="T9" fmla="*/ 0 60000 65536"/>
                      <a:gd name="T10" fmla="*/ 0 60000 65536"/>
                      <a:gd name="T11" fmla="*/ 0 60000 65536"/>
                      <a:gd name="T12" fmla="*/ 0 w 360"/>
                      <a:gd name="T13" fmla="*/ 0 h 336"/>
                      <a:gd name="T14" fmla="*/ 360 w 360"/>
                      <a:gd name="T15" fmla="*/ 336 h 336"/>
                    </a:gdLst>
                    <a:ahLst/>
                    <a:cxnLst>
                      <a:cxn ang="T8">
                        <a:pos x="T0" y="T1"/>
                      </a:cxn>
                      <a:cxn ang="T9">
                        <a:pos x="T2" y="T3"/>
                      </a:cxn>
                      <a:cxn ang="T10">
                        <a:pos x="T4" y="T5"/>
                      </a:cxn>
                      <a:cxn ang="T11">
                        <a:pos x="T6" y="T7"/>
                      </a:cxn>
                    </a:cxnLst>
                    <a:rect l="T12" t="T13" r="T14" b="T15"/>
                    <a:pathLst>
                      <a:path w="360" h="336">
                        <a:moveTo>
                          <a:pt x="360" y="168"/>
                        </a:moveTo>
                        <a:lnTo>
                          <a:pt x="0" y="336"/>
                        </a:lnTo>
                        <a:lnTo>
                          <a:pt x="0" y="0"/>
                        </a:lnTo>
                        <a:lnTo>
                          <a:pt x="360" y="168"/>
                        </a:lnTo>
                        <a:close/>
                      </a:path>
                    </a:pathLst>
                  </a:custGeom>
                  <a:solidFill>
                    <a:srgbClr val="FFFFFF"/>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1" name="Freeform 28">
                    <a:extLst>
                      <a:ext uri="{FF2B5EF4-FFF2-40B4-BE49-F238E27FC236}">
                        <a16:creationId xmlns:a16="http://schemas.microsoft.com/office/drawing/2014/main" id="{7D560B6E-4671-4FE0-A4AC-3CB03194E49A}"/>
                      </a:ext>
                    </a:extLst>
                  </p:cNvPr>
                  <p:cNvSpPr>
                    <a:spLocks/>
                  </p:cNvSpPr>
                  <p:nvPr/>
                </p:nvSpPr>
                <p:spPr bwMode="auto">
                  <a:xfrm>
                    <a:off x="1281113" y="5727700"/>
                    <a:ext cx="85725" cy="87313"/>
                  </a:xfrm>
                  <a:custGeom>
                    <a:avLst/>
                    <a:gdLst>
                      <a:gd name="T0" fmla="*/ 2147483646 w 109"/>
                      <a:gd name="T1" fmla="*/ 0 h 109"/>
                      <a:gd name="T2" fmla="*/ 2147483646 w 109"/>
                      <a:gd name="T3" fmla="*/ 2147483646 h 109"/>
                      <a:gd name="T4" fmla="*/ 2147483646 w 109"/>
                      <a:gd name="T5" fmla="*/ 2147483646 h 109"/>
                      <a:gd name="T6" fmla="*/ 2147483646 w 109"/>
                      <a:gd name="T7" fmla="*/ 2147483646 h 109"/>
                      <a:gd name="T8" fmla="*/ 2147483646 w 109"/>
                      <a:gd name="T9" fmla="*/ 2147483646 h 109"/>
                      <a:gd name="T10" fmla="*/ 2147483646 w 109"/>
                      <a:gd name="T11" fmla="*/ 2147483646 h 109"/>
                      <a:gd name="T12" fmla="*/ 2147483646 w 109"/>
                      <a:gd name="T13" fmla="*/ 2147483646 h 109"/>
                      <a:gd name="T14" fmla="*/ 2147483646 w 109"/>
                      <a:gd name="T15" fmla="*/ 2147483646 h 109"/>
                      <a:gd name="T16" fmla="*/ 0 w 109"/>
                      <a:gd name="T17" fmla="*/ 2147483646 h 109"/>
                      <a:gd name="T18" fmla="*/ 0 w 109"/>
                      <a:gd name="T19" fmla="*/ 2147483646 h 109"/>
                      <a:gd name="T20" fmla="*/ 0 w 109"/>
                      <a:gd name="T21" fmla="*/ 2147483646 h 109"/>
                      <a:gd name="T22" fmla="*/ 0 w 109"/>
                      <a:gd name="T23" fmla="*/ 2147483646 h 109"/>
                      <a:gd name="T24" fmla="*/ 0 w 109"/>
                      <a:gd name="T25" fmla="*/ 2147483646 h 109"/>
                      <a:gd name="T26" fmla="*/ 2147483646 w 109"/>
                      <a:gd name="T27" fmla="*/ 2147483646 h 109"/>
                      <a:gd name="T28" fmla="*/ 2147483646 w 109"/>
                      <a:gd name="T29" fmla="*/ 2147483646 h 109"/>
                      <a:gd name="T30" fmla="*/ 2147483646 w 109"/>
                      <a:gd name="T31" fmla="*/ 2147483646 h 109"/>
                      <a:gd name="T32" fmla="*/ 2147483646 w 109"/>
                      <a:gd name="T33" fmla="*/ 2147483646 h 109"/>
                      <a:gd name="T34" fmla="*/ 2147483646 w 109"/>
                      <a:gd name="T35" fmla="*/ 2147483646 h 109"/>
                      <a:gd name="T36" fmla="*/ 2147483646 w 109"/>
                      <a:gd name="T37" fmla="*/ 2147483646 h 109"/>
                      <a:gd name="T38" fmla="*/ 2147483646 w 109"/>
                      <a:gd name="T39" fmla="*/ 2147483646 h 109"/>
                      <a:gd name="T40" fmla="*/ 2147483646 w 109"/>
                      <a:gd name="T41" fmla="*/ 2147483646 h 109"/>
                      <a:gd name="T42" fmla="*/ 2147483646 w 109"/>
                      <a:gd name="T43" fmla="*/ 2147483646 h 109"/>
                      <a:gd name="T44" fmla="*/ 2147483646 w 109"/>
                      <a:gd name="T45" fmla="*/ 2147483646 h 109"/>
                      <a:gd name="T46" fmla="*/ 2147483646 w 109"/>
                      <a:gd name="T47" fmla="*/ 2147483646 h 109"/>
                      <a:gd name="T48" fmla="*/ 2147483646 w 109"/>
                      <a:gd name="T49" fmla="*/ 2147483646 h 109"/>
                      <a:gd name="T50" fmla="*/ 2147483646 w 109"/>
                      <a:gd name="T51" fmla="*/ 2147483646 h 109"/>
                      <a:gd name="T52" fmla="*/ 2147483646 w 109"/>
                      <a:gd name="T53" fmla="*/ 2147483646 h 109"/>
                      <a:gd name="T54" fmla="*/ 2147483646 w 109"/>
                      <a:gd name="T55" fmla="*/ 2147483646 h 109"/>
                      <a:gd name="T56" fmla="*/ 2147483646 w 109"/>
                      <a:gd name="T57" fmla="*/ 2147483646 h 109"/>
                      <a:gd name="T58" fmla="*/ 2147483646 w 109"/>
                      <a:gd name="T59" fmla="*/ 2147483646 h 109"/>
                      <a:gd name="T60" fmla="*/ 2147483646 w 109"/>
                      <a:gd name="T61" fmla="*/ 2147483646 h 109"/>
                      <a:gd name="T62" fmla="*/ 2147483646 w 109"/>
                      <a:gd name="T63" fmla="*/ 2147483646 h 109"/>
                      <a:gd name="T64" fmla="*/ 2147483646 w 109"/>
                      <a:gd name="T65" fmla="*/ 2147483646 h 109"/>
                      <a:gd name="T66" fmla="*/ 2147483646 w 109"/>
                      <a:gd name="T67" fmla="*/ 2147483646 h 109"/>
                      <a:gd name="T68" fmla="*/ 2147483646 w 109"/>
                      <a:gd name="T69" fmla="*/ 2147483646 h 109"/>
                      <a:gd name="T70" fmla="*/ 2147483646 w 109"/>
                      <a:gd name="T71" fmla="*/ 2147483646 h 109"/>
                      <a:gd name="T72" fmla="*/ 2147483646 w 109"/>
                      <a:gd name="T73" fmla="*/ 2147483646 h 109"/>
                      <a:gd name="T74" fmla="*/ 2147483646 w 109"/>
                      <a:gd name="T75" fmla="*/ 2147483646 h 109"/>
                      <a:gd name="T76" fmla="*/ 2147483646 w 109"/>
                      <a:gd name="T77" fmla="*/ 2147483646 h 109"/>
                      <a:gd name="T78" fmla="*/ 2147483646 w 109"/>
                      <a:gd name="T79" fmla="*/ 2147483646 h 109"/>
                      <a:gd name="T80" fmla="*/ 2147483646 w 109"/>
                      <a:gd name="T81" fmla="*/ 2147483646 h 109"/>
                      <a:gd name="T82" fmla="*/ 2147483646 w 109"/>
                      <a:gd name="T83" fmla="*/ 2147483646 h 109"/>
                      <a:gd name="T84" fmla="*/ 2147483646 w 109"/>
                      <a:gd name="T85" fmla="*/ 0 h 109"/>
                      <a:gd name="T86" fmla="*/ 2147483646 w 109"/>
                      <a:gd name="T87" fmla="*/ 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9"/>
                      <a:gd name="T133" fmla="*/ 0 h 109"/>
                      <a:gd name="T134" fmla="*/ 109 w 109"/>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9" h="109">
                        <a:moveTo>
                          <a:pt x="54" y="0"/>
                        </a:moveTo>
                        <a:lnTo>
                          <a:pt x="52" y="0"/>
                        </a:lnTo>
                        <a:lnTo>
                          <a:pt x="49" y="0"/>
                        </a:lnTo>
                        <a:lnTo>
                          <a:pt x="46" y="0"/>
                        </a:lnTo>
                        <a:lnTo>
                          <a:pt x="43" y="1"/>
                        </a:lnTo>
                        <a:lnTo>
                          <a:pt x="41" y="1"/>
                        </a:lnTo>
                        <a:lnTo>
                          <a:pt x="39" y="2"/>
                        </a:lnTo>
                        <a:lnTo>
                          <a:pt x="36" y="3"/>
                        </a:lnTo>
                        <a:lnTo>
                          <a:pt x="34" y="3"/>
                        </a:lnTo>
                        <a:lnTo>
                          <a:pt x="31" y="4"/>
                        </a:lnTo>
                        <a:lnTo>
                          <a:pt x="29" y="6"/>
                        </a:lnTo>
                        <a:lnTo>
                          <a:pt x="27" y="7"/>
                        </a:lnTo>
                        <a:lnTo>
                          <a:pt x="24" y="9"/>
                        </a:lnTo>
                        <a:lnTo>
                          <a:pt x="22" y="10"/>
                        </a:lnTo>
                        <a:lnTo>
                          <a:pt x="19" y="12"/>
                        </a:lnTo>
                        <a:lnTo>
                          <a:pt x="18" y="14"/>
                        </a:lnTo>
                        <a:lnTo>
                          <a:pt x="16" y="15"/>
                        </a:lnTo>
                        <a:lnTo>
                          <a:pt x="15" y="18"/>
                        </a:lnTo>
                        <a:lnTo>
                          <a:pt x="12" y="19"/>
                        </a:lnTo>
                        <a:lnTo>
                          <a:pt x="11" y="21"/>
                        </a:lnTo>
                        <a:lnTo>
                          <a:pt x="10" y="24"/>
                        </a:lnTo>
                        <a:lnTo>
                          <a:pt x="7" y="26"/>
                        </a:lnTo>
                        <a:lnTo>
                          <a:pt x="6" y="28"/>
                        </a:lnTo>
                        <a:lnTo>
                          <a:pt x="5" y="31"/>
                        </a:lnTo>
                        <a:lnTo>
                          <a:pt x="4" y="33"/>
                        </a:lnTo>
                        <a:lnTo>
                          <a:pt x="4" y="36"/>
                        </a:lnTo>
                        <a:lnTo>
                          <a:pt x="3" y="38"/>
                        </a:lnTo>
                        <a:lnTo>
                          <a:pt x="1" y="40"/>
                        </a:lnTo>
                        <a:lnTo>
                          <a:pt x="1" y="43"/>
                        </a:lnTo>
                        <a:lnTo>
                          <a:pt x="0" y="45"/>
                        </a:lnTo>
                        <a:lnTo>
                          <a:pt x="0" y="49"/>
                        </a:lnTo>
                        <a:lnTo>
                          <a:pt x="0" y="51"/>
                        </a:lnTo>
                        <a:lnTo>
                          <a:pt x="0" y="54"/>
                        </a:lnTo>
                        <a:lnTo>
                          <a:pt x="0" y="57"/>
                        </a:lnTo>
                        <a:lnTo>
                          <a:pt x="0" y="60"/>
                        </a:lnTo>
                        <a:lnTo>
                          <a:pt x="0" y="62"/>
                        </a:lnTo>
                        <a:lnTo>
                          <a:pt x="1" y="64"/>
                        </a:lnTo>
                        <a:lnTo>
                          <a:pt x="1" y="68"/>
                        </a:lnTo>
                        <a:lnTo>
                          <a:pt x="3" y="70"/>
                        </a:lnTo>
                        <a:lnTo>
                          <a:pt x="4" y="73"/>
                        </a:lnTo>
                        <a:lnTo>
                          <a:pt x="4" y="75"/>
                        </a:lnTo>
                        <a:lnTo>
                          <a:pt x="5" y="78"/>
                        </a:lnTo>
                        <a:lnTo>
                          <a:pt x="6" y="80"/>
                        </a:lnTo>
                        <a:lnTo>
                          <a:pt x="7" y="82"/>
                        </a:lnTo>
                        <a:lnTo>
                          <a:pt x="10" y="85"/>
                        </a:lnTo>
                        <a:lnTo>
                          <a:pt x="11" y="86"/>
                        </a:lnTo>
                        <a:lnTo>
                          <a:pt x="12" y="88"/>
                        </a:lnTo>
                        <a:lnTo>
                          <a:pt x="15" y="91"/>
                        </a:lnTo>
                        <a:lnTo>
                          <a:pt x="16" y="92"/>
                        </a:lnTo>
                        <a:lnTo>
                          <a:pt x="18" y="94"/>
                        </a:lnTo>
                        <a:lnTo>
                          <a:pt x="19" y="96"/>
                        </a:lnTo>
                        <a:lnTo>
                          <a:pt x="22" y="98"/>
                        </a:lnTo>
                        <a:lnTo>
                          <a:pt x="24" y="99"/>
                        </a:lnTo>
                        <a:lnTo>
                          <a:pt x="27" y="100"/>
                        </a:lnTo>
                        <a:lnTo>
                          <a:pt x="29" y="102"/>
                        </a:lnTo>
                        <a:lnTo>
                          <a:pt x="31" y="103"/>
                        </a:lnTo>
                        <a:lnTo>
                          <a:pt x="34" y="104"/>
                        </a:lnTo>
                        <a:lnTo>
                          <a:pt x="36" y="105"/>
                        </a:lnTo>
                        <a:lnTo>
                          <a:pt x="39" y="106"/>
                        </a:lnTo>
                        <a:lnTo>
                          <a:pt x="41" y="106"/>
                        </a:lnTo>
                        <a:lnTo>
                          <a:pt x="43" y="108"/>
                        </a:lnTo>
                        <a:lnTo>
                          <a:pt x="46" y="108"/>
                        </a:lnTo>
                        <a:lnTo>
                          <a:pt x="49" y="108"/>
                        </a:lnTo>
                        <a:lnTo>
                          <a:pt x="52" y="109"/>
                        </a:lnTo>
                        <a:lnTo>
                          <a:pt x="54" y="109"/>
                        </a:lnTo>
                        <a:lnTo>
                          <a:pt x="58" y="109"/>
                        </a:lnTo>
                        <a:lnTo>
                          <a:pt x="60" y="108"/>
                        </a:lnTo>
                        <a:lnTo>
                          <a:pt x="63" y="108"/>
                        </a:lnTo>
                        <a:lnTo>
                          <a:pt x="65" y="108"/>
                        </a:lnTo>
                        <a:lnTo>
                          <a:pt x="69" y="106"/>
                        </a:lnTo>
                        <a:lnTo>
                          <a:pt x="71" y="106"/>
                        </a:lnTo>
                        <a:lnTo>
                          <a:pt x="73" y="105"/>
                        </a:lnTo>
                        <a:lnTo>
                          <a:pt x="76" y="104"/>
                        </a:lnTo>
                        <a:lnTo>
                          <a:pt x="78" y="103"/>
                        </a:lnTo>
                        <a:lnTo>
                          <a:pt x="81" y="102"/>
                        </a:lnTo>
                        <a:lnTo>
                          <a:pt x="83" y="100"/>
                        </a:lnTo>
                        <a:lnTo>
                          <a:pt x="85" y="99"/>
                        </a:lnTo>
                        <a:lnTo>
                          <a:pt x="87" y="98"/>
                        </a:lnTo>
                        <a:lnTo>
                          <a:pt x="89" y="96"/>
                        </a:lnTo>
                        <a:lnTo>
                          <a:pt x="91" y="94"/>
                        </a:lnTo>
                        <a:lnTo>
                          <a:pt x="93" y="92"/>
                        </a:lnTo>
                        <a:lnTo>
                          <a:pt x="95" y="91"/>
                        </a:lnTo>
                        <a:lnTo>
                          <a:pt x="96" y="88"/>
                        </a:lnTo>
                        <a:lnTo>
                          <a:pt x="99" y="86"/>
                        </a:lnTo>
                        <a:lnTo>
                          <a:pt x="100" y="85"/>
                        </a:lnTo>
                        <a:lnTo>
                          <a:pt x="101" y="82"/>
                        </a:lnTo>
                        <a:lnTo>
                          <a:pt x="102" y="80"/>
                        </a:lnTo>
                        <a:lnTo>
                          <a:pt x="103" y="78"/>
                        </a:lnTo>
                        <a:lnTo>
                          <a:pt x="105" y="75"/>
                        </a:lnTo>
                        <a:lnTo>
                          <a:pt x="106" y="73"/>
                        </a:lnTo>
                        <a:lnTo>
                          <a:pt x="107" y="70"/>
                        </a:lnTo>
                        <a:lnTo>
                          <a:pt x="107" y="68"/>
                        </a:lnTo>
                        <a:lnTo>
                          <a:pt x="108" y="64"/>
                        </a:lnTo>
                        <a:lnTo>
                          <a:pt x="108" y="62"/>
                        </a:lnTo>
                        <a:lnTo>
                          <a:pt x="108" y="60"/>
                        </a:lnTo>
                        <a:lnTo>
                          <a:pt x="109" y="57"/>
                        </a:lnTo>
                        <a:lnTo>
                          <a:pt x="109" y="54"/>
                        </a:lnTo>
                        <a:lnTo>
                          <a:pt x="109" y="51"/>
                        </a:lnTo>
                        <a:lnTo>
                          <a:pt x="108" y="49"/>
                        </a:lnTo>
                        <a:lnTo>
                          <a:pt x="108" y="45"/>
                        </a:lnTo>
                        <a:lnTo>
                          <a:pt x="108" y="43"/>
                        </a:lnTo>
                        <a:lnTo>
                          <a:pt x="107" y="40"/>
                        </a:lnTo>
                        <a:lnTo>
                          <a:pt x="107" y="38"/>
                        </a:lnTo>
                        <a:lnTo>
                          <a:pt x="106" y="36"/>
                        </a:lnTo>
                        <a:lnTo>
                          <a:pt x="105" y="33"/>
                        </a:lnTo>
                        <a:lnTo>
                          <a:pt x="103" y="31"/>
                        </a:lnTo>
                        <a:lnTo>
                          <a:pt x="102" y="28"/>
                        </a:lnTo>
                        <a:lnTo>
                          <a:pt x="101" y="26"/>
                        </a:lnTo>
                        <a:lnTo>
                          <a:pt x="100" y="24"/>
                        </a:lnTo>
                        <a:lnTo>
                          <a:pt x="99" y="21"/>
                        </a:lnTo>
                        <a:lnTo>
                          <a:pt x="96" y="19"/>
                        </a:lnTo>
                        <a:lnTo>
                          <a:pt x="95" y="18"/>
                        </a:lnTo>
                        <a:lnTo>
                          <a:pt x="93" y="15"/>
                        </a:lnTo>
                        <a:lnTo>
                          <a:pt x="91" y="14"/>
                        </a:lnTo>
                        <a:lnTo>
                          <a:pt x="89" y="12"/>
                        </a:lnTo>
                        <a:lnTo>
                          <a:pt x="87" y="10"/>
                        </a:lnTo>
                        <a:lnTo>
                          <a:pt x="85" y="9"/>
                        </a:lnTo>
                        <a:lnTo>
                          <a:pt x="83" y="7"/>
                        </a:lnTo>
                        <a:lnTo>
                          <a:pt x="81" y="6"/>
                        </a:lnTo>
                        <a:lnTo>
                          <a:pt x="78" y="4"/>
                        </a:lnTo>
                        <a:lnTo>
                          <a:pt x="76" y="3"/>
                        </a:lnTo>
                        <a:lnTo>
                          <a:pt x="73" y="3"/>
                        </a:lnTo>
                        <a:lnTo>
                          <a:pt x="71" y="2"/>
                        </a:lnTo>
                        <a:lnTo>
                          <a:pt x="69" y="1"/>
                        </a:lnTo>
                        <a:lnTo>
                          <a:pt x="65" y="1"/>
                        </a:lnTo>
                        <a:lnTo>
                          <a:pt x="63" y="0"/>
                        </a:lnTo>
                        <a:lnTo>
                          <a:pt x="60" y="0"/>
                        </a:lnTo>
                        <a:lnTo>
                          <a:pt x="58" y="0"/>
                        </a:lnTo>
                        <a:lnTo>
                          <a:pt x="54" y="0"/>
                        </a:lnTo>
                      </a:path>
                    </a:pathLst>
                  </a:custGeom>
                  <a:solidFill>
                    <a:schemeClr val="bg1"/>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21" name="Rectangle 29">
                  <a:extLst>
                    <a:ext uri="{FF2B5EF4-FFF2-40B4-BE49-F238E27FC236}">
                      <a16:creationId xmlns:a16="http://schemas.microsoft.com/office/drawing/2014/main" id="{E96F9F77-5E60-43D7-9326-945D066DDEC4}"/>
                    </a:ext>
                  </a:extLst>
                </p:cNvPr>
                <p:cNvSpPr>
                  <a:spLocks noChangeArrowheads="1"/>
                </p:cNvSpPr>
                <p:nvPr/>
              </p:nvSpPr>
              <p:spPr bwMode="auto">
                <a:xfrm>
                  <a:off x="1428072" y="1660708"/>
                  <a:ext cx="556426" cy="865399"/>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2" name="Rectangle 67">
                  <a:extLst>
                    <a:ext uri="{FF2B5EF4-FFF2-40B4-BE49-F238E27FC236}">
                      <a16:creationId xmlns:a16="http://schemas.microsoft.com/office/drawing/2014/main" id="{03E4F35F-5224-4A8D-A00A-B569792B1464}"/>
                    </a:ext>
                  </a:extLst>
                </p:cNvPr>
                <p:cNvSpPr>
                  <a:spLocks noChangeArrowheads="1"/>
                </p:cNvSpPr>
                <p:nvPr/>
              </p:nvSpPr>
              <p:spPr bwMode="auto">
                <a:xfrm>
                  <a:off x="732079" y="2203790"/>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3" name="Oval 68">
                  <a:extLst>
                    <a:ext uri="{FF2B5EF4-FFF2-40B4-BE49-F238E27FC236}">
                      <a16:creationId xmlns:a16="http://schemas.microsoft.com/office/drawing/2014/main" id="{AD7A3636-071C-4F9F-A31C-0F24ED6EF67A}"/>
                    </a:ext>
                  </a:extLst>
                </p:cNvPr>
                <p:cNvSpPr>
                  <a:spLocks noChangeArrowheads="1"/>
                </p:cNvSpPr>
                <p:nvPr/>
              </p:nvSpPr>
              <p:spPr bwMode="auto">
                <a:xfrm>
                  <a:off x="207935" y="2298538"/>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4" name="Line 11">
                  <a:extLst>
                    <a:ext uri="{FF2B5EF4-FFF2-40B4-BE49-F238E27FC236}">
                      <a16:creationId xmlns:a16="http://schemas.microsoft.com/office/drawing/2014/main" id="{5DAFE94F-8A8F-4D6D-8B03-C8499A46CFFF}"/>
                    </a:ext>
                  </a:extLst>
                </p:cNvPr>
                <p:cNvSpPr>
                  <a:spLocks noChangeShapeType="1"/>
                </p:cNvSpPr>
                <p:nvPr/>
              </p:nvSpPr>
              <p:spPr bwMode="auto">
                <a:xfrm rot="16200000" flipH="1">
                  <a:off x="77538" y="2506898"/>
                  <a:ext cx="316813" cy="0"/>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5" name="Rectangle 6">
                  <a:extLst>
                    <a:ext uri="{FF2B5EF4-FFF2-40B4-BE49-F238E27FC236}">
                      <a16:creationId xmlns:a16="http://schemas.microsoft.com/office/drawing/2014/main" id="{BD06D401-EF6A-4F1D-8A4C-6C2F1AFF0DAB}"/>
                    </a:ext>
                  </a:extLst>
                </p:cNvPr>
                <p:cNvSpPr>
                  <a:spLocks noChangeArrowheads="1"/>
                </p:cNvSpPr>
                <p:nvPr/>
              </p:nvSpPr>
              <p:spPr bwMode="auto">
                <a:xfrm>
                  <a:off x="1489601" y="1765892"/>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6" name="Rectangle 7">
                  <a:extLst>
                    <a:ext uri="{FF2B5EF4-FFF2-40B4-BE49-F238E27FC236}">
                      <a16:creationId xmlns:a16="http://schemas.microsoft.com/office/drawing/2014/main" id="{67D3D13A-34A4-4261-B417-FA083AF7FF02}"/>
                    </a:ext>
                  </a:extLst>
                </p:cNvPr>
                <p:cNvSpPr>
                  <a:spLocks noChangeArrowheads="1"/>
                </p:cNvSpPr>
                <p:nvPr/>
              </p:nvSpPr>
              <p:spPr bwMode="auto">
                <a:xfrm>
                  <a:off x="1810318" y="1760741"/>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7" name="Line 8">
                  <a:extLst>
                    <a:ext uri="{FF2B5EF4-FFF2-40B4-BE49-F238E27FC236}">
                      <a16:creationId xmlns:a16="http://schemas.microsoft.com/office/drawing/2014/main" id="{EB0FCBCD-EEC9-41CB-8B5F-DDAC37AF592E}"/>
                    </a:ext>
                  </a:extLst>
                </p:cNvPr>
                <p:cNvSpPr>
                  <a:spLocks noChangeShapeType="1"/>
                </p:cNvSpPr>
                <p:nvPr/>
              </p:nvSpPr>
              <p:spPr bwMode="auto">
                <a:xfrm flipH="1">
                  <a:off x="1823199" y="2232859"/>
                  <a:ext cx="77281" cy="12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8" name="Rectangle 17">
                  <a:extLst>
                    <a:ext uri="{FF2B5EF4-FFF2-40B4-BE49-F238E27FC236}">
                      <a16:creationId xmlns:a16="http://schemas.microsoft.com/office/drawing/2014/main" id="{3D7CB4B8-81B5-4701-9DA0-B3EDE44E0A7A}"/>
                    </a:ext>
                  </a:extLst>
                </p:cNvPr>
                <p:cNvSpPr>
                  <a:spLocks noChangeArrowheads="1"/>
                </p:cNvSpPr>
                <p:nvPr/>
              </p:nvSpPr>
              <p:spPr bwMode="auto">
                <a:xfrm>
                  <a:off x="1803466" y="2186174"/>
                  <a:ext cx="129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a:t>
                  </a: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9" name="Rectangle 67">
                  <a:extLst>
                    <a:ext uri="{FF2B5EF4-FFF2-40B4-BE49-F238E27FC236}">
                      <a16:creationId xmlns:a16="http://schemas.microsoft.com/office/drawing/2014/main" id="{286A8114-C01A-4D7D-B33B-630E010ED5A8}"/>
                    </a:ext>
                  </a:extLst>
                </p:cNvPr>
                <p:cNvSpPr>
                  <a:spLocks noChangeArrowheads="1"/>
                </p:cNvSpPr>
                <p:nvPr/>
              </p:nvSpPr>
              <p:spPr bwMode="auto">
                <a:xfrm>
                  <a:off x="1481460" y="2204158"/>
                  <a:ext cx="2974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sp>
          <p:nvSpPr>
            <p:cNvPr id="122900" name="Line 13">
              <a:extLst>
                <a:ext uri="{FF2B5EF4-FFF2-40B4-BE49-F238E27FC236}">
                  <a16:creationId xmlns:a16="http://schemas.microsoft.com/office/drawing/2014/main" id="{AEC0D620-1439-4D6B-8451-5158F0860626}"/>
                </a:ext>
              </a:extLst>
            </p:cNvPr>
            <p:cNvSpPr>
              <a:spLocks noChangeShapeType="1"/>
            </p:cNvSpPr>
            <p:nvPr/>
          </p:nvSpPr>
          <p:spPr bwMode="auto">
            <a:xfrm flipH="1">
              <a:off x="479052" y="3183603"/>
              <a:ext cx="6493435" cy="4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1" name="Oval 68">
              <a:extLst>
                <a:ext uri="{FF2B5EF4-FFF2-40B4-BE49-F238E27FC236}">
                  <a16:creationId xmlns:a16="http://schemas.microsoft.com/office/drawing/2014/main" id="{775C4492-1B6B-46DC-B73A-90D27332688E}"/>
                </a:ext>
              </a:extLst>
            </p:cNvPr>
            <p:cNvSpPr>
              <a:spLocks noChangeArrowheads="1"/>
            </p:cNvSpPr>
            <p:nvPr/>
          </p:nvSpPr>
          <p:spPr bwMode="auto">
            <a:xfrm>
              <a:off x="462465" y="2296260"/>
              <a:ext cx="60538" cy="5923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2" name="Line 11">
              <a:extLst>
                <a:ext uri="{FF2B5EF4-FFF2-40B4-BE49-F238E27FC236}">
                  <a16:creationId xmlns:a16="http://schemas.microsoft.com/office/drawing/2014/main" id="{CB1563B6-D61D-4EE1-88E7-AFD135B6AB69}"/>
                </a:ext>
              </a:extLst>
            </p:cNvPr>
            <p:cNvSpPr>
              <a:spLocks noChangeShapeType="1"/>
            </p:cNvSpPr>
            <p:nvPr/>
          </p:nvSpPr>
          <p:spPr bwMode="auto">
            <a:xfrm rot="-5400000" flipH="1" flipV="1">
              <a:off x="61523" y="2768658"/>
              <a:ext cx="851848" cy="3175"/>
            </a:xfrm>
            <a:prstGeom prst="line">
              <a:avLst/>
            </a:prstGeom>
            <a:noFill/>
            <a:ln w="1841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3" name="Line 15">
              <a:extLst>
                <a:ext uri="{FF2B5EF4-FFF2-40B4-BE49-F238E27FC236}">
                  <a16:creationId xmlns:a16="http://schemas.microsoft.com/office/drawing/2014/main" id="{EE08BB64-C398-4A40-999B-D6093AB17893}"/>
                </a:ext>
              </a:extLst>
            </p:cNvPr>
            <p:cNvSpPr>
              <a:spLocks noChangeShapeType="1"/>
            </p:cNvSpPr>
            <p:nvPr/>
          </p:nvSpPr>
          <p:spPr bwMode="auto">
            <a:xfrm flipH="1">
              <a:off x="268474" y="1905000"/>
              <a:ext cx="8640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4" name="Rectangle 11">
              <a:extLst>
                <a:ext uri="{FF2B5EF4-FFF2-40B4-BE49-F238E27FC236}">
                  <a16:creationId xmlns:a16="http://schemas.microsoft.com/office/drawing/2014/main" id="{56FEFA7E-877D-4E4F-BE18-3474EE7BA729}"/>
                </a:ext>
              </a:extLst>
            </p:cNvPr>
            <p:cNvSpPr>
              <a:spLocks noChangeArrowheads="1"/>
            </p:cNvSpPr>
            <p:nvPr/>
          </p:nvSpPr>
          <p:spPr bwMode="auto">
            <a:xfrm>
              <a:off x="205979" y="2060575"/>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5" name="Rectangle 41">
              <a:extLst>
                <a:ext uri="{FF2B5EF4-FFF2-40B4-BE49-F238E27FC236}">
                  <a16:creationId xmlns:a16="http://schemas.microsoft.com/office/drawing/2014/main" id="{21833592-7A46-4EFB-8A4D-5C3FC95C0867}"/>
                </a:ext>
              </a:extLst>
            </p:cNvPr>
            <p:cNvSpPr>
              <a:spLocks noChangeArrowheads="1"/>
            </p:cNvSpPr>
            <p:nvPr/>
          </p:nvSpPr>
          <p:spPr bwMode="auto">
            <a:xfrm>
              <a:off x="228600" y="1600200"/>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122883" name="Straight Connector 2">
            <a:extLst>
              <a:ext uri="{FF2B5EF4-FFF2-40B4-BE49-F238E27FC236}">
                <a16:creationId xmlns:a16="http://schemas.microsoft.com/office/drawing/2014/main" id="{2F45E039-DA64-4BB1-8356-0F9BB22396A4}"/>
              </a:ext>
            </a:extLst>
          </p:cNvPr>
          <p:cNvCxnSpPr>
            <a:cxnSpLocks noChangeShapeType="1"/>
          </p:cNvCxnSpPr>
          <p:nvPr/>
        </p:nvCxnSpPr>
        <p:spPr bwMode="auto">
          <a:xfrm>
            <a:off x="1143000" y="2711450"/>
            <a:ext cx="0" cy="5572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4" name="Straight Connector 121">
            <a:extLst>
              <a:ext uri="{FF2B5EF4-FFF2-40B4-BE49-F238E27FC236}">
                <a16:creationId xmlns:a16="http://schemas.microsoft.com/office/drawing/2014/main" id="{9E370AC8-3FBC-41E5-905D-6CC9F18766EE}"/>
              </a:ext>
            </a:extLst>
          </p:cNvPr>
          <p:cNvCxnSpPr>
            <a:cxnSpLocks noChangeShapeType="1"/>
          </p:cNvCxnSpPr>
          <p:nvPr/>
        </p:nvCxnSpPr>
        <p:spPr bwMode="auto">
          <a:xfrm>
            <a:off x="1874838" y="2716213"/>
            <a:ext cx="531812"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5" name="Straight Connector 122">
            <a:extLst>
              <a:ext uri="{FF2B5EF4-FFF2-40B4-BE49-F238E27FC236}">
                <a16:creationId xmlns:a16="http://schemas.microsoft.com/office/drawing/2014/main" id="{135F1ED1-54A7-4872-8E03-0BD8EF9A2DA3}"/>
              </a:ext>
            </a:extLst>
          </p:cNvPr>
          <p:cNvCxnSpPr>
            <a:cxnSpLocks noChangeShapeType="1"/>
          </p:cNvCxnSpPr>
          <p:nvPr/>
        </p:nvCxnSpPr>
        <p:spPr bwMode="auto">
          <a:xfrm>
            <a:off x="3294063" y="2703513"/>
            <a:ext cx="0" cy="558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6" name="Straight Connector 124">
            <a:extLst>
              <a:ext uri="{FF2B5EF4-FFF2-40B4-BE49-F238E27FC236}">
                <a16:creationId xmlns:a16="http://schemas.microsoft.com/office/drawing/2014/main" id="{DC72CF0E-20C2-4983-B902-64DD61916244}"/>
              </a:ext>
            </a:extLst>
          </p:cNvPr>
          <p:cNvCxnSpPr>
            <a:cxnSpLocks noChangeShapeType="1"/>
          </p:cNvCxnSpPr>
          <p:nvPr/>
        </p:nvCxnSpPr>
        <p:spPr bwMode="auto">
          <a:xfrm>
            <a:off x="5426075" y="2697163"/>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7" name="Straight Connector 126">
            <a:extLst>
              <a:ext uri="{FF2B5EF4-FFF2-40B4-BE49-F238E27FC236}">
                <a16:creationId xmlns:a16="http://schemas.microsoft.com/office/drawing/2014/main" id="{62156241-F76E-45A3-B924-F15478BB7F0F}"/>
              </a:ext>
            </a:extLst>
          </p:cNvPr>
          <p:cNvCxnSpPr>
            <a:cxnSpLocks noChangeShapeType="1"/>
          </p:cNvCxnSpPr>
          <p:nvPr/>
        </p:nvCxnSpPr>
        <p:spPr bwMode="auto">
          <a:xfrm>
            <a:off x="7559675" y="2706688"/>
            <a:ext cx="0" cy="5572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8" name="Straight Connector 128">
            <a:extLst>
              <a:ext uri="{FF2B5EF4-FFF2-40B4-BE49-F238E27FC236}">
                <a16:creationId xmlns:a16="http://schemas.microsoft.com/office/drawing/2014/main" id="{A7DCA236-D0FC-462A-A584-5E28435FBCA9}"/>
              </a:ext>
            </a:extLst>
          </p:cNvPr>
          <p:cNvCxnSpPr>
            <a:cxnSpLocks noChangeShapeType="1"/>
          </p:cNvCxnSpPr>
          <p:nvPr/>
        </p:nvCxnSpPr>
        <p:spPr bwMode="auto">
          <a:xfrm>
            <a:off x="4025900" y="2727325"/>
            <a:ext cx="531813"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89" name="Straight Connector 129">
            <a:extLst>
              <a:ext uri="{FF2B5EF4-FFF2-40B4-BE49-F238E27FC236}">
                <a16:creationId xmlns:a16="http://schemas.microsoft.com/office/drawing/2014/main" id="{DC8F25D5-43B2-4107-A3E7-11473CD88AF1}"/>
              </a:ext>
            </a:extLst>
          </p:cNvPr>
          <p:cNvCxnSpPr>
            <a:cxnSpLocks noChangeShapeType="1"/>
          </p:cNvCxnSpPr>
          <p:nvPr/>
        </p:nvCxnSpPr>
        <p:spPr bwMode="auto">
          <a:xfrm>
            <a:off x="6157913" y="2719388"/>
            <a:ext cx="531812" cy="125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2890" name="Straight Connector 130">
            <a:extLst>
              <a:ext uri="{FF2B5EF4-FFF2-40B4-BE49-F238E27FC236}">
                <a16:creationId xmlns:a16="http://schemas.microsoft.com/office/drawing/2014/main" id="{528B138E-EC35-417B-9167-5E159A1AB31D}"/>
              </a:ext>
            </a:extLst>
          </p:cNvPr>
          <p:cNvCxnSpPr>
            <a:cxnSpLocks noChangeShapeType="1"/>
          </p:cNvCxnSpPr>
          <p:nvPr/>
        </p:nvCxnSpPr>
        <p:spPr bwMode="auto">
          <a:xfrm>
            <a:off x="8281988" y="2720975"/>
            <a:ext cx="531812" cy="1254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22891" name="Group 6">
            <a:extLst>
              <a:ext uri="{FF2B5EF4-FFF2-40B4-BE49-F238E27FC236}">
                <a16:creationId xmlns:a16="http://schemas.microsoft.com/office/drawing/2014/main" id="{06EDC935-8158-4CEC-83A1-21E4ECDFA69E}"/>
              </a:ext>
            </a:extLst>
          </p:cNvPr>
          <p:cNvGrpSpPr>
            <a:grpSpLocks/>
          </p:cNvGrpSpPr>
          <p:nvPr/>
        </p:nvGrpSpPr>
        <p:grpSpPr bwMode="auto">
          <a:xfrm>
            <a:off x="1752600" y="5638800"/>
            <a:ext cx="5105400" cy="369888"/>
            <a:chOff x="1752600" y="5638800"/>
            <a:chExt cx="5105399" cy="369332"/>
          </a:xfrm>
        </p:grpSpPr>
        <p:sp>
          <p:nvSpPr>
            <p:cNvPr id="122893" name="Freeform 13">
              <a:extLst>
                <a:ext uri="{FF2B5EF4-FFF2-40B4-BE49-F238E27FC236}">
                  <a16:creationId xmlns:a16="http://schemas.microsoft.com/office/drawing/2014/main" id="{2AE6DDBD-8D79-4E38-9066-8452CCD186B9}"/>
                </a:ext>
              </a:extLst>
            </p:cNvPr>
            <p:cNvSpPr>
              <a:spLocks/>
            </p:cNvSpPr>
            <p:nvPr/>
          </p:nvSpPr>
          <p:spPr bwMode="auto">
            <a:xfrm>
              <a:off x="2682458" y="5638800"/>
              <a:ext cx="4175541" cy="268288"/>
            </a:xfrm>
            <a:custGeom>
              <a:avLst/>
              <a:gdLst>
                <a:gd name="T0" fmla="*/ 2147483646 w 1873"/>
                <a:gd name="T1" fmla="*/ 2147483646 h 336"/>
                <a:gd name="T2" fmla="*/ 2147483646 w 1873"/>
                <a:gd name="T3" fmla="*/ 0 h 336"/>
                <a:gd name="T4" fmla="*/ 2147483646 w 1873"/>
                <a:gd name="T5" fmla="*/ 0 h 336"/>
                <a:gd name="T6" fmla="*/ 2147483646 w 1873"/>
                <a:gd name="T7" fmla="*/ 2147483646 h 336"/>
                <a:gd name="T8" fmla="*/ 2147483646 w 1873"/>
                <a:gd name="T9" fmla="*/ 2147483646 h 336"/>
                <a:gd name="T10" fmla="*/ 2147483646 w 1873"/>
                <a:gd name="T11" fmla="*/ 0 h 336"/>
                <a:gd name="T12" fmla="*/ 2147483646 w 1873"/>
                <a:gd name="T13" fmla="*/ 0 h 336"/>
                <a:gd name="T14" fmla="*/ 2147483646 w 1873"/>
                <a:gd name="T15" fmla="*/ 2147483646 h 336"/>
                <a:gd name="T16" fmla="*/ 0 w 1873"/>
                <a:gd name="T17" fmla="*/ 2147483646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894" name="TextBox 5">
              <a:extLst>
                <a:ext uri="{FF2B5EF4-FFF2-40B4-BE49-F238E27FC236}">
                  <a16:creationId xmlns:a16="http://schemas.microsoft.com/office/drawing/2014/main" id="{C5A8D708-B4DB-49CB-B289-89A8510DE0BA}"/>
                </a:ext>
              </a:extLst>
            </p:cNvPr>
            <p:cNvSpPr txBox="1">
              <a:spLocks noChangeArrowheads="1"/>
            </p:cNvSpPr>
            <p:nvPr/>
          </p:nvSpPr>
          <p:spPr bwMode="auto">
            <a:xfrm>
              <a:off x="1752600" y="5638800"/>
              <a:ext cx="7360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Clock</a:t>
              </a:r>
            </a:p>
          </p:txBody>
        </p:sp>
      </p:grpSp>
      <p:sp>
        <p:nvSpPr>
          <p:cNvPr id="122892" name="Oval 7">
            <a:extLst>
              <a:ext uri="{FF2B5EF4-FFF2-40B4-BE49-F238E27FC236}">
                <a16:creationId xmlns:a16="http://schemas.microsoft.com/office/drawing/2014/main" id="{2187191C-9400-4213-A62C-EEFC2E8584FE}"/>
              </a:ext>
            </a:extLst>
          </p:cNvPr>
          <p:cNvSpPr>
            <a:spLocks noChangeAspect="1"/>
          </p:cNvSpPr>
          <p:nvPr/>
        </p:nvSpPr>
        <p:spPr bwMode="auto">
          <a:xfrm>
            <a:off x="5808663" y="5592763"/>
            <a:ext cx="85725" cy="87312"/>
          </a:xfrm>
          <a:prstGeom prst="ellipse">
            <a:avLst/>
          </a:prstGeom>
          <a:solidFill>
            <a:srgbClr val="0000FF"/>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a:extLst>
              <a:ext uri="{FF2B5EF4-FFF2-40B4-BE49-F238E27FC236}">
                <a16:creationId xmlns:a16="http://schemas.microsoft.com/office/drawing/2014/main" id="{F1FA4EC4-7515-4A6D-89E3-C274FDB598B1}"/>
              </a:ext>
            </a:extLst>
          </p:cNvPr>
          <p:cNvSpPr txBox="1">
            <a:spLocks/>
          </p:cNvSpPr>
          <p:nvPr/>
        </p:nvSpPr>
        <p:spPr bwMode="auto">
          <a:xfrm>
            <a:off x="0" y="0"/>
            <a:ext cx="9144000" cy="528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A simple shift register</a:t>
            </a:r>
          </a:p>
        </p:txBody>
      </p:sp>
      <p:sp>
        <p:nvSpPr>
          <p:cNvPr id="123906" name="TextBox 125">
            <a:extLst>
              <a:ext uri="{FF2B5EF4-FFF2-40B4-BE49-F238E27FC236}">
                <a16:creationId xmlns:a16="http://schemas.microsoft.com/office/drawing/2014/main" id="{2F4DD783-25B1-4F71-B66C-9F7116D060C8}"/>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5.17 from the textbook ]</a:t>
            </a:r>
          </a:p>
        </p:txBody>
      </p:sp>
      <p:sp>
        <p:nvSpPr>
          <p:cNvPr id="123946" name="Rectangle 43">
            <a:extLst>
              <a:ext uri="{FF2B5EF4-FFF2-40B4-BE49-F238E27FC236}">
                <a16:creationId xmlns:a16="http://schemas.microsoft.com/office/drawing/2014/main" id="{F045BB01-9DC1-4DC6-9209-52E073A488BA}"/>
              </a:ext>
            </a:extLst>
          </p:cNvPr>
          <p:cNvSpPr>
            <a:spLocks noChangeArrowheads="1"/>
          </p:cNvSpPr>
          <p:nvPr/>
        </p:nvSpPr>
        <p:spPr bwMode="auto">
          <a:xfrm>
            <a:off x="5360349" y="914400"/>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7" name="Rectangle 44">
            <a:extLst>
              <a:ext uri="{FF2B5EF4-FFF2-40B4-BE49-F238E27FC236}">
                <a16:creationId xmlns:a16="http://schemas.microsoft.com/office/drawing/2014/main" id="{AF00C101-5C16-49C6-833E-F3CC243A274D}"/>
              </a:ext>
            </a:extLst>
          </p:cNvPr>
          <p:cNvSpPr>
            <a:spLocks noChangeArrowheads="1"/>
          </p:cNvSpPr>
          <p:nvPr/>
        </p:nvSpPr>
        <p:spPr bwMode="auto">
          <a:xfrm>
            <a:off x="5417499" y="100171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8" name="Rectangle 45">
            <a:extLst>
              <a:ext uri="{FF2B5EF4-FFF2-40B4-BE49-F238E27FC236}">
                <a16:creationId xmlns:a16="http://schemas.microsoft.com/office/drawing/2014/main" id="{7CCB5DF5-C818-4CF7-B939-B3581840F5C4}"/>
              </a:ext>
            </a:extLst>
          </p:cNvPr>
          <p:cNvSpPr>
            <a:spLocks noChangeArrowheads="1"/>
          </p:cNvSpPr>
          <p:nvPr/>
        </p:nvSpPr>
        <p:spPr bwMode="auto">
          <a:xfrm>
            <a:off x="5360349" y="1285875"/>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9" name="Rectangle 46">
            <a:extLst>
              <a:ext uri="{FF2B5EF4-FFF2-40B4-BE49-F238E27FC236}">
                <a16:creationId xmlns:a16="http://schemas.microsoft.com/office/drawing/2014/main" id="{9215423A-9E9A-4140-8528-A4957C046F54}"/>
              </a:ext>
            </a:extLst>
          </p:cNvPr>
          <p:cNvSpPr>
            <a:spLocks noChangeArrowheads="1"/>
          </p:cNvSpPr>
          <p:nvPr/>
        </p:nvSpPr>
        <p:spPr bwMode="auto">
          <a:xfrm>
            <a:off x="5417499" y="1373187"/>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0" name="Rectangle 47">
            <a:extLst>
              <a:ext uri="{FF2B5EF4-FFF2-40B4-BE49-F238E27FC236}">
                <a16:creationId xmlns:a16="http://schemas.microsoft.com/office/drawing/2014/main" id="{7AB51494-2C2E-4EF4-A053-184B41033E6D}"/>
              </a:ext>
            </a:extLst>
          </p:cNvPr>
          <p:cNvSpPr>
            <a:spLocks noChangeArrowheads="1"/>
          </p:cNvSpPr>
          <p:nvPr/>
        </p:nvSpPr>
        <p:spPr bwMode="auto">
          <a:xfrm>
            <a:off x="5360349" y="1657350"/>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1" name="Rectangle 48">
            <a:extLst>
              <a:ext uri="{FF2B5EF4-FFF2-40B4-BE49-F238E27FC236}">
                <a16:creationId xmlns:a16="http://schemas.microsoft.com/office/drawing/2014/main" id="{F5AA0C1C-B0C7-41B2-A5CE-1607D9E5638E}"/>
              </a:ext>
            </a:extLst>
          </p:cNvPr>
          <p:cNvSpPr>
            <a:spLocks noChangeArrowheads="1"/>
          </p:cNvSpPr>
          <p:nvPr/>
        </p:nvSpPr>
        <p:spPr bwMode="auto">
          <a:xfrm>
            <a:off x="5417499" y="17446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2" name="Rectangle 49">
            <a:extLst>
              <a:ext uri="{FF2B5EF4-FFF2-40B4-BE49-F238E27FC236}">
                <a16:creationId xmlns:a16="http://schemas.microsoft.com/office/drawing/2014/main" id="{48C918C4-4371-4421-A403-544E10BF161A}"/>
              </a:ext>
            </a:extLst>
          </p:cNvPr>
          <p:cNvSpPr>
            <a:spLocks noChangeArrowheads="1"/>
          </p:cNvSpPr>
          <p:nvPr/>
        </p:nvSpPr>
        <p:spPr bwMode="auto">
          <a:xfrm>
            <a:off x="5360349" y="2028825"/>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3" name="Rectangle 50">
            <a:extLst>
              <a:ext uri="{FF2B5EF4-FFF2-40B4-BE49-F238E27FC236}">
                <a16:creationId xmlns:a16="http://schemas.microsoft.com/office/drawing/2014/main" id="{F11BBC02-303C-4FDB-8827-26AC2DF3F196}"/>
              </a:ext>
            </a:extLst>
          </p:cNvPr>
          <p:cNvSpPr>
            <a:spLocks noChangeArrowheads="1"/>
          </p:cNvSpPr>
          <p:nvPr/>
        </p:nvSpPr>
        <p:spPr bwMode="auto">
          <a:xfrm>
            <a:off x="5417499" y="21145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4" name="Rectangle 51">
            <a:extLst>
              <a:ext uri="{FF2B5EF4-FFF2-40B4-BE49-F238E27FC236}">
                <a16:creationId xmlns:a16="http://schemas.microsoft.com/office/drawing/2014/main" id="{085B6C21-8D0C-4DD0-9698-A97BEF226C00}"/>
              </a:ext>
            </a:extLst>
          </p:cNvPr>
          <p:cNvSpPr>
            <a:spLocks noChangeArrowheads="1"/>
          </p:cNvSpPr>
          <p:nvPr/>
        </p:nvSpPr>
        <p:spPr bwMode="auto">
          <a:xfrm>
            <a:off x="5360349" y="2398712"/>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5" name="Rectangle 52">
            <a:extLst>
              <a:ext uri="{FF2B5EF4-FFF2-40B4-BE49-F238E27FC236}">
                <a16:creationId xmlns:a16="http://schemas.microsoft.com/office/drawing/2014/main" id="{1251F17A-E027-41AE-9674-1563B91A97A8}"/>
              </a:ext>
            </a:extLst>
          </p:cNvPr>
          <p:cNvSpPr>
            <a:spLocks noChangeArrowheads="1"/>
          </p:cNvSpPr>
          <p:nvPr/>
        </p:nvSpPr>
        <p:spPr bwMode="auto">
          <a:xfrm>
            <a:off x="5417499" y="24860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6" name="Rectangle 53">
            <a:extLst>
              <a:ext uri="{FF2B5EF4-FFF2-40B4-BE49-F238E27FC236}">
                <a16:creationId xmlns:a16="http://schemas.microsoft.com/office/drawing/2014/main" id="{CA65EE21-D5DF-4490-970B-65CFDB7D3759}"/>
              </a:ext>
            </a:extLst>
          </p:cNvPr>
          <p:cNvSpPr>
            <a:spLocks noChangeArrowheads="1"/>
          </p:cNvSpPr>
          <p:nvPr/>
        </p:nvSpPr>
        <p:spPr bwMode="auto">
          <a:xfrm>
            <a:off x="5360349" y="2770187"/>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7" name="Rectangle 54">
            <a:extLst>
              <a:ext uri="{FF2B5EF4-FFF2-40B4-BE49-F238E27FC236}">
                <a16:creationId xmlns:a16="http://schemas.microsoft.com/office/drawing/2014/main" id="{3C73DA60-237E-4F2C-89A3-588D7AF57F27}"/>
              </a:ext>
            </a:extLst>
          </p:cNvPr>
          <p:cNvSpPr>
            <a:spLocks noChangeArrowheads="1"/>
          </p:cNvSpPr>
          <p:nvPr/>
        </p:nvSpPr>
        <p:spPr bwMode="auto">
          <a:xfrm>
            <a:off x="5417499" y="28575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5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8" name="Rectangle 55">
            <a:extLst>
              <a:ext uri="{FF2B5EF4-FFF2-40B4-BE49-F238E27FC236}">
                <a16:creationId xmlns:a16="http://schemas.microsoft.com/office/drawing/2014/main" id="{C052B46A-EEE6-49F7-82B8-C1727F190386}"/>
              </a:ext>
            </a:extLst>
          </p:cNvPr>
          <p:cNvSpPr>
            <a:spLocks noChangeArrowheads="1"/>
          </p:cNvSpPr>
          <p:nvPr/>
        </p:nvSpPr>
        <p:spPr bwMode="auto">
          <a:xfrm>
            <a:off x="5360349" y="3143250"/>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9" name="Rectangle 56">
            <a:extLst>
              <a:ext uri="{FF2B5EF4-FFF2-40B4-BE49-F238E27FC236}">
                <a16:creationId xmlns:a16="http://schemas.microsoft.com/office/drawing/2014/main" id="{ECBB7AE9-1420-4E7D-97A4-9B44E801A07B}"/>
              </a:ext>
            </a:extLst>
          </p:cNvPr>
          <p:cNvSpPr>
            <a:spLocks noChangeArrowheads="1"/>
          </p:cNvSpPr>
          <p:nvPr/>
        </p:nvSpPr>
        <p:spPr bwMode="auto">
          <a:xfrm>
            <a:off x="5417499" y="32289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6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0" name="Rectangle 57">
            <a:extLst>
              <a:ext uri="{FF2B5EF4-FFF2-40B4-BE49-F238E27FC236}">
                <a16:creationId xmlns:a16="http://schemas.microsoft.com/office/drawing/2014/main" id="{E51FDFAD-22A7-4448-9D33-287A1FDD30EE}"/>
              </a:ext>
            </a:extLst>
          </p:cNvPr>
          <p:cNvSpPr>
            <a:spLocks noChangeArrowheads="1"/>
          </p:cNvSpPr>
          <p:nvPr/>
        </p:nvSpPr>
        <p:spPr bwMode="auto">
          <a:xfrm>
            <a:off x="5360349" y="3513137"/>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1" name="Rectangle 58">
            <a:extLst>
              <a:ext uri="{FF2B5EF4-FFF2-40B4-BE49-F238E27FC236}">
                <a16:creationId xmlns:a16="http://schemas.microsoft.com/office/drawing/2014/main" id="{F266350F-AA09-4AFC-A278-58CEA5DF9799}"/>
              </a:ext>
            </a:extLst>
          </p:cNvPr>
          <p:cNvSpPr>
            <a:spLocks noChangeArrowheads="1"/>
          </p:cNvSpPr>
          <p:nvPr/>
        </p:nvSpPr>
        <p:spPr bwMode="auto">
          <a:xfrm>
            <a:off x="5417499" y="36004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7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2" name="Rectangle 59">
            <a:extLst>
              <a:ext uri="{FF2B5EF4-FFF2-40B4-BE49-F238E27FC236}">
                <a16:creationId xmlns:a16="http://schemas.microsoft.com/office/drawing/2014/main" id="{A2304235-24A2-477F-9475-335330403A4E}"/>
              </a:ext>
            </a:extLst>
          </p:cNvPr>
          <p:cNvSpPr>
            <a:spLocks noChangeArrowheads="1"/>
          </p:cNvSpPr>
          <p:nvPr/>
        </p:nvSpPr>
        <p:spPr bwMode="auto">
          <a:xfrm>
            <a:off x="5823899" y="9366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dirty="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dirty="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3" name="Rectangle 60">
            <a:extLst>
              <a:ext uri="{FF2B5EF4-FFF2-40B4-BE49-F238E27FC236}">
                <a16:creationId xmlns:a16="http://schemas.microsoft.com/office/drawing/2014/main" id="{8D50E7C6-7217-42D9-ADF4-4C4BE46BCE83}"/>
              </a:ext>
            </a:extLst>
          </p:cNvPr>
          <p:cNvSpPr>
            <a:spLocks noChangeArrowheads="1"/>
          </p:cNvSpPr>
          <p:nvPr/>
        </p:nvSpPr>
        <p:spPr bwMode="auto">
          <a:xfrm>
            <a:off x="5823899" y="13081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4" name="Rectangle 61">
            <a:extLst>
              <a:ext uri="{FF2B5EF4-FFF2-40B4-BE49-F238E27FC236}">
                <a16:creationId xmlns:a16="http://schemas.microsoft.com/office/drawing/2014/main" id="{AD18FF52-6622-403E-9B4B-AA559A5597AF}"/>
              </a:ext>
            </a:extLst>
          </p:cNvPr>
          <p:cNvSpPr>
            <a:spLocks noChangeArrowheads="1"/>
          </p:cNvSpPr>
          <p:nvPr/>
        </p:nvSpPr>
        <p:spPr bwMode="auto">
          <a:xfrm>
            <a:off x="5823899" y="16795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5" name="Rectangle 62">
            <a:extLst>
              <a:ext uri="{FF2B5EF4-FFF2-40B4-BE49-F238E27FC236}">
                <a16:creationId xmlns:a16="http://schemas.microsoft.com/office/drawing/2014/main" id="{D0BC1223-4516-408D-A05D-A046406A3080}"/>
              </a:ext>
            </a:extLst>
          </p:cNvPr>
          <p:cNvSpPr>
            <a:spLocks noChangeArrowheads="1"/>
          </p:cNvSpPr>
          <p:nvPr/>
        </p:nvSpPr>
        <p:spPr bwMode="auto">
          <a:xfrm>
            <a:off x="5823899" y="20510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6" name="Rectangle 63">
            <a:extLst>
              <a:ext uri="{FF2B5EF4-FFF2-40B4-BE49-F238E27FC236}">
                <a16:creationId xmlns:a16="http://schemas.microsoft.com/office/drawing/2014/main" id="{794BF74A-57F5-4930-9F61-5C602A724D1B}"/>
              </a:ext>
            </a:extLst>
          </p:cNvPr>
          <p:cNvSpPr>
            <a:spLocks noChangeArrowheads="1"/>
          </p:cNvSpPr>
          <p:nvPr/>
        </p:nvSpPr>
        <p:spPr bwMode="auto">
          <a:xfrm>
            <a:off x="5823899" y="24225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7" name="Rectangle 64">
            <a:extLst>
              <a:ext uri="{FF2B5EF4-FFF2-40B4-BE49-F238E27FC236}">
                <a16:creationId xmlns:a16="http://schemas.microsoft.com/office/drawing/2014/main" id="{12DB3BEA-1EE7-45B5-9DA4-F1663B02630D}"/>
              </a:ext>
            </a:extLst>
          </p:cNvPr>
          <p:cNvSpPr>
            <a:spLocks noChangeArrowheads="1"/>
          </p:cNvSpPr>
          <p:nvPr/>
        </p:nvSpPr>
        <p:spPr bwMode="auto">
          <a:xfrm>
            <a:off x="5823899" y="27940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8" name="Rectangle 65">
            <a:extLst>
              <a:ext uri="{FF2B5EF4-FFF2-40B4-BE49-F238E27FC236}">
                <a16:creationId xmlns:a16="http://schemas.microsoft.com/office/drawing/2014/main" id="{571D2F79-8544-42A4-AD13-E6F944D6D372}"/>
              </a:ext>
            </a:extLst>
          </p:cNvPr>
          <p:cNvSpPr>
            <a:spLocks noChangeArrowheads="1"/>
          </p:cNvSpPr>
          <p:nvPr/>
        </p:nvSpPr>
        <p:spPr bwMode="auto">
          <a:xfrm>
            <a:off x="5823899" y="31654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9" name="Rectangle 66">
            <a:extLst>
              <a:ext uri="{FF2B5EF4-FFF2-40B4-BE49-F238E27FC236}">
                <a16:creationId xmlns:a16="http://schemas.microsoft.com/office/drawing/2014/main" id="{15BECB80-FAB5-40A0-8BBA-EE5464F4E054}"/>
              </a:ext>
            </a:extLst>
          </p:cNvPr>
          <p:cNvSpPr>
            <a:spLocks noChangeArrowheads="1"/>
          </p:cNvSpPr>
          <p:nvPr/>
        </p:nvSpPr>
        <p:spPr bwMode="auto">
          <a:xfrm>
            <a:off x="5823899" y="35353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70" name="Rectangle 67">
            <a:extLst>
              <a:ext uri="{FF2B5EF4-FFF2-40B4-BE49-F238E27FC236}">
                <a16:creationId xmlns:a16="http://schemas.microsoft.com/office/drawing/2014/main" id="{40FA8656-D0FD-47FE-ABB7-981A13B51A6C}"/>
              </a:ext>
            </a:extLst>
          </p:cNvPr>
          <p:cNvSpPr>
            <a:spLocks noChangeArrowheads="1"/>
          </p:cNvSpPr>
          <p:nvPr/>
        </p:nvSpPr>
        <p:spPr bwMode="auto">
          <a:xfrm>
            <a:off x="6289036" y="9366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1" name="Rectangle 68">
            <a:extLst>
              <a:ext uri="{FF2B5EF4-FFF2-40B4-BE49-F238E27FC236}">
                <a16:creationId xmlns:a16="http://schemas.microsoft.com/office/drawing/2014/main" id="{62D15DE9-89C2-49C7-8080-4BFC05AC397F}"/>
              </a:ext>
            </a:extLst>
          </p:cNvPr>
          <p:cNvSpPr>
            <a:spLocks noChangeArrowheads="1"/>
          </p:cNvSpPr>
          <p:nvPr/>
        </p:nvSpPr>
        <p:spPr bwMode="auto">
          <a:xfrm>
            <a:off x="6289036" y="13081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2" name="Rectangle 69">
            <a:extLst>
              <a:ext uri="{FF2B5EF4-FFF2-40B4-BE49-F238E27FC236}">
                <a16:creationId xmlns:a16="http://schemas.microsoft.com/office/drawing/2014/main" id="{50A42E3B-A856-4B35-86E1-48F986F8A0F1}"/>
              </a:ext>
            </a:extLst>
          </p:cNvPr>
          <p:cNvSpPr>
            <a:spLocks noChangeArrowheads="1"/>
          </p:cNvSpPr>
          <p:nvPr/>
        </p:nvSpPr>
        <p:spPr bwMode="auto">
          <a:xfrm>
            <a:off x="6289036" y="16795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3" name="Rectangle 70">
            <a:extLst>
              <a:ext uri="{FF2B5EF4-FFF2-40B4-BE49-F238E27FC236}">
                <a16:creationId xmlns:a16="http://schemas.microsoft.com/office/drawing/2014/main" id="{0B602BE9-615F-45EE-B12C-109D4374C354}"/>
              </a:ext>
            </a:extLst>
          </p:cNvPr>
          <p:cNvSpPr>
            <a:spLocks noChangeArrowheads="1"/>
          </p:cNvSpPr>
          <p:nvPr/>
        </p:nvSpPr>
        <p:spPr bwMode="auto">
          <a:xfrm>
            <a:off x="6289036" y="20510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4" name="Rectangle 71">
            <a:extLst>
              <a:ext uri="{FF2B5EF4-FFF2-40B4-BE49-F238E27FC236}">
                <a16:creationId xmlns:a16="http://schemas.microsoft.com/office/drawing/2014/main" id="{BB91616C-AC4B-4FAC-BC92-AD57243C4369}"/>
              </a:ext>
            </a:extLst>
          </p:cNvPr>
          <p:cNvSpPr>
            <a:spLocks noChangeArrowheads="1"/>
          </p:cNvSpPr>
          <p:nvPr/>
        </p:nvSpPr>
        <p:spPr bwMode="auto">
          <a:xfrm>
            <a:off x="6289036" y="24225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5" name="Rectangle 72">
            <a:extLst>
              <a:ext uri="{FF2B5EF4-FFF2-40B4-BE49-F238E27FC236}">
                <a16:creationId xmlns:a16="http://schemas.microsoft.com/office/drawing/2014/main" id="{CD9660D3-6678-4672-923F-BBCA381141CD}"/>
              </a:ext>
            </a:extLst>
          </p:cNvPr>
          <p:cNvSpPr>
            <a:spLocks noChangeArrowheads="1"/>
          </p:cNvSpPr>
          <p:nvPr/>
        </p:nvSpPr>
        <p:spPr bwMode="auto">
          <a:xfrm>
            <a:off x="6289036" y="27940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6" name="Rectangle 73">
            <a:extLst>
              <a:ext uri="{FF2B5EF4-FFF2-40B4-BE49-F238E27FC236}">
                <a16:creationId xmlns:a16="http://schemas.microsoft.com/office/drawing/2014/main" id="{3384F412-C7BB-47B4-9A3B-16CBC4D0A98E}"/>
              </a:ext>
            </a:extLst>
          </p:cNvPr>
          <p:cNvSpPr>
            <a:spLocks noChangeArrowheads="1"/>
          </p:cNvSpPr>
          <p:nvPr/>
        </p:nvSpPr>
        <p:spPr bwMode="auto">
          <a:xfrm>
            <a:off x="6289036" y="31654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7" name="Rectangle 74">
            <a:extLst>
              <a:ext uri="{FF2B5EF4-FFF2-40B4-BE49-F238E27FC236}">
                <a16:creationId xmlns:a16="http://schemas.microsoft.com/office/drawing/2014/main" id="{6C19013F-E107-4DBC-8E3B-70A704C75295}"/>
              </a:ext>
            </a:extLst>
          </p:cNvPr>
          <p:cNvSpPr>
            <a:spLocks noChangeArrowheads="1"/>
          </p:cNvSpPr>
          <p:nvPr/>
        </p:nvSpPr>
        <p:spPr bwMode="auto">
          <a:xfrm>
            <a:off x="6289036" y="35353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8" name="Rectangle 75">
            <a:extLst>
              <a:ext uri="{FF2B5EF4-FFF2-40B4-BE49-F238E27FC236}">
                <a16:creationId xmlns:a16="http://schemas.microsoft.com/office/drawing/2014/main" id="{41811A1A-496A-4B51-9664-444518E23852}"/>
              </a:ext>
            </a:extLst>
          </p:cNvPr>
          <p:cNvSpPr>
            <a:spLocks noChangeArrowheads="1"/>
          </p:cNvSpPr>
          <p:nvPr/>
        </p:nvSpPr>
        <p:spPr bwMode="auto">
          <a:xfrm>
            <a:off x="6752586" y="9366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9" name="Rectangle 76">
            <a:extLst>
              <a:ext uri="{FF2B5EF4-FFF2-40B4-BE49-F238E27FC236}">
                <a16:creationId xmlns:a16="http://schemas.microsoft.com/office/drawing/2014/main" id="{AD65BC29-78C5-4988-B49B-2F1A39BFC7AC}"/>
              </a:ext>
            </a:extLst>
          </p:cNvPr>
          <p:cNvSpPr>
            <a:spLocks noChangeArrowheads="1"/>
          </p:cNvSpPr>
          <p:nvPr/>
        </p:nvSpPr>
        <p:spPr bwMode="auto">
          <a:xfrm>
            <a:off x="6752586" y="13081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0" name="Rectangle 77">
            <a:extLst>
              <a:ext uri="{FF2B5EF4-FFF2-40B4-BE49-F238E27FC236}">
                <a16:creationId xmlns:a16="http://schemas.microsoft.com/office/drawing/2014/main" id="{101B2498-CEC2-4EF4-ACAD-B1548DB2AACC}"/>
              </a:ext>
            </a:extLst>
          </p:cNvPr>
          <p:cNvSpPr>
            <a:spLocks noChangeArrowheads="1"/>
          </p:cNvSpPr>
          <p:nvPr/>
        </p:nvSpPr>
        <p:spPr bwMode="auto">
          <a:xfrm>
            <a:off x="6752586" y="16795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1" name="Rectangle 78">
            <a:extLst>
              <a:ext uri="{FF2B5EF4-FFF2-40B4-BE49-F238E27FC236}">
                <a16:creationId xmlns:a16="http://schemas.microsoft.com/office/drawing/2014/main" id="{3599F60F-B5BE-4EEE-A229-26268C2659C4}"/>
              </a:ext>
            </a:extLst>
          </p:cNvPr>
          <p:cNvSpPr>
            <a:spLocks noChangeArrowheads="1"/>
          </p:cNvSpPr>
          <p:nvPr/>
        </p:nvSpPr>
        <p:spPr bwMode="auto">
          <a:xfrm>
            <a:off x="6752586" y="20510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2" name="Rectangle 79">
            <a:extLst>
              <a:ext uri="{FF2B5EF4-FFF2-40B4-BE49-F238E27FC236}">
                <a16:creationId xmlns:a16="http://schemas.microsoft.com/office/drawing/2014/main" id="{2E94D1B3-B81F-482A-AF73-E3D3333BD7BD}"/>
              </a:ext>
            </a:extLst>
          </p:cNvPr>
          <p:cNvSpPr>
            <a:spLocks noChangeArrowheads="1"/>
          </p:cNvSpPr>
          <p:nvPr/>
        </p:nvSpPr>
        <p:spPr bwMode="auto">
          <a:xfrm>
            <a:off x="6752586" y="24225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3" name="Rectangle 80">
            <a:extLst>
              <a:ext uri="{FF2B5EF4-FFF2-40B4-BE49-F238E27FC236}">
                <a16:creationId xmlns:a16="http://schemas.microsoft.com/office/drawing/2014/main" id="{34C1BF7D-C53E-4A79-8803-3B28FD3F6380}"/>
              </a:ext>
            </a:extLst>
          </p:cNvPr>
          <p:cNvSpPr>
            <a:spLocks noChangeArrowheads="1"/>
          </p:cNvSpPr>
          <p:nvPr/>
        </p:nvSpPr>
        <p:spPr bwMode="auto">
          <a:xfrm>
            <a:off x="6752586" y="27940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4" name="Rectangle 81">
            <a:extLst>
              <a:ext uri="{FF2B5EF4-FFF2-40B4-BE49-F238E27FC236}">
                <a16:creationId xmlns:a16="http://schemas.microsoft.com/office/drawing/2014/main" id="{3FBDF5A6-879D-4C83-85E0-F1A9494B22F1}"/>
              </a:ext>
            </a:extLst>
          </p:cNvPr>
          <p:cNvSpPr>
            <a:spLocks noChangeArrowheads="1"/>
          </p:cNvSpPr>
          <p:nvPr/>
        </p:nvSpPr>
        <p:spPr bwMode="auto">
          <a:xfrm>
            <a:off x="6752586" y="31654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5" name="Rectangle 82">
            <a:extLst>
              <a:ext uri="{FF2B5EF4-FFF2-40B4-BE49-F238E27FC236}">
                <a16:creationId xmlns:a16="http://schemas.microsoft.com/office/drawing/2014/main" id="{49BE0081-1512-48DE-A658-90B88BECFE7D}"/>
              </a:ext>
            </a:extLst>
          </p:cNvPr>
          <p:cNvSpPr>
            <a:spLocks noChangeArrowheads="1"/>
          </p:cNvSpPr>
          <p:nvPr/>
        </p:nvSpPr>
        <p:spPr bwMode="auto">
          <a:xfrm>
            <a:off x="6752586" y="35353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6" name="Rectangle 83">
            <a:extLst>
              <a:ext uri="{FF2B5EF4-FFF2-40B4-BE49-F238E27FC236}">
                <a16:creationId xmlns:a16="http://schemas.microsoft.com/office/drawing/2014/main" id="{2F6F39C1-AD62-4405-8BD0-4848E0ECB5AC}"/>
              </a:ext>
            </a:extLst>
          </p:cNvPr>
          <p:cNvSpPr>
            <a:spLocks noChangeArrowheads="1"/>
          </p:cNvSpPr>
          <p:nvPr/>
        </p:nvSpPr>
        <p:spPr bwMode="auto">
          <a:xfrm>
            <a:off x="7216136" y="9366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7" name="Rectangle 84">
            <a:extLst>
              <a:ext uri="{FF2B5EF4-FFF2-40B4-BE49-F238E27FC236}">
                <a16:creationId xmlns:a16="http://schemas.microsoft.com/office/drawing/2014/main" id="{8746AD9A-8F78-46DD-8B08-FF2FA4A3131E}"/>
              </a:ext>
            </a:extLst>
          </p:cNvPr>
          <p:cNvSpPr>
            <a:spLocks noChangeArrowheads="1"/>
          </p:cNvSpPr>
          <p:nvPr/>
        </p:nvSpPr>
        <p:spPr bwMode="auto">
          <a:xfrm>
            <a:off x="7216136" y="13081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8" name="Rectangle 85">
            <a:extLst>
              <a:ext uri="{FF2B5EF4-FFF2-40B4-BE49-F238E27FC236}">
                <a16:creationId xmlns:a16="http://schemas.microsoft.com/office/drawing/2014/main" id="{3F93DF95-7AEB-47DC-A08B-64342562677E}"/>
              </a:ext>
            </a:extLst>
          </p:cNvPr>
          <p:cNvSpPr>
            <a:spLocks noChangeArrowheads="1"/>
          </p:cNvSpPr>
          <p:nvPr/>
        </p:nvSpPr>
        <p:spPr bwMode="auto">
          <a:xfrm>
            <a:off x="7216136" y="16795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9" name="Rectangle 86">
            <a:extLst>
              <a:ext uri="{FF2B5EF4-FFF2-40B4-BE49-F238E27FC236}">
                <a16:creationId xmlns:a16="http://schemas.microsoft.com/office/drawing/2014/main" id="{DF16BF5E-854B-4D38-A5C7-67FCEE91CD7D}"/>
              </a:ext>
            </a:extLst>
          </p:cNvPr>
          <p:cNvSpPr>
            <a:spLocks noChangeArrowheads="1"/>
          </p:cNvSpPr>
          <p:nvPr/>
        </p:nvSpPr>
        <p:spPr bwMode="auto">
          <a:xfrm>
            <a:off x="7216136" y="20510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0" name="Rectangle 87">
            <a:extLst>
              <a:ext uri="{FF2B5EF4-FFF2-40B4-BE49-F238E27FC236}">
                <a16:creationId xmlns:a16="http://schemas.microsoft.com/office/drawing/2014/main" id="{676BC3E9-378B-41BD-A90A-2668248B1F13}"/>
              </a:ext>
            </a:extLst>
          </p:cNvPr>
          <p:cNvSpPr>
            <a:spLocks noChangeArrowheads="1"/>
          </p:cNvSpPr>
          <p:nvPr/>
        </p:nvSpPr>
        <p:spPr bwMode="auto">
          <a:xfrm>
            <a:off x="7216136" y="24225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1" name="Rectangle 88">
            <a:extLst>
              <a:ext uri="{FF2B5EF4-FFF2-40B4-BE49-F238E27FC236}">
                <a16:creationId xmlns:a16="http://schemas.microsoft.com/office/drawing/2014/main" id="{2EBF37C8-F796-4D13-9D17-D9B8532DC448}"/>
              </a:ext>
            </a:extLst>
          </p:cNvPr>
          <p:cNvSpPr>
            <a:spLocks noChangeArrowheads="1"/>
          </p:cNvSpPr>
          <p:nvPr/>
        </p:nvSpPr>
        <p:spPr bwMode="auto">
          <a:xfrm>
            <a:off x="7216136" y="27940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2" name="Rectangle 89">
            <a:extLst>
              <a:ext uri="{FF2B5EF4-FFF2-40B4-BE49-F238E27FC236}">
                <a16:creationId xmlns:a16="http://schemas.microsoft.com/office/drawing/2014/main" id="{1DB61972-0AE1-4A0C-80E9-43483B052E43}"/>
              </a:ext>
            </a:extLst>
          </p:cNvPr>
          <p:cNvSpPr>
            <a:spLocks noChangeArrowheads="1"/>
          </p:cNvSpPr>
          <p:nvPr/>
        </p:nvSpPr>
        <p:spPr bwMode="auto">
          <a:xfrm>
            <a:off x="7216136" y="31654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3" name="Rectangle 90">
            <a:extLst>
              <a:ext uri="{FF2B5EF4-FFF2-40B4-BE49-F238E27FC236}">
                <a16:creationId xmlns:a16="http://schemas.microsoft.com/office/drawing/2014/main" id="{9D85C32F-92BF-4157-8BE3-102F4C2F180F}"/>
              </a:ext>
            </a:extLst>
          </p:cNvPr>
          <p:cNvSpPr>
            <a:spLocks noChangeArrowheads="1"/>
          </p:cNvSpPr>
          <p:nvPr/>
        </p:nvSpPr>
        <p:spPr bwMode="auto">
          <a:xfrm>
            <a:off x="7216136" y="35353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4" name="Rectangle 91">
            <a:extLst>
              <a:ext uri="{FF2B5EF4-FFF2-40B4-BE49-F238E27FC236}">
                <a16:creationId xmlns:a16="http://schemas.microsoft.com/office/drawing/2014/main" id="{2734C521-79F8-4540-9678-E29B0891190D}"/>
              </a:ext>
            </a:extLst>
          </p:cNvPr>
          <p:cNvSpPr>
            <a:spLocks noChangeArrowheads="1"/>
          </p:cNvSpPr>
          <p:nvPr/>
        </p:nvSpPr>
        <p:spPr bwMode="auto">
          <a:xfrm>
            <a:off x="7679686" y="9366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5" name="Rectangle 92">
            <a:extLst>
              <a:ext uri="{FF2B5EF4-FFF2-40B4-BE49-F238E27FC236}">
                <a16:creationId xmlns:a16="http://schemas.microsoft.com/office/drawing/2014/main" id="{97A18004-0851-4501-8912-F83716A99C8F}"/>
              </a:ext>
            </a:extLst>
          </p:cNvPr>
          <p:cNvSpPr>
            <a:spLocks noChangeArrowheads="1"/>
          </p:cNvSpPr>
          <p:nvPr/>
        </p:nvSpPr>
        <p:spPr bwMode="auto">
          <a:xfrm>
            <a:off x="7679686" y="13081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6" name="Rectangle 93">
            <a:extLst>
              <a:ext uri="{FF2B5EF4-FFF2-40B4-BE49-F238E27FC236}">
                <a16:creationId xmlns:a16="http://schemas.microsoft.com/office/drawing/2014/main" id="{6329C66B-B466-4BE6-841D-1164D9C284C1}"/>
              </a:ext>
            </a:extLst>
          </p:cNvPr>
          <p:cNvSpPr>
            <a:spLocks noChangeArrowheads="1"/>
          </p:cNvSpPr>
          <p:nvPr/>
        </p:nvSpPr>
        <p:spPr bwMode="auto">
          <a:xfrm>
            <a:off x="7679686" y="16795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7" name="Rectangle 94">
            <a:extLst>
              <a:ext uri="{FF2B5EF4-FFF2-40B4-BE49-F238E27FC236}">
                <a16:creationId xmlns:a16="http://schemas.microsoft.com/office/drawing/2014/main" id="{FD257533-9271-4589-AA6D-3730EC277062}"/>
              </a:ext>
            </a:extLst>
          </p:cNvPr>
          <p:cNvSpPr>
            <a:spLocks noChangeArrowheads="1"/>
          </p:cNvSpPr>
          <p:nvPr/>
        </p:nvSpPr>
        <p:spPr bwMode="auto">
          <a:xfrm>
            <a:off x="7679686" y="205105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8" name="Rectangle 95">
            <a:extLst>
              <a:ext uri="{FF2B5EF4-FFF2-40B4-BE49-F238E27FC236}">
                <a16:creationId xmlns:a16="http://schemas.microsoft.com/office/drawing/2014/main" id="{A3F19A7E-8853-4BFD-9B3C-A676B71C9724}"/>
              </a:ext>
            </a:extLst>
          </p:cNvPr>
          <p:cNvSpPr>
            <a:spLocks noChangeArrowheads="1"/>
          </p:cNvSpPr>
          <p:nvPr/>
        </p:nvSpPr>
        <p:spPr bwMode="auto">
          <a:xfrm>
            <a:off x="7679686" y="242252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9" name="Rectangle 96">
            <a:extLst>
              <a:ext uri="{FF2B5EF4-FFF2-40B4-BE49-F238E27FC236}">
                <a16:creationId xmlns:a16="http://schemas.microsoft.com/office/drawing/2014/main" id="{9D1CF8A4-061C-4204-94F3-F3458C895B54}"/>
              </a:ext>
            </a:extLst>
          </p:cNvPr>
          <p:cNvSpPr>
            <a:spLocks noChangeArrowheads="1"/>
          </p:cNvSpPr>
          <p:nvPr/>
        </p:nvSpPr>
        <p:spPr bwMode="auto">
          <a:xfrm>
            <a:off x="7679686" y="279400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0" name="Rectangle 97">
            <a:extLst>
              <a:ext uri="{FF2B5EF4-FFF2-40B4-BE49-F238E27FC236}">
                <a16:creationId xmlns:a16="http://schemas.microsoft.com/office/drawing/2014/main" id="{5AB385F8-61AB-48E4-AF97-2A9545195861}"/>
              </a:ext>
            </a:extLst>
          </p:cNvPr>
          <p:cNvSpPr>
            <a:spLocks noChangeArrowheads="1"/>
          </p:cNvSpPr>
          <p:nvPr/>
        </p:nvSpPr>
        <p:spPr bwMode="auto">
          <a:xfrm>
            <a:off x="7679686" y="3165475"/>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1" name="Rectangle 98">
            <a:extLst>
              <a:ext uri="{FF2B5EF4-FFF2-40B4-BE49-F238E27FC236}">
                <a16:creationId xmlns:a16="http://schemas.microsoft.com/office/drawing/2014/main" id="{C7549078-7AD2-4BEE-8D53-88B12ADD4FD5}"/>
              </a:ext>
            </a:extLst>
          </p:cNvPr>
          <p:cNvSpPr>
            <a:spLocks noChangeArrowheads="1"/>
          </p:cNvSpPr>
          <p:nvPr/>
        </p:nvSpPr>
        <p:spPr bwMode="auto">
          <a:xfrm>
            <a:off x="7679686" y="353536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2" name="Rectangle 99">
            <a:extLst>
              <a:ext uri="{FF2B5EF4-FFF2-40B4-BE49-F238E27FC236}">
                <a16:creationId xmlns:a16="http://schemas.microsoft.com/office/drawing/2014/main" id="{227EDAF3-D80B-4F6B-9A5D-E0D5CE4FDA13}"/>
              </a:ext>
            </a:extLst>
          </p:cNvPr>
          <p:cNvSpPr>
            <a:spLocks noChangeArrowheads="1"/>
          </p:cNvSpPr>
          <p:nvPr/>
        </p:nvSpPr>
        <p:spPr bwMode="auto">
          <a:xfrm>
            <a:off x="6216011" y="609600"/>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3" name="Rectangle 100">
            <a:extLst>
              <a:ext uri="{FF2B5EF4-FFF2-40B4-BE49-F238E27FC236}">
                <a16:creationId xmlns:a16="http://schemas.microsoft.com/office/drawing/2014/main" id="{2C3F3804-5BC6-43ED-8573-9917FABB1563}"/>
              </a:ext>
            </a:extLst>
          </p:cNvPr>
          <p:cNvSpPr>
            <a:spLocks noChangeArrowheads="1"/>
          </p:cNvSpPr>
          <p:nvPr/>
        </p:nvSpPr>
        <p:spPr bwMode="auto">
          <a:xfrm>
            <a:off x="6346186" y="69691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4" name="Rectangle 101">
            <a:extLst>
              <a:ext uri="{FF2B5EF4-FFF2-40B4-BE49-F238E27FC236}">
                <a16:creationId xmlns:a16="http://schemas.microsoft.com/office/drawing/2014/main" id="{C576D11C-A895-4F28-B529-FE35B7FB43B7}"/>
              </a:ext>
            </a:extLst>
          </p:cNvPr>
          <p:cNvSpPr>
            <a:spLocks noChangeArrowheads="1"/>
          </p:cNvSpPr>
          <p:nvPr/>
        </p:nvSpPr>
        <p:spPr bwMode="auto">
          <a:xfrm>
            <a:off x="6670036" y="609600"/>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5" name="Rectangle 102">
            <a:extLst>
              <a:ext uri="{FF2B5EF4-FFF2-40B4-BE49-F238E27FC236}">
                <a16:creationId xmlns:a16="http://schemas.microsoft.com/office/drawing/2014/main" id="{F86B4A77-2D15-458F-8FC1-3E867493C93A}"/>
              </a:ext>
            </a:extLst>
          </p:cNvPr>
          <p:cNvSpPr>
            <a:spLocks noChangeArrowheads="1"/>
          </p:cNvSpPr>
          <p:nvPr/>
        </p:nvSpPr>
        <p:spPr bwMode="auto">
          <a:xfrm>
            <a:off x="6800211" y="69691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6" name="Rectangle 103">
            <a:extLst>
              <a:ext uri="{FF2B5EF4-FFF2-40B4-BE49-F238E27FC236}">
                <a16:creationId xmlns:a16="http://schemas.microsoft.com/office/drawing/2014/main" id="{A15563EC-43B3-46DB-8677-82BCA4A69E74}"/>
              </a:ext>
            </a:extLst>
          </p:cNvPr>
          <p:cNvSpPr>
            <a:spLocks noChangeArrowheads="1"/>
          </p:cNvSpPr>
          <p:nvPr/>
        </p:nvSpPr>
        <p:spPr bwMode="auto">
          <a:xfrm>
            <a:off x="7133586" y="609600"/>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7" name="Rectangle 104">
            <a:extLst>
              <a:ext uri="{FF2B5EF4-FFF2-40B4-BE49-F238E27FC236}">
                <a16:creationId xmlns:a16="http://schemas.microsoft.com/office/drawing/2014/main" id="{D63B60B4-3231-4498-A2CB-76EA5197246E}"/>
              </a:ext>
            </a:extLst>
          </p:cNvPr>
          <p:cNvSpPr>
            <a:spLocks noChangeArrowheads="1"/>
          </p:cNvSpPr>
          <p:nvPr/>
        </p:nvSpPr>
        <p:spPr bwMode="auto">
          <a:xfrm>
            <a:off x="7263761" y="69691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8" name="Rectangle 105">
            <a:extLst>
              <a:ext uri="{FF2B5EF4-FFF2-40B4-BE49-F238E27FC236}">
                <a16:creationId xmlns:a16="http://schemas.microsoft.com/office/drawing/2014/main" id="{DF76FCA3-F766-4DDE-86FB-90EBFC319B23}"/>
              </a:ext>
            </a:extLst>
          </p:cNvPr>
          <p:cNvSpPr>
            <a:spLocks noChangeArrowheads="1"/>
          </p:cNvSpPr>
          <p:nvPr/>
        </p:nvSpPr>
        <p:spPr bwMode="auto">
          <a:xfrm>
            <a:off x="7598724" y="609600"/>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9" name="Rectangle 106">
            <a:extLst>
              <a:ext uri="{FF2B5EF4-FFF2-40B4-BE49-F238E27FC236}">
                <a16:creationId xmlns:a16="http://schemas.microsoft.com/office/drawing/2014/main" id="{96CFFF5E-52AA-4625-97A1-5963ADE3A3E1}"/>
              </a:ext>
            </a:extLst>
          </p:cNvPr>
          <p:cNvSpPr>
            <a:spLocks noChangeArrowheads="1"/>
          </p:cNvSpPr>
          <p:nvPr/>
        </p:nvSpPr>
        <p:spPr bwMode="auto">
          <a:xfrm>
            <a:off x="7730486" y="696912"/>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0" name="Rectangle 107">
            <a:extLst>
              <a:ext uri="{FF2B5EF4-FFF2-40B4-BE49-F238E27FC236}">
                <a16:creationId xmlns:a16="http://schemas.microsoft.com/office/drawing/2014/main" id="{F670DB2E-7C36-4BD1-9AEE-880F2847C2D4}"/>
              </a:ext>
            </a:extLst>
          </p:cNvPr>
          <p:cNvSpPr>
            <a:spLocks noChangeArrowheads="1"/>
          </p:cNvSpPr>
          <p:nvPr/>
        </p:nvSpPr>
        <p:spPr bwMode="auto">
          <a:xfrm>
            <a:off x="8063861" y="609600"/>
            <a:ext cx="39433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1" name="Rectangle 108">
            <a:extLst>
              <a:ext uri="{FF2B5EF4-FFF2-40B4-BE49-F238E27FC236}">
                <a16:creationId xmlns:a16="http://schemas.microsoft.com/office/drawing/2014/main" id="{07041CAB-A11C-4140-B4B7-D2328FE1E007}"/>
              </a:ext>
            </a:extLst>
          </p:cNvPr>
          <p:cNvSpPr>
            <a:spLocks noChangeArrowheads="1"/>
          </p:cNvSpPr>
          <p:nvPr/>
        </p:nvSpPr>
        <p:spPr bwMode="auto">
          <a:xfrm>
            <a:off x="7882886" y="609600"/>
            <a:ext cx="1667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2" name="Rectangle 109">
            <a:extLst>
              <a:ext uri="{FF2B5EF4-FFF2-40B4-BE49-F238E27FC236}">
                <a16:creationId xmlns:a16="http://schemas.microsoft.com/office/drawing/2014/main" id="{445B73F8-7D40-4151-8DB0-0D968469B569}"/>
              </a:ext>
            </a:extLst>
          </p:cNvPr>
          <p:cNvSpPr>
            <a:spLocks noChangeArrowheads="1"/>
          </p:cNvSpPr>
          <p:nvPr/>
        </p:nvSpPr>
        <p:spPr bwMode="auto">
          <a:xfrm>
            <a:off x="5795324" y="622300"/>
            <a:ext cx="1939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ts val="600"/>
              </a:spcBef>
              <a:spcAft>
                <a:spcPct val="0"/>
              </a:spcAft>
              <a:buClrTx/>
              <a:buSzTx/>
              <a:buFontTx/>
              <a:buNone/>
              <a:tabLst/>
              <a:defRPr/>
            </a:pPr>
            <a:r>
              <a:rPr kumimoji="0" lang="en-US" altLang="en-US" sz="1600" i="0" u="none" strike="noStrike" kern="1200" cap="none" spc="0" normalizeH="0" baseline="0" noProof="0" dirty="0">
                <a:ln>
                  <a:noFill/>
                </a:ln>
                <a:solidFill>
                  <a:schemeClr val="accent2"/>
                </a:solidFill>
                <a:effectLst/>
                <a:uLnTx/>
                <a:uFillTx/>
                <a:latin typeface="Times-Roman" charset="0"/>
                <a:ea typeface="MS PGothic" panose="020B0600070205080204" pitchFamily="34" charset="-128"/>
                <a:cs typeface="+mn-cs"/>
              </a:rPr>
              <a:t>In</a:t>
            </a:r>
            <a:endParaRPr kumimoji="0" lang="en-US" altLang="en-US" sz="1600" i="0" u="none" strike="noStrike" kern="1200" cap="none" spc="0" normalizeH="0" baseline="0" noProof="0" dirty="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4013" name="Rectangle 110">
            <a:extLst>
              <a:ext uri="{FF2B5EF4-FFF2-40B4-BE49-F238E27FC236}">
                <a16:creationId xmlns:a16="http://schemas.microsoft.com/office/drawing/2014/main" id="{E484551A-597E-4EDC-9630-F91751F041DD}"/>
              </a:ext>
            </a:extLst>
          </p:cNvPr>
          <p:cNvSpPr>
            <a:spLocks noChangeArrowheads="1"/>
          </p:cNvSpPr>
          <p:nvPr/>
        </p:nvSpPr>
        <p:spPr bwMode="auto">
          <a:xfrm>
            <a:off x="4922044" y="3911757"/>
            <a:ext cx="22288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(b) A sample sequence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 name="Rectangle 2">
            <a:extLst>
              <a:ext uri="{FF2B5EF4-FFF2-40B4-BE49-F238E27FC236}">
                <a16:creationId xmlns:a16="http://schemas.microsoft.com/office/drawing/2014/main" id="{18835133-E693-49C5-B990-F9E872BB1FED}"/>
              </a:ext>
            </a:extLst>
          </p:cNvPr>
          <p:cNvSpPr/>
          <p:nvPr/>
        </p:nvSpPr>
        <p:spPr bwMode="auto">
          <a:xfrm>
            <a:off x="6108700" y="1263650"/>
            <a:ext cx="2120900" cy="2586196"/>
          </a:xfrm>
          <a:prstGeom prst="rect">
            <a:avLst/>
          </a:prstGeom>
          <a:solidFill>
            <a:schemeClr val="bg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sp>
        <p:nvSpPr>
          <p:cNvPr id="123" name="Rectangle 4">
            <a:extLst>
              <a:ext uri="{FF2B5EF4-FFF2-40B4-BE49-F238E27FC236}">
                <a16:creationId xmlns:a16="http://schemas.microsoft.com/office/drawing/2014/main" id="{369DDA4D-774E-4F02-9A74-7566F6C03C4D}"/>
              </a:ext>
            </a:extLst>
          </p:cNvPr>
          <p:cNvSpPr>
            <a:spLocks noChangeArrowheads="1"/>
          </p:cNvSpPr>
          <p:nvPr/>
        </p:nvSpPr>
        <p:spPr bwMode="auto">
          <a:xfrm>
            <a:off x="3004421" y="477361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 name="Rectangle 5">
            <a:extLst>
              <a:ext uri="{FF2B5EF4-FFF2-40B4-BE49-F238E27FC236}">
                <a16:creationId xmlns:a16="http://schemas.microsoft.com/office/drawing/2014/main" id="{739AA2AD-8981-4242-88EF-06E920368628}"/>
              </a:ext>
            </a:extLst>
          </p:cNvPr>
          <p:cNvSpPr>
            <a:spLocks noChangeArrowheads="1"/>
          </p:cNvSpPr>
          <p:nvPr/>
        </p:nvSpPr>
        <p:spPr bwMode="auto">
          <a:xfrm>
            <a:off x="3071096" y="4953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Rectangle 6">
            <a:extLst>
              <a:ext uri="{FF2B5EF4-FFF2-40B4-BE49-F238E27FC236}">
                <a16:creationId xmlns:a16="http://schemas.microsoft.com/office/drawing/2014/main" id="{D025FDE8-3DA3-4FB0-B976-47D6DCF39039}"/>
              </a:ext>
            </a:extLst>
          </p:cNvPr>
          <p:cNvSpPr>
            <a:spLocks noChangeArrowheads="1"/>
          </p:cNvSpPr>
          <p:nvPr/>
        </p:nvSpPr>
        <p:spPr bwMode="auto">
          <a:xfrm>
            <a:off x="3466383" y="49450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 name="Line 7">
            <a:extLst>
              <a:ext uri="{FF2B5EF4-FFF2-40B4-BE49-F238E27FC236}">
                <a16:creationId xmlns:a16="http://schemas.microsoft.com/office/drawing/2014/main" id="{AF896892-EB3A-4307-8F9F-E0467175E111}"/>
              </a:ext>
            </a:extLst>
          </p:cNvPr>
          <p:cNvSpPr>
            <a:spLocks noChangeShapeType="1"/>
          </p:cNvSpPr>
          <p:nvPr/>
        </p:nvSpPr>
        <p:spPr bwMode="auto">
          <a:xfrm flipH="1">
            <a:off x="3480671" y="547846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7" name="Freeform 8">
            <a:extLst>
              <a:ext uri="{FF2B5EF4-FFF2-40B4-BE49-F238E27FC236}">
                <a16:creationId xmlns:a16="http://schemas.microsoft.com/office/drawing/2014/main" id="{280FB5CA-0D79-4842-A2D2-89879F9109E5}"/>
              </a:ext>
            </a:extLst>
          </p:cNvPr>
          <p:cNvSpPr>
            <a:spLocks/>
          </p:cNvSpPr>
          <p:nvPr/>
        </p:nvSpPr>
        <p:spPr bwMode="auto">
          <a:xfrm>
            <a:off x="5679358" y="6097588"/>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8" name="Rectangle 9">
            <a:extLst>
              <a:ext uri="{FF2B5EF4-FFF2-40B4-BE49-F238E27FC236}">
                <a16:creationId xmlns:a16="http://schemas.microsoft.com/office/drawing/2014/main" id="{0165C06E-3F7C-4F21-98F5-FE598D46BF1F}"/>
              </a:ext>
            </a:extLst>
          </p:cNvPr>
          <p:cNvSpPr>
            <a:spLocks noChangeArrowheads="1"/>
          </p:cNvSpPr>
          <p:nvPr/>
        </p:nvSpPr>
        <p:spPr bwMode="auto">
          <a:xfrm>
            <a:off x="3467971" y="54911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9" name="Rectangle 10">
            <a:extLst>
              <a:ext uri="{FF2B5EF4-FFF2-40B4-BE49-F238E27FC236}">
                <a16:creationId xmlns:a16="http://schemas.microsoft.com/office/drawing/2014/main" id="{82EEB00E-07EC-4F73-945C-DBA6480CD0CB}"/>
              </a:ext>
            </a:extLst>
          </p:cNvPr>
          <p:cNvSpPr>
            <a:spLocks noChangeArrowheads="1"/>
          </p:cNvSpPr>
          <p:nvPr/>
        </p:nvSpPr>
        <p:spPr bwMode="auto">
          <a:xfrm>
            <a:off x="4490321" y="477361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11">
            <a:extLst>
              <a:ext uri="{FF2B5EF4-FFF2-40B4-BE49-F238E27FC236}">
                <a16:creationId xmlns:a16="http://schemas.microsoft.com/office/drawing/2014/main" id="{D5D596DC-7F66-4189-A4B7-129B56ADE24A}"/>
              </a:ext>
            </a:extLst>
          </p:cNvPr>
          <p:cNvSpPr>
            <a:spLocks noChangeArrowheads="1"/>
          </p:cNvSpPr>
          <p:nvPr/>
        </p:nvSpPr>
        <p:spPr bwMode="auto">
          <a:xfrm>
            <a:off x="1970958" y="5472113"/>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1" name="Rectangle 12">
            <a:extLst>
              <a:ext uri="{FF2B5EF4-FFF2-40B4-BE49-F238E27FC236}">
                <a16:creationId xmlns:a16="http://schemas.microsoft.com/office/drawing/2014/main" id="{0D6C5DB9-2D81-462A-9510-FFD47987BAEE}"/>
              </a:ext>
            </a:extLst>
          </p:cNvPr>
          <p:cNvSpPr>
            <a:spLocks noChangeArrowheads="1"/>
          </p:cNvSpPr>
          <p:nvPr/>
        </p:nvSpPr>
        <p:spPr bwMode="auto">
          <a:xfrm>
            <a:off x="4555408" y="4953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2" name="Rectangle 13">
            <a:extLst>
              <a:ext uri="{FF2B5EF4-FFF2-40B4-BE49-F238E27FC236}">
                <a16:creationId xmlns:a16="http://schemas.microsoft.com/office/drawing/2014/main" id="{46185015-C716-4F36-BA73-1DB4A3EBBF9C}"/>
              </a:ext>
            </a:extLst>
          </p:cNvPr>
          <p:cNvSpPr>
            <a:spLocks noChangeArrowheads="1"/>
          </p:cNvSpPr>
          <p:nvPr/>
        </p:nvSpPr>
        <p:spPr bwMode="auto">
          <a:xfrm>
            <a:off x="4952283" y="49450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Line 14">
            <a:extLst>
              <a:ext uri="{FF2B5EF4-FFF2-40B4-BE49-F238E27FC236}">
                <a16:creationId xmlns:a16="http://schemas.microsoft.com/office/drawing/2014/main" id="{0F1FB074-F5EB-4876-8FC9-3D0EECDE5DA1}"/>
              </a:ext>
            </a:extLst>
          </p:cNvPr>
          <p:cNvSpPr>
            <a:spLocks noChangeShapeType="1"/>
          </p:cNvSpPr>
          <p:nvPr/>
        </p:nvSpPr>
        <p:spPr bwMode="auto">
          <a:xfrm flipH="1">
            <a:off x="4966571" y="547846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15">
            <a:extLst>
              <a:ext uri="{FF2B5EF4-FFF2-40B4-BE49-F238E27FC236}">
                <a16:creationId xmlns:a16="http://schemas.microsoft.com/office/drawing/2014/main" id="{A04458F5-13DA-4D4A-8C24-54D7556F85A3}"/>
              </a:ext>
            </a:extLst>
          </p:cNvPr>
          <p:cNvSpPr>
            <a:spLocks noChangeArrowheads="1"/>
          </p:cNvSpPr>
          <p:nvPr/>
        </p:nvSpPr>
        <p:spPr bwMode="auto">
          <a:xfrm>
            <a:off x="5976221" y="4773613"/>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16">
            <a:extLst>
              <a:ext uri="{FF2B5EF4-FFF2-40B4-BE49-F238E27FC236}">
                <a16:creationId xmlns:a16="http://schemas.microsoft.com/office/drawing/2014/main" id="{1EE6FC7D-A008-4976-A63D-230B528D640C}"/>
              </a:ext>
            </a:extLst>
          </p:cNvPr>
          <p:cNvSpPr>
            <a:spLocks noChangeArrowheads="1"/>
          </p:cNvSpPr>
          <p:nvPr/>
        </p:nvSpPr>
        <p:spPr bwMode="auto">
          <a:xfrm>
            <a:off x="4952283" y="54911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17">
            <a:extLst>
              <a:ext uri="{FF2B5EF4-FFF2-40B4-BE49-F238E27FC236}">
                <a16:creationId xmlns:a16="http://schemas.microsoft.com/office/drawing/2014/main" id="{03873DC9-48F9-48F2-95BD-9F91D41D4E53}"/>
              </a:ext>
            </a:extLst>
          </p:cNvPr>
          <p:cNvSpPr>
            <a:spLocks noChangeArrowheads="1"/>
          </p:cNvSpPr>
          <p:nvPr/>
        </p:nvSpPr>
        <p:spPr bwMode="auto">
          <a:xfrm>
            <a:off x="6041308" y="4953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18">
            <a:extLst>
              <a:ext uri="{FF2B5EF4-FFF2-40B4-BE49-F238E27FC236}">
                <a16:creationId xmlns:a16="http://schemas.microsoft.com/office/drawing/2014/main" id="{32E0497E-2794-4A18-A424-64558C614A05}"/>
              </a:ext>
            </a:extLst>
          </p:cNvPr>
          <p:cNvSpPr>
            <a:spLocks noChangeArrowheads="1"/>
          </p:cNvSpPr>
          <p:nvPr/>
        </p:nvSpPr>
        <p:spPr bwMode="auto">
          <a:xfrm>
            <a:off x="6436596" y="49450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8" name="Line 19">
            <a:extLst>
              <a:ext uri="{FF2B5EF4-FFF2-40B4-BE49-F238E27FC236}">
                <a16:creationId xmlns:a16="http://schemas.microsoft.com/office/drawing/2014/main" id="{B889F317-D973-4B56-9CAC-AF78F9A13330}"/>
              </a:ext>
            </a:extLst>
          </p:cNvPr>
          <p:cNvSpPr>
            <a:spLocks noChangeShapeType="1"/>
          </p:cNvSpPr>
          <p:nvPr/>
        </p:nvSpPr>
        <p:spPr bwMode="auto">
          <a:xfrm flipH="1">
            <a:off x="6454058" y="547846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20">
            <a:extLst>
              <a:ext uri="{FF2B5EF4-FFF2-40B4-BE49-F238E27FC236}">
                <a16:creationId xmlns:a16="http://schemas.microsoft.com/office/drawing/2014/main" id="{17A9A00F-95EF-4DFB-A3C4-38E3DF5F4CAB}"/>
              </a:ext>
            </a:extLst>
          </p:cNvPr>
          <p:cNvSpPr>
            <a:spLocks noChangeArrowheads="1"/>
          </p:cNvSpPr>
          <p:nvPr/>
        </p:nvSpPr>
        <p:spPr bwMode="auto">
          <a:xfrm>
            <a:off x="7463708" y="4773613"/>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 name="Rectangle 21">
            <a:extLst>
              <a:ext uri="{FF2B5EF4-FFF2-40B4-BE49-F238E27FC236}">
                <a16:creationId xmlns:a16="http://schemas.microsoft.com/office/drawing/2014/main" id="{2147545F-4849-4FAF-A7E7-57561B2F77C0}"/>
              </a:ext>
            </a:extLst>
          </p:cNvPr>
          <p:cNvSpPr>
            <a:spLocks noChangeArrowheads="1"/>
          </p:cNvSpPr>
          <p:nvPr/>
        </p:nvSpPr>
        <p:spPr bwMode="auto">
          <a:xfrm>
            <a:off x="6438183" y="54911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 name="Rectangle 22">
            <a:extLst>
              <a:ext uri="{FF2B5EF4-FFF2-40B4-BE49-F238E27FC236}">
                <a16:creationId xmlns:a16="http://schemas.microsoft.com/office/drawing/2014/main" id="{EDF49D78-C3F8-487D-A718-8AA55B19D8DF}"/>
              </a:ext>
            </a:extLst>
          </p:cNvPr>
          <p:cNvSpPr>
            <a:spLocks noChangeArrowheads="1"/>
          </p:cNvSpPr>
          <p:nvPr/>
        </p:nvSpPr>
        <p:spPr bwMode="auto">
          <a:xfrm>
            <a:off x="7525621" y="4953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 name="Rectangle 23">
            <a:extLst>
              <a:ext uri="{FF2B5EF4-FFF2-40B4-BE49-F238E27FC236}">
                <a16:creationId xmlns:a16="http://schemas.microsoft.com/office/drawing/2014/main" id="{9E0FC0C4-70B2-4C3D-8308-9E56BE15D1F4}"/>
              </a:ext>
            </a:extLst>
          </p:cNvPr>
          <p:cNvSpPr>
            <a:spLocks noChangeArrowheads="1"/>
          </p:cNvSpPr>
          <p:nvPr/>
        </p:nvSpPr>
        <p:spPr bwMode="auto">
          <a:xfrm>
            <a:off x="7922496" y="49450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 name="Line 24">
            <a:extLst>
              <a:ext uri="{FF2B5EF4-FFF2-40B4-BE49-F238E27FC236}">
                <a16:creationId xmlns:a16="http://schemas.microsoft.com/office/drawing/2014/main" id="{C5A49DC8-6B17-46AE-A075-938436535E48}"/>
              </a:ext>
            </a:extLst>
          </p:cNvPr>
          <p:cNvSpPr>
            <a:spLocks noChangeShapeType="1"/>
          </p:cNvSpPr>
          <p:nvPr/>
        </p:nvSpPr>
        <p:spPr bwMode="auto">
          <a:xfrm flipH="1">
            <a:off x="7939958" y="5478463"/>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 name="Line 25">
            <a:extLst>
              <a:ext uri="{FF2B5EF4-FFF2-40B4-BE49-F238E27FC236}">
                <a16:creationId xmlns:a16="http://schemas.microsoft.com/office/drawing/2014/main" id="{A5765478-095C-4E5A-B33E-25E36486077B}"/>
              </a:ext>
            </a:extLst>
          </p:cNvPr>
          <p:cNvSpPr>
            <a:spLocks noChangeShapeType="1"/>
          </p:cNvSpPr>
          <p:nvPr/>
        </p:nvSpPr>
        <p:spPr bwMode="auto">
          <a:xfrm>
            <a:off x="2471021" y="5060950"/>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 name="Line 26">
            <a:extLst>
              <a:ext uri="{FF2B5EF4-FFF2-40B4-BE49-F238E27FC236}">
                <a16:creationId xmlns:a16="http://schemas.microsoft.com/office/drawing/2014/main" id="{EC818E60-0ABB-4DD1-BB27-671DB3997B1F}"/>
              </a:ext>
            </a:extLst>
          </p:cNvPr>
          <p:cNvSpPr>
            <a:spLocks noChangeShapeType="1"/>
          </p:cNvSpPr>
          <p:nvPr/>
        </p:nvSpPr>
        <p:spPr bwMode="auto">
          <a:xfrm flipH="1">
            <a:off x="3671171" y="5060950"/>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 name="Line 27">
            <a:extLst>
              <a:ext uri="{FF2B5EF4-FFF2-40B4-BE49-F238E27FC236}">
                <a16:creationId xmlns:a16="http://schemas.microsoft.com/office/drawing/2014/main" id="{92555BD5-2188-4CA5-BC1E-6730A8E05519}"/>
              </a:ext>
            </a:extLst>
          </p:cNvPr>
          <p:cNvSpPr>
            <a:spLocks noChangeShapeType="1"/>
          </p:cNvSpPr>
          <p:nvPr/>
        </p:nvSpPr>
        <p:spPr bwMode="auto">
          <a:xfrm flipH="1">
            <a:off x="5157071" y="5060950"/>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 name="Line 28">
            <a:extLst>
              <a:ext uri="{FF2B5EF4-FFF2-40B4-BE49-F238E27FC236}">
                <a16:creationId xmlns:a16="http://schemas.microsoft.com/office/drawing/2014/main" id="{C1F3392E-0329-4F90-8C7C-6D72DBC72736}"/>
              </a:ext>
            </a:extLst>
          </p:cNvPr>
          <p:cNvSpPr>
            <a:spLocks noChangeShapeType="1"/>
          </p:cNvSpPr>
          <p:nvPr/>
        </p:nvSpPr>
        <p:spPr bwMode="auto">
          <a:xfrm flipH="1">
            <a:off x="6644558" y="5060950"/>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 name="Line 29">
            <a:extLst>
              <a:ext uri="{FF2B5EF4-FFF2-40B4-BE49-F238E27FC236}">
                <a16:creationId xmlns:a16="http://schemas.microsoft.com/office/drawing/2014/main" id="{A1029982-436D-4B1C-9DDE-BF720F93E9D4}"/>
              </a:ext>
            </a:extLst>
          </p:cNvPr>
          <p:cNvSpPr>
            <a:spLocks noChangeShapeType="1"/>
          </p:cNvSpPr>
          <p:nvPr/>
        </p:nvSpPr>
        <p:spPr bwMode="auto">
          <a:xfrm flipH="1">
            <a:off x="8130458" y="5060950"/>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9" name="Freeform 30">
            <a:extLst>
              <a:ext uri="{FF2B5EF4-FFF2-40B4-BE49-F238E27FC236}">
                <a16:creationId xmlns:a16="http://schemas.microsoft.com/office/drawing/2014/main" id="{CDAB408E-1EA8-4F45-8727-E2D50DAECA97}"/>
              </a:ext>
            </a:extLst>
          </p:cNvPr>
          <p:cNvSpPr>
            <a:spLocks/>
          </p:cNvSpPr>
          <p:nvPr/>
        </p:nvSpPr>
        <p:spPr bwMode="auto">
          <a:xfrm>
            <a:off x="2471021" y="5573713"/>
            <a:ext cx="4992688" cy="554038"/>
          </a:xfrm>
          <a:custGeom>
            <a:avLst/>
            <a:gdLst>
              <a:gd name="T0" fmla="*/ 0 w 6289"/>
              <a:gd name="T1" fmla="*/ 0 h 696"/>
              <a:gd name="T2" fmla="*/ 1 w 6289"/>
              <a:gd name="T3" fmla="*/ 0 h 696"/>
              <a:gd name="T4" fmla="*/ 1 w 6289"/>
              <a:gd name="T5" fmla="*/ 1 h 696"/>
              <a:gd name="T6" fmla="*/ 1 w 6289"/>
              <a:gd name="T7" fmla="*/ 1 h 696"/>
              <a:gd name="T8" fmla="*/ 1 w 6289"/>
              <a:gd name="T9" fmla="*/ 0 h 696"/>
              <a:gd name="T10" fmla="*/ 1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 name="Freeform 31">
            <a:extLst>
              <a:ext uri="{FF2B5EF4-FFF2-40B4-BE49-F238E27FC236}">
                <a16:creationId xmlns:a16="http://schemas.microsoft.com/office/drawing/2014/main" id="{82710F6E-B0F7-4142-9B75-4BEBB393CF60}"/>
              </a:ext>
            </a:extLst>
          </p:cNvPr>
          <p:cNvSpPr>
            <a:spLocks/>
          </p:cNvSpPr>
          <p:nvPr/>
        </p:nvSpPr>
        <p:spPr bwMode="auto">
          <a:xfrm>
            <a:off x="5709521" y="5573713"/>
            <a:ext cx="266700" cy="554038"/>
          </a:xfrm>
          <a:custGeom>
            <a:avLst/>
            <a:gdLst>
              <a:gd name="T0" fmla="*/ 0 w 336"/>
              <a:gd name="T1" fmla="*/ 1 h 696"/>
              <a:gd name="T2" fmla="*/ 0 w 336"/>
              <a:gd name="T3" fmla="*/ 0 h 696"/>
              <a:gd name="T4" fmla="*/ 1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 name="Freeform 32">
            <a:extLst>
              <a:ext uri="{FF2B5EF4-FFF2-40B4-BE49-F238E27FC236}">
                <a16:creationId xmlns:a16="http://schemas.microsoft.com/office/drawing/2014/main" id="{01EAC25E-677F-4152-912F-CDA9BF53CFA5}"/>
              </a:ext>
            </a:extLst>
          </p:cNvPr>
          <p:cNvSpPr>
            <a:spLocks/>
          </p:cNvSpPr>
          <p:nvPr/>
        </p:nvSpPr>
        <p:spPr bwMode="auto">
          <a:xfrm>
            <a:off x="4223621" y="5573713"/>
            <a:ext cx="266700" cy="554038"/>
          </a:xfrm>
          <a:custGeom>
            <a:avLst/>
            <a:gdLst>
              <a:gd name="T0" fmla="*/ 0 w 336"/>
              <a:gd name="T1" fmla="*/ 1 h 696"/>
              <a:gd name="T2" fmla="*/ 0 w 336"/>
              <a:gd name="T3" fmla="*/ 0 h 696"/>
              <a:gd name="T4" fmla="*/ 1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 name="Freeform 33">
            <a:extLst>
              <a:ext uri="{FF2B5EF4-FFF2-40B4-BE49-F238E27FC236}">
                <a16:creationId xmlns:a16="http://schemas.microsoft.com/office/drawing/2014/main" id="{FAADD4D4-C8B1-415B-9CCE-1151C55B5061}"/>
              </a:ext>
            </a:extLst>
          </p:cNvPr>
          <p:cNvSpPr>
            <a:spLocks/>
          </p:cNvSpPr>
          <p:nvPr/>
        </p:nvSpPr>
        <p:spPr bwMode="auto">
          <a:xfrm>
            <a:off x="4490321" y="5516563"/>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3" name="Freeform 34">
            <a:extLst>
              <a:ext uri="{FF2B5EF4-FFF2-40B4-BE49-F238E27FC236}">
                <a16:creationId xmlns:a16="http://schemas.microsoft.com/office/drawing/2014/main" id="{C90A523B-D833-458E-9C86-630D9D5B3C08}"/>
              </a:ext>
            </a:extLst>
          </p:cNvPr>
          <p:cNvSpPr>
            <a:spLocks/>
          </p:cNvSpPr>
          <p:nvPr/>
        </p:nvSpPr>
        <p:spPr bwMode="auto">
          <a:xfrm>
            <a:off x="5976221" y="5516563"/>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 name="Freeform 35">
            <a:extLst>
              <a:ext uri="{FF2B5EF4-FFF2-40B4-BE49-F238E27FC236}">
                <a16:creationId xmlns:a16="http://schemas.microsoft.com/office/drawing/2014/main" id="{A413F492-C385-4889-8042-515EF1E16B9D}"/>
              </a:ext>
            </a:extLst>
          </p:cNvPr>
          <p:cNvSpPr>
            <a:spLocks/>
          </p:cNvSpPr>
          <p:nvPr/>
        </p:nvSpPr>
        <p:spPr bwMode="auto">
          <a:xfrm>
            <a:off x="7463708" y="5516563"/>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 name="Freeform 36">
            <a:extLst>
              <a:ext uri="{FF2B5EF4-FFF2-40B4-BE49-F238E27FC236}">
                <a16:creationId xmlns:a16="http://schemas.microsoft.com/office/drawing/2014/main" id="{3DC5360F-1E2E-4C9C-A395-D84849B729C4}"/>
              </a:ext>
            </a:extLst>
          </p:cNvPr>
          <p:cNvSpPr>
            <a:spLocks/>
          </p:cNvSpPr>
          <p:nvPr/>
        </p:nvSpPr>
        <p:spPr bwMode="auto">
          <a:xfrm>
            <a:off x="3004421" y="5516563"/>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 name="Line 37">
            <a:extLst>
              <a:ext uri="{FF2B5EF4-FFF2-40B4-BE49-F238E27FC236}">
                <a16:creationId xmlns:a16="http://schemas.microsoft.com/office/drawing/2014/main" id="{02E177D1-9D12-4A88-A78C-F83435ADE5CA}"/>
              </a:ext>
            </a:extLst>
          </p:cNvPr>
          <p:cNvSpPr>
            <a:spLocks noChangeShapeType="1"/>
          </p:cNvSpPr>
          <p:nvPr/>
        </p:nvSpPr>
        <p:spPr bwMode="auto">
          <a:xfrm>
            <a:off x="2737721" y="5573713"/>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 name="Freeform 38">
            <a:extLst>
              <a:ext uri="{FF2B5EF4-FFF2-40B4-BE49-F238E27FC236}">
                <a16:creationId xmlns:a16="http://schemas.microsoft.com/office/drawing/2014/main" id="{F2FCF5F0-840E-4482-8251-3FD3BE3581C5}"/>
              </a:ext>
            </a:extLst>
          </p:cNvPr>
          <p:cNvSpPr>
            <a:spLocks/>
          </p:cNvSpPr>
          <p:nvPr/>
        </p:nvSpPr>
        <p:spPr bwMode="auto">
          <a:xfrm>
            <a:off x="4193458" y="6096000"/>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 name="Rectangle 40">
            <a:extLst>
              <a:ext uri="{FF2B5EF4-FFF2-40B4-BE49-F238E27FC236}">
                <a16:creationId xmlns:a16="http://schemas.microsoft.com/office/drawing/2014/main" id="{759B6282-4413-4F1F-B0CC-8166CA61FECF}"/>
              </a:ext>
            </a:extLst>
          </p:cNvPr>
          <p:cNvSpPr>
            <a:spLocks noChangeArrowheads="1"/>
          </p:cNvSpPr>
          <p:nvPr/>
        </p:nvSpPr>
        <p:spPr bwMode="auto">
          <a:xfrm>
            <a:off x="7922496" y="5491163"/>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9" name="Rectangle 41">
            <a:extLst>
              <a:ext uri="{FF2B5EF4-FFF2-40B4-BE49-F238E27FC236}">
                <a16:creationId xmlns:a16="http://schemas.microsoft.com/office/drawing/2014/main" id="{7B0169B5-B454-452D-ADEB-FF346014E724}"/>
              </a:ext>
            </a:extLst>
          </p:cNvPr>
          <p:cNvSpPr>
            <a:spLocks noChangeArrowheads="1"/>
          </p:cNvSpPr>
          <p:nvPr/>
        </p:nvSpPr>
        <p:spPr bwMode="auto">
          <a:xfrm>
            <a:off x="2237658" y="4935538"/>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0" name="Rectangle 42">
            <a:extLst>
              <a:ext uri="{FF2B5EF4-FFF2-40B4-BE49-F238E27FC236}">
                <a16:creationId xmlns:a16="http://schemas.microsoft.com/office/drawing/2014/main" id="{E0AA20A0-79B5-4E8E-84DA-8FAEB2237CD7}"/>
              </a:ext>
            </a:extLst>
          </p:cNvPr>
          <p:cNvSpPr>
            <a:spLocks noChangeArrowheads="1"/>
          </p:cNvSpPr>
          <p:nvPr/>
        </p:nvSpPr>
        <p:spPr bwMode="auto">
          <a:xfrm>
            <a:off x="8711483" y="4940300"/>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1" name="Rectangle 111">
            <a:extLst>
              <a:ext uri="{FF2B5EF4-FFF2-40B4-BE49-F238E27FC236}">
                <a16:creationId xmlns:a16="http://schemas.microsoft.com/office/drawing/2014/main" id="{FE558FFB-1885-42FD-8B1A-34C375AC8BAA}"/>
              </a:ext>
            </a:extLst>
          </p:cNvPr>
          <p:cNvSpPr>
            <a:spLocks noChangeArrowheads="1"/>
          </p:cNvSpPr>
          <p:nvPr/>
        </p:nvSpPr>
        <p:spPr bwMode="auto">
          <a:xfrm>
            <a:off x="5095158" y="6207125"/>
            <a:ext cx="1023938"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dirty="0">
                <a:ln>
                  <a:noFill/>
                </a:ln>
                <a:solidFill>
                  <a:srgbClr val="000000"/>
                </a:solidFill>
                <a:effectLst/>
                <a:uLnTx/>
                <a:uFillTx/>
                <a:latin typeface="Helvetica" panose="020B0604020202020204" pitchFamily="34" charset="0"/>
                <a:ea typeface="MS PGothic" panose="020B0600070205080204" pitchFamily="34" charset="-128"/>
                <a:cs typeface="+mn-cs"/>
              </a:rPr>
              <a:t>(a) Circuit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2" name="Rectangle 112">
            <a:extLst>
              <a:ext uri="{FF2B5EF4-FFF2-40B4-BE49-F238E27FC236}">
                <a16:creationId xmlns:a16="http://schemas.microsoft.com/office/drawing/2014/main" id="{620AB9E0-B2DE-4047-92E7-427FB1606062}"/>
              </a:ext>
            </a:extLst>
          </p:cNvPr>
          <p:cNvSpPr>
            <a:spLocks noChangeArrowheads="1"/>
          </p:cNvSpPr>
          <p:nvPr/>
        </p:nvSpPr>
        <p:spPr bwMode="auto">
          <a:xfrm>
            <a:off x="3829921" y="475932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 name="Rectangle 113">
            <a:extLst>
              <a:ext uri="{FF2B5EF4-FFF2-40B4-BE49-F238E27FC236}">
                <a16:creationId xmlns:a16="http://schemas.microsoft.com/office/drawing/2014/main" id="{2D179330-F44E-4CEB-8E6B-2C36C86E570B}"/>
              </a:ext>
            </a:extLst>
          </p:cNvPr>
          <p:cNvSpPr>
            <a:spLocks noChangeArrowheads="1"/>
          </p:cNvSpPr>
          <p:nvPr/>
        </p:nvSpPr>
        <p:spPr bwMode="auto">
          <a:xfrm>
            <a:off x="3958508" y="4846638"/>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114">
            <a:extLst>
              <a:ext uri="{FF2B5EF4-FFF2-40B4-BE49-F238E27FC236}">
                <a16:creationId xmlns:a16="http://schemas.microsoft.com/office/drawing/2014/main" id="{6B663D46-B4F6-47E8-B72A-949F656B0B13}"/>
              </a:ext>
            </a:extLst>
          </p:cNvPr>
          <p:cNvSpPr>
            <a:spLocks noChangeArrowheads="1"/>
          </p:cNvSpPr>
          <p:nvPr/>
        </p:nvSpPr>
        <p:spPr bwMode="auto">
          <a:xfrm>
            <a:off x="5303121" y="475932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 name="Rectangle 115">
            <a:extLst>
              <a:ext uri="{FF2B5EF4-FFF2-40B4-BE49-F238E27FC236}">
                <a16:creationId xmlns:a16="http://schemas.microsoft.com/office/drawing/2014/main" id="{71D53170-71CD-4CE4-96B2-A54F3DD7A2CA}"/>
              </a:ext>
            </a:extLst>
          </p:cNvPr>
          <p:cNvSpPr>
            <a:spLocks noChangeArrowheads="1"/>
          </p:cNvSpPr>
          <p:nvPr/>
        </p:nvSpPr>
        <p:spPr bwMode="auto">
          <a:xfrm>
            <a:off x="5433296" y="4846638"/>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 name="Rectangle 116">
            <a:extLst>
              <a:ext uri="{FF2B5EF4-FFF2-40B4-BE49-F238E27FC236}">
                <a16:creationId xmlns:a16="http://schemas.microsoft.com/office/drawing/2014/main" id="{B6113902-C3DA-4CFA-A618-22096C6EC431}"/>
              </a:ext>
            </a:extLst>
          </p:cNvPr>
          <p:cNvSpPr>
            <a:spLocks noChangeArrowheads="1"/>
          </p:cNvSpPr>
          <p:nvPr/>
        </p:nvSpPr>
        <p:spPr bwMode="auto">
          <a:xfrm>
            <a:off x="6792196" y="475932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17">
            <a:extLst>
              <a:ext uri="{FF2B5EF4-FFF2-40B4-BE49-F238E27FC236}">
                <a16:creationId xmlns:a16="http://schemas.microsoft.com/office/drawing/2014/main" id="{46AA79FF-54AA-4C1E-A225-6F0B1E4B5F07}"/>
              </a:ext>
            </a:extLst>
          </p:cNvPr>
          <p:cNvSpPr>
            <a:spLocks noChangeArrowheads="1"/>
          </p:cNvSpPr>
          <p:nvPr/>
        </p:nvSpPr>
        <p:spPr bwMode="auto">
          <a:xfrm>
            <a:off x="6922371" y="4846638"/>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 name="Rectangle 118">
            <a:extLst>
              <a:ext uri="{FF2B5EF4-FFF2-40B4-BE49-F238E27FC236}">
                <a16:creationId xmlns:a16="http://schemas.microsoft.com/office/drawing/2014/main" id="{FA569B90-1DD2-445C-B843-164F87076B1F}"/>
              </a:ext>
            </a:extLst>
          </p:cNvPr>
          <p:cNvSpPr>
            <a:spLocks noChangeArrowheads="1"/>
          </p:cNvSpPr>
          <p:nvPr/>
        </p:nvSpPr>
        <p:spPr bwMode="auto">
          <a:xfrm>
            <a:off x="8289208" y="475932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 name="Rectangle 119">
            <a:extLst>
              <a:ext uri="{FF2B5EF4-FFF2-40B4-BE49-F238E27FC236}">
                <a16:creationId xmlns:a16="http://schemas.microsoft.com/office/drawing/2014/main" id="{4E512441-1807-426E-8BD1-B765F22E2C18}"/>
              </a:ext>
            </a:extLst>
          </p:cNvPr>
          <p:cNvSpPr>
            <a:spLocks noChangeArrowheads="1"/>
          </p:cNvSpPr>
          <p:nvPr/>
        </p:nvSpPr>
        <p:spPr bwMode="auto">
          <a:xfrm>
            <a:off x="8419383" y="4846638"/>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 name="Freeform 120">
            <a:extLst>
              <a:ext uri="{FF2B5EF4-FFF2-40B4-BE49-F238E27FC236}">
                <a16:creationId xmlns:a16="http://schemas.microsoft.com/office/drawing/2014/main" id="{69205070-452F-451A-9288-1D97D4FB09C8}"/>
              </a:ext>
            </a:extLst>
          </p:cNvPr>
          <p:cNvSpPr>
            <a:spLocks/>
          </p:cNvSpPr>
          <p:nvPr/>
        </p:nvSpPr>
        <p:spPr bwMode="auto">
          <a:xfrm>
            <a:off x="2709146" y="5543550"/>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 name="TextBox 3">
            <a:extLst>
              <a:ext uri="{FF2B5EF4-FFF2-40B4-BE49-F238E27FC236}">
                <a16:creationId xmlns:a16="http://schemas.microsoft.com/office/drawing/2014/main" id="{E58DDC63-A329-47BA-8D8B-F4C62AF2B6CF}"/>
              </a:ext>
            </a:extLst>
          </p:cNvPr>
          <p:cNvSpPr txBox="1"/>
          <p:nvPr/>
        </p:nvSpPr>
        <p:spPr>
          <a:xfrm flipH="1">
            <a:off x="1066800" y="4189710"/>
            <a:ext cx="2604370" cy="461665"/>
          </a:xfrm>
          <a:prstGeom prst="rect">
            <a:avLst/>
          </a:prstGeom>
          <a:noFill/>
        </p:spPr>
        <p:txBody>
          <a:bodyPr wrap="square" rtlCol="0">
            <a:spAutoFit/>
          </a:bodyPr>
          <a:lstStyle/>
          <a:p>
            <a:r>
              <a:rPr lang="en-US" b="1" dirty="0">
                <a:solidFill>
                  <a:srgbClr val="0066FF"/>
                </a:solidFill>
              </a:rPr>
              <a:t>In: 1 0 1 1 1 0 0 0 </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679B8A4A-37F9-4E2E-9496-6AD13ACF58E5}"/>
                  </a:ext>
                </a:extLst>
              </p14:cNvPr>
              <p14:cNvContentPartPr/>
              <p14:nvPr/>
            </p14:nvContentPartPr>
            <p14:xfrm>
              <a:off x="1740960" y="918360"/>
              <a:ext cx="6849000" cy="4749840"/>
            </p14:xfrm>
          </p:contentPart>
        </mc:Choice>
        <mc:Fallback>
          <p:pic>
            <p:nvPicPr>
              <p:cNvPr id="2" name="Ink 1">
                <a:extLst>
                  <a:ext uri="{FF2B5EF4-FFF2-40B4-BE49-F238E27FC236}">
                    <a16:creationId xmlns:a16="http://schemas.microsoft.com/office/drawing/2014/main" id="{679B8A4A-37F9-4E2E-9496-6AD13ACF58E5}"/>
                  </a:ext>
                </a:extLst>
              </p:cNvPr>
              <p:cNvPicPr/>
              <p:nvPr/>
            </p:nvPicPr>
            <p:blipFill>
              <a:blip r:embed="rId3"/>
              <a:stretch>
                <a:fillRect/>
              </a:stretch>
            </p:blipFill>
            <p:spPr>
              <a:xfrm>
                <a:off x="1731600" y="909000"/>
                <a:ext cx="6867720" cy="4768560"/>
              </a:xfrm>
              <a:prstGeom prst="rect">
                <a:avLst/>
              </a:prstGeom>
            </p:spPr>
          </p:pic>
        </mc:Fallback>
      </mc:AlternateContent>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a:extLst>
              <a:ext uri="{FF2B5EF4-FFF2-40B4-BE49-F238E27FC236}">
                <a16:creationId xmlns:a16="http://schemas.microsoft.com/office/drawing/2014/main" id="{F1FA4EC4-7515-4A6D-89E3-C274FDB598B1}"/>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 simple shift register (serial in and out)</a:t>
            </a:r>
          </a:p>
        </p:txBody>
      </p:sp>
      <p:sp>
        <p:nvSpPr>
          <p:cNvPr id="123906" name="TextBox 125">
            <a:extLst>
              <a:ext uri="{FF2B5EF4-FFF2-40B4-BE49-F238E27FC236}">
                <a16:creationId xmlns:a16="http://schemas.microsoft.com/office/drawing/2014/main" id="{2F4DD783-25B1-4F71-B66C-9F7116D060C8}"/>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5.17 from the textbook ]</a:t>
            </a:r>
          </a:p>
        </p:txBody>
      </p:sp>
      <p:sp>
        <p:nvSpPr>
          <p:cNvPr id="123908" name="Rectangle 4">
            <a:extLst>
              <a:ext uri="{FF2B5EF4-FFF2-40B4-BE49-F238E27FC236}">
                <a16:creationId xmlns:a16="http://schemas.microsoft.com/office/drawing/2014/main" id="{B6D5B078-0AD2-4949-95A1-D50F3E1D20B5}"/>
              </a:ext>
            </a:extLst>
          </p:cNvPr>
          <p:cNvSpPr>
            <a:spLocks noChangeArrowheads="1"/>
          </p:cNvSpPr>
          <p:nvPr/>
        </p:nvSpPr>
        <p:spPr bwMode="auto">
          <a:xfrm>
            <a:off x="2976563" y="7762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09" name="Rectangle 5">
            <a:extLst>
              <a:ext uri="{FF2B5EF4-FFF2-40B4-BE49-F238E27FC236}">
                <a16:creationId xmlns:a16="http://schemas.microsoft.com/office/drawing/2014/main" id="{8F7C617B-411A-45FA-9BB2-5A1FB21AB7A8}"/>
              </a:ext>
            </a:extLst>
          </p:cNvPr>
          <p:cNvSpPr>
            <a:spLocks noChangeArrowheads="1"/>
          </p:cNvSpPr>
          <p:nvPr/>
        </p:nvSpPr>
        <p:spPr bwMode="auto">
          <a:xfrm>
            <a:off x="3043238" y="9556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0" name="Rectangle 6">
            <a:extLst>
              <a:ext uri="{FF2B5EF4-FFF2-40B4-BE49-F238E27FC236}">
                <a16:creationId xmlns:a16="http://schemas.microsoft.com/office/drawing/2014/main" id="{C4991AA1-A709-4337-9EE4-C6092A33475E}"/>
              </a:ext>
            </a:extLst>
          </p:cNvPr>
          <p:cNvSpPr>
            <a:spLocks noChangeArrowheads="1"/>
          </p:cNvSpPr>
          <p:nvPr/>
        </p:nvSpPr>
        <p:spPr bwMode="auto">
          <a:xfrm>
            <a:off x="3438525" y="9477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1" name="Line 7">
            <a:extLst>
              <a:ext uri="{FF2B5EF4-FFF2-40B4-BE49-F238E27FC236}">
                <a16:creationId xmlns:a16="http://schemas.microsoft.com/office/drawing/2014/main" id="{229F9A12-7A4A-4935-BD88-F34BC166A4D8}"/>
              </a:ext>
            </a:extLst>
          </p:cNvPr>
          <p:cNvSpPr>
            <a:spLocks noChangeShapeType="1"/>
          </p:cNvSpPr>
          <p:nvPr/>
        </p:nvSpPr>
        <p:spPr bwMode="auto">
          <a:xfrm flipH="1">
            <a:off x="3452813" y="14811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2" name="Freeform 8">
            <a:extLst>
              <a:ext uri="{FF2B5EF4-FFF2-40B4-BE49-F238E27FC236}">
                <a16:creationId xmlns:a16="http://schemas.microsoft.com/office/drawing/2014/main" id="{2E090E4E-6709-4B62-A4DC-EDF82888B6F8}"/>
              </a:ext>
            </a:extLst>
          </p:cNvPr>
          <p:cNvSpPr>
            <a:spLocks/>
          </p:cNvSpPr>
          <p:nvPr/>
        </p:nvSpPr>
        <p:spPr bwMode="auto">
          <a:xfrm>
            <a:off x="5651500" y="2100263"/>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3" name="Rectangle 9">
            <a:extLst>
              <a:ext uri="{FF2B5EF4-FFF2-40B4-BE49-F238E27FC236}">
                <a16:creationId xmlns:a16="http://schemas.microsoft.com/office/drawing/2014/main" id="{91E0CF10-0B32-4020-A41E-D5C97F8EDB82}"/>
              </a:ext>
            </a:extLst>
          </p:cNvPr>
          <p:cNvSpPr>
            <a:spLocks noChangeArrowheads="1"/>
          </p:cNvSpPr>
          <p:nvPr/>
        </p:nvSpPr>
        <p:spPr bwMode="auto">
          <a:xfrm>
            <a:off x="3440113" y="14938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4" name="Rectangle 10">
            <a:extLst>
              <a:ext uri="{FF2B5EF4-FFF2-40B4-BE49-F238E27FC236}">
                <a16:creationId xmlns:a16="http://schemas.microsoft.com/office/drawing/2014/main" id="{B3F0366F-F9AB-4317-BB23-C939927EBEE9}"/>
              </a:ext>
            </a:extLst>
          </p:cNvPr>
          <p:cNvSpPr>
            <a:spLocks noChangeArrowheads="1"/>
          </p:cNvSpPr>
          <p:nvPr/>
        </p:nvSpPr>
        <p:spPr bwMode="auto">
          <a:xfrm>
            <a:off x="4462463" y="7762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5" name="Rectangle 11">
            <a:extLst>
              <a:ext uri="{FF2B5EF4-FFF2-40B4-BE49-F238E27FC236}">
                <a16:creationId xmlns:a16="http://schemas.microsoft.com/office/drawing/2014/main" id="{0ADB5CC3-9DDA-41E1-9D83-1DD23CF1F684}"/>
              </a:ext>
            </a:extLst>
          </p:cNvPr>
          <p:cNvSpPr>
            <a:spLocks noChangeArrowheads="1"/>
          </p:cNvSpPr>
          <p:nvPr/>
        </p:nvSpPr>
        <p:spPr bwMode="auto">
          <a:xfrm>
            <a:off x="1943100" y="1474788"/>
            <a:ext cx="54292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6" name="Rectangle 12">
            <a:extLst>
              <a:ext uri="{FF2B5EF4-FFF2-40B4-BE49-F238E27FC236}">
                <a16:creationId xmlns:a16="http://schemas.microsoft.com/office/drawing/2014/main" id="{124C0D52-5E02-4DF0-8DC6-03C53165CD8F}"/>
              </a:ext>
            </a:extLst>
          </p:cNvPr>
          <p:cNvSpPr>
            <a:spLocks noChangeArrowheads="1"/>
          </p:cNvSpPr>
          <p:nvPr/>
        </p:nvSpPr>
        <p:spPr bwMode="auto">
          <a:xfrm>
            <a:off x="4527550" y="9556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7" name="Rectangle 13">
            <a:extLst>
              <a:ext uri="{FF2B5EF4-FFF2-40B4-BE49-F238E27FC236}">
                <a16:creationId xmlns:a16="http://schemas.microsoft.com/office/drawing/2014/main" id="{EB744E93-A855-402C-8FC3-DEEF4D1AEB5F}"/>
              </a:ext>
            </a:extLst>
          </p:cNvPr>
          <p:cNvSpPr>
            <a:spLocks noChangeArrowheads="1"/>
          </p:cNvSpPr>
          <p:nvPr/>
        </p:nvSpPr>
        <p:spPr bwMode="auto">
          <a:xfrm>
            <a:off x="4924425" y="9477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8" name="Line 14">
            <a:extLst>
              <a:ext uri="{FF2B5EF4-FFF2-40B4-BE49-F238E27FC236}">
                <a16:creationId xmlns:a16="http://schemas.microsoft.com/office/drawing/2014/main" id="{6AC97468-0CC2-4570-8BBC-61AB00D6819D}"/>
              </a:ext>
            </a:extLst>
          </p:cNvPr>
          <p:cNvSpPr>
            <a:spLocks noChangeShapeType="1"/>
          </p:cNvSpPr>
          <p:nvPr/>
        </p:nvSpPr>
        <p:spPr bwMode="auto">
          <a:xfrm flipH="1">
            <a:off x="4938713" y="14811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9" name="Rectangle 15">
            <a:extLst>
              <a:ext uri="{FF2B5EF4-FFF2-40B4-BE49-F238E27FC236}">
                <a16:creationId xmlns:a16="http://schemas.microsoft.com/office/drawing/2014/main" id="{89668C3D-521C-4AAB-8D08-587381087C35}"/>
              </a:ext>
            </a:extLst>
          </p:cNvPr>
          <p:cNvSpPr>
            <a:spLocks noChangeArrowheads="1"/>
          </p:cNvSpPr>
          <p:nvPr/>
        </p:nvSpPr>
        <p:spPr bwMode="auto">
          <a:xfrm>
            <a:off x="5948363" y="776288"/>
            <a:ext cx="668338"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0" name="Rectangle 16">
            <a:extLst>
              <a:ext uri="{FF2B5EF4-FFF2-40B4-BE49-F238E27FC236}">
                <a16:creationId xmlns:a16="http://schemas.microsoft.com/office/drawing/2014/main" id="{87F30766-7E30-4A35-8B09-B55379C787D8}"/>
              </a:ext>
            </a:extLst>
          </p:cNvPr>
          <p:cNvSpPr>
            <a:spLocks noChangeArrowheads="1"/>
          </p:cNvSpPr>
          <p:nvPr/>
        </p:nvSpPr>
        <p:spPr bwMode="auto">
          <a:xfrm>
            <a:off x="4924425" y="14938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1" name="Rectangle 17">
            <a:extLst>
              <a:ext uri="{FF2B5EF4-FFF2-40B4-BE49-F238E27FC236}">
                <a16:creationId xmlns:a16="http://schemas.microsoft.com/office/drawing/2014/main" id="{3126EFF0-E75F-4BEB-BB4B-FFED4732B3DC}"/>
              </a:ext>
            </a:extLst>
          </p:cNvPr>
          <p:cNvSpPr>
            <a:spLocks noChangeArrowheads="1"/>
          </p:cNvSpPr>
          <p:nvPr/>
        </p:nvSpPr>
        <p:spPr bwMode="auto">
          <a:xfrm>
            <a:off x="6013450" y="9556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2" name="Rectangle 18">
            <a:extLst>
              <a:ext uri="{FF2B5EF4-FFF2-40B4-BE49-F238E27FC236}">
                <a16:creationId xmlns:a16="http://schemas.microsoft.com/office/drawing/2014/main" id="{2FE28999-DBF7-4F4C-A49D-D3B9D219922C}"/>
              </a:ext>
            </a:extLst>
          </p:cNvPr>
          <p:cNvSpPr>
            <a:spLocks noChangeArrowheads="1"/>
          </p:cNvSpPr>
          <p:nvPr/>
        </p:nvSpPr>
        <p:spPr bwMode="auto">
          <a:xfrm>
            <a:off x="6408738" y="9477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3" name="Line 19">
            <a:extLst>
              <a:ext uri="{FF2B5EF4-FFF2-40B4-BE49-F238E27FC236}">
                <a16:creationId xmlns:a16="http://schemas.microsoft.com/office/drawing/2014/main" id="{035E0C8A-0A40-4EFC-8AE7-51CC05BC020B}"/>
              </a:ext>
            </a:extLst>
          </p:cNvPr>
          <p:cNvSpPr>
            <a:spLocks noChangeShapeType="1"/>
          </p:cNvSpPr>
          <p:nvPr/>
        </p:nvSpPr>
        <p:spPr bwMode="auto">
          <a:xfrm flipH="1">
            <a:off x="6426200" y="14811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4" name="Rectangle 20">
            <a:extLst>
              <a:ext uri="{FF2B5EF4-FFF2-40B4-BE49-F238E27FC236}">
                <a16:creationId xmlns:a16="http://schemas.microsoft.com/office/drawing/2014/main" id="{17F8965D-83EB-4AE7-8FC4-7B8906BFB9C1}"/>
              </a:ext>
            </a:extLst>
          </p:cNvPr>
          <p:cNvSpPr>
            <a:spLocks noChangeArrowheads="1"/>
          </p:cNvSpPr>
          <p:nvPr/>
        </p:nvSpPr>
        <p:spPr bwMode="auto">
          <a:xfrm>
            <a:off x="7435850" y="776288"/>
            <a:ext cx="666750" cy="1068388"/>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5" name="Rectangle 21">
            <a:extLst>
              <a:ext uri="{FF2B5EF4-FFF2-40B4-BE49-F238E27FC236}">
                <a16:creationId xmlns:a16="http://schemas.microsoft.com/office/drawing/2014/main" id="{D970E24B-5536-4748-A857-1A85058CE4E9}"/>
              </a:ext>
            </a:extLst>
          </p:cNvPr>
          <p:cNvSpPr>
            <a:spLocks noChangeArrowheads="1"/>
          </p:cNvSpPr>
          <p:nvPr/>
        </p:nvSpPr>
        <p:spPr bwMode="auto">
          <a:xfrm>
            <a:off x="6410325" y="14938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6" name="Rectangle 22">
            <a:extLst>
              <a:ext uri="{FF2B5EF4-FFF2-40B4-BE49-F238E27FC236}">
                <a16:creationId xmlns:a16="http://schemas.microsoft.com/office/drawing/2014/main" id="{78F65776-C7A8-403C-9F6A-AA70AD9A17E4}"/>
              </a:ext>
            </a:extLst>
          </p:cNvPr>
          <p:cNvSpPr>
            <a:spLocks noChangeArrowheads="1"/>
          </p:cNvSpPr>
          <p:nvPr/>
        </p:nvSpPr>
        <p:spPr bwMode="auto">
          <a:xfrm>
            <a:off x="7497763" y="955675"/>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7" name="Rectangle 23">
            <a:extLst>
              <a:ext uri="{FF2B5EF4-FFF2-40B4-BE49-F238E27FC236}">
                <a16:creationId xmlns:a16="http://schemas.microsoft.com/office/drawing/2014/main" id="{6E11687E-0658-46E6-9D3A-143B2FB0E797}"/>
              </a:ext>
            </a:extLst>
          </p:cNvPr>
          <p:cNvSpPr>
            <a:spLocks noChangeArrowheads="1"/>
          </p:cNvSpPr>
          <p:nvPr/>
        </p:nvSpPr>
        <p:spPr bwMode="auto">
          <a:xfrm>
            <a:off x="7894638" y="9477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8" name="Line 24">
            <a:extLst>
              <a:ext uri="{FF2B5EF4-FFF2-40B4-BE49-F238E27FC236}">
                <a16:creationId xmlns:a16="http://schemas.microsoft.com/office/drawing/2014/main" id="{D5052BF8-29CC-440E-9AB8-48B42C229DD6}"/>
              </a:ext>
            </a:extLst>
          </p:cNvPr>
          <p:cNvSpPr>
            <a:spLocks noChangeShapeType="1"/>
          </p:cNvSpPr>
          <p:nvPr/>
        </p:nvSpPr>
        <p:spPr bwMode="auto">
          <a:xfrm flipH="1">
            <a:off x="7912100" y="1481138"/>
            <a:ext cx="95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9" name="Line 25">
            <a:extLst>
              <a:ext uri="{FF2B5EF4-FFF2-40B4-BE49-F238E27FC236}">
                <a16:creationId xmlns:a16="http://schemas.microsoft.com/office/drawing/2014/main" id="{EF0D6ADC-05DE-4172-A041-C9E605B11EA6}"/>
              </a:ext>
            </a:extLst>
          </p:cNvPr>
          <p:cNvSpPr>
            <a:spLocks noChangeShapeType="1"/>
          </p:cNvSpPr>
          <p:nvPr/>
        </p:nvSpPr>
        <p:spPr bwMode="auto">
          <a:xfrm>
            <a:off x="2443163" y="1063625"/>
            <a:ext cx="5334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0" name="Line 26">
            <a:extLst>
              <a:ext uri="{FF2B5EF4-FFF2-40B4-BE49-F238E27FC236}">
                <a16:creationId xmlns:a16="http://schemas.microsoft.com/office/drawing/2014/main" id="{62C63B4E-160A-483B-BC5F-FEA046EB7641}"/>
              </a:ext>
            </a:extLst>
          </p:cNvPr>
          <p:cNvSpPr>
            <a:spLocks noChangeShapeType="1"/>
          </p:cNvSpPr>
          <p:nvPr/>
        </p:nvSpPr>
        <p:spPr bwMode="auto">
          <a:xfrm flipH="1">
            <a:off x="3643313" y="10636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1" name="Line 27">
            <a:extLst>
              <a:ext uri="{FF2B5EF4-FFF2-40B4-BE49-F238E27FC236}">
                <a16:creationId xmlns:a16="http://schemas.microsoft.com/office/drawing/2014/main" id="{67949395-4641-4981-8D23-E9554341C942}"/>
              </a:ext>
            </a:extLst>
          </p:cNvPr>
          <p:cNvSpPr>
            <a:spLocks noChangeShapeType="1"/>
          </p:cNvSpPr>
          <p:nvPr/>
        </p:nvSpPr>
        <p:spPr bwMode="auto">
          <a:xfrm flipH="1">
            <a:off x="5129213" y="10636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2" name="Line 28">
            <a:extLst>
              <a:ext uri="{FF2B5EF4-FFF2-40B4-BE49-F238E27FC236}">
                <a16:creationId xmlns:a16="http://schemas.microsoft.com/office/drawing/2014/main" id="{13A3B4C3-BB75-4D0E-B758-C1F2B7BECB16}"/>
              </a:ext>
            </a:extLst>
          </p:cNvPr>
          <p:cNvSpPr>
            <a:spLocks noChangeShapeType="1"/>
          </p:cNvSpPr>
          <p:nvPr/>
        </p:nvSpPr>
        <p:spPr bwMode="auto">
          <a:xfrm flipH="1">
            <a:off x="6616700" y="1063625"/>
            <a:ext cx="8191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3" name="Line 29">
            <a:extLst>
              <a:ext uri="{FF2B5EF4-FFF2-40B4-BE49-F238E27FC236}">
                <a16:creationId xmlns:a16="http://schemas.microsoft.com/office/drawing/2014/main" id="{A8C6D0A7-620D-474C-96F3-C71F95728377}"/>
              </a:ext>
            </a:extLst>
          </p:cNvPr>
          <p:cNvSpPr>
            <a:spLocks noChangeShapeType="1"/>
          </p:cNvSpPr>
          <p:nvPr/>
        </p:nvSpPr>
        <p:spPr bwMode="auto">
          <a:xfrm flipH="1">
            <a:off x="8102600" y="1063625"/>
            <a:ext cx="4762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4" name="Freeform 30">
            <a:extLst>
              <a:ext uri="{FF2B5EF4-FFF2-40B4-BE49-F238E27FC236}">
                <a16:creationId xmlns:a16="http://schemas.microsoft.com/office/drawing/2014/main" id="{4A4DC502-098E-472A-B8C9-AA5E9DC347A5}"/>
              </a:ext>
            </a:extLst>
          </p:cNvPr>
          <p:cNvSpPr>
            <a:spLocks/>
          </p:cNvSpPr>
          <p:nvPr/>
        </p:nvSpPr>
        <p:spPr bwMode="auto">
          <a:xfrm>
            <a:off x="2443163" y="1576388"/>
            <a:ext cx="4992688" cy="554038"/>
          </a:xfrm>
          <a:custGeom>
            <a:avLst/>
            <a:gdLst>
              <a:gd name="T0" fmla="*/ 0 w 6289"/>
              <a:gd name="T1" fmla="*/ 0 h 696"/>
              <a:gd name="T2" fmla="*/ 1 w 6289"/>
              <a:gd name="T3" fmla="*/ 0 h 696"/>
              <a:gd name="T4" fmla="*/ 1 w 6289"/>
              <a:gd name="T5" fmla="*/ 1 h 696"/>
              <a:gd name="T6" fmla="*/ 1 w 6289"/>
              <a:gd name="T7" fmla="*/ 1 h 696"/>
              <a:gd name="T8" fmla="*/ 1 w 6289"/>
              <a:gd name="T9" fmla="*/ 0 h 696"/>
              <a:gd name="T10" fmla="*/ 1 w 6289"/>
              <a:gd name="T11" fmla="*/ 0 h 696"/>
              <a:gd name="T12" fmla="*/ 0 60000 65536"/>
              <a:gd name="T13" fmla="*/ 0 60000 65536"/>
              <a:gd name="T14" fmla="*/ 0 60000 65536"/>
              <a:gd name="T15" fmla="*/ 0 60000 65536"/>
              <a:gd name="T16" fmla="*/ 0 60000 65536"/>
              <a:gd name="T17" fmla="*/ 0 60000 65536"/>
              <a:gd name="T18" fmla="*/ 0 w 6289"/>
              <a:gd name="T19" fmla="*/ 0 h 696"/>
              <a:gd name="T20" fmla="*/ 6289 w 628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6289" h="696">
                <a:moveTo>
                  <a:pt x="0" y="0"/>
                </a:moveTo>
                <a:lnTo>
                  <a:pt x="336" y="0"/>
                </a:lnTo>
                <a:lnTo>
                  <a:pt x="336" y="696"/>
                </a:lnTo>
                <a:lnTo>
                  <a:pt x="5953" y="696"/>
                </a:lnTo>
                <a:lnTo>
                  <a:pt x="5953" y="0"/>
                </a:lnTo>
                <a:lnTo>
                  <a:pt x="6289"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5" name="Freeform 31">
            <a:extLst>
              <a:ext uri="{FF2B5EF4-FFF2-40B4-BE49-F238E27FC236}">
                <a16:creationId xmlns:a16="http://schemas.microsoft.com/office/drawing/2014/main" id="{91323F5D-BEC2-401B-9F47-C7537E0B7E20}"/>
              </a:ext>
            </a:extLst>
          </p:cNvPr>
          <p:cNvSpPr>
            <a:spLocks/>
          </p:cNvSpPr>
          <p:nvPr/>
        </p:nvSpPr>
        <p:spPr bwMode="auto">
          <a:xfrm>
            <a:off x="5681663" y="1576388"/>
            <a:ext cx="266700" cy="554038"/>
          </a:xfrm>
          <a:custGeom>
            <a:avLst/>
            <a:gdLst>
              <a:gd name="T0" fmla="*/ 0 w 336"/>
              <a:gd name="T1" fmla="*/ 1 h 696"/>
              <a:gd name="T2" fmla="*/ 0 w 336"/>
              <a:gd name="T3" fmla="*/ 0 h 696"/>
              <a:gd name="T4" fmla="*/ 1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6" name="Freeform 32">
            <a:extLst>
              <a:ext uri="{FF2B5EF4-FFF2-40B4-BE49-F238E27FC236}">
                <a16:creationId xmlns:a16="http://schemas.microsoft.com/office/drawing/2014/main" id="{C324EAE0-A69E-48B3-AD88-0D0E51477378}"/>
              </a:ext>
            </a:extLst>
          </p:cNvPr>
          <p:cNvSpPr>
            <a:spLocks/>
          </p:cNvSpPr>
          <p:nvPr/>
        </p:nvSpPr>
        <p:spPr bwMode="auto">
          <a:xfrm>
            <a:off x="4195763" y="1576388"/>
            <a:ext cx="266700" cy="554038"/>
          </a:xfrm>
          <a:custGeom>
            <a:avLst/>
            <a:gdLst>
              <a:gd name="T0" fmla="*/ 0 w 336"/>
              <a:gd name="T1" fmla="*/ 1 h 696"/>
              <a:gd name="T2" fmla="*/ 0 w 336"/>
              <a:gd name="T3" fmla="*/ 0 h 696"/>
              <a:gd name="T4" fmla="*/ 1 w 336"/>
              <a:gd name="T5" fmla="*/ 0 h 696"/>
              <a:gd name="T6" fmla="*/ 0 60000 65536"/>
              <a:gd name="T7" fmla="*/ 0 60000 65536"/>
              <a:gd name="T8" fmla="*/ 0 60000 65536"/>
              <a:gd name="T9" fmla="*/ 0 w 336"/>
              <a:gd name="T10" fmla="*/ 0 h 696"/>
              <a:gd name="T11" fmla="*/ 336 w 336"/>
              <a:gd name="T12" fmla="*/ 696 h 696"/>
            </a:gdLst>
            <a:ahLst/>
            <a:cxnLst>
              <a:cxn ang="T6">
                <a:pos x="T0" y="T1"/>
              </a:cxn>
              <a:cxn ang="T7">
                <a:pos x="T2" y="T3"/>
              </a:cxn>
              <a:cxn ang="T8">
                <a:pos x="T4" y="T5"/>
              </a:cxn>
            </a:cxnLst>
            <a:rect l="T9" t="T10" r="T11" b="T12"/>
            <a:pathLst>
              <a:path w="336" h="696">
                <a:moveTo>
                  <a:pt x="0" y="696"/>
                </a:moveTo>
                <a:lnTo>
                  <a:pt x="0" y="0"/>
                </a:lnTo>
                <a:lnTo>
                  <a:pt x="33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7" name="Freeform 33">
            <a:extLst>
              <a:ext uri="{FF2B5EF4-FFF2-40B4-BE49-F238E27FC236}">
                <a16:creationId xmlns:a16="http://schemas.microsoft.com/office/drawing/2014/main" id="{EB11C704-C60E-4E63-9D24-2F27B4479B7E}"/>
              </a:ext>
            </a:extLst>
          </p:cNvPr>
          <p:cNvSpPr>
            <a:spLocks/>
          </p:cNvSpPr>
          <p:nvPr/>
        </p:nvSpPr>
        <p:spPr bwMode="auto">
          <a:xfrm>
            <a:off x="4462463" y="1519238"/>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8" name="Freeform 34">
            <a:extLst>
              <a:ext uri="{FF2B5EF4-FFF2-40B4-BE49-F238E27FC236}">
                <a16:creationId xmlns:a16="http://schemas.microsoft.com/office/drawing/2014/main" id="{EC9BD2AB-B675-4D7A-814E-BF4297E377AE}"/>
              </a:ext>
            </a:extLst>
          </p:cNvPr>
          <p:cNvSpPr>
            <a:spLocks/>
          </p:cNvSpPr>
          <p:nvPr/>
        </p:nvSpPr>
        <p:spPr bwMode="auto">
          <a:xfrm>
            <a:off x="5948363" y="1519238"/>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9" name="Freeform 35">
            <a:extLst>
              <a:ext uri="{FF2B5EF4-FFF2-40B4-BE49-F238E27FC236}">
                <a16:creationId xmlns:a16="http://schemas.microsoft.com/office/drawing/2014/main" id="{437D1662-7E13-4875-8FAF-498CBD152DA6}"/>
              </a:ext>
            </a:extLst>
          </p:cNvPr>
          <p:cNvSpPr>
            <a:spLocks/>
          </p:cNvSpPr>
          <p:nvPr/>
        </p:nvSpPr>
        <p:spPr bwMode="auto">
          <a:xfrm>
            <a:off x="7435850" y="1519238"/>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0" name="Freeform 36">
            <a:extLst>
              <a:ext uri="{FF2B5EF4-FFF2-40B4-BE49-F238E27FC236}">
                <a16:creationId xmlns:a16="http://schemas.microsoft.com/office/drawing/2014/main" id="{C9B763AA-2450-4D40-BDF1-D78BFEE51F6D}"/>
              </a:ext>
            </a:extLst>
          </p:cNvPr>
          <p:cNvSpPr>
            <a:spLocks/>
          </p:cNvSpPr>
          <p:nvPr/>
        </p:nvSpPr>
        <p:spPr bwMode="auto">
          <a:xfrm>
            <a:off x="2976563" y="1519238"/>
            <a:ext cx="133350" cy="133350"/>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1" name="Line 37">
            <a:extLst>
              <a:ext uri="{FF2B5EF4-FFF2-40B4-BE49-F238E27FC236}">
                <a16:creationId xmlns:a16="http://schemas.microsoft.com/office/drawing/2014/main" id="{D712690A-AA06-4DAE-9050-03D498D81C22}"/>
              </a:ext>
            </a:extLst>
          </p:cNvPr>
          <p:cNvSpPr>
            <a:spLocks noChangeShapeType="1"/>
          </p:cNvSpPr>
          <p:nvPr/>
        </p:nvSpPr>
        <p:spPr bwMode="auto">
          <a:xfrm>
            <a:off x="2709863" y="1576388"/>
            <a:ext cx="26670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2" name="Freeform 38">
            <a:extLst>
              <a:ext uri="{FF2B5EF4-FFF2-40B4-BE49-F238E27FC236}">
                <a16:creationId xmlns:a16="http://schemas.microsoft.com/office/drawing/2014/main" id="{91E95C29-33FA-4069-B6C2-1A83497F7C41}"/>
              </a:ext>
            </a:extLst>
          </p:cNvPr>
          <p:cNvSpPr>
            <a:spLocks/>
          </p:cNvSpPr>
          <p:nvPr/>
        </p:nvSpPr>
        <p:spPr bwMode="auto">
          <a:xfrm>
            <a:off x="4165600" y="2098675"/>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3" name="Rectangle 40">
            <a:extLst>
              <a:ext uri="{FF2B5EF4-FFF2-40B4-BE49-F238E27FC236}">
                <a16:creationId xmlns:a16="http://schemas.microsoft.com/office/drawing/2014/main" id="{A6643F2A-2E78-43D0-99C6-A976A57AFE79}"/>
              </a:ext>
            </a:extLst>
          </p:cNvPr>
          <p:cNvSpPr>
            <a:spLocks noChangeArrowheads="1"/>
          </p:cNvSpPr>
          <p:nvPr/>
        </p:nvSpPr>
        <p:spPr bwMode="auto">
          <a:xfrm>
            <a:off x="7894638" y="1493838"/>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4" name="Rectangle 41">
            <a:extLst>
              <a:ext uri="{FF2B5EF4-FFF2-40B4-BE49-F238E27FC236}">
                <a16:creationId xmlns:a16="http://schemas.microsoft.com/office/drawing/2014/main" id="{4705A7DF-8D66-4BC4-AC1F-07617F593001}"/>
              </a:ext>
            </a:extLst>
          </p:cNvPr>
          <p:cNvSpPr>
            <a:spLocks noChangeArrowheads="1"/>
          </p:cNvSpPr>
          <p:nvPr/>
        </p:nvSpPr>
        <p:spPr bwMode="auto">
          <a:xfrm>
            <a:off x="2209800" y="938213"/>
            <a:ext cx="220663"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5" name="Rectangle 42">
            <a:extLst>
              <a:ext uri="{FF2B5EF4-FFF2-40B4-BE49-F238E27FC236}">
                <a16:creationId xmlns:a16="http://schemas.microsoft.com/office/drawing/2014/main" id="{EC7ABC40-A8F4-483C-B7E3-B7AD68042337}"/>
              </a:ext>
            </a:extLst>
          </p:cNvPr>
          <p:cNvSpPr>
            <a:spLocks noChangeArrowheads="1"/>
          </p:cNvSpPr>
          <p:nvPr/>
        </p:nvSpPr>
        <p:spPr bwMode="auto">
          <a:xfrm>
            <a:off x="8683625" y="942975"/>
            <a:ext cx="3841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6" name="Rectangle 43">
            <a:extLst>
              <a:ext uri="{FF2B5EF4-FFF2-40B4-BE49-F238E27FC236}">
                <a16:creationId xmlns:a16="http://schemas.microsoft.com/office/drawing/2014/main" id="{F045BB01-9DC1-4DC6-9209-52E073A488BA}"/>
              </a:ext>
            </a:extLst>
          </p:cNvPr>
          <p:cNvSpPr>
            <a:spLocks noChangeArrowheads="1"/>
          </p:cNvSpPr>
          <p:nvPr/>
        </p:nvSpPr>
        <p:spPr bwMode="auto">
          <a:xfrm>
            <a:off x="3995738" y="3011329"/>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7" name="Rectangle 44">
            <a:extLst>
              <a:ext uri="{FF2B5EF4-FFF2-40B4-BE49-F238E27FC236}">
                <a16:creationId xmlns:a16="http://schemas.microsoft.com/office/drawing/2014/main" id="{AF00C101-5C16-49C6-833E-F3CC243A274D}"/>
              </a:ext>
            </a:extLst>
          </p:cNvPr>
          <p:cNvSpPr>
            <a:spLocks noChangeArrowheads="1"/>
          </p:cNvSpPr>
          <p:nvPr/>
        </p:nvSpPr>
        <p:spPr bwMode="auto">
          <a:xfrm>
            <a:off x="4052888" y="309864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8" name="Rectangle 45">
            <a:extLst>
              <a:ext uri="{FF2B5EF4-FFF2-40B4-BE49-F238E27FC236}">
                <a16:creationId xmlns:a16="http://schemas.microsoft.com/office/drawing/2014/main" id="{7CCB5DF5-C818-4CF7-B939-B3581840F5C4}"/>
              </a:ext>
            </a:extLst>
          </p:cNvPr>
          <p:cNvSpPr>
            <a:spLocks noChangeArrowheads="1"/>
          </p:cNvSpPr>
          <p:nvPr/>
        </p:nvSpPr>
        <p:spPr bwMode="auto">
          <a:xfrm>
            <a:off x="3995738" y="3382804"/>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9" name="Rectangle 46">
            <a:extLst>
              <a:ext uri="{FF2B5EF4-FFF2-40B4-BE49-F238E27FC236}">
                <a16:creationId xmlns:a16="http://schemas.microsoft.com/office/drawing/2014/main" id="{9215423A-9E9A-4140-8528-A4957C046F54}"/>
              </a:ext>
            </a:extLst>
          </p:cNvPr>
          <p:cNvSpPr>
            <a:spLocks noChangeArrowheads="1"/>
          </p:cNvSpPr>
          <p:nvPr/>
        </p:nvSpPr>
        <p:spPr bwMode="auto">
          <a:xfrm>
            <a:off x="4052888" y="3470116"/>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0" name="Rectangle 47">
            <a:extLst>
              <a:ext uri="{FF2B5EF4-FFF2-40B4-BE49-F238E27FC236}">
                <a16:creationId xmlns:a16="http://schemas.microsoft.com/office/drawing/2014/main" id="{7AB51494-2C2E-4EF4-A053-184B41033E6D}"/>
              </a:ext>
            </a:extLst>
          </p:cNvPr>
          <p:cNvSpPr>
            <a:spLocks noChangeArrowheads="1"/>
          </p:cNvSpPr>
          <p:nvPr/>
        </p:nvSpPr>
        <p:spPr bwMode="auto">
          <a:xfrm>
            <a:off x="3995738" y="3754279"/>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1" name="Rectangle 48">
            <a:extLst>
              <a:ext uri="{FF2B5EF4-FFF2-40B4-BE49-F238E27FC236}">
                <a16:creationId xmlns:a16="http://schemas.microsoft.com/office/drawing/2014/main" id="{F5AA0C1C-B0C7-41B2-A5CE-1607D9E5638E}"/>
              </a:ext>
            </a:extLst>
          </p:cNvPr>
          <p:cNvSpPr>
            <a:spLocks noChangeArrowheads="1"/>
          </p:cNvSpPr>
          <p:nvPr/>
        </p:nvSpPr>
        <p:spPr bwMode="auto">
          <a:xfrm>
            <a:off x="4052888" y="38415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2" name="Rectangle 49">
            <a:extLst>
              <a:ext uri="{FF2B5EF4-FFF2-40B4-BE49-F238E27FC236}">
                <a16:creationId xmlns:a16="http://schemas.microsoft.com/office/drawing/2014/main" id="{48C918C4-4371-4421-A403-544E10BF161A}"/>
              </a:ext>
            </a:extLst>
          </p:cNvPr>
          <p:cNvSpPr>
            <a:spLocks noChangeArrowheads="1"/>
          </p:cNvSpPr>
          <p:nvPr/>
        </p:nvSpPr>
        <p:spPr bwMode="auto">
          <a:xfrm>
            <a:off x="3995738" y="4125754"/>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3" name="Rectangle 50">
            <a:extLst>
              <a:ext uri="{FF2B5EF4-FFF2-40B4-BE49-F238E27FC236}">
                <a16:creationId xmlns:a16="http://schemas.microsoft.com/office/drawing/2014/main" id="{F11BBC02-303C-4FDB-8827-26AC2DF3F196}"/>
              </a:ext>
            </a:extLst>
          </p:cNvPr>
          <p:cNvSpPr>
            <a:spLocks noChangeArrowheads="1"/>
          </p:cNvSpPr>
          <p:nvPr/>
        </p:nvSpPr>
        <p:spPr bwMode="auto">
          <a:xfrm>
            <a:off x="4052888" y="42114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4" name="Rectangle 51">
            <a:extLst>
              <a:ext uri="{FF2B5EF4-FFF2-40B4-BE49-F238E27FC236}">
                <a16:creationId xmlns:a16="http://schemas.microsoft.com/office/drawing/2014/main" id="{085B6C21-8D0C-4DD0-9698-A97BEF226C00}"/>
              </a:ext>
            </a:extLst>
          </p:cNvPr>
          <p:cNvSpPr>
            <a:spLocks noChangeArrowheads="1"/>
          </p:cNvSpPr>
          <p:nvPr/>
        </p:nvSpPr>
        <p:spPr bwMode="auto">
          <a:xfrm>
            <a:off x="3995738" y="4495641"/>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5" name="Rectangle 52">
            <a:extLst>
              <a:ext uri="{FF2B5EF4-FFF2-40B4-BE49-F238E27FC236}">
                <a16:creationId xmlns:a16="http://schemas.microsoft.com/office/drawing/2014/main" id="{1251F17A-E027-41AE-9674-1563B91A97A8}"/>
              </a:ext>
            </a:extLst>
          </p:cNvPr>
          <p:cNvSpPr>
            <a:spLocks noChangeArrowheads="1"/>
          </p:cNvSpPr>
          <p:nvPr/>
        </p:nvSpPr>
        <p:spPr bwMode="auto">
          <a:xfrm>
            <a:off x="4052888" y="45829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6" name="Rectangle 53">
            <a:extLst>
              <a:ext uri="{FF2B5EF4-FFF2-40B4-BE49-F238E27FC236}">
                <a16:creationId xmlns:a16="http://schemas.microsoft.com/office/drawing/2014/main" id="{CA65EE21-D5DF-4490-970B-65CFDB7D3759}"/>
              </a:ext>
            </a:extLst>
          </p:cNvPr>
          <p:cNvSpPr>
            <a:spLocks noChangeArrowheads="1"/>
          </p:cNvSpPr>
          <p:nvPr/>
        </p:nvSpPr>
        <p:spPr bwMode="auto">
          <a:xfrm>
            <a:off x="3995738" y="4867116"/>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7" name="Rectangle 54">
            <a:extLst>
              <a:ext uri="{FF2B5EF4-FFF2-40B4-BE49-F238E27FC236}">
                <a16:creationId xmlns:a16="http://schemas.microsoft.com/office/drawing/2014/main" id="{3C73DA60-237E-4F2C-89A3-588D7AF57F27}"/>
              </a:ext>
            </a:extLst>
          </p:cNvPr>
          <p:cNvSpPr>
            <a:spLocks noChangeArrowheads="1"/>
          </p:cNvSpPr>
          <p:nvPr/>
        </p:nvSpPr>
        <p:spPr bwMode="auto">
          <a:xfrm>
            <a:off x="4052888" y="49544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5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8" name="Rectangle 55">
            <a:extLst>
              <a:ext uri="{FF2B5EF4-FFF2-40B4-BE49-F238E27FC236}">
                <a16:creationId xmlns:a16="http://schemas.microsoft.com/office/drawing/2014/main" id="{C052B46A-EEE6-49F7-82B8-C1727F190386}"/>
              </a:ext>
            </a:extLst>
          </p:cNvPr>
          <p:cNvSpPr>
            <a:spLocks noChangeArrowheads="1"/>
          </p:cNvSpPr>
          <p:nvPr/>
        </p:nvSpPr>
        <p:spPr bwMode="auto">
          <a:xfrm>
            <a:off x="3995738" y="5240179"/>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59" name="Rectangle 56">
            <a:extLst>
              <a:ext uri="{FF2B5EF4-FFF2-40B4-BE49-F238E27FC236}">
                <a16:creationId xmlns:a16="http://schemas.microsoft.com/office/drawing/2014/main" id="{ECBB7AE9-1420-4E7D-97A4-9B44E801A07B}"/>
              </a:ext>
            </a:extLst>
          </p:cNvPr>
          <p:cNvSpPr>
            <a:spLocks noChangeArrowheads="1"/>
          </p:cNvSpPr>
          <p:nvPr/>
        </p:nvSpPr>
        <p:spPr bwMode="auto">
          <a:xfrm>
            <a:off x="4052888" y="53259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6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0" name="Rectangle 57">
            <a:extLst>
              <a:ext uri="{FF2B5EF4-FFF2-40B4-BE49-F238E27FC236}">
                <a16:creationId xmlns:a16="http://schemas.microsoft.com/office/drawing/2014/main" id="{E51FDFAD-22A7-4448-9D33-287A1FDD30EE}"/>
              </a:ext>
            </a:extLst>
          </p:cNvPr>
          <p:cNvSpPr>
            <a:spLocks noChangeArrowheads="1"/>
          </p:cNvSpPr>
          <p:nvPr/>
        </p:nvSpPr>
        <p:spPr bwMode="auto">
          <a:xfrm>
            <a:off x="3995738" y="5610066"/>
            <a:ext cx="1090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1" name="Rectangle 58">
            <a:extLst>
              <a:ext uri="{FF2B5EF4-FFF2-40B4-BE49-F238E27FC236}">
                <a16:creationId xmlns:a16="http://schemas.microsoft.com/office/drawing/2014/main" id="{F266350F-AA09-4AFC-A278-58CEA5DF9799}"/>
              </a:ext>
            </a:extLst>
          </p:cNvPr>
          <p:cNvSpPr>
            <a:spLocks noChangeArrowheads="1"/>
          </p:cNvSpPr>
          <p:nvPr/>
        </p:nvSpPr>
        <p:spPr bwMode="auto">
          <a:xfrm>
            <a:off x="4052888" y="56973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7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62" name="Rectangle 59">
            <a:extLst>
              <a:ext uri="{FF2B5EF4-FFF2-40B4-BE49-F238E27FC236}">
                <a16:creationId xmlns:a16="http://schemas.microsoft.com/office/drawing/2014/main" id="{A2304235-24A2-477F-9475-335330403A4E}"/>
              </a:ext>
            </a:extLst>
          </p:cNvPr>
          <p:cNvSpPr>
            <a:spLocks noChangeArrowheads="1"/>
          </p:cNvSpPr>
          <p:nvPr/>
        </p:nvSpPr>
        <p:spPr bwMode="auto">
          <a:xfrm>
            <a:off x="4459288" y="30335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3" name="Rectangle 60">
            <a:extLst>
              <a:ext uri="{FF2B5EF4-FFF2-40B4-BE49-F238E27FC236}">
                <a16:creationId xmlns:a16="http://schemas.microsoft.com/office/drawing/2014/main" id="{8D50E7C6-7217-42D9-ADF4-4C4BE46BCE83}"/>
              </a:ext>
            </a:extLst>
          </p:cNvPr>
          <p:cNvSpPr>
            <a:spLocks noChangeArrowheads="1"/>
          </p:cNvSpPr>
          <p:nvPr/>
        </p:nvSpPr>
        <p:spPr bwMode="auto">
          <a:xfrm>
            <a:off x="4459288" y="34050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4" name="Rectangle 61">
            <a:extLst>
              <a:ext uri="{FF2B5EF4-FFF2-40B4-BE49-F238E27FC236}">
                <a16:creationId xmlns:a16="http://schemas.microsoft.com/office/drawing/2014/main" id="{AD18FF52-6622-403E-9B4B-AA559A5597AF}"/>
              </a:ext>
            </a:extLst>
          </p:cNvPr>
          <p:cNvSpPr>
            <a:spLocks noChangeArrowheads="1"/>
          </p:cNvSpPr>
          <p:nvPr/>
        </p:nvSpPr>
        <p:spPr bwMode="auto">
          <a:xfrm>
            <a:off x="4459288" y="37765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5" name="Rectangle 62">
            <a:extLst>
              <a:ext uri="{FF2B5EF4-FFF2-40B4-BE49-F238E27FC236}">
                <a16:creationId xmlns:a16="http://schemas.microsoft.com/office/drawing/2014/main" id="{D0BC1223-4516-408D-A05D-A046406A3080}"/>
              </a:ext>
            </a:extLst>
          </p:cNvPr>
          <p:cNvSpPr>
            <a:spLocks noChangeArrowheads="1"/>
          </p:cNvSpPr>
          <p:nvPr/>
        </p:nvSpPr>
        <p:spPr bwMode="auto">
          <a:xfrm>
            <a:off x="4459288" y="41479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6" name="Rectangle 63">
            <a:extLst>
              <a:ext uri="{FF2B5EF4-FFF2-40B4-BE49-F238E27FC236}">
                <a16:creationId xmlns:a16="http://schemas.microsoft.com/office/drawing/2014/main" id="{794BF74A-57F5-4930-9F61-5C602A724D1B}"/>
              </a:ext>
            </a:extLst>
          </p:cNvPr>
          <p:cNvSpPr>
            <a:spLocks noChangeArrowheads="1"/>
          </p:cNvSpPr>
          <p:nvPr/>
        </p:nvSpPr>
        <p:spPr bwMode="auto">
          <a:xfrm>
            <a:off x="4459288" y="45194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7" name="Rectangle 64">
            <a:extLst>
              <a:ext uri="{FF2B5EF4-FFF2-40B4-BE49-F238E27FC236}">
                <a16:creationId xmlns:a16="http://schemas.microsoft.com/office/drawing/2014/main" id="{12DB3BEA-1EE7-45B5-9DA4-F1663B02630D}"/>
              </a:ext>
            </a:extLst>
          </p:cNvPr>
          <p:cNvSpPr>
            <a:spLocks noChangeArrowheads="1"/>
          </p:cNvSpPr>
          <p:nvPr/>
        </p:nvSpPr>
        <p:spPr bwMode="auto">
          <a:xfrm>
            <a:off x="4459288" y="48909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8" name="Rectangle 65">
            <a:extLst>
              <a:ext uri="{FF2B5EF4-FFF2-40B4-BE49-F238E27FC236}">
                <a16:creationId xmlns:a16="http://schemas.microsoft.com/office/drawing/2014/main" id="{571D2F79-8544-42A4-AD13-E6F944D6D372}"/>
              </a:ext>
            </a:extLst>
          </p:cNvPr>
          <p:cNvSpPr>
            <a:spLocks noChangeArrowheads="1"/>
          </p:cNvSpPr>
          <p:nvPr/>
        </p:nvSpPr>
        <p:spPr bwMode="auto">
          <a:xfrm>
            <a:off x="4459288" y="52624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69" name="Rectangle 66">
            <a:extLst>
              <a:ext uri="{FF2B5EF4-FFF2-40B4-BE49-F238E27FC236}">
                <a16:creationId xmlns:a16="http://schemas.microsoft.com/office/drawing/2014/main" id="{15BECB80-FAB5-40A0-8BBA-EE5464F4E054}"/>
              </a:ext>
            </a:extLst>
          </p:cNvPr>
          <p:cNvSpPr>
            <a:spLocks noChangeArrowheads="1"/>
          </p:cNvSpPr>
          <p:nvPr/>
        </p:nvSpPr>
        <p:spPr bwMode="auto">
          <a:xfrm>
            <a:off x="4459288" y="56322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3970" name="Rectangle 67">
            <a:extLst>
              <a:ext uri="{FF2B5EF4-FFF2-40B4-BE49-F238E27FC236}">
                <a16:creationId xmlns:a16="http://schemas.microsoft.com/office/drawing/2014/main" id="{40FA8656-D0FD-47FE-ABB7-981A13B51A6C}"/>
              </a:ext>
            </a:extLst>
          </p:cNvPr>
          <p:cNvSpPr>
            <a:spLocks noChangeArrowheads="1"/>
          </p:cNvSpPr>
          <p:nvPr/>
        </p:nvSpPr>
        <p:spPr bwMode="auto">
          <a:xfrm>
            <a:off x="4924425" y="30335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1" name="Rectangle 68">
            <a:extLst>
              <a:ext uri="{FF2B5EF4-FFF2-40B4-BE49-F238E27FC236}">
                <a16:creationId xmlns:a16="http://schemas.microsoft.com/office/drawing/2014/main" id="{62D15DE9-89C2-49C7-8080-4BFC05AC397F}"/>
              </a:ext>
            </a:extLst>
          </p:cNvPr>
          <p:cNvSpPr>
            <a:spLocks noChangeArrowheads="1"/>
          </p:cNvSpPr>
          <p:nvPr/>
        </p:nvSpPr>
        <p:spPr bwMode="auto">
          <a:xfrm>
            <a:off x="4924425" y="34050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2" name="Rectangle 69">
            <a:extLst>
              <a:ext uri="{FF2B5EF4-FFF2-40B4-BE49-F238E27FC236}">
                <a16:creationId xmlns:a16="http://schemas.microsoft.com/office/drawing/2014/main" id="{50A42E3B-A856-4B35-86E1-48F986F8A0F1}"/>
              </a:ext>
            </a:extLst>
          </p:cNvPr>
          <p:cNvSpPr>
            <a:spLocks noChangeArrowheads="1"/>
          </p:cNvSpPr>
          <p:nvPr/>
        </p:nvSpPr>
        <p:spPr bwMode="auto">
          <a:xfrm>
            <a:off x="4924425" y="37765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3" name="Rectangle 70">
            <a:extLst>
              <a:ext uri="{FF2B5EF4-FFF2-40B4-BE49-F238E27FC236}">
                <a16:creationId xmlns:a16="http://schemas.microsoft.com/office/drawing/2014/main" id="{0B602BE9-615F-45EE-B12C-109D4374C354}"/>
              </a:ext>
            </a:extLst>
          </p:cNvPr>
          <p:cNvSpPr>
            <a:spLocks noChangeArrowheads="1"/>
          </p:cNvSpPr>
          <p:nvPr/>
        </p:nvSpPr>
        <p:spPr bwMode="auto">
          <a:xfrm>
            <a:off x="4924425" y="41479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4" name="Rectangle 71">
            <a:extLst>
              <a:ext uri="{FF2B5EF4-FFF2-40B4-BE49-F238E27FC236}">
                <a16:creationId xmlns:a16="http://schemas.microsoft.com/office/drawing/2014/main" id="{BB91616C-AC4B-4FAC-BC92-AD57243C4369}"/>
              </a:ext>
            </a:extLst>
          </p:cNvPr>
          <p:cNvSpPr>
            <a:spLocks noChangeArrowheads="1"/>
          </p:cNvSpPr>
          <p:nvPr/>
        </p:nvSpPr>
        <p:spPr bwMode="auto">
          <a:xfrm>
            <a:off x="4924425" y="45194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5" name="Rectangle 72">
            <a:extLst>
              <a:ext uri="{FF2B5EF4-FFF2-40B4-BE49-F238E27FC236}">
                <a16:creationId xmlns:a16="http://schemas.microsoft.com/office/drawing/2014/main" id="{CD9660D3-6678-4672-923F-BBCA381141CD}"/>
              </a:ext>
            </a:extLst>
          </p:cNvPr>
          <p:cNvSpPr>
            <a:spLocks noChangeArrowheads="1"/>
          </p:cNvSpPr>
          <p:nvPr/>
        </p:nvSpPr>
        <p:spPr bwMode="auto">
          <a:xfrm>
            <a:off x="4924425" y="48909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6" name="Rectangle 73">
            <a:extLst>
              <a:ext uri="{FF2B5EF4-FFF2-40B4-BE49-F238E27FC236}">
                <a16:creationId xmlns:a16="http://schemas.microsoft.com/office/drawing/2014/main" id="{3384F412-C7BB-47B4-9A3B-16CBC4D0A98E}"/>
              </a:ext>
            </a:extLst>
          </p:cNvPr>
          <p:cNvSpPr>
            <a:spLocks noChangeArrowheads="1"/>
          </p:cNvSpPr>
          <p:nvPr/>
        </p:nvSpPr>
        <p:spPr bwMode="auto">
          <a:xfrm>
            <a:off x="4924425" y="52624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7" name="Rectangle 74">
            <a:extLst>
              <a:ext uri="{FF2B5EF4-FFF2-40B4-BE49-F238E27FC236}">
                <a16:creationId xmlns:a16="http://schemas.microsoft.com/office/drawing/2014/main" id="{6C19013F-E107-4DBC-8E3B-70A704C75295}"/>
              </a:ext>
            </a:extLst>
          </p:cNvPr>
          <p:cNvSpPr>
            <a:spLocks noChangeArrowheads="1"/>
          </p:cNvSpPr>
          <p:nvPr/>
        </p:nvSpPr>
        <p:spPr bwMode="auto">
          <a:xfrm>
            <a:off x="4924425" y="56322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8" name="Rectangle 75">
            <a:extLst>
              <a:ext uri="{FF2B5EF4-FFF2-40B4-BE49-F238E27FC236}">
                <a16:creationId xmlns:a16="http://schemas.microsoft.com/office/drawing/2014/main" id="{41811A1A-496A-4B51-9664-444518E23852}"/>
              </a:ext>
            </a:extLst>
          </p:cNvPr>
          <p:cNvSpPr>
            <a:spLocks noChangeArrowheads="1"/>
          </p:cNvSpPr>
          <p:nvPr/>
        </p:nvSpPr>
        <p:spPr bwMode="auto">
          <a:xfrm>
            <a:off x="5387975" y="30335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79" name="Rectangle 76">
            <a:extLst>
              <a:ext uri="{FF2B5EF4-FFF2-40B4-BE49-F238E27FC236}">
                <a16:creationId xmlns:a16="http://schemas.microsoft.com/office/drawing/2014/main" id="{AD65BC29-78C5-4988-B49B-2F1A39BFC7AC}"/>
              </a:ext>
            </a:extLst>
          </p:cNvPr>
          <p:cNvSpPr>
            <a:spLocks noChangeArrowheads="1"/>
          </p:cNvSpPr>
          <p:nvPr/>
        </p:nvSpPr>
        <p:spPr bwMode="auto">
          <a:xfrm>
            <a:off x="5387975" y="34050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0" name="Rectangle 77">
            <a:extLst>
              <a:ext uri="{FF2B5EF4-FFF2-40B4-BE49-F238E27FC236}">
                <a16:creationId xmlns:a16="http://schemas.microsoft.com/office/drawing/2014/main" id="{101B2498-CEC2-4EF4-ACAD-B1548DB2AACC}"/>
              </a:ext>
            </a:extLst>
          </p:cNvPr>
          <p:cNvSpPr>
            <a:spLocks noChangeArrowheads="1"/>
          </p:cNvSpPr>
          <p:nvPr/>
        </p:nvSpPr>
        <p:spPr bwMode="auto">
          <a:xfrm>
            <a:off x="5387975" y="37765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1" name="Rectangle 78">
            <a:extLst>
              <a:ext uri="{FF2B5EF4-FFF2-40B4-BE49-F238E27FC236}">
                <a16:creationId xmlns:a16="http://schemas.microsoft.com/office/drawing/2014/main" id="{3599F60F-B5BE-4EEE-A229-26268C2659C4}"/>
              </a:ext>
            </a:extLst>
          </p:cNvPr>
          <p:cNvSpPr>
            <a:spLocks noChangeArrowheads="1"/>
          </p:cNvSpPr>
          <p:nvPr/>
        </p:nvSpPr>
        <p:spPr bwMode="auto">
          <a:xfrm>
            <a:off x="5387975" y="41479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2" name="Rectangle 79">
            <a:extLst>
              <a:ext uri="{FF2B5EF4-FFF2-40B4-BE49-F238E27FC236}">
                <a16:creationId xmlns:a16="http://schemas.microsoft.com/office/drawing/2014/main" id="{2E94D1B3-B81F-482A-AF73-E3D3333BD7BD}"/>
              </a:ext>
            </a:extLst>
          </p:cNvPr>
          <p:cNvSpPr>
            <a:spLocks noChangeArrowheads="1"/>
          </p:cNvSpPr>
          <p:nvPr/>
        </p:nvSpPr>
        <p:spPr bwMode="auto">
          <a:xfrm>
            <a:off x="5387975" y="45194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3" name="Rectangle 80">
            <a:extLst>
              <a:ext uri="{FF2B5EF4-FFF2-40B4-BE49-F238E27FC236}">
                <a16:creationId xmlns:a16="http://schemas.microsoft.com/office/drawing/2014/main" id="{34C1BF7D-C53E-4A79-8803-3B28FD3F6380}"/>
              </a:ext>
            </a:extLst>
          </p:cNvPr>
          <p:cNvSpPr>
            <a:spLocks noChangeArrowheads="1"/>
          </p:cNvSpPr>
          <p:nvPr/>
        </p:nvSpPr>
        <p:spPr bwMode="auto">
          <a:xfrm>
            <a:off x="5387975" y="48909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4" name="Rectangle 81">
            <a:extLst>
              <a:ext uri="{FF2B5EF4-FFF2-40B4-BE49-F238E27FC236}">
                <a16:creationId xmlns:a16="http://schemas.microsoft.com/office/drawing/2014/main" id="{3FBDF5A6-879D-4C83-85E0-F1A9494B22F1}"/>
              </a:ext>
            </a:extLst>
          </p:cNvPr>
          <p:cNvSpPr>
            <a:spLocks noChangeArrowheads="1"/>
          </p:cNvSpPr>
          <p:nvPr/>
        </p:nvSpPr>
        <p:spPr bwMode="auto">
          <a:xfrm>
            <a:off x="5387975" y="52624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5" name="Rectangle 82">
            <a:extLst>
              <a:ext uri="{FF2B5EF4-FFF2-40B4-BE49-F238E27FC236}">
                <a16:creationId xmlns:a16="http://schemas.microsoft.com/office/drawing/2014/main" id="{49BE0081-1512-48DE-A658-90B88BECFE7D}"/>
              </a:ext>
            </a:extLst>
          </p:cNvPr>
          <p:cNvSpPr>
            <a:spLocks noChangeArrowheads="1"/>
          </p:cNvSpPr>
          <p:nvPr/>
        </p:nvSpPr>
        <p:spPr bwMode="auto">
          <a:xfrm>
            <a:off x="5387975" y="56322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6" name="Rectangle 83">
            <a:extLst>
              <a:ext uri="{FF2B5EF4-FFF2-40B4-BE49-F238E27FC236}">
                <a16:creationId xmlns:a16="http://schemas.microsoft.com/office/drawing/2014/main" id="{2F6F39C1-AD62-4405-8BD0-4848E0ECB5AC}"/>
              </a:ext>
            </a:extLst>
          </p:cNvPr>
          <p:cNvSpPr>
            <a:spLocks noChangeArrowheads="1"/>
          </p:cNvSpPr>
          <p:nvPr/>
        </p:nvSpPr>
        <p:spPr bwMode="auto">
          <a:xfrm>
            <a:off x="5851525" y="30335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7" name="Rectangle 84">
            <a:extLst>
              <a:ext uri="{FF2B5EF4-FFF2-40B4-BE49-F238E27FC236}">
                <a16:creationId xmlns:a16="http://schemas.microsoft.com/office/drawing/2014/main" id="{8746AD9A-8F78-46DD-8B08-FF2FA4A3131E}"/>
              </a:ext>
            </a:extLst>
          </p:cNvPr>
          <p:cNvSpPr>
            <a:spLocks noChangeArrowheads="1"/>
          </p:cNvSpPr>
          <p:nvPr/>
        </p:nvSpPr>
        <p:spPr bwMode="auto">
          <a:xfrm>
            <a:off x="5851525" y="34050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8" name="Rectangle 85">
            <a:extLst>
              <a:ext uri="{FF2B5EF4-FFF2-40B4-BE49-F238E27FC236}">
                <a16:creationId xmlns:a16="http://schemas.microsoft.com/office/drawing/2014/main" id="{3F93DF95-7AEB-47DC-A08B-64342562677E}"/>
              </a:ext>
            </a:extLst>
          </p:cNvPr>
          <p:cNvSpPr>
            <a:spLocks noChangeArrowheads="1"/>
          </p:cNvSpPr>
          <p:nvPr/>
        </p:nvSpPr>
        <p:spPr bwMode="auto">
          <a:xfrm>
            <a:off x="5851525" y="37765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89" name="Rectangle 86">
            <a:extLst>
              <a:ext uri="{FF2B5EF4-FFF2-40B4-BE49-F238E27FC236}">
                <a16:creationId xmlns:a16="http://schemas.microsoft.com/office/drawing/2014/main" id="{DF16BF5E-854B-4D38-A5C7-67FCEE91CD7D}"/>
              </a:ext>
            </a:extLst>
          </p:cNvPr>
          <p:cNvSpPr>
            <a:spLocks noChangeArrowheads="1"/>
          </p:cNvSpPr>
          <p:nvPr/>
        </p:nvSpPr>
        <p:spPr bwMode="auto">
          <a:xfrm>
            <a:off x="5851525" y="41479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0" name="Rectangle 87">
            <a:extLst>
              <a:ext uri="{FF2B5EF4-FFF2-40B4-BE49-F238E27FC236}">
                <a16:creationId xmlns:a16="http://schemas.microsoft.com/office/drawing/2014/main" id="{676BC3E9-378B-41BD-A90A-2668248B1F13}"/>
              </a:ext>
            </a:extLst>
          </p:cNvPr>
          <p:cNvSpPr>
            <a:spLocks noChangeArrowheads="1"/>
          </p:cNvSpPr>
          <p:nvPr/>
        </p:nvSpPr>
        <p:spPr bwMode="auto">
          <a:xfrm>
            <a:off x="5851525" y="45194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1" name="Rectangle 88">
            <a:extLst>
              <a:ext uri="{FF2B5EF4-FFF2-40B4-BE49-F238E27FC236}">
                <a16:creationId xmlns:a16="http://schemas.microsoft.com/office/drawing/2014/main" id="{2EBF37C8-F796-4D13-9D17-D9B8532DC448}"/>
              </a:ext>
            </a:extLst>
          </p:cNvPr>
          <p:cNvSpPr>
            <a:spLocks noChangeArrowheads="1"/>
          </p:cNvSpPr>
          <p:nvPr/>
        </p:nvSpPr>
        <p:spPr bwMode="auto">
          <a:xfrm>
            <a:off x="5851525" y="48909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2" name="Rectangle 89">
            <a:extLst>
              <a:ext uri="{FF2B5EF4-FFF2-40B4-BE49-F238E27FC236}">
                <a16:creationId xmlns:a16="http://schemas.microsoft.com/office/drawing/2014/main" id="{1DB61972-0AE1-4A0C-80E9-43483B052E43}"/>
              </a:ext>
            </a:extLst>
          </p:cNvPr>
          <p:cNvSpPr>
            <a:spLocks noChangeArrowheads="1"/>
          </p:cNvSpPr>
          <p:nvPr/>
        </p:nvSpPr>
        <p:spPr bwMode="auto">
          <a:xfrm>
            <a:off x="5851525" y="52624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3" name="Rectangle 90">
            <a:extLst>
              <a:ext uri="{FF2B5EF4-FFF2-40B4-BE49-F238E27FC236}">
                <a16:creationId xmlns:a16="http://schemas.microsoft.com/office/drawing/2014/main" id="{9D85C32F-92BF-4157-8BE3-102F4C2F180F}"/>
              </a:ext>
            </a:extLst>
          </p:cNvPr>
          <p:cNvSpPr>
            <a:spLocks noChangeArrowheads="1"/>
          </p:cNvSpPr>
          <p:nvPr/>
        </p:nvSpPr>
        <p:spPr bwMode="auto">
          <a:xfrm>
            <a:off x="5851525" y="56322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94" name="Rectangle 91">
            <a:extLst>
              <a:ext uri="{FF2B5EF4-FFF2-40B4-BE49-F238E27FC236}">
                <a16:creationId xmlns:a16="http://schemas.microsoft.com/office/drawing/2014/main" id="{2734C521-79F8-4540-9678-E29B0891190D}"/>
              </a:ext>
            </a:extLst>
          </p:cNvPr>
          <p:cNvSpPr>
            <a:spLocks noChangeArrowheads="1"/>
          </p:cNvSpPr>
          <p:nvPr/>
        </p:nvSpPr>
        <p:spPr bwMode="auto">
          <a:xfrm>
            <a:off x="6315075" y="30335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dirty="0">
                <a:ln>
                  <a:noFill/>
                </a:ln>
                <a:solidFill>
                  <a:srgbClr val="FF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3995" name="Rectangle 92">
            <a:extLst>
              <a:ext uri="{FF2B5EF4-FFF2-40B4-BE49-F238E27FC236}">
                <a16:creationId xmlns:a16="http://schemas.microsoft.com/office/drawing/2014/main" id="{97A18004-0851-4501-8912-F83716A99C8F}"/>
              </a:ext>
            </a:extLst>
          </p:cNvPr>
          <p:cNvSpPr>
            <a:spLocks noChangeArrowheads="1"/>
          </p:cNvSpPr>
          <p:nvPr/>
        </p:nvSpPr>
        <p:spPr bwMode="auto">
          <a:xfrm>
            <a:off x="6315075" y="34050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3996" name="Rectangle 93">
            <a:extLst>
              <a:ext uri="{FF2B5EF4-FFF2-40B4-BE49-F238E27FC236}">
                <a16:creationId xmlns:a16="http://schemas.microsoft.com/office/drawing/2014/main" id="{6329C66B-B466-4BE6-841D-1164D9C284C1}"/>
              </a:ext>
            </a:extLst>
          </p:cNvPr>
          <p:cNvSpPr>
            <a:spLocks noChangeArrowheads="1"/>
          </p:cNvSpPr>
          <p:nvPr/>
        </p:nvSpPr>
        <p:spPr bwMode="auto">
          <a:xfrm>
            <a:off x="6315075" y="37765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3997" name="Rectangle 94">
            <a:extLst>
              <a:ext uri="{FF2B5EF4-FFF2-40B4-BE49-F238E27FC236}">
                <a16:creationId xmlns:a16="http://schemas.microsoft.com/office/drawing/2014/main" id="{FD257533-9271-4589-AA6D-3730EC277062}"/>
              </a:ext>
            </a:extLst>
          </p:cNvPr>
          <p:cNvSpPr>
            <a:spLocks noChangeArrowheads="1"/>
          </p:cNvSpPr>
          <p:nvPr/>
        </p:nvSpPr>
        <p:spPr bwMode="auto">
          <a:xfrm>
            <a:off x="6315075" y="414797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3998" name="Rectangle 95">
            <a:extLst>
              <a:ext uri="{FF2B5EF4-FFF2-40B4-BE49-F238E27FC236}">
                <a16:creationId xmlns:a16="http://schemas.microsoft.com/office/drawing/2014/main" id="{A3F19A7E-8853-4BFD-9B3C-A676B71C9724}"/>
              </a:ext>
            </a:extLst>
          </p:cNvPr>
          <p:cNvSpPr>
            <a:spLocks noChangeArrowheads="1"/>
          </p:cNvSpPr>
          <p:nvPr/>
        </p:nvSpPr>
        <p:spPr bwMode="auto">
          <a:xfrm>
            <a:off x="6315075" y="451945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3999" name="Rectangle 96">
            <a:extLst>
              <a:ext uri="{FF2B5EF4-FFF2-40B4-BE49-F238E27FC236}">
                <a16:creationId xmlns:a16="http://schemas.microsoft.com/office/drawing/2014/main" id="{9D1CF8A4-061C-4204-94F3-F3458C895B54}"/>
              </a:ext>
            </a:extLst>
          </p:cNvPr>
          <p:cNvSpPr>
            <a:spLocks noChangeArrowheads="1"/>
          </p:cNvSpPr>
          <p:nvPr/>
        </p:nvSpPr>
        <p:spPr bwMode="auto">
          <a:xfrm>
            <a:off x="6315075" y="4890929"/>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0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00" name="Rectangle 97">
            <a:extLst>
              <a:ext uri="{FF2B5EF4-FFF2-40B4-BE49-F238E27FC236}">
                <a16:creationId xmlns:a16="http://schemas.microsoft.com/office/drawing/2014/main" id="{5AB385F8-61AB-48E4-AF97-2A9545195861}"/>
              </a:ext>
            </a:extLst>
          </p:cNvPr>
          <p:cNvSpPr>
            <a:spLocks noChangeArrowheads="1"/>
          </p:cNvSpPr>
          <p:nvPr/>
        </p:nvSpPr>
        <p:spPr bwMode="auto">
          <a:xfrm>
            <a:off x="6315075" y="5262404"/>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01" name="Rectangle 98">
            <a:extLst>
              <a:ext uri="{FF2B5EF4-FFF2-40B4-BE49-F238E27FC236}">
                <a16:creationId xmlns:a16="http://schemas.microsoft.com/office/drawing/2014/main" id="{C7549078-7AD2-4BEE-8D53-88B12ADD4FD5}"/>
              </a:ext>
            </a:extLst>
          </p:cNvPr>
          <p:cNvSpPr>
            <a:spLocks noChangeArrowheads="1"/>
          </p:cNvSpPr>
          <p:nvPr/>
        </p:nvSpPr>
        <p:spPr bwMode="auto">
          <a:xfrm>
            <a:off x="6315075" y="563229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02" name="Rectangle 99">
            <a:extLst>
              <a:ext uri="{FF2B5EF4-FFF2-40B4-BE49-F238E27FC236}">
                <a16:creationId xmlns:a16="http://schemas.microsoft.com/office/drawing/2014/main" id="{227EDAF3-D80B-4F6B-9A5D-E0D5CE4FDA13}"/>
              </a:ext>
            </a:extLst>
          </p:cNvPr>
          <p:cNvSpPr>
            <a:spLocks noChangeArrowheads="1"/>
          </p:cNvSpPr>
          <p:nvPr/>
        </p:nvSpPr>
        <p:spPr bwMode="auto">
          <a:xfrm>
            <a:off x="4851400" y="2706529"/>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3" name="Rectangle 100">
            <a:extLst>
              <a:ext uri="{FF2B5EF4-FFF2-40B4-BE49-F238E27FC236}">
                <a16:creationId xmlns:a16="http://schemas.microsoft.com/office/drawing/2014/main" id="{2C3F3804-5BC6-43ED-8573-9917FABB1563}"/>
              </a:ext>
            </a:extLst>
          </p:cNvPr>
          <p:cNvSpPr>
            <a:spLocks noChangeArrowheads="1"/>
          </p:cNvSpPr>
          <p:nvPr/>
        </p:nvSpPr>
        <p:spPr bwMode="auto">
          <a:xfrm>
            <a:off x="4981575" y="279384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1 </a:t>
            </a:r>
            <a:endParaRPr kumimoji="0" lang="en-US" altLang="en-US" sz="160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4" name="Rectangle 101">
            <a:extLst>
              <a:ext uri="{FF2B5EF4-FFF2-40B4-BE49-F238E27FC236}">
                <a16:creationId xmlns:a16="http://schemas.microsoft.com/office/drawing/2014/main" id="{C576D11C-A895-4F28-B529-FE35B7FB43B7}"/>
              </a:ext>
            </a:extLst>
          </p:cNvPr>
          <p:cNvSpPr>
            <a:spLocks noChangeArrowheads="1"/>
          </p:cNvSpPr>
          <p:nvPr/>
        </p:nvSpPr>
        <p:spPr bwMode="auto">
          <a:xfrm>
            <a:off x="5305425" y="2706529"/>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5" name="Rectangle 102">
            <a:extLst>
              <a:ext uri="{FF2B5EF4-FFF2-40B4-BE49-F238E27FC236}">
                <a16:creationId xmlns:a16="http://schemas.microsoft.com/office/drawing/2014/main" id="{F86B4A77-2D15-458F-8FC1-3E867493C93A}"/>
              </a:ext>
            </a:extLst>
          </p:cNvPr>
          <p:cNvSpPr>
            <a:spLocks noChangeArrowheads="1"/>
          </p:cNvSpPr>
          <p:nvPr/>
        </p:nvSpPr>
        <p:spPr bwMode="auto">
          <a:xfrm>
            <a:off x="5435600" y="279384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6" name="Rectangle 103">
            <a:extLst>
              <a:ext uri="{FF2B5EF4-FFF2-40B4-BE49-F238E27FC236}">
                <a16:creationId xmlns:a16="http://schemas.microsoft.com/office/drawing/2014/main" id="{A15563EC-43B3-46DB-8677-82BCA4A69E74}"/>
              </a:ext>
            </a:extLst>
          </p:cNvPr>
          <p:cNvSpPr>
            <a:spLocks noChangeArrowheads="1"/>
          </p:cNvSpPr>
          <p:nvPr/>
        </p:nvSpPr>
        <p:spPr bwMode="auto">
          <a:xfrm>
            <a:off x="5768975" y="2706529"/>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7" name="Rectangle 104">
            <a:extLst>
              <a:ext uri="{FF2B5EF4-FFF2-40B4-BE49-F238E27FC236}">
                <a16:creationId xmlns:a16="http://schemas.microsoft.com/office/drawing/2014/main" id="{D63B60B4-3231-4498-A2CB-76EA5197246E}"/>
              </a:ext>
            </a:extLst>
          </p:cNvPr>
          <p:cNvSpPr>
            <a:spLocks noChangeArrowheads="1"/>
          </p:cNvSpPr>
          <p:nvPr/>
        </p:nvSpPr>
        <p:spPr bwMode="auto">
          <a:xfrm>
            <a:off x="5899150" y="279384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160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08" name="Rectangle 105">
            <a:extLst>
              <a:ext uri="{FF2B5EF4-FFF2-40B4-BE49-F238E27FC236}">
                <a16:creationId xmlns:a16="http://schemas.microsoft.com/office/drawing/2014/main" id="{DF76FCA3-F766-4DDE-86FB-90EBFC319B23}"/>
              </a:ext>
            </a:extLst>
          </p:cNvPr>
          <p:cNvSpPr>
            <a:spLocks noChangeArrowheads="1"/>
          </p:cNvSpPr>
          <p:nvPr/>
        </p:nvSpPr>
        <p:spPr bwMode="auto">
          <a:xfrm>
            <a:off x="6234113" y="2706529"/>
            <a:ext cx="2115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Q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09" name="Rectangle 106">
            <a:extLst>
              <a:ext uri="{FF2B5EF4-FFF2-40B4-BE49-F238E27FC236}">
                <a16:creationId xmlns:a16="http://schemas.microsoft.com/office/drawing/2014/main" id="{96CFFF5E-52AA-4625-97A1-5963ADE3A3E1}"/>
              </a:ext>
            </a:extLst>
          </p:cNvPr>
          <p:cNvSpPr>
            <a:spLocks noChangeArrowheads="1"/>
          </p:cNvSpPr>
          <p:nvPr/>
        </p:nvSpPr>
        <p:spPr bwMode="auto">
          <a:xfrm>
            <a:off x="6365875" y="2793841"/>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4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10" name="Rectangle 107">
            <a:extLst>
              <a:ext uri="{FF2B5EF4-FFF2-40B4-BE49-F238E27FC236}">
                <a16:creationId xmlns:a16="http://schemas.microsoft.com/office/drawing/2014/main" id="{F670DB2E-7C36-4BD1-9AEE-880F2847C2D4}"/>
              </a:ext>
            </a:extLst>
          </p:cNvPr>
          <p:cNvSpPr>
            <a:spLocks noChangeArrowheads="1"/>
          </p:cNvSpPr>
          <p:nvPr/>
        </p:nvSpPr>
        <p:spPr bwMode="auto">
          <a:xfrm>
            <a:off x="6699250" y="2706529"/>
            <a:ext cx="39433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Out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11" name="Rectangle 108">
            <a:extLst>
              <a:ext uri="{FF2B5EF4-FFF2-40B4-BE49-F238E27FC236}">
                <a16:creationId xmlns:a16="http://schemas.microsoft.com/office/drawing/2014/main" id="{07041CAB-A11C-4140-B4B7-D2328FE1E007}"/>
              </a:ext>
            </a:extLst>
          </p:cNvPr>
          <p:cNvSpPr>
            <a:spLocks noChangeArrowheads="1"/>
          </p:cNvSpPr>
          <p:nvPr/>
        </p:nvSpPr>
        <p:spPr bwMode="auto">
          <a:xfrm>
            <a:off x="6518275" y="2706529"/>
            <a:ext cx="1683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rgbClr val="FF0000"/>
                </a:solidFill>
                <a:effectLst/>
                <a:uLnTx/>
                <a:uFillTx/>
                <a:latin typeface="Times-Roman" charset="0"/>
                <a:ea typeface="MS PGothic" panose="020B0600070205080204" pitchFamily="34" charset="-128"/>
                <a:cs typeface="+mn-cs"/>
              </a:rPr>
              <a:t>= </a:t>
            </a:r>
            <a:endParaRPr kumimoji="0" lang="en-US" altLang="en-US" sz="160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012" name="Rectangle 109">
            <a:extLst>
              <a:ext uri="{FF2B5EF4-FFF2-40B4-BE49-F238E27FC236}">
                <a16:creationId xmlns:a16="http://schemas.microsoft.com/office/drawing/2014/main" id="{445B73F8-7D40-4151-8DB0-0D968469B569}"/>
              </a:ext>
            </a:extLst>
          </p:cNvPr>
          <p:cNvSpPr>
            <a:spLocks noChangeArrowheads="1"/>
          </p:cNvSpPr>
          <p:nvPr/>
        </p:nvSpPr>
        <p:spPr bwMode="auto">
          <a:xfrm>
            <a:off x="4430713" y="2719229"/>
            <a:ext cx="1939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i="0" u="none" strike="noStrike" kern="1200" cap="none" spc="0" normalizeH="0" baseline="0" noProof="0">
                <a:ln>
                  <a:noFill/>
                </a:ln>
                <a:solidFill>
                  <a:schemeClr val="accent2"/>
                </a:solidFill>
                <a:effectLst/>
                <a:uLnTx/>
                <a:uFillTx/>
                <a:latin typeface="Times-Roman" charset="0"/>
                <a:ea typeface="MS PGothic" panose="020B0600070205080204" pitchFamily="34" charset="-128"/>
                <a:cs typeface="+mn-cs"/>
              </a:rPr>
              <a:t>In</a:t>
            </a:r>
            <a:endParaRPr kumimoji="0" lang="en-US" altLang="en-US" sz="1600" i="0" u="none" strike="noStrike" kern="1200" cap="none" spc="0" normalizeH="0" baseline="0" noProof="0">
              <a:ln>
                <a:noFill/>
              </a:ln>
              <a:solidFill>
                <a:schemeClr val="accent2"/>
              </a:solidFill>
              <a:effectLst/>
              <a:uLnTx/>
              <a:uFillTx/>
              <a:latin typeface="Times" panose="02020603050405020304" pitchFamily="18" charset="0"/>
              <a:ea typeface="MS PGothic" panose="020B0600070205080204" pitchFamily="34" charset="-128"/>
              <a:cs typeface="+mn-cs"/>
            </a:endParaRPr>
          </a:p>
        </p:txBody>
      </p:sp>
      <p:sp>
        <p:nvSpPr>
          <p:cNvPr id="124013" name="Rectangle 110">
            <a:extLst>
              <a:ext uri="{FF2B5EF4-FFF2-40B4-BE49-F238E27FC236}">
                <a16:creationId xmlns:a16="http://schemas.microsoft.com/office/drawing/2014/main" id="{E484551A-597E-4EDC-9630-F91751F041DD}"/>
              </a:ext>
            </a:extLst>
          </p:cNvPr>
          <p:cNvSpPr>
            <a:spLocks noChangeArrowheads="1"/>
          </p:cNvSpPr>
          <p:nvPr/>
        </p:nvSpPr>
        <p:spPr bwMode="auto">
          <a:xfrm>
            <a:off x="4516438" y="6399213"/>
            <a:ext cx="22288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(b) A sample sequence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4" name="Rectangle 111">
            <a:extLst>
              <a:ext uri="{FF2B5EF4-FFF2-40B4-BE49-F238E27FC236}">
                <a16:creationId xmlns:a16="http://schemas.microsoft.com/office/drawing/2014/main" id="{817D6AEE-0820-4352-AED1-5061367EA10F}"/>
              </a:ext>
            </a:extLst>
          </p:cNvPr>
          <p:cNvSpPr>
            <a:spLocks noChangeArrowheads="1"/>
          </p:cNvSpPr>
          <p:nvPr/>
        </p:nvSpPr>
        <p:spPr bwMode="auto">
          <a:xfrm>
            <a:off x="5067300" y="2209800"/>
            <a:ext cx="1023938"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dirty="0">
                <a:ln>
                  <a:noFill/>
                </a:ln>
                <a:solidFill>
                  <a:srgbClr val="000000"/>
                </a:solidFill>
                <a:effectLst/>
                <a:uLnTx/>
                <a:uFillTx/>
                <a:latin typeface="Helvetica" panose="020B0604020202020204" pitchFamily="34" charset="0"/>
                <a:ea typeface="MS PGothic" panose="020B0600070205080204" pitchFamily="34" charset="-128"/>
                <a:cs typeface="+mn-cs"/>
              </a:rPr>
              <a:t>(a) Circuit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5" name="Rectangle 112">
            <a:extLst>
              <a:ext uri="{FF2B5EF4-FFF2-40B4-BE49-F238E27FC236}">
                <a16:creationId xmlns:a16="http://schemas.microsoft.com/office/drawing/2014/main" id="{6A3A4B96-55BE-476F-AE4F-F1761524C581}"/>
              </a:ext>
            </a:extLst>
          </p:cNvPr>
          <p:cNvSpPr>
            <a:spLocks noChangeArrowheads="1"/>
          </p:cNvSpPr>
          <p:nvPr/>
        </p:nvSpPr>
        <p:spPr bwMode="auto">
          <a:xfrm>
            <a:off x="3802063" y="762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6" name="Rectangle 113">
            <a:extLst>
              <a:ext uri="{FF2B5EF4-FFF2-40B4-BE49-F238E27FC236}">
                <a16:creationId xmlns:a16="http://schemas.microsoft.com/office/drawing/2014/main" id="{29DD10F6-A025-455E-9E36-4BC374618F4C}"/>
              </a:ext>
            </a:extLst>
          </p:cNvPr>
          <p:cNvSpPr>
            <a:spLocks noChangeArrowheads="1"/>
          </p:cNvSpPr>
          <p:nvPr/>
        </p:nvSpPr>
        <p:spPr bwMode="auto">
          <a:xfrm>
            <a:off x="3930650" y="8493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7" name="Rectangle 114">
            <a:extLst>
              <a:ext uri="{FF2B5EF4-FFF2-40B4-BE49-F238E27FC236}">
                <a16:creationId xmlns:a16="http://schemas.microsoft.com/office/drawing/2014/main" id="{AD9FA22D-1034-450A-B566-7A7C665FAD32}"/>
              </a:ext>
            </a:extLst>
          </p:cNvPr>
          <p:cNvSpPr>
            <a:spLocks noChangeArrowheads="1"/>
          </p:cNvSpPr>
          <p:nvPr/>
        </p:nvSpPr>
        <p:spPr bwMode="auto">
          <a:xfrm>
            <a:off x="5275263" y="762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8" name="Rectangle 115">
            <a:extLst>
              <a:ext uri="{FF2B5EF4-FFF2-40B4-BE49-F238E27FC236}">
                <a16:creationId xmlns:a16="http://schemas.microsoft.com/office/drawing/2014/main" id="{0C5C43F2-00C0-41EB-A2A6-4EB702137A9F}"/>
              </a:ext>
            </a:extLst>
          </p:cNvPr>
          <p:cNvSpPr>
            <a:spLocks noChangeArrowheads="1"/>
          </p:cNvSpPr>
          <p:nvPr/>
        </p:nvSpPr>
        <p:spPr bwMode="auto">
          <a:xfrm>
            <a:off x="5405438" y="8493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19" name="Rectangle 116">
            <a:extLst>
              <a:ext uri="{FF2B5EF4-FFF2-40B4-BE49-F238E27FC236}">
                <a16:creationId xmlns:a16="http://schemas.microsoft.com/office/drawing/2014/main" id="{C6F3A89E-A55D-4A5F-9744-0CBA5454F85D}"/>
              </a:ext>
            </a:extLst>
          </p:cNvPr>
          <p:cNvSpPr>
            <a:spLocks noChangeArrowheads="1"/>
          </p:cNvSpPr>
          <p:nvPr/>
        </p:nvSpPr>
        <p:spPr bwMode="auto">
          <a:xfrm>
            <a:off x="6764338" y="762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20" name="Rectangle 117">
            <a:extLst>
              <a:ext uri="{FF2B5EF4-FFF2-40B4-BE49-F238E27FC236}">
                <a16:creationId xmlns:a16="http://schemas.microsoft.com/office/drawing/2014/main" id="{9386322A-10D5-46F7-8E25-EC4601C6B6AE}"/>
              </a:ext>
            </a:extLst>
          </p:cNvPr>
          <p:cNvSpPr>
            <a:spLocks noChangeArrowheads="1"/>
          </p:cNvSpPr>
          <p:nvPr/>
        </p:nvSpPr>
        <p:spPr bwMode="auto">
          <a:xfrm>
            <a:off x="6894513" y="8493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21" name="Rectangle 118">
            <a:extLst>
              <a:ext uri="{FF2B5EF4-FFF2-40B4-BE49-F238E27FC236}">
                <a16:creationId xmlns:a16="http://schemas.microsoft.com/office/drawing/2014/main" id="{00370478-E154-4430-B08F-76FAF7CABE39}"/>
              </a:ext>
            </a:extLst>
          </p:cNvPr>
          <p:cNvSpPr>
            <a:spLocks noChangeArrowheads="1"/>
          </p:cNvSpPr>
          <p:nvPr/>
        </p:nvSpPr>
        <p:spPr bwMode="auto">
          <a:xfrm>
            <a:off x="8261350" y="76200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22" name="Rectangle 119">
            <a:extLst>
              <a:ext uri="{FF2B5EF4-FFF2-40B4-BE49-F238E27FC236}">
                <a16:creationId xmlns:a16="http://schemas.microsoft.com/office/drawing/2014/main" id="{333B6196-81C6-4F70-9DAD-05368718AD52}"/>
              </a:ext>
            </a:extLst>
          </p:cNvPr>
          <p:cNvSpPr>
            <a:spLocks noChangeArrowheads="1"/>
          </p:cNvSpPr>
          <p:nvPr/>
        </p:nvSpPr>
        <p:spPr bwMode="auto">
          <a:xfrm>
            <a:off x="8391525" y="849313"/>
            <a:ext cx="1619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023" name="Freeform 120">
            <a:extLst>
              <a:ext uri="{FF2B5EF4-FFF2-40B4-BE49-F238E27FC236}">
                <a16:creationId xmlns:a16="http://schemas.microsoft.com/office/drawing/2014/main" id="{8CFD5312-1175-4A80-8304-156A27C02C64}"/>
              </a:ext>
            </a:extLst>
          </p:cNvPr>
          <p:cNvSpPr>
            <a:spLocks/>
          </p:cNvSpPr>
          <p:nvPr/>
        </p:nvSpPr>
        <p:spPr bwMode="auto">
          <a:xfrm>
            <a:off x="2681288" y="1546225"/>
            <a:ext cx="57150" cy="57150"/>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0 h 72"/>
              <a:gd name="T20" fmla="*/ 1 w 72"/>
              <a:gd name="T21" fmla="*/ 0 h 72"/>
              <a:gd name="T22" fmla="*/ 1 w 72"/>
              <a:gd name="T23" fmla="*/ 0 h 72"/>
              <a:gd name="T24" fmla="*/ 1 w 72"/>
              <a:gd name="T25" fmla="*/ 0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4" y="13"/>
                </a:lnTo>
                <a:lnTo>
                  <a:pt x="4" y="12"/>
                </a:lnTo>
                <a:lnTo>
                  <a:pt x="6" y="12"/>
                </a:lnTo>
                <a:lnTo>
                  <a:pt x="7" y="11"/>
                </a:lnTo>
                <a:lnTo>
                  <a:pt x="8" y="10"/>
                </a:lnTo>
                <a:lnTo>
                  <a:pt x="8" y="8"/>
                </a:lnTo>
                <a:lnTo>
                  <a:pt x="9" y="7"/>
                </a:lnTo>
                <a:lnTo>
                  <a:pt x="10" y="6"/>
                </a:lnTo>
                <a:lnTo>
                  <a:pt x="12" y="6"/>
                </a:lnTo>
                <a:lnTo>
                  <a:pt x="13" y="5"/>
                </a:lnTo>
                <a:lnTo>
                  <a:pt x="14" y="4"/>
                </a:lnTo>
                <a:lnTo>
                  <a:pt x="15" y="4"/>
                </a:lnTo>
                <a:lnTo>
                  <a:pt x="16" y="2"/>
                </a:lnTo>
                <a:lnTo>
                  <a:pt x="18" y="2"/>
                </a:lnTo>
                <a:lnTo>
                  <a:pt x="19" y="1"/>
                </a:lnTo>
                <a:lnTo>
                  <a:pt x="20" y="1"/>
                </a:lnTo>
                <a:lnTo>
                  <a:pt x="21" y="1"/>
                </a:lnTo>
                <a:lnTo>
                  <a:pt x="24" y="0"/>
                </a:lnTo>
                <a:lnTo>
                  <a:pt x="25" y="0"/>
                </a:lnTo>
                <a:lnTo>
                  <a:pt x="26" y="0"/>
                </a:lnTo>
                <a:lnTo>
                  <a:pt x="27" y="0"/>
                </a:lnTo>
                <a:lnTo>
                  <a:pt x="28" y="0"/>
                </a:lnTo>
                <a:lnTo>
                  <a:pt x="43" y="0"/>
                </a:lnTo>
                <a:lnTo>
                  <a:pt x="44" y="0"/>
                </a:lnTo>
                <a:lnTo>
                  <a:pt x="46" y="0"/>
                </a:lnTo>
                <a:lnTo>
                  <a:pt x="48" y="0"/>
                </a:lnTo>
                <a:lnTo>
                  <a:pt x="49" y="0"/>
                </a:lnTo>
                <a:lnTo>
                  <a:pt x="50" y="1"/>
                </a:lnTo>
                <a:lnTo>
                  <a:pt x="51" y="1"/>
                </a:lnTo>
                <a:lnTo>
                  <a:pt x="52" y="1"/>
                </a:lnTo>
                <a:lnTo>
                  <a:pt x="55" y="2"/>
                </a:lnTo>
                <a:lnTo>
                  <a:pt x="56" y="2"/>
                </a:lnTo>
                <a:lnTo>
                  <a:pt x="57" y="4"/>
                </a:lnTo>
                <a:lnTo>
                  <a:pt x="58" y="4"/>
                </a:lnTo>
                <a:lnTo>
                  <a:pt x="60" y="5"/>
                </a:lnTo>
                <a:lnTo>
                  <a:pt x="61" y="6"/>
                </a:lnTo>
                <a:lnTo>
                  <a:pt x="62" y="7"/>
                </a:lnTo>
                <a:lnTo>
                  <a:pt x="63" y="8"/>
                </a:lnTo>
                <a:lnTo>
                  <a:pt x="64" y="10"/>
                </a:lnTo>
                <a:lnTo>
                  <a:pt x="66" y="11"/>
                </a:lnTo>
                <a:lnTo>
                  <a:pt x="66" y="12"/>
                </a:lnTo>
                <a:lnTo>
                  <a:pt x="67" y="12"/>
                </a:lnTo>
                <a:lnTo>
                  <a:pt x="68" y="13"/>
                </a:lnTo>
                <a:lnTo>
                  <a:pt x="68" y="14"/>
                </a:lnTo>
                <a:lnTo>
                  <a:pt x="69" y="17"/>
                </a:lnTo>
                <a:lnTo>
                  <a:pt x="69" y="18"/>
                </a:lnTo>
                <a:lnTo>
                  <a:pt x="70" y="19"/>
                </a:lnTo>
                <a:lnTo>
                  <a:pt x="70"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0" y="52"/>
                </a:lnTo>
                <a:lnTo>
                  <a:pt x="70" y="53"/>
                </a:lnTo>
                <a:lnTo>
                  <a:pt x="69" y="54"/>
                </a:lnTo>
                <a:lnTo>
                  <a:pt x="69" y="55"/>
                </a:lnTo>
                <a:lnTo>
                  <a:pt x="68" y="56"/>
                </a:lnTo>
                <a:lnTo>
                  <a:pt x="68" y="58"/>
                </a:lnTo>
                <a:lnTo>
                  <a:pt x="67" y="59"/>
                </a:lnTo>
                <a:lnTo>
                  <a:pt x="66" y="60"/>
                </a:lnTo>
                <a:lnTo>
                  <a:pt x="66" y="61"/>
                </a:lnTo>
                <a:lnTo>
                  <a:pt x="64" y="62"/>
                </a:lnTo>
                <a:lnTo>
                  <a:pt x="63" y="64"/>
                </a:lnTo>
                <a:lnTo>
                  <a:pt x="62" y="65"/>
                </a:lnTo>
                <a:lnTo>
                  <a:pt x="61" y="65"/>
                </a:lnTo>
                <a:lnTo>
                  <a:pt x="61" y="66"/>
                </a:lnTo>
                <a:lnTo>
                  <a:pt x="60" y="67"/>
                </a:lnTo>
                <a:lnTo>
                  <a:pt x="58" y="67"/>
                </a:lnTo>
                <a:lnTo>
                  <a:pt x="57" y="68"/>
                </a:lnTo>
                <a:lnTo>
                  <a:pt x="56" y="68"/>
                </a:lnTo>
                <a:lnTo>
                  <a:pt x="55" y="70"/>
                </a:lnTo>
                <a:lnTo>
                  <a:pt x="52" y="70"/>
                </a:lnTo>
                <a:lnTo>
                  <a:pt x="51" y="71"/>
                </a:lnTo>
                <a:lnTo>
                  <a:pt x="50" y="71"/>
                </a:lnTo>
                <a:lnTo>
                  <a:pt x="49" y="71"/>
                </a:lnTo>
                <a:lnTo>
                  <a:pt x="48" y="72"/>
                </a:lnTo>
                <a:lnTo>
                  <a:pt x="46" y="72"/>
                </a:lnTo>
                <a:lnTo>
                  <a:pt x="44" y="72"/>
                </a:lnTo>
                <a:lnTo>
                  <a:pt x="43" y="72"/>
                </a:lnTo>
                <a:lnTo>
                  <a:pt x="28" y="72"/>
                </a:lnTo>
                <a:lnTo>
                  <a:pt x="27" y="72"/>
                </a:lnTo>
                <a:lnTo>
                  <a:pt x="26" y="72"/>
                </a:lnTo>
                <a:lnTo>
                  <a:pt x="25" y="72"/>
                </a:lnTo>
                <a:lnTo>
                  <a:pt x="24" y="71"/>
                </a:lnTo>
                <a:lnTo>
                  <a:pt x="21" y="71"/>
                </a:lnTo>
                <a:lnTo>
                  <a:pt x="20" y="71"/>
                </a:lnTo>
                <a:lnTo>
                  <a:pt x="19" y="70"/>
                </a:lnTo>
                <a:lnTo>
                  <a:pt x="18" y="70"/>
                </a:lnTo>
                <a:lnTo>
                  <a:pt x="16" y="68"/>
                </a:lnTo>
                <a:lnTo>
                  <a:pt x="15" y="68"/>
                </a:lnTo>
                <a:lnTo>
                  <a:pt x="14" y="67"/>
                </a:lnTo>
                <a:lnTo>
                  <a:pt x="13" y="67"/>
                </a:lnTo>
                <a:lnTo>
                  <a:pt x="12" y="66"/>
                </a:lnTo>
                <a:lnTo>
                  <a:pt x="10" y="65"/>
                </a:lnTo>
                <a:lnTo>
                  <a:pt x="9" y="65"/>
                </a:lnTo>
                <a:lnTo>
                  <a:pt x="8" y="64"/>
                </a:lnTo>
                <a:lnTo>
                  <a:pt x="8" y="62"/>
                </a:lnTo>
                <a:lnTo>
                  <a:pt x="7" y="61"/>
                </a:lnTo>
                <a:lnTo>
                  <a:pt x="6" y="60"/>
                </a:lnTo>
                <a:lnTo>
                  <a:pt x="4" y="59"/>
                </a:lnTo>
                <a:lnTo>
                  <a:pt x="4"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348226089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3">
            <a:extLst>
              <a:ext uri="{FF2B5EF4-FFF2-40B4-BE49-F238E27FC236}">
                <a16:creationId xmlns:a16="http://schemas.microsoft.com/office/drawing/2014/main" id="{C1DA46D4-E368-4DB5-BB68-91098954676F}"/>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Register</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itle 1">
            <a:extLst>
              <a:ext uri="{FF2B5EF4-FFF2-40B4-BE49-F238E27FC236}">
                <a16:creationId xmlns:a16="http://schemas.microsoft.com/office/drawing/2014/main" id="{A6F12379-1FDA-4630-BA24-42C22C8BD88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register</a:t>
            </a:r>
          </a:p>
        </p:txBody>
      </p:sp>
      <p:sp>
        <p:nvSpPr>
          <p:cNvPr id="125954" name="TextBox 125">
            <a:extLst>
              <a:ext uri="{FF2B5EF4-FFF2-40B4-BE49-F238E27FC236}">
                <a16:creationId xmlns:a16="http://schemas.microsoft.com/office/drawing/2014/main" id="{1FE419FF-D8DA-4DD7-97E4-4B69DFA1272E}"/>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5.18 from the textbook ]</a:t>
            </a:r>
          </a:p>
        </p:txBody>
      </p:sp>
      <p:grpSp>
        <p:nvGrpSpPr>
          <p:cNvPr id="4" name="Group 3">
            <a:extLst>
              <a:ext uri="{FF2B5EF4-FFF2-40B4-BE49-F238E27FC236}">
                <a16:creationId xmlns:a16="http://schemas.microsoft.com/office/drawing/2014/main" id="{6CF7B2C3-CCC5-42F3-BFD7-ECD19393A62A}"/>
              </a:ext>
            </a:extLst>
          </p:cNvPr>
          <p:cNvGrpSpPr/>
          <p:nvPr/>
        </p:nvGrpSpPr>
        <p:grpSpPr>
          <a:xfrm>
            <a:off x="733425" y="1304925"/>
            <a:ext cx="7677150" cy="4248150"/>
            <a:chOff x="733425" y="1304925"/>
            <a:chExt cx="7677150" cy="4248150"/>
          </a:xfrm>
        </p:grpSpPr>
        <p:pic>
          <p:nvPicPr>
            <p:cNvPr id="125955" name="Picture 0">
              <a:extLst>
                <a:ext uri="{FF2B5EF4-FFF2-40B4-BE49-F238E27FC236}">
                  <a16:creationId xmlns:a16="http://schemas.microsoft.com/office/drawing/2014/main" id="{395698F2-2F12-4955-B535-23A5DF927F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3425" y="1304925"/>
              <a:ext cx="7677150" cy="424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035E78DF-B9A2-4026-9794-19FA9BF36441}"/>
                </a:ext>
              </a:extLst>
            </p:cNvPr>
            <p:cNvSpPr txBox="1"/>
            <p:nvPr/>
          </p:nvSpPr>
          <p:spPr>
            <a:xfrm>
              <a:off x="6591300" y="4648200"/>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0</a:t>
              </a:r>
            </a:p>
          </p:txBody>
        </p:sp>
        <p:sp>
          <p:nvSpPr>
            <p:cNvPr id="7" name="TextBox 6">
              <a:extLst>
                <a:ext uri="{FF2B5EF4-FFF2-40B4-BE49-F238E27FC236}">
                  <a16:creationId xmlns:a16="http://schemas.microsoft.com/office/drawing/2014/main" id="{BB52CF42-07F9-44F9-AFEA-88319CE2B01D}"/>
                </a:ext>
              </a:extLst>
            </p:cNvPr>
            <p:cNvSpPr txBox="1"/>
            <p:nvPr/>
          </p:nvSpPr>
          <p:spPr>
            <a:xfrm>
              <a:off x="5020350" y="4607763"/>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1</a:t>
              </a:r>
            </a:p>
          </p:txBody>
        </p:sp>
        <p:sp>
          <p:nvSpPr>
            <p:cNvPr id="8" name="TextBox 7">
              <a:extLst>
                <a:ext uri="{FF2B5EF4-FFF2-40B4-BE49-F238E27FC236}">
                  <a16:creationId xmlns:a16="http://schemas.microsoft.com/office/drawing/2014/main" id="{68BD99B0-EE58-486D-9EC8-66914C7D81E7}"/>
                </a:ext>
              </a:extLst>
            </p:cNvPr>
            <p:cNvSpPr txBox="1"/>
            <p:nvPr/>
          </p:nvSpPr>
          <p:spPr>
            <a:xfrm>
              <a:off x="3468687" y="4640705"/>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2</a:t>
              </a:r>
            </a:p>
          </p:txBody>
        </p:sp>
        <p:sp>
          <p:nvSpPr>
            <p:cNvPr id="9" name="TextBox 8">
              <a:extLst>
                <a:ext uri="{FF2B5EF4-FFF2-40B4-BE49-F238E27FC236}">
                  <a16:creationId xmlns:a16="http://schemas.microsoft.com/office/drawing/2014/main" id="{134460AD-8478-4E9C-805F-5070EDCF5397}"/>
                </a:ext>
              </a:extLst>
            </p:cNvPr>
            <p:cNvSpPr txBox="1"/>
            <p:nvPr/>
          </p:nvSpPr>
          <p:spPr>
            <a:xfrm>
              <a:off x="1897737" y="4600268"/>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3</a:t>
              </a: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4134A10A-40A3-4789-8B1C-3D635C3CC3B8}"/>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register</a:t>
            </a:r>
          </a:p>
        </p:txBody>
      </p:sp>
      <p:sp>
        <p:nvSpPr>
          <p:cNvPr id="126978" name="TextBox 125">
            <a:extLst>
              <a:ext uri="{FF2B5EF4-FFF2-40B4-BE49-F238E27FC236}">
                <a16:creationId xmlns:a16="http://schemas.microsoft.com/office/drawing/2014/main" id="{87821E1B-7776-4537-8A88-2790BDEC07DC}"/>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5.18 from the textbook ]</a:t>
            </a:r>
          </a:p>
        </p:txBody>
      </p:sp>
      <p:pic>
        <p:nvPicPr>
          <p:cNvPr id="126979" name="Picture 0">
            <a:extLst>
              <a:ext uri="{FF2B5EF4-FFF2-40B4-BE49-F238E27FC236}">
                <a16:creationId xmlns:a16="http://schemas.microsoft.com/office/drawing/2014/main" id="{C53681E8-1C6A-4624-AA38-2884E6E2770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3425" y="1304925"/>
            <a:ext cx="7677150" cy="424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26980" name="Straight Connector 4">
            <a:extLst>
              <a:ext uri="{FF2B5EF4-FFF2-40B4-BE49-F238E27FC236}">
                <a16:creationId xmlns:a16="http://schemas.microsoft.com/office/drawing/2014/main" id="{BF1553B2-4B1C-4FEB-9E46-E4093C7D58CA}"/>
              </a:ext>
            </a:extLst>
          </p:cNvPr>
          <p:cNvCxnSpPr>
            <a:cxnSpLocks noChangeShapeType="1"/>
          </p:cNvCxnSpPr>
          <p:nvPr/>
        </p:nvCxnSpPr>
        <p:spPr bwMode="auto">
          <a:xfrm>
            <a:off x="2095500" y="3067050"/>
            <a:ext cx="296863" cy="1666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6981" name="Straight Connector 6">
            <a:extLst>
              <a:ext uri="{FF2B5EF4-FFF2-40B4-BE49-F238E27FC236}">
                <a16:creationId xmlns:a16="http://schemas.microsoft.com/office/drawing/2014/main" id="{69B3D454-A0D0-4974-8C39-8D87A70FA028}"/>
              </a:ext>
            </a:extLst>
          </p:cNvPr>
          <p:cNvCxnSpPr>
            <a:cxnSpLocks noChangeShapeType="1"/>
          </p:cNvCxnSpPr>
          <p:nvPr/>
        </p:nvCxnSpPr>
        <p:spPr bwMode="auto">
          <a:xfrm>
            <a:off x="3700463" y="3063875"/>
            <a:ext cx="296862" cy="1666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6982" name="Straight Connector 7">
            <a:extLst>
              <a:ext uri="{FF2B5EF4-FFF2-40B4-BE49-F238E27FC236}">
                <a16:creationId xmlns:a16="http://schemas.microsoft.com/office/drawing/2014/main" id="{BC830C1B-A0AB-4FC1-99E8-F9849937DA93}"/>
              </a:ext>
            </a:extLst>
          </p:cNvPr>
          <p:cNvCxnSpPr>
            <a:cxnSpLocks noChangeShapeType="1"/>
          </p:cNvCxnSpPr>
          <p:nvPr/>
        </p:nvCxnSpPr>
        <p:spPr bwMode="auto">
          <a:xfrm>
            <a:off x="5249863" y="3062288"/>
            <a:ext cx="296862" cy="165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6983" name="Straight Connector 8">
            <a:extLst>
              <a:ext uri="{FF2B5EF4-FFF2-40B4-BE49-F238E27FC236}">
                <a16:creationId xmlns:a16="http://schemas.microsoft.com/office/drawing/2014/main" id="{710100F3-62AF-45FF-99AE-3FE9A47B807D}"/>
              </a:ext>
            </a:extLst>
          </p:cNvPr>
          <p:cNvCxnSpPr>
            <a:cxnSpLocks noChangeShapeType="1"/>
          </p:cNvCxnSpPr>
          <p:nvPr/>
        </p:nvCxnSpPr>
        <p:spPr bwMode="auto">
          <a:xfrm>
            <a:off x="6813550" y="3059113"/>
            <a:ext cx="296863" cy="165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26984" name="TextBox 2">
            <a:extLst>
              <a:ext uri="{FF2B5EF4-FFF2-40B4-BE49-F238E27FC236}">
                <a16:creationId xmlns:a16="http://schemas.microsoft.com/office/drawing/2014/main" id="{51C5FAB2-6861-44B1-AB66-01A3464F9035}"/>
              </a:ext>
            </a:extLst>
          </p:cNvPr>
          <p:cNvSpPr txBox="1">
            <a:spLocks noChangeArrowheads="1"/>
          </p:cNvSpPr>
          <p:nvPr/>
        </p:nvSpPr>
        <p:spPr bwMode="auto">
          <a:xfrm>
            <a:off x="1722438" y="21177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26985" name="TextBox 3">
            <a:extLst>
              <a:ext uri="{FF2B5EF4-FFF2-40B4-BE49-F238E27FC236}">
                <a16:creationId xmlns:a16="http://schemas.microsoft.com/office/drawing/2014/main" id="{64FE5B09-34BB-4042-9655-AC1EDD80279A}"/>
              </a:ext>
            </a:extLst>
          </p:cNvPr>
          <p:cNvSpPr txBox="1">
            <a:spLocks noChangeArrowheads="1"/>
          </p:cNvSpPr>
          <p:nvPr/>
        </p:nvSpPr>
        <p:spPr bwMode="auto">
          <a:xfrm>
            <a:off x="1722438" y="5715000"/>
            <a:ext cx="6053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When Load=0, this behaves like a shift register.</a:t>
            </a:r>
          </a:p>
        </p:txBody>
      </p:sp>
      <p:sp>
        <p:nvSpPr>
          <p:cNvPr id="11" name="TextBox 10">
            <a:extLst>
              <a:ext uri="{FF2B5EF4-FFF2-40B4-BE49-F238E27FC236}">
                <a16:creationId xmlns:a16="http://schemas.microsoft.com/office/drawing/2014/main" id="{6F5CEA99-95C5-44BF-8B49-77551D1A82B6}"/>
              </a:ext>
            </a:extLst>
          </p:cNvPr>
          <p:cNvSpPr txBox="1"/>
          <p:nvPr/>
        </p:nvSpPr>
        <p:spPr>
          <a:xfrm>
            <a:off x="6591300" y="4648200"/>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0</a:t>
            </a:r>
          </a:p>
        </p:txBody>
      </p:sp>
      <p:sp>
        <p:nvSpPr>
          <p:cNvPr id="12" name="TextBox 11">
            <a:extLst>
              <a:ext uri="{FF2B5EF4-FFF2-40B4-BE49-F238E27FC236}">
                <a16:creationId xmlns:a16="http://schemas.microsoft.com/office/drawing/2014/main" id="{5AE2A917-DF57-4351-AD24-163FD77FD247}"/>
              </a:ext>
            </a:extLst>
          </p:cNvPr>
          <p:cNvSpPr txBox="1"/>
          <p:nvPr/>
        </p:nvSpPr>
        <p:spPr>
          <a:xfrm>
            <a:off x="5020350" y="4607763"/>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1</a:t>
            </a:r>
          </a:p>
        </p:txBody>
      </p:sp>
      <p:sp>
        <p:nvSpPr>
          <p:cNvPr id="13" name="TextBox 12">
            <a:extLst>
              <a:ext uri="{FF2B5EF4-FFF2-40B4-BE49-F238E27FC236}">
                <a16:creationId xmlns:a16="http://schemas.microsoft.com/office/drawing/2014/main" id="{411885C2-BDBD-428E-A47B-3FE19F040E0A}"/>
              </a:ext>
            </a:extLst>
          </p:cNvPr>
          <p:cNvSpPr txBox="1"/>
          <p:nvPr/>
        </p:nvSpPr>
        <p:spPr>
          <a:xfrm>
            <a:off x="3468687" y="4640705"/>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2</a:t>
            </a:r>
          </a:p>
        </p:txBody>
      </p:sp>
      <p:sp>
        <p:nvSpPr>
          <p:cNvPr id="14" name="TextBox 13">
            <a:extLst>
              <a:ext uri="{FF2B5EF4-FFF2-40B4-BE49-F238E27FC236}">
                <a16:creationId xmlns:a16="http://schemas.microsoft.com/office/drawing/2014/main" id="{65A504F0-002C-419B-8C6C-06D9FC448013}"/>
              </a:ext>
            </a:extLst>
          </p:cNvPr>
          <p:cNvSpPr txBox="1"/>
          <p:nvPr/>
        </p:nvSpPr>
        <p:spPr>
          <a:xfrm>
            <a:off x="1897737" y="4600268"/>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3</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Title 1">
            <a:extLst>
              <a:ext uri="{FF2B5EF4-FFF2-40B4-BE49-F238E27FC236}">
                <a16:creationId xmlns:a16="http://schemas.microsoft.com/office/drawing/2014/main" id="{C5DBAD00-6792-48BF-9468-AC96DA28C75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register</a:t>
            </a:r>
          </a:p>
        </p:txBody>
      </p:sp>
      <p:sp>
        <p:nvSpPr>
          <p:cNvPr id="128002" name="TextBox 125">
            <a:extLst>
              <a:ext uri="{FF2B5EF4-FFF2-40B4-BE49-F238E27FC236}">
                <a16:creationId xmlns:a16="http://schemas.microsoft.com/office/drawing/2014/main" id="{3D21AB2E-18AC-48DA-925E-7C43A3C0518E}"/>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5.18 from the textbook ]</a:t>
            </a:r>
          </a:p>
        </p:txBody>
      </p:sp>
      <p:pic>
        <p:nvPicPr>
          <p:cNvPr id="128003" name="Picture 0">
            <a:extLst>
              <a:ext uri="{FF2B5EF4-FFF2-40B4-BE49-F238E27FC236}">
                <a16:creationId xmlns:a16="http://schemas.microsoft.com/office/drawing/2014/main" id="{B2DA36A6-5FF1-4826-80FA-5AA74DEA9C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3425" y="1304925"/>
            <a:ext cx="7677150" cy="424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28004" name="Straight Connector 4">
            <a:extLst>
              <a:ext uri="{FF2B5EF4-FFF2-40B4-BE49-F238E27FC236}">
                <a16:creationId xmlns:a16="http://schemas.microsoft.com/office/drawing/2014/main" id="{BA6D90B5-2ADB-44FF-962A-7E5B1241977A}"/>
              </a:ext>
            </a:extLst>
          </p:cNvPr>
          <p:cNvCxnSpPr>
            <a:cxnSpLocks noChangeShapeType="1"/>
          </p:cNvCxnSpPr>
          <p:nvPr/>
        </p:nvCxnSpPr>
        <p:spPr bwMode="auto">
          <a:xfrm flipV="1">
            <a:off x="2114550" y="3233738"/>
            <a:ext cx="277813" cy="1873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8005" name="Straight Connector 6">
            <a:extLst>
              <a:ext uri="{FF2B5EF4-FFF2-40B4-BE49-F238E27FC236}">
                <a16:creationId xmlns:a16="http://schemas.microsoft.com/office/drawing/2014/main" id="{29D7FAA6-F763-4257-B88C-39683060C3D3}"/>
              </a:ext>
            </a:extLst>
          </p:cNvPr>
          <p:cNvCxnSpPr>
            <a:cxnSpLocks noChangeShapeType="1"/>
          </p:cNvCxnSpPr>
          <p:nvPr/>
        </p:nvCxnSpPr>
        <p:spPr bwMode="auto">
          <a:xfrm flipV="1">
            <a:off x="3698875" y="3230563"/>
            <a:ext cx="298450" cy="1825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8006" name="Straight Connector 7">
            <a:extLst>
              <a:ext uri="{FF2B5EF4-FFF2-40B4-BE49-F238E27FC236}">
                <a16:creationId xmlns:a16="http://schemas.microsoft.com/office/drawing/2014/main" id="{26238A77-31CF-4E1B-BCFA-FA1D761A6319}"/>
              </a:ext>
            </a:extLst>
          </p:cNvPr>
          <p:cNvCxnSpPr>
            <a:cxnSpLocks noChangeShapeType="1"/>
          </p:cNvCxnSpPr>
          <p:nvPr/>
        </p:nvCxnSpPr>
        <p:spPr bwMode="auto">
          <a:xfrm flipV="1">
            <a:off x="5257800" y="3227388"/>
            <a:ext cx="288925" cy="193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28007" name="Straight Connector 8">
            <a:extLst>
              <a:ext uri="{FF2B5EF4-FFF2-40B4-BE49-F238E27FC236}">
                <a16:creationId xmlns:a16="http://schemas.microsoft.com/office/drawing/2014/main" id="{87A3DCF2-C029-42CE-A617-D905BA57DC67}"/>
              </a:ext>
            </a:extLst>
          </p:cNvPr>
          <p:cNvCxnSpPr>
            <a:cxnSpLocks noChangeShapeType="1"/>
          </p:cNvCxnSpPr>
          <p:nvPr/>
        </p:nvCxnSpPr>
        <p:spPr bwMode="auto">
          <a:xfrm flipV="1">
            <a:off x="6816725" y="3224213"/>
            <a:ext cx="293688" cy="1889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28008" name="TextBox 2">
            <a:extLst>
              <a:ext uri="{FF2B5EF4-FFF2-40B4-BE49-F238E27FC236}">
                <a16:creationId xmlns:a16="http://schemas.microsoft.com/office/drawing/2014/main" id="{B037AA0B-4258-4008-A551-5160A5EA88CF}"/>
              </a:ext>
            </a:extLst>
          </p:cNvPr>
          <p:cNvSpPr txBox="1">
            <a:spLocks noChangeArrowheads="1"/>
          </p:cNvSpPr>
          <p:nvPr/>
        </p:nvSpPr>
        <p:spPr bwMode="auto">
          <a:xfrm>
            <a:off x="1722438" y="21177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28009" name="TextBox 3">
            <a:extLst>
              <a:ext uri="{FF2B5EF4-FFF2-40B4-BE49-F238E27FC236}">
                <a16:creationId xmlns:a16="http://schemas.microsoft.com/office/drawing/2014/main" id="{6318F2E1-50E8-4E51-920B-8EB058094D70}"/>
              </a:ext>
            </a:extLst>
          </p:cNvPr>
          <p:cNvSpPr txBox="1">
            <a:spLocks noChangeArrowheads="1"/>
          </p:cNvSpPr>
          <p:nvPr/>
        </p:nvSpPr>
        <p:spPr bwMode="auto">
          <a:xfrm>
            <a:off x="1058863" y="5754688"/>
            <a:ext cx="7313612"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When Load=1, this behaves like a parallel-access register.</a:t>
            </a:r>
          </a:p>
        </p:txBody>
      </p:sp>
      <p:sp>
        <p:nvSpPr>
          <p:cNvPr id="11" name="TextBox 10">
            <a:extLst>
              <a:ext uri="{FF2B5EF4-FFF2-40B4-BE49-F238E27FC236}">
                <a16:creationId xmlns:a16="http://schemas.microsoft.com/office/drawing/2014/main" id="{DC676C27-A30B-4270-8999-E77563C4D737}"/>
              </a:ext>
            </a:extLst>
          </p:cNvPr>
          <p:cNvSpPr txBox="1"/>
          <p:nvPr/>
        </p:nvSpPr>
        <p:spPr>
          <a:xfrm>
            <a:off x="6591300" y="4648200"/>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0</a:t>
            </a:r>
          </a:p>
        </p:txBody>
      </p:sp>
      <p:sp>
        <p:nvSpPr>
          <p:cNvPr id="12" name="TextBox 11">
            <a:extLst>
              <a:ext uri="{FF2B5EF4-FFF2-40B4-BE49-F238E27FC236}">
                <a16:creationId xmlns:a16="http://schemas.microsoft.com/office/drawing/2014/main" id="{2764071C-6A78-4385-87DB-2F60CA0A10F5}"/>
              </a:ext>
            </a:extLst>
          </p:cNvPr>
          <p:cNvSpPr txBox="1"/>
          <p:nvPr/>
        </p:nvSpPr>
        <p:spPr>
          <a:xfrm>
            <a:off x="5020350" y="4607763"/>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1</a:t>
            </a:r>
          </a:p>
        </p:txBody>
      </p:sp>
      <p:sp>
        <p:nvSpPr>
          <p:cNvPr id="13" name="TextBox 12">
            <a:extLst>
              <a:ext uri="{FF2B5EF4-FFF2-40B4-BE49-F238E27FC236}">
                <a16:creationId xmlns:a16="http://schemas.microsoft.com/office/drawing/2014/main" id="{0389730E-BDE2-4665-BF7B-566A261CC22B}"/>
              </a:ext>
            </a:extLst>
          </p:cNvPr>
          <p:cNvSpPr txBox="1"/>
          <p:nvPr/>
        </p:nvSpPr>
        <p:spPr>
          <a:xfrm>
            <a:off x="3468687" y="4640705"/>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2</a:t>
            </a:r>
          </a:p>
        </p:txBody>
      </p:sp>
      <p:sp>
        <p:nvSpPr>
          <p:cNvPr id="14" name="TextBox 13">
            <a:extLst>
              <a:ext uri="{FF2B5EF4-FFF2-40B4-BE49-F238E27FC236}">
                <a16:creationId xmlns:a16="http://schemas.microsoft.com/office/drawing/2014/main" id="{5D89D369-97A4-4B4A-BE64-69494D74AB7A}"/>
              </a:ext>
            </a:extLst>
          </p:cNvPr>
          <p:cNvSpPr txBox="1"/>
          <p:nvPr/>
        </p:nvSpPr>
        <p:spPr>
          <a:xfrm>
            <a:off x="1897737" y="4600268"/>
            <a:ext cx="389850"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sz="2400" b="0" i="0"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3</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3">
            <a:extLst>
              <a:ext uri="{FF2B5EF4-FFF2-40B4-BE49-F238E27FC236}">
                <a16:creationId xmlns:a16="http://schemas.microsoft.com/office/drawing/2014/main" id="{43787197-0EEC-4C67-B749-2B8A48471558}"/>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Shift Register With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 Load and Enable</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49" name="Picture 2">
            <a:extLst>
              <a:ext uri="{FF2B5EF4-FFF2-40B4-BE49-F238E27FC236}">
                <a16:creationId xmlns:a16="http://schemas.microsoft.com/office/drawing/2014/main" id="{B87A358D-4C35-42A9-9D0F-F41E6DBDD59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50" name="Title 1">
            <a:extLst>
              <a:ext uri="{FF2B5EF4-FFF2-40B4-BE49-F238E27FC236}">
                <a16:creationId xmlns:a16="http://schemas.microsoft.com/office/drawing/2014/main" id="{029B76F3-15C8-4960-A32A-B5E1C04A0DB4}"/>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0051" name="TextBox 125">
            <a:extLst>
              <a:ext uri="{FF2B5EF4-FFF2-40B4-BE49-F238E27FC236}">
                <a16:creationId xmlns:a16="http://schemas.microsoft.com/office/drawing/2014/main" id="{1B06D80A-2224-4B51-A841-0FA946855FC4}"/>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mc:AlternateContent xmlns:mc="http://schemas.openxmlformats.org/markup-compatibility/2006">
        <mc:Choice xmlns:p14="http://schemas.microsoft.com/office/powerpoint/2010/main" Requires="p14">
          <p:contentPart p14:bwMode="auto" r:id="rId3">
            <p14:nvContentPartPr>
              <p14:cNvPr id="2" name="Ink 1">
                <a:extLst>
                  <a:ext uri="{FF2B5EF4-FFF2-40B4-BE49-F238E27FC236}">
                    <a16:creationId xmlns:a16="http://schemas.microsoft.com/office/drawing/2014/main" id="{3E6E95BD-39AD-48BD-8966-7F5C1008EEC9}"/>
                  </a:ext>
                </a:extLst>
              </p14:cNvPr>
              <p14:cNvContentPartPr/>
              <p14:nvPr/>
            </p14:nvContentPartPr>
            <p14:xfrm>
              <a:off x="7013160" y="1127880"/>
              <a:ext cx="481680" cy="1045440"/>
            </p14:xfrm>
          </p:contentPart>
        </mc:Choice>
        <mc:Fallback>
          <p:pic>
            <p:nvPicPr>
              <p:cNvPr id="2" name="Ink 1">
                <a:extLst>
                  <a:ext uri="{FF2B5EF4-FFF2-40B4-BE49-F238E27FC236}">
                    <a16:creationId xmlns:a16="http://schemas.microsoft.com/office/drawing/2014/main" id="{3E6E95BD-39AD-48BD-8966-7F5C1008EEC9}"/>
                  </a:ext>
                </a:extLst>
              </p:cNvPr>
              <p:cNvPicPr/>
              <p:nvPr/>
            </p:nvPicPr>
            <p:blipFill>
              <a:blip r:embed="rId4"/>
              <a:stretch>
                <a:fillRect/>
              </a:stretch>
            </p:blipFill>
            <p:spPr>
              <a:xfrm>
                <a:off x="7003800" y="1118520"/>
                <a:ext cx="500400" cy="1064160"/>
              </a:xfrm>
              <a:prstGeom prst="rect">
                <a:avLst/>
              </a:prstGeom>
            </p:spPr>
          </p:pic>
        </mc:Fallback>
      </mc:AlternateContent>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3" name="Picture 2">
            <a:extLst>
              <a:ext uri="{FF2B5EF4-FFF2-40B4-BE49-F238E27FC236}">
                <a16:creationId xmlns:a16="http://schemas.microsoft.com/office/drawing/2014/main" id="{10D64F0F-B90A-4F4D-AF79-6B2D4EAAC6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74" name="Title 1">
            <a:extLst>
              <a:ext uri="{FF2B5EF4-FFF2-40B4-BE49-F238E27FC236}">
                <a16:creationId xmlns:a16="http://schemas.microsoft.com/office/drawing/2014/main" id="{99A8FAD0-2ED0-41C2-A90B-F8BED7ECC8A0}"/>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1075" name="TextBox 125">
            <a:extLst>
              <a:ext uri="{FF2B5EF4-FFF2-40B4-BE49-F238E27FC236}">
                <a16:creationId xmlns:a16="http://schemas.microsoft.com/office/drawing/2014/main" id="{27663797-AA3A-4FD6-A30F-B7C02BF403D9}"/>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sp>
        <p:nvSpPr>
          <p:cNvPr id="131076" name="TextBox 8">
            <a:extLst>
              <a:ext uri="{FF2B5EF4-FFF2-40B4-BE49-F238E27FC236}">
                <a16:creationId xmlns:a16="http://schemas.microsoft.com/office/drawing/2014/main" id="{BB1A2B98-9BB2-4760-9A7B-4C162F10396B}"/>
              </a:ext>
            </a:extLst>
          </p:cNvPr>
          <p:cNvSpPr txBox="1">
            <a:spLocks noChangeArrowheads="1"/>
          </p:cNvSpPr>
          <p:nvPr/>
        </p:nvSpPr>
        <p:spPr bwMode="auto">
          <a:xfrm>
            <a:off x="663575" y="5680075"/>
            <a:ext cx="83915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The directions of the input and output lines are switched relative to the previous slides. </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7" name="Picture 2">
            <a:extLst>
              <a:ext uri="{FF2B5EF4-FFF2-40B4-BE49-F238E27FC236}">
                <a16:creationId xmlns:a16="http://schemas.microsoft.com/office/drawing/2014/main" id="{6B40103A-38FD-4DD9-B39D-6E0A3C9CE65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1262062"/>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098" name="Title 1">
            <a:extLst>
              <a:ext uri="{FF2B5EF4-FFF2-40B4-BE49-F238E27FC236}">
                <a16:creationId xmlns:a16="http://schemas.microsoft.com/office/drawing/2014/main" id="{D8D03A5D-DB45-4FDD-BA5A-86AF5C091987}"/>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A shift register with parallel load and enable control inputs</a:t>
            </a:r>
          </a:p>
        </p:txBody>
      </p:sp>
      <p:sp>
        <p:nvSpPr>
          <p:cNvPr id="132099" name="TextBox 125">
            <a:extLst>
              <a:ext uri="{FF2B5EF4-FFF2-40B4-BE49-F238E27FC236}">
                <a16:creationId xmlns:a16="http://schemas.microsoft.com/office/drawing/2014/main" id="{25BE830A-0397-46F9-B8B9-AF5F6CE13152}"/>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sp>
        <p:nvSpPr>
          <p:cNvPr id="132100" name="Left Brace 3">
            <a:extLst>
              <a:ext uri="{FF2B5EF4-FFF2-40B4-BE49-F238E27FC236}">
                <a16:creationId xmlns:a16="http://schemas.microsoft.com/office/drawing/2014/main" id="{B22E2AFF-D754-4D45-A310-32E6D9A58471}"/>
              </a:ext>
            </a:extLst>
          </p:cNvPr>
          <p:cNvSpPr>
            <a:spLocks/>
          </p:cNvSpPr>
          <p:nvPr/>
        </p:nvSpPr>
        <p:spPr bwMode="auto">
          <a:xfrm rot="-5400000">
            <a:off x="5776119" y="1432718"/>
            <a:ext cx="228600" cy="5837238"/>
          </a:xfrm>
          <a:prstGeom prst="leftBrace">
            <a:avLst>
              <a:gd name="adj1" fmla="val 41730"/>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 name="TextBox 5">
            <a:extLst>
              <a:ext uri="{FF2B5EF4-FFF2-40B4-BE49-F238E27FC236}">
                <a16:creationId xmlns:a16="http://schemas.microsoft.com/office/drawing/2014/main" id="{BE7F924F-F6C6-F041-BCDC-A570623BC567}"/>
              </a:ext>
            </a:extLst>
          </p:cNvPr>
          <p:cNvSpPr txBox="1"/>
          <p:nvPr/>
        </p:nvSpPr>
        <p:spPr>
          <a:xfrm>
            <a:off x="5084763" y="4500562"/>
            <a:ext cx="2187575" cy="338138"/>
          </a:xfrm>
          <a:prstGeom prst="rect">
            <a:avLst/>
          </a:prstGeom>
          <a:noFill/>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a:ea typeface="MS PGothic" charset="0"/>
                <a:cs typeface="MS PGothic" charset="0"/>
              </a:rPr>
              <a:t>Parallel Output</a:t>
            </a:r>
            <a:endPar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endParaRPr>
          </a:p>
        </p:txBody>
      </p:sp>
      <p:sp>
        <p:nvSpPr>
          <p:cNvPr id="132102" name="Left Brace 73">
            <a:extLst>
              <a:ext uri="{FF2B5EF4-FFF2-40B4-BE49-F238E27FC236}">
                <a16:creationId xmlns:a16="http://schemas.microsoft.com/office/drawing/2014/main" id="{2305A864-7967-4FC8-BB8A-2FC62B4F8D86}"/>
              </a:ext>
            </a:extLst>
          </p:cNvPr>
          <p:cNvSpPr>
            <a:spLocks/>
          </p:cNvSpPr>
          <p:nvPr/>
        </p:nvSpPr>
        <p:spPr bwMode="auto">
          <a:xfrm rot="5400000">
            <a:off x="4351338" y="-1763713"/>
            <a:ext cx="228600" cy="5613400"/>
          </a:xfrm>
          <a:prstGeom prst="leftBrace">
            <a:avLst>
              <a:gd name="adj1" fmla="val 41722"/>
              <a:gd name="adj2" fmla="val 50000"/>
            </a:avLst>
          </a:prstGeom>
          <a:noFill/>
          <a:ln w="19050" cap="rnd">
            <a:solidFill>
              <a:srgbClr val="FF0000"/>
            </a:solidFill>
            <a:bevel/>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 name="TextBox 7">
            <a:extLst>
              <a:ext uri="{FF2B5EF4-FFF2-40B4-BE49-F238E27FC236}">
                <a16:creationId xmlns:a16="http://schemas.microsoft.com/office/drawing/2014/main" id="{AC3830ED-B6DC-0447-BCA8-689FDF2FD0F3}"/>
              </a:ext>
            </a:extLst>
          </p:cNvPr>
          <p:cNvSpPr txBox="1"/>
          <p:nvPr/>
        </p:nvSpPr>
        <p:spPr>
          <a:xfrm>
            <a:off x="3738563" y="533400"/>
            <a:ext cx="1379537" cy="339725"/>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a:ea typeface="MS PGothic" charset="0"/>
                <a:cs typeface="MS PGothic" charset="0"/>
              </a:rPr>
              <a:t>Parallel Input</a:t>
            </a:r>
            <a:endParaRPr kumimoji="0" lang="en-US" sz="1600" b="0" i="0" u="none" strike="noStrike" kern="1200" cap="none" spc="0" normalizeH="0" baseline="0" noProof="0" dirty="0">
              <a:ln>
                <a:noFill/>
              </a:ln>
              <a:solidFill>
                <a:srgbClr val="FF0000"/>
              </a:solidFill>
              <a:effectLst/>
              <a:uLnTx/>
              <a:uFillTx/>
              <a:latin typeface="Arial"/>
              <a:ea typeface="MS PGothic" charset="0"/>
              <a:cs typeface="MS PGothic" charset="0"/>
            </a:endParaRPr>
          </a:p>
        </p:txBody>
      </p:sp>
      <p:sp>
        <p:nvSpPr>
          <p:cNvPr id="2" name="Rectangle 1">
            <a:extLst>
              <a:ext uri="{FF2B5EF4-FFF2-40B4-BE49-F238E27FC236}">
                <a16:creationId xmlns:a16="http://schemas.microsoft.com/office/drawing/2014/main" id="{06901D54-B046-49DA-915F-476385503E6A}"/>
              </a:ext>
            </a:extLst>
          </p:cNvPr>
          <p:cNvSpPr/>
          <p:nvPr/>
        </p:nvSpPr>
        <p:spPr>
          <a:xfrm>
            <a:off x="76200" y="4970383"/>
            <a:ext cx="8991600" cy="1354217"/>
          </a:xfrm>
          <a:prstGeom prst="rect">
            <a:avLst/>
          </a:prstGeom>
        </p:spPr>
        <p:txBody>
          <a:bodyPr wrap="square">
            <a:spAutoFit/>
          </a:bodyPr>
          <a:lstStyle/>
          <a:p>
            <a:pPr marL="342900" indent="-342900">
              <a:spcBef>
                <a:spcPts val="1200"/>
              </a:spcBef>
              <a:buFont typeface="Arial" panose="020B0604020202020204" pitchFamily="34" charset="0"/>
              <a:buChar char="•"/>
            </a:pPr>
            <a:r>
              <a:rPr lang="en-US" dirty="0"/>
              <a:t>When L = 1, the register is loaded in parallel from the R input. </a:t>
            </a:r>
          </a:p>
          <a:p>
            <a:pPr marL="342900" indent="-342900">
              <a:spcBef>
                <a:spcPts val="1200"/>
              </a:spcBef>
              <a:buFont typeface="Arial" panose="020B0604020202020204" pitchFamily="34" charset="0"/>
              <a:buChar char="•"/>
            </a:pPr>
            <a:r>
              <a:rPr lang="en-US" dirty="0"/>
              <a:t>When L = 0 and E = 1, the data in the shift register is shifted in a left-to-right direction.</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1" name="Picture 2">
            <a:extLst>
              <a:ext uri="{FF2B5EF4-FFF2-40B4-BE49-F238E27FC236}">
                <a16:creationId xmlns:a16="http://schemas.microsoft.com/office/drawing/2014/main" id="{DF16AAF0-791D-429B-8AC5-E4F0C9D2913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22" name="Title 1">
            <a:extLst>
              <a:ext uri="{FF2B5EF4-FFF2-40B4-BE49-F238E27FC236}">
                <a16:creationId xmlns:a16="http://schemas.microsoft.com/office/drawing/2014/main" id="{D1D391E8-F52C-4F13-9B52-192641097160}"/>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3123" name="TextBox 125">
            <a:extLst>
              <a:ext uri="{FF2B5EF4-FFF2-40B4-BE49-F238E27FC236}">
                <a16:creationId xmlns:a16="http://schemas.microsoft.com/office/drawing/2014/main" id="{9A7AD0D2-97F7-4483-A0E1-F6E8639A6861}"/>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cxnSp>
        <p:nvCxnSpPr>
          <p:cNvPr id="133124" name="Straight Connector 4">
            <a:extLst>
              <a:ext uri="{FF2B5EF4-FFF2-40B4-BE49-F238E27FC236}">
                <a16:creationId xmlns:a16="http://schemas.microsoft.com/office/drawing/2014/main" id="{DEA99459-AD4F-4F02-B846-90CCED4F84EF}"/>
              </a:ext>
            </a:extLst>
          </p:cNvPr>
          <p:cNvCxnSpPr>
            <a:cxnSpLocks noChangeShapeType="1"/>
          </p:cNvCxnSpPr>
          <p:nvPr/>
        </p:nvCxnSpPr>
        <p:spPr bwMode="auto">
          <a:xfrm>
            <a:off x="1303338" y="3402013"/>
            <a:ext cx="239712" cy="107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3125" name="Straight Connector 6">
            <a:extLst>
              <a:ext uri="{FF2B5EF4-FFF2-40B4-BE49-F238E27FC236}">
                <a16:creationId xmlns:a16="http://schemas.microsoft.com/office/drawing/2014/main" id="{CA18B2F6-4406-4F46-919B-8558A76A40A4}"/>
              </a:ext>
            </a:extLst>
          </p:cNvPr>
          <p:cNvCxnSpPr>
            <a:cxnSpLocks noChangeShapeType="1"/>
          </p:cNvCxnSpPr>
          <p:nvPr/>
        </p:nvCxnSpPr>
        <p:spPr bwMode="auto">
          <a:xfrm>
            <a:off x="4232275" y="3416300"/>
            <a:ext cx="239713" cy="107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3126" name="Straight Connector 7">
            <a:extLst>
              <a:ext uri="{FF2B5EF4-FFF2-40B4-BE49-F238E27FC236}">
                <a16:creationId xmlns:a16="http://schemas.microsoft.com/office/drawing/2014/main" id="{3D942669-64DF-4047-ABBB-FD508BA248EA}"/>
              </a:ext>
            </a:extLst>
          </p:cNvPr>
          <p:cNvCxnSpPr>
            <a:cxnSpLocks noChangeShapeType="1"/>
          </p:cNvCxnSpPr>
          <p:nvPr/>
        </p:nvCxnSpPr>
        <p:spPr bwMode="auto">
          <a:xfrm>
            <a:off x="6689725" y="3406775"/>
            <a:ext cx="239713" cy="1095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33127" name="TextBox 8">
            <a:extLst>
              <a:ext uri="{FF2B5EF4-FFF2-40B4-BE49-F238E27FC236}">
                <a16:creationId xmlns:a16="http://schemas.microsoft.com/office/drawing/2014/main" id="{CCFD7FC6-B840-4846-9FBF-496722A99057}"/>
              </a:ext>
            </a:extLst>
          </p:cNvPr>
          <p:cNvSpPr txBox="1">
            <a:spLocks noChangeArrowheads="1"/>
          </p:cNvSpPr>
          <p:nvPr/>
        </p:nvSpPr>
        <p:spPr bwMode="auto">
          <a:xfrm>
            <a:off x="1249363" y="17176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133128" name="Straight Connector 9">
            <a:extLst>
              <a:ext uri="{FF2B5EF4-FFF2-40B4-BE49-F238E27FC236}">
                <a16:creationId xmlns:a16="http://schemas.microsoft.com/office/drawing/2014/main" id="{BF2571C4-1367-4307-AC0A-AB5D3E046237}"/>
              </a:ext>
            </a:extLst>
          </p:cNvPr>
          <p:cNvCxnSpPr>
            <a:cxnSpLocks noChangeShapeType="1"/>
          </p:cNvCxnSpPr>
          <p:nvPr/>
        </p:nvCxnSpPr>
        <p:spPr bwMode="auto">
          <a:xfrm>
            <a:off x="1962150" y="3489325"/>
            <a:ext cx="239713" cy="107950"/>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
        <p:nvSpPr>
          <p:cNvPr id="133129" name="TextBox 10">
            <a:extLst>
              <a:ext uri="{FF2B5EF4-FFF2-40B4-BE49-F238E27FC236}">
                <a16:creationId xmlns:a16="http://schemas.microsoft.com/office/drawing/2014/main" id="{31CF2E8D-8692-43E6-B92A-7A53E68AFB93}"/>
              </a:ext>
            </a:extLst>
          </p:cNvPr>
          <p:cNvSpPr txBox="1">
            <a:spLocks noChangeArrowheads="1"/>
          </p:cNvSpPr>
          <p:nvPr/>
        </p:nvSpPr>
        <p:spPr bwMode="auto">
          <a:xfrm>
            <a:off x="1908175" y="171450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cxnSp>
        <p:nvCxnSpPr>
          <p:cNvPr id="133130" name="Straight Connector 11">
            <a:extLst>
              <a:ext uri="{FF2B5EF4-FFF2-40B4-BE49-F238E27FC236}">
                <a16:creationId xmlns:a16="http://schemas.microsoft.com/office/drawing/2014/main" id="{7E4BA387-F482-4739-A26A-6D896FA130FB}"/>
              </a:ext>
            </a:extLst>
          </p:cNvPr>
          <p:cNvCxnSpPr>
            <a:cxnSpLocks noChangeShapeType="1"/>
          </p:cNvCxnSpPr>
          <p:nvPr/>
        </p:nvCxnSpPr>
        <p:spPr bwMode="auto">
          <a:xfrm>
            <a:off x="4881563" y="3494088"/>
            <a:ext cx="239712" cy="109537"/>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cxnSp>
        <p:nvCxnSpPr>
          <p:cNvPr id="133131" name="Straight Connector 12">
            <a:extLst>
              <a:ext uri="{FF2B5EF4-FFF2-40B4-BE49-F238E27FC236}">
                <a16:creationId xmlns:a16="http://schemas.microsoft.com/office/drawing/2014/main" id="{9B4F8AB0-47CA-4961-9908-3788BFA3E9EE}"/>
              </a:ext>
            </a:extLst>
          </p:cNvPr>
          <p:cNvCxnSpPr>
            <a:cxnSpLocks noChangeShapeType="1"/>
          </p:cNvCxnSpPr>
          <p:nvPr/>
        </p:nvCxnSpPr>
        <p:spPr bwMode="auto">
          <a:xfrm>
            <a:off x="7337425" y="3509963"/>
            <a:ext cx="239713" cy="109537"/>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5" name="Picture 2">
            <a:extLst>
              <a:ext uri="{FF2B5EF4-FFF2-40B4-BE49-F238E27FC236}">
                <a16:creationId xmlns:a16="http://schemas.microsoft.com/office/drawing/2014/main" id="{AB0FDC17-8119-4891-9B63-97D4AA4C21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46" name="Title 1">
            <a:extLst>
              <a:ext uri="{FF2B5EF4-FFF2-40B4-BE49-F238E27FC236}">
                <a16:creationId xmlns:a16="http://schemas.microsoft.com/office/drawing/2014/main" id="{75686E90-BDC7-495E-BC49-A625C316829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4147" name="TextBox 125">
            <a:extLst>
              <a:ext uri="{FF2B5EF4-FFF2-40B4-BE49-F238E27FC236}">
                <a16:creationId xmlns:a16="http://schemas.microsoft.com/office/drawing/2014/main" id="{7951EAAF-0319-4C28-A4F0-D18931B2BDFA}"/>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cxnSp>
        <p:nvCxnSpPr>
          <p:cNvPr id="134148" name="Straight Connector 4">
            <a:extLst>
              <a:ext uri="{FF2B5EF4-FFF2-40B4-BE49-F238E27FC236}">
                <a16:creationId xmlns:a16="http://schemas.microsoft.com/office/drawing/2014/main" id="{826FBEA7-A00C-4416-BD9F-6BF9256D86E0}"/>
              </a:ext>
            </a:extLst>
          </p:cNvPr>
          <p:cNvCxnSpPr>
            <a:cxnSpLocks noChangeShapeType="1"/>
          </p:cNvCxnSpPr>
          <p:nvPr/>
        </p:nvCxnSpPr>
        <p:spPr bwMode="auto">
          <a:xfrm>
            <a:off x="1303338" y="3402013"/>
            <a:ext cx="239712" cy="107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4149" name="Straight Connector 6">
            <a:extLst>
              <a:ext uri="{FF2B5EF4-FFF2-40B4-BE49-F238E27FC236}">
                <a16:creationId xmlns:a16="http://schemas.microsoft.com/office/drawing/2014/main" id="{EF1D7ED5-DB54-4037-B602-6ECE208421FA}"/>
              </a:ext>
            </a:extLst>
          </p:cNvPr>
          <p:cNvCxnSpPr>
            <a:cxnSpLocks noChangeShapeType="1"/>
          </p:cNvCxnSpPr>
          <p:nvPr/>
        </p:nvCxnSpPr>
        <p:spPr bwMode="auto">
          <a:xfrm>
            <a:off x="4232275" y="3416300"/>
            <a:ext cx="239713" cy="107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4150" name="Straight Connector 7">
            <a:extLst>
              <a:ext uri="{FF2B5EF4-FFF2-40B4-BE49-F238E27FC236}">
                <a16:creationId xmlns:a16="http://schemas.microsoft.com/office/drawing/2014/main" id="{D94072EE-A732-42DA-AB7C-86AA475B0F00}"/>
              </a:ext>
            </a:extLst>
          </p:cNvPr>
          <p:cNvCxnSpPr>
            <a:cxnSpLocks noChangeShapeType="1"/>
          </p:cNvCxnSpPr>
          <p:nvPr/>
        </p:nvCxnSpPr>
        <p:spPr bwMode="auto">
          <a:xfrm>
            <a:off x="6689725" y="3406775"/>
            <a:ext cx="239713" cy="1095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34151" name="TextBox 8">
            <a:extLst>
              <a:ext uri="{FF2B5EF4-FFF2-40B4-BE49-F238E27FC236}">
                <a16:creationId xmlns:a16="http://schemas.microsoft.com/office/drawing/2014/main" id="{304156B9-3C1D-4F3E-9B5E-475E3A652D4C}"/>
              </a:ext>
            </a:extLst>
          </p:cNvPr>
          <p:cNvSpPr txBox="1">
            <a:spLocks noChangeArrowheads="1"/>
          </p:cNvSpPr>
          <p:nvPr/>
        </p:nvSpPr>
        <p:spPr bwMode="auto">
          <a:xfrm>
            <a:off x="1249363" y="17176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134152" name="Straight Connector 9">
            <a:extLst>
              <a:ext uri="{FF2B5EF4-FFF2-40B4-BE49-F238E27FC236}">
                <a16:creationId xmlns:a16="http://schemas.microsoft.com/office/drawing/2014/main" id="{EFFC9744-E5CB-4859-B5FB-02676971CEE7}"/>
              </a:ext>
            </a:extLst>
          </p:cNvPr>
          <p:cNvCxnSpPr>
            <a:cxnSpLocks noChangeShapeType="1"/>
          </p:cNvCxnSpPr>
          <p:nvPr/>
        </p:nvCxnSpPr>
        <p:spPr bwMode="auto">
          <a:xfrm flipV="1">
            <a:off x="1951038" y="3597275"/>
            <a:ext cx="250825" cy="84138"/>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
        <p:nvSpPr>
          <p:cNvPr id="134153" name="TextBox 10">
            <a:extLst>
              <a:ext uri="{FF2B5EF4-FFF2-40B4-BE49-F238E27FC236}">
                <a16:creationId xmlns:a16="http://schemas.microsoft.com/office/drawing/2014/main" id="{2FAA9FB3-4A5E-4279-9F45-464B131F76F7}"/>
              </a:ext>
            </a:extLst>
          </p:cNvPr>
          <p:cNvSpPr txBox="1">
            <a:spLocks noChangeArrowheads="1"/>
          </p:cNvSpPr>
          <p:nvPr/>
        </p:nvSpPr>
        <p:spPr bwMode="auto">
          <a:xfrm>
            <a:off x="1908175" y="17065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cxnSp>
        <p:nvCxnSpPr>
          <p:cNvPr id="134154" name="Straight Connector 11">
            <a:extLst>
              <a:ext uri="{FF2B5EF4-FFF2-40B4-BE49-F238E27FC236}">
                <a16:creationId xmlns:a16="http://schemas.microsoft.com/office/drawing/2014/main" id="{D7FD4232-DAF8-4922-974E-396BB8A15B5D}"/>
              </a:ext>
            </a:extLst>
          </p:cNvPr>
          <p:cNvCxnSpPr>
            <a:cxnSpLocks noChangeShapeType="1"/>
          </p:cNvCxnSpPr>
          <p:nvPr/>
        </p:nvCxnSpPr>
        <p:spPr bwMode="auto">
          <a:xfrm flipV="1">
            <a:off x="4873625" y="3603625"/>
            <a:ext cx="247650" cy="87313"/>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cxnSp>
        <p:nvCxnSpPr>
          <p:cNvPr id="134155" name="Straight Connector 12">
            <a:extLst>
              <a:ext uri="{FF2B5EF4-FFF2-40B4-BE49-F238E27FC236}">
                <a16:creationId xmlns:a16="http://schemas.microsoft.com/office/drawing/2014/main" id="{78CDCD4E-E325-4AF1-A928-D77C6AE23616}"/>
              </a:ext>
            </a:extLst>
          </p:cNvPr>
          <p:cNvCxnSpPr>
            <a:cxnSpLocks noChangeShapeType="1"/>
          </p:cNvCxnSpPr>
          <p:nvPr/>
        </p:nvCxnSpPr>
        <p:spPr bwMode="auto">
          <a:xfrm flipV="1">
            <a:off x="7339013" y="3619500"/>
            <a:ext cx="238125" cy="71438"/>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69" name="Picture 2">
            <a:extLst>
              <a:ext uri="{FF2B5EF4-FFF2-40B4-BE49-F238E27FC236}">
                <a16:creationId xmlns:a16="http://schemas.microsoft.com/office/drawing/2014/main" id="{383701D5-3139-4AAD-812A-4C46A9B77C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170" name="Title 1">
            <a:extLst>
              <a:ext uri="{FF2B5EF4-FFF2-40B4-BE49-F238E27FC236}">
                <a16:creationId xmlns:a16="http://schemas.microsoft.com/office/drawing/2014/main" id="{94145501-C44E-47E4-A5A1-8A1D56408AE2}"/>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5171" name="TextBox 125">
            <a:extLst>
              <a:ext uri="{FF2B5EF4-FFF2-40B4-BE49-F238E27FC236}">
                <a16:creationId xmlns:a16="http://schemas.microsoft.com/office/drawing/2014/main" id="{A03DA880-0C7E-475C-A347-7D809D95AA6F}"/>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cxnSp>
        <p:nvCxnSpPr>
          <p:cNvPr id="135172" name="Straight Connector 4">
            <a:extLst>
              <a:ext uri="{FF2B5EF4-FFF2-40B4-BE49-F238E27FC236}">
                <a16:creationId xmlns:a16="http://schemas.microsoft.com/office/drawing/2014/main" id="{1F55B4CD-3920-4D5F-B829-DE7A66C546DA}"/>
              </a:ext>
            </a:extLst>
          </p:cNvPr>
          <p:cNvCxnSpPr>
            <a:cxnSpLocks noChangeShapeType="1"/>
          </p:cNvCxnSpPr>
          <p:nvPr/>
        </p:nvCxnSpPr>
        <p:spPr bwMode="auto">
          <a:xfrm flipV="1">
            <a:off x="1306513" y="3509963"/>
            <a:ext cx="236537" cy="904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5173" name="Straight Connector 6">
            <a:extLst>
              <a:ext uri="{FF2B5EF4-FFF2-40B4-BE49-F238E27FC236}">
                <a16:creationId xmlns:a16="http://schemas.microsoft.com/office/drawing/2014/main" id="{A1C9D023-5636-4786-9A6E-ED4329C9DCEF}"/>
              </a:ext>
            </a:extLst>
          </p:cNvPr>
          <p:cNvCxnSpPr>
            <a:cxnSpLocks noChangeShapeType="1"/>
          </p:cNvCxnSpPr>
          <p:nvPr/>
        </p:nvCxnSpPr>
        <p:spPr bwMode="auto">
          <a:xfrm flipV="1">
            <a:off x="4229100" y="3524250"/>
            <a:ext cx="242888" cy="762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5174" name="Straight Connector 7">
            <a:extLst>
              <a:ext uri="{FF2B5EF4-FFF2-40B4-BE49-F238E27FC236}">
                <a16:creationId xmlns:a16="http://schemas.microsoft.com/office/drawing/2014/main" id="{4CA9EFC3-A172-4252-826C-697896013F84}"/>
              </a:ext>
            </a:extLst>
          </p:cNvPr>
          <p:cNvCxnSpPr>
            <a:cxnSpLocks noChangeShapeType="1"/>
          </p:cNvCxnSpPr>
          <p:nvPr/>
        </p:nvCxnSpPr>
        <p:spPr bwMode="auto">
          <a:xfrm flipV="1">
            <a:off x="6694488" y="3516313"/>
            <a:ext cx="234950" cy="841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35175" name="TextBox 8">
            <a:extLst>
              <a:ext uri="{FF2B5EF4-FFF2-40B4-BE49-F238E27FC236}">
                <a16:creationId xmlns:a16="http://schemas.microsoft.com/office/drawing/2014/main" id="{5CC912D3-58BE-44A8-BC7A-53FB8D2FBB4B}"/>
              </a:ext>
            </a:extLst>
          </p:cNvPr>
          <p:cNvSpPr txBox="1">
            <a:spLocks noChangeArrowheads="1"/>
          </p:cNvSpPr>
          <p:nvPr/>
        </p:nvSpPr>
        <p:spPr bwMode="auto">
          <a:xfrm>
            <a:off x="1249363" y="17176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35176" name="TextBox 10">
            <a:extLst>
              <a:ext uri="{FF2B5EF4-FFF2-40B4-BE49-F238E27FC236}">
                <a16:creationId xmlns:a16="http://schemas.microsoft.com/office/drawing/2014/main" id="{7F56E914-9190-45E2-818B-B0F90C7B5CDF}"/>
              </a:ext>
            </a:extLst>
          </p:cNvPr>
          <p:cNvSpPr txBox="1">
            <a:spLocks noChangeArrowheads="1"/>
          </p:cNvSpPr>
          <p:nvPr/>
        </p:nvSpPr>
        <p:spPr bwMode="auto">
          <a:xfrm>
            <a:off x="1908175" y="17065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cxnSp>
        <p:nvCxnSpPr>
          <p:cNvPr id="135177" name="Straight Connector 13">
            <a:extLst>
              <a:ext uri="{FF2B5EF4-FFF2-40B4-BE49-F238E27FC236}">
                <a16:creationId xmlns:a16="http://schemas.microsoft.com/office/drawing/2014/main" id="{87448FB5-7793-4991-A659-57FA03D7BB2E}"/>
              </a:ext>
            </a:extLst>
          </p:cNvPr>
          <p:cNvCxnSpPr>
            <a:cxnSpLocks noChangeShapeType="1"/>
          </p:cNvCxnSpPr>
          <p:nvPr/>
        </p:nvCxnSpPr>
        <p:spPr bwMode="auto">
          <a:xfrm>
            <a:off x="1962150" y="3489325"/>
            <a:ext cx="239713" cy="107950"/>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cxnSp>
        <p:nvCxnSpPr>
          <p:cNvPr id="135178" name="Straight Connector 14">
            <a:extLst>
              <a:ext uri="{FF2B5EF4-FFF2-40B4-BE49-F238E27FC236}">
                <a16:creationId xmlns:a16="http://schemas.microsoft.com/office/drawing/2014/main" id="{92FFDD6B-D460-41B6-B430-B1274CBCAC1B}"/>
              </a:ext>
            </a:extLst>
          </p:cNvPr>
          <p:cNvCxnSpPr>
            <a:cxnSpLocks noChangeShapeType="1"/>
          </p:cNvCxnSpPr>
          <p:nvPr/>
        </p:nvCxnSpPr>
        <p:spPr bwMode="auto">
          <a:xfrm>
            <a:off x="4881563" y="3494088"/>
            <a:ext cx="239712" cy="109537"/>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cxnSp>
        <p:nvCxnSpPr>
          <p:cNvPr id="135179" name="Straight Connector 15">
            <a:extLst>
              <a:ext uri="{FF2B5EF4-FFF2-40B4-BE49-F238E27FC236}">
                <a16:creationId xmlns:a16="http://schemas.microsoft.com/office/drawing/2014/main" id="{A6C4F068-B026-4825-939D-D17D96D1E334}"/>
              </a:ext>
            </a:extLst>
          </p:cNvPr>
          <p:cNvCxnSpPr>
            <a:cxnSpLocks noChangeShapeType="1"/>
          </p:cNvCxnSpPr>
          <p:nvPr/>
        </p:nvCxnSpPr>
        <p:spPr bwMode="auto">
          <a:xfrm>
            <a:off x="7337425" y="3509963"/>
            <a:ext cx="239713" cy="109537"/>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3" name="Picture 2">
            <a:extLst>
              <a:ext uri="{FF2B5EF4-FFF2-40B4-BE49-F238E27FC236}">
                <a16:creationId xmlns:a16="http://schemas.microsoft.com/office/drawing/2014/main" id="{3675AD1D-22F4-4396-8A2B-EB98EC18BD8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675" y="2095500"/>
            <a:ext cx="824865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194" name="Title 1">
            <a:extLst>
              <a:ext uri="{FF2B5EF4-FFF2-40B4-BE49-F238E27FC236}">
                <a16:creationId xmlns:a16="http://schemas.microsoft.com/office/drawing/2014/main" id="{34C5C270-A9F3-43AD-92C2-0564D0D20FC2}"/>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shift register with parallel load and enable control inputs</a:t>
            </a:r>
          </a:p>
        </p:txBody>
      </p:sp>
      <p:sp>
        <p:nvSpPr>
          <p:cNvPr id="136195" name="TextBox 125">
            <a:extLst>
              <a:ext uri="{FF2B5EF4-FFF2-40B4-BE49-F238E27FC236}">
                <a16:creationId xmlns:a16="http://schemas.microsoft.com/office/drawing/2014/main" id="{D8501AC9-3F39-489E-9BF2-F5AC2AD206BB}"/>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5.59 from the textbook ]</a:t>
            </a:r>
          </a:p>
        </p:txBody>
      </p:sp>
      <p:cxnSp>
        <p:nvCxnSpPr>
          <p:cNvPr id="136196" name="Straight Connector 4">
            <a:extLst>
              <a:ext uri="{FF2B5EF4-FFF2-40B4-BE49-F238E27FC236}">
                <a16:creationId xmlns:a16="http://schemas.microsoft.com/office/drawing/2014/main" id="{74BC30F5-C806-4646-AE40-31EA153A28F6}"/>
              </a:ext>
            </a:extLst>
          </p:cNvPr>
          <p:cNvCxnSpPr>
            <a:cxnSpLocks noChangeShapeType="1"/>
          </p:cNvCxnSpPr>
          <p:nvPr/>
        </p:nvCxnSpPr>
        <p:spPr bwMode="auto">
          <a:xfrm flipV="1">
            <a:off x="1306513" y="3509963"/>
            <a:ext cx="236537" cy="904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6197" name="Straight Connector 6">
            <a:extLst>
              <a:ext uri="{FF2B5EF4-FFF2-40B4-BE49-F238E27FC236}">
                <a16:creationId xmlns:a16="http://schemas.microsoft.com/office/drawing/2014/main" id="{FF972D04-7DA0-413E-9A20-6C48592D0675}"/>
              </a:ext>
            </a:extLst>
          </p:cNvPr>
          <p:cNvCxnSpPr>
            <a:cxnSpLocks noChangeShapeType="1"/>
          </p:cNvCxnSpPr>
          <p:nvPr/>
        </p:nvCxnSpPr>
        <p:spPr bwMode="auto">
          <a:xfrm flipV="1">
            <a:off x="4229100" y="3524250"/>
            <a:ext cx="242888" cy="762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36198" name="Straight Connector 7">
            <a:extLst>
              <a:ext uri="{FF2B5EF4-FFF2-40B4-BE49-F238E27FC236}">
                <a16:creationId xmlns:a16="http://schemas.microsoft.com/office/drawing/2014/main" id="{37CF7938-90F5-46F1-A37A-030AAF6BF38C}"/>
              </a:ext>
            </a:extLst>
          </p:cNvPr>
          <p:cNvCxnSpPr>
            <a:cxnSpLocks noChangeShapeType="1"/>
          </p:cNvCxnSpPr>
          <p:nvPr/>
        </p:nvCxnSpPr>
        <p:spPr bwMode="auto">
          <a:xfrm flipV="1">
            <a:off x="6694488" y="3516313"/>
            <a:ext cx="234950" cy="841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36199" name="TextBox 8">
            <a:extLst>
              <a:ext uri="{FF2B5EF4-FFF2-40B4-BE49-F238E27FC236}">
                <a16:creationId xmlns:a16="http://schemas.microsoft.com/office/drawing/2014/main" id="{6B28A7CD-E154-4FD8-950A-24298D6D22FE}"/>
              </a:ext>
            </a:extLst>
          </p:cNvPr>
          <p:cNvSpPr txBox="1">
            <a:spLocks noChangeArrowheads="1"/>
          </p:cNvSpPr>
          <p:nvPr/>
        </p:nvSpPr>
        <p:spPr bwMode="auto">
          <a:xfrm>
            <a:off x="1249363" y="17176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cxnSp>
        <p:nvCxnSpPr>
          <p:cNvPr id="136200" name="Straight Connector 9">
            <a:extLst>
              <a:ext uri="{FF2B5EF4-FFF2-40B4-BE49-F238E27FC236}">
                <a16:creationId xmlns:a16="http://schemas.microsoft.com/office/drawing/2014/main" id="{FA9A2366-0E20-4D50-87D9-CAD521D073BF}"/>
              </a:ext>
            </a:extLst>
          </p:cNvPr>
          <p:cNvCxnSpPr>
            <a:cxnSpLocks noChangeShapeType="1"/>
          </p:cNvCxnSpPr>
          <p:nvPr/>
        </p:nvCxnSpPr>
        <p:spPr bwMode="auto">
          <a:xfrm flipV="1">
            <a:off x="1951038" y="3597275"/>
            <a:ext cx="250825" cy="84138"/>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
        <p:nvSpPr>
          <p:cNvPr id="136201" name="TextBox 10">
            <a:extLst>
              <a:ext uri="{FF2B5EF4-FFF2-40B4-BE49-F238E27FC236}">
                <a16:creationId xmlns:a16="http://schemas.microsoft.com/office/drawing/2014/main" id="{AA31A872-A9F1-49E2-A882-03D1D66E8868}"/>
              </a:ext>
            </a:extLst>
          </p:cNvPr>
          <p:cNvSpPr txBox="1">
            <a:spLocks noChangeArrowheads="1"/>
          </p:cNvSpPr>
          <p:nvPr/>
        </p:nvSpPr>
        <p:spPr bwMode="auto">
          <a:xfrm>
            <a:off x="1908175" y="17065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cxnSp>
        <p:nvCxnSpPr>
          <p:cNvPr id="136202" name="Straight Connector 11">
            <a:extLst>
              <a:ext uri="{FF2B5EF4-FFF2-40B4-BE49-F238E27FC236}">
                <a16:creationId xmlns:a16="http://schemas.microsoft.com/office/drawing/2014/main" id="{C2056733-9C8B-483A-A6B1-B45731891D91}"/>
              </a:ext>
            </a:extLst>
          </p:cNvPr>
          <p:cNvCxnSpPr>
            <a:cxnSpLocks noChangeShapeType="1"/>
          </p:cNvCxnSpPr>
          <p:nvPr/>
        </p:nvCxnSpPr>
        <p:spPr bwMode="auto">
          <a:xfrm flipV="1">
            <a:off x="4873625" y="3603625"/>
            <a:ext cx="247650" cy="87313"/>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cxnSp>
        <p:nvCxnSpPr>
          <p:cNvPr id="136203" name="Straight Connector 12">
            <a:extLst>
              <a:ext uri="{FF2B5EF4-FFF2-40B4-BE49-F238E27FC236}">
                <a16:creationId xmlns:a16="http://schemas.microsoft.com/office/drawing/2014/main" id="{F70BEBE1-1A82-48CF-A0DA-F6D138CA8E39}"/>
              </a:ext>
            </a:extLst>
          </p:cNvPr>
          <p:cNvCxnSpPr>
            <a:cxnSpLocks noChangeShapeType="1"/>
          </p:cNvCxnSpPr>
          <p:nvPr/>
        </p:nvCxnSpPr>
        <p:spPr bwMode="auto">
          <a:xfrm flipV="1">
            <a:off x="7339013" y="3619500"/>
            <a:ext cx="238125" cy="71438"/>
          </a:xfrm>
          <a:prstGeom prst="line">
            <a:avLst/>
          </a:prstGeom>
          <a:noFill/>
          <a:ln w="38100">
            <a:solidFill>
              <a:srgbClr val="0070C0"/>
            </a:solidFill>
            <a:round/>
            <a:headEnd/>
            <a:tailEnd/>
          </a:ln>
          <a:extLst>
            <a:ext uri="{909E8E84-426E-40DD-AFC4-6F175D3DCCD1}">
              <a14:hiddenFill xmlns:a14="http://schemas.microsoft.com/office/drawing/2010/main">
                <a:noFill/>
              </a14:hiddenFill>
            </a:ext>
          </a:extLst>
        </p:spPr>
      </p:cxn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Rectangle 3">
            <a:extLst>
              <a:ext uri="{FF2B5EF4-FFF2-40B4-BE49-F238E27FC236}">
                <a16:creationId xmlns:a16="http://schemas.microsoft.com/office/drawing/2014/main" id="{026A4920-3405-450A-9401-DEA3FCBD8338}"/>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shift left</a:t>
            </a: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a:t>
            </a: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t>
            </a: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a:t>
            </a: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right  register</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CF81D24-6A21-A14E-8982-81DB449C769C}"/>
              </a:ext>
            </a:extLst>
          </p:cNvPr>
          <p:cNvSpPr>
            <a:spLocks noGrp="1"/>
          </p:cNvSpPr>
          <p:nvPr>
            <p:ph idx="1"/>
          </p:nvPr>
        </p:nvSpPr>
        <p:spPr>
          <a:xfrm>
            <a:off x="152400" y="609600"/>
            <a:ext cx="8839200" cy="3124200"/>
          </a:xfrm>
        </p:spPr>
        <p:txBody>
          <a:bodyPr/>
          <a:lstStyle/>
          <a:p>
            <a:pPr marL="0" indent="0" algn="just">
              <a:buFontTx/>
              <a:buNone/>
              <a:defRPr/>
            </a:pPr>
            <a:r>
              <a:rPr lang="en-US" b="0" dirty="0"/>
              <a:t>Complete the following circuit diagram to implement a 4-bit register that has both parallel load and shift left/right functionality. </a:t>
            </a:r>
            <a:r>
              <a:rPr lang="en-US" b="0" dirty="0">
                <a:solidFill>
                  <a:srgbClr val="FF0000"/>
                </a:solidFill>
              </a:rPr>
              <a:t>The register has two control inputs (C1 and C0), </a:t>
            </a:r>
            <a:r>
              <a:rPr lang="en-US" b="0" dirty="0"/>
              <a:t>four parallel input lines (I3, I2, I1, and I0), and four output lines (Q3, Q2, Q1, and Q0). Depending on the values of C1 and C0, the register performs one of the following four operations:</a:t>
            </a:r>
          </a:p>
          <a:p>
            <a:pPr algn="just">
              <a:defRPr/>
            </a:pPr>
            <a:endParaRPr lang="en-US" b="0" dirty="0"/>
          </a:p>
        </p:txBody>
      </p:sp>
      <p:sp>
        <p:nvSpPr>
          <p:cNvPr id="138242" name="Title 1">
            <a:extLst>
              <a:ext uri="{FF2B5EF4-FFF2-40B4-BE49-F238E27FC236}">
                <a16:creationId xmlns:a16="http://schemas.microsoft.com/office/drawing/2014/main" id="{5F0C1926-AB3A-4C95-BDA9-ECF66A5C6DFF}"/>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pic>
        <p:nvPicPr>
          <p:cNvPr id="138243" name="Picture 5">
            <a:extLst>
              <a:ext uri="{FF2B5EF4-FFF2-40B4-BE49-F238E27FC236}">
                <a16:creationId xmlns:a16="http://schemas.microsoft.com/office/drawing/2014/main" id="{17D57331-56F3-41CB-B212-135B565B61D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4356" y="3701447"/>
            <a:ext cx="8015288" cy="192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Title 1">
            <a:extLst>
              <a:ext uri="{FF2B5EF4-FFF2-40B4-BE49-F238E27FC236}">
                <a16:creationId xmlns:a16="http://schemas.microsoft.com/office/drawing/2014/main" id="{C7367906-4F8E-4FFC-BBD6-643ACEC5FE34}"/>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grpSp>
        <p:nvGrpSpPr>
          <p:cNvPr id="139266" name="Group 3">
            <a:extLst>
              <a:ext uri="{FF2B5EF4-FFF2-40B4-BE49-F238E27FC236}">
                <a16:creationId xmlns:a16="http://schemas.microsoft.com/office/drawing/2014/main" id="{F7BBE7BE-DF7B-42B9-A800-BA3E0EB3CE39}"/>
              </a:ext>
            </a:extLst>
          </p:cNvPr>
          <p:cNvGrpSpPr>
            <a:grpSpLocks/>
          </p:cNvGrpSpPr>
          <p:nvPr/>
        </p:nvGrpSpPr>
        <p:grpSpPr bwMode="auto">
          <a:xfrm>
            <a:off x="5824538" y="3730625"/>
            <a:ext cx="927100" cy="801688"/>
            <a:chOff x="5824858" y="3730423"/>
            <a:chExt cx="926479" cy="801207"/>
          </a:xfrm>
        </p:grpSpPr>
        <p:sp>
          <p:nvSpPr>
            <p:cNvPr id="139300" name="Line 25">
              <a:extLst>
                <a:ext uri="{FF2B5EF4-FFF2-40B4-BE49-F238E27FC236}">
                  <a16:creationId xmlns:a16="http://schemas.microsoft.com/office/drawing/2014/main" id="{07DB8352-FEE7-438E-9D83-A2FEA5D17E65}"/>
                </a:ext>
              </a:extLst>
            </p:cNvPr>
            <p:cNvSpPr>
              <a:spLocks noChangeShapeType="1"/>
            </p:cNvSpPr>
            <p:nvPr/>
          </p:nvSpPr>
          <p:spPr bwMode="auto">
            <a:xfrm>
              <a:off x="6525022"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301" name="Line 25">
              <a:extLst>
                <a:ext uri="{FF2B5EF4-FFF2-40B4-BE49-F238E27FC236}">
                  <a16:creationId xmlns:a16="http://schemas.microsoft.com/office/drawing/2014/main" id="{36BA93A8-9BEA-45BE-A6C3-BDB50B7B7DE9}"/>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302" name="Rectangle 4">
              <a:extLst>
                <a:ext uri="{FF2B5EF4-FFF2-40B4-BE49-F238E27FC236}">
                  <a16:creationId xmlns:a16="http://schemas.microsoft.com/office/drawing/2014/main" id="{38144286-0F99-4AF1-B05B-19E6231F8E3C}"/>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101" y="3865280"/>
              <a:ext cx="13167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765" y="3858934"/>
              <a:ext cx="131674"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305" name="Line 7">
              <a:extLst>
                <a:ext uri="{FF2B5EF4-FFF2-40B4-BE49-F238E27FC236}">
                  <a16:creationId xmlns:a16="http://schemas.microsoft.com/office/drawing/2014/main" id="{596C1302-AB57-47C2-8A57-938E318A1052}"/>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351" y="4268263"/>
              <a:ext cx="13008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307" name="Freeform 36">
              <a:extLst>
                <a:ext uri="{FF2B5EF4-FFF2-40B4-BE49-F238E27FC236}">
                  <a16:creationId xmlns:a16="http://schemas.microsoft.com/office/drawing/2014/main" id="{DE51FE31-2638-477F-8A6E-B9C4AEFA73F2}"/>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308" name="Line 37">
              <a:extLst>
                <a:ext uri="{FF2B5EF4-FFF2-40B4-BE49-F238E27FC236}">
                  <a16:creationId xmlns:a16="http://schemas.microsoft.com/office/drawing/2014/main" id="{FE5446DA-78F5-4209-8A2F-39EE22B53659}"/>
                </a:ext>
              </a:extLst>
            </p:cNvPr>
            <p:cNvSpPr>
              <a:spLocks noChangeShapeType="1"/>
            </p:cNvSpPr>
            <p:nvPr/>
          </p:nvSpPr>
          <p:spPr bwMode="auto">
            <a:xfrm>
              <a:off x="5826819" y="4330435"/>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309" name="Line 37">
              <a:extLst>
                <a:ext uri="{FF2B5EF4-FFF2-40B4-BE49-F238E27FC236}">
                  <a16:creationId xmlns:a16="http://schemas.microsoft.com/office/drawing/2014/main" id="{41CBF19B-AD40-4EA6-A310-3858E1DB82E3}"/>
                </a:ext>
              </a:extLst>
            </p:cNvPr>
            <p:cNvSpPr>
              <a:spLocks noChangeShapeType="1"/>
            </p:cNvSpPr>
            <p:nvPr/>
          </p:nvSpPr>
          <p:spPr bwMode="auto">
            <a:xfrm>
              <a:off x="5824858" y="394215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39267" name="Group 5">
            <a:extLst>
              <a:ext uri="{FF2B5EF4-FFF2-40B4-BE49-F238E27FC236}">
                <a16:creationId xmlns:a16="http://schemas.microsoft.com/office/drawing/2014/main" id="{5D403B8E-33DA-4602-8CBD-92ED0A89D054}"/>
              </a:ext>
            </a:extLst>
          </p:cNvPr>
          <p:cNvGrpSpPr>
            <a:grpSpLocks/>
          </p:cNvGrpSpPr>
          <p:nvPr/>
        </p:nvGrpSpPr>
        <p:grpSpPr bwMode="auto">
          <a:xfrm>
            <a:off x="3954463" y="3730625"/>
            <a:ext cx="928687" cy="801688"/>
            <a:chOff x="3954148" y="3730423"/>
            <a:chExt cx="929657" cy="801207"/>
          </a:xfrm>
        </p:grpSpPr>
        <p:sp>
          <p:nvSpPr>
            <p:cNvPr id="139290" name="Line 25">
              <a:extLst>
                <a:ext uri="{FF2B5EF4-FFF2-40B4-BE49-F238E27FC236}">
                  <a16:creationId xmlns:a16="http://schemas.microsoft.com/office/drawing/2014/main" id="{7378A776-F947-4E2B-BD7C-CB63E98E8147}"/>
                </a:ext>
              </a:extLst>
            </p:cNvPr>
            <p:cNvSpPr>
              <a:spLocks noChangeShapeType="1"/>
            </p:cNvSpPr>
            <p:nvPr/>
          </p:nvSpPr>
          <p:spPr bwMode="auto">
            <a:xfrm>
              <a:off x="4657490"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91" name="Line 25">
              <a:extLst>
                <a:ext uri="{FF2B5EF4-FFF2-40B4-BE49-F238E27FC236}">
                  <a16:creationId xmlns:a16="http://schemas.microsoft.com/office/drawing/2014/main" id="{7AC492FB-DD1F-4F13-9FAB-20E5D2088E09}"/>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92" name="Rectangle 4">
              <a:extLst>
                <a:ext uri="{FF2B5EF4-FFF2-40B4-BE49-F238E27FC236}">
                  <a16:creationId xmlns:a16="http://schemas.microsoft.com/office/drawing/2014/main" id="{216F4993-122A-438A-8CC5-A28F856023E2}"/>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413" y="3865280"/>
              <a:ext cx="13190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585" y="3858934"/>
              <a:ext cx="13190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95" name="Line 7">
              <a:extLst>
                <a:ext uri="{FF2B5EF4-FFF2-40B4-BE49-F238E27FC236}">
                  <a16:creationId xmlns:a16="http://schemas.microsoft.com/office/drawing/2014/main" id="{E646B865-DCF0-4818-A2FA-CD928FE0FA13}"/>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175" y="4268263"/>
              <a:ext cx="13031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97" name="Freeform 36">
              <a:extLst>
                <a:ext uri="{FF2B5EF4-FFF2-40B4-BE49-F238E27FC236}">
                  <a16:creationId xmlns:a16="http://schemas.microsoft.com/office/drawing/2014/main" id="{C729D4C4-9766-4F6D-9CE7-D0A895422571}"/>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98" name="Line 37">
              <a:extLst>
                <a:ext uri="{FF2B5EF4-FFF2-40B4-BE49-F238E27FC236}">
                  <a16:creationId xmlns:a16="http://schemas.microsoft.com/office/drawing/2014/main" id="{78C5231C-A56F-4EE3-92C0-F072FD85763E}"/>
                </a:ext>
              </a:extLst>
            </p:cNvPr>
            <p:cNvSpPr>
              <a:spLocks noChangeShapeType="1"/>
            </p:cNvSpPr>
            <p:nvPr/>
          </p:nvSpPr>
          <p:spPr bwMode="auto">
            <a:xfrm>
              <a:off x="3959287" y="4330435"/>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99" name="Line 37">
              <a:extLst>
                <a:ext uri="{FF2B5EF4-FFF2-40B4-BE49-F238E27FC236}">
                  <a16:creationId xmlns:a16="http://schemas.microsoft.com/office/drawing/2014/main" id="{66ACFB30-581F-44E9-9931-71A20226DEB0}"/>
                </a:ext>
              </a:extLst>
            </p:cNvPr>
            <p:cNvSpPr>
              <a:spLocks noChangeShapeType="1"/>
            </p:cNvSpPr>
            <p:nvPr/>
          </p:nvSpPr>
          <p:spPr bwMode="auto">
            <a:xfrm>
              <a:off x="3954148" y="394469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39268" name="Group 6">
            <a:extLst>
              <a:ext uri="{FF2B5EF4-FFF2-40B4-BE49-F238E27FC236}">
                <a16:creationId xmlns:a16="http://schemas.microsoft.com/office/drawing/2014/main" id="{8BCDD7BD-DDE0-40B4-90FD-51AE98FD4312}"/>
              </a:ext>
            </a:extLst>
          </p:cNvPr>
          <p:cNvGrpSpPr>
            <a:grpSpLocks/>
          </p:cNvGrpSpPr>
          <p:nvPr/>
        </p:nvGrpSpPr>
        <p:grpSpPr bwMode="auto">
          <a:xfrm>
            <a:off x="2095500" y="3730625"/>
            <a:ext cx="927100" cy="801688"/>
            <a:chOff x="2096138" y="3730423"/>
            <a:chExt cx="926582" cy="801207"/>
          </a:xfrm>
        </p:grpSpPr>
        <p:sp>
          <p:nvSpPr>
            <p:cNvPr id="139280" name="Line 25">
              <a:extLst>
                <a:ext uri="{FF2B5EF4-FFF2-40B4-BE49-F238E27FC236}">
                  <a16:creationId xmlns:a16="http://schemas.microsoft.com/office/drawing/2014/main" id="{2F86829D-B964-44EA-A5F6-65131C968535}"/>
                </a:ext>
              </a:extLst>
            </p:cNvPr>
            <p:cNvSpPr>
              <a:spLocks noChangeShapeType="1"/>
            </p:cNvSpPr>
            <p:nvPr/>
          </p:nvSpPr>
          <p:spPr bwMode="auto">
            <a:xfrm>
              <a:off x="2796405"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81" name="Line 25">
              <a:extLst>
                <a:ext uri="{FF2B5EF4-FFF2-40B4-BE49-F238E27FC236}">
                  <a16:creationId xmlns:a16="http://schemas.microsoft.com/office/drawing/2014/main" id="{2CBEA781-1235-41E9-8C15-8048085EC456}"/>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82" name="Rectangle 4">
              <a:extLst>
                <a:ext uri="{FF2B5EF4-FFF2-40B4-BE49-F238E27FC236}">
                  <a16:creationId xmlns:a16="http://schemas.microsoft.com/office/drawing/2014/main" id="{0343AF16-B200-4BE7-B04B-50A061554EEA}"/>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8410" y="3865280"/>
              <a:ext cx="13168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5106" y="3858934"/>
              <a:ext cx="13168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85" name="Line 7">
              <a:extLst>
                <a:ext uri="{FF2B5EF4-FFF2-40B4-BE49-F238E27FC236}">
                  <a16:creationId xmlns:a16="http://schemas.microsoft.com/office/drawing/2014/main" id="{0240D706-8048-4791-8830-AEB32A4CD664}"/>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693" y="4268263"/>
              <a:ext cx="130102"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87" name="Freeform 36">
              <a:extLst>
                <a:ext uri="{FF2B5EF4-FFF2-40B4-BE49-F238E27FC236}">
                  <a16:creationId xmlns:a16="http://schemas.microsoft.com/office/drawing/2014/main" id="{05A7238C-2349-46BB-B814-E41E37E90895}"/>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88" name="Line 37">
              <a:extLst>
                <a:ext uri="{FF2B5EF4-FFF2-40B4-BE49-F238E27FC236}">
                  <a16:creationId xmlns:a16="http://schemas.microsoft.com/office/drawing/2014/main" id="{1C86CD24-78F5-49E2-9075-B8AE5331EC47}"/>
                </a:ext>
              </a:extLst>
            </p:cNvPr>
            <p:cNvSpPr>
              <a:spLocks noChangeShapeType="1"/>
            </p:cNvSpPr>
            <p:nvPr/>
          </p:nvSpPr>
          <p:spPr bwMode="auto">
            <a:xfrm>
              <a:off x="2098202" y="4330435"/>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89" name="Line 37">
              <a:extLst>
                <a:ext uri="{FF2B5EF4-FFF2-40B4-BE49-F238E27FC236}">
                  <a16:creationId xmlns:a16="http://schemas.microsoft.com/office/drawing/2014/main" id="{F53D9AB9-7805-4E77-8D39-7D5E59FACAD6}"/>
                </a:ext>
              </a:extLst>
            </p:cNvPr>
            <p:cNvSpPr>
              <a:spLocks noChangeShapeType="1"/>
            </p:cNvSpPr>
            <p:nvPr/>
          </p:nvSpPr>
          <p:spPr bwMode="auto">
            <a:xfrm>
              <a:off x="2096138" y="394469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39269" name="Group 7">
            <a:extLst>
              <a:ext uri="{FF2B5EF4-FFF2-40B4-BE49-F238E27FC236}">
                <a16:creationId xmlns:a16="http://schemas.microsoft.com/office/drawing/2014/main" id="{8F79340B-69FF-4FCE-B9C9-85D84677C87E}"/>
              </a:ext>
            </a:extLst>
          </p:cNvPr>
          <p:cNvGrpSpPr>
            <a:grpSpLocks/>
          </p:cNvGrpSpPr>
          <p:nvPr/>
        </p:nvGrpSpPr>
        <p:grpSpPr bwMode="auto">
          <a:xfrm>
            <a:off x="7681913" y="3727450"/>
            <a:ext cx="923925" cy="801688"/>
            <a:chOff x="7681824" y="3728222"/>
            <a:chExt cx="924518" cy="801207"/>
          </a:xfrm>
        </p:grpSpPr>
        <p:sp>
          <p:nvSpPr>
            <p:cNvPr id="139270" name="Line 25">
              <a:extLst>
                <a:ext uri="{FF2B5EF4-FFF2-40B4-BE49-F238E27FC236}">
                  <a16:creationId xmlns:a16="http://schemas.microsoft.com/office/drawing/2014/main" id="{26D77D33-3592-4709-941F-137D7EAC590F}"/>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71" name="Line 25">
              <a:extLst>
                <a:ext uri="{FF2B5EF4-FFF2-40B4-BE49-F238E27FC236}">
                  <a16:creationId xmlns:a16="http://schemas.microsoft.com/office/drawing/2014/main" id="{2AA71F5D-A02C-47DE-BC8E-784AD3BFA45E}"/>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72" name="Rectangle 4">
              <a:extLst>
                <a:ext uri="{FF2B5EF4-FFF2-40B4-BE49-F238E27FC236}">
                  <a16:creationId xmlns:a16="http://schemas.microsoft.com/office/drawing/2014/main" id="{4906CE12-910F-4518-AFEF-275F8AB0B48F}"/>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75" name="Line 7">
              <a:extLst>
                <a:ext uri="{FF2B5EF4-FFF2-40B4-BE49-F238E27FC236}">
                  <a16:creationId xmlns:a16="http://schemas.microsoft.com/office/drawing/2014/main" id="{2B3A87EB-252B-4DDB-B4E3-2FD193899331}"/>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39277" name="Freeform 36">
              <a:extLst>
                <a:ext uri="{FF2B5EF4-FFF2-40B4-BE49-F238E27FC236}">
                  <a16:creationId xmlns:a16="http://schemas.microsoft.com/office/drawing/2014/main" id="{67F675D8-DAA6-4940-9D60-EDC45226E29B}"/>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78" name="Line 37">
              <a:extLst>
                <a:ext uri="{FF2B5EF4-FFF2-40B4-BE49-F238E27FC236}">
                  <a16:creationId xmlns:a16="http://schemas.microsoft.com/office/drawing/2014/main" id="{22F79EE8-D664-4BC6-8E32-4EBB9A0DE2DE}"/>
                </a:ext>
              </a:extLst>
            </p:cNvPr>
            <p:cNvSpPr>
              <a:spLocks noChangeShapeType="1"/>
            </p:cNvSpPr>
            <p:nvPr/>
          </p:nvSpPr>
          <p:spPr bwMode="auto">
            <a:xfrm>
              <a:off x="7681824" y="432823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279" name="Line 37">
              <a:extLst>
                <a:ext uri="{FF2B5EF4-FFF2-40B4-BE49-F238E27FC236}">
                  <a16:creationId xmlns:a16="http://schemas.microsoft.com/office/drawing/2014/main" id="{F6072CFC-567D-469B-81EC-8FC79DA0DF80}"/>
                </a:ext>
              </a:extLst>
            </p:cNvPr>
            <p:cNvSpPr>
              <a:spLocks noChangeShapeType="1"/>
            </p:cNvSpPr>
            <p:nvPr/>
          </p:nvSpPr>
          <p:spPr bwMode="auto">
            <a:xfrm>
              <a:off x="7682868" y="394342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Title 1">
            <a:extLst>
              <a:ext uri="{FF2B5EF4-FFF2-40B4-BE49-F238E27FC236}">
                <a16:creationId xmlns:a16="http://schemas.microsoft.com/office/drawing/2014/main" id="{F0E5D2A5-662C-403E-AA62-BDD61F0E2B9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0290" name="Rectangle 11">
            <a:extLst>
              <a:ext uri="{FF2B5EF4-FFF2-40B4-BE49-F238E27FC236}">
                <a16:creationId xmlns:a16="http://schemas.microsoft.com/office/drawing/2014/main" id="{A8AD13A7-516E-49D3-88BF-03A5767C13F2}"/>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1" name="Line 290">
            <a:extLst>
              <a:ext uri="{FF2B5EF4-FFF2-40B4-BE49-F238E27FC236}">
                <a16:creationId xmlns:a16="http://schemas.microsoft.com/office/drawing/2014/main" id="{BCF240DF-C554-4F42-BDF9-08774A627D0D}"/>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2" name="Line 294">
            <a:extLst>
              <a:ext uri="{FF2B5EF4-FFF2-40B4-BE49-F238E27FC236}">
                <a16:creationId xmlns:a16="http://schemas.microsoft.com/office/drawing/2014/main" id="{4309DBDE-EA54-4FDE-B731-F9F492F2FECC}"/>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3" name="Freeform 68">
            <a:extLst>
              <a:ext uri="{FF2B5EF4-FFF2-40B4-BE49-F238E27FC236}">
                <a16:creationId xmlns:a16="http://schemas.microsoft.com/office/drawing/2014/main" id="{C4431E85-1684-40F3-B4A1-06604F3ECF76}"/>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4" name="Line 294">
            <a:extLst>
              <a:ext uri="{FF2B5EF4-FFF2-40B4-BE49-F238E27FC236}">
                <a16:creationId xmlns:a16="http://schemas.microsoft.com/office/drawing/2014/main" id="{07761973-B4A8-4B14-AE47-8481CADD88E2}"/>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5" name="Freeform 68">
            <a:extLst>
              <a:ext uri="{FF2B5EF4-FFF2-40B4-BE49-F238E27FC236}">
                <a16:creationId xmlns:a16="http://schemas.microsoft.com/office/drawing/2014/main" id="{578EA652-66B1-47B3-9E4F-6A1E47A5850A}"/>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6" name="Line 294">
            <a:extLst>
              <a:ext uri="{FF2B5EF4-FFF2-40B4-BE49-F238E27FC236}">
                <a16:creationId xmlns:a16="http://schemas.microsoft.com/office/drawing/2014/main" id="{6C2B3CCA-12A6-4C13-B98B-F96129675E14}"/>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7" name="Freeform 68">
            <a:extLst>
              <a:ext uri="{FF2B5EF4-FFF2-40B4-BE49-F238E27FC236}">
                <a16:creationId xmlns:a16="http://schemas.microsoft.com/office/drawing/2014/main" id="{22F57DEA-783D-40A6-AF0D-344F29543819}"/>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298" name="Line 294">
            <a:extLst>
              <a:ext uri="{FF2B5EF4-FFF2-40B4-BE49-F238E27FC236}">
                <a16:creationId xmlns:a16="http://schemas.microsoft.com/office/drawing/2014/main" id="{0AE4D495-F208-4F6A-87CA-E66B92273EC3}"/>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0299" name="Group 3">
            <a:extLst>
              <a:ext uri="{FF2B5EF4-FFF2-40B4-BE49-F238E27FC236}">
                <a16:creationId xmlns:a16="http://schemas.microsoft.com/office/drawing/2014/main" id="{30698332-F980-4A54-B90D-F7B54B28D848}"/>
              </a:ext>
            </a:extLst>
          </p:cNvPr>
          <p:cNvGrpSpPr>
            <a:grpSpLocks/>
          </p:cNvGrpSpPr>
          <p:nvPr/>
        </p:nvGrpSpPr>
        <p:grpSpPr bwMode="auto">
          <a:xfrm>
            <a:off x="5824538" y="3730625"/>
            <a:ext cx="927100" cy="801688"/>
            <a:chOff x="5824858" y="3730423"/>
            <a:chExt cx="926479" cy="801207"/>
          </a:xfrm>
        </p:grpSpPr>
        <p:sp>
          <p:nvSpPr>
            <p:cNvPr id="140333" name="Line 25">
              <a:extLst>
                <a:ext uri="{FF2B5EF4-FFF2-40B4-BE49-F238E27FC236}">
                  <a16:creationId xmlns:a16="http://schemas.microsoft.com/office/drawing/2014/main" id="{4EAF5625-3C5E-4CC1-A07C-EE02EC3C5D85}"/>
                </a:ext>
              </a:extLst>
            </p:cNvPr>
            <p:cNvSpPr>
              <a:spLocks noChangeShapeType="1"/>
            </p:cNvSpPr>
            <p:nvPr/>
          </p:nvSpPr>
          <p:spPr bwMode="auto">
            <a:xfrm>
              <a:off x="6525022"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34" name="Line 25">
              <a:extLst>
                <a:ext uri="{FF2B5EF4-FFF2-40B4-BE49-F238E27FC236}">
                  <a16:creationId xmlns:a16="http://schemas.microsoft.com/office/drawing/2014/main" id="{033C206C-49AB-440B-8E42-CD515EB01E12}"/>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35" name="Rectangle 4">
              <a:extLst>
                <a:ext uri="{FF2B5EF4-FFF2-40B4-BE49-F238E27FC236}">
                  <a16:creationId xmlns:a16="http://schemas.microsoft.com/office/drawing/2014/main" id="{7EAF185A-6909-4AA8-8538-8A56D5D4C39A}"/>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101" y="3865280"/>
              <a:ext cx="13167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765" y="3858934"/>
              <a:ext cx="131674"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38" name="Line 7">
              <a:extLst>
                <a:ext uri="{FF2B5EF4-FFF2-40B4-BE49-F238E27FC236}">
                  <a16:creationId xmlns:a16="http://schemas.microsoft.com/office/drawing/2014/main" id="{A4A19CEC-4A6E-4609-80F7-6568252C40AF}"/>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351" y="4268263"/>
              <a:ext cx="13008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40" name="Freeform 36">
              <a:extLst>
                <a:ext uri="{FF2B5EF4-FFF2-40B4-BE49-F238E27FC236}">
                  <a16:creationId xmlns:a16="http://schemas.microsoft.com/office/drawing/2014/main" id="{94F163CC-7641-4791-8A13-5437A4063DF1}"/>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41" name="Line 37">
              <a:extLst>
                <a:ext uri="{FF2B5EF4-FFF2-40B4-BE49-F238E27FC236}">
                  <a16:creationId xmlns:a16="http://schemas.microsoft.com/office/drawing/2014/main" id="{0622FE65-CC95-49FA-A9E1-71364956E359}"/>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42" name="Line 37">
              <a:extLst>
                <a:ext uri="{FF2B5EF4-FFF2-40B4-BE49-F238E27FC236}">
                  <a16:creationId xmlns:a16="http://schemas.microsoft.com/office/drawing/2014/main" id="{5754AC1F-B8AB-42C2-9D2F-AF26507DBBBE}"/>
                </a:ext>
              </a:extLst>
            </p:cNvPr>
            <p:cNvSpPr>
              <a:spLocks noChangeShapeType="1"/>
            </p:cNvSpPr>
            <p:nvPr/>
          </p:nvSpPr>
          <p:spPr bwMode="auto">
            <a:xfrm>
              <a:off x="5824858" y="394215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0300" name="Group 5">
            <a:extLst>
              <a:ext uri="{FF2B5EF4-FFF2-40B4-BE49-F238E27FC236}">
                <a16:creationId xmlns:a16="http://schemas.microsoft.com/office/drawing/2014/main" id="{0CAC894E-A3EF-42D0-B5E8-A45455F6A29F}"/>
              </a:ext>
            </a:extLst>
          </p:cNvPr>
          <p:cNvGrpSpPr>
            <a:grpSpLocks/>
          </p:cNvGrpSpPr>
          <p:nvPr/>
        </p:nvGrpSpPr>
        <p:grpSpPr bwMode="auto">
          <a:xfrm>
            <a:off x="3954463" y="3730625"/>
            <a:ext cx="928687" cy="801688"/>
            <a:chOff x="3954148" y="3730423"/>
            <a:chExt cx="929657" cy="801207"/>
          </a:xfrm>
        </p:grpSpPr>
        <p:sp>
          <p:nvSpPr>
            <p:cNvPr id="140323" name="Line 25">
              <a:extLst>
                <a:ext uri="{FF2B5EF4-FFF2-40B4-BE49-F238E27FC236}">
                  <a16:creationId xmlns:a16="http://schemas.microsoft.com/office/drawing/2014/main" id="{B5A287EB-055A-4FC4-B7D2-3F9AABC367BD}"/>
                </a:ext>
              </a:extLst>
            </p:cNvPr>
            <p:cNvSpPr>
              <a:spLocks noChangeShapeType="1"/>
            </p:cNvSpPr>
            <p:nvPr/>
          </p:nvSpPr>
          <p:spPr bwMode="auto">
            <a:xfrm>
              <a:off x="4657490"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24" name="Line 25">
              <a:extLst>
                <a:ext uri="{FF2B5EF4-FFF2-40B4-BE49-F238E27FC236}">
                  <a16:creationId xmlns:a16="http://schemas.microsoft.com/office/drawing/2014/main" id="{566DF6A3-BFA5-4953-86E2-37547A87A608}"/>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25" name="Rectangle 4">
              <a:extLst>
                <a:ext uri="{FF2B5EF4-FFF2-40B4-BE49-F238E27FC236}">
                  <a16:creationId xmlns:a16="http://schemas.microsoft.com/office/drawing/2014/main" id="{72524C33-D1AF-4962-B7D2-B7EBFABCB8C2}"/>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413" y="3865280"/>
              <a:ext cx="13190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585" y="3858934"/>
              <a:ext cx="13190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28" name="Line 7">
              <a:extLst>
                <a:ext uri="{FF2B5EF4-FFF2-40B4-BE49-F238E27FC236}">
                  <a16:creationId xmlns:a16="http://schemas.microsoft.com/office/drawing/2014/main" id="{1229AB58-986C-40B0-AD0D-BE59F761F9D0}"/>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175" y="4268263"/>
              <a:ext cx="13031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30" name="Freeform 36">
              <a:extLst>
                <a:ext uri="{FF2B5EF4-FFF2-40B4-BE49-F238E27FC236}">
                  <a16:creationId xmlns:a16="http://schemas.microsoft.com/office/drawing/2014/main" id="{B29FC64C-7597-4347-8653-07B02CEF8F2E}"/>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31" name="Line 37">
              <a:extLst>
                <a:ext uri="{FF2B5EF4-FFF2-40B4-BE49-F238E27FC236}">
                  <a16:creationId xmlns:a16="http://schemas.microsoft.com/office/drawing/2014/main" id="{8F6758EF-231C-45EC-97BC-8B0A2ED66C1C}"/>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32" name="Line 37">
              <a:extLst>
                <a:ext uri="{FF2B5EF4-FFF2-40B4-BE49-F238E27FC236}">
                  <a16:creationId xmlns:a16="http://schemas.microsoft.com/office/drawing/2014/main" id="{927709B0-E2AD-4B6F-8718-40CAB3905E15}"/>
                </a:ext>
              </a:extLst>
            </p:cNvPr>
            <p:cNvSpPr>
              <a:spLocks noChangeShapeType="1"/>
            </p:cNvSpPr>
            <p:nvPr/>
          </p:nvSpPr>
          <p:spPr bwMode="auto">
            <a:xfrm>
              <a:off x="3954148" y="394469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0301" name="Group 6">
            <a:extLst>
              <a:ext uri="{FF2B5EF4-FFF2-40B4-BE49-F238E27FC236}">
                <a16:creationId xmlns:a16="http://schemas.microsoft.com/office/drawing/2014/main" id="{D432C07E-5539-44D4-8285-738A7069C6C4}"/>
              </a:ext>
            </a:extLst>
          </p:cNvPr>
          <p:cNvGrpSpPr>
            <a:grpSpLocks/>
          </p:cNvGrpSpPr>
          <p:nvPr/>
        </p:nvGrpSpPr>
        <p:grpSpPr bwMode="auto">
          <a:xfrm>
            <a:off x="2095500" y="3730625"/>
            <a:ext cx="927100" cy="801688"/>
            <a:chOff x="2096138" y="3730423"/>
            <a:chExt cx="926582" cy="801207"/>
          </a:xfrm>
        </p:grpSpPr>
        <p:sp>
          <p:nvSpPr>
            <p:cNvPr id="140313" name="Line 25">
              <a:extLst>
                <a:ext uri="{FF2B5EF4-FFF2-40B4-BE49-F238E27FC236}">
                  <a16:creationId xmlns:a16="http://schemas.microsoft.com/office/drawing/2014/main" id="{F38DBB40-0A52-49A2-870E-73B955F70262}"/>
                </a:ext>
              </a:extLst>
            </p:cNvPr>
            <p:cNvSpPr>
              <a:spLocks noChangeShapeType="1"/>
            </p:cNvSpPr>
            <p:nvPr/>
          </p:nvSpPr>
          <p:spPr bwMode="auto">
            <a:xfrm>
              <a:off x="2796405"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14" name="Line 25">
              <a:extLst>
                <a:ext uri="{FF2B5EF4-FFF2-40B4-BE49-F238E27FC236}">
                  <a16:creationId xmlns:a16="http://schemas.microsoft.com/office/drawing/2014/main" id="{C72089D7-88F5-4148-95FF-4803F6CF617F}"/>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15" name="Rectangle 4">
              <a:extLst>
                <a:ext uri="{FF2B5EF4-FFF2-40B4-BE49-F238E27FC236}">
                  <a16:creationId xmlns:a16="http://schemas.microsoft.com/office/drawing/2014/main" id="{F4B9EF36-CDD3-4DE0-8A84-3B14C9766D34}"/>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8410" y="3865280"/>
              <a:ext cx="13168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5106" y="3858934"/>
              <a:ext cx="13168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18" name="Line 7">
              <a:extLst>
                <a:ext uri="{FF2B5EF4-FFF2-40B4-BE49-F238E27FC236}">
                  <a16:creationId xmlns:a16="http://schemas.microsoft.com/office/drawing/2014/main" id="{FF83DFAA-B5C4-452C-959C-C266E206FB36}"/>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693" y="4268263"/>
              <a:ext cx="130102"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20" name="Freeform 36">
              <a:extLst>
                <a:ext uri="{FF2B5EF4-FFF2-40B4-BE49-F238E27FC236}">
                  <a16:creationId xmlns:a16="http://schemas.microsoft.com/office/drawing/2014/main" id="{2A131796-586E-428F-A53B-9B2574A87761}"/>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21" name="Line 37">
              <a:extLst>
                <a:ext uri="{FF2B5EF4-FFF2-40B4-BE49-F238E27FC236}">
                  <a16:creationId xmlns:a16="http://schemas.microsoft.com/office/drawing/2014/main" id="{BC44502B-47EF-48BA-9D16-3F7DD47371F6}"/>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22" name="Line 37">
              <a:extLst>
                <a:ext uri="{FF2B5EF4-FFF2-40B4-BE49-F238E27FC236}">
                  <a16:creationId xmlns:a16="http://schemas.microsoft.com/office/drawing/2014/main" id="{92E0125C-B03D-4CC8-8F28-5B454F4D78E6}"/>
                </a:ext>
              </a:extLst>
            </p:cNvPr>
            <p:cNvSpPr>
              <a:spLocks noChangeShapeType="1"/>
            </p:cNvSpPr>
            <p:nvPr/>
          </p:nvSpPr>
          <p:spPr bwMode="auto">
            <a:xfrm>
              <a:off x="2096138" y="394469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0302" name="Group 7">
            <a:extLst>
              <a:ext uri="{FF2B5EF4-FFF2-40B4-BE49-F238E27FC236}">
                <a16:creationId xmlns:a16="http://schemas.microsoft.com/office/drawing/2014/main" id="{9D65D4FA-B46C-4DD1-B865-DC18B979C128}"/>
              </a:ext>
            </a:extLst>
          </p:cNvPr>
          <p:cNvGrpSpPr>
            <a:grpSpLocks/>
          </p:cNvGrpSpPr>
          <p:nvPr/>
        </p:nvGrpSpPr>
        <p:grpSpPr bwMode="auto">
          <a:xfrm>
            <a:off x="7681913" y="3727450"/>
            <a:ext cx="923925" cy="801688"/>
            <a:chOff x="7681824" y="3728222"/>
            <a:chExt cx="924518" cy="801207"/>
          </a:xfrm>
        </p:grpSpPr>
        <p:sp>
          <p:nvSpPr>
            <p:cNvPr id="140303" name="Line 25">
              <a:extLst>
                <a:ext uri="{FF2B5EF4-FFF2-40B4-BE49-F238E27FC236}">
                  <a16:creationId xmlns:a16="http://schemas.microsoft.com/office/drawing/2014/main" id="{851DF873-91B5-43EB-9D98-1370DE7B30A4}"/>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04" name="Line 25">
              <a:extLst>
                <a:ext uri="{FF2B5EF4-FFF2-40B4-BE49-F238E27FC236}">
                  <a16:creationId xmlns:a16="http://schemas.microsoft.com/office/drawing/2014/main" id="{7C596F9F-C318-4426-8C70-E271F84684EA}"/>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05" name="Rectangle 4">
              <a:extLst>
                <a:ext uri="{FF2B5EF4-FFF2-40B4-BE49-F238E27FC236}">
                  <a16:creationId xmlns:a16="http://schemas.microsoft.com/office/drawing/2014/main" id="{49C2F2F0-B766-41FA-A6FA-BCA570F63228}"/>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08" name="Line 7">
              <a:extLst>
                <a:ext uri="{FF2B5EF4-FFF2-40B4-BE49-F238E27FC236}">
                  <a16:creationId xmlns:a16="http://schemas.microsoft.com/office/drawing/2014/main" id="{7EC2965E-EAD3-4880-B4D7-EF5DA57B0149}"/>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0310" name="Freeform 36">
              <a:extLst>
                <a:ext uri="{FF2B5EF4-FFF2-40B4-BE49-F238E27FC236}">
                  <a16:creationId xmlns:a16="http://schemas.microsoft.com/office/drawing/2014/main" id="{D2E5F23B-7A10-498E-8C1B-428B955441BE}"/>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11" name="Line 37">
              <a:extLst>
                <a:ext uri="{FF2B5EF4-FFF2-40B4-BE49-F238E27FC236}">
                  <a16:creationId xmlns:a16="http://schemas.microsoft.com/office/drawing/2014/main" id="{35302D58-6442-4A5B-A915-A522ADF8D307}"/>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312" name="Line 37">
              <a:extLst>
                <a:ext uri="{FF2B5EF4-FFF2-40B4-BE49-F238E27FC236}">
                  <a16:creationId xmlns:a16="http://schemas.microsoft.com/office/drawing/2014/main" id="{9296C2E0-BACC-42D4-92FD-D2E52117D76B}"/>
                </a:ext>
              </a:extLst>
            </p:cNvPr>
            <p:cNvSpPr>
              <a:spLocks noChangeShapeType="1"/>
            </p:cNvSpPr>
            <p:nvPr/>
          </p:nvSpPr>
          <p:spPr bwMode="auto">
            <a:xfrm>
              <a:off x="7682868" y="3943424"/>
              <a:ext cx="200022"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Title 1">
            <a:extLst>
              <a:ext uri="{FF2B5EF4-FFF2-40B4-BE49-F238E27FC236}">
                <a16:creationId xmlns:a16="http://schemas.microsoft.com/office/drawing/2014/main" id="{864F70EE-AA85-4205-84C5-CFF18D0CA62E}"/>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pic>
        <p:nvPicPr>
          <p:cNvPr id="2" name="Picture 1">
            <a:extLst>
              <a:ext uri="{FF2B5EF4-FFF2-40B4-BE49-F238E27FC236}">
                <a16:creationId xmlns:a16="http://schemas.microsoft.com/office/drawing/2014/main" id="{CA44BD5D-AEED-4F45-8FCF-125A954488FE}"/>
              </a:ext>
            </a:extLst>
          </p:cNvPr>
          <p:cNvPicPr>
            <a:picLocks noChangeAspect="1"/>
          </p:cNvPicPr>
          <p:nvPr/>
        </p:nvPicPr>
        <p:blipFill>
          <a:blip r:embed="rId2"/>
          <a:stretch>
            <a:fillRect/>
          </a:stretch>
        </p:blipFill>
        <p:spPr>
          <a:xfrm>
            <a:off x="1003525" y="548419"/>
            <a:ext cx="6556133" cy="1194909"/>
          </a:xfrm>
          <a:prstGeom prst="rect">
            <a:avLst/>
          </a:prstGeom>
        </p:spPr>
      </p:pic>
      <p:pic>
        <p:nvPicPr>
          <p:cNvPr id="3" name="Picture 2">
            <a:extLst>
              <a:ext uri="{FF2B5EF4-FFF2-40B4-BE49-F238E27FC236}">
                <a16:creationId xmlns:a16="http://schemas.microsoft.com/office/drawing/2014/main" id="{A87683A1-3A5F-4BAF-834C-32932A2B6F67}"/>
              </a:ext>
            </a:extLst>
          </p:cNvPr>
          <p:cNvPicPr>
            <a:picLocks noChangeAspect="1"/>
          </p:cNvPicPr>
          <p:nvPr/>
        </p:nvPicPr>
        <p:blipFill>
          <a:blip r:embed="rId3"/>
          <a:stretch>
            <a:fillRect/>
          </a:stretch>
        </p:blipFill>
        <p:spPr>
          <a:xfrm>
            <a:off x="1143000" y="2925997"/>
            <a:ext cx="7924393" cy="1798403"/>
          </a:xfrm>
          <a:prstGeom prst="rect">
            <a:avLst/>
          </a:prstGeom>
        </p:spPr>
      </p:pic>
      <mc:AlternateContent xmlns:mc="http://schemas.openxmlformats.org/markup-compatibility/2006">
        <mc:Choice xmlns:p14="http://schemas.microsoft.com/office/powerpoint/2010/main" Requires="p14">
          <p:contentPart p14:bwMode="auto" r:id="rId4">
            <p14:nvContentPartPr>
              <p14:cNvPr id="4" name="Ink 3">
                <a:extLst>
                  <a:ext uri="{FF2B5EF4-FFF2-40B4-BE49-F238E27FC236}">
                    <a16:creationId xmlns:a16="http://schemas.microsoft.com/office/drawing/2014/main" id="{6B61D16C-291C-468E-8F4B-D931780E0652}"/>
                  </a:ext>
                </a:extLst>
              </p14:cNvPr>
              <p14:cNvContentPartPr/>
              <p14:nvPr/>
            </p14:nvContentPartPr>
            <p14:xfrm>
              <a:off x="2039040" y="1432800"/>
              <a:ext cx="7045920" cy="4138920"/>
            </p14:xfrm>
          </p:contentPart>
        </mc:Choice>
        <mc:Fallback>
          <p:pic>
            <p:nvPicPr>
              <p:cNvPr id="4" name="Ink 3">
                <a:extLst>
                  <a:ext uri="{FF2B5EF4-FFF2-40B4-BE49-F238E27FC236}">
                    <a16:creationId xmlns:a16="http://schemas.microsoft.com/office/drawing/2014/main" id="{6B61D16C-291C-468E-8F4B-D931780E0652}"/>
                  </a:ext>
                </a:extLst>
              </p:cNvPr>
              <p:cNvPicPr/>
              <p:nvPr/>
            </p:nvPicPr>
            <p:blipFill>
              <a:blip r:embed="rId5"/>
              <a:stretch>
                <a:fillRect/>
              </a:stretch>
            </p:blipFill>
            <p:spPr>
              <a:xfrm>
                <a:off x="2029680" y="1423440"/>
                <a:ext cx="7064640" cy="4157640"/>
              </a:xfrm>
              <a:prstGeom prst="rect">
                <a:avLst/>
              </a:prstGeom>
            </p:spPr>
          </p:pic>
        </mc:Fallback>
      </mc:AlternateContent>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Title 1">
            <a:extLst>
              <a:ext uri="{FF2B5EF4-FFF2-40B4-BE49-F238E27FC236}">
                <a16:creationId xmlns:a16="http://schemas.microsoft.com/office/drawing/2014/main" id="{864F70EE-AA85-4205-84C5-CFF18D0CA62E}"/>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1314" name="Rectangle 11">
            <a:extLst>
              <a:ext uri="{FF2B5EF4-FFF2-40B4-BE49-F238E27FC236}">
                <a16:creationId xmlns:a16="http://schemas.microsoft.com/office/drawing/2014/main" id="{3852E7F1-1A42-43C0-9B4C-ECCAD297DBE1}"/>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15" name="Line 290">
            <a:extLst>
              <a:ext uri="{FF2B5EF4-FFF2-40B4-BE49-F238E27FC236}">
                <a16:creationId xmlns:a16="http://schemas.microsoft.com/office/drawing/2014/main" id="{D936F337-0B06-4B64-A7A2-50C0AC2AB153}"/>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16" name="Line 294">
            <a:extLst>
              <a:ext uri="{FF2B5EF4-FFF2-40B4-BE49-F238E27FC236}">
                <a16:creationId xmlns:a16="http://schemas.microsoft.com/office/drawing/2014/main" id="{B2B5DAE4-F53F-4108-9B72-69F534EFA0FE}"/>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17" name="Freeform 68">
            <a:extLst>
              <a:ext uri="{FF2B5EF4-FFF2-40B4-BE49-F238E27FC236}">
                <a16:creationId xmlns:a16="http://schemas.microsoft.com/office/drawing/2014/main" id="{0D099357-E8AF-4003-B55F-0BF091AADCF8}"/>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18" name="Line 294">
            <a:extLst>
              <a:ext uri="{FF2B5EF4-FFF2-40B4-BE49-F238E27FC236}">
                <a16:creationId xmlns:a16="http://schemas.microsoft.com/office/drawing/2014/main" id="{6A1DCCB6-27A5-4C58-A022-FB94A3E383C0}"/>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19" name="Freeform 68">
            <a:extLst>
              <a:ext uri="{FF2B5EF4-FFF2-40B4-BE49-F238E27FC236}">
                <a16:creationId xmlns:a16="http://schemas.microsoft.com/office/drawing/2014/main" id="{9BDC0A0F-D1B1-4E2E-961D-2DB70E2A6ECE}"/>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20" name="Line 294">
            <a:extLst>
              <a:ext uri="{FF2B5EF4-FFF2-40B4-BE49-F238E27FC236}">
                <a16:creationId xmlns:a16="http://schemas.microsoft.com/office/drawing/2014/main" id="{9C7C8F7B-62D0-4F4E-BCF6-758104206032}"/>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21" name="Freeform 68">
            <a:extLst>
              <a:ext uri="{FF2B5EF4-FFF2-40B4-BE49-F238E27FC236}">
                <a16:creationId xmlns:a16="http://schemas.microsoft.com/office/drawing/2014/main" id="{EB261520-13B3-4584-BF69-4EDC5B5EAA29}"/>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22" name="Line 294">
            <a:extLst>
              <a:ext uri="{FF2B5EF4-FFF2-40B4-BE49-F238E27FC236}">
                <a16:creationId xmlns:a16="http://schemas.microsoft.com/office/drawing/2014/main" id="{3E768062-E678-4A53-AE93-8EA21C0E1E8D}"/>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1323" name="Group 146">
            <a:extLst>
              <a:ext uri="{FF2B5EF4-FFF2-40B4-BE49-F238E27FC236}">
                <a16:creationId xmlns:a16="http://schemas.microsoft.com/office/drawing/2014/main" id="{FB2AE85B-CD2A-4815-A69C-4EC47A785A46}"/>
              </a:ext>
            </a:extLst>
          </p:cNvPr>
          <p:cNvGrpSpPr>
            <a:grpSpLocks/>
          </p:cNvGrpSpPr>
          <p:nvPr/>
        </p:nvGrpSpPr>
        <p:grpSpPr bwMode="auto">
          <a:xfrm>
            <a:off x="3430588" y="3146425"/>
            <a:ext cx="733425" cy="1250950"/>
            <a:chOff x="5426706" y="4609668"/>
            <a:chExt cx="976298" cy="1667308"/>
          </a:xfrm>
        </p:grpSpPr>
        <p:sp>
          <p:nvSpPr>
            <p:cNvPr id="141394" name="Line 4">
              <a:extLst>
                <a:ext uri="{FF2B5EF4-FFF2-40B4-BE49-F238E27FC236}">
                  <a16:creationId xmlns:a16="http://schemas.microsoft.com/office/drawing/2014/main" id="{4FCCE6E0-2567-4B66-88CD-A5305DE47BDE}"/>
                </a:ext>
              </a:extLst>
            </p:cNvPr>
            <p:cNvSpPr>
              <a:spLocks noChangeAspect="1" noChangeShapeType="1"/>
            </p:cNvSpPr>
            <p:nvPr/>
          </p:nvSpPr>
          <p:spPr bwMode="auto">
            <a:xfrm>
              <a:off x="5446612" y="527942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5" name="Line 5">
              <a:extLst>
                <a:ext uri="{FF2B5EF4-FFF2-40B4-BE49-F238E27FC236}">
                  <a16:creationId xmlns:a16="http://schemas.microsoft.com/office/drawing/2014/main" id="{8B5D7CD7-BD71-4134-A1F7-207ECB8829FB}"/>
                </a:ext>
              </a:extLst>
            </p:cNvPr>
            <p:cNvSpPr>
              <a:spLocks noChangeAspect="1" noChangeShapeType="1"/>
            </p:cNvSpPr>
            <p:nvPr/>
          </p:nvSpPr>
          <p:spPr bwMode="auto">
            <a:xfrm>
              <a:off x="5426706" y="5546862"/>
              <a:ext cx="26790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6" name="Line 6">
              <a:extLst>
                <a:ext uri="{FF2B5EF4-FFF2-40B4-BE49-F238E27FC236}">
                  <a16:creationId xmlns:a16="http://schemas.microsoft.com/office/drawing/2014/main" id="{626D7BDE-C955-49A3-8489-EBB5E1DEAE2E}"/>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7" name="Freeform 7">
              <a:extLst>
                <a:ext uri="{FF2B5EF4-FFF2-40B4-BE49-F238E27FC236}">
                  <a16:creationId xmlns:a16="http://schemas.microsoft.com/office/drawing/2014/main" id="{3243AF7E-3FB4-4652-A0E6-BBEC85286F76}"/>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8" name="Line 20">
              <a:extLst>
                <a:ext uri="{FF2B5EF4-FFF2-40B4-BE49-F238E27FC236}">
                  <a16:creationId xmlns:a16="http://schemas.microsoft.com/office/drawing/2014/main" id="{437778B6-1BBA-4242-BB46-56834B337C20}"/>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9" name="Line 21">
              <a:extLst>
                <a:ext uri="{FF2B5EF4-FFF2-40B4-BE49-F238E27FC236}">
                  <a16:creationId xmlns:a16="http://schemas.microsoft.com/office/drawing/2014/main" id="{0D2DB61F-F106-4A5B-8C3A-90B459FA751D}"/>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572" y="5180954"/>
              <a:ext cx="223999"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1401" name="Line 101">
              <a:extLst>
                <a:ext uri="{FF2B5EF4-FFF2-40B4-BE49-F238E27FC236}">
                  <a16:creationId xmlns:a16="http://schemas.microsoft.com/office/drawing/2014/main" id="{0BC951EF-70B8-4DA8-BC45-66AD05812E22}"/>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402" name="Line 101">
              <a:extLst>
                <a:ext uri="{FF2B5EF4-FFF2-40B4-BE49-F238E27FC236}">
                  <a16:creationId xmlns:a16="http://schemas.microsoft.com/office/drawing/2014/main" id="{92786410-884B-4062-A1C4-3D7B599AA050}"/>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4" name="Group 174">
            <a:extLst>
              <a:ext uri="{FF2B5EF4-FFF2-40B4-BE49-F238E27FC236}">
                <a16:creationId xmlns:a16="http://schemas.microsoft.com/office/drawing/2014/main" id="{B6495BBB-88F9-4C61-86BD-65AF9D67F920}"/>
              </a:ext>
            </a:extLst>
          </p:cNvPr>
          <p:cNvGrpSpPr>
            <a:grpSpLocks/>
          </p:cNvGrpSpPr>
          <p:nvPr/>
        </p:nvGrpSpPr>
        <p:grpSpPr bwMode="auto">
          <a:xfrm>
            <a:off x="5302250" y="3146425"/>
            <a:ext cx="728663" cy="1250950"/>
            <a:chOff x="5430481" y="4609668"/>
            <a:chExt cx="972523" cy="1667308"/>
          </a:xfrm>
        </p:grpSpPr>
        <p:sp>
          <p:nvSpPr>
            <p:cNvPr id="141385" name="Line 4">
              <a:extLst>
                <a:ext uri="{FF2B5EF4-FFF2-40B4-BE49-F238E27FC236}">
                  <a16:creationId xmlns:a16="http://schemas.microsoft.com/office/drawing/2014/main" id="{20FBC481-DB85-47C5-AA45-1117DD41D940}"/>
                </a:ext>
              </a:extLst>
            </p:cNvPr>
            <p:cNvSpPr>
              <a:spLocks noChangeAspect="1" noChangeShapeType="1"/>
            </p:cNvSpPr>
            <p:nvPr/>
          </p:nvSpPr>
          <p:spPr bwMode="auto">
            <a:xfrm>
              <a:off x="5446612" y="527942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6" name="Line 5">
              <a:extLst>
                <a:ext uri="{FF2B5EF4-FFF2-40B4-BE49-F238E27FC236}">
                  <a16:creationId xmlns:a16="http://schemas.microsoft.com/office/drawing/2014/main" id="{DC4270F0-C518-4FAD-A9DA-23EE999B0317}"/>
                </a:ext>
              </a:extLst>
            </p:cNvPr>
            <p:cNvSpPr>
              <a:spLocks noChangeAspect="1" noChangeShapeType="1"/>
            </p:cNvSpPr>
            <p:nvPr/>
          </p:nvSpPr>
          <p:spPr bwMode="auto">
            <a:xfrm>
              <a:off x="5430481" y="5546862"/>
              <a:ext cx="26412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7" name="Line 6">
              <a:extLst>
                <a:ext uri="{FF2B5EF4-FFF2-40B4-BE49-F238E27FC236}">
                  <a16:creationId xmlns:a16="http://schemas.microsoft.com/office/drawing/2014/main" id="{A6AF8BA6-ABA8-4366-B6F2-F58442FCC8C4}"/>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8" name="Freeform 7">
              <a:extLst>
                <a:ext uri="{FF2B5EF4-FFF2-40B4-BE49-F238E27FC236}">
                  <a16:creationId xmlns:a16="http://schemas.microsoft.com/office/drawing/2014/main" id="{68896D63-801C-4600-B772-CEB6931A542D}"/>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9" name="Line 20">
              <a:extLst>
                <a:ext uri="{FF2B5EF4-FFF2-40B4-BE49-F238E27FC236}">
                  <a16:creationId xmlns:a16="http://schemas.microsoft.com/office/drawing/2014/main" id="{8AFC5C68-FB79-48EE-A841-35D14E752E9C}"/>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0" name="Line 21">
              <a:extLst>
                <a:ext uri="{FF2B5EF4-FFF2-40B4-BE49-F238E27FC236}">
                  <a16:creationId xmlns:a16="http://schemas.microsoft.com/office/drawing/2014/main" id="{8E123F89-6FB0-4ABE-84BD-80A92C28CBAD}"/>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1943" y="5180954"/>
              <a:ext cx="224591"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1392" name="Line 101">
              <a:extLst>
                <a:ext uri="{FF2B5EF4-FFF2-40B4-BE49-F238E27FC236}">
                  <a16:creationId xmlns:a16="http://schemas.microsoft.com/office/drawing/2014/main" id="{F1DF06EC-792A-4B43-9A00-48E1F52D3BB2}"/>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93" name="Line 101">
              <a:extLst>
                <a:ext uri="{FF2B5EF4-FFF2-40B4-BE49-F238E27FC236}">
                  <a16:creationId xmlns:a16="http://schemas.microsoft.com/office/drawing/2014/main" id="{0DC93355-5042-4979-92BE-1ABA9195CE43}"/>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5" name="Group 202">
            <a:extLst>
              <a:ext uri="{FF2B5EF4-FFF2-40B4-BE49-F238E27FC236}">
                <a16:creationId xmlns:a16="http://schemas.microsoft.com/office/drawing/2014/main" id="{D26D0950-8758-4F5D-90B9-A5331A7FF7FA}"/>
              </a:ext>
            </a:extLst>
          </p:cNvPr>
          <p:cNvGrpSpPr>
            <a:grpSpLocks/>
          </p:cNvGrpSpPr>
          <p:nvPr/>
        </p:nvGrpSpPr>
        <p:grpSpPr bwMode="auto">
          <a:xfrm>
            <a:off x="7164388" y="3144838"/>
            <a:ext cx="722312" cy="1249362"/>
            <a:chOff x="5440696" y="4609668"/>
            <a:chExt cx="962308" cy="1667308"/>
          </a:xfrm>
        </p:grpSpPr>
        <p:sp>
          <p:nvSpPr>
            <p:cNvPr id="141376" name="Line 4">
              <a:extLst>
                <a:ext uri="{FF2B5EF4-FFF2-40B4-BE49-F238E27FC236}">
                  <a16:creationId xmlns:a16="http://schemas.microsoft.com/office/drawing/2014/main" id="{81B85373-47EE-4262-90AF-3408FD9006E9}"/>
                </a:ext>
              </a:extLst>
            </p:cNvPr>
            <p:cNvSpPr>
              <a:spLocks noChangeAspect="1" noChangeShapeType="1"/>
            </p:cNvSpPr>
            <p:nvPr/>
          </p:nvSpPr>
          <p:spPr bwMode="auto">
            <a:xfrm>
              <a:off x="5446612" y="527942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7" name="Line 5">
              <a:extLst>
                <a:ext uri="{FF2B5EF4-FFF2-40B4-BE49-F238E27FC236}">
                  <a16:creationId xmlns:a16="http://schemas.microsoft.com/office/drawing/2014/main" id="{568F2834-F5D3-4657-855A-74862923DDC1}"/>
                </a:ext>
              </a:extLst>
            </p:cNvPr>
            <p:cNvSpPr>
              <a:spLocks noChangeAspect="1" noChangeShapeType="1"/>
            </p:cNvSpPr>
            <p:nvPr/>
          </p:nvSpPr>
          <p:spPr bwMode="auto">
            <a:xfrm>
              <a:off x="5446612" y="554511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8" name="Line 6">
              <a:extLst>
                <a:ext uri="{FF2B5EF4-FFF2-40B4-BE49-F238E27FC236}">
                  <a16:creationId xmlns:a16="http://schemas.microsoft.com/office/drawing/2014/main" id="{A550CCDC-6A06-4E59-B4DD-0EA226AC0125}"/>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9" name="Freeform 7">
              <a:extLst>
                <a:ext uri="{FF2B5EF4-FFF2-40B4-BE49-F238E27FC236}">
                  <a16:creationId xmlns:a16="http://schemas.microsoft.com/office/drawing/2014/main" id="{B7AB441D-CF4C-407F-A7DE-EE17523E8499}"/>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0" name="Line 20">
              <a:extLst>
                <a:ext uri="{FF2B5EF4-FFF2-40B4-BE49-F238E27FC236}">
                  <a16:creationId xmlns:a16="http://schemas.microsoft.com/office/drawing/2014/main" id="{2438B7FD-6C28-4304-98FA-8322535D89DF}"/>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1" name="Line 21">
              <a:extLst>
                <a:ext uri="{FF2B5EF4-FFF2-40B4-BE49-F238E27FC236}">
                  <a16:creationId xmlns:a16="http://schemas.microsoft.com/office/drawing/2014/main" id="{70E3CD98-B2CA-4607-8578-C96496BA6D48}"/>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021" y="5179561"/>
              <a:ext cx="22418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1383" name="Line 101">
              <a:extLst>
                <a:ext uri="{FF2B5EF4-FFF2-40B4-BE49-F238E27FC236}">
                  <a16:creationId xmlns:a16="http://schemas.microsoft.com/office/drawing/2014/main" id="{E050FED8-8442-419B-BDF1-837BE6574E7D}"/>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84" name="Line 101">
              <a:extLst>
                <a:ext uri="{FF2B5EF4-FFF2-40B4-BE49-F238E27FC236}">
                  <a16:creationId xmlns:a16="http://schemas.microsoft.com/office/drawing/2014/main" id="{58F159CF-7396-4E3A-9A49-0B000A31DB21}"/>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6" name="Group 5">
            <a:extLst>
              <a:ext uri="{FF2B5EF4-FFF2-40B4-BE49-F238E27FC236}">
                <a16:creationId xmlns:a16="http://schemas.microsoft.com/office/drawing/2014/main" id="{EB8377FE-E296-4FFE-A691-D495BD5BD424}"/>
              </a:ext>
            </a:extLst>
          </p:cNvPr>
          <p:cNvGrpSpPr>
            <a:grpSpLocks/>
          </p:cNvGrpSpPr>
          <p:nvPr/>
        </p:nvGrpSpPr>
        <p:grpSpPr bwMode="auto">
          <a:xfrm>
            <a:off x="1570038" y="3146425"/>
            <a:ext cx="731837" cy="1250950"/>
            <a:chOff x="1570182" y="3146351"/>
            <a:chExt cx="732269" cy="1250498"/>
          </a:xfrm>
        </p:grpSpPr>
        <p:sp>
          <p:nvSpPr>
            <p:cNvPr id="141367" name="Line 6">
              <a:extLst>
                <a:ext uri="{FF2B5EF4-FFF2-40B4-BE49-F238E27FC236}">
                  <a16:creationId xmlns:a16="http://schemas.microsoft.com/office/drawing/2014/main" id="{65BEBFAD-CB0B-4FE1-8996-A94D997DF92E}"/>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68" name="Freeform 7">
              <a:extLst>
                <a:ext uri="{FF2B5EF4-FFF2-40B4-BE49-F238E27FC236}">
                  <a16:creationId xmlns:a16="http://schemas.microsoft.com/office/drawing/2014/main" id="{0A3E2617-FE43-447A-B294-79C7F2A3780C}"/>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69" name="Line 20">
              <a:extLst>
                <a:ext uri="{FF2B5EF4-FFF2-40B4-BE49-F238E27FC236}">
                  <a16:creationId xmlns:a16="http://schemas.microsoft.com/office/drawing/2014/main" id="{7E3F4516-A7BC-4640-9834-0D9636A0778D}"/>
                </a:ext>
              </a:extLst>
            </p:cNvPr>
            <p:cNvSpPr>
              <a:spLocks noChangeAspect="1" noChangeShapeType="1"/>
            </p:cNvSpPr>
            <p:nvPr/>
          </p:nvSpPr>
          <p:spPr bwMode="auto">
            <a:xfrm>
              <a:off x="1580716" y="4045022"/>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0" name="Line 21">
              <a:extLst>
                <a:ext uri="{FF2B5EF4-FFF2-40B4-BE49-F238E27FC236}">
                  <a16:creationId xmlns:a16="http://schemas.microsoft.com/office/drawing/2014/main" id="{3122DF2C-B4D5-4E48-B3EE-3E0BAA3CE072}"/>
                </a:ext>
              </a:extLst>
            </p:cNvPr>
            <p:cNvSpPr>
              <a:spLocks noChangeAspect="1" noChangeShapeType="1"/>
            </p:cNvSpPr>
            <p:nvPr/>
          </p:nvSpPr>
          <p:spPr bwMode="auto">
            <a:xfrm>
              <a:off x="1585153" y="4254561"/>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6859" y="3574821"/>
              <a:ext cx="168374"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1372" name="Line 101">
              <a:extLst>
                <a:ext uri="{FF2B5EF4-FFF2-40B4-BE49-F238E27FC236}">
                  <a16:creationId xmlns:a16="http://schemas.microsoft.com/office/drawing/2014/main" id="{784567FB-BAB2-4931-A215-764898CF8781}"/>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3" name="Line 101">
              <a:extLst>
                <a:ext uri="{FF2B5EF4-FFF2-40B4-BE49-F238E27FC236}">
                  <a16:creationId xmlns:a16="http://schemas.microsoft.com/office/drawing/2014/main" id="{0FF39F71-F1D5-4651-BA07-4E028B0E1626}"/>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4" name="Line 4">
              <a:extLst>
                <a:ext uri="{FF2B5EF4-FFF2-40B4-BE49-F238E27FC236}">
                  <a16:creationId xmlns:a16="http://schemas.microsoft.com/office/drawing/2014/main" id="{4C69E07F-B6AF-4FCD-A16E-86697377980C}"/>
                </a:ext>
              </a:extLst>
            </p:cNvPr>
            <p:cNvSpPr>
              <a:spLocks noChangeAspect="1" noChangeShapeType="1"/>
            </p:cNvSpPr>
            <p:nvPr/>
          </p:nvSpPr>
          <p:spPr bwMode="auto">
            <a:xfrm>
              <a:off x="1585153" y="3648676"/>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75" name="Line 5">
              <a:extLst>
                <a:ext uri="{FF2B5EF4-FFF2-40B4-BE49-F238E27FC236}">
                  <a16:creationId xmlns:a16="http://schemas.microsoft.com/office/drawing/2014/main" id="{5E74211D-EE45-48EF-BCD7-B1C104D81771}"/>
                </a:ext>
              </a:extLst>
            </p:cNvPr>
            <p:cNvSpPr>
              <a:spLocks noChangeAspect="1" noChangeShapeType="1"/>
            </p:cNvSpPr>
            <p:nvPr/>
          </p:nvSpPr>
          <p:spPr bwMode="auto">
            <a:xfrm>
              <a:off x="1570182" y="3849256"/>
              <a:ext cx="2009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7" name="Group 2">
            <a:extLst>
              <a:ext uri="{FF2B5EF4-FFF2-40B4-BE49-F238E27FC236}">
                <a16:creationId xmlns:a16="http://schemas.microsoft.com/office/drawing/2014/main" id="{F5BF36A7-C785-46BC-BCF3-E1A236C9A75D}"/>
              </a:ext>
            </a:extLst>
          </p:cNvPr>
          <p:cNvGrpSpPr>
            <a:grpSpLocks/>
          </p:cNvGrpSpPr>
          <p:nvPr/>
        </p:nvGrpSpPr>
        <p:grpSpPr bwMode="auto">
          <a:xfrm>
            <a:off x="3959225" y="3730625"/>
            <a:ext cx="923925" cy="801688"/>
            <a:chOff x="3959287" y="3730423"/>
            <a:chExt cx="924518" cy="801207"/>
          </a:xfrm>
        </p:grpSpPr>
        <p:sp>
          <p:nvSpPr>
            <p:cNvPr id="141358" name="Line 25">
              <a:extLst>
                <a:ext uri="{FF2B5EF4-FFF2-40B4-BE49-F238E27FC236}">
                  <a16:creationId xmlns:a16="http://schemas.microsoft.com/office/drawing/2014/main" id="{BD09206E-5E24-42D8-AF67-D53CE19CE066}"/>
                </a:ext>
              </a:extLst>
            </p:cNvPr>
            <p:cNvSpPr>
              <a:spLocks noChangeShapeType="1"/>
            </p:cNvSpPr>
            <p:nvPr/>
          </p:nvSpPr>
          <p:spPr bwMode="auto">
            <a:xfrm>
              <a:off x="4657490"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59" name="Line 25">
              <a:extLst>
                <a:ext uri="{FF2B5EF4-FFF2-40B4-BE49-F238E27FC236}">
                  <a16:creationId xmlns:a16="http://schemas.microsoft.com/office/drawing/2014/main" id="{94510C8C-AC91-4CD6-B116-8A97874BFE42}"/>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60" name="Rectangle 4">
              <a:extLst>
                <a:ext uri="{FF2B5EF4-FFF2-40B4-BE49-F238E27FC236}">
                  <a16:creationId xmlns:a16="http://schemas.microsoft.com/office/drawing/2014/main" id="{C9BEA78C-EF5E-444C-847A-D9234AF92FF9}"/>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63" name="Line 7">
              <a:extLst>
                <a:ext uri="{FF2B5EF4-FFF2-40B4-BE49-F238E27FC236}">
                  <a16:creationId xmlns:a16="http://schemas.microsoft.com/office/drawing/2014/main" id="{46F08D9C-04B6-4712-8DB7-26666308B0AF}"/>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65" name="Freeform 36">
              <a:extLst>
                <a:ext uri="{FF2B5EF4-FFF2-40B4-BE49-F238E27FC236}">
                  <a16:creationId xmlns:a16="http://schemas.microsoft.com/office/drawing/2014/main" id="{D420E3E8-4406-448D-AB30-A14A744C296F}"/>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66" name="Line 37">
              <a:extLst>
                <a:ext uri="{FF2B5EF4-FFF2-40B4-BE49-F238E27FC236}">
                  <a16:creationId xmlns:a16="http://schemas.microsoft.com/office/drawing/2014/main" id="{69105829-C8D4-4724-B638-B1E571DC9F6D}"/>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8" name="Group 1">
            <a:extLst>
              <a:ext uri="{FF2B5EF4-FFF2-40B4-BE49-F238E27FC236}">
                <a16:creationId xmlns:a16="http://schemas.microsoft.com/office/drawing/2014/main" id="{28D20AE5-D23B-47EF-B9D3-F48E63AEACDA}"/>
              </a:ext>
            </a:extLst>
          </p:cNvPr>
          <p:cNvGrpSpPr>
            <a:grpSpLocks/>
          </p:cNvGrpSpPr>
          <p:nvPr/>
        </p:nvGrpSpPr>
        <p:grpSpPr bwMode="auto">
          <a:xfrm>
            <a:off x="2098675" y="3730625"/>
            <a:ext cx="923925" cy="801688"/>
            <a:chOff x="2098202" y="3730423"/>
            <a:chExt cx="924518" cy="801207"/>
          </a:xfrm>
        </p:grpSpPr>
        <p:sp>
          <p:nvSpPr>
            <p:cNvPr id="141349" name="Line 25">
              <a:extLst>
                <a:ext uri="{FF2B5EF4-FFF2-40B4-BE49-F238E27FC236}">
                  <a16:creationId xmlns:a16="http://schemas.microsoft.com/office/drawing/2014/main" id="{E2A0EFFB-6F7C-47CB-94B2-036D5AD59D4F}"/>
                </a:ext>
              </a:extLst>
            </p:cNvPr>
            <p:cNvSpPr>
              <a:spLocks noChangeShapeType="1"/>
            </p:cNvSpPr>
            <p:nvPr/>
          </p:nvSpPr>
          <p:spPr bwMode="auto">
            <a:xfrm>
              <a:off x="2796405"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50" name="Line 25">
              <a:extLst>
                <a:ext uri="{FF2B5EF4-FFF2-40B4-BE49-F238E27FC236}">
                  <a16:creationId xmlns:a16="http://schemas.microsoft.com/office/drawing/2014/main" id="{F41BFD20-C223-4203-B830-EA039BAC5BE8}"/>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51" name="Rectangle 4">
              <a:extLst>
                <a:ext uri="{FF2B5EF4-FFF2-40B4-BE49-F238E27FC236}">
                  <a16:creationId xmlns:a16="http://schemas.microsoft.com/office/drawing/2014/main" id="{341F5355-501A-427D-93E8-35E34F3430CA}"/>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54" name="Line 7">
              <a:extLst>
                <a:ext uri="{FF2B5EF4-FFF2-40B4-BE49-F238E27FC236}">
                  <a16:creationId xmlns:a16="http://schemas.microsoft.com/office/drawing/2014/main" id="{7F145240-28A8-436A-8250-C89B619318B4}"/>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56" name="Freeform 36">
              <a:extLst>
                <a:ext uri="{FF2B5EF4-FFF2-40B4-BE49-F238E27FC236}">
                  <a16:creationId xmlns:a16="http://schemas.microsoft.com/office/drawing/2014/main" id="{3F98B4AE-8142-4360-8942-091CC7456AAF}"/>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57" name="Line 37">
              <a:extLst>
                <a:ext uri="{FF2B5EF4-FFF2-40B4-BE49-F238E27FC236}">
                  <a16:creationId xmlns:a16="http://schemas.microsoft.com/office/drawing/2014/main" id="{D922B8C5-D2AB-4DE2-A073-970920DD1084}"/>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29" name="Group 3">
            <a:extLst>
              <a:ext uri="{FF2B5EF4-FFF2-40B4-BE49-F238E27FC236}">
                <a16:creationId xmlns:a16="http://schemas.microsoft.com/office/drawing/2014/main" id="{3F8953B3-FAA7-4547-9E49-D8BC432D1C6B}"/>
              </a:ext>
            </a:extLst>
          </p:cNvPr>
          <p:cNvGrpSpPr>
            <a:grpSpLocks/>
          </p:cNvGrpSpPr>
          <p:nvPr/>
        </p:nvGrpSpPr>
        <p:grpSpPr bwMode="auto">
          <a:xfrm>
            <a:off x="5826125" y="3730625"/>
            <a:ext cx="925513" cy="801688"/>
            <a:chOff x="5826819" y="3730423"/>
            <a:chExt cx="924518" cy="801207"/>
          </a:xfrm>
        </p:grpSpPr>
        <p:sp>
          <p:nvSpPr>
            <p:cNvPr id="141340" name="Line 25">
              <a:extLst>
                <a:ext uri="{FF2B5EF4-FFF2-40B4-BE49-F238E27FC236}">
                  <a16:creationId xmlns:a16="http://schemas.microsoft.com/office/drawing/2014/main" id="{C6756853-E638-430C-AEBB-AAFDBB3E7397}"/>
                </a:ext>
              </a:extLst>
            </p:cNvPr>
            <p:cNvSpPr>
              <a:spLocks noChangeShapeType="1"/>
            </p:cNvSpPr>
            <p:nvPr/>
          </p:nvSpPr>
          <p:spPr bwMode="auto">
            <a:xfrm>
              <a:off x="6525022"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41" name="Line 25">
              <a:extLst>
                <a:ext uri="{FF2B5EF4-FFF2-40B4-BE49-F238E27FC236}">
                  <a16:creationId xmlns:a16="http://schemas.microsoft.com/office/drawing/2014/main" id="{4F955E9F-03A4-49B6-AC78-D8A4F7D1B8B2}"/>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42" name="Rectangle 4">
              <a:extLst>
                <a:ext uri="{FF2B5EF4-FFF2-40B4-BE49-F238E27FC236}">
                  <a16:creationId xmlns:a16="http://schemas.microsoft.com/office/drawing/2014/main" id="{E5008C95-E5AE-4511-9C8A-72A9D4D30C9E}"/>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45" name="Line 7">
              <a:extLst>
                <a:ext uri="{FF2B5EF4-FFF2-40B4-BE49-F238E27FC236}">
                  <a16:creationId xmlns:a16="http://schemas.microsoft.com/office/drawing/2014/main" id="{F6A5D5A5-C47A-46E4-A7D8-271B07036376}"/>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47" name="Freeform 36">
              <a:extLst>
                <a:ext uri="{FF2B5EF4-FFF2-40B4-BE49-F238E27FC236}">
                  <a16:creationId xmlns:a16="http://schemas.microsoft.com/office/drawing/2014/main" id="{139A8CD6-0798-44CD-84AD-CEC64E800D0B}"/>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48" name="Line 37">
              <a:extLst>
                <a:ext uri="{FF2B5EF4-FFF2-40B4-BE49-F238E27FC236}">
                  <a16:creationId xmlns:a16="http://schemas.microsoft.com/office/drawing/2014/main" id="{54A482F8-8A9E-48CF-A9C8-F5F1F53A5F03}"/>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1330" name="Group 4">
            <a:extLst>
              <a:ext uri="{FF2B5EF4-FFF2-40B4-BE49-F238E27FC236}">
                <a16:creationId xmlns:a16="http://schemas.microsoft.com/office/drawing/2014/main" id="{64432AE3-40F9-4E1E-8118-548184D55583}"/>
              </a:ext>
            </a:extLst>
          </p:cNvPr>
          <p:cNvGrpSpPr>
            <a:grpSpLocks/>
          </p:cNvGrpSpPr>
          <p:nvPr/>
        </p:nvGrpSpPr>
        <p:grpSpPr bwMode="auto">
          <a:xfrm>
            <a:off x="7681913" y="3727450"/>
            <a:ext cx="923925" cy="801688"/>
            <a:chOff x="7681824" y="3728222"/>
            <a:chExt cx="924518" cy="801207"/>
          </a:xfrm>
        </p:grpSpPr>
        <p:sp>
          <p:nvSpPr>
            <p:cNvPr id="141331" name="Line 25">
              <a:extLst>
                <a:ext uri="{FF2B5EF4-FFF2-40B4-BE49-F238E27FC236}">
                  <a16:creationId xmlns:a16="http://schemas.microsoft.com/office/drawing/2014/main" id="{B5B3986B-1F09-47AF-B231-78D398A2E974}"/>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32" name="Line 25">
              <a:extLst>
                <a:ext uri="{FF2B5EF4-FFF2-40B4-BE49-F238E27FC236}">
                  <a16:creationId xmlns:a16="http://schemas.microsoft.com/office/drawing/2014/main" id="{F62A202B-59A1-4370-BB69-28A9BACFB18E}"/>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33" name="Rectangle 4">
              <a:extLst>
                <a:ext uri="{FF2B5EF4-FFF2-40B4-BE49-F238E27FC236}">
                  <a16:creationId xmlns:a16="http://schemas.microsoft.com/office/drawing/2014/main" id="{742E18F9-C770-485C-82D5-DBC8C351C079}"/>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36" name="Line 7">
              <a:extLst>
                <a:ext uri="{FF2B5EF4-FFF2-40B4-BE49-F238E27FC236}">
                  <a16:creationId xmlns:a16="http://schemas.microsoft.com/office/drawing/2014/main" id="{B5DFC9B2-D157-4C01-ADB2-E36B9FB145E2}"/>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1338" name="Freeform 36">
              <a:extLst>
                <a:ext uri="{FF2B5EF4-FFF2-40B4-BE49-F238E27FC236}">
                  <a16:creationId xmlns:a16="http://schemas.microsoft.com/office/drawing/2014/main" id="{AB13F7BC-85A6-4053-B331-FB71806EABD1}"/>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339" name="Line 37">
              <a:extLst>
                <a:ext uri="{FF2B5EF4-FFF2-40B4-BE49-F238E27FC236}">
                  <a16:creationId xmlns:a16="http://schemas.microsoft.com/office/drawing/2014/main" id="{E7F371C0-0F06-4A68-9B59-3A5734914FD3}"/>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2" name="Picture 1">
            <a:extLst>
              <a:ext uri="{FF2B5EF4-FFF2-40B4-BE49-F238E27FC236}">
                <a16:creationId xmlns:a16="http://schemas.microsoft.com/office/drawing/2014/main" id="{CA44BD5D-AEED-4F45-8FCF-125A954488FE}"/>
              </a:ext>
            </a:extLst>
          </p:cNvPr>
          <p:cNvPicPr>
            <a:picLocks noChangeAspect="1"/>
          </p:cNvPicPr>
          <p:nvPr/>
        </p:nvPicPr>
        <p:blipFill>
          <a:blip r:embed="rId2"/>
          <a:stretch>
            <a:fillRect/>
          </a:stretch>
        </p:blipFill>
        <p:spPr>
          <a:xfrm>
            <a:off x="1003525" y="548419"/>
            <a:ext cx="6556133" cy="1194909"/>
          </a:xfrm>
          <a:prstGeom prst="rect">
            <a:avLst/>
          </a:prstGeom>
        </p:spPr>
      </p:pic>
    </p:spTree>
    <p:extLst>
      <p:ext uri="{BB962C8B-B14F-4D97-AF65-F5344CB8AC3E}">
        <p14:creationId xmlns:p14="http://schemas.microsoft.com/office/powerpoint/2010/main" val="384457873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Title 1">
            <a:extLst>
              <a:ext uri="{FF2B5EF4-FFF2-40B4-BE49-F238E27FC236}">
                <a16:creationId xmlns:a16="http://schemas.microsoft.com/office/drawing/2014/main" id="{F75B80C6-2B45-4C7D-A225-0AF9FDB0A5A5}"/>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2338" name="Rectangle 11">
            <a:extLst>
              <a:ext uri="{FF2B5EF4-FFF2-40B4-BE49-F238E27FC236}">
                <a16:creationId xmlns:a16="http://schemas.microsoft.com/office/drawing/2014/main" id="{FBB7974F-906C-4F8E-BA61-C387F54C3E4C}"/>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39" name="Line 290">
            <a:extLst>
              <a:ext uri="{FF2B5EF4-FFF2-40B4-BE49-F238E27FC236}">
                <a16:creationId xmlns:a16="http://schemas.microsoft.com/office/drawing/2014/main" id="{138B23F4-1D56-432A-AA8C-E3A5BF97BD5E}"/>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0" name="Line 294">
            <a:extLst>
              <a:ext uri="{FF2B5EF4-FFF2-40B4-BE49-F238E27FC236}">
                <a16:creationId xmlns:a16="http://schemas.microsoft.com/office/drawing/2014/main" id="{77F83418-1355-414F-93CE-08CD1AD3DECD}"/>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1" name="Freeform 68">
            <a:extLst>
              <a:ext uri="{FF2B5EF4-FFF2-40B4-BE49-F238E27FC236}">
                <a16:creationId xmlns:a16="http://schemas.microsoft.com/office/drawing/2014/main" id="{8372671C-B173-439D-92FA-7E09D86C1B4D}"/>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2" name="Line 294">
            <a:extLst>
              <a:ext uri="{FF2B5EF4-FFF2-40B4-BE49-F238E27FC236}">
                <a16:creationId xmlns:a16="http://schemas.microsoft.com/office/drawing/2014/main" id="{FB2FC0B8-CFB4-402C-BA3A-8D1B51A3BB04}"/>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3" name="Freeform 68">
            <a:extLst>
              <a:ext uri="{FF2B5EF4-FFF2-40B4-BE49-F238E27FC236}">
                <a16:creationId xmlns:a16="http://schemas.microsoft.com/office/drawing/2014/main" id="{73DE7AEA-E8A6-4257-970D-21918551CC02}"/>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4" name="Line 294">
            <a:extLst>
              <a:ext uri="{FF2B5EF4-FFF2-40B4-BE49-F238E27FC236}">
                <a16:creationId xmlns:a16="http://schemas.microsoft.com/office/drawing/2014/main" id="{09DE79AA-EC28-4CFB-AB84-D5BF8DEE9210}"/>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5" name="Freeform 68">
            <a:extLst>
              <a:ext uri="{FF2B5EF4-FFF2-40B4-BE49-F238E27FC236}">
                <a16:creationId xmlns:a16="http://schemas.microsoft.com/office/drawing/2014/main" id="{656496D8-8D44-4041-A583-F959B2442C05}"/>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46" name="Line 294">
            <a:extLst>
              <a:ext uri="{FF2B5EF4-FFF2-40B4-BE49-F238E27FC236}">
                <a16:creationId xmlns:a16="http://schemas.microsoft.com/office/drawing/2014/main" id="{8DC49AB7-E532-4309-9D39-BC9425F20586}"/>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2347" name="Group 146">
            <a:extLst>
              <a:ext uri="{FF2B5EF4-FFF2-40B4-BE49-F238E27FC236}">
                <a16:creationId xmlns:a16="http://schemas.microsoft.com/office/drawing/2014/main" id="{0AEA50FC-1AC2-46B8-A0DA-22D608D627F8}"/>
              </a:ext>
            </a:extLst>
          </p:cNvPr>
          <p:cNvGrpSpPr>
            <a:grpSpLocks/>
          </p:cNvGrpSpPr>
          <p:nvPr/>
        </p:nvGrpSpPr>
        <p:grpSpPr bwMode="auto">
          <a:xfrm>
            <a:off x="3430588" y="3146425"/>
            <a:ext cx="733425" cy="1250950"/>
            <a:chOff x="5426706" y="4609668"/>
            <a:chExt cx="976298" cy="1667308"/>
          </a:xfrm>
        </p:grpSpPr>
        <p:sp>
          <p:nvSpPr>
            <p:cNvPr id="142443" name="Line 4">
              <a:extLst>
                <a:ext uri="{FF2B5EF4-FFF2-40B4-BE49-F238E27FC236}">
                  <a16:creationId xmlns:a16="http://schemas.microsoft.com/office/drawing/2014/main" id="{976AD0A9-8A77-4E2C-A1E1-C6C2B41DDF02}"/>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4" name="Line 5">
              <a:extLst>
                <a:ext uri="{FF2B5EF4-FFF2-40B4-BE49-F238E27FC236}">
                  <a16:creationId xmlns:a16="http://schemas.microsoft.com/office/drawing/2014/main" id="{C0F2FB89-EF35-4A87-99F4-C43DFF26CD57}"/>
                </a:ext>
              </a:extLst>
            </p:cNvPr>
            <p:cNvSpPr>
              <a:spLocks noChangeAspect="1" noChangeShapeType="1"/>
            </p:cNvSpPr>
            <p:nvPr/>
          </p:nvSpPr>
          <p:spPr bwMode="auto">
            <a:xfrm>
              <a:off x="5426706" y="5546862"/>
              <a:ext cx="26790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5" name="Line 6">
              <a:extLst>
                <a:ext uri="{FF2B5EF4-FFF2-40B4-BE49-F238E27FC236}">
                  <a16:creationId xmlns:a16="http://schemas.microsoft.com/office/drawing/2014/main" id="{835272E4-EB91-495A-8BA5-6BB8161A0DD7}"/>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6" name="Freeform 7">
              <a:extLst>
                <a:ext uri="{FF2B5EF4-FFF2-40B4-BE49-F238E27FC236}">
                  <a16:creationId xmlns:a16="http://schemas.microsoft.com/office/drawing/2014/main" id="{5E24AC46-46A2-4E33-BCDE-BC69B878110F}"/>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7" name="Line 20">
              <a:extLst>
                <a:ext uri="{FF2B5EF4-FFF2-40B4-BE49-F238E27FC236}">
                  <a16:creationId xmlns:a16="http://schemas.microsoft.com/office/drawing/2014/main" id="{C16EAD7E-1D7D-408F-A4EA-B4B7A41A5E30}"/>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8" name="Line 21">
              <a:extLst>
                <a:ext uri="{FF2B5EF4-FFF2-40B4-BE49-F238E27FC236}">
                  <a16:creationId xmlns:a16="http://schemas.microsoft.com/office/drawing/2014/main" id="{9B047B6A-5B94-4EC4-B3D9-265318F031CA}"/>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572" y="5180954"/>
              <a:ext cx="223999"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2450" name="Line 101">
              <a:extLst>
                <a:ext uri="{FF2B5EF4-FFF2-40B4-BE49-F238E27FC236}">
                  <a16:creationId xmlns:a16="http://schemas.microsoft.com/office/drawing/2014/main" id="{CA84E5A8-E1B4-4185-8538-7EA7289E2420}"/>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51" name="Line 101">
              <a:extLst>
                <a:ext uri="{FF2B5EF4-FFF2-40B4-BE49-F238E27FC236}">
                  <a16:creationId xmlns:a16="http://schemas.microsoft.com/office/drawing/2014/main" id="{54A194B3-F96C-4DF1-B785-1E26C53AA88B}"/>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48" name="Group 174">
            <a:extLst>
              <a:ext uri="{FF2B5EF4-FFF2-40B4-BE49-F238E27FC236}">
                <a16:creationId xmlns:a16="http://schemas.microsoft.com/office/drawing/2014/main" id="{89D0D10A-5A9D-445F-B9FB-A433D2A631A1}"/>
              </a:ext>
            </a:extLst>
          </p:cNvPr>
          <p:cNvGrpSpPr>
            <a:grpSpLocks/>
          </p:cNvGrpSpPr>
          <p:nvPr/>
        </p:nvGrpSpPr>
        <p:grpSpPr bwMode="auto">
          <a:xfrm>
            <a:off x="5302250" y="3146425"/>
            <a:ext cx="728663" cy="1250950"/>
            <a:chOff x="5430481" y="4609668"/>
            <a:chExt cx="972523" cy="1667308"/>
          </a:xfrm>
        </p:grpSpPr>
        <p:sp>
          <p:nvSpPr>
            <p:cNvPr id="142434" name="Line 4">
              <a:extLst>
                <a:ext uri="{FF2B5EF4-FFF2-40B4-BE49-F238E27FC236}">
                  <a16:creationId xmlns:a16="http://schemas.microsoft.com/office/drawing/2014/main" id="{86182993-E3AE-429D-8B26-38C3FAB60310}"/>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5" name="Line 5">
              <a:extLst>
                <a:ext uri="{FF2B5EF4-FFF2-40B4-BE49-F238E27FC236}">
                  <a16:creationId xmlns:a16="http://schemas.microsoft.com/office/drawing/2014/main" id="{FCE48352-15F8-4002-8CEF-B941A4C639AD}"/>
                </a:ext>
              </a:extLst>
            </p:cNvPr>
            <p:cNvSpPr>
              <a:spLocks noChangeAspect="1" noChangeShapeType="1"/>
            </p:cNvSpPr>
            <p:nvPr/>
          </p:nvSpPr>
          <p:spPr bwMode="auto">
            <a:xfrm>
              <a:off x="5430481" y="5546862"/>
              <a:ext cx="26412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6" name="Line 6">
              <a:extLst>
                <a:ext uri="{FF2B5EF4-FFF2-40B4-BE49-F238E27FC236}">
                  <a16:creationId xmlns:a16="http://schemas.microsoft.com/office/drawing/2014/main" id="{75243E1F-220F-491A-AEE9-8864BC1C3557}"/>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7" name="Freeform 7">
              <a:extLst>
                <a:ext uri="{FF2B5EF4-FFF2-40B4-BE49-F238E27FC236}">
                  <a16:creationId xmlns:a16="http://schemas.microsoft.com/office/drawing/2014/main" id="{5290948F-0F0F-4640-83DB-9E2782807959}"/>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8" name="Line 20">
              <a:extLst>
                <a:ext uri="{FF2B5EF4-FFF2-40B4-BE49-F238E27FC236}">
                  <a16:creationId xmlns:a16="http://schemas.microsoft.com/office/drawing/2014/main" id="{866D3DBA-729D-4FC0-BA02-44059664D003}"/>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9" name="Line 21">
              <a:extLst>
                <a:ext uri="{FF2B5EF4-FFF2-40B4-BE49-F238E27FC236}">
                  <a16:creationId xmlns:a16="http://schemas.microsoft.com/office/drawing/2014/main" id="{93C046F9-091A-4B18-B0F8-56E280BB27FB}"/>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1943" y="5180954"/>
              <a:ext cx="224591"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2441" name="Line 101">
              <a:extLst>
                <a:ext uri="{FF2B5EF4-FFF2-40B4-BE49-F238E27FC236}">
                  <a16:creationId xmlns:a16="http://schemas.microsoft.com/office/drawing/2014/main" id="{0DCC7ED6-05DD-4084-A82D-1B179C79A2E8}"/>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42" name="Line 101">
              <a:extLst>
                <a:ext uri="{FF2B5EF4-FFF2-40B4-BE49-F238E27FC236}">
                  <a16:creationId xmlns:a16="http://schemas.microsoft.com/office/drawing/2014/main" id="{17C03901-FD71-4DFD-AA2B-D0F8BB9A6769}"/>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49" name="Group 202">
            <a:extLst>
              <a:ext uri="{FF2B5EF4-FFF2-40B4-BE49-F238E27FC236}">
                <a16:creationId xmlns:a16="http://schemas.microsoft.com/office/drawing/2014/main" id="{E15AC72E-C23B-40BB-ADB9-E1E4390D19AC}"/>
              </a:ext>
            </a:extLst>
          </p:cNvPr>
          <p:cNvGrpSpPr>
            <a:grpSpLocks/>
          </p:cNvGrpSpPr>
          <p:nvPr/>
        </p:nvGrpSpPr>
        <p:grpSpPr bwMode="auto">
          <a:xfrm>
            <a:off x="7164388" y="3144838"/>
            <a:ext cx="722312" cy="1249362"/>
            <a:chOff x="5440696" y="4609668"/>
            <a:chExt cx="962308" cy="1667308"/>
          </a:xfrm>
        </p:grpSpPr>
        <p:sp>
          <p:nvSpPr>
            <p:cNvPr id="142425" name="Line 4">
              <a:extLst>
                <a:ext uri="{FF2B5EF4-FFF2-40B4-BE49-F238E27FC236}">
                  <a16:creationId xmlns:a16="http://schemas.microsoft.com/office/drawing/2014/main" id="{845F9419-CB02-45A0-AAF7-01BD132F7C40}"/>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6" name="Line 5">
              <a:extLst>
                <a:ext uri="{FF2B5EF4-FFF2-40B4-BE49-F238E27FC236}">
                  <a16:creationId xmlns:a16="http://schemas.microsoft.com/office/drawing/2014/main" id="{505632E5-1EA6-4E92-8334-305E4696C30B}"/>
                </a:ext>
              </a:extLst>
            </p:cNvPr>
            <p:cNvSpPr>
              <a:spLocks noChangeAspect="1" noChangeShapeType="1"/>
            </p:cNvSpPr>
            <p:nvPr/>
          </p:nvSpPr>
          <p:spPr bwMode="auto">
            <a:xfrm>
              <a:off x="5446612" y="554511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7" name="Line 6">
              <a:extLst>
                <a:ext uri="{FF2B5EF4-FFF2-40B4-BE49-F238E27FC236}">
                  <a16:creationId xmlns:a16="http://schemas.microsoft.com/office/drawing/2014/main" id="{A926B0F3-C680-4AC9-A436-5E55F98068F5}"/>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8" name="Freeform 7">
              <a:extLst>
                <a:ext uri="{FF2B5EF4-FFF2-40B4-BE49-F238E27FC236}">
                  <a16:creationId xmlns:a16="http://schemas.microsoft.com/office/drawing/2014/main" id="{758F5136-A091-4345-ACB7-6867978199AE}"/>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9" name="Line 20">
              <a:extLst>
                <a:ext uri="{FF2B5EF4-FFF2-40B4-BE49-F238E27FC236}">
                  <a16:creationId xmlns:a16="http://schemas.microsoft.com/office/drawing/2014/main" id="{60C2B4FF-B31D-490E-8AD1-1E8096346F80}"/>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0" name="Line 21">
              <a:extLst>
                <a:ext uri="{FF2B5EF4-FFF2-40B4-BE49-F238E27FC236}">
                  <a16:creationId xmlns:a16="http://schemas.microsoft.com/office/drawing/2014/main" id="{68AA08AE-EDED-49D1-9FDB-2F689CD357A8}"/>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021" y="5179561"/>
              <a:ext cx="22418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2432" name="Line 101">
              <a:extLst>
                <a:ext uri="{FF2B5EF4-FFF2-40B4-BE49-F238E27FC236}">
                  <a16:creationId xmlns:a16="http://schemas.microsoft.com/office/drawing/2014/main" id="{80A122EF-E2F9-4DEB-ADB8-085D2846D962}"/>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33" name="Line 101">
              <a:extLst>
                <a:ext uri="{FF2B5EF4-FFF2-40B4-BE49-F238E27FC236}">
                  <a16:creationId xmlns:a16="http://schemas.microsoft.com/office/drawing/2014/main" id="{E4856879-DE68-4E65-AAC9-CE712A065581}"/>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50" name="Group 5">
            <a:extLst>
              <a:ext uri="{FF2B5EF4-FFF2-40B4-BE49-F238E27FC236}">
                <a16:creationId xmlns:a16="http://schemas.microsoft.com/office/drawing/2014/main" id="{1038C0B0-C770-42F2-B5D7-636B579C293F}"/>
              </a:ext>
            </a:extLst>
          </p:cNvPr>
          <p:cNvGrpSpPr>
            <a:grpSpLocks/>
          </p:cNvGrpSpPr>
          <p:nvPr/>
        </p:nvGrpSpPr>
        <p:grpSpPr bwMode="auto">
          <a:xfrm>
            <a:off x="1570038" y="3146425"/>
            <a:ext cx="731837" cy="1250950"/>
            <a:chOff x="1570182" y="3146351"/>
            <a:chExt cx="732269" cy="1250498"/>
          </a:xfrm>
        </p:grpSpPr>
        <p:sp>
          <p:nvSpPr>
            <p:cNvPr id="142416" name="Line 6">
              <a:extLst>
                <a:ext uri="{FF2B5EF4-FFF2-40B4-BE49-F238E27FC236}">
                  <a16:creationId xmlns:a16="http://schemas.microsoft.com/office/drawing/2014/main" id="{C98C95C8-B369-4092-B384-D148E43F6786}"/>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17" name="Freeform 7">
              <a:extLst>
                <a:ext uri="{FF2B5EF4-FFF2-40B4-BE49-F238E27FC236}">
                  <a16:creationId xmlns:a16="http://schemas.microsoft.com/office/drawing/2014/main" id="{C143B5EF-7F43-49B3-A8FB-F6D81722FE07}"/>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18" name="Line 20">
              <a:extLst>
                <a:ext uri="{FF2B5EF4-FFF2-40B4-BE49-F238E27FC236}">
                  <a16:creationId xmlns:a16="http://schemas.microsoft.com/office/drawing/2014/main" id="{8FA23410-0700-48C6-A336-D706E709384E}"/>
                </a:ext>
              </a:extLst>
            </p:cNvPr>
            <p:cNvSpPr>
              <a:spLocks noChangeAspect="1" noChangeShapeType="1"/>
            </p:cNvSpPr>
            <p:nvPr/>
          </p:nvSpPr>
          <p:spPr bwMode="auto">
            <a:xfrm>
              <a:off x="1580716" y="4045022"/>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19" name="Line 21">
              <a:extLst>
                <a:ext uri="{FF2B5EF4-FFF2-40B4-BE49-F238E27FC236}">
                  <a16:creationId xmlns:a16="http://schemas.microsoft.com/office/drawing/2014/main" id="{D409381F-DAA3-427E-B4FD-DB6666C1A2ED}"/>
                </a:ext>
              </a:extLst>
            </p:cNvPr>
            <p:cNvSpPr>
              <a:spLocks noChangeAspect="1" noChangeShapeType="1"/>
            </p:cNvSpPr>
            <p:nvPr/>
          </p:nvSpPr>
          <p:spPr bwMode="auto">
            <a:xfrm>
              <a:off x="1585153" y="4254561"/>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6859" y="3574821"/>
              <a:ext cx="168374"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2421" name="Line 101">
              <a:extLst>
                <a:ext uri="{FF2B5EF4-FFF2-40B4-BE49-F238E27FC236}">
                  <a16:creationId xmlns:a16="http://schemas.microsoft.com/office/drawing/2014/main" id="{477375ED-18D2-4F2D-926A-7A36CD204A9A}"/>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2" name="Line 101">
              <a:extLst>
                <a:ext uri="{FF2B5EF4-FFF2-40B4-BE49-F238E27FC236}">
                  <a16:creationId xmlns:a16="http://schemas.microsoft.com/office/drawing/2014/main" id="{6C68426E-4502-4CEE-98AA-A4773C9204E6}"/>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3" name="Line 4">
              <a:extLst>
                <a:ext uri="{FF2B5EF4-FFF2-40B4-BE49-F238E27FC236}">
                  <a16:creationId xmlns:a16="http://schemas.microsoft.com/office/drawing/2014/main" id="{1698AD89-EE61-406A-871F-1336F0AE8395}"/>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24" name="Line 5">
              <a:extLst>
                <a:ext uri="{FF2B5EF4-FFF2-40B4-BE49-F238E27FC236}">
                  <a16:creationId xmlns:a16="http://schemas.microsoft.com/office/drawing/2014/main" id="{200F3778-74D1-47B1-B2D6-92DBDB5AD236}"/>
                </a:ext>
              </a:extLst>
            </p:cNvPr>
            <p:cNvSpPr>
              <a:spLocks noChangeAspect="1" noChangeShapeType="1"/>
            </p:cNvSpPr>
            <p:nvPr/>
          </p:nvSpPr>
          <p:spPr bwMode="auto">
            <a:xfrm>
              <a:off x="1570182" y="3849256"/>
              <a:ext cx="2009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51" name="Group 2">
            <a:extLst>
              <a:ext uri="{FF2B5EF4-FFF2-40B4-BE49-F238E27FC236}">
                <a16:creationId xmlns:a16="http://schemas.microsoft.com/office/drawing/2014/main" id="{EB16B5D7-7499-4261-85FD-156D268AF383}"/>
              </a:ext>
            </a:extLst>
          </p:cNvPr>
          <p:cNvGrpSpPr>
            <a:grpSpLocks/>
          </p:cNvGrpSpPr>
          <p:nvPr/>
        </p:nvGrpSpPr>
        <p:grpSpPr bwMode="auto">
          <a:xfrm>
            <a:off x="3959225" y="3730625"/>
            <a:ext cx="923925" cy="801688"/>
            <a:chOff x="3959287" y="3730423"/>
            <a:chExt cx="924518" cy="801207"/>
          </a:xfrm>
        </p:grpSpPr>
        <p:sp>
          <p:nvSpPr>
            <p:cNvPr id="142407" name="Line 25">
              <a:extLst>
                <a:ext uri="{FF2B5EF4-FFF2-40B4-BE49-F238E27FC236}">
                  <a16:creationId xmlns:a16="http://schemas.microsoft.com/office/drawing/2014/main" id="{276A4E30-17B1-473E-8656-853211E02150}"/>
                </a:ext>
              </a:extLst>
            </p:cNvPr>
            <p:cNvSpPr>
              <a:spLocks noChangeShapeType="1"/>
            </p:cNvSpPr>
            <p:nvPr/>
          </p:nvSpPr>
          <p:spPr bwMode="auto">
            <a:xfrm>
              <a:off x="4657490"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08" name="Line 25">
              <a:extLst>
                <a:ext uri="{FF2B5EF4-FFF2-40B4-BE49-F238E27FC236}">
                  <a16:creationId xmlns:a16="http://schemas.microsoft.com/office/drawing/2014/main" id="{FE671143-F3FC-4C3D-9714-778C2D5CDBC5}"/>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09" name="Rectangle 4">
              <a:extLst>
                <a:ext uri="{FF2B5EF4-FFF2-40B4-BE49-F238E27FC236}">
                  <a16:creationId xmlns:a16="http://schemas.microsoft.com/office/drawing/2014/main" id="{ACD9C497-EB86-446E-979F-69714D4142F1}"/>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412" name="Line 7">
              <a:extLst>
                <a:ext uri="{FF2B5EF4-FFF2-40B4-BE49-F238E27FC236}">
                  <a16:creationId xmlns:a16="http://schemas.microsoft.com/office/drawing/2014/main" id="{314A32DF-AB6C-4FCA-A8CB-8D5A295AEB0E}"/>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414" name="Freeform 36">
              <a:extLst>
                <a:ext uri="{FF2B5EF4-FFF2-40B4-BE49-F238E27FC236}">
                  <a16:creationId xmlns:a16="http://schemas.microsoft.com/office/drawing/2014/main" id="{128296ED-464B-4324-ABF1-674BCD27EE2D}"/>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15" name="Line 37">
              <a:extLst>
                <a:ext uri="{FF2B5EF4-FFF2-40B4-BE49-F238E27FC236}">
                  <a16:creationId xmlns:a16="http://schemas.microsoft.com/office/drawing/2014/main" id="{EFEA627D-0C14-43DB-BEEE-59C9847E8693}"/>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52" name="Group 1">
            <a:extLst>
              <a:ext uri="{FF2B5EF4-FFF2-40B4-BE49-F238E27FC236}">
                <a16:creationId xmlns:a16="http://schemas.microsoft.com/office/drawing/2014/main" id="{7F4DC735-E1E4-497C-9205-84A11AFD54A4}"/>
              </a:ext>
            </a:extLst>
          </p:cNvPr>
          <p:cNvGrpSpPr>
            <a:grpSpLocks/>
          </p:cNvGrpSpPr>
          <p:nvPr/>
        </p:nvGrpSpPr>
        <p:grpSpPr bwMode="auto">
          <a:xfrm>
            <a:off x="2098675" y="3730625"/>
            <a:ext cx="923925" cy="801688"/>
            <a:chOff x="2098202" y="3730423"/>
            <a:chExt cx="924518" cy="801207"/>
          </a:xfrm>
        </p:grpSpPr>
        <p:sp>
          <p:nvSpPr>
            <p:cNvPr id="142398" name="Line 25">
              <a:extLst>
                <a:ext uri="{FF2B5EF4-FFF2-40B4-BE49-F238E27FC236}">
                  <a16:creationId xmlns:a16="http://schemas.microsoft.com/office/drawing/2014/main" id="{B885D091-57A5-47B1-ABE8-560502518507}"/>
                </a:ext>
              </a:extLst>
            </p:cNvPr>
            <p:cNvSpPr>
              <a:spLocks noChangeShapeType="1"/>
            </p:cNvSpPr>
            <p:nvPr/>
          </p:nvSpPr>
          <p:spPr bwMode="auto">
            <a:xfrm>
              <a:off x="2796405"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99" name="Line 25">
              <a:extLst>
                <a:ext uri="{FF2B5EF4-FFF2-40B4-BE49-F238E27FC236}">
                  <a16:creationId xmlns:a16="http://schemas.microsoft.com/office/drawing/2014/main" id="{1330860A-BD24-4D9A-ADDA-4C59D38433DF}"/>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00" name="Rectangle 4">
              <a:extLst>
                <a:ext uri="{FF2B5EF4-FFF2-40B4-BE49-F238E27FC236}">
                  <a16:creationId xmlns:a16="http://schemas.microsoft.com/office/drawing/2014/main" id="{16358D18-9F95-448E-89B9-BFBDA14B34D2}"/>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403" name="Line 7">
              <a:extLst>
                <a:ext uri="{FF2B5EF4-FFF2-40B4-BE49-F238E27FC236}">
                  <a16:creationId xmlns:a16="http://schemas.microsoft.com/office/drawing/2014/main" id="{388A8C74-85EC-406C-BBFB-B7CF7C0AEB7A}"/>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405" name="Freeform 36">
              <a:extLst>
                <a:ext uri="{FF2B5EF4-FFF2-40B4-BE49-F238E27FC236}">
                  <a16:creationId xmlns:a16="http://schemas.microsoft.com/office/drawing/2014/main" id="{74F6D8A5-7B11-42B6-8B87-6CE51E5D3CC4}"/>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406" name="Line 37">
              <a:extLst>
                <a:ext uri="{FF2B5EF4-FFF2-40B4-BE49-F238E27FC236}">
                  <a16:creationId xmlns:a16="http://schemas.microsoft.com/office/drawing/2014/main" id="{BD0AFA93-57C4-434E-88EB-66685B04A65C}"/>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53" name="Group 3">
            <a:extLst>
              <a:ext uri="{FF2B5EF4-FFF2-40B4-BE49-F238E27FC236}">
                <a16:creationId xmlns:a16="http://schemas.microsoft.com/office/drawing/2014/main" id="{67CAE26D-636F-44D8-B3C1-B87459D66BCD}"/>
              </a:ext>
            </a:extLst>
          </p:cNvPr>
          <p:cNvGrpSpPr>
            <a:grpSpLocks/>
          </p:cNvGrpSpPr>
          <p:nvPr/>
        </p:nvGrpSpPr>
        <p:grpSpPr bwMode="auto">
          <a:xfrm>
            <a:off x="5826125" y="3730625"/>
            <a:ext cx="925513" cy="801688"/>
            <a:chOff x="5826819" y="3730423"/>
            <a:chExt cx="924518" cy="801207"/>
          </a:xfrm>
        </p:grpSpPr>
        <p:sp>
          <p:nvSpPr>
            <p:cNvPr id="142389" name="Line 25">
              <a:extLst>
                <a:ext uri="{FF2B5EF4-FFF2-40B4-BE49-F238E27FC236}">
                  <a16:creationId xmlns:a16="http://schemas.microsoft.com/office/drawing/2014/main" id="{573758F1-7915-4510-B786-4FC1F310405A}"/>
                </a:ext>
              </a:extLst>
            </p:cNvPr>
            <p:cNvSpPr>
              <a:spLocks noChangeShapeType="1"/>
            </p:cNvSpPr>
            <p:nvPr/>
          </p:nvSpPr>
          <p:spPr bwMode="auto">
            <a:xfrm>
              <a:off x="6525022"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90" name="Line 25">
              <a:extLst>
                <a:ext uri="{FF2B5EF4-FFF2-40B4-BE49-F238E27FC236}">
                  <a16:creationId xmlns:a16="http://schemas.microsoft.com/office/drawing/2014/main" id="{0718BE74-5D88-4E98-9813-D7298E812EFB}"/>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91" name="Rectangle 4">
              <a:extLst>
                <a:ext uri="{FF2B5EF4-FFF2-40B4-BE49-F238E27FC236}">
                  <a16:creationId xmlns:a16="http://schemas.microsoft.com/office/drawing/2014/main" id="{C8BB083D-9806-4488-A482-2DC51D4E4974}"/>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394" name="Line 7">
              <a:extLst>
                <a:ext uri="{FF2B5EF4-FFF2-40B4-BE49-F238E27FC236}">
                  <a16:creationId xmlns:a16="http://schemas.microsoft.com/office/drawing/2014/main" id="{CC506F9F-846F-49A6-B5A7-97E99F47A502}"/>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396" name="Freeform 36">
              <a:extLst>
                <a:ext uri="{FF2B5EF4-FFF2-40B4-BE49-F238E27FC236}">
                  <a16:creationId xmlns:a16="http://schemas.microsoft.com/office/drawing/2014/main" id="{10A7BFA8-DB3F-4E71-BC6D-AB830FFAA048}"/>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97" name="Line 37">
              <a:extLst>
                <a:ext uri="{FF2B5EF4-FFF2-40B4-BE49-F238E27FC236}">
                  <a16:creationId xmlns:a16="http://schemas.microsoft.com/office/drawing/2014/main" id="{43F89EAE-31A9-47E1-BD32-F0B66C2FB337}"/>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2354" name="Group 4">
            <a:extLst>
              <a:ext uri="{FF2B5EF4-FFF2-40B4-BE49-F238E27FC236}">
                <a16:creationId xmlns:a16="http://schemas.microsoft.com/office/drawing/2014/main" id="{72B915A5-9C58-4F64-A689-DC7468453A33}"/>
              </a:ext>
            </a:extLst>
          </p:cNvPr>
          <p:cNvGrpSpPr>
            <a:grpSpLocks/>
          </p:cNvGrpSpPr>
          <p:nvPr/>
        </p:nvGrpSpPr>
        <p:grpSpPr bwMode="auto">
          <a:xfrm>
            <a:off x="7681913" y="3727450"/>
            <a:ext cx="923925" cy="801688"/>
            <a:chOff x="7681824" y="3728222"/>
            <a:chExt cx="924518" cy="801207"/>
          </a:xfrm>
        </p:grpSpPr>
        <p:sp>
          <p:nvSpPr>
            <p:cNvPr id="142380" name="Line 25">
              <a:extLst>
                <a:ext uri="{FF2B5EF4-FFF2-40B4-BE49-F238E27FC236}">
                  <a16:creationId xmlns:a16="http://schemas.microsoft.com/office/drawing/2014/main" id="{05744F11-01DA-46D7-AF56-70B2E75FDDAB}"/>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81" name="Line 25">
              <a:extLst>
                <a:ext uri="{FF2B5EF4-FFF2-40B4-BE49-F238E27FC236}">
                  <a16:creationId xmlns:a16="http://schemas.microsoft.com/office/drawing/2014/main" id="{FC6E8E7D-A79A-4C6C-B676-820F4F9BDAB6}"/>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82" name="Rectangle 4">
              <a:extLst>
                <a:ext uri="{FF2B5EF4-FFF2-40B4-BE49-F238E27FC236}">
                  <a16:creationId xmlns:a16="http://schemas.microsoft.com/office/drawing/2014/main" id="{E6920E8B-BE81-4220-BDBB-A4DA840E8EDD}"/>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385" name="Line 7">
              <a:extLst>
                <a:ext uri="{FF2B5EF4-FFF2-40B4-BE49-F238E27FC236}">
                  <a16:creationId xmlns:a16="http://schemas.microsoft.com/office/drawing/2014/main" id="{F5077720-29BB-4529-98BA-DAE4610E553B}"/>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2387" name="Freeform 36">
              <a:extLst>
                <a:ext uri="{FF2B5EF4-FFF2-40B4-BE49-F238E27FC236}">
                  <a16:creationId xmlns:a16="http://schemas.microsoft.com/office/drawing/2014/main" id="{C4C693AF-7A13-4CB2-84CA-97AB7606C55D}"/>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88" name="Line 37">
              <a:extLst>
                <a:ext uri="{FF2B5EF4-FFF2-40B4-BE49-F238E27FC236}">
                  <a16:creationId xmlns:a16="http://schemas.microsoft.com/office/drawing/2014/main" id="{19BFB24D-F2E4-4B84-B892-8FB0A69DA3D6}"/>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2355" name="Line 294">
            <a:extLst>
              <a:ext uri="{FF2B5EF4-FFF2-40B4-BE49-F238E27FC236}">
                <a16:creationId xmlns:a16="http://schemas.microsoft.com/office/drawing/2014/main" id="{FC92A728-007E-45EA-8F59-5F0E81BFD631}"/>
              </a:ext>
            </a:extLst>
          </p:cNvPr>
          <p:cNvSpPr>
            <a:spLocks noChangeAspect="1" noChangeShapeType="1"/>
          </p:cNvSpPr>
          <p:nvPr/>
        </p:nvSpPr>
        <p:spPr bwMode="auto">
          <a:xfrm>
            <a:off x="292100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56" name="Line 290">
            <a:extLst>
              <a:ext uri="{FF2B5EF4-FFF2-40B4-BE49-F238E27FC236}">
                <a16:creationId xmlns:a16="http://schemas.microsoft.com/office/drawing/2014/main" id="{036D1AE8-4B12-4ECF-B08C-A072D8E74F3D}"/>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57" name="Line 294">
            <a:extLst>
              <a:ext uri="{FF2B5EF4-FFF2-40B4-BE49-F238E27FC236}">
                <a16:creationId xmlns:a16="http://schemas.microsoft.com/office/drawing/2014/main" id="{967EC6E3-2083-46F9-8922-70ECBE5087E8}"/>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58" name="Freeform 68">
            <a:extLst>
              <a:ext uri="{FF2B5EF4-FFF2-40B4-BE49-F238E27FC236}">
                <a16:creationId xmlns:a16="http://schemas.microsoft.com/office/drawing/2014/main" id="{B6D0F114-98B1-445D-A9D9-FFD88BE11CB6}"/>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59" name="Freeform 68">
            <a:extLst>
              <a:ext uri="{FF2B5EF4-FFF2-40B4-BE49-F238E27FC236}">
                <a16:creationId xmlns:a16="http://schemas.microsoft.com/office/drawing/2014/main" id="{69588A2C-84C6-4E07-B5AE-141EDC56A916}"/>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0" name="Line 294">
            <a:extLst>
              <a:ext uri="{FF2B5EF4-FFF2-40B4-BE49-F238E27FC236}">
                <a16:creationId xmlns:a16="http://schemas.microsoft.com/office/drawing/2014/main" id="{52E6F110-B5DD-4E39-9417-33BAB2B28F8C}"/>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1" name="Line 290">
            <a:extLst>
              <a:ext uri="{FF2B5EF4-FFF2-40B4-BE49-F238E27FC236}">
                <a16:creationId xmlns:a16="http://schemas.microsoft.com/office/drawing/2014/main" id="{0A6530A5-6163-4A0B-9322-27CD9857C916}"/>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2" name="Line 294">
            <a:extLst>
              <a:ext uri="{FF2B5EF4-FFF2-40B4-BE49-F238E27FC236}">
                <a16:creationId xmlns:a16="http://schemas.microsoft.com/office/drawing/2014/main" id="{B2356E85-6DC3-44DD-90C0-D4257AC04DF3}"/>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3" name="Freeform 68">
            <a:extLst>
              <a:ext uri="{FF2B5EF4-FFF2-40B4-BE49-F238E27FC236}">
                <a16:creationId xmlns:a16="http://schemas.microsoft.com/office/drawing/2014/main" id="{DB2B41B7-C8A6-4EAB-A71C-36B38EE7F183}"/>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4" name="Freeform 68">
            <a:extLst>
              <a:ext uri="{FF2B5EF4-FFF2-40B4-BE49-F238E27FC236}">
                <a16:creationId xmlns:a16="http://schemas.microsoft.com/office/drawing/2014/main" id="{EF90FF0C-8CE1-43AE-98F9-BEB94DC199DB}"/>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5" name="Line 294">
            <a:extLst>
              <a:ext uri="{FF2B5EF4-FFF2-40B4-BE49-F238E27FC236}">
                <a16:creationId xmlns:a16="http://schemas.microsoft.com/office/drawing/2014/main" id="{904AD2E0-B88B-4F76-A38E-1181F504397B}"/>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6" name="Line 290">
            <a:extLst>
              <a:ext uri="{FF2B5EF4-FFF2-40B4-BE49-F238E27FC236}">
                <a16:creationId xmlns:a16="http://schemas.microsoft.com/office/drawing/2014/main" id="{E6EE7C21-9B27-428D-8AA0-C2556C74B9BA}"/>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7" name="Line 294">
            <a:extLst>
              <a:ext uri="{FF2B5EF4-FFF2-40B4-BE49-F238E27FC236}">
                <a16:creationId xmlns:a16="http://schemas.microsoft.com/office/drawing/2014/main" id="{DE86B34A-062D-449B-99A2-E717F03C2F07}"/>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8" name="Freeform 68">
            <a:extLst>
              <a:ext uri="{FF2B5EF4-FFF2-40B4-BE49-F238E27FC236}">
                <a16:creationId xmlns:a16="http://schemas.microsoft.com/office/drawing/2014/main" id="{DC87EF7E-372A-42B6-BC8D-200587E697FE}"/>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69" name="Freeform 68">
            <a:extLst>
              <a:ext uri="{FF2B5EF4-FFF2-40B4-BE49-F238E27FC236}">
                <a16:creationId xmlns:a16="http://schemas.microsoft.com/office/drawing/2014/main" id="{73691528-BBE1-426C-AAA0-035552021CC6}"/>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0" name="Line 294">
            <a:extLst>
              <a:ext uri="{FF2B5EF4-FFF2-40B4-BE49-F238E27FC236}">
                <a16:creationId xmlns:a16="http://schemas.microsoft.com/office/drawing/2014/main" id="{00AC2981-AC71-452A-9AFD-C074BECEB2E4}"/>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1" name="Line 290">
            <a:extLst>
              <a:ext uri="{FF2B5EF4-FFF2-40B4-BE49-F238E27FC236}">
                <a16:creationId xmlns:a16="http://schemas.microsoft.com/office/drawing/2014/main" id="{40E1E66C-F555-44B5-846D-0CD7D99096E3}"/>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2" name="Line 294">
            <a:extLst>
              <a:ext uri="{FF2B5EF4-FFF2-40B4-BE49-F238E27FC236}">
                <a16:creationId xmlns:a16="http://schemas.microsoft.com/office/drawing/2014/main" id="{0D2D9625-E34D-49F7-A448-AE3E828CA002}"/>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3" name="Freeform 68">
            <a:extLst>
              <a:ext uri="{FF2B5EF4-FFF2-40B4-BE49-F238E27FC236}">
                <a16:creationId xmlns:a16="http://schemas.microsoft.com/office/drawing/2014/main" id="{2A422936-4E5C-4FCD-8FBD-DFCEFE8413A7}"/>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4" name="Freeform 68">
            <a:extLst>
              <a:ext uri="{FF2B5EF4-FFF2-40B4-BE49-F238E27FC236}">
                <a16:creationId xmlns:a16="http://schemas.microsoft.com/office/drawing/2014/main" id="{7C045E33-559D-40E5-AD04-DE80258B5551}"/>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2375" name="Group 114">
            <a:extLst>
              <a:ext uri="{FF2B5EF4-FFF2-40B4-BE49-F238E27FC236}">
                <a16:creationId xmlns:a16="http://schemas.microsoft.com/office/drawing/2014/main" id="{A2E9985C-D868-47A7-AE40-BD305ED138DF}"/>
              </a:ext>
            </a:extLst>
          </p:cNvPr>
          <p:cNvGrpSpPr>
            <a:grpSpLocks/>
          </p:cNvGrpSpPr>
          <p:nvPr/>
        </p:nvGrpSpPr>
        <p:grpSpPr bwMode="auto">
          <a:xfrm>
            <a:off x="2663825" y="1693863"/>
            <a:ext cx="6099175" cy="250825"/>
            <a:chOff x="2663261" y="1693863"/>
            <a:chExt cx="6099739" cy="250166"/>
          </a:xfrm>
        </p:grpSpPr>
        <p:sp>
          <p:nvSpPr>
            <p:cNvPr id="142376" name="Rectangle 41">
              <a:extLst>
                <a:ext uri="{FF2B5EF4-FFF2-40B4-BE49-F238E27FC236}">
                  <a16:creationId xmlns:a16="http://schemas.microsoft.com/office/drawing/2014/main" id="{E7C92A02-0AEE-4567-A467-BD7C20CB747F}"/>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7" name="Rectangle 41">
              <a:extLst>
                <a:ext uri="{FF2B5EF4-FFF2-40B4-BE49-F238E27FC236}">
                  <a16:creationId xmlns:a16="http://schemas.microsoft.com/office/drawing/2014/main" id="{DF4DBCDA-9D4C-40E8-B348-1B17F8C512D1}"/>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8" name="Rectangle 41">
              <a:extLst>
                <a:ext uri="{FF2B5EF4-FFF2-40B4-BE49-F238E27FC236}">
                  <a16:creationId xmlns:a16="http://schemas.microsoft.com/office/drawing/2014/main" id="{1AA296E2-21C5-4188-8AC0-8F305EA185BF}"/>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379" name="Rectangle 41">
              <a:extLst>
                <a:ext uri="{FF2B5EF4-FFF2-40B4-BE49-F238E27FC236}">
                  <a16:creationId xmlns:a16="http://schemas.microsoft.com/office/drawing/2014/main" id="{65275799-4367-49D1-9C74-87E74BECBA3E}"/>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2" name="Picture 1">
            <a:extLst>
              <a:ext uri="{FF2B5EF4-FFF2-40B4-BE49-F238E27FC236}">
                <a16:creationId xmlns:a16="http://schemas.microsoft.com/office/drawing/2014/main" id="{764C0951-096D-4540-8243-DA45E6D6F540}"/>
              </a:ext>
            </a:extLst>
          </p:cNvPr>
          <p:cNvPicPr>
            <a:picLocks noChangeAspect="1"/>
          </p:cNvPicPr>
          <p:nvPr/>
        </p:nvPicPr>
        <p:blipFill>
          <a:blip r:embed="rId2"/>
          <a:stretch>
            <a:fillRect/>
          </a:stretch>
        </p:blipFill>
        <p:spPr>
          <a:xfrm>
            <a:off x="0" y="609600"/>
            <a:ext cx="9144000" cy="443380"/>
          </a:xfrm>
          <a:prstGeom prst="rect">
            <a:avLst/>
          </a:prstGeom>
          <a:ln>
            <a:solidFill>
              <a:srgbClr val="FF0000"/>
            </a:solidFill>
          </a:ln>
        </p:spPr>
      </p:pic>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1" name="Title 1">
            <a:extLst>
              <a:ext uri="{FF2B5EF4-FFF2-40B4-BE49-F238E27FC236}">
                <a16:creationId xmlns:a16="http://schemas.microsoft.com/office/drawing/2014/main" id="{FE74729C-D4E0-45FA-88A1-AC65386D12D0}"/>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3362" name="Rectangle 11">
            <a:extLst>
              <a:ext uri="{FF2B5EF4-FFF2-40B4-BE49-F238E27FC236}">
                <a16:creationId xmlns:a16="http://schemas.microsoft.com/office/drawing/2014/main" id="{D1C23F2F-8215-4195-B980-89CFBA6F0562}"/>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3" name="Line 290">
            <a:extLst>
              <a:ext uri="{FF2B5EF4-FFF2-40B4-BE49-F238E27FC236}">
                <a16:creationId xmlns:a16="http://schemas.microsoft.com/office/drawing/2014/main" id="{E2E9BEF8-1F8A-4F4A-8B08-285C781FA68E}"/>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4" name="Line 294">
            <a:extLst>
              <a:ext uri="{FF2B5EF4-FFF2-40B4-BE49-F238E27FC236}">
                <a16:creationId xmlns:a16="http://schemas.microsoft.com/office/drawing/2014/main" id="{1BB8D6F5-9DA7-4293-8275-339BF16FBAE8}"/>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5" name="Freeform 68">
            <a:extLst>
              <a:ext uri="{FF2B5EF4-FFF2-40B4-BE49-F238E27FC236}">
                <a16:creationId xmlns:a16="http://schemas.microsoft.com/office/drawing/2014/main" id="{3371C9A5-A618-4D8C-A4C5-C0B25F8073E1}"/>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6" name="Line 294">
            <a:extLst>
              <a:ext uri="{FF2B5EF4-FFF2-40B4-BE49-F238E27FC236}">
                <a16:creationId xmlns:a16="http://schemas.microsoft.com/office/drawing/2014/main" id="{166C9E07-8109-464D-A471-DA118E88F687}"/>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7" name="Freeform 68">
            <a:extLst>
              <a:ext uri="{FF2B5EF4-FFF2-40B4-BE49-F238E27FC236}">
                <a16:creationId xmlns:a16="http://schemas.microsoft.com/office/drawing/2014/main" id="{605CE467-FB51-43BC-B5CD-AB43827C43E4}"/>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8" name="Line 294">
            <a:extLst>
              <a:ext uri="{FF2B5EF4-FFF2-40B4-BE49-F238E27FC236}">
                <a16:creationId xmlns:a16="http://schemas.microsoft.com/office/drawing/2014/main" id="{42BFB2F5-1885-419F-AE2F-576F15C2DA7C}"/>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69" name="Freeform 68">
            <a:extLst>
              <a:ext uri="{FF2B5EF4-FFF2-40B4-BE49-F238E27FC236}">
                <a16:creationId xmlns:a16="http://schemas.microsoft.com/office/drawing/2014/main" id="{E8CD198B-D7E7-4DF9-9BE4-89E5A9B93DD5}"/>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70" name="Line 294">
            <a:extLst>
              <a:ext uri="{FF2B5EF4-FFF2-40B4-BE49-F238E27FC236}">
                <a16:creationId xmlns:a16="http://schemas.microsoft.com/office/drawing/2014/main" id="{8FFE937D-DF1D-4DC4-AAC4-4A6A8B2ACF20}"/>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3371" name="Group 146">
            <a:extLst>
              <a:ext uri="{FF2B5EF4-FFF2-40B4-BE49-F238E27FC236}">
                <a16:creationId xmlns:a16="http://schemas.microsoft.com/office/drawing/2014/main" id="{EFAD5243-CA6F-44FD-9C16-9F99C3788A29}"/>
              </a:ext>
            </a:extLst>
          </p:cNvPr>
          <p:cNvGrpSpPr>
            <a:grpSpLocks/>
          </p:cNvGrpSpPr>
          <p:nvPr/>
        </p:nvGrpSpPr>
        <p:grpSpPr bwMode="auto">
          <a:xfrm>
            <a:off x="3287713" y="3146425"/>
            <a:ext cx="876300" cy="1250950"/>
            <a:chOff x="5235926" y="4609668"/>
            <a:chExt cx="1167078" cy="1667308"/>
          </a:xfrm>
        </p:grpSpPr>
        <p:sp>
          <p:nvSpPr>
            <p:cNvPr id="143478" name="Line 4">
              <a:extLst>
                <a:ext uri="{FF2B5EF4-FFF2-40B4-BE49-F238E27FC236}">
                  <a16:creationId xmlns:a16="http://schemas.microsoft.com/office/drawing/2014/main" id="{0A66DDFF-A424-4812-A437-A1CD9D3BBFFD}"/>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9" name="Line 5">
              <a:extLst>
                <a:ext uri="{FF2B5EF4-FFF2-40B4-BE49-F238E27FC236}">
                  <a16:creationId xmlns:a16="http://schemas.microsoft.com/office/drawing/2014/main" id="{335670DD-A5F0-4D76-ACA8-2DACFCD1ED70}"/>
                </a:ext>
              </a:extLst>
            </p:cNvPr>
            <p:cNvSpPr>
              <a:spLocks noChangeAspect="1" noChangeShapeType="1"/>
            </p:cNvSpPr>
            <p:nvPr/>
          </p:nvSpPr>
          <p:spPr bwMode="auto">
            <a:xfrm>
              <a:off x="5235926" y="5546862"/>
              <a:ext cx="458681"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80" name="Line 6">
              <a:extLst>
                <a:ext uri="{FF2B5EF4-FFF2-40B4-BE49-F238E27FC236}">
                  <a16:creationId xmlns:a16="http://schemas.microsoft.com/office/drawing/2014/main" id="{BCB3D898-018D-4F39-B168-4B3320FFD01C}"/>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81" name="Freeform 7">
              <a:extLst>
                <a:ext uri="{FF2B5EF4-FFF2-40B4-BE49-F238E27FC236}">
                  <a16:creationId xmlns:a16="http://schemas.microsoft.com/office/drawing/2014/main" id="{B5D306CE-76F1-498F-9E60-B75107E9E859}"/>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82" name="Line 20">
              <a:extLst>
                <a:ext uri="{FF2B5EF4-FFF2-40B4-BE49-F238E27FC236}">
                  <a16:creationId xmlns:a16="http://schemas.microsoft.com/office/drawing/2014/main" id="{E2CB8943-B283-41CE-83C0-E6F302061156}"/>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83" name="Line 21">
              <a:extLst>
                <a:ext uri="{FF2B5EF4-FFF2-40B4-BE49-F238E27FC236}">
                  <a16:creationId xmlns:a16="http://schemas.microsoft.com/office/drawing/2014/main" id="{E17DB0AC-921D-4D7F-8FAF-852A0B2D26B6}"/>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236" y="5180954"/>
              <a:ext cx="224113"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3485" name="Line 101">
              <a:extLst>
                <a:ext uri="{FF2B5EF4-FFF2-40B4-BE49-F238E27FC236}">
                  <a16:creationId xmlns:a16="http://schemas.microsoft.com/office/drawing/2014/main" id="{9B9FA408-33BA-403E-B0C7-B5AE682C5385}"/>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86" name="Line 101">
              <a:extLst>
                <a:ext uri="{FF2B5EF4-FFF2-40B4-BE49-F238E27FC236}">
                  <a16:creationId xmlns:a16="http://schemas.microsoft.com/office/drawing/2014/main" id="{57C98C46-46A9-4474-8F24-C8FF4BC150B7}"/>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2" name="Group 174">
            <a:extLst>
              <a:ext uri="{FF2B5EF4-FFF2-40B4-BE49-F238E27FC236}">
                <a16:creationId xmlns:a16="http://schemas.microsoft.com/office/drawing/2014/main" id="{D6A394E6-CE91-4924-A806-9D05A658646A}"/>
              </a:ext>
            </a:extLst>
          </p:cNvPr>
          <p:cNvGrpSpPr>
            <a:grpSpLocks/>
          </p:cNvGrpSpPr>
          <p:nvPr/>
        </p:nvGrpSpPr>
        <p:grpSpPr bwMode="auto">
          <a:xfrm>
            <a:off x="5197475" y="3146425"/>
            <a:ext cx="833438" cy="1250950"/>
            <a:chOff x="5291360" y="4609668"/>
            <a:chExt cx="1111644" cy="1667308"/>
          </a:xfrm>
        </p:grpSpPr>
        <p:sp>
          <p:nvSpPr>
            <p:cNvPr id="143469" name="Line 4">
              <a:extLst>
                <a:ext uri="{FF2B5EF4-FFF2-40B4-BE49-F238E27FC236}">
                  <a16:creationId xmlns:a16="http://schemas.microsoft.com/office/drawing/2014/main" id="{A38D4ADD-27BF-4749-8E20-B9EDB9662380}"/>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0" name="Line 5">
              <a:extLst>
                <a:ext uri="{FF2B5EF4-FFF2-40B4-BE49-F238E27FC236}">
                  <a16:creationId xmlns:a16="http://schemas.microsoft.com/office/drawing/2014/main" id="{26A7D77A-47AF-42A9-BC1E-BEAED1108ACA}"/>
                </a:ext>
              </a:extLst>
            </p:cNvPr>
            <p:cNvSpPr>
              <a:spLocks noChangeAspect="1" noChangeShapeType="1"/>
            </p:cNvSpPr>
            <p:nvPr/>
          </p:nvSpPr>
          <p:spPr bwMode="auto">
            <a:xfrm>
              <a:off x="5291360" y="5546862"/>
              <a:ext cx="40324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1" name="Line 6">
              <a:extLst>
                <a:ext uri="{FF2B5EF4-FFF2-40B4-BE49-F238E27FC236}">
                  <a16:creationId xmlns:a16="http://schemas.microsoft.com/office/drawing/2014/main" id="{8003E783-024E-412E-9DAB-5E2965A71596}"/>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2" name="Freeform 7">
              <a:extLst>
                <a:ext uri="{FF2B5EF4-FFF2-40B4-BE49-F238E27FC236}">
                  <a16:creationId xmlns:a16="http://schemas.microsoft.com/office/drawing/2014/main" id="{8A920820-2541-4A5F-8D0D-0ABD5173EDB5}"/>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3" name="Line 20">
              <a:extLst>
                <a:ext uri="{FF2B5EF4-FFF2-40B4-BE49-F238E27FC236}">
                  <a16:creationId xmlns:a16="http://schemas.microsoft.com/office/drawing/2014/main" id="{C1EDF533-590A-4878-AD50-C13DA957DEFD}"/>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4" name="Line 21">
              <a:extLst>
                <a:ext uri="{FF2B5EF4-FFF2-40B4-BE49-F238E27FC236}">
                  <a16:creationId xmlns:a16="http://schemas.microsoft.com/office/drawing/2014/main" id="{94F63606-2575-4FBC-A4FF-CAA55622C3E5}"/>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370" y="5180954"/>
              <a:ext cx="224446"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3476" name="Line 101">
              <a:extLst>
                <a:ext uri="{FF2B5EF4-FFF2-40B4-BE49-F238E27FC236}">
                  <a16:creationId xmlns:a16="http://schemas.microsoft.com/office/drawing/2014/main" id="{7FC2EE69-C4BF-4CE7-A07E-23DA8D2F7E13}"/>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77" name="Line 101">
              <a:extLst>
                <a:ext uri="{FF2B5EF4-FFF2-40B4-BE49-F238E27FC236}">
                  <a16:creationId xmlns:a16="http://schemas.microsoft.com/office/drawing/2014/main" id="{DC1640B9-960B-4CC2-8768-77C7F6377A95}"/>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3" name="Group 202">
            <a:extLst>
              <a:ext uri="{FF2B5EF4-FFF2-40B4-BE49-F238E27FC236}">
                <a16:creationId xmlns:a16="http://schemas.microsoft.com/office/drawing/2014/main" id="{7818AC77-F2AE-42F7-A3D5-1D2E85F07BE7}"/>
              </a:ext>
            </a:extLst>
          </p:cNvPr>
          <p:cNvGrpSpPr>
            <a:grpSpLocks/>
          </p:cNvGrpSpPr>
          <p:nvPr/>
        </p:nvGrpSpPr>
        <p:grpSpPr bwMode="auto">
          <a:xfrm>
            <a:off x="7081838" y="3144838"/>
            <a:ext cx="804862" cy="1249362"/>
            <a:chOff x="5330909" y="4609668"/>
            <a:chExt cx="1072095" cy="1667308"/>
          </a:xfrm>
        </p:grpSpPr>
        <p:sp>
          <p:nvSpPr>
            <p:cNvPr id="143460" name="Line 4">
              <a:extLst>
                <a:ext uri="{FF2B5EF4-FFF2-40B4-BE49-F238E27FC236}">
                  <a16:creationId xmlns:a16="http://schemas.microsoft.com/office/drawing/2014/main" id="{B8B91D4E-FCF1-41F1-A7B1-F44D79AB2F21}"/>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1" name="Line 5">
              <a:extLst>
                <a:ext uri="{FF2B5EF4-FFF2-40B4-BE49-F238E27FC236}">
                  <a16:creationId xmlns:a16="http://schemas.microsoft.com/office/drawing/2014/main" id="{F0FAB7A4-0430-4439-8694-EDDF88DEAD18}"/>
                </a:ext>
              </a:extLst>
            </p:cNvPr>
            <p:cNvSpPr>
              <a:spLocks noChangeAspect="1" noChangeShapeType="1"/>
            </p:cNvSpPr>
            <p:nvPr/>
          </p:nvSpPr>
          <p:spPr bwMode="auto">
            <a:xfrm>
              <a:off x="5330909" y="5546863"/>
              <a:ext cx="36369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2" name="Line 6">
              <a:extLst>
                <a:ext uri="{FF2B5EF4-FFF2-40B4-BE49-F238E27FC236}">
                  <a16:creationId xmlns:a16="http://schemas.microsoft.com/office/drawing/2014/main" id="{AD750CFD-5BE4-4822-BEB0-664CE48F9626}"/>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3" name="Freeform 7">
              <a:extLst>
                <a:ext uri="{FF2B5EF4-FFF2-40B4-BE49-F238E27FC236}">
                  <a16:creationId xmlns:a16="http://schemas.microsoft.com/office/drawing/2014/main" id="{2D8A2B6A-8077-4A1E-86C1-E5586E425243}"/>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4" name="Line 20">
              <a:extLst>
                <a:ext uri="{FF2B5EF4-FFF2-40B4-BE49-F238E27FC236}">
                  <a16:creationId xmlns:a16="http://schemas.microsoft.com/office/drawing/2014/main" id="{45557604-FC77-4C59-A6E0-387944730C41}"/>
                </a:ext>
              </a:extLst>
            </p:cNvPr>
            <p:cNvSpPr>
              <a:spLocks noChangeAspect="1" noChangeShapeType="1"/>
            </p:cNvSpPr>
            <p:nvPr/>
          </p:nvSpPr>
          <p:spPr bwMode="auto">
            <a:xfrm>
              <a:off x="5440696" y="5807880"/>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5" name="Line 21">
              <a:extLst>
                <a:ext uri="{FF2B5EF4-FFF2-40B4-BE49-F238E27FC236}">
                  <a16:creationId xmlns:a16="http://schemas.microsoft.com/office/drawing/2014/main" id="{7D36FA8F-A4D8-4055-9758-9FBB1C13B216}"/>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139" y="5179561"/>
              <a:ext cx="22414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3467" name="Line 101">
              <a:extLst>
                <a:ext uri="{FF2B5EF4-FFF2-40B4-BE49-F238E27FC236}">
                  <a16:creationId xmlns:a16="http://schemas.microsoft.com/office/drawing/2014/main" id="{6BFF5616-8255-4A02-8622-176494049321}"/>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68" name="Line 101">
              <a:extLst>
                <a:ext uri="{FF2B5EF4-FFF2-40B4-BE49-F238E27FC236}">
                  <a16:creationId xmlns:a16="http://schemas.microsoft.com/office/drawing/2014/main" id="{50FA41DD-01B1-41A1-9D9D-1D9521B57269}"/>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4" name="Group 5">
            <a:extLst>
              <a:ext uri="{FF2B5EF4-FFF2-40B4-BE49-F238E27FC236}">
                <a16:creationId xmlns:a16="http://schemas.microsoft.com/office/drawing/2014/main" id="{43B07CE0-0B18-46E5-BE6B-6AB692FEE264}"/>
              </a:ext>
            </a:extLst>
          </p:cNvPr>
          <p:cNvGrpSpPr>
            <a:grpSpLocks/>
          </p:cNvGrpSpPr>
          <p:nvPr/>
        </p:nvGrpSpPr>
        <p:grpSpPr bwMode="auto">
          <a:xfrm>
            <a:off x="1416050" y="3146425"/>
            <a:ext cx="885825" cy="1250950"/>
            <a:chOff x="1416588" y="3146351"/>
            <a:chExt cx="885863" cy="1250498"/>
          </a:xfrm>
        </p:grpSpPr>
        <p:sp>
          <p:nvSpPr>
            <p:cNvPr id="143451" name="Line 6">
              <a:extLst>
                <a:ext uri="{FF2B5EF4-FFF2-40B4-BE49-F238E27FC236}">
                  <a16:creationId xmlns:a16="http://schemas.microsoft.com/office/drawing/2014/main" id="{F69DC154-7CD2-4913-948E-1BE97BBE782B}"/>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2" name="Freeform 7">
              <a:extLst>
                <a:ext uri="{FF2B5EF4-FFF2-40B4-BE49-F238E27FC236}">
                  <a16:creationId xmlns:a16="http://schemas.microsoft.com/office/drawing/2014/main" id="{F50FB3B0-C4A2-4BC7-8E04-803B564922B0}"/>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3" name="Line 20">
              <a:extLst>
                <a:ext uri="{FF2B5EF4-FFF2-40B4-BE49-F238E27FC236}">
                  <a16:creationId xmlns:a16="http://schemas.microsoft.com/office/drawing/2014/main" id="{FD7C6F62-EF00-4DF1-BC75-1E7A5ABE0BD4}"/>
                </a:ext>
              </a:extLst>
            </p:cNvPr>
            <p:cNvSpPr>
              <a:spLocks noChangeAspect="1" noChangeShapeType="1"/>
            </p:cNvSpPr>
            <p:nvPr/>
          </p:nvSpPr>
          <p:spPr bwMode="auto">
            <a:xfrm>
              <a:off x="1580716" y="4045022"/>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4" name="Line 21">
              <a:extLst>
                <a:ext uri="{FF2B5EF4-FFF2-40B4-BE49-F238E27FC236}">
                  <a16:creationId xmlns:a16="http://schemas.microsoft.com/office/drawing/2014/main" id="{8C90B7BB-AF14-4D8C-BD64-26627C1F16C3}"/>
                </a:ext>
              </a:extLst>
            </p:cNvPr>
            <p:cNvSpPr>
              <a:spLocks noChangeAspect="1" noChangeShapeType="1"/>
            </p:cNvSpPr>
            <p:nvPr/>
          </p:nvSpPr>
          <p:spPr bwMode="auto">
            <a:xfrm>
              <a:off x="1585153" y="4254561"/>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7130" y="3574821"/>
              <a:ext cx="168282"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3456" name="Line 101">
              <a:extLst>
                <a:ext uri="{FF2B5EF4-FFF2-40B4-BE49-F238E27FC236}">
                  <a16:creationId xmlns:a16="http://schemas.microsoft.com/office/drawing/2014/main" id="{5134A14F-F56E-4975-8D24-3929B2BD63BE}"/>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7" name="Line 101">
              <a:extLst>
                <a:ext uri="{FF2B5EF4-FFF2-40B4-BE49-F238E27FC236}">
                  <a16:creationId xmlns:a16="http://schemas.microsoft.com/office/drawing/2014/main" id="{83B25B34-D782-4B4E-A9AC-0C3B3FCAFC6B}"/>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8" name="Line 4">
              <a:extLst>
                <a:ext uri="{FF2B5EF4-FFF2-40B4-BE49-F238E27FC236}">
                  <a16:creationId xmlns:a16="http://schemas.microsoft.com/office/drawing/2014/main" id="{4E7E0740-6AC4-4086-A692-12235D9E935D}"/>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9" name="Line 5">
              <a:extLst>
                <a:ext uri="{FF2B5EF4-FFF2-40B4-BE49-F238E27FC236}">
                  <a16:creationId xmlns:a16="http://schemas.microsoft.com/office/drawing/2014/main" id="{B254FBB7-2B71-460F-A385-6294010DC403}"/>
                </a:ext>
              </a:extLst>
            </p:cNvPr>
            <p:cNvSpPr>
              <a:spLocks noChangeAspect="1" noChangeShapeType="1"/>
            </p:cNvSpPr>
            <p:nvPr/>
          </p:nvSpPr>
          <p:spPr bwMode="auto">
            <a:xfrm>
              <a:off x="1416588" y="3849256"/>
              <a:ext cx="354562"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5" name="Group 2">
            <a:extLst>
              <a:ext uri="{FF2B5EF4-FFF2-40B4-BE49-F238E27FC236}">
                <a16:creationId xmlns:a16="http://schemas.microsoft.com/office/drawing/2014/main" id="{C220300F-1C4A-49DC-B805-ED8F69AF124A}"/>
              </a:ext>
            </a:extLst>
          </p:cNvPr>
          <p:cNvGrpSpPr>
            <a:grpSpLocks/>
          </p:cNvGrpSpPr>
          <p:nvPr/>
        </p:nvGrpSpPr>
        <p:grpSpPr bwMode="auto">
          <a:xfrm>
            <a:off x="3959225" y="3730625"/>
            <a:ext cx="923925" cy="801688"/>
            <a:chOff x="3959287" y="3730423"/>
            <a:chExt cx="924518" cy="801207"/>
          </a:xfrm>
        </p:grpSpPr>
        <p:sp>
          <p:nvSpPr>
            <p:cNvPr id="143442" name="Line 25">
              <a:extLst>
                <a:ext uri="{FF2B5EF4-FFF2-40B4-BE49-F238E27FC236}">
                  <a16:creationId xmlns:a16="http://schemas.microsoft.com/office/drawing/2014/main" id="{54285C0C-7EA2-401A-A0A9-423E8B64EAF9}"/>
                </a:ext>
              </a:extLst>
            </p:cNvPr>
            <p:cNvSpPr>
              <a:spLocks noChangeShapeType="1"/>
            </p:cNvSpPr>
            <p:nvPr/>
          </p:nvSpPr>
          <p:spPr bwMode="auto">
            <a:xfrm>
              <a:off x="4657490"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43" name="Line 25">
              <a:extLst>
                <a:ext uri="{FF2B5EF4-FFF2-40B4-BE49-F238E27FC236}">
                  <a16:creationId xmlns:a16="http://schemas.microsoft.com/office/drawing/2014/main" id="{8B4545D5-5898-4F4D-AC46-6B62F96819E4}"/>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44" name="Rectangle 4">
              <a:extLst>
                <a:ext uri="{FF2B5EF4-FFF2-40B4-BE49-F238E27FC236}">
                  <a16:creationId xmlns:a16="http://schemas.microsoft.com/office/drawing/2014/main" id="{592D4759-C602-4F3A-8AC3-EEE04EA3DC72}"/>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47" name="Line 7">
              <a:extLst>
                <a:ext uri="{FF2B5EF4-FFF2-40B4-BE49-F238E27FC236}">
                  <a16:creationId xmlns:a16="http://schemas.microsoft.com/office/drawing/2014/main" id="{841B3B86-9755-4245-9D17-37DA5FD90B39}"/>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49" name="Freeform 36">
              <a:extLst>
                <a:ext uri="{FF2B5EF4-FFF2-40B4-BE49-F238E27FC236}">
                  <a16:creationId xmlns:a16="http://schemas.microsoft.com/office/drawing/2014/main" id="{8E7B9E2C-8C0B-4201-8DED-1DBC7E47BAE3}"/>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50" name="Line 37">
              <a:extLst>
                <a:ext uri="{FF2B5EF4-FFF2-40B4-BE49-F238E27FC236}">
                  <a16:creationId xmlns:a16="http://schemas.microsoft.com/office/drawing/2014/main" id="{081D68F8-7609-4344-801D-945B18C1D346}"/>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6" name="Group 1">
            <a:extLst>
              <a:ext uri="{FF2B5EF4-FFF2-40B4-BE49-F238E27FC236}">
                <a16:creationId xmlns:a16="http://schemas.microsoft.com/office/drawing/2014/main" id="{4C51EAED-1A1A-49BB-A50C-0E4C29AB0F91}"/>
              </a:ext>
            </a:extLst>
          </p:cNvPr>
          <p:cNvGrpSpPr>
            <a:grpSpLocks/>
          </p:cNvGrpSpPr>
          <p:nvPr/>
        </p:nvGrpSpPr>
        <p:grpSpPr bwMode="auto">
          <a:xfrm>
            <a:off x="2098675" y="3730625"/>
            <a:ext cx="923925" cy="801688"/>
            <a:chOff x="2098202" y="3730423"/>
            <a:chExt cx="924518" cy="801207"/>
          </a:xfrm>
        </p:grpSpPr>
        <p:sp>
          <p:nvSpPr>
            <p:cNvPr id="143433" name="Line 25">
              <a:extLst>
                <a:ext uri="{FF2B5EF4-FFF2-40B4-BE49-F238E27FC236}">
                  <a16:creationId xmlns:a16="http://schemas.microsoft.com/office/drawing/2014/main" id="{1A1E1A09-DC81-4F7B-B240-80C7877572E8}"/>
                </a:ext>
              </a:extLst>
            </p:cNvPr>
            <p:cNvSpPr>
              <a:spLocks noChangeShapeType="1"/>
            </p:cNvSpPr>
            <p:nvPr/>
          </p:nvSpPr>
          <p:spPr bwMode="auto">
            <a:xfrm>
              <a:off x="2796405"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34" name="Line 25">
              <a:extLst>
                <a:ext uri="{FF2B5EF4-FFF2-40B4-BE49-F238E27FC236}">
                  <a16:creationId xmlns:a16="http://schemas.microsoft.com/office/drawing/2014/main" id="{EAA98168-CC18-4D0F-9A64-6172115304C6}"/>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35" name="Rectangle 4">
              <a:extLst>
                <a:ext uri="{FF2B5EF4-FFF2-40B4-BE49-F238E27FC236}">
                  <a16:creationId xmlns:a16="http://schemas.microsoft.com/office/drawing/2014/main" id="{75FAC8CD-D5EC-4A4A-947A-03DE8FE6D599}"/>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38" name="Line 7">
              <a:extLst>
                <a:ext uri="{FF2B5EF4-FFF2-40B4-BE49-F238E27FC236}">
                  <a16:creationId xmlns:a16="http://schemas.microsoft.com/office/drawing/2014/main" id="{200623E2-422D-4461-A4F0-CE6C3C956FC8}"/>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40" name="Freeform 36">
              <a:extLst>
                <a:ext uri="{FF2B5EF4-FFF2-40B4-BE49-F238E27FC236}">
                  <a16:creationId xmlns:a16="http://schemas.microsoft.com/office/drawing/2014/main" id="{35E0A77C-5D23-4882-BF22-2BBAB1D4F024}"/>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41" name="Line 37">
              <a:extLst>
                <a:ext uri="{FF2B5EF4-FFF2-40B4-BE49-F238E27FC236}">
                  <a16:creationId xmlns:a16="http://schemas.microsoft.com/office/drawing/2014/main" id="{A83193FD-B5AE-4B2A-9B86-9B7A2FE5B870}"/>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7" name="Group 3">
            <a:extLst>
              <a:ext uri="{FF2B5EF4-FFF2-40B4-BE49-F238E27FC236}">
                <a16:creationId xmlns:a16="http://schemas.microsoft.com/office/drawing/2014/main" id="{57FFD3C0-35C9-4640-B5D5-EA057536439F}"/>
              </a:ext>
            </a:extLst>
          </p:cNvPr>
          <p:cNvGrpSpPr>
            <a:grpSpLocks/>
          </p:cNvGrpSpPr>
          <p:nvPr/>
        </p:nvGrpSpPr>
        <p:grpSpPr bwMode="auto">
          <a:xfrm>
            <a:off x="5826125" y="3730625"/>
            <a:ext cx="925513" cy="801688"/>
            <a:chOff x="5826819" y="3730423"/>
            <a:chExt cx="924518" cy="801207"/>
          </a:xfrm>
        </p:grpSpPr>
        <p:sp>
          <p:nvSpPr>
            <p:cNvPr id="143424" name="Line 25">
              <a:extLst>
                <a:ext uri="{FF2B5EF4-FFF2-40B4-BE49-F238E27FC236}">
                  <a16:creationId xmlns:a16="http://schemas.microsoft.com/office/drawing/2014/main" id="{C7435393-4DF9-4378-A8FD-D88C1C8312C9}"/>
                </a:ext>
              </a:extLst>
            </p:cNvPr>
            <p:cNvSpPr>
              <a:spLocks noChangeShapeType="1"/>
            </p:cNvSpPr>
            <p:nvPr/>
          </p:nvSpPr>
          <p:spPr bwMode="auto">
            <a:xfrm>
              <a:off x="6525022" y="3948284"/>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25" name="Line 25">
              <a:extLst>
                <a:ext uri="{FF2B5EF4-FFF2-40B4-BE49-F238E27FC236}">
                  <a16:creationId xmlns:a16="http://schemas.microsoft.com/office/drawing/2014/main" id="{FF0BB9FE-4B0F-4704-85BC-54068AC44775}"/>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26" name="Rectangle 4">
              <a:extLst>
                <a:ext uri="{FF2B5EF4-FFF2-40B4-BE49-F238E27FC236}">
                  <a16:creationId xmlns:a16="http://schemas.microsoft.com/office/drawing/2014/main" id="{ED7811FC-D331-42AE-82E6-DE243152AC0F}"/>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29" name="Line 7">
              <a:extLst>
                <a:ext uri="{FF2B5EF4-FFF2-40B4-BE49-F238E27FC236}">
                  <a16:creationId xmlns:a16="http://schemas.microsoft.com/office/drawing/2014/main" id="{63070562-F344-4EFD-B234-5EF8FA67AF65}"/>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31" name="Freeform 36">
              <a:extLst>
                <a:ext uri="{FF2B5EF4-FFF2-40B4-BE49-F238E27FC236}">
                  <a16:creationId xmlns:a16="http://schemas.microsoft.com/office/drawing/2014/main" id="{3F9E99F3-6BE2-4E24-B09A-DF8A4AB6A189}"/>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32" name="Line 37">
              <a:extLst>
                <a:ext uri="{FF2B5EF4-FFF2-40B4-BE49-F238E27FC236}">
                  <a16:creationId xmlns:a16="http://schemas.microsoft.com/office/drawing/2014/main" id="{CC762FD9-56B4-4389-97AB-447DD7AF498C}"/>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3378" name="Group 4">
            <a:extLst>
              <a:ext uri="{FF2B5EF4-FFF2-40B4-BE49-F238E27FC236}">
                <a16:creationId xmlns:a16="http://schemas.microsoft.com/office/drawing/2014/main" id="{192222CD-82CE-4ABB-863C-EF2ADECC1A50}"/>
              </a:ext>
            </a:extLst>
          </p:cNvPr>
          <p:cNvGrpSpPr>
            <a:grpSpLocks/>
          </p:cNvGrpSpPr>
          <p:nvPr/>
        </p:nvGrpSpPr>
        <p:grpSpPr bwMode="auto">
          <a:xfrm>
            <a:off x="7681913" y="3727450"/>
            <a:ext cx="923925" cy="801688"/>
            <a:chOff x="7681824" y="3728222"/>
            <a:chExt cx="924518" cy="801207"/>
          </a:xfrm>
        </p:grpSpPr>
        <p:sp>
          <p:nvSpPr>
            <p:cNvPr id="143415" name="Line 25">
              <a:extLst>
                <a:ext uri="{FF2B5EF4-FFF2-40B4-BE49-F238E27FC236}">
                  <a16:creationId xmlns:a16="http://schemas.microsoft.com/office/drawing/2014/main" id="{F400D5D1-75A1-40D4-B765-C2DF0293CD47}"/>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6" name="Line 25">
              <a:extLst>
                <a:ext uri="{FF2B5EF4-FFF2-40B4-BE49-F238E27FC236}">
                  <a16:creationId xmlns:a16="http://schemas.microsoft.com/office/drawing/2014/main" id="{BE68B87E-9894-4A1F-9266-33BE0119DC0A}"/>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7" name="Rectangle 4">
              <a:extLst>
                <a:ext uri="{FF2B5EF4-FFF2-40B4-BE49-F238E27FC236}">
                  <a16:creationId xmlns:a16="http://schemas.microsoft.com/office/drawing/2014/main" id="{A3002C03-B3DC-41E1-A7EA-6E932214B340}"/>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20" name="Line 7">
              <a:extLst>
                <a:ext uri="{FF2B5EF4-FFF2-40B4-BE49-F238E27FC236}">
                  <a16:creationId xmlns:a16="http://schemas.microsoft.com/office/drawing/2014/main" id="{1C6E2F27-2743-4900-8477-0D7EF750E2D2}"/>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3422" name="Freeform 36">
              <a:extLst>
                <a:ext uri="{FF2B5EF4-FFF2-40B4-BE49-F238E27FC236}">
                  <a16:creationId xmlns:a16="http://schemas.microsoft.com/office/drawing/2014/main" id="{20F11D69-915B-4AB8-8642-74BE6751AC35}"/>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23" name="Line 37">
              <a:extLst>
                <a:ext uri="{FF2B5EF4-FFF2-40B4-BE49-F238E27FC236}">
                  <a16:creationId xmlns:a16="http://schemas.microsoft.com/office/drawing/2014/main" id="{5EE497FD-B94E-445B-A2E7-883BF018CA11}"/>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3379" name="Line 294">
            <a:extLst>
              <a:ext uri="{FF2B5EF4-FFF2-40B4-BE49-F238E27FC236}">
                <a16:creationId xmlns:a16="http://schemas.microsoft.com/office/drawing/2014/main" id="{1E9C5D1E-F671-48B6-A628-F0A7AD214E84}"/>
              </a:ext>
            </a:extLst>
          </p:cNvPr>
          <p:cNvSpPr>
            <a:spLocks noChangeAspect="1" noChangeShapeType="1"/>
          </p:cNvSpPr>
          <p:nvPr/>
        </p:nvSpPr>
        <p:spPr bwMode="auto">
          <a:xfrm>
            <a:off x="2921000" y="2058988"/>
            <a:ext cx="15875" cy="18875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0" name="Line 290">
            <a:extLst>
              <a:ext uri="{FF2B5EF4-FFF2-40B4-BE49-F238E27FC236}">
                <a16:creationId xmlns:a16="http://schemas.microsoft.com/office/drawing/2014/main" id="{F74D75AD-4B9B-449E-A974-F140F5AA3D9F}"/>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1" name="Line 294">
            <a:extLst>
              <a:ext uri="{FF2B5EF4-FFF2-40B4-BE49-F238E27FC236}">
                <a16:creationId xmlns:a16="http://schemas.microsoft.com/office/drawing/2014/main" id="{4EBE1324-FD83-4974-90F9-1291A16ED4D8}"/>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2" name="Freeform 68">
            <a:extLst>
              <a:ext uri="{FF2B5EF4-FFF2-40B4-BE49-F238E27FC236}">
                <a16:creationId xmlns:a16="http://schemas.microsoft.com/office/drawing/2014/main" id="{E92B8CBC-A6B6-4CED-838C-DC052B9271F6}"/>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3" name="Freeform 68">
            <a:extLst>
              <a:ext uri="{FF2B5EF4-FFF2-40B4-BE49-F238E27FC236}">
                <a16:creationId xmlns:a16="http://schemas.microsoft.com/office/drawing/2014/main" id="{C530B490-3C89-4BEA-9FE5-EE09AE2A72FB}"/>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4" name="Line 294">
            <a:extLst>
              <a:ext uri="{FF2B5EF4-FFF2-40B4-BE49-F238E27FC236}">
                <a16:creationId xmlns:a16="http://schemas.microsoft.com/office/drawing/2014/main" id="{2C81248D-EAAA-4137-97F7-01DEBEAB55BB}"/>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5" name="Line 290">
            <a:extLst>
              <a:ext uri="{FF2B5EF4-FFF2-40B4-BE49-F238E27FC236}">
                <a16:creationId xmlns:a16="http://schemas.microsoft.com/office/drawing/2014/main" id="{7B0E6256-90B1-49CA-AC19-89472FDEFE69}"/>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6" name="Line 294">
            <a:extLst>
              <a:ext uri="{FF2B5EF4-FFF2-40B4-BE49-F238E27FC236}">
                <a16:creationId xmlns:a16="http://schemas.microsoft.com/office/drawing/2014/main" id="{57D69A8E-888D-45D7-918B-8630B059B44E}"/>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7" name="Freeform 68">
            <a:extLst>
              <a:ext uri="{FF2B5EF4-FFF2-40B4-BE49-F238E27FC236}">
                <a16:creationId xmlns:a16="http://schemas.microsoft.com/office/drawing/2014/main" id="{78B0C535-589A-415A-914A-41F3200CF6A1}"/>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8" name="Freeform 68">
            <a:extLst>
              <a:ext uri="{FF2B5EF4-FFF2-40B4-BE49-F238E27FC236}">
                <a16:creationId xmlns:a16="http://schemas.microsoft.com/office/drawing/2014/main" id="{04406428-A50E-42F8-A0F3-E79CA70900A6}"/>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89" name="Line 294">
            <a:extLst>
              <a:ext uri="{FF2B5EF4-FFF2-40B4-BE49-F238E27FC236}">
                <a16:creationId xmlns:a16="http://schemas.microsoft.com/office/drawing/2014/main" id="{BB5E644D-B9D7-41B1-88CC-E40115FCCEA6}"/>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0" name="Line 290">
            <a:extLst>
              <a:ext uri="{FF2B5EF4-FFF2-40B4-BE49-F238E27FC236}">
                <a16:creationId xmlns:a16="http://schemas.microsoft.com/office/drawing/2014/main" id="{4FAC0974-3582-44A2-BD38-70A6EFBB741A}"/>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1" name="Line 294">
            <a:extLst>
              <a:ext uri="{FF2B5EF4-FFF2-40B4-BE49-F238E27FC236}">
                <a16:creationId xmlns:a16="http://schemas.microsoft.com/office/drawing/2014/main" id="{E8D83E82-986A-4FFF-9F0E-4DD2D7465011}"/>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2" name="Freeform 68">
            <a:extLst>
              <a:ext uri="{FF2B5EF4-FFF2-40B4-BE49-F238E27FC236}">
                <a16:creationId xmlns:a16="http://schemas.microsoft.com/office/drawing/2014/main" id="{6595C281-216B-402B-98BE-547BFE729026}"/>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3" name="Freeform 68">
            <a:extLst>
              <a:ext uri="{FF2B5EF4-FFF2-40B4-BE49-F238E27FC236}">
                <a16:creationId xmlns:a16="http://schemas.microsoft.com/office/drawing/2014/main" id="{EF17B30F-17CE-4C8C-AAFF-081F70942428}"/>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4" name="Line 294">
            <a:extLst>
              <a:ext uri="{FF2B5EF4-FFF2-40B4-BE49-F238E27FC236}">
                <a16:creationId xmlns:a16="http://schemas.microsoft.com/office/drawing/2014/main" id="{E23BE30F-3F52-4953-94CB-00936A739D88}"/>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5" name="Line 290">
            <a:extLst>
              <a:ext uri="{FF2B5EF4-FFF2-40B4-BE49-F238E27FC236}">
                <a16:creationId xmlns:a16="http://schemas.microsoft.com/office/drawing/2014/main" id="{4823C38F-D5DF-407F-B055-087AD88C81CC}"/>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6" name="Line 294">
            <a:extLst>
              <a:ext uri="{FF2B5EF4-FFF2-40B4-BE49-F238E27FC236}">
                <a16:creationId xmlns:a16="http://schemas.microsoft.com/office/drawing/2014/main" id="{E8001AFD-CC29-49DF-AFFF-960E2547AE1F}"/>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7" name="Freeform 68">
            <a:extLst>
              <a:ext uri="{FF2B5EF4-FFF2-40B4-BE49-F238E27FC236}">
                <a16:creationId xmlns:a16="http://schemas.microsoft.com/office/drawing/2014/main" id="{8AB544FB-7ADA-4C85-B8B5-F0F6AB26F39F}"/>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398" name="Freeform 68">
            <a:extLst>
              <a:ext uri="{FF2B5EF4-FFF2-40B4-BE49-F238E27FC236}">
                <a16:creationId xmlns:a16="http://schemas.microsoft.com/office/drawing/2014/main" id="{71A4D30A-4857-47AF-B8C4-C5654412C950}"/>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3399" name="Group 114">
            <a:extLst>
              <a:ext uri="{FF2B5EF4-FFF2-40B4-BE49-F238E27FC236}">
                <a16:creationId xmlns:a16="http://schemas.microsoft.com/office/drawing/2014/main" id="{C63480CA-26B4-4FAB-821A-C4F5AD9E3F07}"/>
              </a:ext>
            </a:extLst>
          </p:cNvPr>
          <p:cNvGrpSpPr>
            <a:grpSpLocks/>
          </p:cNvGrpSpPr>
          <p:nvPr/>
        </p:nvGrpSpPr>
        <p:grpSpPr bwMode="auto">
          <a:xfrm>
            <a:off x="2663825" y="1693863"/>
            <a:ext cx="6099175" cy="250825"/>
            <a:chOff x="2663261" y="1693863"/>
            <a:chExt cx="6099739" cy="250166"/>
          </a:xfrm>
        </p:grpSpPr>
        <p:sp>
          <p:nvSpPr>
            <p:cNvPr id="143411" name="Rectangle 41">
              <a:extLst>
                <a:ext uri="{FF2B5EF4-FFF2-40B4-BE49-F238E27FC236}">
                  <a16:creationId xmlns:a16="http://schemas.microsoft.com/office/drawing/2014/main" id="{F927A2C8-7500-4670-BF7C-2ED237BB0A34}"/>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2" name="Rectangle 41">
              <a:extLst>
                <a:ext uri="{FF2B5EF4-FFF2-40B4-BE49-F238E27FC236}">
                  <a16:creationId xmlns:a16="http://schemas.microsoft.com/office/drawing/2014/main" id="{77A5F054-8004-4178-83AE-EE6F58C23B86}"/>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3" name="Rectangle 41">
              <a:extLst>
                <a:ext uri="{FF2B5EF4-FFF2-40B4-BE49-F238E27FC236}">
                  <a16:creationId xmlns:a16="http://schemas.microsoft.com/office/drawing/2014/main" id="{4B0A11AC-AB5A-405B-BD03-CAB70A875962}"/>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4" name="Rectangle 41">
              <a:extLst>
                <a:ext uri="{FF2B5EF4-FFF2-40B4-BE49-F238E27FC236}">
                  <a16:creationId xmlns:a16="http://schemas.microsoft.com/office/drawing/2014/main" id="{281129E3-926A-43D6-81DA-744F39F7041B}"/>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3400" name="Line 290">
            <a:extLst>
              <a:ext uri="{FF2B5EF4-FFF2-40B4-BE49-F238E27FC236}">
                <a16:creationId xmlns:a16="http://schemas.microsoft.com/office/drawing/2014/main" id="{9E354F2C-E668-49D4-95C2-B946BE9C2324}"/>
              </a:ext>
            </a:extLst>
          </p:cNvPr>
          <p:cNvSpPr>
            <a:spLocks noChangeAspect="1" noChangeShapeType="1"/>
          </p:cNvSpPr>
          <p:nvPr/>
        </p:nvSpPr>
        <p:spPr bwMode="auto">
          <a:xfrm>
            <a:off x="1420813" y="2728913"/>
            <a:ext cx="3375025"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1" name="Line 294">
            <a:extLst>
              <a:ext uri="{FF2B5EF4-FFF2-40B4-BE49-F238E27FC236}">
                <a16:creationId xmlns:a16="http://schemas.microsoft.com/office/drawing/2014/main" id="{BABC04F4-DF0E-4B64-8029-0CC2795A97D6}"/>
              </a:ext>
            </a:extLst>
          </p:cNvPr>
          <p:cNvSpPr>
            <a:spLocks noChangeAspect="1" noChangeShapeType="1"/>
          </p:cNvSpPr>
          <p:nvPr/>
        </p:nvSpPr>
        <p:spPr bwMode="auto">
          <a:xfrm>
            <a:off x="1425575" y="2735263"/>
            <a:ext cx="0" cy="11239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2" name="Freeform 68">
            <a:extLst>
              <a:ext uri="{FF2B5EF4-FFF2-40B4-BE49-F238E27FC236}">
                <a16:creationId xmlns:a16="http://schemas.microsoft.com/office/drawing/2014/main" id="{70F4F41E-89B3-438E-8F2F-F750DB2E3864}"/>
              </a:ext>
            </a:extLst>
          </p:cNvPr>
          <p:cNvSpPr>
            <a:spLocks noChangeAspect="1"/>
          </p:cNvSpPr>
          <p:nvPr/>
        </p:nvSpPr>
        <p:spPr bwMode="auto">
          <a:xfrm>
            <a:off x="4762500" y="27051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3" name="Line 290">
            <a:extLst>
              <a:ext uri="{FF2B5EF4-FFF2-40B4-BE49-F238E27FC236}">
                <a16:creationId xmlns:a16="http://schemas.microsoft.com/office/drawing/2014/main" id="{169E0D19-A933-45B7-8FAD-4FC7C81CF803}"/>
              </a:ext>
            </a:extLst>
          </p:cNvPr>
          <p:cNvSpPr>
            <a:spLocks noChangeAspect="1" noChangeShapeType="1"/>
          </p:cNvSpPr>
          <p:nvPr/>
        </p:nvSpPr>
        <p:spPr bwMode="auto">
          <a:xfrm>
            <a:off x="3292475" y="2916238"/>
            <a:ext cx="3376613"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4" name="Line 294">
            <a:extLst>
              <a:ext uri="{FF2B5EF4-FFF2-40B4-BE49-F238E27FC236}">
                <a16:creationId xmlns:a16="http://schemas.microsoft.com/office/drawing/2014/main" id="{D121A44D-E92E-4164-AD03-DCB37BB0312C}"/>
              </a:ext>
            </a:extLst>
          </p:cNvPr>
          <p:cNvSpPr>
            <a:spLocks noChangeAspect="1" noChangeShapeType="1"/>
          </p:cNvSpPr>
          <p:nvPr/>
        </p:nvSpPr>
        <p:spPr bwMode="auto">
          <a:xfrm>
            <a:off x="3290888" y="2916238"/>
            <a:ext cx="0" cy="942975"/>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5" name="Freeform 68">
            <a:extLst>
              <a:ext uri="{FF2B5EF4-FFF2-40B4-BE49-F238E27FC236}">
                <a16:creationId xmlns:a16="http://schemas.microsoft.com/office/drawing/2014/main" id="{F4D8D486-7A6A-4BD8-AACD-105BC3CD785D}"/>
              </a:ext>
            </a:extLst>
          </p:cNvPr>
          <p:cNvSpPr>
            <a:spLocks noChangeAspect="1"/>
          </p:cNvSpPr>
          <p:nvPr/>
        </p:nvSpPr>
        <p:spPr bwMode="auto">
          <a:xfrm>
            <a:off x="6623050" y="28940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6" name="Line 290">
            <a:extLst>
              <a:ext uri="{FF2B5EF4-FFF2-40B4-BE49-F238E27FC236}">
                <a16:creationId xmlns:a16="http://schemas.microsoft.com/office/drawing/2014/main" id="{56576792-4BDB-4F61-9997-8FE4F5DC0CD5}"/>
              </a:ext>
            </a:extLst>
          </p:cNvPr>
          <p:cNvSpPr>
            <a:spLocks noChangeAspect="1" noChangeShapeType="1"/>
          </p:cNvSpPr>
          <p:nvPr/>
        </p:nvSpPr>
        <p:spPr bwMode="auto">
          <a:xfrm>
            <a:off x="5202238" y="3081338"/>
            <a:ext cx="3316287"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7" name="Line 294">
            <a:extLst>
              <a:ext uri="{FF2B5EF4-FFF2-40B4-BE49-F238E27FC236}">
                <a16:creationId xmlns:a16="http://schemas.microsoft.com/office/drawing/2014/main" id="{05CB930E-E0A1-45B3-929F-8A2802AB5D1D}"/>
              </a:ext>
            </a:extLst>
          </p:cNvPr>
          <p:cNvSpPr>
            <a:spLocks noChangeAspect="1" noChangeShapeType="1"/>
          </p:cNvSpPr>
          <p:nvPr/>
        </p:nvSpPr>
        <p:spPr bwMode="auto">
          <a:xfrm>
            <a:off x="5210175" y="3076575"/>
            <a:ext cx="0" cy="779463"/>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8" name="Freeform 68">
            <a:extLst>
              <a:ext uri="{FF2B5EF4-FFF2-40B4-BE49-F238E27FC236}">
                <a16:creationId xmlns:a16="http://schemas.microsoft.com/office/drawing/2014/main" id="{9EC0914E-6217-4825-811A-81BE4E45B138}"/>
              </a:ext>
            </a:extLst>
          </p:cNvPr>
          <p:cNvSpPr>
            <a:spLocks noChangeAspect="1"/>
          </p:cNvSpPr>
          <p:nvPr/>
        </p:nvSpPr>
        <p:spPr bwMode="auto">
          <a:xfrm>
            <a:off x="8478838" y="3052763"/>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09" name="Line 294">
            <a:extLst>
              <a:ext uri="{FF2B5EF4-FFF2-40B4-BE49-F238E27FC236}">
                <a16:creationId xmlns:a16="http://schemas.microsoft.com/office/drawing/2014/main" id="{159F01D8-3292-42B3-B43D-50C7120C8D54}"/>
              </a:ext>
            </a:extLst>
          </p:cNvPr>
          <p:cNvSpPr>
            <a:spLocks noChangeAspect="1" noChangeShapeType="1"/>
          </p:cNvSpPr>
          <p:nvPr/>
        </p:nvSpPr>
        <p:spPr bwMode="auto">
          <a:xfrm>
            <a:off x="7094538" y="3846513"/>
            <a:ext cx="12700" cy="1620837"/>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410" name="Rectangle 41">
            <a:extLst>
              <a:ext uri="{FF2B5EF4-FFF2-40B4-BE49-F238E27FC236}">
                <a16:creationId xmlns:a16="http://schemas.microsoft.com/office/drawing/2014/main" id="{03AE7843-CDE1-47DC-9BAA-DFBE2C16A0A2}"/>
              </a:ext>
            </a:extLst>
          </p:cNvPr>
          <p:cNvSpPr>
            <a:spLocks noChangeArrowheads="1"/>
          </p:cNvSpPr>
          <p:nvPr/>
        </p:nvSpPr>
        <p:spPr bwMode="auto">
          <a:xfrm>
            <a:off x="7007225" y="5588000"/>
            <a:ext cx="3762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2" name="Picture 1">
            <a:extLst>
              <a:ext uri="{FF2B5EF4-FFF2-40B4-BE49-F238E27FC236}">
                <a16:creationId xmlns:a16="http://schemas.microsoft.com/office/drawing/2014/main" id="{301CFC7D-6884-4D18-BF17-1E84D328CAA5}"/>
              </a:ext>
            </a:extLst>
          </p:cNvPr>
          <p:cNvPicPr>
            <a:picLocks noChangeAspect="1"/>
          </p:cNvPicPr>
          <p:nvPr/>
        </p:nvPicPr>
        <p:blipFill>
          <a:blip r:embed="rId2"/>
          <a:stretch>
            <a:fillRect/>
          </a:stretch>
        </p:blipFill>
        <p:spPr>
          <a:xfrm>
            <a:off x="0" y="685800"/>
            <a:ext cx="9144000" cy="391273"/>
          </a:xfrm>
          <a:prstGeom prst="rect">
            <a:avLst/>
          </a:prstGeom>
          <a:ln>
            <a:solidFill>
              <a:srgbClr val="FF0000"/>
            </a:solidFill>
          </a:ln>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Freeform 4">
            <a:extLst>
              <a:ext uri="{FF2B5EF4-FFF2-40B4-BE49-F238E27FC236}">
                <a16:creationId xmlns:a16="http://schemas.microsoft.com/office/drawing/2014/main" id="{1FE009DF-781B-44C8-869E-7173E971A9E3}"/>
              </a:ext>
            </a:extLst>
          </p:cNvPr>
          <p:cNvSpPr>
            <a:spLocks/>
          </p:cNvSpPr>
          <p:nvPr/>
        </p:nvSpPr>
        <p:spPr bwMode="auto">
          <a:xfrm>
            <a:off x="6530975" y="3948113"/>
            <a:ext cx="827088" cy="98425"/>
          </a:xfrm>
          <a:custGeom>
            <a:avLst/>
            <a:gdLst>
              <a:gd name="T0" fmla="*/ 827674 w 12503"/>
              <a:gd name="T1" fmla="*/ 98593 h 10000"/>
              <a:gd name="T2" fmla="*/ 451404 w 12503"/>
              <a:gd name="T3" fmla="*/ 98593 h 10000"/>
              <a:gd name="T4" fmla="*/ 451404 w 12503"/>
              <a:gd name="T5" fmla="*/ 0 h 10000"/>
              <a:gd name="T6" fmla="*/ 0 w 12503"/>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03" h="10000">
                <a:moveTo>
                  <a:pt x="12503"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86" name="Freeform 4">
            <a:extLst>
              <a:ext uri="{FF2B5EF4-FFF2-40B4-BE49-F238E27FC236}">
                <a16:creationId xmlns:a16="http://schemas.microsoft.com/office/drawing/2014/main" id="{0AD25650-0AB4-4339-8FCE-8936F4E78544}"/>
              </a:ext>
            </a:extLst>
          </p:cNvPr>
          <p:cNvSpPr>
            <a:spLocks/>
          </p:cNvSpPr>
          <p:nvPr/>
        </p:nvSpPr>
        <p:spPr bwMode="auto">
          <a:xfrm>
            <a:off x="4664075" y="3946525"/>
            <a:ext cx="833438" cy="100013"/>
          </a:xfrm>
          <a:custGeom>
            <a:avLst/>
            <a:gdLst>
              <a:gd name="T0" fmla="*/ 833830 w 12596"/>
              <a:gd name="T1" fmla="*/ 100316 h 10000"/>
              <a:gd name="T2" fmla="*/ 451404 w 12596"/>
              <a:gd name="T3" fmla="*/ 100316 h 10000"/>
              <a:gd name="T4" fmla="*/ 451404 w 12596"/>
              <a:gd name="T5" fmla="*/ 0 h 10000"/>
              <a:gd name="T6" fmla="*/ 0 w 12596"/>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6" h="10000">
                <a:moveTo>
                  <a:pt x="12596"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87" name="Freeform 4">
            <a:extLst>
              <a:ext uri="{FF2B5EF4-FFF2-40B4-BE49-F238E27FC236}">
                <a16:creationId xmlns:a16="http://schemas.microsoft.com/office/drawing/2014/main" id="{FDBFFFC7-0DDA-4C69-9AA6-412C20D5DDCE}"/>
              </a:ext>
            </a:extLst>
          </p:cNvPr>
          <p:cNvSpPr>
            <a:spLocks/>
          </p:cNvSpPr>
          <p:nvPr/>
        </p:nvSpPr>
        <p:spPr bwMode="auto">
          <a:xfrm>
            <a:off x="2801938" y="3952875"/>
            <a:ext cx="839787" cy="93663"/>
          </a:xfrm>
          <a:custGeom>
            <a:avLst/>
            <a:gdLst>
              <a:gd name="T0" fmla="*/ 839920 w 12688"/>
              <a:gd name="T1" fmla="*/ 93831 h 10000"/>
              <a:gd name="T2" fmla="*/ 451404 w 12688"/>
              <a:gd name="T3" fmla="*/ 93831 h 10000"/>
              <a:gd name="T4" fmla="*/ 451404 w 12688"/>
              <a:gd name="T5" fmla="*/ 0 h 10000"/>
              <a:gd name="T6" fmla="*/ 0 w 12688"/>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688" h="10000">
                <a:moveTo>
                  <a:pt x="12688"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88" name="Title 1">
            <a:extLst>
              <a:ext uri="{FF2B5EF4-FFF2-40B4-BE49-F238E27FC236}">
                <a16:creationId xmlns:a16="http://schemas.microsoft.com/office/drawing/2014/main" id="{3C77FF2E-82A1-47BB-A29A-9988432DB852}"/>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4389" name="Rectangle 11">
            <a:extLst>
              <a:ext uri="{FF2B5EF4-FFF2-40B4-BE49-F238E27FC236}">
                <a16:creationId xmlns:a16="http://schemas.microsoft.com/office/drawing/2014/main" id="{AF575F92-0E98-4CA3-8864-A5477E288F2A}"/>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0" name="Line 290">
            <a:extLst>
              <a:ext uri="{FF2B5EF4-FFF2-40B4-BE49-F238E27FC236}">
                <a16:creationId xmlns:a16="http://schemas.microsoft.com/office/drawing/2014/main" id="{6513D69A-C1E6-41EF-8B75-66E30DC38495}"/>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1" name="Line 294">
            <a:extLst>
              <a:ext uri="{FF2B5EF4-FFF2-40B4-BE49-F238E27FC236}">
                <a16:creationId xmlns:a16="http://schemas.microsoft.com/office/drawing/2014/main" id="{7FF65642-DB57-4A86-B879-4091E962B9F5}"/>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2" name="Freeform 68">
            <a:extLst>
              <a:ext uri="{FF2B5EF4-FFF2-40B4-BE49-F238E27FC236}">
                <a16:creationId xmlns:a16="http://schemas.microsoft.com/office/drawing/2014/main" id="{CD8A30FC-66B7-42B9-8698-5990491DC7F4}"/>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3" name="Line 294">
            <a:extLst>
              <a:ext uri="{FF2B5EF4-FFF2-40B4-BE49-F238E27FC236}">
                <a16:creationId xmlns:a16="http://schemas.microsoft.com/office/drawing/2014/main" id="{B1966C68-4DEC-4E13-9E33-555C146AD7D4}"/>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4" name="Freeform 68">
            <a:extLst>
              <a:ext uri="{FF2B5EF4-FFF2-40B4-BE49-F238E27FC236}">
                <a16:creationId xmlns:a16="http://schemas.microsoft.com/office/drawing/2014/main" id="{0EC73061-F298-4471-AC2F-F5CF673660ED}"/>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5" name="Line 294">
            <a:extLst>
              <a:ext uri="{FF2B5EF4-FFF2-40B4-BE49-F238E27FC236}">
                <a16:creationId xmlns:a16="http://schemas.microsoft.com/office/drawing/2014/main" id="{734925E3-A7AD-4616-8C07-2DD8EAAB83A1}"/>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6" name="Freeform 68">
            <a:extLst>
              <a:ext uri="{FF2B5EF4-FFF2-40B4-BE49-F238E27FC236}">
                <a16:creationId xmlns:a16="http://schemas.microsoft.com/office/drawing/2014/main" id="{0007C9B1-2C86-44C4-BCBC-0539CA1BB725}"/>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397" name="Line 294">
            <a:extLst>
              <a:ext uri="{FF2B5EF4-FFF2-40B4-BE49-F238E27FC236}">
                <a16:creationId xmlns:a16="http://schemas.microsoft.com/office/drawing/2014/main" id="{011B7D89-AD05-4376-B3F1-2C8ADCA888B9}"/>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4398" name="Group 146">
            <a:extLst>
              <a:ext uri="{FF2B5EF4-FFF2-40B4-BE49-F238E27FC236}">
                <a16:creationId xmlns:a16="http://schemas.microsoft.com/office/drawing/2014/main" id="{E423A5A3-FE45-46A9-97E3-796A35881F4B}"/>
              </a:ext>
            </a:extLst>
          </p:cNvPr>
          <p:cNvGrpSpPr>
            <a:grpSpLocks/>
          </p:cNvGrpSpPr>
          <p:nvPr/>
        </p:nvGrpSpPr>
        <p:grpSpPr bwMode="auto">
          <a:xfrm>
            <a:off x="3287713" y="3146425"/>
            <a:ext cx="876300" cy="1250950"/>
            <a:chOff x="5235926" y="4609668"/>
            <a:chExt cx="1167078" cy="1667308"/>
          </a:xfrm>
        </p:grpSpPr>
        <p:sp>
          <p:nvSpPr>
            <p:cNvPr id="144502" name="Line 4">
              <a:extLst>
                <a:ext uri="{FF2B5EF4-FFF2-40B4-BE49-F238E27FC236}">
                  <a16:creationId xmlns:a16="http://schemas.microsoft.com/office/drawing/2014/main" id="{539B7A7F-9FCF-4B69-BA39-D73FC1C869C2}"/>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3" name="Line 5">
              <a:extLst>
                <a:ext uri="{FF2B5EF4-FFF2-40B4-BE49-F238E27FC236}">
                  <a16:creationId xmlns:a16="http://schemas.microsoft.com/office/drawing/2014/main" id="{7DAFC7D3-2491-4B83-A6D7-C3889FB20CC2}"/>
                </a:ext>
              </a:extLst>
            </p:cNvPr>
            <p:cNvSpPr>
              <a:spLocks noChangeAspect="1" noChangeShapeType="1"/>
            </p:cNvSpPr>
            <p:nvPr/>
          </p:nvSpPr>
          <p:spPr bwMode="auto">
            <a:xfrm>
              <a:off x="5235926" y="5546862"/>
              <a:ext cx="458681"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4" name="Line 6">
              <a:extLst>
                <a:ext uri="{FF2B5EF4-FFF2-40B4-BE49-F238E27FC236}">
                  <a16:creationId xmlns:a16="http://schemas.microsoft.com/office/drawing/2014/main" id="{89F03F87-C7D6-44F4-AA07-0CC3A8608823}"/>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5" name="Freeform 7">
              <a:extLst>
                <a:ext uri="{FF2B5EF4-FFF2-40B4-BE49-F238E27FC236}">
                  <a16:creationId xmlns:a16="http://schemas.microsoft.com/office/drawing/2014/main" id="{16DA617D-C203-4449-B5EC-AC79D1306498}"/>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6" name="Line 21">
              <a:extLst>
                <a:ext uri="{FF2B5EF4-FFF2-40B4-BE49-F238E27FC236}">
                  <a16:creationId xmlns:a16="http://schemas.microsoft.com/office/drawing/2014/main" id="{E634062E-F574-4F74-AC61-00DF824949B9}"/>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236" y="5180954"/>
              <a:ext cx="224113"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4508" name="Line 101">
              <a:extLst>
                <a:ext uri="{FF2B5EF4-FFF2-40B4-BE49-F238E27FC236}">
                  <a16:creationId xmlns:a16="http://schemas.microsoft.com/office/drawing/2014/main" id="{C5CDE137-E250-4F0D-B2C0-740EE042E5A7}"/>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9" name="Line 101">
              <a:extLst>
                <a:ext uri="{FF2B5EF4-FFF2-40B4-BE49-F238E27FC236}">
                  <a16:creationId xmlns:a16="http://schemas.microsoft.com/office/drawing/2014/main" id="{207AAF88-B21E-45F8-9415-CB21C2AF84E8}"/>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399" name="Group 174">
            <a:extLst>
              <a:ext uri="{FF2B5EF4-FFF2-40B4-BE49-F238E27FC236}">
                <a16:creationId xmlns:a16="http://schemas.microsoft.com/office/drawing/2014/main" id="{786D45D2-1D69-48E6-A7DB-8CA1AB2FD546}"/>
              </a:ext>
            </a:extLst>
          </p:cNvPr>
          <p:cNvGrpSpPr>
            <a:grpSpLocks/>
          </p:cNvGrpSpPr>
          <p:nvPr/>
        </p:nvGrpSpPr>
        <p:grpSpPr bwMode="auto">
          <a:xfrm>
            <a:off x="5197475" y="3146425"/>
            <a:ext cx="833438" cy="1250950"/>
            <a:chOff x="5291360" y="4609668"/>
            <a:chExt cx="1111644" cy="1667308"/>
          </a:xfrm>
        </p:grpSpPr>
        <p:sp>
          <p:nvSpPr>
            <p:cNvPr id="144494" name="Line 4">
              <a:extLst>
                <a:ext uri="{FF2B5EF4-FFF2-40B4-BE49-F238E27FC236}">
                  <a16:creationId xmlns:a16="http://schemas.microsoft.com/office/drawing/2014/main" id="{EF02FD49-98CA-49F2-8C8D-53E487247030}"/>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5" name="Line 5">
              <a:extLst>
                <a:ext uri="{FF2B5EF4-FFF2-40B4-BE49-F238E27FC236}">
                  <a16:creationId xmlns:a16="http://schemas.microsoft.com/office/drawing/2014/main" id="{C0CD1ADC-8A79-40A3-ADD4-7A189A5E7273}"/>
                </a:ext>
              </a:extLst>
            </p:cNvPr>
            <p:cNvSpPr>
              <a:spLocks noChangeAspect="1" noChangeShapeType="1"/>
            </p:cNvSpPr>
            <p:nvPr/>
          </p:nvSpPr>
          <p:spPr bwMode="auto">
            <a:xfrm>
              <a:off x="5291360" y="5546862"/>
              <a:ext cx="40324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6" name="Line 6">
              <a:extLst>
                <a:ext uri="{FF2B5EF4-FFF2-40B4-BE49-F238E27FC236}">
                  <a16:creationId xmlns:a16="http://schemas.microsoft.com/office/drawing/2014/main" id="{E8AEA609-6936-404C-B428-4B8D5F8E2A42}"/>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7" name="Freeform 7">
              <a:extLst>
                <a:ext uri="{FF2B5EF4-FFF2-40B4-BE49-F238E27FC236}">
                  <a16:creationId xmlns:a16="http://schemas.microsoft.com/office/drawing/2014/main" id="{38404BF8-A14B-4C62-B751-6A632C5D3E12}"/>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8" name="Line 21">
              <a:extLst>
                <a:ext uri="{FF2B5EF4-FFF2-40B4-BE49-F238E27FC236}">
                  <a16:creationId xmlns:a16="http://schemas.microsoft.com/office/drawing/2014/main" id="{5C073CD7-6174-43B5-800B-FBB05F8BE971}"/>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370" y="5180954"/>
              <a:ext cx="224446"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4500" name="Line 101">
              <a:extLst>
                <a:ext uri="{FF2B5EF4-FFF2-40B4-BE49-F238E27FC236}">
                  <a16:creationId xmlns:a16="http://schemas.microsoft.com/office/drawing/2014/main" id="{B1315047-C544-4041-9B2E-7BE43C9C5E8F}"/>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501" name="Line 101">
              <a:extLst>
                <a:ext uri="{FF2B5EF4-FFF2-40B4-BE49-F238E27FC236}">
                  <a16:creationId xmlns:a16="http://schemas.microsoft.com/office/drawing/2014/main" id="{09F4CE79-AA45-4169-95D7-D796FB31074C}"/>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0" name="Group 202">
            <a:extLst>
              <a:ext uri="{FF2B5EF4-FFF2-40B4-BE49-F238E27FC236}">
                <a16:creationId xmlns:a16="http://schemas.microsoft.com/office/drawing/2014/main" id="{82CB3CFD-1A2D-480B-9F57-8D08BDA36208}"/>
              </a:ext>
            </a:extLst>
          </p:cNvPr>
          <p:cNvGrpSpPr>
            <a:grpSpLocks/>
          </p:cNvGrpSpPr>
          <p:nvPr/>
        </p:nvGrpSpPr>
        <p:grpSpPr bwMode="auto">
          <a:xfrm>
            <a:off x="7081838" y="3144838"/>
            <a:ext cx="804862" cy="1249362"/>
            <a:chOff x="5330909" y="4609668"/>
            <a:chExt cx="1072095" cy="1667308"/>
          </a:xfrm>
        </p:grpSpPr>
        <p:sp>
          <p:nvSpPr>
            <p:cNvPr id="144486" name="Line 4">
              <a:extLst>
                <a:ext uri="{FF2B5EF4-FFF2-40B4-BE49-F238E27FC236}">
                  <a16:creationId xmlns:a16="http://schemas.microsoft.com/office/drawing/2014/main" id="{CB5409A4-7976-4DCA-8D12-F16A57CBB614}"/>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7" name="Line 5">
              <a:extLst>
                <a:ext uri="{FF2B5EF4-FFF2-40B4-BE49-F238E27FC236}">
                  <a16:creationId xmlns:a16="http://schemas.microsoft.com/office/drawing/2014/main" id="{6FCB0A7D-0B41-4EAB-BAC3-12EA7000D970}"/>
                </a:ext>
              </a:extLst>
            </p:cNvPr>
            <p:cNvSpPr>
              <a:spLocks noChangeAspect="1" noChangeShapeType="1"/>
            </p:cNvSpPr>
            <p:nvPr/>
          </p:nvSpPr>
          <p:spPr bwMode="auto">
            <a:xfrm>
              <a:off x="5330909" y="5546863"/>
              <a:ext cx="36369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8" name="Line 6">
              <a:extLst>
                <a:ext uri="{FF2B5EF4-FFF2-40B4-BE49-F238E27FC236}">
                  <a16:creationId xmlns:a16="http://schemas.microsoft.com/office/drawing/2014/main" id="{1B8F9895-1C32-403E-8AB7-FF1243640346}"/>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9" name="Freeform 7">
              <a:extLst>
                <a:ext uri="{FF2B5EF4-FFF2-40B4-BE49-F238E27FC236}">
                  <a16:creationId xmlns:a16="http://schemas.microsoft.com/office/drawing/2014/main" id="{871EC84A-8117-4E24-A7C0-EFF322231A74}"/>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0" name="Line 21">
              <a:extLst>
                <a:ext uri="{FF2B5EF4-FFF2-40B4-BE49-F238E27FC236}">
                  <a16:creationId xmlns:a16="http://schemas.microsoft.com/office/drawing/2014/main" id="{3D7A7A31-CE30-4042-B426-741B414A319F}"/>
                </a:ext>
              </a:extLst>
            </p:cNvPr>
            <p:cNvSpPr>
              <a:spLocks noChangeAspect="1" noChangeShapeType="1"/>
            </p:cNvSpPr>
            <p:nvPr/>
          </p:nvSpPr>
          <p:spPr bwMode="auto">
            <a:xfrm>
              <a:off x="5446612" y="6087261"/>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139" y="5179561"/>
              <a:ext cx="22414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4492" name="Line 101">
              <a:extLst>
                <a:ext uri="{FF2B5EF4-FFF2-40B4-BE49-F238E27FC236}">
                  <a16:creationId xmlns:a16="http://schemas.microsoft.com/office/drawing/2014/main" id="{9DFCB956-6FCA-445C-AA19-01C765F5AE33}"/>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93" name="Line 101">
              <a:extLst>
                <a:ext uri="{FF2B5EF4-FFF2-40B4-BE49-F238E27FC236}">
                  <a16:creationId xmlns:a16="http://schemas.microsoft.com/office/drawing/2014/main" id="{4C5B3CB0-0FA8-48FC-8358-544D32F07372}"/>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1" name="Group 5">
            <a:extLst>
              <a:ext uri="{FF2B5EF4-FFF2-40B4-BE49-F238E27FC236}">
                <a16:creationId xmlns:a16="http://schemas.microsoft.com/office/drawing/2014/main" id="{E2166A2B-E774-44AB-8568-CC44F050D7D5}"/>
              </a:ext>
            </a:extLst>
          </p:cNvPr>
          <p:cNvGrpSpPr>
            <a:grpSpLocks/>
          </p:cNvGrpSpPr>
          <p:nvPr/>
        </p:nvGrpSpPr>
        <p:grpSpPr bwMode="auto">
          <a:xfrm>
            <a:off x="1416050" y="3146425"/>
            <a:ext cx="885825" cy="1250950"/>
            <a:chOff x="1416588" y="3146351"/>
            <a:chExt cx="885863" cy="1250498"/>
          </a:xfrm>
        </p:grpSpPr>
        <p:sp>
          <p:nvSpPr>
            <p:cNvPr id="144477" name="Line 6">
              <a:extLst>
                <a:ext uri="{FF2B5EF4-FFF2-40B4-BE49-F238E27FC236}">
                  <a16:creationId xmlns:a16="http://schemas.microsoft.com/office/drawing/2014/main" id="{411B02D7-0933-4686-9B2C-F8491893F6D0}"/>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78" name="Freeform 7">
              <a:extLst>
                <a:ext uri="{FF2B5EF4-FFF2-40B4-BE49-F238E27FC236}">
                  <a16:creationId xmlns:a16="http://schemas.microsoft.com/office/drawing/2014/main" id="{74F98B65-85D4-49E1-A7A0-BFF446F7F034}"/>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79" name="Line 20">
              <a:extLst>
                <a:ext uri="{FF2B5EF4-FFF2-40B4-BE49-F238E27FC236}">
                  <a16:creationId xmlns:a16="http://schemas.microsoft.com/office/drawing/2014/main" id="{13B55C4E-20B0-4754-A092-B6EC8A119DBA}"/>
                </a:ext>
              </a:extLst>
            </p:cNvPr>
            <p:cNvSpPr>
              <a:spLocks noChangeAspect="1" noChangeShapeType="1"/>
            </p:cNvSpPr>
            <p:nvPr/>
          </p:nvSpPr>
          <p:spPr bwMode="auto">
            <a:xfrm>
              <a:off x="1497408" y="4046332"/>
              <a:ext cx="269306" cy="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0" name="Line 21">
              <a:extLst>
                <a:ext uri="{FF2B5EF4-FFF2-40B4-BE49-F238E27FC236}">
                  <a16:creationId xmlns:a16="http://schemas.microsoft.com/office/drawing/2014/main" id="{AD5D407D-E36C-4C93-BF48-1E7E0F9DEA46}"/>
                </a:ext>
              </a:extLst>
            </p:cNvPr>
            <p:cNvSpPr>
              <a:spLocks noChangeAspect="1" noChangeShapeType="1"/>
            </p:cNvSpPr>
            <p:nvPr/>
          </p:nvSpPr>
          <p:spPr bwMode="auto">
            <a:xfrm>
              <a:off x="1585153" y="4254561"/>
              <a:ext cx="185997" cy="13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7130" y="3574821"/>
              <a:ext cx="168282"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4482" name="Line 101">
              <a:extLst>
                <a:ext uri="{FF2B5EF4-FFF2-40B4-BE49-F238E27FC236}">
                  <a16:creationId xmlns:a16="http://schemas.microsoft.com/office/drawing/2014/main" id="{C9DFE75A-DBD2-4F8F-99BF-F9B8D19C0BA3}"/>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3" name="Line 101">
              <a:extLst>
                <a:ext uri="{FF2B5EF4-FFF2-40B4-BE49-F238E27FC236}">
                  <a16:creationId xmlns:a16="http://schemas.microsoft.com/office/drawing/2014/main" id="{B9AF8D70-E339-42FF-BDB6-E655127AFBAA}"/>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4" name="Line 4">
              <a:extLst>
                <a:ext uri="{FF2B5EF4-FFF2-40B4-BE49-F238E27FC236}">
                  <a16:creationId xmlns:a16="http://schemas.microsoft.com/office/drawing/2014/main" id="{B383D38C-A7DC-4FDB-825E-5932D411C2D4}"/>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85" name="Line 5">
              <a:extLst>
                <a:ext uri="{FF2B5EF4-FFF2-40B4-BE49-F238E27FC236}">
                  <a16:creationId xmlns:a16="http://schemas.microsoft.com/office/drawing/2014/main" id="{3A59F258-FD7C-420F-9DE6-424A0AC6A4A2}"/>
                </a:ext>
              </a:extLst>
            </p:cNvPr>
            <p:cNvSpPr>
              <a:spLocks noChangeAspect="1" noChangeShapeType="1"/>
            </p:cNvSpPr>
            <p:nvPr/>
          </p:nvSpPr>
          <p:spPr bwMode="auto">
            <a:xfrm>
              <a:off x="1416588" y="3849256"/>
              <a:ext cx="354562"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2" name="Group 2">
            <a:extLst>
              <a:ext uri="{FF2B5EF4-FFF2-40B4-BE49-F238E27FC236}">
                <a16:creationId xmlns:a16="http://schemas.microsoft.com/office/drawing/2014/main" id="{B1035F19-F70E-49B9-B14F-824109B690DF}"/>
              </a:ext>
            </a:extLst>
          </p:cNvPr>
          <p:cNvGrpSpPr>
            <a:grpSpLocks/>
          </p:cNvGrpSpPr>
          <p:nvPr/>
        </p:nvGrpSpPr>
        <p:grpSpPr bwMode="auto">
          <a:xfrm>
            <a:off x="3959225" y="3730625"/>
            <a:ext cx="923925" cy="801688"/>
            <a:chOff x="3959287" y="3730423"/>
            <a:chExt cx="924518" cy="801207"/>
          </a:xfrm>
        </p:grpSpPr>
        <p:sp>
          <p:nvSpPr>
            <p:cNvPr id="144469" name="Line 25">
              <a:extLst>
                <a:ext uri="{FF2B5EF4-FFF2-40B4-BE49-F238E27FC236}">
                  <a16:creationId xmlns:a16="http://schemas.microsoft.com/office/drawing/2014/main" id="{797A8C3B-1ADB-437A-BEC0-5EA345BA48DA}"/>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70" name="Rectangle 4">
              <a:extLst>
                <a:ext uri="{FF2B5EF4-FFF2-40B4-BE49-F238E27FC236}">
                  <a16:creationId xmlns:a16="http://schemas.microsoft.com/office/drawing/2014/main" id="{91CEAA37-0B23-45BB-9E0A-EA3FEAF9DC8A}"/>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73" name="Line 7">
              <a:extLst>
                <a:ext uri="{FF2B5EF4-FFF2-40B4-BE49-F238E27FC236}">
                  <a16:creationId xmlns:a16="http://schemas.microsoft.com/office/drawing/2014/main" id="{B5AC1315-52D6-4D12-8813-00E22AEF5123}"/>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75" name="Freeform 36">
              <a:extLst>
                <a:ext uri="{FF2B5EF4-FFF2-40B4-BE49-F238E27FC236}">
                  <a16:creationId xmlns:a16="http://schemas.microsoft.com/office/drawing/2014/main" id="{8FAA648A-0925-419A-AEB9-01B80A2B5CE3}"/>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76" name="Line 37">
              <a:extLst>
                <a:ext uri="{FF2B5EF4-FFF2-40B4-BE49-F238E27FC236}">
                  <a16:creationId xmlns:a16="http://schemas.microsoft.com/office/drawing/2014/main" id="{828354BA-DC91-430C-9BDA-A68FCEFAAC3D}"/>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3" name="Group 1">
            <a:extLst>
              <a:ext uri="{FF2B5EF4-FFF2-40B4-BE49-F238E27FC236}">
                <a16:creationId xmlns:a16="http://schemas.microsoft.com/office/drawing/2014/main" id="{4F8D7743-88C0-4A1A-91E9-187E117284C8}"/>
              </a:ext>
            </a:extLst>
          </p:cNvPr>
          <p:cNvGrpSpPr>
            <a:grpSpLocks/>
          </p:cNvGrpSpPr>
          <p:nvPr/>
        </p:nvGrpSpPr>
        <p:grpSpPr bwMode="auto">
          <a:xfrm>
            <a:off x="2098675" y="3730625"/>
            <a:ext cx="923925" cy="801688"/>
            <a:chOff x="2098202" y="3730423"/>
            <a:chExt cx="924518" cy="801207"/>
          </a:xfrm>
        </p:grpSpPr>
        <p:sp>
          <p:nvSpPr>
            <p:cNvPr id="144461" name="Line 25">
              <a:extLst>
                <a:ext uri="{FF2B5EF4-FFF2-40B4-BE49-F238E27FC236}">
                  <a16:creationId xmlns:a16="http://schemas.microsoft.com/office/drawing/2014/main" id="{FA2AADE3-3DD5-4A6A-9ED7-4F009801EF35}"/>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62" name="Rectangle 4">
              <a:extLst>
                <a:ext uri="{FF2B5EF4-FFF2-40B4-BE49-F238E27FC236}">
                  <a16:creationId xmlns:a16="http://schemas.microsoft.com/office/drawing/2014/main" id="{F01F6E4F-1601-48FD-B693-C113458F2F25}"/>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65" name="Line 7">
              <a:extLst>
                <a:ext uri="{FF2B5EF4-FFF2-40B4-BE49-F238E27FC236}">
                  <a16:creationId xmlns:a16="http://schemas.microsoft.com/office/drawing/2014/main" id="{E75D5636-C846-4B28-807B-B9A06309127A}"/>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67" name="Freeform 36">
              <a:extLst>
                <a:ext uri="{FF2B5EF4-FFF2-40B4-BE49-F238E27FC236}">
                  <a16:creationId xmlns:a16="http://schemas.microsoft.com/office/drawing/2014/main" id="{BEA78C30-5F98-4E73-8061-68BBBA5521D6}"/>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68" name="Line 37">
              <a:extLst>
                <a:ext uri="{FF2B5EF4-FFF2-40B4-BE49-F238E27FC236}">
                  <a16:creationId xmlns:a16="http://schemas.microsoft.com/office/drawing/2014/main" id="{BCBE48D2-866D-45C0-AF59-E8EDD332B7A0}"/>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4" name="Group 3">
            <a:extLst>
              <a:ext uri="{FF2B5EF4-FFF2-40B4-BE49-F238E27FC236}">
                <a16:creationId xmlns:a16="http://schemas.microsoft.com/office/drawing/2014/main" id="{472E78AD-6569-4D57-8A20-3F5BDED01CD0}"/>
              </a:ext>
            </a:extLst>
          </p:cNvPr>
          <p:cNvGrpSpPr>
            <a:grpSpLocks/>
          </p:cNvGrpSpPr>
          <p:nvPr/>
        </p:nvGrpSpPr>
        <p:grpSpPr bwMode="auto">
          <a:xfrm>
            <a:off x="5826125" y="3730625"/>
            <a:ext cx="925513" cy="801688"/>
            <a:chOff x="5826819" y="3730423"/>
            <a:chExt cx="924518" cy="801207"/>
          </a:xfrm>
        </p:grpSpPr>
        <p:sp>
          <p:nvSpPr>
            <p:cNvPr id="144453" name="Line 25">
              <a:extLst>
                <a:ext uri="{FF2B5EF4-FFF2-40B4-BE49-F238E27FC236}">
                  <a16:creationId xmlns:a16="http://schemas.microsoft.com/office/drawing/2014/main" id="{2A464F08-8CAF-41E7-88AA-909BB03151DC}"/>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54" name="Rectangle 4">
              <a:extLst>
                <a:ext uri="{FF2B5EF4-FFF2-40B4-BE49-F238E27FC236}">
                  <a16:creationId xmlns:a16="http://schemas.microsoft.com/office/drawing/2014/main" id="{88A85AC8-6BD9-43C1-8553-5A104CD12C9B}"/>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57" name="Line 7">
              <a:extLst>
                <a:ext uri="{FF2B5EF4-FFF2-40B4-BE49-F238E27FC236}">
                  <a16:creationId xmlns:a16="http://schemas.microsoft.com/office/drawing/2014/main" id="{38D24EA1-4B74-430F-BF65-04CB54D88336}"/>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59" name="Freeform 36">
              <a:extLst>
                <a:ext uri="{FF2B5EF4-FFF2-40B4-BE49-F238E27FC236}">
                  <a16:creationId xmlns:a16="http://schemas.microsoft.com/office/drawing/2014/main" id="{E0AFB838-2573-45A5-9E5A-71D7A3042EEE}"/>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60" name="Line 37">
              <a:extLst>
                <a:ext uri="{FF2B5EF4-FFF2-40B4-BE49-F238E27FC236}">
                  <a16:creationId xmlns:a16="http://schemas.microsoft.com/office/drawing/2014/main" id="{C9764A77-3D0C-44D7-8745-2BCD0A5BCAFA}"/>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4405" name="Group 4">
            <a:extLst>
              <a:ext uri="{FF2B5EF4-FFF2-40B4-BE49-F238E27FC236}">
                <a16:creationId xmlns:a16="http://schemas.microsoft.com/office/drawing/2014/main" id="{63D058AA-711D-42DB-8EE4-93165A755D10}"/>
              </a:ext>
            </a:extLst>
          </p:cNvPr>
          <p:cNvGrpSpPr>
            <a:grpSpLocks/>
          </p:cNvGrpSpPr>
          <p:nvPr/>
        </p:nvGrpSpPr>
        <p:grpSpPr bwMode="auto">
          <a:xfrm>
            <a:off x="7681913" y="3727450"/>
            <a:ext cx="923925" cy="801688"/>
            <a:chOff x="7681824" y="3728222"/>
            <a:chExt cx="924518" cy="801207"/>
          </a:xfrm>
        </p:grpSpPr>
        <p:sp>
          <p:nvSpPr>
            <p:cNvPr id="144444" name="Line 25">
              <a:extLst>
                <a:ext uri="{FF2B5EF4-FFF2-40B4-BE49-F238E27FC236}">
                  <a16:creationId xmlns:a16="http://schemas.microsoft.com/office/drawing/2014/main" id="{A7554C93-BF09-4C0D-9964-559F23F53087}"/>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45" name="Line 25">
              <a:extLst>
                <a:ext uri="{FF2B5EF4-FFF2-40B4-BE49-F238E27FC236}">
                  <a16:creationId xmlns:a16="http://schemas.microsoft.com/office/drawing/2014/main" id="{BDCD0380-6A60-4D1C-B9FE-A90C43684302}"/>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46" name="Rectangle 4">
              <a:extLst>
                <a:ext uri="{FF2B5EF4-FFF2-40B4-BE49-F238E27FC236}">
                  <a16:creationId xmlns:a16="http://schemas.microsoft.com/office/drawing/2014/main" id="{EAFE674D-AAA8-44AA-B8BF-E7E8DDCCF0E1}"/>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49" name="Line 7">
              <a:extLst>
                <a:ext uri="{FF2B5EF4-FFF2-40B4-BE49-F238E27FC236}">
                  <a16:creationId xmlns:a16="http://schemas.microsoft.com/office/drawing/2014/main" id="{A2F4136A-ADA8-4B37-9982-38358D590C25}"/>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4451" name="Freeform 36">
              <a:extLst>
                <a:ext uri="{FF2B5EF4-FFF2-40B4-BE49-F238E27FC236}">
                  <a16:creationId xmlns:a16="http://schemas.microsoft.com/office/drawing/2014/main" id="{9033B607-7609-483A-94BC-FE1545C24470}"/>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52" name="Line 37">
              <a:extLst>
                <a:ext uri="{FF2B5EF4-FFF2-40B4-BE49-F238E27FC236}">
                  <a16:creationId xmlns:a16="http://schemas.microsoft.com/office/drawing/2014/main" id="{7AFC4BB1-26A6-47C0-9FE6-E6E468710D4A}"/>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4406" name="Line 294">
            <a:extLst>
              <a:ext uri="{FF2B5EF4-FFF2-40B4-BE49-F238E27FC236}">
                <a16:creationId xmlns:a16="http://schemas.microsoft.com/office/drawing/2014/main" id="{D23A9A6D-F7FE-42E5-A1D6-121B13080978}"/>
              </a:ext>
            </a:extLst>
          </p:cNvPr>
          <p:cNvSpPr>
            <a:spLocks noChangeAspect="1" noChangeShapeType="1"/>
          </p:cNvSpPr>
          <p:nvPr/>
        </p:nvSpPr>
        <p:spPr bwMode="auto">
          <a:xfrm>
            <a:off x="292100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07" name="Line 290">
            <a:extLst>
              <a:ext uri="{FF2B5EF4-FFF2-40B4-BE49-F238E27FC236}">
                <a16:creationId xmlns:a16="http://schemas.microsoft.com/office/drawing/2014/main" id="{B62D29D1-47B8-424F-ABEB-1A0B4C73D07C}"/>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08" name="Line 294">
            <a:extLst>
              <a:ext uri="{FF2B5EF4-FFF2-40B4-BE49-F238E27FC236}">
                <a16:creationId xmlns:a16="http://schemas.microsoft.com/office/drawing/2014/main" id="{A960544B-3C46-4809-9F7D-6BEC5979DC99}"/>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09" name="Freeform 68">
            <a:extLst>
              <a:ext uri="{FF2B5EF4-FFF2-40B4-BE49-F238E27FC236}">
                <a16:creationId xmlns:a16="http://schemas.microsoft.com/office/drawing/2014/main" id="{75E5723E-B236-4650-BD71-A9E25CB8F6DD}"/>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0" name="Freeform 68">
            <a:extLst>
              <a:ext uri="{FF2B5EF4-FFF2-40B4-BE49-F238E27FC236}">
                <a16:creationId xmlns:a16="http://schemas.microsoft.com/office/drawing/2014/main" id="{F4BA6D6B-B82A-4EA8-B540-7FD2C27ED4E3}"/>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1" name="Line 294">
            <a:extLst>
              <a:ext uri="{FF2B5EF4-FFF2-40B4-BE49-F238E27FC236}">
                <a16:creationId xmlns:a16="http://schemas.microsoft.com/office/drawing/2014/main" id="{2DAFF1F2-F8F8-461F-9355-697AAAB6E55C}"/>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2" name="Line 290">
            <a:extLst>
              <a:ext uri="{FF2B5EF4-FFF2-40B4-BE49-F238E27FC236}">
                <a16:creationId xmlns:a16="http://schemas.microsoft.com/office/drawing/2014/main" id="{39D5AF41-130B-4724-A807-5ADD08F46072}"/>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3" name="Line 294">
            <a:extLst>
              <a:ext uri="{FF2B5EF4-FFF2-40B4-BE49-F238E27FC236}">
                <a16:creationId xmlns:a16="http://schemas.microsoft.com/office/drawing/2014/main" id="{358DE882-9899-41FB-9C53-3602E836C890}"/>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4" name="Freeform 68">
            <a:extLst>
              <a:ext uri="{FF2B5EF4-FFF2-40B4-BE49-F238E27FC236}">
                <a16:creationId xmlns:a16="http://schemas.microsoft.com/office/drawing/2014/main" id="{91746A7A-6B99-4838-A58A-A25E66A9FCB7}"/>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5" name="Freeform 68">
            <a:extLst>
              <a:ext uri="{FF2B5EF4-FFF2-40B4-BE49-F238E27FC236}">
                <a16:creationId xmlns:a16="http://schemas.microsoft.com/office/drawing/2014/main" id="{8B371DB8-F6BC-4BD9-A56E-428A9F0C95BC}"/>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6" name="Line 294">
            <a:extLst>
              <a:ext uri="{FF2B5EF4-FFF2-40B4-BE49-F238E27FC236}">
                <a16:creationId xmlns:a16="http://schemas.microsoft.com/office/drawing/2014/main" id="{63B53E5F-2F0F-4BCD-BE2C-35C41009BD90}"/>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7" name="Line 290">
            <a:extLst>
              <a:ext uri="{FF2B5EF4-FFF2-40B4-BE49-F238E27FC236}">
                <a16:creationId xmlns:a16="http://schemas.microsoft.com/office/drawing/2014/main" id="{DF3DF3AC-32D2-40EA-A05B-241C0D6296BF}"/>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8" name="Line 294">
            <a:extLst>
              <a:ext uri="{FF2B5EF4-FFF2-40B4-BE49-F238E27FC236}">
                <a16:creationId xmlns:a16="http://schemas.microsoft.com/office/drawing/2014/main" id="{70A9F054-99A7-44BA-AFC4-80DDF6615C45}"/>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19" name="Freeform 68">
            <a:extLst>
              <a:ext uri="{FF2B5EF4-FFF2-40B4-BE49-F238E27FC236}">
                <a16:creationId xmlns:a16="http://schemas.microsoft.com/office/drawing/2014/main" id="{DC7C262C-BC4E-4A7B-B0E4-2919A668E3E3}"/>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0" name="Freeform 68">
            <a:extLst>
              <a:ext uri="{FF2B5EF4-FFF2-40B4-BE49-F238E27FC236}">
                <a16:creationId xmlns:a16="http://schemas.microsoft.com/office/drawing/2014/main" id="{14A1282C-267C-4718-8650-6DB12C684616}"/>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1" name="Line 294">
            <a:extLst>
              <a:ext uri="{FF2B5EF4-FFF2-40B4-BE49-F238E27FC236}">
                <a16:creationId xmlns:a16="http://schemas.microsoft.com/office/drawing/2014/main" id="{2A821339-BE37-4D8D-86FA-36CC488030FD}"/>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2" name="Line 290">
            <a:extLst>
              <a:ext uri="{FF2B5EF4-FFF2-40B4-BE49-F238E27FC236}">
                <a16:creationId xmlns:a16="http://schemas.microsoft.com/office/drawing/2014/main" id="{4088C53C-5F2F-44A7-81F3-305867678B58}"/>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3" name="Line 294">
            <a:extLst>
              <a:ext uri="{FF2B5EF4-FFF2-40B4-BE49-F238E27FC236}">
                <a16:creationId xmlns:a16="http://schemas.microsoft.com/office/drawing/2014/main" id="{3649A189-FB00-478D-91AE-C677D232695B}"/>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4" name="Freeform 68">
            <a:extLst>
              <a:ext uri="{FF2B5EF4-FFF2-40B4-BE49-F238E27FC236}">
                <a16:creationId xmlns:a16="http://schemas.microsoft.com/office/drawing/2014/main" id="{9CFBE93D-CC70-49EC-AAC0-F81B010BAB73}"/>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5" name="Freeform 68">
            <a:extLst>
              <a:ext uri="{FF2B5EF4-FFF2-40B4-BE49-F238E27FC236}">
                <a16:creationId xmlns:a16="http://schemas.microsoft.com/office/drawing/2014/main" id="{6273DEA1-932B-4B7D-A0BB-D9C21837D9B3}"/>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4426" name="Group 114">
            <a:extLst>
              <a:ext uri="{FF2B5EF4-FFF2-40B4-BE49-F238E27FC236}">
                <a16:creationId xmlns:a16="http://schemas.microsoft.com/office/drawing/2014/main" id="{9A1E4B90-2BEF-4927-A458-A6BEFDDA11B1}"/>
              </a:ext>
            </a:extLst>
          </p:cNvPr>
          <p:cNvGrpSpPr>
            <a:grpSpLocks/>
          </p:cNvGrpSpPr>
          <p:nvPr/>
        </p:nvGrpSpPr>
        <p:grpSpPr bwMode="auto">
          <a:xfrm>
            <a:off x="2663825" y="1693863"/>
            <a:ext cx="6099175" cy="250825"/>
            <a:chOff x="2663261" y="1693863"/>
            <a:chExt cx="6099739" cy="250166"/>
          </a:xfrm>
        </p:grpSpPr>
        <p:sp>
          <p:nvSpPr>
            <p:cNvPr id="144440" name="Rectangle 41">
              <a:extLst>
                <a:ext uri="{FF2B5EF4-FFF2-40B4-BE49-F238E27FC236}">
                  <a16:creationId xmlns:a16="http://schemas.microsoft.com/office/drawing/2014/main" id="{265F0A41-BFF9-4155-A48F-D39723C3ACA5}"/>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41" name="Rectangle 41">
              <a:extLst>
                <a:ext uri="{FF2B5EF4-FFF2-40B4-BE49-F238E27FC236}">
                  <a16:creationId xmlns:a16="http://schemas.microsoft.com/office/drawing/2014/main" id="{21F58FEF-D339-4E8A-82B9-70D4D4FAF7AB}"/>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42" name="Rectangle 41">
              <a:extLst>
                <a:ext uri="{FF2B5EF4-FFF2-40B4-BE49-F238E27FC236}">
                  <a16:creationId xmlns:a16="http://schemas.microsoft.com/office/drawing/2014/main" id="{6B380769-8E7B-408F-84AC-1B528CFD5AAE}"/>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43" name="Rectangle 41">
              <a:extLst>
                <a:ext uri="{FF2B5EF4-FFF2-40B4-BE49-F238E27FC236}">
                  <a16:creationId xmlns:a16="http://schemas.microsoft.com/office/drawing/2014/main" id="{4A5B14C6-FD13-42A9-98DF-CD86EA7C38E5}"/>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4427" name="Line 290">
            <a:extLst>
              <a:ext uri="{FF2B5EF4-FFF2-40B4-BE49-F238E27FC236}">
                <a16:creationId xmlns:a16="http://schemas.microsoft.com/office/drawing/2014/main" id="{F86FFD82-BB58-4A93-86D0-9C010B320A88}"/>
              </a:ext>
            </a:extLst>
          </p:cNvPr>
          <p:cNvSpPr>
            <a:spLocks noChangeAspect="1" noChangeShapeType="1"/>
          </p:cNvSpPr>
          <p:nvPr/>
        </p:nvSpPr>
        <p:spPr bwMode="auto">
          <a:xfrm>
            <a:off x="1420813" y="2728913"/>
            <a:ext cx="3375025"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8" name="Line 294">
            <a:extLst>
              <a:ext uri="{FF2B5EF4-FFF2-40B4-BE49-F238E27FC236}">
                <a16:creationId xmlns:a16="http://schemas.microsoft.com/office/drawing/2014/main" id="{AD6E8796-9907-422D-9ED6-8C4B507C15AF}"/>
              </a:ext>
            </a:extLst>
          </p:cNvPr>
          <p:cNvSpPr>
            <a:spLocks noChangeAspect="1" noChangeShapeType="1"/>
          </p:cNvSpPr>
          <p:nvPr/>
        </p:nvSpPr>
        <p:spPr bwMode="auto">
          <a:xfrm>
            <a:off x="1425575" y="2735263"/>
            <a:ext cx="0" cy="11239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29" name="Freeform 68">
            <a:extLst>
              <a:ext uri="{FF2B5EF4-FFF2-40B4-BE49-F238E27FC236}">
                <a16:creationId xmlns:a16="http://schemas.microsoft.com/office/drawing/2014/main" id="{7259C5FC-B901-4BFE-9D12-26E836F1FF28}"/>
              </a:ext>
            </a:extLst>
          </p:cNvPr>
          <p:cNvSpPr>
            <a:spLocks noChangeAspect="1"/>
          </p:cNvSpPr>
          <p:nvPr/>
        </p:nvSpPr>
        <p:spPr bwMode="auto">
          <a:xfrm>
            <a:off x="4762500" y="27051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0" name="Line 290">
            <a:extLst>
              <a:ext uri="{FF2B5EF4-FFF2-40B4-BE49-F238E27FC236}">
                <a16:creationId xmlns:a16="http://schemas.microsoft.com/office/drawing/2014/main" id="{E55824E7-A7A3-4427-BA33-33D5CC43DCBE}"/>
              </a:ext>
            </a:extLst>
          </p:cNvPr>
          <p:cNvSpPr>
            <a:spLocks noChangeAspect="1" noChangeShapeType="1"/>
          </p:cNvSpPr>
          <p:nvPr/>
        </p:nvSpPr>
        <p:spPr bwMode="auto">
          <a:xfrm>
            <a:off x="3292475" y="2916238"/>
            <a:ext cx="3376613"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1" name="Line 294">
            <a:extLst>
              <a:ext uri="{FF2B5EF4-FFF2-40B4-BE49-F238E27FC236}">
                <a16:creationId xmlns:a16="http://schemas.microsoft.com/office/drawing/2014/main" id="{87D54BCF-10FE-4A51-909B-F14BA27C696B}"/>
              </a:ext>
            </a:extLst>
          </p:cNvPr>
          <p:cNvSpPr>
            <a:spLocks noChangeAspect="1" noChangeShapeType="1"/>
          </p:cNvSpPr>
          <p:nvPr/>
        </p:nvSpPr>
        <p:spPr bwMode="auto">
          <a:xfrm>
            <a:off x="3290888" y="2916238"/>
            <a:ext cx="0" cy="942975"/>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2" name="Freeform 68">
            <a:extLst>
              <a:ext uri="{FF2B5EF4-FFF2-40B4-BE49-F238E27FC236}">
                <a16:creationId xmlns:a16="http://schemas.microsoft.com/office/drawing/2014/main" id="{80FCF94D-D178-4ECF-A7B0-ACC993887291}"/>
              </a:ext>
            </a:extLst>
          </p:cNvPr>
          <p:cNvSpPr>
            <a:spLocks noChangeAspect="1"/>
          </p:cNvSpPr>
          <p:nvPr/>
        </p:nvSpPr>
        <p:spPr bwMode="auto">
          <a:xfrm>
            <a:off x="6623050" y="28940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3" name="Line 290">
            <a:extLst>
              <a:ext uri="{FF2B5EF4-FFF2-40B4-BE49-F238E27FC236}">
                <a16:creationId xmlns:a16="http://schemas.microsoft.com/office/drawing/2014/main" id="{A22BA0A8-90F4-4FB2-92F2-8804894B892D}"/>
              </a:ext>
            </a:extLst>
          </p:cNvPr>
          <p:cNvSpPr>
            <a:spLocks noChangeAspect="1" noChangeShapeType="1"/>
          </p:cNvSpPr>
          <p:nvPr/>
        </p:nvSpPr>
        <p:spPr bwMode="auto">
          <a:xfrm>
            <a:off x="5202238" y="3081338"/>
            <a:ext cx="3316287"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4" name="Line 294">
            <a:extLst>
              <a:ext uri="{FF2B5EF4-FFF2-40B4-BE49-F238E27FC236}">
                <a16:creationId xmlns:a16="http://schemas.microsoft.com/office/drawing/2014/main" id="{73B9C7FC-4CC3-4969-B76F-DEC1461DC19B}"/>
              </a:ext>
            </a:extLst>
          </p:cNvPr>
          <p:cNvSpPr>
            <a:spLocks noChangeAspect="1" noChangeShapeType="1"/>
          </p:cNvSpPr>
          <p:nvPr/>
        </p:nvSpPr>
        <p:spPr bwMode="auto">
          <a:xfrm>
            <a:off x="5210175" y="3076575"/>
            <a:ext cx="0" cy="779463"/>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5" name="Freeform 68">
            <a:extLst>
              <a:ext uri="{FF2B5EF4-FFF2-40B4-BE49-F238E27FC236}">
                <a16:creationId xmlns:a16="http://schemas.microsoft.com/office/drawing/2014/main" id="{DBD3CD6C-3F2E-4378-AAED-C7450A2BE5B2}"/>
              </a:ext>
            </a:extLst>
          </p:cNvPr>
          <p:cNvSpPr>
            <a:spLocks noChangeAspect="1"/>
          </p:cNvSpPr>
          <p:nvPr/>
        </p:nvSpPr>
        <p:spPr bwMode="auto">
          <a:xfrm>
            <a:off x="8478838" y="3052763"/>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6" name="Line 294">
            <a:extLst>
              <a:ext uri="{FF2B5EF4-FFF2-40B4-BE49-F238E27FC236}">
                <a16:creationId xmlns:a16="http://schemas.microsoft.com/office/drawing/2014/main" id="{27101CED-6CBF-4277-873A-FA3DB5DD33AD}"/>
              </a:ext>
            </a:extLst>
          </p:cNvPr>
          <p:cNvSpPr>
            <a:spLocks noChangeAspect="1" noChangeShapeType="1"/>
          </p:cNvSpPr>
          <p:nvPr/>
        </p:nvSpPr>
        <p:spPr bwMode="auto">
          <a:xfrm>
            <a:off x="7094538" y="3846513"/>
            <a:ext cx="12700" cy="1620837"/>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7" name="Rectangle 41">
            <a:extLst>
              <a:ext uri="{FF2B5EF4-FFF2-40B4-BE49-F238E27FC236}">
                <a16:creationId xmlns:a16="http://schemas.microsoft.com/office/drawing/2014/main" id="{C6528C20-9FA6-4AA4-BFA7-8FD8B04817D1}"/>
              </a:ext>
            </a:extLst>
          </p:cNvPr>
          <p:cNvSpPr>
            <a:spLocks noChangeArrowheads="1"/>
          </p:cNvSpPr>
          <p:nvPr/>
        </p:nvSpPr>
        <p:spPr bwMode="auto">
          <a:xfrm>
            <a:off x="7007225" y="5588000"/>
            <a:ext cx="3762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8" name="Line 294">
            <a:extLst>
              <a:ext uri="{FF2B5EF4-FFF2-40B4-BE49-F238E27FC236}">
                <a16:creationId xmlns:a16="http://schemas.microsoft.com/office/drawing/2014/main" id="{C33E9DAD-A619-4329-BF82-81C2FCEE6DDF}"/>
              </a:ext>
            </a:extLst>
          </p:cNvPr>
          <p:cNvSpPr>
            <a:spLocks noChangeAspect="1" noChangeShapeType="1"/>
          </p:cNvSpPr>
          <p:nvPr/>
        </p:nvSpPr>
        <p:spPr bwMode="auto">
          <a:xfrm>
            <a:off x="1508125" y="4046538"/>
            <a:ext cx="11113" cy="1427162"/>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439" name="Rectangle 41">
            <a:extLst>
              <a:ext uri="{FF2B5EF4-FFF2-40B4-BE49-F238E27FC236}">
                <a16:creationId xmlns:a16="http://schemas.microsoft.com/office/drawing/2014/main" id="{E22D7855-75B8-49EB-9EA7-97538F9569C1}"/>
              </a:ext>
            </a:extLst>
          </p:cNvPr>
          <p:cNvSpPr>
            <a:spLocks noChangeArrowheads="1"/>
          </p:cNvSpPr>
          <p:nvPr/>
        </p:nvSpPr>
        <p:spPr bwMode="auto">
          <a:xfrm>
            <a:off x="1420813" y="5584825"/>
            <a:ext cx="376237"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2" name="Picture 1">
            <a:extLst>
              <a:ext uri="{FF2B5EF4-FFF2-40B4-BE49-F238E27FC236}">
                <a16:creationId xmlns:a16="http://schemas.microsoft.com/office/drawing/2014/main" id="{EE105126-BD37-476B-8A4A-85791083D718}"/>
              </a:ext>
            </a:extLst>
          </p:cNvPr>
          <p:cNvPicPr>
            <a:picLocks noChangeAspect="1"/>
          </p:cNvPicPr>
          <p:nvPr/>
        </p:nvPicPr>
        <p:blipFill>
          <a:blip r:embed="rId2"/>
          <a:stretch>
            <a:fillRect/>
          </a:stretch>
        </p:blipFill>
        <p:spPr>
          <a:xfrm>
            <a:off x="0" y="685800"/>
            <a:ext cx="9144000" cy="338281"/>
          </a:xfrm>
          <a:prstGeom prst="rect">
            <a:avLst/>
          </a:prstGeom>
          <a:ln>
            <a:solidFill>
              <a:srgbClr val="FF0000"/>
            </a:solidFill>
          </a:ln>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Line 294">
            <a:extLst>
              <a:ext uri="{FF2B5EF4-FFF2-40B4-BE49-F238E27FC236}">
                <a16:creationId xmlns:a16="http://schemas.microsoft.com/office/drawing/2014/main" id="{7850050F-823C-4107-9A60-F984C6ED1C8B}"/>
              </a:ext>
            </a:extLst>
          </p:cNvPr>
          <p:cNvSpPr>
            <a:spLocks noChangeAspect="1" noChangeShapeType="1"/>
          </p:cNvSpPr>
          <p:nvPr/>
        </p:nvSpPr>
        <p:spPr bwMode="auto">
          <a:xfrm>
            <a:off x="7091363" y="3840163"/>
            <a:ext cx="0" cy="4127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0" name="Line 294">
            <a:extLst>
              <a:ext uri="{FF2B5EF4-FFF2-40B4-BE49-F238E27FC236}">
                <a16:creationId xmlns:a16="http://schemas.microsoft.com/office/drawing/2014/main" id="{2D497C71-C62B-4814-86FD-EAAF84FEE433}"/>
              </a:ext>
            </a:extLst>
          </p:cNvPr>
          <p:cNvSpPr>
            <a:spLocks noChangeAspect="1" noChangeShapeType="1"/>
          </p:cNvSpPr>
          <p:nvPr/>
        </p:nvSpPr>
        <p:spPr bwMode="auto">
          <a:xfrm>
            <a:off x="1511300" y="4041775"/>
            <a:ext cx="0" cy="21272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1" name="Freeform 4">
            <a:extLst>
              <a:ext uri="{FF2B5EF4-FFF2-40B4-BE49-F238E27FC236}">
                <a16:creationId xmlns:a16="http://schemas.microsoft.com/office/drawing/2014/main" id="{08AB9C0B-CA97-4E01-92AE-6B9FF4F4CAB9}"/>
              </a:ext>
            </a:extLst>
          </p:cNvPr>
          <p:cNvSpPr>
            <a:spLocks/>
          </p:cNvSpPr>
          <p:nvPr/>
        </p:nvSpPr>
        <p:spPr bwMode="auto">
          <a:xfrm>
            <a:off x="6530975" y="3948113"/>
            <a:ext cx="827088" cy="98425"/>
          </a:xfrm>
          <a:custGeom>
            <a:avLst/>
            <a:gdLst>
              <a:gd name="T0" fmla="*/ 827674 w 12503"/>
              <a:gd name="T1" fmla="*/ 98593 h 10000"/>
              <a:gd name="T2" fmla="*/ 451404 w 12503"/>
              <a:gd name="T3" fmla="*/ 98593 h 10000"/>
              <a:gd name="T4" fmla="*/ 451404 w 12503"/>
              <a:gd name="T5" fmla="*/ 0 h 10000"/>
              <a:gd name="T6" fmla="*/ 0 w 12503"/>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03" h="10000">
                <a:moveTo>
                  <a:pt x="12503"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2" name="Freeform 4">
            <a:extLst>
              <a:ext uri="{FF2B5EF4-FFF2-40B4-BE49-F238E27FC236}">
                <a16:creationId xmlns:a16="http://schemas.microsoft.com/office/drawing/2014/main" id="{75873C8D-F65E-4A91-9DB1-3E17D5F705D9}"/>
              </a:ext>
            </a:extLst>
          </p:cNvPr>
          <p:cNvSpPr>
            <a:spLocks/>
          </p:cNvSpPr>
          <p:nvPr/>
        </p:nvSpPr>
        <p:spPr bwMode="auto">
          <a:xfrm>
            <a:off x="4664075" y="3946525"/>
            <a:ext cx="833438" cy="100013"/>
          </a:xfrm>
          <a:custGeom>
            <a:avLst/>
            <a:gdLst>
              <a:gd name="T0" fmla="*/ 833830 w 12596"/>
              <a:gd name="T1" fmla="*/ 100316 h 10000"/>
              <a:gd name="T2" fmla="*/ 451404 w 12596"/>
              <a:gd name="T3" fmla="*/ 100316 h 10000"/>
              <a:gd name="T4" fmla="*/ 451404 w 12596"/>
              <a:gd name="T5" fmla="*/ 0 h 10000"/>
              <a:gd name="T6" fmla="*/ 0 w 12596"/>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6" h="10000">
                <a:moveTo>
                  <a:pt x="12596"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3" name="Freeform 4">
            <a:extLst>
              <a:ext uri="{FF2B5EF4-FFF2-40B4-BE49-F238E27FC236}">
                <a16:creationId xmlns:a16="http://schemas.microsoft.com/office/drawing/2014/main" id="{6081ECB3-EDEE-4F9B-ABE8-77B6412C1072}"/>
              </a:ext>
            </a:extLst>
          </p:cNvPr>
          <p:cNvSpPr>
            <a:spLocks/>
          </p:cNvSpPr>
          <p:nvPr/>
        </p:nvSpPr>
        <p:spPr bwMode="auto">
          <a:xfrm>
            <a:off x="2801938" y="3952875"/>
            <a:ext cx="839787" cy="93663"/>
          </a:xfrm>
          <a:custGeom>
            <a:avLst/>
            <a:gdLst>
              <a:gd name="T0" fmla="*/ 839920 w 12688"/>
              <a:gd name="T1" fmla="*/ 93831 h 10000"/>
              <a:gd name="T2" fmla="*/ 451404 w 12688"/>
              <a:gd name="T3" fmla="*/ 93831 h 10000"/>
              <a:gd name="T4" fmla="*/ 451404 w 12688"/>
              <a:gd name="T5" fmla="*/ 0 h 10000"/>
              <a:gd name="T6" fmla="*/ 0 w 12688"/>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688" h="10000">
                <a:moveTo>
                  <a:pt x="12688"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4" name="Title 1">
            <a:extLst>
              <a:ext uri="{FF2B5EF4-FFF2-40B4-BE49-F238E27FC236}">
                <a16:creationId xmlns:a16="http://schemas.microsoft.com/office/drawing/2014/main" id="{15797C16-F471-4CB4-A72A-0803A8646FB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5415" name="Rectangle 11">
            <a:extLst>
              <a:ext uri="{FF2B5EF4-FFF2-40B4-BE49-F238E27FC236}">
                <a16:creationId xmlns:a16="http://schemas.microsoft.com/office/drawing/2014/main" id="{2908FBA5-CA52-4120-8C2A-1E6E887B25F1}"/>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6" name="Line 290">
            <a:extLst>
              <a:ext uri="{FF2B5EF4-FFF2-40B4-BE49-F238E27FC236}">
                <a16:creationId xmlns:a16="http://schemas.microsoft.com/office/drawing/2014/main" id="{5FDA6D19-AC0E-43E5-B075-3AA3D6413261}"/>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7" name="Line 294">
            <a:extLst>
              <a:ext uri="{FF2B5EF4-FFF2-40B4-BE49-F238E27FC236}">
                <a16:creationId xmlns:a16="http://schemas.microsoft.com/office/drawing/2014/main" id="{9E717A31-F155-4DE4-9028-6D00D9D4D848}"/>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8" name="Freeform 68">
            <a:extLst>
              <a:ext uri="{FF2B5EF4-FFF2-40B4-BE49-F238E27FC236}">
                <a16:creationId xmlns:a16="http://schemas.microsoft.com/office/drawing/2014/main" id="{D2D4C725-1179-4EF1-9D0B-5C9516005256}"/>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19" name="Line 294">
            <a:extLst>
              <a:ext uri="{FF2B5EF4-FFF2-40B4-BE49-F238E27FC236}">
                <a16:creationId xmlns:a16="http://schemas.microsoft.com/office/drawing/2014/main" id="{1E353F11-E559-4748-8E3E-085D4D701EF3}"/>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20" name="Freeform 68">
            <a:extLst>
              <a:ext uri="{FF2B5EF4-FFF2-40B4-BE49-F238E27FC236}">
                <a16:creationId xmlns:a16="http://schemas.microsoft.com/office/drawing/2014/main" id="{C701BBFC-2F16-4FE6-926A-F6A181DAF33C}"/>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21" name="Line 294">
            <a:extLst>
              <a:ext uri="{FF2B5EF4-FFF2-40B4-BE49-F238E27FC236}">
                <a16:creationId xmlns:a16="http://schemas.microsoft.com/office/drawing/2014/main" id="{51D3088E-39DA-45D6-BCD6-ECC4FDACAFC0}"/>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22" name="Freeform 68">
            <a:extLst>
              <a:ext uri="{FF2B5EF4-FFF2-40B4-BE49-F238E27FC236}">
                <a16:creationId xmlns:a16="http://schemas.microsoft.com/office/drawing/2014/main" id="{6D682837-F990-4108-B040-8F7719928C9D}"/>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23" name="Line 294">
            <a:extLst>
              <a:ext uri="{FF2B5EF4-FFF2-40B4-BE49-F238E27FC236}">
                <a16:creationId xmlns:a16="http://schemas.microsoft.com/office/drawing/2014/main" id="{849CB001-4DAC-46DB-92E0-A1732CDFEC59}"/>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5424" name="Group 146">
            <a:extLst>
              <a:ext uri="{FF2B5EF4-FFF2-40B4-BE49-F238E27FC236}">
                <a16:creationId xmlns:a16="http://schemas.microsoft.com/office/drawing/2014/main" id="{379D89E4-B2B3-4DDE-81DB-B3FB3E5AE16E}"/>
              </a:ext>
            </a:extLst>
          </p:cNvPr>
          <p:cNvGrpSpPr>
            <a:grpSpLocks/>
          </p:cNvGrpSpPr>
          <p:nvPr/>
        </p:nvGrpSpPr>
        <p:grpSpPr bwMode="auto">
          <a:xfrm>
            <a:off x="3287713" y="3146425"/>
            <a:ext cx="876300" cy="1250950"/>
            <a:chOff x="5235926" y="4609668"/>
            <a:chExt cx="1167078" cy="1667308"/>
          </a:xfrm>
        </p:grpSpPr>
        <p:sp>
          <p:nvSpPr>
            <p:cNvPr id="145535" name="Line 4">
              <a:extLst>
                <a:ext uri="{FF2B5EF4-FFF2-40B4-BE49-F238E27FC236}">
                  <a16:creationId xmlns:a16="http://schemas.microsoft.com/office/drawing/2014/main" id="{83F66593-FB4B-4F27-8EC3-AA6EE6D32C42}"/>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6" name="Line 5">
              <a:extLst>
                <a:ext uri="{FF2B5EF4-FFF2-40B4-BE49-F238E27FC236}">
                  <a16:creationId xmlns:a16="http://schemas.microsoft.com/office/drawing/2014/main" id="{FE8B50CC-09C0-46E7-9D95-C9F478F80576}"/>
                </a:ext>
              </a:extLst>
            </p:cNvPr>
            <p:cNvSpPr>
              <a:spLocks noChangeAspect="1" noChangeShapeType="1"/>
            </p:cNvSpPr>
            <p:nvPr/>
          </p:nvSpPr>
          <p:spPr bwMode="auto">
            <a:xfrm>
              <a:off x="5235926" y="5546862"/>
              <a:ext cx="458681"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7" name="Line 6">
              <a:extLst>
                <a:ext uri="{FF2B5EF4-FFF2-40B4-BE49-F238E27FC236}">
                  <a16:creationId xmlns:a16="http://schemas.microsoft.com/office/drawing/2014/main" id="{5E62A3BA-563E-4678-8EA3-CF65B5CE5631}"/>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8" name="Freeform 7">
              <a:extLst>
                <a:ext uri="{FF2B5EF4-FFF2-40B4-BE49-F238E27FC236}">
                  <a16:creationId xmlns:a16="http://schemas.microsoft.com/office/drawing/2014/main" id="{CF68F33E-F046-4DEA-9368-C8ACAEDCE774}"/>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9" name="Line 21">
              <a:extLst>
                <a:ext uri="{FF2B5EF4-FFF2-40B4-BE49-F238E27FC236}">
                  <a16:creationId xmlns:a16="http://schemas.microsoft.com/office/drawing/2014/main" id="{70D08F67-2F81-4073-BB74-6897EF6BACA1}"/>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236" y="5180954"/>
              <a:ext cx="224113"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5541" name="Line 101">
              <a:extLst>
                <a:ext uri="{FF2B5EF4-FFF2-40B4-BE49-F238E27FC236}">
                  <a16:creationId xmlns:a16="http://schemas.microsoft.com/office/drawing/2014/main" id="{999BB3C1-0E86-4A06-8B75-460EDD7A1875}"/>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42" name="Line 101">
              <a:extLst>
                <a:ext uri="{FF2B5EF4-FFF2-40B4-BE49-F238E27FC236}">
                  <a16:creationId xmlns:a16="http://schemas.microsoft.com/office/drawing/2014/main" id="{666D3503-801A-4ED1-84B9-04A12C64C516}"/>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25" name="Group 174">
            <a:extLst>
              <a:ext uri="{FF2B5EF4-FFF2-40B4-BE49-F238E27FC236}">
                <a16:creationId xmlns:a16="http://schemas.microsoft.com/office/drawing/2014/main" id="{BC9A44EE-7287-4372-BBA0-C6B624381037}"/>
              </a:ext>
            </a:extLst>
          </p:cNvPr>
          <p:cNvGrpSpPr>
            <a:grpSpLocks/>
          </p:cNvGrpSpPr>
          <p:nvPr/>
        </p:nvGrpSpPr>
        <p:grpSpPr bwMode="auto">
          <a:xfrm>
            <a:off x="5197475" y="3146425"/>
            <a:ext cx="833438" cy="1250950"/>
            <a:chOff x="5291360" y="4609668"/>
            <a:chExt cx="1111644" cy="1667308"/>
          </a:xfrm>
        </p:grpSpPr>
        <p:sp>
          <p:nvSpPr>
            <p:cNvPr id="145527" name="Line 4">
              <a:extLst>
                <a:ext uri="{FF2B5EF4-FFF2-40B4-BE49-F238E27FC236}">
                  <a16:creationId xmlns:a16="http://schemas.microsoft.com/office/drawing/2014/main" id="{C5C7E4DF-FBCA-4B8B-B836-2CA7966687F2}"/>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8" name="Line 5">
              <a:extLst>
                <a:ext uri="{FF2B5EF4-FFF2-40B4-BE49-F238E27FC236}">
                  <a16:creationId xmlns:a16="http://schemas.microsoft.com/office/drawing/2014/main" id="{1C2E4D72-D312-4FC3-A8BA-DCD9965D2BF8}"/>
                </a:ext>
              </a:extLst>
            </p:cNvPr>
            <p:cNvSpPr>
              <a:spLocks noChangeAspect="1" noChangeShapeType="1"/>
            </p:cNvSpPr>
            <p:nvPr/>
          </p:nvSpPr>
          <p:spPr bwMode="auto">
            <a:xfrm>
              <a:off x="5291360" y="5546862"/>
              <a:ext cx="40324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9" name="Line 6">
              <a:extLst>
                <a:ext uri="{FF2B5EF4-FFF2-40B4-BE49-F238E27FC236}">
                  <a16:creationId xmlns:a16="http://schemas.microsoft.com/office/drawing/2014/main" id="{77A42C98-2775-4CBE-9A05-0B9DE7D7DA76}"/>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0" name="Freeform 7">
              <a:extLst>
                <a:ext uri="{FF2B5EF4-FFF2-40B4-BE49-F238E27FC236}">
                  <a16:creationId xmlns:a16="http://schemas.microsoft.com/office/drawing/2014/main" id="{237EBD80-F057-4806-A685-E3364F5D42F8}"/>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1" name="Line 21">
              <a:extLst>
                <a:ext uri="{FF2B5EF4-FFF2-40B4-BE49-F238E27FC236}">
                  <a16:creationId xmlns:a16="http://schemas.microsoft.com/office/drawing/2014/main" id="{8EB37267-31BB-47FD-8579-0EF4BECD8B96}"/>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370" y="5180954"/>
              <a:ext cx="224446"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5533" name="Line 101">
              <a:extLst>
                <a:ext uri="{FF2B5EF4-FFF2-40B4-BE49-F238E27FC236}">
                  <a16:creationId xmlns:a16="http://schemas.microsoft.com/office/drawing/2014/main" id="{9E6F3076-D45C-4401-B1E7-323B488D1482}"/>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34" name="Line 101">
              <a:extLst>
                <a:ext uri="{FF2B5EF4-FFF2-40B4-BE49-F238E27FC236}">
                  <a16:creationId xmlns:a16="http://schemas.microsoft.com/office/drawing/2014/main" id="{C6A86D38-A710-48F3-86F0-4468B8F4A201}"/>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26" name="Group 202">
            <a:extLst>
              <a:ext uri="{FF2B5EF4-FFF2-40B4-BE49-F238E27FC236}">
                <a16:creationId xmlns:a16="http://schemas.microsoft.com/office/drawing/2014/main" id="{2B54D6D1-461A-4BA4-8180-D583BBB62726}"/>
              </a:ext>
            </a:extLst>
          </p:cNvPr>
          <p:cNvGrpSpPr>
            <a:grpSpLocks/>
          </p:cNvGrpSpPr>
          <p:nvPr/>
        </p:nvGrpSpPr>
        <p:grpSpPr bwMode="auto">
          <a:xfrm>
            <a:off x="7081838" y="3144838"/>
            <a:ext cx="804862" cy="1249362"/>
            <a:chOff x="5330909" y="4609668"/>
            <a:chExt cx="1072095" cy="1667308"/>
          </a:xfrm>
        </p:grpSpPr>
        <p:sp>
          <p:nvSpPr>
            <p:cNvPr id="145519" name="Line 4">
              <a:extLst>
                <a:ext uri="{FF2B5EF4-FFF2-40B4-BE49-F238E27FC236}">
                  <a16:creationId xmlns:a16="http://schemas.microsoft.com/office/drawing/2014/main" id="{91C7B4F0-B64D-492D-81BD-D99DAB3C5F2E}"/>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0" name="Line 5">
              <a:extLst>
                <a:ext uri="{FF2B5EF4-FFF2-40B4-BE49-F238E27FC236}">
                  <a16:creationId xmlns:a16="http://schemas.microsoft.com/office/drawing/2014/main" id="{139CC325-F2CF-49A0-B255-F5CAFD1C6564}"/>
                </a:ext>
              </a:extLst>
            </p:cNvPr>
            <p:cNvSpPr>
              <a:spLocks noChangeAspect="1" noChangeShapeType="1"/>
            </p:cNvSpPr>
            <p:nvPr/>
          </p:nvSpPr>
          <p:spPr bwMode="auto">
            <a:xfrm>
              <a:off x="5330909" y="5546863"/>
              <a:ext cx="36369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1" name="Line 6">
              <a:extLst>
                <a:ext uri="{FF2B5EF4-FFF2-40B4-BE49-F238E27FC236}">
                  <a16:creationId xmlns:a16="http://schemas.microsoft.com/office/drawing/2014/main" id="{8EF4E4F4-815A-412B-949E-F12EE8A2C418}"/>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2" name="Freeform 7">
              <a:extLst>
                <a:ext uri="{FF2B5EF4-FFF2-40B4-BE49-F238E27FC236}">
                  <a16:creationId xmlns:a16="http://schemas.microsoft.com/office/drawing/2014/main" id="{5B745738-CE59-4C2D-AECD-0CD3FFA1028E}"/>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3" name="Line 21">
              <a:extLst>
                <a:ext uri="{FF2B5EF4-FFF2-40B4-BE49-F238E27FC236}">
                  <a16:creationId xmlns:a16="http://schemas.microsoft.com/office/drawing/2014/main" id="{46365E5C-2076-4F0B-9D83-C2FEAD199D4D}"/>
                </a:ext>
              </a:extLst>
            </p:cNvPr>
            <p:cNvSpPr>
              <a:spLocks noChangeAspect="1" noChangeShapeType="1"/>
            </p:cNvSpPr>
            <p:nvPr/>
          </p:nvSpPr>
          <p:spPr bwMode="auto">
            <a:xfrm>
              <a:off x="5347272" y="6089008"/>
              <a:ext cx="347335"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139" y="5179561"/>
              <a:ext cx="22414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5525" name="Line 101">
              <a:extLst>
                <a:ext uri="{FF2B5EF4-FFF2-40B4-BE49-F238E27FC236}">
                  <a16:creationId xmlns:a16="http://schemas.microsoft.com/office/drawing/2014/main" id="{A6E43F50-324A-4A05-823B-9A34613ED761}"/>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26" name="Line 101">
              <a:extLst>
                <a:ext uri="{FF2B5EF4-FFF2-40B4-BE49-F238E27FC236}">
                  <a16:creationId xmlns:a16="http://schemas.microsoft.com/office/drawing/2014/main" id="{3E24EF07-5A8E-4F00-B465-BD5114D4B1B6}"/>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27" name="Group 5">
            <a:extLst>
              <a:ext uri="{FF2B5EF4-FFF2-40B4-BE49-F238E27FC236}">
                <a16:creationId xmlns:a16="http://schemas.microsoft.com/office/drawing/2014/main" id="{595E7565-A8BC-4D7B-9D28-5B11116E9843}"/>
              </a:ext>
            </a:extLst>
          </p:cNvPr>
          <p:cNvGrpSpPr>
            <a:grpSpLocks/>
          </p:cNvGrpSpPr>
          <p:nvPr/>
        </p:nvGrpSpPr>
        <p:grpSpPr bwMode="auto">
          <a:xfrm>
            <a:off x="1416050" y="3146425"/>
            <a:ext cx="885825" cy="1250950"/>
            <a:chOff x="1416588" y="3146351"/>
            <a:chExt cx="885863" cy="1250498"/>
          </a:xfrm>
        </p:grpSpPr>
        <p:sp>
          <p:nvSpPr>
            <p:cNvPr id="145510" name="Line 6">
              <a:extLst>
                <a:ext uri="{FF2B5EF4-FFF2-40B4-BE49-F238E27FC236}">
                  <a16:creationId xmlns:a16="http://schemas.microsoft.com/office/drawing/2014/main" id="{88F6F83C-CA97-4C16-A528-CC2F7B1AC874}"/>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1" name="Freeform 7">
              <a:extLst>
                <a:ext uri="{FF2B5EF4-FFF2-40B4-BE49-F238E27FC236}">
                  <a16:creationId xmlns:a16="http://schemas.microsoft.com/office/drawing/2014/main" id="{49679888-F007-4E59-9333-A37E80964F93}"/>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2" name="Line 20">
              <a:extLst>
                <a:ext uri="{FF2B5EF4-FFF2-40B4-BE49-F238E27FC236}">
                  <a16:creationId xmlns:a16="http://schemas.microsoft.com/office/drawing/2014/main" id="{3C843B82-C908-47FB-92A3-7A1CB85AE1CC}"/>
                </a:ext>
              </a:extLst>
            </p:cNvPr>
            <p:cNvSpPr>
              <a:spLocks noChangeAspect="1" noChangeShapeType="1"/>
            </p:cNvSpPr>
            <p:nvPr/>
          </p:nvSpPr>
          <p:spPr bwMode="auto">
            <a:xfrm>
              <a:off x="1497408" y="4046332"/>
              <a:ext cx="269306" cy="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3" name="Line 21">
              <a:extLst>
                <a:ext uri="{FF2B5EF4-FFF2-40B4-BE49-F238E27FC236}">
                  <a16:creationId xmlns:a16="http://schemas.microsoft.com/office/drawing/2014/main" id="{DBE9385A-66B8-439F-8E76-BA1462FCC094}"/>
                </a:ext>
              </a:extLst>
            </p:cNvPr>
            <p:cNvSpPr>
              <a:spLocks noChangeAspect="1" noChangeShapeType="1"/>
            </p:cNvSpPr>
            <p:nvPr/>
          </p:nvSpPr>
          <p:spPr bwMode="auto">
            <a:xfrm>
              <a:off x="1509681" y="4255871"/>
              <a:ext cx="261469"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7130" y="3574821"/>
              <a:ext cx="168282"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5515" name="Line 101">
              <a:extLst>
                <a:ext uri="{FF2B5EF4-FFF2-40B4-BE49-F238E27FC236}">
                  <a16:creationId xmlns:a16="http://schemas.microsoft.com/office/drawing/2014/main" id="{C8B753B3-FD7B-490E-AD10-F350D6942518}"/>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6" name="Line 101">
              <a:extLst>
                <a:ext uri="{FF2B5EF4-FFF2-40B4-BE49-F238E27FC236}">
                  <a16:creationId xmlns:a16="http://schemas.microsoft.com/office/drawing/2014/main" id="{4C2355B0-5236-446C-BDA3-4ABADD4A05A2}"/>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7" name="Line 4">
              <a:extLst>
                <a:ext uri="{FF2B5EF4-FFF2-40B4-BE49-F238E27FC236}">
                  <a16:creationId xmlns:a16="http://schemas.microsoft.com/office/drawing/2014/main" id="{F95006B3-4671-46B7-AB1F-50DB953429DF}"/>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18" name="Line 5">
              <a:extLst>
                <a:ext uri="{FF2B5EF4-FFF2-40B4-BE49-F238E27FC236}">
                  <a16:creationId xmlns:a16="http://schemas.microsoft.com/office/drawing/2014/main" id="{8BD117A4-43C6-4C87-847B-B8AFF3E1616B}"/>
                </a:ext>
              </a:extLst>
            </p:cNvPr>
            <p:cNvSpPr>
              <a:spLocks noChangeAspect="1" noChangeShapeType="1"/>
            </p:cNvSpPr>
            <p:nvPr/>
          </p:nvSpPr>
          <p:spPr bwMode="auto">
            <a:xfrm>
              <a:off x="1416588" y="3849256"/>
              <a:ext cx="354562"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28" name="Group 2">
            <a:extLst>
              <a:ext uri="{FF2B5EF4-FFF2-40B4-BE49-F238E27FC236}">
                <a16:creationId xmlns:a16="http://schemas.microsoft.com/office/drawing/2014/main" id="{67F09905-25A2-4E7C-BA9E-28AEEEBC929F}"/>
              </a:ext>
            </a:extLst>
          </p:cNvPr>
          <p:cNvGrpSpPr>
            <a:grpSpLocks/>
          </p:cNvGrpSpPr>
          <p:nvPr/>
        </p:nvGrpSpPr>
        <p:grpSpPr bwMode="auto">
          <a:xfrm>
            <a:off x="3959225" y="3730625"/>
            <a:ext cx="923925" cy="801688"/>
            <a:chOff x="3959287" y="3730423"/>
            <a:chExt cx="924518" cy="801207"/>
          </a:xfrm>
        </p:grpSpPr>
        <p:sp>
          <p:nvSpPr>
            <p:cNvPr id="145502" name="Line 25">
              <a:extLst>
                <a:ext uri="{FF2B5EF4-FFF2-40B4-BE49-F238E27FC236}">
                  <a16:creationId xmlns:a16="http://schemas.microsoft.com/office/drawing/2014/main" id="{E70EBD17-51D8-4045-A229-EC9DD737C870}"/>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03" name="Rectangle 4">
              <a:extLst>
                <a:ext uri="{FF2B5EF4-FFF2-40B4-BE49-F238E27FC236}">
                  <a16:creationId xmlns:a16="http://schemas.microsoft.com/office/drawing/2014/main" id="{71B02E74-4DF4-4F86-ADAA-7E323B1AB0D3}"/>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506" name="Line 7">
              <a:extLst>
                <a:ext uri="{FF2B5EF4-FFF2-40B4-BE49-F238E27FC236}">
                  <a16:creationId xmlns:a16="http://schemas.microsoft.com/office/drawing/2014/main" id="{804FED1F-8918-4FDD-953E-B0FAF9B4ECF4}"/>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508" name="Freeform 36">
              <a:extLst>
                <a:ext uri="{FF2B5EF4-FFF2-40B4-BE49-F238E27FC236}">
                  <a16:creationId xmlns:a16="http://schemas.microsoft.com/office/drawing/2014/main" id="{34E2EB17-E092-479F-892A-F5D82E0B3491}"/>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09" name="Line 37">
              <a:extLst>
                <a:ext uri="{FF2B5EF4-FFF2-40B4-BE49-F238E27FC236}">
                  <a16:creationId xmlns:a16="http://schemas.microsoft.com/office/drawing/2014/main" id="{157ED1FA-BBAC-4497-9015-7E22820BAFD2}"/>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29" name="Group 1">
            <a:extLst>
              <a:ext uri="{FF2B5EF4-FFF2-40B4-BE49-F238E27FC236}">
                <a16:creationId xmlns:a16="http://schemas.microsoft.com/office/drawing/2014/main" id="{24326023-BF9A-40C6-A8DA-8969640DB436}"/>
              </a:ext>
            </a:extLst>
          </p:cNvPr>
          <p:cNvGrpSpPr>
            <a:grpSpLocks/>
          </p:cNvGrpSpPr>
          <p:nvPr/>
        </p:nvGrpSpPr>
        <p:grpSpPr bwMode="auto">
          <a:xfrm>
            <a:off x="2098675" y="3730625"/>
            <a:ext cx="923925" cy="801688"/>
            <a:chOff x="2098202" y="3730423"/>
            <a:chExt cx="924518" cy="801207"/>
          </a:xfrm>
        </p:grpSpPr>
        <p:sp>
          <p:nvSpPr>
            <p:cNvPr id="145494" name="Line 25">
              <a:extLst>
                <a:ext uri="{FF2B5EF4-FFF2-40B4-BE49-F238E27FC236}">
                  <a16:creationId xmlns:a16="http://schemas.microsoft.com/office/drawing/2014/main" id="{C7F7A163-D153-40C7-9D46-84357072D695}"/>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95" name="Rectangle 4">
              <a:extLst>
                <a:ext uri="{FF2B5EF4-FFF2-40B4-BE49-F238E27FC236}">
                  <a16:creationId xmlns:a16="http://schemas.microsoft.com/office/drawing/2014/main" id="{E8E823A1-7288-4F3E-8664-1B9FFA316B6E}"/>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498" name="Line 7">
              <a:extLst>
                <a:ext uri="{FF2B5EF4-FFF2-40B4-BE49-F238E27FC236}">
                  <a16:creationId xmlns:a16="http://schemas.microsoft.com/office/drawing/2014/main" id="{3C6B73CE-4B4A-474F-949B-13F48A9BE089}"/>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500" name="Freeform 36">
              <a:extLst>
                <a:ext uri="{FF2B5EF4-FFF2-40B4-BE49-F238E27FC236}">
                  <a16:creationId xmlns:a16="http://schemas.microsoft.com/office/drawing/2014/main" id="{E77EE0B7-34FD-41EF-B57C-D27F49106F20}"/>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501" name="Line 37">
              <a:extLst>
                <a:ext uri="{FF2B5EF4-FFF2-40B4-BE49-F238E27FC236}">
                  <a16:creationId xmlns:a16="http://schemas.microsoft.com/office/drawing/2014/main" id="{5064A45A-125A-4302-A486-59A2688E1D98}"/>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30" name="Group 3">
            <a:extLst>
              <a:ext uri="{FF2B5EF4-FFF2-40B4-BE49-F238E27FC236}">
                <a16:creationId xmlns:a16="http://schemas.microsoft.com/office/drawing/2014/main" id="{52FDE8EE-79D8-4876-B8A0-FBAE8FFF9BA8}"/>
              </a:ext>
            </a:extLst>
          </p:cNvPr>
          <p:cNvGrpSpPr>
            <a:grpSpLocks/>
          </p:cNvGrpSpPr>
          <p:nvPr/>
        </p:nvGrpSpPr>
        <p:grpSpPr bwMode="auto">
          <a:xfrm>
            <a:off x="5826125" y="3730625"/>
            <a:ext cx="925513" cy="801688"/>
            <a:chOff x="5826819" y="3730423"/>
            <a:chExt cx="924518" cy="801207"/>
          </a:xfrm>
        </p:grpSpPr>
        <p:sp>
          <p:nvSpPr>
            <p:cNvPr id="145486" name="Line 25">
              <a:extLst>
                <a:ext uri="{FF2B5EF4-FFF2-40B4-BE49-F238E27FC236}">
                  <a16:creationId xmlns:a16="http://schemas.microsoft.com/office/drawing/2014/main" id="{5FDF56EA-2300-4B4A-A65F-7C5516BBE08E}"/>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87" name="Rectangle 4">
              <a:extLst>
                <a:ext uri="{FF2B5EF4-FFF2-40B4-BE49-F238E27FC236}">
                  <a16:creationId xmlns:a16="http://schemas.microsoft.com/office/drawing/2014/main" id="{6E0297BC-B591-4FA5-9303-697AB42785E6}"/>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490" name="Line 7">
              <a:extLst>
                <a:ext uri="{FF2B5EF4-FFF2-40B4-BE49-F238E27FC236}">
                  <a16:creationId xmlns:a16="http://schemas.microsoft.com/office/drawing/2014/main" id="{12684B41-F242-48C1-B4B2-F5515A4551BD}"/>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492" name="Freeform 36">
              <a:extLst>
                <a:ext uri="{FF2B5EF4-FFF2-40B4-BE49-F238E27FC236}">
                  <a16:creationId xmlns:a16="http://schemas.microsoft.com/office/drawing/2014/main" id="{4EE4A81A-5032-4710-934D-2F4153F84C4A}"/>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93" name="Line 37">
              <a:extLst>
                <a:ext uri="{FF2B5EF4-FFF2-40B4-BE49-F238E27FC236}">
                  <a16:creationId xmlns:a16="http://schemas.microsoft.com/office/drawing/2014/main" id="{D85AFEB5-5A27-4C82-BDF9-CE81FED0184C}"/>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5431" name="Group 4">
            <a:extLst>
              <a:ext uri="{FF2B5EF4-FFF2-40B4-BE49-F238E27FC236}">
                <a16:creationId xmlns:a16="http://schemas.microsoft.com/office/drawing/2014/main" id="{FACAF3A2-E0F7-4B1B-9ABC-C78DB9BAFFAB}"/>
              </a:ext>
            </a:extLst>
          </p:cNvPr>
          <p:cNvGrpSpPr>
            <a:grpSpLocks/>
          </p:cNvGrpSpPr>
          <p:nvPr/>
        </p:nvGrpSpPr>
        <p:grpSpPr bwMode="auto">
          <a:xfrm>
            <a:off x="7681913" y="3727450"/>
            <a:ext cx="923925" cy="801688"/>
            <a:chOff x="7681824" y="3728222"/>
            <a:chExt cx="924518" cy="801207"/>
          </a:xfrm>
        </p:grpSpPr>
        <p:sp>
          <p:nvSpPr>
            <p:cNvPr id="145477" name="Line 25">
              <a:extLst>
                <a:ext uri="{FF2B5EF4-FFF2-40B4-BE49-F238E27FC236}">
                  <a16:creationId xmlns:a16="http://schemas.microsoft.com/office/drawing/2014/main" id="{14F4EE09-F414-43F6-A920-BB26AA337A2A}"/>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8" name="Line 25">
              <a:extLst>
                <a:ext uri="{FF2B5EF4-FFF2-40B4-BE49-F238E27FC236}">
                  <a16:creationId xmlns:a16="http://schemas.microsoft.com/office/drawing/2014/main" id="{67E10D2E-7C43-4EAA-96F5-52603F32D90B}"/>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9" name="Rectangle 4">
              <a:extLst>
                <a:ext uri="{FF2B5EF4-FFF2-40B4-BE49-F238E27FC236}">
                  <a16:creationId xmlns:a16="http://schemas.microsoft.com/office/drawing/2014/main" id="{048742F5-789B-4BDC-9B05-6B9D91895E01}"/>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482" name="Line 7">
              <a:extLst>
                <a:ext uri="{FF2B5EF4-FFF2-40B4-BE49-F238E27FC236}">
                  <a16:creationId xmlns:a16="http://schemas.microsoft.com/office/drawing/2014/main" id="{B78FAFC7-4F44-4461-8DD3-44A5D3CC1EBC}"/>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5484" name="Freeform 36">
              <a:extLst>
                <a:ext uri="{FF2B5EF4-FFF2-40B4-BE49-F238E27FC236}">
                  <a16:creationId xmlns:a16="http://schemas.microsoft.com/office/drawing/2014/main" id="{8FD3FDB2-909A-42A3-ACFD-C88A858D8E4F}"/>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85" name="Line 37">
              <a:extLst>
                <a:ext uri="{FF2B5EF4-FFF2-40B4-BE49-F238E27FC236}">
                  <a16:creationId xmlns:a16="http://schemas.microsoft.com/office/drawing/2014/main" id="{97424F44-A9AD-4EE0-AA7D-76139F090F20}"/>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5432" name="Line 294">
            <a:extLst>
              <a:ext uri="{FF2B5EF4-FFF2-40B4-BE49-F238E27FC236}">
                <a16:creationId xmlns:a16="http://schemas.microsoft.com/office/drawing/2014/main" id="{053FDDBD-EA23-41BC-B11E-99F13B4193FF}"/>
              </a:ext>
            </a:extLst>
          </p:cNvPr>
          <p:cNvSpPr>
            <a:spLocks noChangeAspect="1" noChangeShapeType="1"/>
          </p:cNvSpPr>
          <p:nvPr/>
        </p:nvSpPr>
        <p:spPr bwMode="auto">
          <a:xfrm>
            <a:off x="292100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3" name="Line 290">
            <a:extLst>
              <a:ext uri="{FF2B5EF4-FFF2-40B4-BE49-F238E27FC236}">
                <a16:creationId xmlns:a16="http://schemas.microsoft.com/office/drawing/2014/main" id="{99B9081B-4B29-45AF-BA21-CF72DAFBCE24}"/>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4" name="Line 294">
            <a:extLst>
              <a:ext uri="{FF2B5EF4-FFF2-40B4-BE49-F238E27FC236}">
                <a16:creationId xmlns:a16="http://schemas.microsoft.com/office/drawing/2014/main" id="{0668FD19-05D6-445C-A5B6-E7A5815DF073}"/>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5" name="Freeform 68">
            <a:extLst>
              <a:ext uri="{FF2B5EF4-FFF2-40B4-BE49-F238E27FC236}">
                <a16:creationId xmlns:a16="http://schemas.microsoft.com/office/drawing/2014/main" id="{A43F11D1-5104-4D66-B4C9-47441B60D505}"/>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6" name="Freeform 68">
            <a:extLst>
              <a:ext uri="{FF2B5EF4-FFF2-40B4-BE49-F238E27FC236}">
                <a16:creationId xmlns:a16="http://schemas.microsoft.com/office/drawing/2014/main" id="{FC2F6E57-B9A8-45B9-BFE9-C93669276978}"/>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7" name="Line 294">
            <a:extLst>
              <a:ext uri="{FF2B5EF4-FFF2-40B4-BE49-F238E27FC236}">
                <a16:creationId xmlns:a16="http://schemas.microsoft.com/office/drawing/2014/main" id="{122BD668-CCAD-47E5-927E-333D6031EF51}"/>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8" name="Line 290">
            <a:extLst>
              <a:ext uri="{FF2B5EF4-FFF2-40B4-BE49-F238E27FC236}">
                <a16:creationId xmlns:a16="http://schemas.microsoft.com/office/drawing/2014/main" id="{E0B227EC-3836-455C-9182-641EBC0DD231}"/>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39" name="Line 294">
            <a:extLst>
              <a:ext uri="{FF2B5EF4-FFF2-40B4-BE49-F238E27FC236}">
                <a16:creationId xmlns:a16="http://schemas.microsoft.com/office/drawing/2014/main" id="{A43B1634-1E4E-4335-AC82-DE3A2FC22001}"/>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0" name="Freeform 68">
            <a:extLst>
              <a:ext uri="{FF2B5EF4-FFF2-40B4-BE49-F238E27FC236}">
                <a16:creationId xmlns:a16="http://schemas.microsoft.com/office/drawing/2014/main" id="{85F9CE47-0A6B-47D3-94FA-67A10BA0BF6E}"/>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1" name="Freeform 68">
            <a:extLst>
              <a:ext uri="{FF2B5EF4-FFF2-40B4-BE49-F238E27FC236}">
                <a16:creationId xmlns:a16="http://schemas.microsoft.com/office/drawing/2014/main" id="{3C93A7CA-6CE8-4472-B9C7-ADDAA6D22BED}"/>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2" name="Line 294">
            <a:extLst>
              <a:ext uri="{FF2B5EF4-FFF2-40B4-BE49-F238E27FC236}">
                <a16:creationId xmlns:a16="http://schemas.microsoft.com/office/drawing/2014/main" id="{CE40283E-FDBD-456C-959F-9BFE146C9A74}"/>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3" name="Line 290">
            <a:extLst>
              <a:ext uri="{FF2B5EF4-FFF2-40B4-BE49-F238E27FC236}">
                <a16:creationId xmlns:a16="http://schemas.microsoft.com/office/drawing/2014/main" id="{739030E6-8801-4AE6-87BB-1FADDFE02D45}"/>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4" name="Line 294">
            <a:extLst>
              <a:ext uri="{FF2B5EF4-FFF2-40B4-BE49-F238E27FC236}">
                <a16:creationId xmlns:a16="http://schemas.microsoft.com/office/drawing/2014/main" id="{2BF38534-1F7B-4093-84DD-79C20EA87A13}"/>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5" name="Freeform 68">
            <a:extLst>
              <a:ext uri="{FF2B5EF4-FFF2-40B4-BE49-F238E27FC236}">
                <a16:creationId xmlns:a16="http://schemas.microsoft.com/office/drawing/2014/main" id="{DF427860-8C4D-4297-858A-870DE12FF72A}"/>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6" name="Freeform 68">
            <a:extLst>
              <a:ext uri="{FF2B5EF4-FFF2-40B4-BE49-F238E27FC236}">
                <a16:creationId xmlns:a16="http://schemas.microsoft.com/office/drawing/2014/main" id="{9567F39A-6800-4BEC-B0AB-A727513A6FF3}"/>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7" name="Line 294">
            <a:extLst>
              <a:ext uri="{FF2B5EF4-FFF2-40B4-BE49-F238E27FC236}">
                <a16:creationId xmlns:a16="http://schemas.microsoft.com/office/drawing/2014/main" id="{7D297050-63C3-4CE3-AA9E-1FEBF8665700}"/>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8" name="Line 290">
            <a:extLst>
              <a:ext uri="{FF2B5EF4-FFF2-40B4-BE49-F238E27FC236}">
                <a16:creationId xmlns:a16="http://schemas.microsoft.com/office/drawing/2014/main" id="{DDFAF747-EB30-46C6-BDCD-DE6D36BE0EA9}"/>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49" name="Line 294">
            <a:extLst>
              <a:ext uri="{FF2B5EF4-FFF2-40B4-BE49-F238E27FC236}">
                <a16:creationId xmlns:a16="http://schemas.microsoft.com/office/drawing/2014/main" id="{5872E91B-963F-45EE-94EB-2FC2A5F3D799}"/>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0" name="Freeform 68">
            <a:extLst>
              <a:ext uri="{FF2B5EF4-FFF2-40B4-BE49-F238E27FC236}">
                <a16:creationId xmlns:a16="http://schemas.microsoft.com/office/drawing/2014/main" id="{7F2CD1D7-1623-4AC2-A98C-5094AE686DA4}"/>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1" name="Freeform 68">
            <a:extLst>
              <a:ext uri="{FF2B5EF4-FFF2-40B4-BE49-F238E27FC236}">
                <a16:creationId xmlns:a16="http://schemas.microsoft.com/office/drawing/2014/main" id="{AB237917-050A-491F-AD7F-FECEA5CAACFF}"/>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5452" name="Group 114">
            <a:extLst>
              <a:ext uri="{FF2B5EF4-FFF2-40B4-BE49-F238E27FC236}">
                <a16:creationId xmlns:a16="http://schemas.microsoft.com/office/drawing/2014/main" id="{2C37EC0F-2746-4EAD-956C-E737ED5BF9A6}"/>
              </a:ext>
            </a:extLst>
          </p:cNvPr>
          <p:cNvGrpSpPr>
            <a:grpSpLocks/>
          </p:cNvGrpSpPr>
          <p:nvPr/>
        </p:nvGrpSpPr>
        <p:grpSpPr bwMode="auto">
          <a:xfrm>
            <a:off x="2663825" y="1693863"/>
            <a:ext cx="6099175" cy="250825"/>
            <a:chOff x="2663261" y="1693863"/>
            <a:chExt cx="6099739" cy="250166"/>
          </a:xfrm>
        </p:grpSpPr>
        <p:sp>
          <p:nvSpPr>
            <p:cNvPr id="145473" name="Rectangle 41">
              <a:extLst>
                <a:ext uri="{FF2B5EF4-FFF2-40B4-BE49-F238E27FC236}">
                  <a16:creationId xmlns:a16="http://schemas.microsoft.com/office/drawing/2014/main" id="{D8B85797-5D43-4644-8184-80BF6D633FBD}"/>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4" name="Rectangle 41">
              <a:extLst>
                <a:ext uri="{FF2B5EF4-FFF2-40B4-BE49-F238E27FC236}">
                  <a16:creationId xmlns:a16="http://schemas.microsoft.com/office/drawing/2014/main" id="{9C227EF0-3FBE-4A59-96A5-167E5688C0F5}"/>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5" name="Rectangle 41">
              <a:extLst>
                <a:ext uri="{FF2B5EF4-FFF2-40B4-BE49-F238E27FC236}">
                  <a16:creationId xmlns:a16="http://schemas.microsoft.com/office/drawing/2014/main" id="{7B1C2313-EF70-4495-BF4E-6DC55A5A6CF6}"/>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6" name="Rectangle 41">
              <a:extLst>
                <a:ext uri="{FF2B5EF4-FFF2-40B4-BE49-F238E27FC236}">
                  <a16:creationId xmlns:a16="http://schemas.microsoft.com/office/drawing/2014/main" id="{227C7979-B831-44F2-A372-2D595935279A}"/>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5453" name="Line 290">
            <a:extLst>
              <a:ext uri="{FF2B5EF4-FFF2-40B4-BE49-F238E27FC236}">
                <a16:creationId xmlns:a16="http://schemas.microsoft.com/office/drawing/2014/main" id="{FC8CB8C8-76CB-415D-B2C8-828B94B50AB6}"/>
              </a:ext>
            </a:extLst>
          </p:cNvPr>
          <p:cNvSpPr>
            <a:spLocks noChangeAspect="1" noChangeShapeType="1"/>
          </p:cNvSpPr>
          <p:nvPr/>
        </p:nvSpPr>
        <p:spPr bwMode="auto">
          <a:xfrm>
            <a:off x="1420813" y="2728913"/>
            <a:ext cx="3375025"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4" name="Line 294">
            <a:extLst>
              <a:ext uri="{FF2B5EF4-FFF2-40B4-BE49-F238E27FC236}">
                <a16:creationId xmlns:a16="http://schemas.microsoft.com/office/drawing/2014/main" id="{B70AE347-459E-44FC-AA03-CD06452D4C98}"/>
              </a:ext>
            </a:extLst>
          </p:cNvPr>
          <p:cNvSpPr>
            <a:spLocks noChangeAspect="1" noChangeShapeType="1"/>
          </p:cNvSpPr>
          <p:nvPr/>
        </p:nvSpPr>
        <p:spPr bwMode="auto">
          <a:xfrm>
            <a:off x="1425575" y="2735263"/>
            <a:ext cx="0" cy="11239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5" name="Freeform 68">
            <a:extLst>
              <a:ext uri="{FF2B5EF4-FFF2-40B4-BE49-F238E27FC236}">
                <a16:creationId xmlns:a16="http://schemas.microsoft.com/office/drawing/2014/main" id="{ECDFB522-9731-478F-9259-55F1BD16211C}"/>
              </a:ext>
            </a:extLst>
          </p:cNvPr>
          <p:cNvSpPr>
            <a:spLocks noChangeAspect="1"/>
          </p:cNvSpPr>
          <p:nvPr/>
        </p:nvSpPr>
        <p:spPr bwMode="auto">
          <a:xfrm>
            <a:off x="4762500" y="27051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6" name="Line 290">
            <a:extLst>
              <a:ext uri="{FF2B5EF4-FFF2-40B4-BE49-F238E27FC236}">
                <a16:creationId xmlns:a16="http://schemas.microsoft.com/office/drawing/2014/main" id="{ECDA3A18-C6BF-45E4-B71C-8268CCD0DE36}"/>
              </a:ext>
            </a:extLst>
          </p:cNvPr>
          <p:cNvSpPr>
            <a:spLocks noChangeAspect="1" noChangeShapeType="1"/>
          </p:cNvSpPr>
          <p:nvPr/>
        </p:nvSpPr>
        <p:spPr bwMode="auto">
          <a:xfrm>
            <a:off x="3292475" y="2916238"/>
            <a:ext cx="3376613"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7" name="Line 294">
            <a:extLst>
              <a:ext uri="{FF2B5EF4-FFF2-40B4-BE49-F238E27FC236}">
                <a16:creationId xmlns:a16="http://schemas.microsoft.com/office/drawing/2014/main" id="{CD97428B-5D23-4EBF-B8A2-97EB3CD1CA39}"/>
              </a:ext>
            </a:extLst>
          </p:cNvPr>
          <p:cNvSpPr>
            <a:spLocks noChangeAspect="1" noChangeShapeType="1"/>
          </p:cNvSpPr>
          <p:nvPr/>
        </p:nvSpPr>
        <p:spPr bwMode="auto">
          <a:xfrm>
            <a:off x="3290888" y="2916238"/>
            <a:ext cx="0" cy="942975"/>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8" name="Freeform 68">
            <a:extLst>
              <a:ext uri="{FF2B5EF4-FFF2-40B4-BE49-F238E27FC236}">
                <a16:creationId xmlns:a16="http://schemas.microsoft.com/office/drawing/2014/main" id="{BED8F761-51B4-40DF-88FA-EC50D1E8462D}"/>
              </a:ext>
            </a:extLst>
          </p:cNvPr>
          <p:cNvSpPr>
            <a:spLocks noChangeAspect="1"/>
          </p:cNvSpPr>
          <p:nvPr/>
        </p:nvSpPr>
        <p:spPr bwMode="auto">
          <a:xfrm>
            <a:off x="6623050" y="28940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59" name="Line 290">
            <a:extLst>
              <a:ext uri="{FF2B5EF4-FFF2-40B4-BE49-F238E27FC236}">
                <a16:creationId xmlns:a16="http://schemas.microsoft.com/office/drawing/2014/main" id="{D7E6F30E-B749-455D-ABCC-CFF866C3E5FB}"/>
              </a:ext>
            </a:extLst>
          </p:cNvPr>
          <p:cNvSpPr>
            <a:spLocks noChangeAspect="1" noChangeShapeType="1"/>
          </p:cNvSpPr>
          <p:nvPr/>
        </p:nvSpPr>
        <p:spPr bwMode="auto">
          <a:xfrm>
            <a:off x="5202238" y="3081338"/>
            <a:ext cx="3316287"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0" name="Line 294">
            <a:extLst>
              <a:ext uri="{FF2B5EF4-FFF2-40B4-BE49-F238E27FC236}">
                <a16:creationId xmlns:a16="http://schemas.microsoft.com/office/drawing/2014/main" id="{17C612EE-F63E-4344-86B4-FA685CA34AF6}"/>
              </a:ext>
            </a:extLst>
          </p:cNvPr>
          <p:cNvSpPr>
            <a:spLocks noChangeAspect="1" noChangeShapeType="1"/>
          </p:cNvSpPr>
          <p:nvPr/>
        </p:nvSpPr>
        <p:spPr bwMode="auto">
          <a:xfrm>
            <a:off x="5210175" y="3076575"/>
            <a:ext cx="0" cy="779463"/>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1" name="Freeform 68">
            <a:extLst>
              <a:ext uri="{FF2B5EF4-FFF2-40B4-BE49-F238E27FC236}">
                <a16:creationId xmlns:a16="http://schemas.microsoft.com/office/drawing/2014/main" id="{E2728B02-CE67-40A1-A528-6AECF056308B}"/>
              </a:ext>
            </a:extLst>
          </p:cNvPr>
          <p:cNvSpPr>
            <a:spLocks noChangeAspect="1"/>
          </p:cNvSpPr>
          <p:nvPr/>
        </p:nvSpPr>
        <p:spPr bwMode="auto">
          <a:xfrm>
            <a:off x="8478838" y="3052763"/>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2" name="Line 294">
            <a:extLst>
              <a:ext uri="{FF2B5EF4-FFF2-40B4-BE49-F238E27FC236}">
                <a16:creationId xmlns:a16="http://schemas.microsoft.com/office/drawing/2014/main" id="{098DB5DB-599C-44E9-A47E-2FF3B09D3796}"/>
              </a:ext>
            </a:extLst>
          </p:cNvPr>
          <p:cNvSpPr>
            <a:spLocks noChangeAspect="1" noChangeShapeType="1"/>
          </p:cNvSpPr>
          <p:nvPr/>
        </p:nvSpPr>
        <p:spPr bwMode="auto">
          <a:xfrm>
            <a:off x="7097713" y="4259263"/>
            <a:ext cx="9525" cy="1208087"/>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3" name="Line 294">
            <a:extLst>
              <a:ext uri="{FF2B5EF4-FFF2-40B4-BE49-F238E27FC236}">
                <a16:creationId xmlns:a16="http://schemas.microsoft.com/office/drawing/2014/main" id="{2C616CBC-6E09-4A76-A71F-BD8449FD0F65}"/>
              </a:ext>
            </a:extLst>
          </p:cNvPr>
          <p:cNvSpPr>
            <a:spLocks noChangeAspect="1" noChangeShapeType="1"/>
          </p:cNvSpPr>
          <p:nvPr/>
        </p:nvSpPr>
        <p:spPr bwMode="auto">
          <a:xfrm>
            <a:off x="1509713" y="4244975"/>
            <a:ext cx="9525" cy="1228725"/>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4" name="Freeform 68">
            <a:extLst>
              <a:ext uri="{FF2B5EF4-FFF2-40B4-BE49-F238E27FC236}">
                <a16:creationId xmlns:a16="http://schemas.microsoft.com/office/drawing/2014/main" id="{B7E03451-C577-4DAF-AC5E-3DE07A7C750E}"/>
              </a:ext>
            </a:extLst>
          </p:cNvPr>
          <p:cNvSpPr>
            <a:spLocks noChangeAspect="1"/>
          </p:cNvSpPr>
          <p:nvPr/>
        </p:nvSpPr>
        <p:spPr bwMode="auto">
          <a:xfrm>
            <a:off x="1484313" y="422116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5" name="Line 294">
            <a:extLst>
              <a:ext uri="{FF2B5EF4-FFF2-40B4-BE49-F238E27FC236}">
                <a16:creationId xmlns:a16="http://schemas.microsoft.com/office/drawing/2014/main" id="{AD7FF6CA-B8C7-457D-9F35-61E4459F65D6}"/>
              </a:ext>
            </a:extLst>
          </p:cNvPr>
          <p:cNvSpPr>
            <a:spLocks noChangeAspect="1" noChangeShapeType="1"/>
          </p:cNvSpPr>
          <p:nvPr/>
        </p:nvSpPr>
        <p:spPr bwMode="auto">
          <a:xfrm>
            <a:off x="34544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66" name="Line 294">
            <a:extLst>
              <a:ext uri="{FF2B5EF4-FFF2-40B4-BE49-F238E27FC236}">
                <a16:creationId xmlns:a16="http://schemas.microsoft.com/office/drawing/2014/main" id="{ACDEF866-AAEB-4641-92D7-A1E8B17BFD30}"/>
              </a:ext>
            </a:extLst>
          </p:cNvPr>
          <p:cNvSpPr>
            <a:spLocks noChangeAspect="1" noChangeShapeType="1"/>
          </p:cNvSpPr>
          <p:nvPr/>
        </p:nvSpPr>
        <p:spPr bwMode="auto">
          <a:xfrm>
            <a:off x="53213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5467" name="Group 6">
            <a:extLst>
              <a:ext uri="{FF2B5EF4-FFF2-40B4-BE49-F238E27FC236}">
                <a16:creationId xmlns:a16="http://schemas.microsoft.com/office/drawing/2014/main" id="{3A69BE4E-B986-49E7-A2CA-ABA238702563}"/>
              </a:ext>
            </a:extLst>
          </p:cNvPr>
          <p:cNvGrpSpPr>
            <a:grpSpLocks/>
          </p:cNvGrpSpPr>
          <p:nvPr/>
        </p:nvGrpSpPr>
        <p:grpSpPr bwMode="auto">
          <a:xfrm>
            <a:off x="1420813" y="5584825"/>
            <a:ext cx="5962650" cy="250825"/>
            <a:chOff x="1420343" y="5585484"/>
            <a:chExt cx="5963047" cy="250166"/>
          </a:xfrm>
        </p:grpSpPr>
        <p:sp>
          <p:nvSpPr>
            <p:cNvPr id="145469" name="Rectangle 41">
              <a:extLst>
                <a:ext uri="{FF2B5EF4-FFF2-40B4-BE49-F238E27FC236}">
                  <a16:creationId xmlns:a16="http://schemas.microsoft.com/office/drawing/2014/main" id="{9E7BA478-4A22-4D6B-9707-2581CBCB19D6}"/>
                </a:ext>
              </a:extLst>
            </p:cNvPr>
            <p:cNvSpPr>
              <a:spLocks noChangeArrowheads="1"/>
            </p:cNvSpPr>
            <p:nvPr/>
          </p:nvSpPr>
          <p:spPr bwMode="auto">
            <a:xfrm>
              <a:off x="7006682" y="5588132"/>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0" name="Rectangle 41">
              <a:extLst>
                <a:ext uri="{FF2B5EF4-FFF2-40B4-BE49-F238E27FC236}">
                  <a16:creationId xmlns:a16="http://schemas.microsoft.com/office/drawing/2014/main" id="{C07BCD44-1BF6-4ECA-BF06-355C93C2E2B0}"/>
                </a:ext>
              </a:extLst>
            </p:cNvPr>
            <p:cNvSpPr>
              <a:spLocks noChangeArrowheads="1"/>
            </p:cNvSpPr>
            <p:nvPr/>
          </p:nvSpPr>
          <p:spPr bwMode="auto">
            <a:xfrm>
              <a:off x="1420343" y="5585484"/>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1" name="Rectangle 41">
              <a:extLst>
                <a:ext uri="{FF2B5EF4-FFF2-40B4-BE49-F238E27FC236}">
                  <a16:creationId xmlns:a16="http://schemas.microsoft.com/office/drawing/2014/main" id="{0623CE02-9D71-4380-B13A-98402D5B91EC}"/>
                </a:ext>
              </a:extLst>
            </p:cNvPr>
            <p:cNvSpPr>
              <a:spLocks noChangeArrowheads="1"/>
            </p:cNvSpPr>
            <p:nvPr/>
          </p:nvSpPr>
          <p:spPr bwMode="auto">
            <a:xfrm>
              <a:off x="3316156"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472" name="Rectangle 41">
              <a:extLst>
                <a:ext uri="{FF2B5EF4-FFF2-40B4-BE49-F238E27FC236}">
                  <a16:creationId xmlns:a16="http://schemas.microsoft.com/office/drawing/2014/main" id="{4C2AA448-7358-4FB5-9106-839C38C4EC6F}"/>
                </a:ext>
              </a:extLst>
            </p:cNvPr>
            <p:cNvSpPr>
              <a:spLocks noChangeArrowheads="1"/>
            </p:cNvSpPr>
            <p:nvPr/>
          </p:nvSpPr>
          <p:spPr bwMode="auto">
            <a:xfrm>
              <a:off x="5160731"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5468" name="Freeform 68">
            <a:extLst>
              <a:ext uri="{FF2B5EF4-FFF2-40B4-BE49-F238E27FC236}">
                <a16:creationId xmlns:a16="http://schemas.microsoft.com/office/drawing/2014/main" id="{5396B17E-C9B4-4EDD-8B60-C1143C355EE8}"/>
              </a:ext>
            </a:extLst>
          </p:cNvPr>
          <p:cNvSpPr>
            <a:spLocks noChangeAspect="1"/>
          </p:cNvSpPr>
          <p:nvPr/>
        </p:nvSpPr>
        <p:spPr bwMode="auto">
          <a:xfrm>
            <a:off x="7067550" y="4225925"/>
            <a:ext cx="58738"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2" name="Picture 1">
            <a:extLst>
              <a:ext uri="{FF2B5EF4-FFF2-40B4-BE49-F238E27FC236}">
                <a16:creationId xmlns:a16="http://schemas.microsoft.com/office/drawing/2014/main" id="{37DE5DF8-ADF6-42E2-9A10-F28ED05B49F4}"/>
              </a:ext>
            </a:extLst>
          </p:cNvPr>
          <p:cNvPicPr>
            <a:picLocks noChangeAspect="1"/>
          </p:cNvPicPr>
          <p:nvPr/>
        </p:nvPicPr>
        <p:blipFill>
          <a:blip r:embed="rId2"/>
          <a:stretch>
            <a:fillRect/>
          </a:stretch>
        </p:blipFill>
        <p:spPr>
          <a:xfrm>
            <a:off x="0" y="685800"/>
            <a:ext cx="9144000" cy="401143"/>
          </a:xfrm>
          <a:prstGeom prst="rect">
            <a:avLst/>
          </a:prstGeom>
          <a:ln>
            <a:solidFill>
              <a:srgbClr val="FF0000"/>
            </a:solidFill>
          </a:ln>
        </p:spPr>
      </p:pic>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3" name="Line 294">
            <a:extLst>
              <a:ext uri="{FF2B5EF4-FFF2-40B4-BE49-F238E27FC236}">
                <a16:creationId xmlns:a16="http://schemas.microsoft.com/office/drawing/2014/main" id="{D9C24DF3-0C1D-42A6-A1B9-A1EE28F166A6}"/>
              </a:ext>
            </a:extLst>
          </p:cNvPr>
          <p:cNvSpPr>
            <a:spLocks noChangeAspect="1" noChangeShapeType="1"/>
          </p:cNvSpPr>
          <p:nvPr/>
        </p:nvSpPr>
        <p:spPr bwMode="auto">
          <a:xfrm>
            <a:off x="7091363" y="3840163"/>
            <a:ext cx="0" cy="4127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34" name="Line 294">
            <a:extLst>
              <a:ext uri="{FF2B5EF4-FFF2-40B4-BE49-F238E27FC236}">
                <a16:creationId xmlns:a16="http://schemas.microsoft.com/office/drawing/2014/main" id="{89B81D3C-3579-42C0-9672-9B60F45E8D98}"/>
              </a:ext>
            </a:extLst>
          </p:cNvPr>
          <p:cNvSpPr>
            <a:spLocks noChangeAspect="1" noChangeShapeType="1"/>
          </p:cNvSpPr>
          <p:nvPr/>
        </p:nvSpPr>
        <p:spPr bwMode="auto">
          <a:xfrm>
            <a:off x="1511300" y="4041775"/>
            <a:ext cx="0" cy="21272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35" name="Freeform 4">
            <a:extLst>
              <a:ext uri="{FF2B5EF4-FFF2-40B4-BE49-F238E27FC236}">
                <a16:creationId xmlns:a16="http://schemas.microsoft.com/office/drawing/2014/main" id="{5F697D13-E313-46C0-9707-F98CA75137CA}"/>
              </a:ext>
            </a:extLst>
          </p:cNvPr>
          <p:cNvSpPr>
            <a:spLocks/>
          </p:cNvSpPr>
          <p:nvPr/>
        </p:nvSpPr>
        <p:spPr bwMode="auto">
          <a:xfrm>
            <a:off x="6530975" y="3948113"/>
            <a:ext cx="827088" cy="98425"/>
          </a:xfrm>
          <a:custGeom>
            <a:avLst/>
            <a:gdLst>
              <a:gd name="T0" fmla="*/ 827674 w 12503"/>
              <a:gd name="T1" fmla="*/ 98593 h 10000"/>
              <a:gd name="T2" fmla="*/ 451404 w 12503"/>
              <a:gd name="T3" fmla="*/ 98593 h 10000"/>
              <a:gd name="T4" fmla="*/ 451404 w 12503"/>
              <a:gd name="T5" fmla="*/ 0 h 10000"/>
              <a:gd name="T6" fmla="*/ 0 w 12503"/>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03" h="10000">
                <a:moveTo>
                  <a:pt x="12503"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36" name="Freeform 4">
            <a:extLst>
              <a:ext uri="{FF2B5EF4-FFF2-40B4-BE49-F238E27FC236}">
                <a16:creationId xmlns:a16="http://schemas.microsoft.com/office/drawing/2014/main" id="{C44EEFC9-B688-48E1-94C3-BDAB90FCE221}"/>
              </a:ext>
            </a:extLst>
          </p:cNvPr>
          <p:cNvSpPr>
            <a:spLocks/>
          </p:cNvSpPr>
          <p:nvPr/>
        </p:nvSpPr>
        <p:spPr bwMode="auto">
          <a:xfrm>
            <a:off x="4664075" y="3946525"/>
            <a:ext cx="833438" cy="100013"/>
          </a:xfrm>
          <a:custGeom>
            <a:avLst/>
            <a:gdLst>
              <a:gd name="T0" fmla="*/ 833830 w 12596"/>
              <a:gd name="T1" fmla="*/ 100316 h 10000"/>
              <a:gd name="T2" fmla="*/ 451404 w 12596"/>
              <a:gd name="T3" fmla="*/ 100316 h 10000"/>
              <a:gd name="T4" fmla="*/ 451404 w 12596"/>
              <a:gd name="T5" fmla="*/ 0 h 10000"/>
              <a:gd name="T6" fmla="*/ 0 w 12596"/>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6" h="10000">
                <a:moveTo>
                  <a:pt x="12596"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37" name="Freeform 4">
            <a:extLst>
              <a:ext uri="{FF2B5EF4-FFF2-40B4-BE49-F238E27FC236}">
                <a16:creationId xmlns:a16="http://schemas.microsoft.com/office/drawing/2014/main" id="{0EB704A2-8FEE-4FA4-9C8B-310388FFC948}"/>
              </a:ext>
            </a:extLst>
          </p:cNvPr>
          <p:cNvSpPr>
            <a:spLocks/>
          </p:cNvSpPr>
          <p:nvPr/>
        </p:nvSpPr>
        <p:spPr bwMode="auto">
          <a:xfrm>
            <a:off x="2801938" y="3952875"/>
            <a:ext cx="839787" cy="93663"/>
          </a:xfrm>
          <a:custGeom>
            <a:avLst/>
            <a:gdLst>
              <a:gd name="T0" fmla="*/ 839920 w 12688"/>
              <a:gd name="T1" fmla="*/ 93831 h 10000"/>
              <a:gd name="T2" fmla="*/ 451404 w 12688"/>
              <a:gd name="T3" fmla="*/ 93831 h 10000"/>
              <a:gd name="T4" fmla="*/ 451404 w 12688"/>
              <a:gd name="T5" fmla="*/ 0 h 10000"/>
              <a:gd name="T6" fmla="*/ 0 w 12688"/>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688" h="10000">
                <a:moveTo>
                  <a:pt x="12688"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38" name="Title 1">
            <a:extLst>
              <a:ext uri="{FF2B5EF4-FFF2-40B4-BE49-F238E27FC236}">
                <a16:creationId xmlns:a16="http://schemas.microsoft.com/office/drawing/2014/main" id="{48A933F1-6483-4D34-85CD-8E0994535BED}"/>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6439" name="Rectangle 11">
            <a:extLst>
              <a:ext uri="{FF2B5EF4-FFF2-40B4-BE49-F238E27FC236}">
                <a16:creationId xmlns:a16="http://schemas.microsoft.com/office/drawing/2014/main" id="{9E08E2D5-75B7-4DC5-9040-DAD281D17F0A}"/>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0" name="Line 290">
            <a:extLst>
              <a:ext uri="{FF2B5EF4-FFF2-40B4-BE49-F238E27FC236}">
                <a16:creationId xmlns:a16="http://schemas.microsoft.com/office/drawing/2014/main" id="{04A4CEF8-B466-4263-99A8-D7EBAFF327B8}"/>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1" name="Line 294">
            <a:extLst>
              <a:ext uri="{FF2B5EF4-FFF2-40B4-BE49-F238E27FC236}">
                <a16:creationId xmlns:a16="http://schemas.microsoft.com/office/drawing/2014/main" id="{8D380C78-AE0B-4C63-9F61-8378D8C38F9C}"/>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2" name="Freeform 68">
            <a:extLst>
              <a:ext uri="{FF2B5EF4-FFF2-40B4-BE49-F238E27FC236}">
                <a16:creationId xmlns:a16="http://schemas.microsoft.com/office/drawing/2014/main" id="{750C635A-0CB4-421F-8138-9D480EFB53A8}"/>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3" name="Line 294">
            <a:extLst>
              <a:ext uri="{FF2B5EF4-FFF2-40B4-BE49-F238E27FC236}">
                <a16:creationId xmlns:a16="http://schemas.microsoft.com/office/drawing/2014/main" id="{630A5C91-FB13-4FF3-A14E-8F5F7994E075}"/>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4" name="Freeform 68">
            <a:extLst>
              <a:ext uri="{FF2B5EF4-FFF2-40B4-BE49-F238E27FC236}">
                <a16:creationId xmlns:a16="http://schemas.microsoft.com/office/drawing/2014/main" id="{071FB5FD-FF85-4473-A834-64B2E1E02D4F}"/>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5" name="Line 294">
            <a:extLst>
              <a:ext uri="{FF2B5EF4-FFF2-40B4-BE49-F238E27FC236}">
                <a16:creationId xmlns:a16="http://schemas.microsoft.com/office/drawing/2014/main" id="{4065BA3D-4FD1-4FF9-B59E-77A0594B4D73}"/>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6" name="Freeform 68">
            <a:extLst>
              <a:ext uri="{FF2B5EF4-FFF2-40B4-BE49-F238E27FC236}">
                <a16:creationId xmlns:a16="http://schemas.microsoft.com/office/drawing/2014/main" id="{43C94C0B-7FE6-43E2-BE50-BB75A9FF924B}"/>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47" name="Line 294">
            <a:extLst>
              <a:ext uri="{FF2B5EF4-FFF2-40B4-BE49-F238E27FC236}">
                <a16:creationId xmlns:a16="http://schemas.microsoft.com/office/drawing/2014/main" id="{8B2AA8E4-6912-46DF-904A-0B7D7E4C4166}"/>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6448" name="Group 146">
            <a:extLst>
              <a:ext uri="{FF2B5EF4-FFF2-40B4-BE49-F238E27FC236}">
                <a16:creationId xmlns:a16="http://schemas.microsoft.com/office/drawing/2014/main" id="{D8EFC42C-52AF-49BE-A07A-80ED653CE2C3}"/>
              </a:ext>
            </a:extLst>
          </p:cNvPr>
          <p:cNvGrpSpPr>
            <a:grpSpLocks/>
          </p:cNvGrpSpPr>
          <p:nvPr/>
        </p:nvGrpSpPr>
        <p:grpSpPr bwMode="auto">
          <a:xfrm>
            <a:off x="3287713" y="3146425"/>
            <a:ext cx="876300" cy="1250950"/>
            <a:chOff x="5235926" y="4609668"/>
            <a:chExt cx="1167078" cy="1667308"/>
          </a:xfrm>
        </p:grpSpPr>
        <p:sp>
          <p:nvSpPr>
            <p:cNvPr id="146561" name="Line 4">
              <a:extLst>
                <a:ext uri="{FF2B5EF4-FFF2-40B4-BE49-F238E27FC236}">
                  <a16:creationId xmlns:a16="http://schemas.microsoft.com/office/drawing/2014/main" id="{F097F5A8-EDC1-4AB2-9C70-4810777741A8}"/>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2" name="Line 5">
              <a:extLst>
                <a:ext uri="{FF2B5EF4-FFF2-40B4-BE49-F238E27FC236}">
                  <a16:creationId xmlns:a16="http://schemas.microsoft.com/office/drawing/2014/main" id="{91D595A2-097B-4E5C-AAB1-5A1062F1A038}"/>
                </a:ext>
              </a:extLst>
            </p:cNvPr>
            <p:cNvSpPr>
              <a:spLocks noChangeAspect="1" noChangeShapeType="1"/>
            </p:cNvSpPr>
            <p:nvPr/>
          </p:nvSpPr>
          <p:spPr bwMode="auto">
            <a:xfrm>
              <a:off x="5235926" y="5546862"/>
              <a:ext cx="458681"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3" name="Line 6">
              <a:extLst>
                <a:ext uri="{FF2B5EF4-FFF2-40B4-BE49-F238E27FC236}">
                  <a16:creationId xmlns:a16="http://schemas.microsoft.com/office/drawing/2014/main" id="{B9F243FD-DC34-4926-961D-C10544B1E36E}"/>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4" name="Freeform 7">
              <a:extLst>
                <a:ext uri="{FF2B5EF4-FFF2-40B4-BE49-F238E27FC236}">
                  <a16:creationId xmlns:a16="http://schemas.microsoft.com/office/drawing/2014/main" id="{9C3B2939-E89D-4232-BCB3-31DA156147B6}"/>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5" name="Line 21">
              <a:extLst>
                <a:ext uri="{FF2B5EF4-FFF2-40B4-BE49-F238E27FC236}">
                  <a16:creationId xmlns:a16="http://schemas.microsoft.com/office/drawing/2014/main" id="{6975E6C3-57EE-452B-B31C-35391D35910A}"/>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236" y="5180954"/>
              <a:ext cx="224113"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6567" name="Line 101">
              <a:extLst>
                <a:ext uri="{FF2B5EF4-FFF2-40B4-BE49-F238E27FC236}">
                  <a16:creationId xmlns:a16="http://schemas.microsoft.com/office/drawing/2014/main" id="{BD08D544-5414-4C0C-890F-B57E1808F2A1}"/>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8" name="Line 101">
              <a:extLst>
                <a:ext uri="{FF2B5EF4-FFF2-40B4-BE49-F238E27FC236}">
                  <a16:creationId xmlns:a16="http://schemas.microsoft.com/office/drawing/2014/main" id="{4A854554-3C78-4009-84DC-D1339FE1A20F}"/>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49" name="Group 174">
            <a:extLst>
              <a:ext uri="{FF2B5EF4-FFF2-40B4-BE49-F238E27FC236}">
                <a16:creationId xmlns:a16="http://schemas.microsoft.com/office/drawing/2014/main" id="{64E10639-3168-4262-BD37-4BF977D58E7E}"/>
              </a:ext>
            </a:extLst>
          </p:cNvPr>
          <p:cNvGrpSpPr>
            <a:grpSpLocks/>
          </p:cNvGrpSpPr>
          <p:nvPr/>
        </p:nvGrpSpPr>
        <p:grpSpPr bwMode="auto">
          <a:xfrm>
            <a:off x="5197475" y="3146425"/>
            <a:ext cx="833438" cy="1250950"/>
            <a:chOff x="5291360" y="4609668"/>
            <a:chExt cx="1111644" cy="1667308"/>
          </a:xfrm>
        </p:grpSpPr>
        <p:sp>
          <p:nvSpPr>
            <p:cNvPr id="146553" name="Line 4">
              <a:extLst>
                <a:ext uri="{FF2B5EF4-FFF2-40B4-BE49-F238E27FC236}">
                  <a16:creationId xmlns:a16="http://schemas.microsoft.com/office/drawing/2014/main" id="{A87C67FD-3C49-44E6-BEE5-7441D1A09B04}"/>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54" name="Line 5">
              <a:extLst>
                <a:ext uri="{FF2B5EF4-FFF2-40B4-BE49-F238E27FC236}">
                  <a16:creationId xmlns:a16="http://schemas.microsoft.com/office/drawing/2014/main" id="{02639958-22E9-40A3-9DC6-87144D4E8EC3}"/>
                </a:ext>
              </a:extLst>
            </p:cNvPr>
            <p:cNvSpPr>
              <a:spLocks noChangeAspect="1" noChangeShapeType="1"/>
            </p:cNvSpPr>
            <p:nvPr/>
          </p:nvSpPr>
          <p:spPr bwMode="auto">
            <a:xfrm>
              <a:off x="5291360" y="5546862"/>
              <a:ext cx="40324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55" name="Line 6">
              <a:extLst>
                <a:ext uri="{FF2B5EF4-FFF2-40B4-BE49-F238E27FC236}">
                  <a16:creationId xmlns:a16="http://schemas.microsoft.com/office/drawing/2014/main" id="{A087B829-A9CB-4488-ACFE-462479D4713C}"/>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56" name="Freeform 7">
              <a:extLst>
                <a:ext uri="{FF2B5EF4-FFF2-40B4-BE49-F238E27FC236}">
                  <a16:creationId xmlns:a16="http://schemas.microsoft.com/office/drawing/2014/main" id="{933F42BD-4F53-4898-A777-51E7F9425A26}"/>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57" name="Line 21">
              <a:extLst>
                <a:ext uri="{FF2B5EF4-FFF2-40B4-BE49-F238E27FC236}">
                  <a16:creationId xmlns:a16="http://schemas.microsoft.com/office/drawing/2014/main" id="{3907DDFF-7ACA-4CAC-8661-3700FDA2A2AF}"/>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370" y="5180954"/>
              <a:ext cx="224446" cy="1015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6559" name="Line 101">
              <a:extLst>
                <a:ext uri="{FF2B5EF4-FFF2-40B4-BE49-F238E27FC236}">
                  <a16:creationId xmlns:a16="http://schemas.microsoft.com/office/drawing/2014/main" id="{ABD896B5-3E1C-490B-80B5-8A2D32C1D00B}"/>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60" name="Line 101">
              <a:extLst>
                <a:ext uri="{FF2B5EF4-FFF2-40B4-BE49-F238E27FC236}">
                  <a16:creationId xmlns:a16="http://schemas.microsoft.com/office/drawing/2014/main" id="{05C31968-A81C-442D-9D18-06A02429F313}"/>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0" name="Group 202">
            <a:extLst>
              <a:ext uri="{FF2B5EF4-FFF2-40B4-BE49-F238E27FC236}">
                <a16:creationId xmlns:a16="http://schemas.microsoft.com/office/drawing/2014/main" id="{B3F31D8E-7110-4D75-9F04-83526A3C8BA3}"/>
              </a:ext>
            </a:extLst>
          </p:cNvPr>
          <p:cNvGrpSpPr>
            <a:grpSpLocks/>
          </p:cNvGrpSpPr>
          <p:nvPr/>
        </p:nvGrpSpPr>
        <p:grpSpPr bwMode="auto">
          <a:xfrm>
            <a:off x="7081838" y="3144838"/>
            <a:ext cx="804862" cy="1249362"/>
            <a:chOff x="5330909" y="4609668"/>
            <a:chExt cx="1072095" cy="1667308"/>
          </a:xfrm>
        </p:grpSpPr>
        <p:sp>
          <p:nvSpPr>
            <p:cNvPr id="146545" name="Line 4">
              <a:extLst>
                <a:ext uri="{FF2B5EF4-FFF2-40B4-BE49-F238E27FC236}">
                  <a16:creationId xmlns:a16="http://schemas.microsoft.com/office/drawing/2014/main" id="{0E23E8AE-B1B3-4EBF-A6C3-7618B18818E7}"/>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6" name="Line 5">
              <a:extLst>
                <a:ext uri="{FF2B5EF4-FFF2-40B4-BE49-F238E27FC236}">
                  <a16:creationId xmlns:a16="http://schemas.microsoft.com/office/drawing/2014/main" id="{F2B552A1-92E3-44FD-9632-D872571B2996}"/>
                </a:ext>
              </a:extLst>
            </p:cNvPr>
            <p:cNvSpPr>
              <a:spLocks noChangeAspect="1" noChangeShapeType="1"/>
            </p:cNvSpPr>
            <p:nvPr/>
          </p:nvSpPr>
          <p:spPr bwMode="auto">
            <a:xfrm>
              <a:off x="5330909" y="5546863"/>
              <a:ext cx="36369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7" name="Line 6">
              <a:extLst>
                <a:ext uri="{FF2B5EF4-FFF2-40B4-BE49-F238E27FC236}">
                  <a16:creationId xmlns:a16="http://schemas.microsoft.com/office/drawing/2014/main" id="{5BFA7821-7324-4623-B255-9049C4AC087D}"/>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8" name="Freeform 7">
              <a:extLst>
                <a:ext uri="{FF2B5EF4-FFF2-40B4-BE49-F238E27FC236}">
                  <a16:creationId xmlns:a16="http://schemas.microsoft.com/office/drawing/2014/main" id="{E56F49B1-25A1-4166-923C-6F5D748D7D24}"/>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9" name="Line 21">
              <a:extLst>
                <a:ext uri="{FF2B5EF4-FFF2-40B4-BE49-F238E27FC236}">
                  <a16:creationId xmlns:a16="http://schemas.microsoft.com/office/drawing/2014/main" id="{4FD7F48A-DAA1-49CA-9D85-EC3FDABF6E10}"/>
                </a:ext>
              </a:extLst>
            </p:cNvPr>
            <p:cNvSpPr>
              <a:spLocks noChangeAspect="1" noChangeShapeType="1"/>
            </p:cNvSpPr>
            <p:nvPr/>
          </p:nvSpPr>
          <p:spPr bwMode="auto">
            <a:xfrm>
              <a:off x="5347272" y="6089008"/>
              <a:ext cx="347335"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139" y="5179561"/>
              <a:ext cx="224146" cy="1016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6551" name="Line 101">
              <a:extLst>
                <a:ext uri="{FF2B5EF4-FFF2-40B4-BE49-F238E27FC236}">
                  <a16:creationId xmlns:a16="http://schemas.microsoft.com/office/drawing/2014/main" id="{03EF38DC-EB15-4074-A991-40B0909F1D4B}"/>
                </a:ext>
              </a:extLst>
            </p:cNvPr>
            <p:cNvSpPr>
              <a:spLocks noChangeShapeType="1"/>
            </p:cNvSpPr>
            <p:nvPr/>
          </p:nvSpPr>
          <p:spPr bwMode="auto">
            <a:xfrm flipH="1">
              <a:off x="5833353" y="4609668"/>
              <a:ext cx="1501" cy="5212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52" name="Line 101">
              <a:extLst>
                <a:ext uri="{FF2B5EF4-FFF2-40B4-BE49-F238E27FC236}">
                  <a16:creationId xmlns:a16="http://schemas.microsoft.com/office/drawing/2014/main" id="{2E6C0218-A6E1-4134-9E90-5905B6793F41}"/>
                </a:ext>
              </a:extLst>
            </p:cNvPr>
            <p:cNvSpPr>
              <a:spLocks noChangeShapeType="1"/>
            </p:cNvSpPr>
            <p:nvPr/>
          </p:nvSpPr>
          <p:spPr bwMode="auto">
            <a:xfrm flipH="1">
              <a:off x="5961093" y="4612319"/>
              <a:ext cx="1645" cy="598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1" name="Group 5">
            <a:extLst>
              <a:ext uri="{FF2B5EF4-FFF2-40B4-BE49-F238E27FC236}">
                <a16:creationId xmlns:a16="http://schemas.microsoft.com/office/drawing/2014/main" id="{8DED8BF3-1A6B-4A0D-9AB8-93FD425BD3A9}"/>
              </a:ext>
            </a:extLst>
          </p:cNvPr>
          <p:cNvGrpSpPr>
            <a:grpSpLocks/>
          </p:cNvGrpSpPr>
          <p:nvPr/>
        </p:nvGrpSpPr>
        <p:grpSpPr bwMode="auto">
          <a:xfrm>
            <a:off x="1416050" y="3146425"/>
            <a:ext cx="885825" cy="1250950"/>
            <a:chOff x="1416588" y="3146351"/>
            <a:chExt cx="885863" cy="1250498"/>
          </a:xfrm>
        </p:grpSpPr>
        <p:sp>
          <p:nvSpPr>
            <p:cNvPr id="146536" name="Line 6">
              <a:extLst>
                <a:ext uri="{FF2B5EF4-FFF2-40B4-BE49-F238E27FC236}">
                  <a16:creationId xmlns:a16="http://schemas.microsoft.com/office/drawing/2014/main" id="{6D4F8C9E-0E64-4C82-AA4D-3B947026F84E}"/>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37" name="Freeform 7">
              <a:extLst>
                <a:ext uri="{FF2B5EF4-FFF2-40B4-BE49-F238E27FC236}">
                  <a16:creationId xmlns:a16="http://schemas.microsoft.com/office/drawing/2014/main" id="{E0CC4F97-FEA6-4A71-B0F5-1F2248D006B4}"/>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38" name="Line 20">
              <a:extLst>
                <a:ext uri="{FF2B5EF4-FFF2-40B4-BE49-F238E27FC236}">
                  <a16:creationId xmlns:a16="http://schemas.microsoft.com/office/drawing/2014/main" id="{7F405102-167A-42BE-826A-EFD9DD8F7B63}"/>
                </a:ext>
              </a:extLst>
            </p:cNvPr>
            <p:cNvSpPr>
              <a:spLocks noChangeAspect="1" noChangeShapeType="1"/>
            </p:cNvSpPr>
            <p:nvPr/>
          </p:nvSpPr>
          <p:spPr bwMode="auto">
            <a:xfrm>
              <a:off x="1497408" y="4046332"/>
              <a:ext cx="269306" cy="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39" name="Line 21">
              <a:extLst>
                <a:ext uri="{FF2B5EF4-FFF2-40B4-BE49-F238E27FC236}">
                  <a16:creationId xmlns:a16="http://schemas.microsoft.com/office/drawing/2014/main" id="{F49A2A6D-2A4D-4887-97C0-AF00C8010D46}"/>
                </a:ext>
              </a:extLst>
            </p:cNvPr>
            <p:cNvSpPr>
              <a:spLocks noChangeAspect="1" noChangeShapeType="1"/>
            </p:cNvSpPr>
            <p:nvPr/>
          </p:nvSpPr>
          <p:spPr bwMode="auto">
            <a:xfrm>
              <a:off x="1509681" y="4255871"/>
              <a:ext cx="261469"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7130" y="3574821"/>
              <a:ext cx="168282" cy="76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6541" name="Line 101">
              <a:extLst>
                <a:ext uri="{FF2B5EF4-FFF2-40B4-BE49-F238E27FC236}">
                  <a16:creationId xmlns:a16="http://schemas.microsoft.com/office/drawing/2014/main" id="{7E532783-0DE0-414B-BC37-18F37A5F0082}"/>
                </a:ext>
              </a:extLst>
            </p:cNvPr>
            <p:cNvSpPr>
              <a:spLocks noChangeShapeType="1"/>
            </p:cNvSpPr>
            <p:nvPr/>
          </p:nvSpPr>
          <p:spPr bwMode="auto">
            <a:xfrm flipH="1">
              <a:off x="1875210" y="3146351"/>
              <a:ext cx="1126" cy="3909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2" name="Line 101">
              <a:extLst>
                <a:ext uri="{FF2B5EF4-FFF2-40B4-BE49-F238E27FC236}">
                  <a16:creationId xmlns:a16="http://schemas.microsoft.com/office/drawing/2014/main" id="{D624B0B1-379C-49AB-8C53-B141C3523CFC}"/>
                </a:ext>
              </a:extLst>
            </p:cNvPr>
            <p:cNvSpPr>
              <a:spLocks noChangeShapeType="1"/>
            </p:cNvSpPr>
            <p:nvPr/>
          </p:nvSpPr>
          <p:spPr bwMode="auto">
            <a:xfrm flipH="1">
              <a:off x="1971016" y="3148339"/>
              <a:ext cx="1234" cy="4488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3" name="Line 4">
              <a:extLst>
                <a:ext uri="{FF2B5EF4-FFF2-40B4-BE49-F238E27FC236}">
                  <a16:creationId xmlns:a16="http://schemas.microsoft.com/office/drawing/2014/main" id="{0C83E833-0530-4AB2-B7DB-57CED495968B}"/>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44" name="Line 5">
              <a:extLst>
                <a:ext uri="{FF2B5EF4-FFF2-40B4-BE49-F238E27FC236}">
                  <a16:creationId xmlns:a16="http://schemas.microsoft.com/office/drawing/2014/main" id="{15E5A35B-C6A5-4957-A7AA-44CBBBB6AD6E}"/>
                </a:ext>
              </a:extLst>
            </p:cNvPr>
            <p:cNvSpPr>
              <a:spLocks noChangeAspect="1" noChangeShapeType="1"/>
            </p:cNvSpPr>
            <p:nvPr/>
          </p:nvSpPr>
          <p:spPr bwMode="auto">
            <a:xfrm>
              <a:off x="1416588" y="3849256"/>
              <a:ext cx="354562"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2" name="Group 2">
            <a:extLst>
              <a:ext uri="{FF2B5EF4-FFF2-40B4-BE49-F238E27FC236}">
                <a16:creationId xmlns:a16="http://schemas.microsoft.com/office/drawing/2014/main" id="{65D44B5E-B78A-408D-9995-8982A99D8996}"/>
              </a:ext>
            </a:extLst>
          </p:cNvPr>
          <p:cNvGrpSpPr>
            <a:grpSpLocks/>
          </p:cNvGrpSpPr>
          <p:nvPr/>
        </p:nvGrpSpPr>
        <p:grpSpPr bwMode="auto">
          <a:xfrm>
            <a:off x="3959225" y="3730625"/>
            <a:ext cx="923925" cy="801688"/>
            <a:chOff x="3959287" y="3730423"/>
            <a:chExt cx="924518" cy="801207"/>
          </a:xfrm>
        </p:grpSpPr>
        <p:sp>
          <p:nvSpPr>
            <p:cNvPr id="146528" name="Line 25">
              <a:extLst>
                <a:ext uri="{FF2B5EF4-FFF2-40B4-BE49-F238E27FC236}">
                  <a16:creationId xmlns:a16="http://schemas.microsoft.com/office/drawing/2014/main" id="{60810717-85E2-485E-AF02-97F483226839}"/>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29" name="Rectangle 4">
              <a:extLst>
                <a:ext uri="{FF2B5EF4-FFF2-40B4-BE49-F238E27FC236}">
                  <a16:creationId xmlns:a16="http://schemas.microsoft.com/office/drawing/2014/main" id="{D501FE8D-4163-479B-BE54-4F404549673B}"/>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32" name="Line 7">
              <a:extLst>
                <a:ext uri="{FF2B5EF4-FFF2-40B4-BE49-F238E27FC236}">
                  <a16:creationId xmlns:a16="http://schemas.microsoft.com/office/drawing/2014/main" id="{C2F29A2D-9F4F-4999-9CBA-82FD02FA3A3D}"/>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34" name="Freeform 36">
              <a:extLst>
                <a:ext uri="{FF2B5EF4-FFF2-40B4-BE49-F238E27FC236}">
                  <a16:creationId xmlns:a16="http://schemas.microsoft.com/office/drawing/2014/main" id="{4D9132EB-1449-47BA-8A81-10834C9F6A3F}"/>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35" name="Line 37">
              <a:extLst>
                <a:ext uri="{FF2B5EF4-FFF2-40B4-BE49-F238E27FC236}">
                  <a16:creationId xmlns:a16="http://schemas.microsoft.com/office/drawing/2014/main" id="{657F5C8C-15A4-4EE5-B9E0-48FC5397F285}"/>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3" name="Group 1">
            <a:extLst>
              <a:ext uri="{FF2B5EF4-FFF2-40B4-BE49-F238E27FC236}">
                <a16:creationId xmlns:a16="http://schemas.microsoft.com/office/drawing/2014/main" id="{F194BDAF-4BBE-4E61-BDCA-2AA704D1A03F}"/>
              </a:ext>
            </a:extLst>
          </p:cNvPr>
          <p:cNvGrpSpPr>
            <a:grpSpLocks/>
          </p:cNvGrpSpPr>
          <p:nvPr/>
        </p:nvGrpSpPr>
        <p:grpSpPr bwMode="auto">
          <a:xfrm>
            <a:off x="2098675" y="3730625"/>
            <a:ext cx="923925" cy="801688"/>
            <a:chOff x="2098202" y="3730423"/>
            <a:chExt cx="924518" cy="801207"/>
          </a:xfrm>
        </p:grpSpPr>
        <p:sp>
          <p:nvSpPr>
            <p:cNvPr id="146520" name="Line 25">
              <a:extLst>
                <a:ext uri="{FF2B5EF4-FFF2-40B4-BE49-F238E27FC236}">
                  <a16:creationId xmlns:a16="http://schemas.microsoft.com/office/drawing/2014/main" id="{180DC66C-38C7-4FAF-A18F-D1320B1A99B6}"/>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21" name="Rectangle 4">
              <a:extLst>
                <a:ext uri="{FF2B5EF4-FFF2-40B4-BE49-F238E27FC236}">
                  <a16:creationId xmlns:a16="http://schemas.microsoft.com/office/drawing/2014/main" id="{FE893059-7B73-4BE6-B60D-44FF80DE0500}"/>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24" name="Line 7">
              <a:extLst>
                <a:ext uri="{FF2B5EF4-FFF2-40B4-BE49-F238E27FC236}">
                  <a16:creationId xmlns:a16="http://schemas.microsoft.com/office/drawing/2014/main" id="{B26B0B9E-B86B-4CAB-B20A-17EA44D8EFE5}"/>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26" name="Freeform 36">
              <a:extLst>
                <a:ext uri="{FF2B5EF4-FFF2-40B4-BE49-F238E27FC236}">
                  <a16:creationId xmlns:a16="http://schemas.microsoft.com/office/drawing/2014/main" id="{ECEFA34E-59AD-492B-8AEA-4142E2F35FB8}"/>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27" name="Line 37">
              <a:extLst>
                <a:ext uri="{FF2B5EF4-FFF2-40B4-BE49-F238E27FC236}">
                  <a16:creationId xmlns:a16="http://schemas.microsoft.com/office/drawing/2014/main" id="{3DDF4DB6-0785-4CCF-A289-39D9DC08F808}"/>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4" name="Group 3">
            <a:extLst>
              <a:ext uri="{FF2B5EF4-FFF2-40B4-BE49-F238E27FC236}">
                <a16:creationId xmlns:a16="http://schemas.microsoft.com/office/drawing/2014/main" id="{D0A94C5B-AB6D-4528-9A51-BC64FD4BABA0}"/>
              </a:ext>
            </a:extLst>
          </p:cNvPr>
          <p:cNvGrpSpPr>
            <a:grpSpLocks/>
          </p:cNvGrpSpPr>
          <p:nvPr/>
        </p:nvGrpSpPr>
        <p:grpSpPr bwMode="auto">
          <a:xfrm>
            <a:off x="5826125" y="3730625"/>
            <a:ext cx="925513" cy="801688"/>
            <a:chOff x="5826819" y="3730423"/>
            <a:chExt cx="924518" cy="801207"/>
          </a:xfrm>
        </p:grpSpPr>
        <p:sp>
          <p:nvSpPr>
            <p:cNvPr id="146512" name="Line 25">
              <a:extLst>
                <a:ext uri="{FF2B5EF4-FFF2-40B4-BE49-F238E27FC236}">
                  <a16:creationId xmlns:a16="http://schemas.microsoft.com/office/drawing/2014/main" id="{064C6B8F-0F85-4796-A355-FB3FCDABE0AD}"/>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13" name="Rectangle 4">
              <a:extLst>
                <a:ext uri="{FF2B5EF4-FFF2-40B4-BE49-F238E27FC236}">
                  <a16:creationId xmlns:a16="http://schemas.microsoft.com/office/drawing/2014/main" id="{9BA4ED84-8E8D-4BED-944A-E467DC704919}"/>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16" name="Line 7">
              <a:extLst>
                <a:ext uri="{FF2B5EF4-FFF2-40B4-BE49-F238E27FC236}">
                  <a16:creationId xmlns:a16="http://schemas.microsoft.com/office/drawing/2014/main" id="{433DFC64-219B-49B1-B6B6-BE0AD93EC4A1}"/>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18" name="Freeform 36">
              <a:extLst>
                <a:ext uri="{FF2B5EF4-FFF2-40B4-BE49-F238E27FC236}">
                  <a16:creationId xmlns:a16="http://schemas.microsoft.com/office/drawing/2014/main" id="{30A93E70-8F77-4233-99ED-F9061BDE9888}"/>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19" name="Line 37">
              <a:extLst>
                <a:ext uri="{FF2B5EF4-FFF2-40B4-BE49-F238E27FC236}">
                  <a16:creationId xmlns:a16="http://schemas.microsoft.com/office/drawing/2014/main" id="{F559182E-CDDC-48B2-A3A3-EA898BCA416C}"/>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6455" name="Group 4">
            <a:extLst>
              <a:ext uri="{FF2B5EF4-FFF2-40B4-BE49-F238E27FC236}">
                <a16:creationId xmlns:a16="http://schemas.microsoft.com/office/drawing/2014/main" id="{7E8E0BD6-EBC8-40BE-9F88-50B22E9E4D84}"/>
              </a:ext>
            </a:extLst>
          </p:cNvPr>
          <p:cNvGrpSpPr>
            <a:grpSpLocks/>
          </p:cNvGrpSpPr>
          <p:nvPr/>
        </p:nvGrpSpPr>
        <p:grpSpPr bwMode="auto">
          <a:xfrm>
            <a:off x="7681913" y="3727450"/>
            <a:ext cx="923925" cy="801688"/>
            <a:chOff x="7681824" y="3728222"/>
            <a:chExt cx="924518" cy="801207"/>
          </a:xfrm>
        </p:grpSpPr>
        <p:sp>
          <p:nvSpPr>
            <p:cNvPr id="146503" name="Line 25">
              <a:extLst>
                <a:ext uri="{FF2B5EF4-FFF2-40B4-BE49-F238E27FC236}">
                  <a16:creationId xmlns:a16="http://schemas.microsoft.com/office/drawing/2014/main" id="{08B299E2-4BB6-4E60-A759-80E5E95EC164}"/>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04" name="Line 25">
              <a:extLst>
                <a:ext uri="{FF2B5EF4-FFF2-40B4-BE49-F238E27FC236}">
                  <a16:creationId xmlns:a16="http://schemas.microsoft.com/office/drawing/2014/main" id="{484A975B-33AE-4F5C-8589-3609D38F26ED}"/>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05" name="Rectangle 4">
              <a:extLst>
                <a:ext uri="{FF2B5EF4-FFF2-40B4-BE49-F238E27FC236}">
                  <a16:creationId xmlns:a16="http://schemas.microsoft.com/office/drawing/2014/main" id="{E934B8A2-E49C-4D4A-86C2-F5E8A1C4D7B7}"/>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08" name="Line 7">
              <a:extLst>
                <a:ext uri="{FF2B5EF4-FFF2-40B4-BE49-F238E27FC236}">
                  <a16:creationId xmlns:a16="http://schemas.microsoft.com/office/drawing/2014/main" id="{7C0D97B8-8629-474C-A384-5719E03F902B}"/>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6510" name="Freeform 36">
              <a:extLst>
                <a:ext uri="{FF2B5EF4-FFF2-40B4-BE49-F238E27FC236}">
                  <a16:creationId xmlns:a16="http://schemas.microsoft.com/office/drawing/2014/main" id="{0359ABA7-B4FB-453A-9CFD-612A93416838}"/>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11" name="Line 37">
              <a:extLst>
                <a:ext uri="{FF2B5EF4-FFF2-40B4-BE49-F238E27FC236}">
                  <a16:creationId xmlns:a16="http://schemas.microsoft.com/office/drawing/2014/main" id="{794260F8-6D4E-4764-996F-E50D367B16BB}"/>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6456" name="Line 294">
            <a:extLst>
              <a:ext uri="{FF2B5EF4-FFF2-40B4-BE49-F238E27FC236}">
                <a16:creationId xmlns:a16="http://schemas.microsoft.com/office/drawing/2014/main" id="{F298933A-E52C-4310-98E4-B7A28A13AB1A}"/>
              </a:ext>
            </a:extLst>
          </p:cNvPr>
          <p:cNvSpPr>
            <a:spLocks noChangeAspect="1" noChangeShapeType="1"/>
          </p:cNvSpPr>
          <p:nvPr/>
        </p:nvSpPr>
        <p:spPr bwMode="auto">
          <a:xfrm>
            <a:off x="292100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57" name="Line 290">
            <a:extLst>
              <a:ext uri="{FF2B5EF4-FFF2-40B4-BE49-F238E27FC236}">
                <a16:creationId xmlns:a16="http://schemas.microsoft.com/office/drawing/2014/main" id="{C5001AAF-C777-447D-9A8C-673EC38C12BE}"/>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58" name="Line 294">
            <a:extLst>
              <a:ext uri="{FF2B5EF4-FFF2-40B4-BE49-F238E27FC236}">
                <a16:creationId xmlns:a16="http://schemas.microsoft.com/office/drawing/2014/main" id="{40483DA7-E5F5-4B16-853F-6713BD476DF4}"/>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59" name="Freeform 68">
            <a:extLst>
              <a:ext uri="{FF2B5EF4-FFF2-40B4-BE49-F238E27FC236}">
                <a16:creationId xmlns:a16="http://schemas.microsoft.com/office/drawing/2014/main" id="{A956C438-39EA-4A24-82AB-875403B68AB2}"/>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0" name="Freeform 68">
            <a:extLst>
              <a:ext uri="{FF2B5EF4-FFF2-40B4-BE49-F238E27FC236}">
                <a16:creationId xmlns:a16="http://schemas.microsoft.com/office/drawing/2014/main" id="{21F2D189-46C1-4C0C-ABFC-98D97FA31688}"/>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1" name="Line 294">
            <a:extLst>
              <a:ext uri="{FF2B5EF4-FFF2-40B4-BE49-F238E27FC236}">
                <a16:creationId xmlns:a16="http://schemas.microsoft.com/office/drawing/2014/main" id="{75CD023D-1F63-4576-A907-3BD5655007E5}"/>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2" name="Line 290">
            <a:extLst>
              <a:ext uri="{FF2B5EF4-FFF2-40B4-BE49-F238E27FC236}">
                <a16:creationId xmlns:a16="http://schemas.microsoft.com/office/drawing/2014/main" id="{89E82EEA-89C4-4BB9-AB59-2306F7F3B523}"/>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3" name="Line 294">
            <a:extLst>
              <a:ext uri="{FF2B5EF4-FFF2-40B4-BE49-F238E27FC236}">
                <a16:creationId xmlns:a16="http://schemas.microsoft.com/office/drawing/2014/main" id="{74CA55D6-BC22-4CCE-9B1B-E205140EF0E9}"/>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4" name="Freeform 68">
            <a:extLst>
              <a:ext uri="{FF2B5EF4-FFF2-40B4-BE49-F238E27FC236}">
                <a16:creationId xmlns:a16="http://schemas.microsoft.com/office/drawing/2014/main" id="{60DD8653-61D1-4F6B-BFE0-19AF3BB5BEC7}"/>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5" name="Freeform 68">
            <a:extLst>
              <a:ext uri="{FF2B5EF4-FFF2-40B4-BE49-F238E27FC236}">
                <a16:creationId xmlns:a16="http://schemas.microsoft.com/office/drawing/2014/main" id="{9DD851E9-B553-493D-879C-079CA74D4E7E}"/>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6" name="Line 294">
            <a:extLst>
              <a:ext uri="{FF2B5EF4-FFF2-40B4-BE49-F238E27FC236}">
                <a16:creationId xmlns:a16="http://schemas.microsoft.com/office/drawing/2014/main" id="{9781BDBC-A517-4BDB-BC05-BCBEE916ACB9}"/>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7" name="Line 290">
            <a:extLst>
              <a:ext uri="{FF2B5EF4-FFF2-40B4-BE49-F238E27FC236}">
                <a16:creationId xmlns:a16="http://schemas.microsoft.com/office/drawing/2014/main" id="{CE825DE2-B67D-4646-9E6A-449AC4EBF24F}"/>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8" name="Line 294">
            <a:extLst>
              <a:ext uri="{FF2B5EF4-FFF2-40B4-BE49-F238E27FC236}">
                <a16:creationId xmlns:a16="http://schemas.microsoft.com/office/drawing/2014/main" id="{4E28D940-A5D1-4630-9B7B-AF00096ED86A}"/>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69" name="Freeform 68">
            <a:extLst>
              <a:ext uri="{FF2B5EF4-FFF2-40B4-BE49-F238E27FC236}">
                <a16:creationId xmlns:a16="http://schemas.microsoft.com/office/drawing/2014/main" id="{B2626170-35F5-4697-AA52-3A1B91F73448}"/>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0" name="Freeform 68">
            <a:extLst>
              <a:ext uri="{FF2B5EF4-FFF2-40B4-BE49-F238E27FC236}">
                <a16:creationId xmlns:a16="http://schemas.microsoft.com/office/drawing/2014/main" id="{E7F698DA-96B9-46AD-AF4E-515D4EF9E05A}"/>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1" name="Line 294">
            <a:extLst>
              <a:ext uri="{FF2B5EF4-FFF2-40B4-BE49-F238E27FC236}">
                <a16:creationId xmlns:a16="http://schemas.microsoft.com/office/drawing/2014/main" id="{F8D1F042-7216-4D0B-8AD8-F9D70C654003}"/>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2" name="Line 290">
            <a:extLst>
              <a:ext uri="{FF2B5EF4-FFF2-40B4-BE49-F238E27FC236}">
                <a16:creationId xmlns:a16="http://schemas.microsoft.com/office/drawing/2014/main" id="{444931CE-2870-42E4-9F0A-532399A12A5A}"/>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3" name="Line 294">
            <a:extLst>
              <a:ext uri="{FF2B5EF4-FFF2-40B4-BE49-F238E27FC236}">
                <a16:creationId xmlns:a16="http://schemas.microsoft.com/office/drawing/2014/main" id="{8256F3A2-C251-46AF-A62A-BEE4D0E656F8}"/>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4" name="Freeform 68">
            <a:extLst>
              <a:ext uri="{FF2B5EF4-FFF2-40B4-BE49-F238E27FC236}">
                <a16:creationId xmlns:a16="http://schemas.microsoft.com/office/drawing/2014/main" id="{BA137D2A-0607-452A-9FDB-021CAFD41DE5}"/>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5" name="Freeform 68">
            <a:extLst>
              <a:ext uri="{FF2B5EF4-FFF2-40B4-BE49-F238E27FC236}">
                <a16:creationId xmlns:a16="http://schemas.microsoft.com/office/drawing/2014/main" id="{49B3C511-8C0B-4BBD-98C5-7731347F8FDB}"/>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6476" name="Group 114">
            <a:extLst>
              <a:ext uri="{FF2B5EF4-FFF2-40B4-BE49-F238E27FC236}">
                <a16:creationId xmlns:a16="http://schemas.microsoft.com/office/drawing/2014/main" id="{3E221EB6-F86B-476A-AF22-BA6B8EF90EA6}"/>
              </a:ext>
            </a:extLst>
          </p:cNvPr>
          <p:cNvGrpSpPr>
            <a:grpSpLocks/>
          </p:cNvGrpSpPr>
          <p:nvPr/>
        </p:nvGrpSpPr>
        <p:grpSpPr bwMode="auto">
          <a:xfrm>
            <a:off x="2663825" y="1693863"/>
            <a:ext cx="6099175" cy="250825"/>
            <a:chOff x="2663261" y="1693863"/>
            <a:chExt cx="6099739" cy="250166"/>
          </a:xfrm>
        </p:grpSpPr>
        <p:sp>
          <p:nvSpPr>
            <p:cNvPr id="146499" name="Rectangle 41">
              <a:extLst>
                <a:ext uri="{FF2B5EF4-FFF2-40B4-BE49-F238E27FC236}">
                  <a16:creationId xmlns:a16="http://schemas.microsoft.com/office/drawing/2014/main" id="{C9507CF0-137A-45FC-8232-8764B2795F93}"/>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00" name="Rectangle 41">
              <a:extLst>
                <a:ext uri="{FF2B5EF4-FFF2-40B4-BE49-F238E27FC236}">
                  <a16:creationId xmlns:a16="http://schemas.microsoft.com/office/drawing/2014/main" id="{945FE18D-3067-4D9E-9AA8-8829350DA860}"/>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01" name="Rectangle 41">
              <a:extLst>
                <a:ext uri="{FF2B5EF4-FFF2-40B4-BE49-F238E27FC236}">
                  <a16:creationId xmlns:a16="http://schemas.microsoft.com/office/drawing/2014/main" id="{0D5169E1-5316-4581-8D37-3F27A658116B}"/>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502" name="Rectangle 41">
              <a:extLst>
                <a:ext uri="{FF2B5EF4-FFF2-40B4-BE49-F238E27FC236}">
                  <a16:creationId xmlns:a16="http://schemas.microsoft.com/office/drawing/2014/main" id="{B29A7421-1E9F-419B-9492-2EC25E83A42C}"/>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6477" name="Line 290">
            <a:extLst>
              <a:ext uri="{FF2B5EF4-FFF2-40B4-BE49-F238E27FC236}">
                <a16:creationId xmlns:a16="http://schemas.microsoft.com/office/drawing/2014/main" id="{2A3DA296-54E3-4837-8CD3-CE000CA39A3B}"/>
              </a:ext>
            </a:extLst>
          </p:cNvPr>
          <p:cNvSpPr>
            <a:spLocks noChangeAspect="1" noChangeShapeType="1"/>
          </p:cNvSpPr>
          <p:nvPr/>
        </p:nvSpPr>
        <p:spPr bwMode="auto">
          <a:xfrm>
            <a:off x="1420813" y="2728913"/>
            <a:ext cx="3375025"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8" name="Line 294">
            <a:extLst>
              <a:ext uri="{FF2B5EF4-FFF2-40B4-BE49-F238E27FC236}">
                <a16:creationId xmlns:a16="http://schemas.microsoft.com/office/drawing/2014/main" id="{A116C932-51EA-41B9-8258-B8B4687579B5}"/>
              </a:ext>
            </a:extLst>
          </p:cNvPr>
          <p:cNvSpPr>
            <a:spLocks noChangeAspect="1" noChangeShapeType="1"/>
          </p:cNvSpPr>
          <p:nvPr/>
        </p:nvSpPr>
        <p:spPr bwMode="auto">
          <a:xfrm>
            <a:off x="1425575" y="2735263"/>
            <a:ext cx="0" cy="11239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79" name="Freeform 68">
            <a:extLst>
              <a:ext uri="{FF2B5EF4-FFF2-40B4-BE49-F238E27FC236}">
                <a16:creationId xmlns:a16="http://schemas.microsoft.com/office/drawing/2014/main" id="{AAB779CC-BDF0-4DA1-A187-D585858D35F1}"/>
              </a:ext>
            </a:extLst>
          </p:cNvPr>
          <p:cNvSpPr>
            <a:spLocks noChangeAspect="1"/>
          </p:cNvSpPr>
          <p:nvPr/>
        </p:nvSpPr>
        <p:spPr bwMode="auto">
          <a:xfrm>
            <a:off x="4762500" y="27051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0" name="Line 290">
            <a:extLst>
              <a:ext uri="{FF2B5EF4-FFF2-40B4-BE49-F238E27FC236}">
                <a16:creationId xmlns:a16="http://schemas.microsoft.com/office/drawing/2014/main" id="{4F847BC6-80A8-4FAB-928C-812B0147E86F}"/>
              </a:ext>
            </a:extLst>
          </p:cNvPr>
          <p:cNvSpPr>
            <a:spLocks noChangeAspect="1" noChangeShapeType="1"/>
          </p:cNvSpPr>
          <p:nvPr/>
        </p:nvSpPr>
        <p:spPr bwMode="auto">
          <a:xfrm>
            <a:off x="3292475" y="2916238"/>
            <a:ext cx="3376613"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1" name="Line 294">
            <a:extLst>
              <a:ext uri="{FF2B5EF4-FFF2-40B4-BE49-F238E27FC236}">
                <a16:creationId xmlns:a16="http://schemas.microsoft.com/office/drawing/2014/main" id="{C64113E2-408A-4C40-B0C3-627486CDB992}"/>
              </a:ext>
            </a:extLst>
          </p:cNvPr>
          <p:cNvSpPr>
            <a:spLocks noChangeAspect="1" noChangeShapeType="1"/>
          </p:cNvSpPr>
          <p:nvPr/>
        </p:nvSpPr>
        <p:spPr bwMode="auto">
          <a:xfrm>
            <a:off x="3290888" y="2916238"/>
            <a:ext cx="0" cy="942975"/>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2" name="Freeform 68">
            <a:extLst>
              <a:ext uri="{FF2B5EF4-FFF2-40B4-BE49-F238E27FC236}">
                <a16:creationId xmlns:a16="http://schemas.microsoft.com/office/drawing/2014/main" id="{C849BC93-F428-4869-BB2F-E9D7285104AD}"/>
              </a:ext>
            </a:extLst>
          </p:cNvPr>
          <p:cNvSpPr>
            <a:spLocks noChangeAspect="1"/>
          </p:cNvSpPr>
          <p:nvPr/>
        </p:nvSpPr>
        <p:spPr bwMode="auto">
          <a:xfrm>
            <a:off x="6623050" y="28940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3" name="Line 290">
            <a:extLst>
              <a:ext uri="{FF2B5EF4-FFF2-40B4-BE49-F238E27FC236}">
                <a16:creationId xmlns:a16="http://schemas.microsoft.com/office/drawing/2014/main" id="{E8F01024-F06B-4655-9EBB-B19D125DE968}"/>
              </a:ext>
            </a:extLst>
          </p:cNvPr>
          <p:cNvSpPr>
            <a:spLocks noChangeAspect="1" noChangeShapeType="1"/>
          </p:cNvSpPr>
          <p:nvPr/>
        </p:nvSpPr>
        <p:spPr bwMode="auto">
          <a:xfrm>
            <a:off x="5202238" y="3081338"/>
            <a:ext cx="3316287"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4" name="Line 294">
            <a:extLst>
              <a:ext uri="{FF2B5EF4-FFF2-40B4-BE49-F238E27FC236}">
                <a16:creationId xmlns:a16="http://schemas.microsoft.com/office/drawing/2014/main" id="{E6F4A702-2D9E-49FD-99FB-21C9E1A06BED}"/>
              </a:ext>
            </a:extLst>
          </p:cNvPr>
          <p:cNvSpPr>
            <a:spLocks noChangeAspect="1" noChangeShapeType="1"/>
          </p:cNvSpPr>
          <p:nvPr/>
        </p:nvSpPr>
        <p:spPr bwMode="auto">
          <a:xfrm>
            <a:off x="5210175" y="3076575"/>
            <a:ext cx="0" cy="779463"/>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5" name="Freeform 68">
            <a:extLst>
              <a:ext uri="{FF2B5EF4-FFF2-40B4-BE49-F238E27FC236}">
                <a16:creationId xmlns:a16="http://schemas.microsoft.com/office/drawing/2014/main" id="{02606D58-3F39-4C33-ABE2-51DC86B697C8}"/>
              </a:ext>
            </a:extLst>
          </p:cNvPr>
          <p:cNvSpPr>
            <a:spLocks noChangeAspect="1"/>
          </p:cNvSpPr>
          <p:nvPr/>
        </p:nvSpPr>
        <p:spPr bwMode="auto">
          <a:xfrm>
            <a:off x="8478838" y="3052763"/>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6" name="Line 294">
            <a:extLst>
              <a:ext uri="{FF2B5EF4-FFF2-40B4-BE49-F238E27FC236}">
                <a16:creationId xmlns:a16="http://schemas.microsoft.com/office/drawing/2014/main" id="{5B5529B8-F19C-4746-8F8A-751A07B7F496}"/>
              </a:ext>
            </a:extLst>
          </p:cNvPr>
          <p:cNvSpPr>
            <a:spLocks noChangeAspect="1" noChangeShapeType="1"/>
          </p:cNvSpPr>
          <p:nvPr/>
        </p:nvSpPr>
        <p:spPr bwMode="auto">
          <a:xfrm>
            <a:off x="7097713" y="4259263"/>
            <a:ext cx="9525" cy="1208087"/>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7" name="Line 294">
            <a:extLst>
              <a:ext uri="{FF2B5EF4-FFF2-40B4-BE49-F238E27FC236}">
                <a16:creationId xmlns:a16="http://schemas.microsoft.com/office/drawing/2014/main" id="{0D909AD3-36FD-42CD-BA6D-E68852016C70}"/>
              </a:ext>
            </a:extLst>
          </p:cNvPr>
          <p:cNvSpPr>
            <a:spLocks noChangeAspect="1" noChangeShapeType="1"/>
          </p:cNvSpPr>
          <p:nvPr/>
        </p:nvSpPr>
        <p:spPr bwMode="auto">
          <a:xfrm>
            <a:off x="1509713" y="4244975"/>
            <a:ext cx="9525" cy="1228725"/>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8" name="Freeform 68">
            <a:extLst>
              <a:ext uri="{FF2B5EF4-FFF2-40B4-BE49-F238E27FC236}">
                <a16:creationId xmlns:a16="http://schemas.microsoft.com/office/drawing/2014/main" id="{2B6F47C3-7B65-44BB-94BE-C63BE503EC69}"/>
              </a:ext>
            </a:extLst>
          </p:cNvPr>
          <p:cNvSpPr>
            <a:spLocks noChangeAspect="1"/>
          </p:cNvSpPr>
          <p:nvPr/>
        </p:nvSpPr>
        <p:spPr bwMode="auto">
          <a:xfrm>
            <a:off x="1484313" y="422116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89" name="Line 294">
            <a:extLst>
              <a:ext uri="{FF2B5EF4-FFF2-40B4-BE49-F238E27FC236}">
                <a16:creationId xmlns:a16="http://schemas.microsoft.com/office/drawing/2014/main" id="{C0E6408D-6A65-4425-BF54-BFCD582CF079}"/>
              </a:ext>
            </a:extLst>
          </p:cNvPr>
          <p:cNvSpPr>
            <a:spLocks noChangeAspect="1" noChangeShapeType="1"/>
          </p:cNvSpPr>
          <p:nvPr/>
        </p:nvSpPr>
        <p:spPr bwMode="auto">
          <a:xfrm>
            <a:off x="34544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0" name="Line 294">
            <a:extLst>
              <a:ext uri="{FF2B5EF4-FFF2-40B4-BE49-F238E27FC236}">
                <a16:creationId xmlns:a16="http://schemas.microsoft.com/office/drawing/2014/main" id="{9DA7D4A7-AE7A-4EF9-B21C-6E764B9C4B3C}"/>
              </a:ext>
            </a:extLst>
          </p:cNvPr>
          <p:cNvSpPr>
            <a:spLocks noChangeAspect="1" noChangeShapeType="1"/>
          </p:cNvSpPr>
          <p:nvPr/>
        </p:nvSpPr>
        <p:spPr bwMode="auto">
          <a:xfrm>
            <a:off x="53213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6491" name="Group 6">
            <a:extLst>
              <a:ext uri="{FF2B5EF4-FFF2-40B4-BE49-F238E27FC236}">
                <a16:creationId xmlns:a16="http://schemas.microsoft.com/office/drawing/2014/main" id="{88E99028-6A4D-44C4-BDB9-8D54ABC09605}"/>
              </a:ext>
            </a:extLst>
          </p:cNvPr>
          <p:cNvGrpSpPr>
            <a:grpSpLocks/>
          </p:cNvGrpSpPr>
          <p:nvPr/>
        </p:nvGrpSpPr>
        <p:grpSpPr bwMode="auto">
          <a:xfrm>
            <a:off x="1420813" y="5584825"/>
            <a:ext cx="5962650" cy="250825"/>
            <a:chOff x="1420343" y="5585484"/>
            <a:chExt cx="5963047" cy="250166"/>
          </a:xfrm>
        </p:grpSpPr>
        <p:sp>
          <p:nvSpPr>
            <p:cNvPr id="146495" name="Rectangle 41">
              <a:extLst>
                <a:ext uri="{FF2B5EF4-FFF2-40B4-BE49-F238E27FC236}">
                  <a16:creationId xmlns:a16="http://schemas.microsoft.com/office/drawing/2014/main" id="{E54CE026-78FD-4D1A-8726-4F86A582A609}"/>
                </a:ext>
              </a:extLst>
            </p:cNvPr>
            <p:cNvSpPr>
              <a:spLocks noChangeArrowheads="1"/>
            </p:cNvSpPr>
            <p:nvPr/>
          </p:nvSpPr>
          <p:spPr bwMode="auto">
            <a:xfrm>
              <a:off x="7006682" y="5588132"/>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6" name="Rectangle 41">
              <a:extLst>
                <a:ext uri="{FF2B5EF4-FFF2-40B4-BE49-F238E27FC236}">
                  <a16:creationId xmlns:a16="http://schemas.microsoft.com/office/drawing/2014/main" id="{D223A05F-64F2-44F2-BE05-F6C085F834A5}"/>
                </a:ext>
              </a:extLst>
            </p:cNvPr>
            <p:cNvSpPr>
              <a:spLocks noChangeArrowheads="1"/>
            </p:cNvSpPr>
            <p:nvPr/>
          </p:nvSpPr>
          <p:spPr bwMode="auto">
            <a:xfrm>
              <a:off x="1420343" y="5585484"/>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7" name="Rectangle 41">
              <a:extLst>
                <a:ext uri="{FF2B5EF4-FFF2-40B4-BE49-F238E27FC236}">
                  <a16:creationId xmlns:a16="http://schemas.microsoft.com/office/drawing/2014/main" id="{0ADE5430-BAD6-40C9-A1DF-868ED9276640}"/>
                </a:ext>
              </a:extLst>
            </p:cNvPr>
            <p:cNvSpPr>
              <a:spLocks noChangeArrowheads="1"/>
            </p:cNvSpPr>
            <p:nvPr/>
          </p:nvSpPr>
          <p:spPr bwMode="auto">
            <a:xfrm>
              <a:off x="3316156"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8" name="Rectangle 41">
              <a:extLst>
                <a:ext uri="{FF2B5EF4-FFF2-40B4-BE49-F238E27FC236}">
                  <a16:creationId xmlns:a16="http://schemas.microsoft.com/office/drawing/2014/main" id="{D2EF9BAA-E482-4736-9A45-FC28AE18A0B1}"/>
                </a:ext>
              </a:extLst>
            </p:cNvPr>
            <p:cNvSpPr>
              <a:spLocks noChangeArrowheads="1"/>
            </p:cNvSpPr>
            <p:nvPr/>
          </p:nvSpPr>
          <p:spPr bwMode="auto">
            <a:xfrm>
              <a:off x="5160731"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6492" name="Freeform 68">
            <a:extLst>
              <a:ext uri="{FF2B5EF4-FFF2-40B4-BE49-F238E27FC236}">
                <a16:creationId xmlns:a16="http://schemas.microsoft.com/office/drawing/2014/main" id="{C5F2B8CF-0E67-4B88-A1E2-70D4DAEE7C1C}"/>
              </a:ext>
            </a:extLst>
          </p:cNvPr>
          <p:cNvSpPr>
            <a:spLocks noChangeAspect="1"/>
          </p:cNvSpPr>
          <p:nvPr/>
        </p:nvSpPr>
        <p:spPr bwMode="auto">
          <a:xfrm>
            <a:off x="7067550" y="4225925"/>
            <a:ext cx="58738"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3" name="Freeform 68">
            <a:extLst>
              <a:ext uri="{FF2B5EF4-FFF2-40B4-BE49-F238E27FC236}">
                <a16:creationId xmlns:a16="http://schemas.microsoft.com/office/drawing/2014/main" id="{64A52938-1C2C-448B-922F-7A32B6061CAB}"/>
              </a:ext>
            </a:extLst>
          </p:cNvPr>
          <p:cNvSpPr>
            <a:spLocks noChangeAspect="1"/>
          </p:cNvSpPr>
          <p:nvPr/>
        </p:nvSpPr>
        <p:spPr bwMode="auto">
          <a:xfrm>
            <a:off x="1481138" y="40243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B050"/>
          </a:solidFill>
          <a:ln w="19050">
            <a:solidFill>
              <a:srgbClr val="00B05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494" name="Freeform 68">
            <a:extLst>
              <a:ext uri="{FF2B5EF4-FFF2-40B4-BE49-F238E27FC236}">
                <a16:creationId xmlns:a16="http://schemas.microsoft.com/office/drawing/2014/main" id="{85667D1C-9CD1-4BF1-9773-64A128B8A506}"/>
              </a:ext>
            </a:extLst>
          </p:cNvPr>
          <p:cNvSpPr>
            <a:spLocks noChangeAspect="1"/>
          </p:cNvSpPr>
          <p:nvPr/>
        </p:nvSpPr>
        <p:spPr bwMode="auto">
          <a:xfrm>
            <a:off x="7064375" y="381635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Line 294">
            <a:extLst>
              <a:ext uri="{FF2B5EF4-FFF2-40B4-BE49-F238E27FC236}">
                <a16:creationId xmlns:a16="http://schemas.microsoft.com/office/drawing/2014/main" id="{29D8FEA9-CEEF-40F4-8989-27C77B633C52}"/>
              </a:ext>
            </a:extLst>
          </p:cNvPr>
          <p:cNvSpPr>
            <a:spLocks noChangeAspect="1" noChangeShapeType="1"/>
          </p:cNvSpPr>
          <p:nvPr/>
        </p:nvSpPr>
        <p:spPr bwMode="auto">
          <a:xfrm>
            <a:off x="7091363" y="3840163"/>
            <a:ext cx="0" cy="4127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58" name="Line 294">
            <a:extLst>
              <a:ext uri="{FF2B5EF4-FFF2-40B4-BE49-F238E27FC236}">
                <a16:creationId xmlns:a16="http://schemas.microsoft.com/office/drawing/2014/main" id="{E13A1A92-4ACD-49E7-9438-7D43EE7C1295}"/>
              </a:ext>
            </a:extLst>
          </p:cNvPr>
          <p:cNvSpPr>
            <a:spLocks noChangeAspect="1" noChangeShapeType="1"/>
          </p:cNvSpPr>
          <p:nvPr/>
        </p:nvSpPr>
        <p:spPr bwMode="auto">
          <a:xfrm>
            <a:off x="1511300" y="4041775"/>
            <a:ext cx="0" cy="21272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59" name="Freeform 4">
            <a:extLst>
              <a:ext uri="{FF2B5EF4-FFF2-40B4-BE49-F238E27FC236}">
                <a16:creationId xmlns:a16="http://schemas.microsoft.com/office/drawing/2014/main" id="{DBE64F8E-9182-435F-8A67-CF271EEFC592}"/>
              </a:ext>
            </a:extLst>
          </p:cNvPr>
          <p:cNvSpPr>
            <a:spLocks/>
          </p:cNvSpPr>
          <p:nvPr/>
        </p:nvSpPr>
        <p:spPr bwMode="auto">
          <a:xfrm>
            <a:off x="6530975" y="3948113"/>
            <a:ext cx="827088" cy="98425"/>
          </a:xfrm>
          <a:custGeom>
            <a:avLst/>
            <a:gdLst>
              <a:gd name="T0" fmla="*/ 827674 w 12503"/>
              <a:gd name="T1" fmla="*/ 98593 h 10000"/>
              <a:gd name="T2" fmla="*/ 451404 w 12503"/>
              <a:gd name="T3" fmla="*/ 98593 h 10000"/>
              <a:gd name="T4" fmla="*/ 451404 w 12503"/>
              <a:gd name="T5" fmla="*/ 0 h 10000"/>
              <a:gd name="T6" fmla="*/ 0 w 12503"/>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03" h="10000">
                <a:moveTo>
                  <a:pt x="12503"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0" name="Freeform 4">
            <a:extLst>
              <a:ext uri="{FF2B5EF4-FFF2-40B4-BE49-F238E27FC236}">
                <a16:creationId xmlns:a16="http://schemas.microsoft.com/office/drawing/2014/main" id="{E1958C77-F9BB-48CD-88A4-E29A041848DF}"/>
              </a:ext>
            </a:extLst>
          </p:cNvPr>
          <p:cNvSpPr>
            <a:spLocks/>
          </p:cNvSpPr>
          <p:nvPr/>
        </p:nvSpPr>
        <p:spPr bwMode="auto">
          <a:xfrm>
            <a:off x="4664075" y="3946525"/>
            <a:ext cx="833438" cy="100013"/>
          </a:xfrm>
          <a:custGeom>
            <a:avLst/>
            <a:gdLst>
              <a:gd name="T0" fmla="*/ 833830 w 12596"/>
              <a:gd name="T1" fmla="*/ 100316 h 10000"/>
              <a:gd name="T2" fmla="*/ 451404 w 12596"/>
              <a:gd name="T3" fmla="*/ 100316 h 10000"/>
              <a:gd name="T4" fmla="*/ 451404 w 12596"/>
              <a:gd name="T5" fmla="*/ 0 h 10000"/>
              <a:gd name="T6" fmla="*/ 0 w 12596"/>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6" h="10000">
                <a:moveTo>
                  <a:pt x="12596"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1" name="Freeform 4">
            <a:extLst>
              <a:ext uri="{FF2B5EF4-FFF2-40B4-BE49-F238E27FC236}">
                <a16:creationId xmlns:a16="http://schemas.microsoft.com/office/drawing/2014/main" id="{04333E1F-F7AB-4D0A-85C7-D24513ACA324}"/>
              </a:ext>
            </a:extLst>
          </p:cNvPr>
          <p:cNvSpPr>
            <a:spLocks/>
          </p:cNvSpPr>
          <p:nvPr/>
        </p:nvSpPr>
        <p:spPr bwMode="auto">
          <a:xfrm>
            <a:off x="2801938" y="3952875"/>
            <a:ext cx="839787" cy="93663"/>
          </a:xfrm>
          <a:custGeom>
            <a:avLst/>
            <a:gdLst>
              <a:gd name="T0" fmla="*/ 839920 w 12688"/>
              <a:gd name="T1" fmla="*/ 93831 h 10000"/>
              <a:gd name="T2" fmla="*/ 451404 w 12688"/>
              <a:gd name="T3" fmla="*/ 93831 h 10000"/>
              <a:gd name="T4" fmla="*/ 451404 w 12688"/>
              <a:gd name="T5" fmla="*/ 0 h 10000"/>
              <a:gd name="T6" fmla="*/ 0 w 12688"/>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688" h="10000">
                <a:moveTo>
                  <a:pt x="12688" y="10000"/>
                </a:moveTo>
                <a:lnTo>
                  <a:pt x="6819" y="10000"/>
                </a:lnTo>
                <a:lnTo>
                  <a:pt x="6819" y="0"/>
                </a:lnTo>
                <a:lnTo>
                  <a:pt x="0" y="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2" name="Title 1">
            <a:extLst>
              <a:ext uri="{FF2B5EF4-FFF2-40B4-BE49-F238E27FC236}">
                <a16:creationId xmlns:a16="http://schemas.microsoft.com/office/drawing/2014/main" id="{6B3245F7-4A90-4506-B830-C4D294A97CE5}"/>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sp>
        <p:nvSpPr>
          <p:cNvPr id="147463" name="Rectangle 11">
            <a:extLst>
              <a:ext uri="{FF2B5EF4-FFF2-40B4-BE49-F238E27FC236}">
                <a16:creationId xmlns:a16="http://schemas.microsoft.com/office/drawing/2014/main" id="{075C4F2E-18A2-4DC8-92FE-66477FF904AC}"/>
              </a:ext>
            </a:extLst>
          </p:cNvPr>
          <p:cNvSpPr>
            <a:spLocks noChangeArrowheads="1"/>
          </p:cNvSpPr>
          <p:nvPr/>
        </p:nvSpPr>
        <p:spPr bwMode="auto">
          <a:xfrm>
            <a:off x="303213" y="4643438"/>
            <a:ext cx="609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4" name="Line 290">
            <a:extLst>
              <a:ext uri="{FF2B5EF4-FFF2-40B4-BE49-F238E27FC236}">
                <a16:creationId xmlns:a16="http://schemas.microsoft.com/office/drawing/2014/main" id="{AC1D9146-EF37-48E8-A8F3-FEC4450E02BE}"/>
              </a:ext>
            </a:extLst>
          </p:cNvPr>
          <p:cNvSpPr>
            <a:spLocks noChangeAspect="1" noChangeShapeType="1"/>
          </p:cNvSpPr>
          <p:nvPr/>
        </p:nvSpPr>
        <p:spPr bwMode="auto">
          <a:xfrm>
            <a:off x="990600" y="4787900"/>
            <a:ext cx="6715125" cy="0"/>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5" name="Line 294">
            <a:extLst>
              <a:ext uri="{FF2B5EF4-FFF2-40B4-BE49-F238E27FC236}">
                <a16:creationId xmlns:a16="http://schemas.microsoft.com/office/drawing/2014/main" id="{F717662D-C458-4FC4-A67C-BC7DD59B3F17}"/>
              </a:ext>
            </a:extLst>
          </p:cNvPr>
          <p:cNvSpPr>
            <a:spLocks noChangeAspect="1" noChangeShapeType="1"/>
          </p:cNvSpPr>
          <p:nvPr/>
        </p:nvSpPr>
        <p:spPr bwMode="auto">
          <a:xfrm>
            <a:off x="2105025"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6" name="Freeform 68">
            <a:extLst>
              <a:ext uri="{FF2B5EF4-FFF2-40B4-BE49-F238E27FC236}">
                <a16:creationId xmlns:a16="http://schemas.microsoft.com/office/drawing/2014/main" id="{4C7D07DF-2B51-41A7-AB64-256DB8E7B15C}"/>
              </a:ext>
            </a:extLst>
          </p:cNvPr>
          <p:cNvSpPr>
            <a:spLocks noChangeAspect="1"/>
          </p:cNvSpPr>
          <p:nvPr/>
        </p:nvSpPr>
        <p:spPr bwMode="auto">
          <a:xfrm>
            <a:off x="207962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7" name="Line 294">
            <a:extLst>
              <a:ext uri="{FF2B5EF4-FFF2-40B4-BE49-F238E27FC236}">
                <a16:creationId xmlns:a16="http://schemas.microsoft.com/office/drawing/2014/main" id="{0FCEFAFB-62DF-4049-A45B-9361C1E96EDF}"/>
              </a:ext>
            </a:extLst>
          </p:cNvPr>
          <p:cNvSpPr>
            <a:spLocks noChangeAspect="1" noChangeShapeType="1"/>
          </p:cNvSpPr>
          <p:nvPr/>
        </p:nvSpPr>
        <p:spPr bwMode="auto">
          <a:xfrm>
            <a:off x="3965575" y="4322763"/>
            <a:ext cx="4763"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8" name="Freeform 68">
            <a:extLst>
              <a:ext uri="{FF2B5EF4-FFF2-40B4-BE49-F238E27FC236}">
                <a16:creationId xmlns:a16="http://schemas.microsoft.com/office/drawing/2014/main" id="{A780F25D-6C2E-40CF-8B80-2D5860222491}"/>
              </a:ext>
            </a:extLst>
          </p:cNvPr>
          <p:cNvSpPr>
            <a:spLocks noChangeAspect="1"/>
          </p:cNvSpPr>
          <p:nvPr/>
        </p:nvSpPr>
        <p:spPr bwMode="auto">
          <a:xfrm>
            <a:off x="3940175" y="47625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69" name="Line 294">
            <a:extLst>
              <a:ext uri="{FF2B5EF4-FFF2-40B4-BE49-F238E27FC236}">
                <a16:creationId xmlns:a16="http://schemas.microsoft.com/office/drawing/2014/main" id="{ABB57215-54DD-4A68-844C-A1F727DF9BBE}"/>
              </a:ext>
            </a:extLst>
          </p:cNvPr>
          <p:cNvSpPr>
            <a:spLocks noChangeAspect="1" noChangeShapeType="1"/>
          </p:cNvSpPr>
          <p:nvPr/>
        </p:nvSpPr>
        <p:spPr bwMode="auto">
          <a:xfrm>
            <a:off x="5834063" y="4322763"/>
            <a:ext cx="3175" cy="468312"/>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70" name="Freeform 68">
            <a:extLst>
              <a:ext uri="{FF2B5EF4-FFF2-40B4-BE49-F238E27FC236}">
                <a16:creationId xmlns:a16="http://schemas.microsoft.com/office/drawing/2014/main" id="{9EAD4DD5-58A7-447D-8861-4CDE2EAACEE2}"/>
              </a:ext>
            </a:extLst>
          </p:cNvPr>
          <p:cNvSpPr>
            <a:spLocks noChangeAspect="1"/>
          </p:cNvSpPr>
          <p:nvPr/>
        </p:nvSpPr>
        <p:spPr bwMode="auto">
          <a:xfrm>
            <a:off x="5808663" y="4762500"/>
            <a:ext cx="57150"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FFC000"/>
          </a:solidFill>
          <a:ln w="19050">
            <a:solidFill>
              <a:srgbClr val="FFC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71" name="Line 294">
            <a:extLst>
              <a:ext uri="{FF2B5EF4-FFF2-40B4-BE49-F238E27FC236}">
                <a16:creationId xmlns:a16="http://schemas.microsoft.com/office/drawing/2014/main" id="{00CE4A15-9E93-4E3E-A273-BBBDE1CFDCB3}"/>
              </a:ext>
            </a:extLst>
          </p:cNvPr>
          <p:cNvSpPr>
            <a:spLocks noChangeAspect="1" noChangeShapeType="1"/>
          </p:cNvSpPr>
          <p:nvPr/>
        </p:nvSpPr>
        <p:spPr bwMode="auto">
          <a:xfrm>
            <a:off x="7688263" y="4321175"/>
            <a:ext cx="4762" cy="46672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7472" name="Group 146">
            <a:extLst>
              <a:ext uri="{FF2B5EF4-FFF2-40B4-BE49-F238E27FC236}">
                <a16:creationId xmlns:a16="http://schemas.microsoft.com/office/drawing/2014/main" id="{07BFA879-9858-4B17-9BEA-CB38AF101F6A}"/>
              </a:ext>
            </a:extLst>
          </p:cNvPr>
          <p:cNvGrpSpPr>
            <a:grpSpLocks/>
          </p:cNvGrpSpPr>
          <p:nvPr/>
        </p:nvGrpSpPr>
        <p:grpSpPr bwMode="auto">
          <a:xfrm>
            <a:off x="3287713" y="2293938"/>
            <a:ext cx="876300" cy="2103437"/>
            <a:chOff x="5235926" y="3472223"/>
            <a:chExt cx="1167078" cy="2804753"/>
          </a:xfrm>
        </p:grpSpPr>
        <p:sp>
          <p:nvSpPr>
            <p:cNvPr id="147597" name="Line 4">
              <a:extLst>
                <a:ext uri="{FF2B5EF4-FFF2-40B4-BE49-F238E27FC236}">
                  <a16:creationId xmlns:a16="http://schemas.microsoft.com/office/drawing/2014/main" id="{4DC953BB-07ED-42A0-A18F-CECD8D125AEC}"/>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8" name="Line 5">
              <a:extLst>
                <a:ext uri="{FF2B5EF4-FFF2-40B4-BE49-F238E27FC236}">
                  <a16:creationId xmlns:a16="http://schemas.microsoft.com/office/drawing/2014/main" id="{A1FE7281-5166-49A3-A92A-4AF5837BE054}"/>
                </a:ext>
              </a:extLst>
            </p:cNvPr>
            <p:cNvSpPr>
              <a:spLocks noChangeAspect="1" noChangeShapeType="1"/>
            </p:cNvSpPr>
            <p:nvPr/>
          </p:nvSpPr>
          <p:spPr bwMode="auto">
            <a:xfrm>
              <a:off x="5235926" y="5546862"/>
              <a:ext cx="458681"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9" name="Line 6">
              <a:extLst>
                <a:ext uri="{FF2B5EF4-FFF2-40B4-BE49-F238E27FC236}">
                  <a16:creationId xmlns:a16="http://schemas.microsoft.com/office/drawing/2014/main" id="{27ED5ABE-FD1A-4637-882E-DA8852ED4892}"/>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600" name="Freeform 7">
              <a:extLst>
                <a:ext uri="{FF2B5EF4-FFF2-40B4-BE49-F238E27FC236}">
                  <a16:creationId xmlns:a16="http://schemas.microsoft.com/office/drawing/2014/main" id="{EA18BCB4-07FC-4AEF-BF3F-6813C77089E4}"/>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601" name="Line 21">
              <a:extLst>
                <a:ext uri="{FF2B5EF4-FFF2-40B4-BE49-F238E27FC236}">
                  <a16:creationId xmlns:a16="http://schemas.microsoft.com/office/drawing/2014/main" id="{71C28E4A-43D2-4B20-808F-8D7BFC416D63}"/>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236" y="5180476"/>
              <a:ext cx="224113" cy="101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7603" name="Line 101">
              <a:extLst>
                <a:ext uri="{FF2B5EF4-FFF2-40B4-BE49-F238E27FC236}">
                  <a16:creationId xmlns:a16="http://schemas.microsoft.com/office/drawing/2014/main" id="{27E8DF57-97FA-443E-BFA3-D792A87FD961}"/>
                </a:ext>
              </a:extLst>
            </p:cNvPr>
            <p:cNvSpPr>
              <a:spLocks noChangeShapeType="1"/>
            </p:cNvSpPr>
            <p:nvPr/>
          </p:nvSpPr>
          <p:spPr bwMode="auto">
            <a:xfrm flipH="1">
              <a:off x="5833352" y="3752832"/>
              <a:ext cx="1511" cy="137809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604" name="Line 101">
              <a:extLst>
                <a:ext uri="{FF2B5EF4-FFF2-40B4-BE49-F238E27FC236}">
                  <a16:creationId xmlns:a16="http://schemas.microsoft.com/office/drawing/2014/main" id="{9B4E3DDB-75B2-4BC1-B2CD-836613D970CD}"/>
                </a:ext>
              </a:extLst>
            </p:cNvPr>
            <p:cNvSpPr>
              <a:spLocks noChangeShapeType="1"/>
            </p:cNvSpPr>
            <p:nvPr/>
          </p:nvSpPr>
          <p:spPr bwMode="auto">
            <a:xfrm flipH="1">
              <a:off x="5961092" y="3472223"/>
              <a:ext cx="18913" cy="17385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3" name="Group 174">
            <a:extLst>
              <a:ext uri="{FF2B5EF4-FFF2-40B4-BE49-F238E27FC236}">
                <a16:creationId xmlns:a16="http://schemas.microsoft.com/office/drawing/2014/main" id="{796ECFF3-4B8B-4C33-B25A-050BC6399128}"/>
              </a:ext>
            </a:extLst>
          </p:cNvPr>
          <p:cNvGrpSpPr>
            <a:grpSpLocks/>
          </p:cNvGrpSpPr>
          <p:nvPr/>
        </p:nvGrpSpPr>
        <p:grpSpPr bwMode="auto">
          <a:xfrm>
            <a:off x="5197475" y="2286000"/>
            <a:ext cx="833438" cy="2111375"/>
            <a:chOff x="5291360" y="3462549"/>
            <a:chExt cx="1111644" cy="2814427"/>
          </a:xfrm>
        </p:grpSpPr>
        <p:sp>
          <p:nvSpPr>
            <p:cNvPr id="147589" name="Line 4">
              <a:extLst>
                <a:ext uri="{FF2B5EF4-FFF2-40B4-BE49-F238E27FC236}">
                  <a16:creationId xmlns:a16="http://schemas.microsoft.com/office/drawing/2014/main" id="{E02595B6-566C-4D78-9357-D6F9F06B38EA}"/>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0" name="Line 5">
              <a:extLst>
                <a:ext uri="{FF2B5EF4-FFF2-40B4-BE49-F238E27FC236}">
                  <a16:creationId xmlns:a16="http://schemas.microsoft.com/office/drawing/2014/main" id="{A930F7B9-8521-4402-A6B2-DCDFDFFD66DA}"/>
                </a:ext>
              </a:extLst>
            </p:cNvPr>
            <p:cNvSpPr>
              <a:spLocks noChangeAspect="1" noChangeShapeType="1"/>
            </p:cNvSpPr>
            <p:nvPr/>
          </p:nvSpPr>
          <p:spPr bwMode="auto">
            <a:xfrm>
              <a:off x="5291360" y="5546862"/>
              <a:ext cx="40324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1" name="Line 6">
              <a:extLst>
                <a:ext uri="{FF2B5EF4-FFF2-40B4-BE49-F238E27FC236}">
                  <a16:creationId xmlns:a16="http://schemas.microsoft.com/office/drawing/2014/main" id="{FA4CDED8-6AD9-432D-B6A2-E67AD7961112}"/>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2" name="Freeform 7">
              <a:extLst>
                <a:ext uri="{FF2B5EF4-FFF2-40B4-BE49-F238E27FC236}">
                  <a16:creationId xmlns:a16="http://schemas.microsoft.com/office/drawing/2014/main" id="{5FBCA9E5-4352-41E0-8732-8ECADB4694C0}"/>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3" name="Line 21">
              <a:extLst>
                <a:ext uri="{FF2B5EF4-FFF2-40B4-BE49-F238E27FC236}">
                  <a16:creationId xmlns:a16="http://schemas.microsoft.com/office/drawing/2014/main" id="{54769DFA-607C-4D21-9D2E-818CC76D2D52}"/>
                </a:ext>
              </a:extLst>
            </p:cNvPr>
            <p:cNvSpPr>
              <a:spLocks noChangeAspect="1" noChangeShapeType="1"/>
            </p:cNvSpPr>
            <p:nvPr/>
          </p:nvSpPr>
          <p:spPr bwMode="auto">
            <a:xfrm>
              <a:off x="5446612" y="6087261"/>
              <a:ext cx="247995" cy="1746"/>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370" y="5180831"/>
              <a:ext cx="224446" cy="1015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7595" name="Line 101">
              <a:extLst>
                <a:ext uri="{FF2B5EF4-FFF2-40B4-BE49-F238E27FC236}">
                  <a16:creationId xmlns:a16="http://schemas.microsoft.com/office/drawing/2014/main" id="{2E1F421D-A107-474C-ADD1-C25FD3A5EDCB}"/>
                </a:ext>
              </a:extLst>
            </p:cNvPr>
            <p:cNvSpPr>
              <a:spLocks noChangeShapeType="1"/>
            </p:cNvSpPr>
            <p:nvPr/>
          </p:nvSpPr>
          <p:spPr bwMode="auto">
            <a:xfrm>
              <a:off x="5831602" y="3733480"/>
              <a:ext cx="1751" cy="1397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96" name="Line 101">
              <a:extLst>
                <a:ext uri="{FF2B5EF4-FFF2-40B4-BE49-F238E27FC236}">
                  <a16:creationId xmlns:a16="http://schemas.microsoft.com/office/drawing/2014/main" id="{CAF422CB-DF51-4BCA-BD60-4961DBA22156}"/>
                </a:ext>
              </a:extLst>
            </p:cNvPr>
            <p:cNvSpPr>
              <a:spLocks noChangeShapeType="1"/>
            </p:cNvSpPr>
            <p:nvPr/>
          </p:nvSpPr>
          <p:spPr bwMode="auto">
            <a:xfrm flipH="1">
              <a:off x="5961092" y="3462549"/>
              <a:ext cx="5975" cy="17482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4" name="Group 202">
            <a:extLst>
              <a:ext uri="{FF2B5EF4-FFF2-40B4-BE49-F238E27FC236}">
                <a16:creationId xmlns:a16="http://schemas.microsoft.com/office/drawing/2014/main" id="{693D0DBA-4E10-4606-9117-ACE54D428BC8}"/>
              </a:ext>
            </a:extLst>
          </p:cNvPr>
          <p:cNvGrpSpPr>
            <a:grpSpLocks/>
          </p:cNvGrpSpPr>
          <p:nvPr/>
        </p:nvGrpSpPr>
        <p:grpSpPr bwMode="auto">
          <a:xfrm>
            <a:off x="7081838" y="2300288"/>
            <a:ext cx="804862" cy="2093912"/>
            <a:chOff x="5330909" y="3484834"/>
            <a:chExt cx="1072095" cy="2792142"/>
          </a:xfrm>
        </p:grpSpPr>
        <p:sp>
          <p:nvSpPr>
            <p:cNvPr id="147581" name="Line 4">
              <a:extLst>
                <a:ext uri="{FF2B5EF4-FFF2-40B4-BE49-F238E27FC236}">
                  <a16:creationId xmlns:a16="http://schemas.microsoft.com/office/drawing/2014/main" id="{20F1C36F-9EB3-4DE2-B780-A1AFD616ABE7}"/>
                </a:ext>
              </a:extLst>
            </p:cNvPr>
            <p:cNvSpPr>
              <a:spLocks noChangeAspect="1" noChangeShapeType="1"/>
            </p:cNvSpPr>
            <p:nvPr/>
          </p:nvSpPr>
          <p:spPr bwMode="auto">
            <a:xfrm>
              <a:off x="5446612" y="5279426"/>
              <a:ext cx="247995" cy="174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2" name="Line 5">
              <a:extLst>
                <a:ext uri="{FF2B5EF4-FFF2-40B4-BE49-F238E27FC236}">
                  <a16:creationId xmlns:a16="http://schemas.microsoft.com/office/drawing/2014/main" id="{49F99A0E-B636-4678-9D29-65350C75929C}"/>
                </a:ext>
              </a:extLst>
            </p:cNvPr>
            <p:cNvSpPr>
              <a:spLocks noChangeAspect="1" noChangeShapeType="1"/>
            </p:cNvSpPr>
            <p:nvPr/>
          </p:nvSpPr>
          <p:spPr bwMode="auto">
            <a:xfrm>
              <a:off x="5330909" y="5546863"/>
              <a:ext cx="363698"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3" name="Line 6">
              <a:extLst>
                <a:ext uri="{FF2B5EF4-FFF2-40B4-BE49-F238E27FC236}">
                  <a16:creationId xmlns:a16="http://schemas.microsoft.com/office/drawing/2014/main" id="{A878A22B-D265-47E5-B433-E47558F54323}"/>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4" name="Freeform 7">
              <a:extLst>
                <a:ext uri="{FF2B5EF4-FFF2-40B4-BE49-F238E27FC236}">
                  <a16:creationId xmlns:a16="http://schemas.microsoft.com/office/drawing/2014/main" id="{A41BB998-7D1C-41EF-9B88-5565AAC34519}"/>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5" name="Line 21">
              <a:extLst>
                <a:ext uri="{FF2B5EF4-FFF2-40B4-BE49-F238E27FC236}">
                  <a16:creationId xmlns:a16="http://schemas.microsoft.com/office/drawing/2014/main" id="{E8C5B6BE-FCFA-4BDB-AA3C-7BB8D16D09BE}"/>
                </a:ext>
              </a:extLst>
            </p:cNvPr>
            <p:cNvSpPr>
              <a:spLocks noChangeAspect="1" noChangeShapeType="1"/>
            </p:cNvSpPr>
            <p:nvPr/>
          </p:nvSpPr>
          <p:spPr bwMode="auto">
            <a:xfrm>
              <a:off x="5347272" y="6089008"/>
              <a:ext cx="347335"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139" y="5180441"/>
              <a:ext cx="224146" cy="1016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7587" name="Line 101">
              <a:extLst>
                <a:ext uri="{FF2B5EF4-FFF2-40B4-BE49-F238E27FC236}">
                  <a16:creationId xmlns:a16="http://schemas.microsoft.com/office/drawing/2014/main" id="{B149EE4B-659F-4030-B5A0-EAC3C4875B94}"/>
                </a:ext>
              </a:extLst>
            </p:cNvPr>
            <p:cNvSpPr>
              <a:spLocks noChangeShapeType="1"/>
            </p:cNvSpPr>
            <p:nvPr/>
          </p:nvSpPr>
          <p:spPr bwMode="auto">
            <a:xfrm flipH="1">
              <a:off x="5833351" y="3755764"/>
              <a:ext cx="2012" cy="13751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8" name="Line 101">
              <a:extLst>
                <a:ext uri="{FF2B5EF4-FFF2-40B4-BE49-F238E27FC236}">
                  <a16:creationId xmlns:a16="http://schemas.microsoft.com/office/drawing/2014/main" id="{8D596EA6-EA45-4848-B0FA-08F375BD2F6F}"/>
                </a:ext>
              </a:extLst>
            </p:cNvPr>
            <p:cNvSpPr>
              <a:spLocks noChangeShapeType="1"/>
            </p:cNvSpPr>
            <p:nvPr/>
          </p:nvSpPr>
          <p:spPr bwMode="auto">
            <a:xfrm flipH="1">
              <a:off x="5961093" y="3484834"/>
              <a:ext cx="61" cy="17259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5" name="Group 5">
            <a:extLst>
              <a:ext uri="{FF2B5EF4-FFF2-40B4-BE49-F238E27FC236}">
                <a16:creationId xmlns:a16="http://schemas.microsoft.com/office/drawing/2014/main" id="{22F6A3EE-326D-488B-85C4-5B88B4CF1623}"/>
              </a:ext>
            </a:extLst>
          </p:cNvPr>
          <p:cNvGrpSpPr>
            <a:grpSpLocks/>
          </p:cNvGrpSpPr>
          <p:nvPr/>
        </p:nvGrpSpPr>
        <p:grpSpPr bwMode="auto">
          <a:xfrm>
            <a:off x="1416050" y="2286000"/>
            <a:ext cx="885825" cy="2111375"/>
            <a:chOff x="1416588" y="2286000"/>
            <a:chExt cx="885863" cy="2110849"/>
          </a:xfrm>
        </p:grpSpPr>
        <p:sp>
          <p:nvSpPr>
            <p:cNvPr id="147572" name="Line 6">
              <a:extLst>
                <a:ext uri="{FF2B5EF4-FFF2-40B4-BE49-F238E27FC236}">
                  <a16:creationId xmlns:a16="http://schemas.microsoft.com/office/drawing/2014/main" id="{FF7F5739-2407-469F-ACFD-70A3BED83DCC}"/>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3" name="Freeform 7">
              <a:extLst>
                <a:ext uri="{FF2B5EF4-FFF2-40B4-BE49-F238E27FC236}">
                  <a16:creationId xmlns:a16="http://schemas.microsoft.com/office/drawing/2014/main" id="{0413786C-B68B-44C4-BA93-D0DF814152B8}"/>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4" name="Line 20">
              <a:extLst>
                <a:ext uri="{FF2B5EF4-FFF2-40B4-BE49-F238E27FC236}">
                  <a16:creationId xmlns:a16="http://schemas.microsoft.com/office/drawing/2014/main" id="{7D708696-2B61-4DEF-98D8-C7EED1ED630F}"/>
                </a:ext>
              </a:extLst>
            </p:cNvPr>
            <p:cNvSpPr>
              <a:spLocks noChangeAspect="1" noChangeShapeType="1"/>
            </p:cNvSpPr>
            <p:nvPr/>
          </p:nvSpPr>
          <p:spPr bwMode="auto">
            <a:xfrm>
              <a:off x="1497408" y="4046332"/>
              <a:ext cx="269306" cy="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5" name="Line 21">
              <a:extLst>
                <a:ext uri="{FF2B5EF4-FFF2-40B4-BE49-F238E27FC236}">
                  <a16:creationId xmlns:a16="http://schemas.microsoft.com/office/drawing/2014/main" id="{AAC8EF6B-C481-40A7-AFA0-4B7907055EBF}"/>
                </a:ext>
              </a:extLst>
            </p:cNvPr>
            <p:cNvSpPr>
              <a:spLocks noChangeAspect="1" noChangeShapeType="1"/>
            </p:cNvSpPr>
            <p:nvPr/>
          </p:nvSpPr>
          <p:spPr bwMode="auto">
            <a:xfrm>
              <a:off x="1509681" y="4255871"/>
              <a:ext cx="261469" cy="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7130" y="3574729"/>
              <a:ext cx="168282" cy="761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7577" name="Line 101">
              <a:extLst>
                <a:ext uri="{FF2B5EF4-FFF2-40B4-BE49-F238E27FC236}">
                  <a16:creationId xmlns:a16="http://schemas.microsoft.com/office/drawing/2014/main" id="{EFAF71B8-399E-4D9A-9826-481D441C5464}"/>
                </a:ext>
              </a:extLst>
            </p:cNvPr>
            <p:cNvSpPr>
              <a:spLocks noChangeShapeType="1"/>
            </p:cNvSpPr>
            <p:nvPr/>
          </p:nvSpPr>
          <p:spPr bwMode="auto">
            <a:xfrm flipH="1">
              <a:off x="1875210" y="2496457"/>
              <a:ext cx="4390" cy="10408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8" name="Line 101">
              <a:extLst>
                <a:ext uri="{FF2B5EF4-FFF2-40B4-BE49-F238E27FC236}">
                  <a16:creationId xmlns:a16="http://schemas.microsoft.com/office/drawing/2014/main" id="{F874BA53-A9A4-48A9-B80A-D0B2F53BB470}"/>
                </a:ext>
              </a:extLst>
            </p:cNvPr>
            <p:cNvSpPr>
              <a:spLocks noChangeShapeType="1"/>
            </p:cNvSpPr>
            <p:nvPr/>
          </p:nvSpPr>
          <p:spPr bwMode="auto">
            <a:xfrm flipH="1">
              <a:off x="1971015" y="2286000"/>
              <a:ext cx="2927" cy="131118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9" name="Line 4">
              <a:extLst>
                <a:ext uri="{FF2B5EF4-FFF2-40B4-BE49-F238E27FC236}">
                  <a16:creationId xmlns:a16="http://schemas.microsoft.com/office/drawing/2014/main" id="{F7D57B74-2AB8-4BC8-B475-CAB946623A32}"/>
                </a:ext>
              </a:extLst>
            </p:cNvPr>
            <p:cNvSpPr>
              <a:spLocks noChangeAspect="1" noChangeShapeType="1"/>
            </p:cNvSpPr>
            <p:nvPr/>
          </p:nvSpPr>
          <p:spPr bwMode="auto">
            <a:xfrm>
              <a:off x="1585153" y="3648676"/>
              <a:ext cx="185997" cy="131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80" name="Line 5">
              <a:extLst>
                <a:ext uri="{FF2B5EF4-FFF2-40B4-BE49-F238E27FC236}">
                  <a16:creationId xmlns:a16="http://schemas.microsoft.com/office/drawing/2014/main" id="{3497E310-152D-47F0-98DD-2A1C1070952D}"/>
                </a:ext>
              </a:extLst>
            </p:cNvPr>
            <p:cNvSpPr>
              <a:spLocks noChangeAspect="1" noChangeShapeType="1"/>
            </p:cNvSpPr>
            <p:nvPr/>
          </p:nvSpPr>
          <p:spPr bwMode="auto">
            <a:xfrm>
              <a:off x="1416588" y="3849256"/>
              <a:ext cx="354562"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6" name="Group 2">
            <a:extLst>
              <a:ext uri="{FF2B5EF4-FFF2-40B4-BE49-F238E27FC236}">
                <a16:creationId xmlns:a16="http://schemas.microsoft.com/office/drawing/2014/main" id="{950D60BD-CE26-4AD5-B9C5-9B193F26319F}"/>
              </a:ext>
            </a:extLst>
          </p:cNvPr>
          <p:cNvGrpSpPr>
            <a:grpSpLocks/>
          </p:cNvGrpSpPr>
          <p:nvPr/>
        </p:nvGrpSpPr>
        <p:grpSpPr bwMode="auto">
          <a:xfrm>
            <a:off x="3959225" y="3730625"/>
            <a:ext cx="923925" cy="801688"/>
            <a:chOff x="3959287" y="3730423"/>
            <a:chExt cx="924518" cy="801207"/>
          </a:xfrm>
        </p:grpSpPr>
        <p:sp>
          <p:nvSpPr>
            <p:cNvPr id="147564" name="Line 25">
              <a:extLst>
                <a:ext uri="{FF2B5EF4-FFF2-40B4-BE49-F238E27FC236}">
                  <a16:creationId xmlns:a16="http://schemas.microsoft.com/office/drawing/2014/main" id="{B59E32BD-16B0-4EED-8D3B-AAD47039E438}"/>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65" name="Rectangle 4">
              <a:extLst>
                <a:ext uri="{FF2B5EF4-FFF2-40B4-BE49-F238E27FC236}">
                  <a16:creationId xmlns:a16="http://schemas.microsoft.com/office/drawing/2014/main" id="{642D6B11-E990-44C0-81A5-C19B5748B27D}"/>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685"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738"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68" name="Line 7">
              <a:extLst>
                <a:ext uri="{FF2B5EF4-FFF2-40B4-BE49-F238E27FC236}">
                  <a16:creationId xmlns:a16="http://schemas.microsoft.com/office/drawing/2014/main" id="{354613DE-04F2-47F0-BD94-B58DCA0FE1FC}"/>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7327"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70" name="Freeform 36">
              <a:extLst>
                <a:ext uri="{FF2B5EF4-FFF2-40B4-BE49-F238E27FC236}">
                  <a16:creationId xmlns:a16="http://schemas.microsoft.com/office/drawing/2014/main" id="{7CABB822-E19A-4217-B732-909F7D04013B}"/>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71" name="Line 37">
              <a:extLst>
                <a:ext uri="{FF2B5EF4-FFF2-40B4-BE49-F238E27FC236}">
                  <a16:creationId xmlns:a16="http://schemas.microsoft.com/office/drawing/2014/main" id="{EE22ED3A-EB51-4306-958E-31236D53C397}"/>
                </a:ext>
              </a:extLst>
            </p:cNvPr>
            <p:cNvSpPr>
              <a:spLocks noChangeShapeType="1"/>
            </p:cNvSpPr>
            <p:nvPr/>
          </p:nvSpPr>
          <p:spPr bwMode="auto">
            <a:xfrm>
              <a:off x="3959287"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7" name="Group 1">
            <a:extLst>
              <a:ext uri="{FF2B5EF4-FFF2-40B4-BE49-F238E27FC236}">
                <a16:creationId xmlns:a16="http://schemas.microsoft.com/office/drawing/2014/main" id="{334A0B37-0500-424D-AA31-C9DA489672C5}"/>
              </a:ext>
            </a:extLst>
          </p:cNvPr>
          <p:cNvGrpSpPr>
            <a:grpSpLocks/>
          </p:cNvGrpSpPr>
          <p:nvPr/>
        </p:nvGrpSpPr>
        <p:grpSpPr bwMode="auto">
          <a:xfrm>
            <a:off x="2098675" y="3730625"/>
            <a:ext cx="923925" cy="801688"/>
            <a:chOff x="2098202" y="3730423"/>
            <a:chExt cx="924518" cy="801207"/>
          </a:xfrm>
        </p:grpSpPr>
        <p:sp>
          <p:nvSpPr>
            <p:cNvPr id="147556" name="Line 25">
              <a:extLst>
                <a:ext uri="{FF2B5EF4-FFF2-40B4-BE49-F238E27FC236}">
                  <a16:creationId xmlns:a16="http://schemas.microsoft.com/office/drawing/2014/main" id="{2BE552F3-92F8-4444-8066-DF77B2979F0B}"/>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57" name="Rectangle 4">
              <a:extLst>
                <a:ext uri="{FF2B5EF4-FFF2-40B4-BE49-F238E27FC236}">
                  <a16:creationId xmlns:a16="http://schemas.microsoft.com/office/drawing/2014/main" id="{A8F22DCA-1924-4520-887E-2D0609C03A7B}"/>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600" y="3865280"/>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653" y="3858934"/>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60" name="Line 7">
              <a:extLst>
                <a:ext uri="{FF2B5EF4-FFF2-40B4-BE49-F238E27FC236}">
                  <a16:creationId xmlns:a16="http://schemas.microsoft.com/office/drawing/2014/main" id="{DEA79722-433F-4635-9FC9-D09833A34502}"/>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242" y="4268263"/>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62" name="Freeform 36">
              <a:extLst>
                <a:ext uri="{FF2B5EF4-FFF2-40B4-BE49-F238E27FC236}">
                  <a16:creationId xmlns:a16="http://schemas.microsoft.com/office/drawing/2014/main" id="{FCC1677A-5497-401C-9C25-FEA84F88369B}"/>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63" name="Line 37">
              <a:extLst>
                <a:ext uri="{FF2B5EF4-FFF2-40B4-BE49-F238E27FC236}">
                  <a16:creationId xmlns:a16="http://schemas.microsoft.com/office/drawing/2014/main" id="{F890F01D-0665-4276-9104-4F61C9C15B16}"/>
                </a:ext>
              </a:extLst>
            </p:cNvPr>
            <p:cNvSpPr>
              <a:spLocks noChangeShapeType="1"/>
            </p:cNvSpPr>
            <p:nvPr/>
          </p:nvSpPr>
          <p:spPr bwMode="auto">
            <a:xfrm>
              <a:off x="2098202"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8" name="Group 3">
            <a:extLst>
              <a:ext uri="{FF2B5EF4-FFF2-40B4-BE49-F238E27FC236}">
                <a16:creationId xmlns:a16="http://schemas.microsoft.com/office/drawing/2014/main" id="{05D21AB0-CEF9-4DBD-996F-A1FBAA6D2DDD}"/>
              </a:ext>
            </a:extLst>
          </p:cNvPr>
          <p:cNvGrpSpPr>
            <a:grpSpLocks/>
          </p:cNvGrpSpPr>
          <p:nvPr/>
        </p:nvGrpSpPr>
        <p:grpSpPr bwMode="auto">
          <a:xfrm>
            <a:off x="5826125" y="3730625"/>
            <a:ext cx="925513" cy="801688"/>
            <a:chOff x="5826819" y="3730423"/>
            <a:chExt cx="924518" cy="801207"/>
          </a:xfrm>
        </p:grpSpPr>
        <p:sp>
          <p:nvSpPr>
            <p:cNvPr id="147548" name="Line 25">
              <a:extLst>
                <a:ext uri="{FF2B5EF4-FFF2-40B4-BE49-F238E27FC236}">
                  <a16:creationId xmlns:a16="http://schemas.microsoft.com/office/drawing/2014/main" id="{252C7C53-7DB4-4586-8328-2FA03CA53727}"/>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49" name="Rectangle 4">
              <a:extLst>
                <a:ext uri="{FF2B5EF4-FFF2-40B4-BE49-F238E27FC236}">
                  <a16:creationId xmlns:a16="http://schemas.microsoft.com/office/drawing/2014/main" id="{21106698-F320-4373-ADD4-AE83DECA95A7}"/>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7374" y="3865280"/>
              <a:ext cx="131621"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918" y="3858934"/>
              <a:ext cx="131620"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52" name="Line 7">
              <a:extLst>
                <a:ext uri="{FF2B5EF4-FFF2-40B4-BE49-F238E27FC236}">
                  <a16:creationId xmlns:a16="http://schemas.microsoft.com/office/drawing/2014/main" id="{53F82344-A161-413C-A5FD-D73FCF66C78F}"/>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503" y="4268263"/>
              <a:ext cx="130035"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54" name="Freeform 36">
              <a:extLst>
                <a:ext uri="{FF2B5EF4-FFF2-40B4-BE49-F238E27FC236}">
                  <a16:creationId xmlns:a16="http://schemas.microsoft.com/office/drawing/2014/main" id="{A45ABAFD-8ACE-426C-B0B4-87AFDB59E09A}"/>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55" name="Line 37">
              <a:extLst>
                <a:ext uri="{FF2B5EF4-FFF2-40B4-BE49-F238E27FC236}">
                  <a16:creationId xmlns:a16="http://schemas.microsoft.com/office/drawing/2014/main" id="{3790B653-8AFE-455B-B41E-2822D1600592}"/>
                </a:ext>
              </a:extLst>
            </p:cNvPr>
            <p:cNvSpPr>
              <a:spLocks noChangeShapeType="1"/>
            </p:cNvSpPr>
            <p:nvPr/>
          </p:nvSpPr>
          <p:spPr bwMode="auto">
            <a:xfrm>
              <a:off x="5826819" y="4330435"/>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7479" name="Group 4">
            <a:extLst>
              <a:ext uri="{FF2B5EF4-FFF2-40B4-BE49-F238E27FC236}">
                <a16:creationId xmlns:a16="http://schemas.microsoft.com/office/drawing/2014/main" id="{D031ACB6-9B1C-43C2-BA1D-EFAFF6B51A00}"/>
              </a:ext>
            </a:extLst>
          </p:cNvPr>
          <p:cNvGrpSpPr>
            <a:grpSpLocks/>
          </p:cNvGrpSpPr>
          <p:nvPr/>
        </p:nvGrpSpPr>
        <p:grpSpPr bwMode="auto">
          <a:xfrm>
            <a:off x="7681913" y="3727450"/>
            <a:ext cx="923925" cy="801688"/>
            <a:chOff x="7681824" y="3728222"/>
            <a:chExt cx="924518" cy="801207"/>
          </a:xfrm>
        </p:grpSpPr>
        <p:sp>
          <p:nvSpPr>
            <p:cNvPr id="147539" name="Line 25">
              <a:extLst>
                <a:ext uri="{FF2B5EF4-FFF2-40B4-BE49-F238E27FC236}">
                  <a16:creationId xmlns:a16="http://schemas.microsoft.com/office/drawing/2014/main" id="{C51532E5-831E-491E-875C-4F3DFAADE2EE}"/>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40" name="Line 25">
              <a:extLst>
                <a:ext uri="{FF2B5EF4-FFF2-40B4-BE49-F238E27FC236}">
                  <a16:creationId xmlns:a16="http://schemas.microsoft.com/office/drawing/2014/main" id="{688F34B4-FA7E-4691-8F89-1F5E2316CDB3}"/>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41" name="Rectangle 4">
              <a:extLst>
                <a:ext uri="{FF2B5EF4-FFF2-40B4-BE49-F238E27FC236}">
                  <a16:creationId xmlns:a16="http://schemas.microsoft.com/office/drawing/2014/main" id="{DCA82BAC-A4E8-4685-AC4B-865F6DA2427F}"/>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221" y="3863079"/>
              <a:ext cx="131848"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275" y="3856733"/>
              <a:ext cx="131847"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44" name="Line 7">
              <a:extLst>
                <a:ext uri="{FF2B5EF4-FFF2-40B4-BE49-F238E27FC236}">
                  <a16:creationId xmlns:a16="http://schemas.microsoft.com/office/drawing/2014/main" id="{889A736B-2D46-4EF0-A719-9F45B7C6CFA5}"/>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863" y="4266062"/>
              <a:ext cx="130259" cy="16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7546" name="Freeform 36">
              <a:extLst>
                <a:ext uri="{FF2B5EF4-FFF2-40B4-BE49-F238E27FC236}">
                  <a16:creationId xmlns:a16="http://schemas.microsoft.com/office/drawing/2014/main" id="{811E38B3-FC89-4592-BF31-57CC587FA25A}"/>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47" name="Line 37">
              <a:extLst>
                <a:ext uri="{FF2B5EF4-FFF2-40B4-BE49-F238E27FC236}">
                  <a16:creationId xmlns:a16="http://schemas.microsoft.com/office/drawing/2014/main" id="{3D211042-00D2-47C5-8EF4-BDFB303A59DA}"/>
                </a:ext>
              </a:extLst>
            </p:cNvPr>
            <p:cNvSpPr>
              <a:spLocks noChangeShapeType="1"/>
            </p:cNvSpPr>
            <p:nvPr/>
          </p:nvSpPr>
          <p:spPr bwMode="auto">
            <a:xfrm>
              <a:off x="7681824" y="4328234"/>
              <a:ext cx="200022" cy="119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7480" name="Line 294">
            <a:extLst>
              <a:ext uri="{FF2B5EF4-FFF2-40B4-BE49-F238E27FC236}">
                <a16:creationId xmlns:a16="http://schemas.microsoft.com/office/drawing/2014/main" id="{C63D4F9A-F5CE-4F45-8403-76E319E421A5}"/>
              </a:ext>
            </a:extLst>
          </p:cNvPr>
          <p:cNvSpPr>
            <a:spLocks noChangeAspect="1" noChangeShapeType="1"/>
          </p:cNvSpPr>
          <p:nvPr/>
        </p:nvSpPr>
        <p:spPr bwMode="auto">
          <a:xfrm>
            <a:off x="292100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1" name="Line 290">
            <a:extLst>
              <a:ext uri="{FF2B5EF4-FFF2-40B4-BE49-F238E27FC236}">
                <a16:creationId xmlns:a16="http://schemas.microsoft.com/office/drawing/2014/main" id="{DBC6065E-0FBC-4FF4-9BE6-AD340C7698F6}"/>
              </a:ext>
            </a:extLst>
          </p:cNvPr>
          <p:cNvSpPr>
            <a:spLocks noChangeAspect="1" noChangeShapeType="1"/>
          </p:cNvSpPr>
          <p:nvPr/>
        </p:nvSpPr>
        <p:spPr bwMode="auto">
          <a:xfrm>
            <a:off x="158908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2" name="Line 294">
            <a:extLst>
              <a:ext uri="{FF2B5EF4-FFF2-40B4-BE49-F238E27FC236}">
                <a16:creationId xmlns:a16="http://schemas.microsoft.com/office/drawing/2014/main" id="{E8598B42-198D-4BC0-81A4-23F853B9FDBD}"/>
              </a:ext>
            </a:extLst>
          </p:cNvPr>
          <p:cNvSpPr>
            <a:spLocks noChangeAspect="1" noChangeShapeType="1"/>
          </p:cNvSpPr>
          <p:nvPr/>
        </p:nvSpPr>
        <p:spPr bwMode="auto">
          <a:xfrm>
            <a:off x="159067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3" name="Freeform 68">
            <a:extLst>
              <a:ext uri="{FF2B5EF4-FFF2-40B4-BE49-F238E27FC236}">
                <a16:creationId xmlns:a16="http://schemas.microsoft.com/office/drawing/2014/main" id="{7222E6A1-7605-4FC5-9DAB-7382FA1F25A8}"/>
              </a:ext>
            </a:extLst>
          </p:cNvPr>
          <p:cNvSpPr>
            <a:spLocks noChangeAspect="1"/>
          </p:cNvSpPr>
          <p:nvPr/>
        </p:nvSpPr>
        <p:spPr bwMode="auto">
          <a:xfrm>
            <a:off x="290195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4" name="Freeform 68">
            <a:extLst>
              <a:ext uri="{FF2B5EF4-FFF2-40B4-BE49-F238E27FC236}">
                <a16:creationId xmlns:a16="http://schemas.microsoft.com/office/drawing/2014/main" id="{41BC1E3D-C600-47D8-B3FD-394205AFCB51}"/>
              </a:ext>
            </a:extLst>
          </p:cNvPr>
          <p:cNvSpPr>
            <a:spLocks noChangeAspect="1"/>
          </p:cNvSpPr>
          <p:nvPr/>
        </p:nvSpPr>
        <p:spPr bwMode="auto">
          <a:xfrm>
            <a:off x="290671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5" name="Line 294">
            <a:extLst>
              <a:ext uri="{FF2B5EF4-FFF2-40B4-BE49-F238E27FC236}">
                <a16:creationId xmlns:a16="http://schemas.microsoft.com/office/drawing/2014/main" id="{352E5DD8-650F-408E-B21B-F4372B4F1627}"/>
              </a:ext>
            </a:extLst>
          </p:cNvPr>
          <p:cNvSpPr>
            <a:spLocks noChangeAspect="1" noChangeShapeType="1"/>
          </p:cNvSpPr>
          <p:nvPr/>
        </p:nvSpPr>
        <p:spPr bwMode="auto">
          <a:xfrm>
            <a:off x="4781550"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6" name="Line 290">
            <a:extLst>
              <a:ext uri="{FF2B5EF4-FFF2-40B4-BE49-F238E27FC236}">
                <a16:creationId xmlns:a16="http://schemas.microsoft.com/office/drawing/2014/main" id="{7E417A75-308F-4B67-A717-905F73F44ACC}"/>
              </a:ext>
            </a:extLst>
          </p:cNvPr>
          <p:cNvSpPr>
            <a:spLocks noChangeAspect="1" noChangeShapeType="1"/>
          </p:cNvSpPr>
          <p:nvPr/>
        </p:nvSpPr>
        <p:spPr bwMode="auto">
          <a:xfrm>
            <a:off x="3449638" y="3316288"/>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7" name="Line 294">
            <a:extLst>
              <a:ext uri="{FF2B5EF4-FFF2-40B4-BE49-F238E27FC236}">
                <a16:creationId xmlns:a16="http://schemas.microsoft.com/office/drawing/2014/main" id="{E3F6E647-95D7-49FA-A03A-1671F8D46E95}"/>
              </a:ext>
            </a:extLst>
          </p:cNvPr>
          <p:cNvSpPr>
            <a:spLocks noChangeAspect="1" noChangeShapeType="1"/>
          </p:cNvSpPr>
          <p:nvPr/>
        </p:nvSpPr>
        <p:spPr bwMode="auto">
          <a:xfrm>
            <a:off x="3451225"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8" name="Freeform 68">
            <a:extLst>
              <a:ext uri="{FF2B5EF4-FFF2-40B4-BE49-F238E27FC236}">
                <a16:creationId xmlns:a16="http://schemas.microsoft.com/office/drawing/2014/main" id="{CC635615-59B7-4249-AA89-FEEF0F4D1CE6}"/>
              </a:ext>
            </a:extLst>
          </p:cNvPr>
          <p:cNvSpPr>
            <a:spLocks noChangeAspect="1"/>
          </p:cNvSpPr>
          <p:nvPr/>
        </p:nvSpPr>
        <p:spPr bwMode="auto">
          <a:xfrm>
            <a:off x="4762500" y="32893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89" name="Freeform 68">
            <a:extLst>
              <a:ext uri="{FF2B5EF4-FFF2-40B4-BE49-F238E27FC236}">
                <a16:creationId xmlns:a16="http://schemas.microsoft.com/office/drawing/2014/main" id="{4891BB3C-6939-4BB4-8A36-90E914601EA5}"/>
              </a:ext>
            </a:extLst>
          </p:cNvPr>
          <p:cNvSpPr>
            <a:spLocks noChangeAspect="1"/>
          </p:cNvSpPr>
          <p:nvPr/>
        </p:nvSpPr>
        <p:spPr bwMode="auto">
          <a:xfrm>
            <a:off x="47672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0" name="Line 294">
            <a:extLst>
              <a:ext uri="{FF2B5EF4-FFF2-40B4-BE49-F238E27FC236}">
                <a16:creationId xmlns:a16="http://schemas.microsoft.com/office/drawing/2014/main" id="{9336C157-B39D-4B37-9D67-8AF15F744ABC}"/>
              </a:ext>
            </a:extLst>
          </p:cNvPr>
          <p:cNvSpPr>
            <a:spLocks noChangeAspect="1" noChangeShapeType="1"/>
          </p:cNvSpPr>
          <p:nvPr/>
        </p:nvSpPr>
        <p:spPr bwMode="auto">
          <a:xfrm>
            <a:off x="6650038" y="2058988"/>
            <a:ext cx="15875" cy="18875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1" name="Line 290">
            <a:extLst>
              <a:ext uri="{FF2B5EF4-FFF2-40B4-BE49-F238E27FC236}">
                <a16:creationId xmlns:a16="http://schemas.microsoft.com/office/drawing/2014/main" id="{797C4FBF-BA8D-494F-8069-3537CFE6D1F4}"/>
              </a:ext>
            </a:extLst>
          </p:cNvPr>
          <p:cNvSpPr>
            <a:spLocks noChangeAspect="1" noChangeShapeType="1"/>
          </p:cNvSpPr>
          <p:nvPr/>
        </p:nvSpPr>
        <p:spPr bwMode="auto">
          <a:xfrm>
            <a:off x="5316538" y="3316288"/>
            <a:ext cx="1331912"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2" name="Line 294">
            <a:extLst>
              <a:ext uri="{FF2B5EF4-FFF2-40B4-BE49-F238E27FC236}">
                <a16:creationId xmlns:a16="http://schemas.microsoft.com/office/drawing/2014/main" id="{FAA87D3F-CD96-46AC-BD4F-093A5A62FD22}"/>
              </a:ext>
            </a:extLst>
          </p:cNvPr>
          <p:cNvSpPr>
            <a:spLocks noChangeAspect="1" noChangeShapeType="1"/>
          </p:cNvSpPr>
          <p:nvPr/>
        </p:nvSpPr>
        <p:spPr bwMode="auto">
          <a:xfrm>
            <a:off x="5319713" y="3309938"/>
            <a:ext cx="0" cy="341312"/>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3" name="Freeform 68">
            <a:extLst>
              <a:ext uri="{FF2B5EF4-FFF2-40B4-BE49-F238E27FC236}">
                <a16:creationId xmlns:a16="http://schemas.microsoft.com/office/drawing/2014/main" id="{8271DEBE-65B5-44B5-A2CE-94C15DB1A3C8}"/>
              </a:ext>
            </a:extLst>
          </p:cNvPr>
          <p:cNvSpPr>
            <a:spLocks noChangeAspect="1"/>
          </p:cNvSpPr>
          <p:nvPr/>
        </p:nvSpPr>
        <p:spPr bwMode="auto">
          <a:xfrm>
            <a:off x="6630988" y="32893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4" name="Freeform 68">
            <a:extLst>
              <a:ext uri="{FF2B5EF4-FFF2-40B4-BE49-F238E27FC236}">
                <a16:creationId xmlns:a16="http://schemas.microsoft.com/office/drawing/2014/main" id="{2AF88CD4-14A6-4479-943A-B9F8DF216205}"/>
              </a:ext>
            </a:extLst>
          </p:cNvPr>
          <p:cNvSpPr>
            <a:spLocks noChangeAspect="1"/>
          </p:cNvSpPr>
          <p:nvPr/>
        </p:nvSpPr>
        <p:spPr bwMode="auto">
          <a:xfrm>
            <a:off x="6634163" y="3914775"/>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5" name="Line 294">
            <a:extLst>
              <a:ext uri="{FF2B5EF4-FFF2-40B4-BE49-F238E27FC236}">
                <a16:creationId xmlns:a16="http://schemas.microsoft.com/office/drawing/2014/main" id="{285C8CDF-70C3-4E46-86DE-52F821641B5E}"/>
              </a:ext>
            </a:extLst>
          </p:cNvPr>
          <p:cNvSpPr>
            <a:spLocks noChangeAspect="1" noChangeShapeType="1"/>
          </p:cNvSpPr>
          <p:nvPr/>
        </p:nvSpPr>
        <p:spPr bwMode="auto">
          <a:xfrm>
            <a:off x="8504238" y="2054225"/>
            <a:ext cx="15875" cy="1889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6" name="Line 290">
            <a:extLst>
              <a:ext uri="{FF2B5EF4-FFF2-40B4-BE49-F238E27FC236}">
                <a16:creationId xmlns:a16="http://schemas.microsoft.com/office/drawing/2014/main" id="{DBC6ABB8-6D07-4364-B67E-9BF79DE33AA9}"/>
              </a:ext>
            </a:extLst>
          </p:cNvPr>
          <p:cNvSpPr>
            <a:spLocks noChangeAspect="1" noChangeShapeType="1"/>
          </p:cNvSpPr>
          <p:nvPr/>
        </p:nvSpPr>
        <p:spPr bwMode="auto">
          <a:xfrm>
            <a:off x="7172325" y="3314700"/>
            <a:ext cx="1330325"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7" name="Line 294">
            <a:extLst>
              <a:ext uri="{FF2B5EF4-FFF2-40B4-BE49-F238E27FC236}">
                <a16:creationId xmlns:a16="http://schemas.microsoft.com/office/drawing/2014/main" id="{436D280D-723E-40F9-B1C0-67A043D6AD0C}"/>
              </a:ext>
            </a:extLst>
          </p:cNvPr>
          <p:cNvSpPr>
            <a:spLocks noChangeAspect="1" noChangeShapeType="1"/>
          </p:cNvSpPr>
          <p:nvPr/>
        </p:nvSpPr>
        <p:spPr bwMode="auto">
          <a:xfrm>
            <a:off x="7173913" y="3308350"/>
            <a:ext cx="0" cy="341313"/>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8" name="Freeform 68">
            <a:extLst>
              <a:ext uri="{FF2B5EF4-FFF2-40B4-BE49-F238E27FC236}">
                <a16:creationId xmlns:a16="http://schemas.microsoft.com/office/drawing/2014/main" id="{B9E64FAA-7C76-4BCA-86F9-6DCCF8588653}"/>
              </a:ext>
            </a:extLst>
          </p:cNvPr>
          <p:cNvSpPr>
            <a:spLocks noChangeAspect="1"/>
          </p:cNvSpPr>
          <p:nvPr/>
        </p:nvSpPr>
        <p:spPr bwMode="auto">
          <a:xfrm>
            <a:off x="8485188" y="32877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70C0"/>
          </a:solidFill>
          <a:ln w="19050">
            <a:solidFill>
              <a:srgbClr val="0070C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499" name="Freeform 68">
            <a:extLst>
              <a:ext uri="{FF2B5EF4-FFF2-40B4-BE49-F238E27FC236}">
                <a16:creationId xmlns:a16="http://schemas.microsoft.com/office/drawing/2014/main" id="{56211292-56FD-47C5-82AD-96577546908C}"/>
              </a:ext>
            </a:extLst>
          </p:cNvPr>
          <p:cNvSpPr>
            <a:spLocks noChangeAspect="1"/>
          </p:cNvSpPr>
          <p:nvPr/>
        </p:nvSpPr>
        <p:spPr bwMode="auto">
          <a:xfrm>
            <a:off x="8489950" y="39131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7500" name="Group 114">
            <a:extLst>
              <a:ext uri="{FF2B5EF4-FFF2-40B4-BE49-F238E27FC236}">
                <a16:creationId xmlns:a16="http://schemas.microsoft.com/office/drawing/2014/main" id="{52F6B3FC-2FC2-4BE0-A1AF-4E5FB74414F8}"/>
              </a:ext>
            </a:extLst>
          </p:cNvPr>
          <p:cNvGrpSpPr>
            <a:grpSpLocks/>
          </p:cNvGrpSpPr>
          <p:nvPr/>
        </p:nvGrpSpPr>
        <p:grpSpPr bwMode="auto">
          <a:xfrm>
            <a:off x="2663825" y="1693863"/>
            <a:ext cx="6099175" cy="250825"/>
            <a:chOff x="2663261" y="1693863"/>
            <a:chExt cx="6099739" cy="250166"/>
          </a:xfrm>
        </p:grpSpPr>
        <p:sp>
          <p:nvSpPr>
            <p:cNvPr id="147535" name="Rectangle 41">
              <a:extLst>
                <a:ext uri="{FF2B5EF4-FFF2-40B4-BE49-F238E27FC236}">
                  <a16:creationId xmlns:a16="http://schemas.microsoft.com/office/drawing/2014/main" id="{48303F9E-D988-408E-BE02-3BA1FDE73E55}"/>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6" name="Rectangle 41">
              <a:extLst>
                <a:ext uri="{FF2B5EF4-FFF2-40B4-BE49-F238E27FC236}">
                  <a16:creationId xmlns:a16="http://schemas.microsoft.com/office/drawing/2014/main" id="{3BEC76A0-7EC0-4B63-B1C7-7607E128D106}"/>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7" name="Rectangle 41">
              <a:extLst>
                <a:ext uri="{FF2B5EF4-FFF2-40B4-BE49-F238E27FC236}">
                  <a16:creationId xmlns:a16="http://schemas.microsoft.com/office/drawing/2014/main" id="{5D1D345E-204F-4353-A7B8-DB517ECFBD35}"/>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8" name="Rectangle 41">
              <a:extLst>
                <a:ext uri="{FF2B5EF4-FFF2-40B4-BE49-F238E27FC236}">
                  <a16:creationId xmlns:a16="http://schemas.microsoft.com/office/drawing/2014/main" id="{2224D850-9703-4FA1-BADF-98916A36E981}"/>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7501" name="Line 290">
            <a:extLst>
              <a:ext uri="{FF2B5EF4-FFF2-40B4-BE49-F238E27FC236}">
                <a16:creationId xmlns:a16="http://schemas.microsoft.com/office/drawing/2014/main" id="{144EC569-4AEB-49C1-8C17-F82C5A9CC421}"/>
              </a:ext>
            </a:extLst>
          </p:cNvPr>
          <p:cNvSpPr>
            <a:spLocks noChangeAspect="1" noChangeShapeType="1"/>
          </p:cNvSpPr>
          <p:nvPr/>
        </p:nvSpPr>
        <p:spPr bwMode="auto">
          <a:xfrm>
            <a:off x="1420813" y="2728913"/>
            <a:ext cx="3375025"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2" name="Line 294">
            <a:extLst>
              <a:ext uri="{FF2B5EF4-FFF2-40B4-BE49-F238E27FC236}">
                <a16:creationId xmlns:a16="http://schemas.microsoft.com/office/drawing/2014/main" id="{BA149710-DE1A-4160-97FC-7892DE7C0353}"/>
              </a:ext>
            </a:extLst>
          </p:cNvPr>
          <p:cNvSpPr>
            <a:spLocks noChangeAspect="1" noChangeShapeType="1"/>
          </p:cNvSpPr>
          <p:nvPr/>
        </p:nvSpPr>
        <p:spPr bwMode="auto">
          <a:xfrm>
            <a:off x="1425575" y="2735263"/>
            <a:ext cx="0" cy="112395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3" name="Freeform 68">
            <a:extLst>
              <a:ext uri="{FF2B5EF4-FFF2-40B4-BE49-F238E27FC236}">
                <a16:creationId xmlns:a16="http://schemas.microsoft.com/office/drawing/2014/main" id="{48C26DE4-B61E-4768-95E3-FE62DDE2AD7B}"/>
              </a:ext>
            </a:extLst>
          </p:cNvPr>
          <p:cNvSpPr>
            <a:spLocks noChangeAspect="1"/>
          </p:cNvSpPr>
          <p:nvPr/>
        </p:nvSpPr>
        <p:spPr bwMode="auto">
          <a:xfrm>
            <a:off x="4762500" y="270510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4" name="Line 290">
            <a:extLst>
              <a:ext uri="{FF2B5EF4-FFF2-40B4-BE49-F238E27FC236}">
                <a16:creationId xmlns:a16="http://schemas.microsoft.com/office/drawing/2014/main" id="{9FBCEDC6-CB17-41D3-B2E9-3A102DF6D6D5}"/>
              </a:ext>
            </a:extLst>
          </p:cNvPr>
          <p:cNvSpPr>
            <a:spLocks noChangeAspect="1" noChangeShapeType="1"/>
          </p:cNvSpPr>
          <p:nvPr/>
        </p:nvSpPr>
        <p:spPr bwMode="auto">
          <a:xfrm>
            <a:off x="3292475" y="2916238"/>
            <a:ext cx="3376613"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5" name="Line 294">
            <a:extLst>
              <a:ext uri="{FF2B5EF4-FFF2-40B4-BE49-F238E27FC236}">
                <a16:creationId xmlns:a16="http://schemas.microsoft.com/office/drawing/2014/main" id="{9133F275-6A54-4A23-9168-53A6AB47E5CA}"/>
              </a:ext>
            </a:extLst>
          </p:cNvPr>
          <p:cNvSpPr>
            <a:spLocks noChangeAspect="1" noChangeShapeType="1"/>
          </p:cNvSpPr>
          <p:nvPr/>
        </p:nvSpPr>
        <p:spPr bwMode="auto">
          <a:xfrm>
            <a:off x="3290888" y="2916238"/>
            <a:ext cx="0" cy="942975"/>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6" name="Freeform 68">
            <a:extLst>
              <a:ext uri="{FF2B5EF4-FFF2-40B4-BE49-F238E27FC236}">
                <a16:creationId xmlns:a16="http://schemas.microsoft.com/office/drawing/2014/main" id="{DC557AD5-8B58-4E14-82BB-4ED88958254B}"/>
              </a:ext>
            </a:extLst>
          </p:cNvPr>
          <p:cNvSpPr>
            <a:spLocks noChangeAspect="1"/>
          </p:cNvSpPr>
          <p:nvPr/>
        </p:nvSpPr>
        <p:spPr bwMode="auto">
          <a:xfrm>
            <a:off x="6623050" y="28940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7" name="Line 290">
            <a:extLst>
              <a:ext uri="{FF2B5EF4-FFF2-40B4-BE49-F238E27FC236}">
                <a16:creationId xmlns:a16="http://schemas.microsoft.com/office/drawing/2014/main" id="{5511A24E-813C-43EA-804E-006ED626F7E8}"/>
              </a:ext>
            </a:extLst>
          </p:cNvPr>
          <p:cNvSpPr>
            <a:spLocks noChangeAspect="1" noChangeShapeType="1"/>
          </p:cNvSpPr>
          <p:nvPr/>
        </p:nvSpPr>
        <p:spPr bwMode="auto">
          <a:xfrm>
            <a:off x="5202238" y="3081338"/>
            <a:ext cx="3316287" cy="0"/>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8" name="Line 294">
            <a:extLst>
              <a:ext uri="{FF2B5EF4-FFF2-40B4-BE49-F238E27FC236}">
                <a16:creationId xmlns:a16="http://schemas.microsoft.com/office/drawing/2014/main" id="{3A933284-6827-4D21-A600-8138DE8216D4}"/>
              </a:ext>
            </a:extLst>
          </p:cNvPr>
          <p:cNvSpPr>
            <a:spLocks noChangeAspect="1" noChangeShapeType="1"/>
          </p:cNvSpPr>
          <p:nvPr/>
        </p:nvSpPr>
        <p:spPr bwMode="auto">
          <a:xfrm>
            <a:off x="5210175" y="3076575"/>
            <a:ext cx="0" cy="779463"/>
          </a:xfrm>
          <a:prstGeom prst="line">
            <a:avLst/>
          </a:prstGeom>
          <a:noFill/>
          <a:ln w="28575">
            <a:solidFill>
              <a:srgbClr val="C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09" name="Freeform 68">
            <a:extLst>
              <a:ext uri="{FF2B5EF4-FFF2-40B4-BE49-F238E27FC236}">
                <a16:creationId xmlns:a16="http://schemas.microsoft.com/office/drawing/2014/main" id="{B80AFE0E-D3E7-45FA-9039-3B61AAEA7F03}"/>
              </a:ext>
            </a:extLst>
          </p:cNvPr>
          <p:cNvSpPr>
            <a:spLocks noChangeAspect="1"/>
          </p:cNvSpPr>
          <p:nvPr/>
        </p:nvSpPr>
        <p:spPr bwMode="auto">
          <a:xfrm>
            <a:off x="8478838" y="3052763"/>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0" name="Line 294">
            <a:extLst>
              <a:ext uri="{FF2B5EF4-FFF2-40B4-BE49-F238E27FC236}">
                <a16:creationId xmlns:a16="http://schemas.microsoft.com/office/drawing/2014/main" id="{5121735D-A36F-476B-A68C-80326D62A559}"/>
              </a:ext>
            </a:extLst>
          </p:cNvPr>
          <p:cNvSpPr>
            <a:spLocks noChangeAspect="1" noChangeShapeType="1"/>
          </p:cNvSpPr>
          <p:nvPr/>
        </p:nvSpPr>
        <p:spPr bwMode="auto">
          <a:xfrm>
            <a:off x="7097713" y="4259263"/>
            <a:ext cx="9525" cy="1208087"/>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1" name="Line 294">
            <a:extLst>
              <a:ext uri="{FF2B5EF4-FFF2-40B4-BE49-F238E27FC236}">
                <a16:creationId xmlns:a16="http://schemas.microsoft.com/office/drawing/2014/main" id="{BFD911FF-DE00-4C45-AAB3-DC5753B123D6}"/>
              </a:ext>
            </a:extLst>
          </p:cNvPr>
          <p:cNvSpPr>
            <a:spLocks noChangeAspect="1" noChangeShapeType="1"/>
          </p:cNvSpPr>
          <p:nvPr/>
        </p:nvSpPr>
        <p:spPr bwMode="auto">
          <a:xfrm>
            <a:off x="1509713" y="4244975"/>
            <a:ext cx="9525" cy="1228725"/>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2" name="Freeform 68">
            <a:extLst>
              <a:ext uri="{FF2B5EF4-FFF2-40B4-BE49-F238E27FC236}">
                <a16:creationId xmlns:a16="http://schemas.microsoft.com/office/drawing/2014/main" id="{08B65E86-883A-4347-A476-53F7B682257E}"/>
              </a:ext>
            </a:extLst>
          </p:cNvPr>
          <p:cNvSpPr>
            <a:spLocks noChangeAspect="1"/>
          </p:cNvSpPr>
          <p:nvPr/>
        </p:nvSpPr>
        <p:spPr bwMode="auto">
          <a:xfrm>
            <a:off x="1484313" y="422116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3" name="Line 294">
            <a:extLst>
              <a:ext uri="{FF2B5EF4-FFF2-40B4-BE49-F238E27FC236}">
                <a16:creationId xmlns:a16="http://schemas.microsoft.com/office/drawing/2014/main" id="{5B4726B7-CC80-47A3-9E69-5C567CD8B330}"/>
              </a:ext>
            </a:extLst>
          </p:cNvPr>
          <p:cNvSpPr>
            <a:spLocks noChangeAspect="1" noChangeShapeType="1"/>
          </p:cNvSpPr>
          <p:nvPr/>
        </p:nvSpPr>
        <p:spPr bwMode="auto">
          <a:xfrm>
            <a:off x="34544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4" name="Line 294">
            <a:extLst>
              <a:ext uri="{FF2B5EF4-FFF2-40B4-BE49-F238E27FC236}">
                <a16:creationId xmlns:a16="http://schemas.microsoft.com/office/drawing/2014/main" id="{1FDF87F2-B8A1-4A99-B29C-07834A809E79}"/>
              </a:ext>
            </a:extLst>
          </p:cNvPr>
          <p:cNvSpPr>
            <a:spLocks noChangeAspect="1" noChangeShapeType="1"/>
          </p:cNvSpPr>
          <p:nvPr/>
        </p:nvSpPr>
        <p:spPr bwMode="auto">
          <a:xfrm>
            <a:off x="5321300" y="4254500"/>
            <a:ext cx="11113" cy="1212850"/>
          </a:xfrm>
          <a:prstGeom prst="line">
            <a:avLst/>
          </a:prstGeom>
          <a:noFill/>
          <a:ln w="28575">
            <a:solidFill>
              <a:srgbClr val="7030A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7515" name="Group 6">
            <a:extLst>
              <a:ext uri="{FF2B5EF4-FFF2-40B4-BE49-F238E27FC236}">
                <a16:creationId xmlns:a16="http://schemas.microsoft.com/office/drawing/2014/main" id="{D3D494CF-76AF-4453-A863-18FC469877B3}"/>
              </a:ext>
            </a:extLst>
          </p:cNvPr>
          <p:cNvGrpSpPr>
            <a:grpSpLocks/>
          </p:cNvGrpSpPr>
          <p:nvPr/>
        </p:nvGrpSpPr>
        <p:grpSpPr bwMode="auto">
          <a:xfrm>
            <a:off x="1420813" y="5584825"/>
            <a:ext cx="5962650" cy="250825"/>
            <a:chOff x="1420343" y="5585484"/>
            <a:chExt cx="5963047" cy="250166"/>
          </a:xfrm>
        </p:grpSpPr>
        <p:sp>
          <p:nvSpPr>
            <p:cNvPr id="147531" name="Rectangle 41">
              <a:extLst>
                <a:ext uri="{FF2B5EF4-FFF2-40B4-BE49-F238E27FC236}">
                  <a16:creationId xmlns:a16="http://schemas.microsoft.com/office/drawing/2014/main" id="{9A679BB9-87A8-4A64-88C4-A5DEF1485B0E}"/>
                </a:ext>
              </a:extLst>
            </p:cNvPr>
            <p:cNvSpPr>
              <a:spLocks noChangeArrowheads="1"/>
            </p:cNvSpPr>
            <p:nvPr/>
          </p:nvSpPr>
          <p:spPr bwMode="auto">
            <a:xfrm>
              <a:off x="7006682" y="5588132"/>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2" name="Rectangle 41">
              <a:extLst>
                <a:ext uri="{FF2B5EF4-FFF2-40B4-BE49-F238E27FC236}">
                  <a16:creationId xmlns:a16="http://schemas.microsoft.com/office/drawing/2014/main" id="{0C246F4D-5765-4954-A698-C99124ED05A5}"/>
                </a:ext>
              </a:extLst>
            </p:cNvPr>
            <p:cNvSpPr>
              <a:spLocks noChangeArrowheads="1"/>
            </p:cNvSpPr>
            <p:nvPr/>
          </p:nvSpPr>
          <p:spPr bwMode="auto">
            <a:xfrm>
              <a:off x="1420343" y="5585484"/>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3" name="Rectangle 41">
              <a:extLst>
                <a:ext uri="{FF2B5EF4-FFF2-40B4-BE49-F238E27FC236}">
                  <a16:creationId xmlns:a16="http://schemas.microsoft.com/office/drawing/2014/main" id="{52F567BE-2A29-48B7-801B-AAC4AC72DDDC}"/>
                </a:ext>
              </a:extLst>
            </p:cNvPr>
            <p:cNvSpPr>
              <a:spLocks noChangeArrowheads="1"/>
            </p:cNvSpPr>
            <p:nvPr/>
          </p:nvSpPr>
          <p:spPr bwMode="auto">
            <a:xfrm>
              <a:off x="3316156"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4" name="Rectangle 41">
              <a:extLst>
                <a:ext uri="{FF2B5EF4-FFF2-40B4-BE49-F238E27FC236}">
                  <a16:creationId xmlns:a16="http://schemas.microsoft.com/office/drawing/2014/main" id="{26636F1D-CF51-446E-9876-AAE4BE0982F1}"/>
                </a:ext>
              </a:extLst>
            </p:cNvPr>
            <p:cNvSpPr>
              <a:spLocks noChangeArrowheads="1"/>
            </p:cNvSpPr>
            <p:nvPr/>
          </p:nvSpPr>
          <p:spPr bwMode="auto">
            <a:xfrm>
              <a:off x="5160731"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7516" name="Freeform 68">
            <a:extLst>
              <a:ext uri="{FF2B5EF4-FFF2-40B4-BE49-F238E27FC236}">
                <a16:creationId xmlns:a16="http://schemas.microsoft.com/office/drawing/2014/main" id="{759EA6A3-7C80-43FD-8DEA-57094AA8AAD1}"/>
              </a:ext>
            </a:extLst>
          </p:cNvPr>
          <p:cNvSpPr>
            <a:spLocks noChangeAspect="1"/>
          </p:cNvSpPr>
          <p:nvPr/>
        </p:nvSpPr>
        <p:spPr bwMode="auto">
          <a:xfrm>
            <a:off x="7067550" y="4225925"/>
            <a:ext cx="58738"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7030A0"/>
          </a:solidFill>
          <a:ln w="19050">
            <a:solidFill>
              <a:srgbClr val="7030A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7" name="Freeform 68">
            <a:extLst>
              <a:ext uri="{FF2B5EF4-FFF2-40B4-BE49-F238E27FC236}">
                <a16:creationId xmlns:a16="http://schemas.microsoft.com/office/drawing/2014/main" id="{731E866C-C568-426A-8A1A-91A61405E6F5}"/>
              </a:ext>
            </a:extLst>
          </p:cNvPr>
          <p:cNvSpPr>
            <a:spLocks noChangeAspect="1"/>
          </p:cNvSpPr>
          <p:nvPr/>
        </p:nvSpPr>
        <p:spPr bwMode="auto">
          <a:xfrm>
            <a:off x="1481138" y="402431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B050"/>
          </a:solidFill>
          <a:ln w="19050">
            <a:solidFill>
              <a:srgbClr val="00B05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8" name="Freeform 68">
            <a:extLst>
              <a:ext uri="{FF2B5EF4-FFF2-40B4-BE49-F238E27FC236}">
                <a16:creationId xmlns:a16="http://schemas.microsoft.com/office/drawing/2014/main" id="{535E1D58-1A7F-47E0-B9BD-4C64CB99B516}"/>
              </a:ext>
            </a:extLst>
          </p:cNvPr>
          <p:cNvSpPr>
            <a:spLocks noChangeAspect="1"/>
          </p:cNvSpPr>
          <p:nvPr/>
        </p:nvSpPr>
        <p:spPr bwMode="auto">
          <a:xfrm>
            <a:off x="7064375" y="3816350"/>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C00000"/>
          </a:solidFill>
          <a:ln w="19050">
            <a:solidFill>
              <a:srgbClr val="C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19" name="Line 290">
            <a:extLst>
              <a:ext uri="{FF2B5EF4-FFF2-40B4-BE49-F238E27FC236}">
                <a16:creationId xmlns:a16="http://schemas.microsoft.com/office/drawing/2014/main" id="{4EC60327-A33F-4F05-9A8E-0B5DD3F96F04}"/>
              </a:ext>
            </a:extLst>
          </p:cNvPr>
          <p:cNvSpPr>
            <a:spLocks noChangeAspect="1" noChangeShapeType="1"/>
          </p:cNvSpPr>
          <p:nvPr/>
        </p:nvSpPr>
        <p:spPr bwMode="auto">
          <a:xfrm>
            <a:off x="990600" y="2286000"/>
            <a:ext cx="69548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0" name="Line 290">
            <a:extLst>
              <a:ext uri="{FF2B5EF4-FFF2-40B4-BE49-F238E27FC236}">
                <a16:creationId xmlns:a16="http://schemas.microsoft.com/office/drawing/2014/main" id="{2029FA45-7ECA-4FDC-B95C-949AEC0D9F3F}"/>
              </a:ext>
            </a:extLst>
          </p:cNvPr>
          <p:cNvSpPr>
            <a:spLocks noChangeAspect="1" noChangeShapeType="1"/>
          </p:cNvSpPr>
          <p:nvPr/>
        </p:nvSpPr>
        <p:spPr bwMode="auto">
          <a:xfrm>
            <a:off x="992188" y="2498725"/>
            <a:ext cx="6945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1" name="Rectangle 11">
            <a:extLst>
              <a:ext uri="{FF2B5EF4-FFF2-40B4-BE49-F238E27FC236}">
                <a16:creationId xmlns:a16="http://schemas.microsoft.com/office/drawing/2014/main" id="{8F742936-1001-40A0-A963-DE2DBC486DEB}"/>
              </a:ext>
            </a:extLst>
          </p:cNvPr>
          <p:cNvSpPr>
            <a:spLocks noChangeArrowheads="1"/>
          </p:cNvSpPr>
          <p:nvPr/>
        </p:nvSpPr>
        <p:spPr bwMode="auto">
          <a:xfrm>
            <a:off x="468313" y="2103438"/>
            <a:ext cx="28892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a:t>
            </a:r>
            <a:r>
              <a:rPr kumimoji="0" lang="en-US" altLang="en-US" sz="1800" b="1" i="0" u="none" strike="noStrike" kern="1200" cap="none" spc="0" normalizeH="0" baseline="-25000" noProof="0">
                <a:ln>
                  <a:noFill/>
                </a:ln>
                <a:solidFill>
                  <a:srgbClr val="000000"/>
                </a:solidFill>
                <a:effectLst/>
                <a:uLnTx/>
                <a:uFillTx/>
                <a:latin typeface="Times-Roman" charset="0"/>
                <a:ea typeface="MS PGothic" panose="020B0600070205080204" pitchFamily="34" charset="-128"/>
                <a:cs typeface="+mn-cs"/>
              </a:rPr>
              <a:t>0</a:t>
            </a: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2" name="Rectangle 11">
            <a:extLst>
              <a:ext uri="{FF2B5EF4-FFF2-40B4-BE49-F238E27FC236}">
                <a16:creationId xmlns:a16="http://schemas.microsoft.com/office/drawing/2014/main" id="{27250B96-6353-4F41-A0D2-70745A3E259E}"/>
              </a:ext>
            </a:extLst>
          </p:cNvPr>
          <p:cNvSpPr>
            <a:spLocks noChangeArrowheads="1"/>
          </p:cNvSpPr>
          <p:nvPr/>
        </p:nvSpPr>
        <p:spPr bwMode="auto">
          <a:xfrm>
            <a:off x="465138" y="2373313"/>
            <a:ext cx="2889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a:t>
            </a:r>
            <a:r>
              <a:rPr kumimoji="0" lang="en-US" altLang="en-US" sz="1800" b="1" i="0" u="none" strike="noStrike" kern="1200" cap="none" spc="0" normalizeH="0" baseline="-25000" noProof="0">
                <a:ln>
                  <a:noFill/>
                </a:ln>
                <a:solidFill>
                  <a:srgbClr val="000000"/>
                </a:solidFill>
                <a:effectLst/>
                <a:uLnTx/>
                <a:uFillTx/>
                <a:latin typeface="Times-Roman" charset="0"/>
                <a:ea typeface="MS PGothic" panose="020B0600070205080204" pitchFamily="34" charset="-128"/>
                <a:cs typeface="+mn-cs"/>
              </a:rPr>
              <a:t>1</a:t>
            </a: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3" name="Freeform 68">
            <a:extLst>
              <a:ext uri="{FF2B5EF4-FFF2-40B4-BE49-F238E27FC236}">
                <a16:creationId xmlns:a16="http://schemas.microsoft.com/office/drawing/2014/main" id="{50E11C7C-FFDE-4D56-B145-22C6C089A6C6}"/>
              </a:ext>
            </a:extLst>
          </p:cNvPr>
          <p:cNvSpPr>
            <a:spLocks noChangeAspect="1"/>
          </p:cNvSpPr>
          <p:nvPr/>
        </p:nvSpPr>
        <p:spPr bwMode="auto">
          <a:xfrm>
            <a:off x="1943100" y="226536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4" name="Freeform 68">
            <a:extLst>
              <a:ext uri="{FF2B5EF4-FFF2-40B4-BE49-F238E27FC236}">
                <a16:creationId xmlns:a16="http://schemas.microsoft.com/office/drawing/2014/main" id="{FB6D9E25-1C54-451B-88CB-D2F136F71C4E}"/>
              </a:ext>
            </a:extLst>
          </p:cNvPr>
          <p:cNvSpPr>
            <a:spLocks noChangeAspect="1"/>
          </p:cNvSpPr>
          <p:nvPr/>
        </p:nvSpPr>
        <p:spPr bwMode="auto">
          <a:xfrm>
            <a:off x="1841500" y="246538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5" name="Freeform 68">
            <a:extLst>
              <a:ext uri="{FF2B5EF4-FFF2-40B4-BE49-F238E27FC236}">
                <a16:creationId xmlns:a16="http://schemas.microsoft.com/office/drawing/2014/main" id="{B6FBACA4-D77B-4C76-9EE5-7FAEAEA75E68}"/>
              </a:ext>
            </a:extLst>
          </p:cNvPr>
          <p:cNvSpPr>
            <a:spLocks noChangeAspect="1"/>
          </p:cNvSpPr>
          <p:nvPr/>
        </p:nvSpPr>
        <p:spPr bwMode="auto">
          <a:xfrm>
            <a:off x="3806825" y="2257425"/>
            <a:ext cx="58738"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6" name="Freeform 68">
            <a:extLst>
              <a:ext uri="{FF2B5EF4-FFF2-40B4-BE49-F238E27FC236}">
                <a16:creationId xmlns:a16="http://schemas.microsoft.com/office/drawing/2014/main" id="{578B11BB-BA66-49AB-9B8C-48C23851873E}"/>
              </a:ext>
            </a:extLst>
          </p:cNvPr>
          <p:cNvSpPr>
            <a:spLocks noChangeAspect="1"/>
          </p:cNvSpPr>
          <p:nvPr/>
        </p:nvSpPr>
        <p:spPr bwMode="auto">
          <a:xfrm>
            <a:off x="3709988" y="2468563"/>
            <a:ext cx="58737"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7" name="Freeform 68">
            <a:extLst>
              <a:ext uri="{FF2B5EF4-FFF2-40B4-BE49-F238E27FC236}">
                <a16:creationId xmlns:a16="http://schemas.microsoft.com/office/drawing/2014/main" id="{CCCD6C6C-67D7-44C1-BC55-359477F16122}"/>
              </a:ext>
            </a:extLst>
          </p:cNvPr>
          <p:cNvSpPr>
            <a:spLocks noChangeAspect="1"/>
          </p:cNvSpPr>
          <p:nvPr/>
        </p:nvSpPr>
        <p:spPr bwMode="auto">
          <a:xfrm>
            <a:off x="5672138" y="2262188"/>
            <a:ext cx="58737" cy="57150"/>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8" name="Freeform 68">
            <a:extLst>
              <a:ext uri="{FF2B5EF4-FFF2-40B4-BE49-F238E27FC236}">
                <a16:creationId xmlns:a16="http://schemas.microsoft.com/office/drawing/2014/main" id="{E6E57039-D4D0-4C39-9F2F-ED1DBF390AB9}"/>
              </a:ext>
            </a:extLst>
          </p:cNvPr>
          <p:cNvSpPr>
            <a:spLocks noChangeAspect="1"/>
          </p:cNvSpPr>
          <p:nvPr/>
        </p:nvSpPr>
        <p:spPr bwMode="auto">
          <a:xfrm>
            <a:off x="5572125" y="2471738"/>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29" name="Freeform 68">
            <a:extLst>
              <a:ext uri="{FF2B5EF4-FFF2-40B4-BE49-F238E27FC236}">
                <a16:creationId xmlns:a16="http://schemas.microsoft.com/office/drawing/2014/main" id="{78A20071-7196-4C3B-8021-C46FE2A4789D}"/>
              </a:ext>
            </a:extLst>
          </p:cNvPr>
          <p:cNvSpPr>
            <a:spLocks noChangeAspect="1"/>
          </p:cNvSpPr>
          <p:nvPr/>
        </p:nvSpPr>
        <p:spPr bwMode="auto">
          <a:xfrm>
            <a:off x="7531100" y="2246313"/>
            <a:ext cx="58738" cy="58737"/>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530" name="Freeform 68">
            <a:extLst>
              <a:ext uri="{FF2B5EF4-FFF2-40B4-BE49-F238E27FC236}">
                <a16:creationId xmlns:a16="http://schemas.microsoft.com/office/drawing/2014/main" id="{3AAE2CBB-4701-4E04-9A4C-8F204264803B}"/>
              </a:ext>
            </a:extLst>
          </p:cNvPr>
          <p:cNvSpPr>
            <a:spLocks noChangeAspect="1"/>
          </p:cNvSpPr>
          <p:nvPr/>
        </p:nvSpPr>
        <p:spPr bwMode="auto">
          <a:xfrm>
            <a:off x="7424738" y="2463800"/>
            <a:ext cx="58737" cy="58738"/>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1" name="Title 1">
            <a:extLst>
              <a:ext uri="{FF2B5EF4-FFF2-40B4-BE49-F238E27FC236}">
                <a16:creationId xmlns:a16="http://schemas.microsoft.com/office/drawing/2014/main" id="{D265794E-1264-4986-B113-13B371FEC888}"/>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Parallel-access shift left/right  register</a:t>
            </a:r>
          </a:p>
        </p:txBody>
      </p:sp>
      <p:grpSp>
        <p:nvGrpSpPr>
          <p:cNvPr id="148482" name="Group 7">
            <a:extLst>
              <a:ext uri="{FF2B5EF4-FFF2-40B4-BE49-F238E27FC236}">
                <a16:creationId xmlns:a16="http://schemas.microsoft.com/office/drawing/2014/main" id="{C9A9D6CC-CC1E-4AD1-93EB-0701AE43E1CE}"/>
              </a:ext>
            </a:extLst>
          </p:cNvPr>
          <p:cNvGrpSpPr>
            <a:grpSpLocks/>
          </p:cNvGrpSpPr>
          <p:nvPr/>
        </p:nvGrpSpPr>
        <p:grpSpPr bwMode="auto">
          <a:xfrm>
            <a:off x="303213" y="762000"/>
            <a:ext cx="8231187" cy="3581400"/>
            <a:chOff x="303213" y="1693863"/>
            <a:chExt cx="8459787" cy="4141787"/>
          </a:xfrm>
        </p:grpSpPr>
        <p:sp>
          <p:nvSpPr>
            <p:cNvPr id="148483" name="Freeform 4">
              <a:extLst>
                <a:ext uri="{FF2B5EF4-FFF2-40B4-BE49-F238E27FC236}">
                  <a16:creationId xmlns:a16="http://schemas.microsoft.com/office/drawing/2014/main" id="{360769CB-611B-42EE-8242-8E08B86EE910}"/>
                </a:ext>
              </a:extLst>
            </p:cNvPr>
            <p:cNvSpPr>
              <a:spLocks/>
            </p:cNvSpPr>
            <p:nvPr/>
          </p:nvSpPr>
          <p:spPr bwMode="auto">
            <a:xfrm>
              <a:off x="6530440" y="3948698"/>
              <a:ext cx="827674" cy="98593"/>
            </a:xfrm>
            <a:custGeom>
              <a:avLst/>
              <a:gdLst>
                <a:gd name="T0" fmla="*/ 827674 w 12503"/>
                <a:gd name="T1" fmla="*/ 98593 h 10000"/>
                <a:gd name="T2" fmla="*/ 451404 w 12503"/>
                <a:gd name="T3" fmla="*/ 98593 h 10000"/>
                <a:gd name="T4" fmla="*/ 451404 w 12503"/>
                <a:gd name="T5" fmla="*/ 0 h 10000"/>
                <a:gd name="T6" fmla="*/ 0 w 12503"/>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03" h="10000">
                  <a:moveTo>
                    <a:pt x="12503" y="10000"/>
                  </a:moveTo>
                  <a:lnTo>
                    <a:pt x="6819" y="10000"/>
                  </a:lnTo>
                  <a:lnTo>
                    <a:pt x="6819" y="0"/>
                  </a:lnTo>
                  <a:lnTo>
                    <a:pt x="0" y="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4" name="Freeform 4">
              <a:extLst>
                <a:ext uri="{FF2B5EF4-FFF2-40B4-BE49-F238E27FC236}">
                  <a16:creationId xmlns:a16="http://schemas.microsoft.com/office/drawing/2014/main" id="{5C13CE17-21CA-4B2A-B005-4202ED9000F9}"/>
                </a:ext>
              </a:extLst>
            </p:cNvPr>
            <p:cNvSpPr>
              <a:spLocks/>
            </p:cNvSpPr>
            <p:nvPr/>
          </p:nvSpPr>
          <p:spPr bwMode="auto">
            <a:xfrm>
              <a:off x="4663531" y="3946974"/>
              <a:ext cx="833830" cy="100316"/>
            </a:xfrm>
            <a:custGeom>
              <a:avLst/>
              <a:gdLst>
                <a:gd name="T0" fmla="*/ 833830 w 12596"/>
                <a:gd name="T1" fmla="*/ 100316 h 10000"/>
                <a:gd name="T2" fmla="*/ 451404 w 12596"/>
                <a:gd name="T3" fmla="*/ 100316 h 10000"/>
                <a:gd name="T4" fmla="*/ 451404 w 12596"/>
                <a:gd name="T5" fmla="*/ 0 h 10000"/>
                <a:gd name="T6" fmla="*/ 0 w 12596"/>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6" h="10000">
                  <a:moveTo>
                    <a:pt x="12596" y="10000"/>
                  </a:moveTo>
                  <a:lnTo>
                    <a:pt x="6819" y="10000"/>
                  </a:lnTo>
                  <a:lnTo>
                    <a:pt x="6819" y="0"/>
                  </a:lnTo>
                  <a:lnTo>
                    <a:pt x="0" y="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5" name="Freeform 4">
              <a:extLst>
                <a:ext uri="{FF2B5EF4-FFF2-40B4-BE49-F238E27FC236}">
                  <a16:creationId xmlns:a16="http://schemas.microsoft.com/office/drawing/2014/main" id="{1F70F12A-749F-4382-A726-5601ECABF038}"/>
                </a:ext>
              </a:extLst>
            </p:cNvPr>
            <p:cNvSpPr>
              <a:spLocks/>
            </p:cNvSpPr>
            <p:nvPr/>
          </p:nvSpPr>
          <p:spPr bwMode="auto">
            <a:xfrm>
              <a:off x="2801385" y="3953460"/>
              <a:ext cx="839920" cy="93831"/>
            </a:xfrm>
            <a:custGeom>
              <a:avLst/>
              <a:gdLst>
                <a:gd name="T0" fmla="*/ 839920 w 12688"/>
                <a:gd name="T1" fmla="*/ 93831 h 10000"/>
                <a:gd name="T2" fmla="*/ 451404 w 12688"/>
                <a:gd name="T3" fmla="*/ 93831 h 10000"/>
                <a:gd name="T4" fmla="*/ 451404 w 12688"/>
                <a:gd name="T5" fmla="*/ 0 h 10000"/>
                <a:gd name="T6" fmla="*/ 0 w 12688"/>
                <a:gd name="T7" fmla="*/ 0 h 100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688" h="10000">
                  <a:moveTo>
                    <a:pt x="12688" y="10000"/>
                  </a:moveTo>
                  <a:lnTo>
                    <a:pt x="6819" y="10000"/>
                  </a:lnTo>
                  <a:lnTo>
                    <a:pt x="6819" y="0"/>
                  </a:lnTo>
                  <a:lnTo>
                    <a:pt x="0" y="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6" name="Rectangle 11">
              <a:extLst>
                <a:ext uri="{FF2B5EF4-FFF2-40B4-BE49-F238E27FC236}">
                  <a16:creationId xmlns:a16="http://schemas.microsoft.com/office/drawing/2014/main" id="{1E731371-A4E2-40BF-9B1C-E20FD5408120}"/>
                </a:ext>
              </a:extLst>
            </p:cNvPr>
            <p:cNvSpPr>
              <a:spLocks noChangeArrowheads="1"/>
            </p:cNvSpPr>
            <p:nvPr/>
          </p:nvSpPr>
          <p:spPr bwMode="auto">
            <a:xfrm>
              <a:off x="303213" y="4642840"/>
              <a:ext cx="609144" cy="277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7" name="Line 290">
              <a:extLst>
                <a:ext uri="{FF2B5EF4-FFF2-40B4-BE49-F238E27FC236}">
                  <a16:creationId xmlns:a16="http://schemas.microsoft.com/office/drawing/2014/main" id="{30726C77-3A4A-4076-82A7-149DF0A4B4BE}"/>
                </a:ext>
              </a:extLst>
            </p:cNvPr>
            <p:cNvSpPr>
              <a:spLocks noChangeAspect="1" noChangeShapeType="1"/>
            </p:cNvSpPr>
            <p:nvPr/>
          </p:nvSpPr>
          <p:spPr bwMode="auto">
            <a:xfrm>
              <a:off x="990875" y="4788447"/>
              <a:ext cx="671544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8" name="Line 294">
              <a:extLst>
                <a:ext uri="{FF2B5EF4-FFF2-40B4-BE49-F238E27FC236}">
                  <a16:creationId xmlns:a16="http://schemas.microsoft.com/office/drawing/2014/main" id="{2329E4B5-1B01-4EC4-84DD-0A31AC128EC7}"/>
                </a:ext>
              </a:extLst>
            </p:cNvPr>
            <p:cNvSpPr>
              <a:spLocks noChangeAspect="1" noChangeShapeType="1"/>
            </p:cNvSpPr>
            <p:nvPr/>
          </p:nvSpPr>
          <p:spPr bwMode="auto">
            <a:xfrm>
              <a:off x="2105113" y="4323063"/>
              <a:ext cx="3836" cy="4678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89" name="Freeform 68">
              <a:extLst>
                <a:ext uri="{FF2B5EF4-FFF2-40B4-BE49-F238E27FC236}">
                  <a16:creationId xmlns:a16="http://schemas.microsoft.com/office/drawing/2014/main" id="{72B67379-D7A9-4CED-8438-C44F946F19A6}"/>
                </a:ext>
              </a:extLst>
            </p:cNvPr>
            <p:cNvSpPr>
              <a:spLocks noChangeAspect="1"/>
            </p:cNvSpPr>
            <p:nvPr/>
          </p:nvSpPr>
          <p:spPr bwMode="auto">
            <a:xfrm>
              <a:off x="2079301" y="476254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90" name="Line 294">
              <a:extLst>
                <a:ext uri="{FF2B5EF4-FFF2-40B4-BE49-F238E27FC236}">
                  <a16:creationId xmlns:a16="http://schemas.microsoft.com/office/drawing/2014/main" id="{E8913D08-0167-464B-9EC4-E2641F0C55ED}"/>
                </a:ext>
              </a:extLst>
            </p:cNvPr>
            <p:cNvSpPr>
              <a:spLocks noChangeAspect="1" noChangeShapeType="1"/>
            </p:cNvSpPr>
            <p:nvPr/>
          </p:nvSpPr>
          <p:spPr bwMode="auto">
            <a:xfrm>
              <a:off x="3966199" y="4323063"/>
              <a:ext cx="3836" cy="4678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91" name="Freeform 68">
              <a:extLst>
                <a:ext uri="{FF2B5EF4-FFF2-40B4-BE49-F238E27FC236}">
                  <a16:creationId xmlns:a16="http://schemas.microsoft.com/office/drawing/2014/main" id="{4BC64677-DB9E-4E6A-B294-A6C11BEFAC5C}"/>
                </a:ext>
              </a:extLst>
            </p:cNvPr>
            <p:cNvSpPr>
              <a:spLocks noChangeAspect="1"/>
            </p:cNvSpPr>
            <p:nvPr/>
          </p:nvSpPr>
          <p:spPr bwMode="auto">
            <a:xfrm>
              <a:off x="3940387" y="476254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92" name="Line 294">
              <a:extLst>
                <a:ext uri="{FF2B5EF4-FFF2-40B4-BE49-F238E27FC236}">
                  <a16:creationId xmlns:a16="http://schemas.microsoft.com/office/drawing/2014/main" id="{F207CB36-923A-456A-B8D4-918CC6C2D673}"/>
                </a:ext>
              </a:extLst>
            </p:cNvPr>
            <p:cNvSpPr>
              <a:spLocks noChangeAspect="1" noChangeShapeType="1"/>
            </p:cNvSpPr>
            <p:nvPr/>
          </p:nvSpPr>
          <p:spPr bwMode="auto">
            <a:xfrm>
              <a:off x="5833730" y="4323063"/>
              <a:ext cx="3836" cy="4678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93" name="Freeform 68">
              <a:extLst>
                <a:ext uri="{FF2B5EF4-FFF2-40B4-BE49-F238E27FC236}">
                  <a16:creationId xmlns:a16="http://schemas.microsoft.com/office/drawing/2014/main" id="{73D3BBE4-A39C-40AB-A5FF-681E8BBD59A9}"/>
                </a:ext>
              </a:extLst>
            </p:cNvPr>
            <p:cNvSpPr>
              <a:spLocks noChangeAspect="1"/>
            </p:cNvSpPr>
            <p:nvPr/>
          </p:nvSpPr>
          <p:spPr bwMode="auto">
            <a:xfrm>
              <a:off x="5807918" y="476254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494" name="Line 294">
              <a:extLst>
                <a:ext uri="{FF2B5EF4-FFF2-40B4-BE49-F238E27FC236}">
                  <a16:creationId xmlns:a16="http://schemas.microsoft.com/office/drawing/2014/main" id="{537E0E4D-05CC-4C25-A88C-E011C3893ACE}"/>
                </a:ext>
              </a:extLst>
            </p:cNvPr>
            <p:cNvSpPr>
              <a:spLocks noChangeAspect="1" noChangeShapeType="1"/>
            </p:cNvSpPr>
            <p:nvPr/>
          </p:nvSpPr>
          <p:spPr bwMode="auto">
            <a:xfrm>
              <a:off x="7688735" y="4320862"/>
              <a:ext cx="3836" cy="4678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8495" name="Group 146">
              <a:extLst>
                <a:ext uri="{FF2B5EF4-FFF2-40B4-BE49-F238E27FC236}">
                  <a16:creationId xmlns:a16="http://schemas.microsoft.com/office/drawing/2014/main" id="{4B89BEAD-4E48-4EB9-92CF-05F7C895065C}"/>
                </a:ext>
              </a:extLst>
            </p:cNvPr>
            <p:cNvGrpSpPr>
              <a:grpSpLocks/>
            </p:cNvGrpSpPr>
            <p:nvPr/>
          </p:nvGrpSpPr>
          <p:grpSpPr bwMode="auto">
            <a:xfrm>
              <a:off x="3288223" y="2293257"/>
              <a:ext cx="875313" cy="2103594"/>
              <a:chOff x="5235926" y="3472223"/>
              <a:chExt cx="1167078" cy="2804753"/>
            </a:xfrm>
          </p:grpSpPr>
          <p:sp>
            <p:nvSpPr>
              <p:cNvPr id="148620" name="Line 4">
                <a:extLst>
                  <a:ext uri="{FF2B5EF4-FFF2-40B4-BE49-F238E27FC236}">
                    <a16:creationId xmlns:a16="http://schemas.microsoft.com/office/drawing/2014/main" id="{AA4BF03D-974C-4FF8-B997-8903990ECDD9}"/>
                  </a:ext>
                </a:extLst>
              </p:cNvPr>
              <p:cNvSpPr>
                <a:spLocks noChangeAspect="1" noChangeShapeType="1"/>
              </p:cNvSpPr>
              <p:nvPr/>
            </p:nvSpPr>
            <p:spPr bwMode="auto">
              <a:xfrm>
                <a:off x="5446612" y="5279426"/>
                <a:ext cx="247995" cy="17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21" name="Line 5">
                <a:extLst>
                  <a:ext uri="{FF2B5EF4-FFF2-40B4-BE49-F238E27FC236}">
                    <a16:creationId xmlns:a16="http://schemas.microsoft.com/office/drawing/2014/main" id="{F48FD9C4-971D-4B77-BB95-48AEE8FC21B5}"/>
                  </a:ext>
                </a:extLst>
              </p:cNvPr>
              <p:cNvSpPr>
                <a:spLocks noChangeAspect="1" noChangeShapeType="1"/>
              </p:cNvSpPr>
              <p:nvPr/>
            </p:nvSpPr>
            <p:spPr bwMode="auto">
              <a:xfrm>
                <a:off x="5235926" y="5546862"/>
                <a:ext cx="4586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22" name="Line 6">
                <a:extLst>
                  <a:ext uri="{FF2B5EF4-FFF2-40B4-BE49-F238E27FC236}">
                    <a16:creationId xmlns:a16="http://schemas.microsoft.com/office/drawing/2014/main" id="{73DCA07B-0F73-48BA-8F1B-930659ED42B2}"/>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23" name="Freeform 7">
                <a:extLst>
                  <a:ext uri="{FF2B5EF4-FFF2-40B4-BE49-F238E27FC236}">
                    <a16:creationId xmlns:a16="http://schemas.microsoft.com/office/drawing/2014/main" id="{3DA77487-A339-41C3-AB40-A323E816EA3A}"/>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24" name="Line 21">
                <a:extLst>
                  <a:ext uri="{FF2B5EF4-FFF2-40B4-BE49-F238E27FC236}">
                    <a16:creationId xmlns:a16="http://schemas.microsoft.com/office/drawing/2014/main" id="{7360FC5F-4FBF-466A-97B4-54C920F261FF}"/>
                  </a:ext>
                </a:extLst>
              </p:cNvPr>
              <p:cNvSpPr>
                <a:spLocks noChangeAspect="1" noChangeShapeType="1"/>
              </p:cNvSpPr>
              <p:nvPr/>
            </p:nvSpPr>
            <p:spPr bwMode="auto">
              <a:xfrm>
                <a:off x="5446612" y="6087261"/>
                <a:ext cx="247995" cy="17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14">
                <a:extLst>
                  <a:ext uri="{FF2B5EF4-FFF2-40B4-BE49-F238E27FC236}">
                    <a16:creationId xmlns:a16="http://schemas.microsoft.com/office/drawing/2014/main" id="{A9C7CF49-B526-7543-B8AB-8295B6F6E3CE}"/>
                  </a:ext>
                </a:extLst>
              </p:cNvPr>
              <p:cNvSpPr>
                <a:spLocks noChangeAspect="1" noChangeArrowheads="1"/>
              </p:cNvSpPr>
              <p:nvPr/>
            </p:nvSpPr>
            <p:spPr bwMode="auto">
              <a:xfrm>
                <a:off x="5741126" y="5181257"/>
                <a:ext cx="224366" cy="1015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8626" name="Line 101">
                <a:extLst>
                  <a:ext uri="{FF2B5EF4-FFF2-40B4-BE49-F238E27FC236}">
                    <a16:creationId xmlns:a16="http://schemas.microsoft.com/office/drawing/2014/main" id="{F795000C-8668-414B-8814-C440E4008D0A}"/>
                  </a:ext>
                </a:extLst>
              </p:cNvPr>
              <p:cNvSpPr>
                <a:spLocks noChangeShapeType="1"/>
              </p:cNvSpPr>
              <p:nvPr/>
            </p:nvSpPr>
            <p:spPr bwMode="auto">
              <a:xfrm flipH="1">
                <a:off x="5833352" y="3752832"/>
                <a:ext cx="1511" cy="137809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27" name="Line 101">
                <a:extLst>
                  <a:ext uri="{FF2B5EF4-FFF2-40B4-BE49-F238E27FC236}">
                    <a16:creationId xmlns:a16="http://schemas.microsoft.com/office/drawing/2014/main" id="{BB9A3A36-E40F-47B2-83A9-A0CC3663CF39}"/>
                  </a:ext>
                </a:extLst>
              </p:cNvPr>
              <p:cNvSpPr>
                <a:spLocks noChangeShapeType="1"/>
              </p:cNvSpPr>
              <p:nvPr/>
            </p:nvSpPr>
            <p:spPr bwMode="auto">
              <a:xfrm flipH="1">
                <a:off x="5961092" y="3472223"/>
                <a:ext cx="18913" cy="17385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496" name="Group 174">
              <a:extLst>
                <a:ext uri="{FF2B5EF4-FFF2-40B4-BE49-F238E27FC236}">
                  <a16:creationId xmlns:a16="http://schemas.microsoft.com/office/drawing/2014/main" id="{611BBC1F-38C7-4BF2-98C8-AFE1CBFD667A}"/>
                </a:ext>
              </a:extLst>
            </p:cNvPr>
            <p:cNvGrpSpPr>
              <a:grpSpLocks/>
            </p:cNvGrpSpPr>
            <p:nvPr/>
          </p:nvGrpSpPr>
          <p:grpSpPr bwMode="auto">
            <a:xfrm>
              <a:off x="5197330" y="2286000"/>
              <a:ext cx="833738" cy="2110849"/>
              <a:chOff x="5291360" y="3462549"/>
              <a:chExt cx="1111644" cy="2814427"/>
            </a:xfrm>
          </p:grpSpPr>
          <p:sp>
            <p:nvSpPr>
              <p:cNvPr id="148612" name="Line 4">
                <a:extLst>
                  <a:ext uri="{FF2B5EF4-FFF2-40B4-BE49-F238E27FC236}">
                    <a16:creationId xmlns:a16="http://schemas.microsoft.com/office/drawing/2014/main" id="{B5F0B087-CC3B-47A6-97CC-D40144A399D9}"/>
                  </a:ext>
                </a:extLst>
              </p:cNvPr>
              <p:cNvSpPr>
                <a:spLocks noChangeAspect="1" noChangeShapeType="1"/>
              </p:cNvSpPr>
              <p:nvPr/>
            </p:nvSpPr>
            <p:spPr bwMode="auto">
              <a:xfrm>
                <a:off x="5446612" y="5279426"/>
                <a:ext cx="247995" cy="17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3" name="Line 5">
                <a:extLst>
                  <a:ext uri="{FF2B5EF4-FFF2-40B4-BE49-F238E27FC236}">
                    <a16:creationId xmlns:a16="http://schemas.microsoft.com/office/drawing/2014/main" id="{7C77BF6B-FB60-48A1-874C-712DA42776DC}"/>
                  </a:ext>
                </a:extLst>
              </p:cNvPr>
              <p:cNvSpPr>
                <a:spLocks noChangeAspect="1" noChangeShapeType="1"/>
              </p:cNvSpPr>
              <p:nvPr/>
            </p:nvSpPr>
            <p:spPr bwMode="auto">
              <a:xfrm>
                <a:off x="5291360" y="5546862"/>
                <a:ext cx="40324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4" name="Line 6">
                <a:extLst>
                  <a:ext uri="{FF2B5EF4-FFF2-40B4-BE49-F238E27FC236}">
                    <a16:creationId xmlns:a16="http://schemas.microsoft.com/office/drawing/2014/main" id="{BDF29C3A-06BB-4B81-9C38-264F98848016}"/>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5" name="Freeform 7">
                <a:extLst>
                  <a:ext uri="{FF2B5EF4-FFF2-40B4-BE49-F238E27FC236}">
                    <a16:creationId xmlns:a16="http://schemas.microsoft.com/office/drawing/2014/main" id="{2B2377BB-8AF4-4807-B301-E50A79AB8D24}"/>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6" name="Line 21">
                <a:extLst>
                  <a:ext uri="{FF2B5EF4-FFF2-40B4-BE49-F238E27FC236}">
                    <a16:creationId xmlns:a16="http://schemas.microsoft.com/office/drawing/2014/main" id="{18DC0123-0CBF-4FC0-9A8C-126BCB4286E6}"/>
                  </a:ext>
                </a:extLst>
              </p:cNvPr>
              <p:cNvSpPr>
                <a:spLocks noChangeAspect="1" noChangeShapeType="1"/>
              </p:cNvSpPr>
              <p:nvPr/>
            </p:nvSpPr>
            <p:spPr bwMode="auto">
              <a:xfrm>
                <a:off x="5446612" y="6087261"/>
                <a:ext cx="247995" cy="17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4">
                <a:extLst>
                  <a:ext uri="{FF2B5EF4-FFF2-40B4-BE49-F238E27FC236}">
                    <a16:creationId xmlns:a16="http://schemas.microsoft.com/office/drawing/2014/main" id="{9D20D80A-702C-7C43-B14E-A0694295391F}"/>
                  </a:ext>
                </a:extLst>
              </p:cNvPr>
              <p:cNvSpPr>
                <a:spLocks noChangeAspect="1" noChangeArrowheads="1"/>
              </p:cNvSpPr>
              <p:nvPr/>
            </p:nvSpPr>
            <p:spPr bwMode="auto">
              <a:xfrm>
                <a:off x="5742401" y="5181259"/>
                <a:ext cx="224365" cy="1015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8618" name="Line 101">
                <a:extLst>
                  <a:ext uri="{FF2B5EF4-FFF2-40B4-BE49-F238E27FC236}">
                    <a16:creationId xmlns:a16="http://schemas.microsoft.com/office/drawing/2014/main" id="{D2DC90EF-4CAA-45C7-AAE6-41D4FFDEF58C}"/>
                  </a:ext>
                </a:extLst>
              </p:cNvPr>
              <p:cNvSpPr>
                <a:spLocks noChangeShapeType="1"/>
              </p:cNvSpPr>
              <p:nvPr/>
            </p:nvSpPr>
            <p:spPr bwMode="auto">
              <a:xfrm>
                <a:off x="5831602" y="3733480"/>
                <a:ext cx="1751" cy="1397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9" name="Line 101">
                <a:extLst>
                  <a:ext uri="{FF2B5EF4-FFF2-40B4-BE49-F238E27FC236}">
                    <a16:creationId xmlns:a16="http://schemas.microsoft.com/office/drawing/2014/main" id="{D3435B46-2A27-44E9-88C6-42CCF1D51638}"/>
                  </a:ext>
                </a:extLst>
              </p:cNvPr>
              <p:cNvSpPr>
                <a:spLocks noChangeShapeType="1"/>
              </p:cNvSpPr>
              <p:nvPr/>
            </p:nvSpPr>
            <p:spPr bwMode="auto">
              <a:xfrm flipH="1">
                <a:off x="5961092" y="3462549"/>
                <a:ext cx="5975" cy="17482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497" name="Group 202">
              <a:extLst>
                <a:ext uri="{FF2B5EF4-FFF2-40B4-BE49-F238E27FC236}">
                  <a16:creationId xmlns:a16="http://schemas.microsoft.com/office/drawing/2014/main" id="{2E73DFAF-EFCC-4EB8-98A8-3C758341824E}"/>
                </a:ext>
              </a:extLst>
            </p:cNvPr>
            <p:cNvGrpSpPr>
              <a:grpSpLocks/>
            </p:cNvGrpSpPr>
            <p:nvPr/>
          </p:nvGrpSpPr>
          <p:grpSpPr bwMode="auto">
            <a:xfrm>
              <a:off x="7081999" y="2300515"/>
              <a:ext cx="804076" cy="2094133"/>
              <a:chOff x="5330909" y="3484834"/>
              <a:chExt cx="1072095" cy="2792142"/>
            </a:xfrm>
          </p:grpSpPr>
          <p:sp>
            <p:nvSpPr>
              <p:cNvPr id="148604" name="Line 4">
                <a:extLst>
                  <a:ext uri="{FF2B5EF4-FFF2-40B4-BE49-F238E27FC236}">
                    <a16:creationId xmlns:a16="http://schemas.microsoft.com/office/drawing/2014/main" id="{BC94DF39-8CF8-4AAC-A3C4-ACE434D9FE4B}"/>
                  </a:ext>
                </a:extLst>
              </p:cNvPr>
              <p:cNvSpPr>
                <a:spLocks noChangeAspect="1" noChangeShapeType="1"/>
              </p:cNvSpPr>
              <p:nvPr/>
            </p:nvSpPr>
            <p:spPr bwMode="auto">
              <a:xfrm>
                <a:off x="5446612" y="5279426"/>
                <a:ext cx="247995" cy="17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5" name="Line 5">
                <a:extLst>
                  <a:ext uri="{FF2B5EF4-FFF2-40B4-BE49-F238E27FC236}">
                    <a16:creationId xmlns:a16="http://schemas.microsoft.com/office/drawing/2014/main" id="{7768867C-2AF8-4BFD-A189-EB97EC6496E2}"/>
                  </a:ext>
                </a:extLst>
              </p:cNvPr>
              <p:cNvSpPr>
                <a:spLocks noChangeAspect="1" noChangeShapeType="1"/>
              </p:cNvSpPr>
              <p:nvPr/>
            </p:nvSpPr>
            <p:spPr bwMode="auto">
              <a:xfrm>
                <a:off x="5330909" y="5546863"/>
                <a:ext cx="36369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6" name="Line 6">
                <a:extLst>
                  <a:ext uri="{FF2B5EF4-FFF2-40B4-BE49-F238E27FC236}">
                    <a16:creationId xmlns:a16="http://schemas.microsoft.com/office/drawing/2014/main" id="{E589724F-A0F7-4820-8FE5-88564447BDAE}"/>
                  </a:ext>
                </a:extLst>
              </p:cNvPr>
              <p:cNvSpPr>
                <a:spLocks noChangeAspect="1" noChangeShapeType="1"/>
              </p:cNvSpPr>
              <p:nvPr/>
            </p:nvSpPr>
            <p:spPr bwMode="auto">
              <a:xfrm flipH="1">
                <a:off x="6046069" y="5673773"/>
                <a:ext cx="35693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7" name="Freeform 7">
                <a:extLst>
                  <a:ext uri="{FF2B5EF4-FFF2-40B4-BE49-F238E27FC236}">
                    <a16:creationId xmlns:a16="http://schemas.microsoft.com/office/drawing/2014/main" id="{65E4B805-DCAC-4134-8739-6F722B96C57F}"/>
                  </a:ext>
                </a:extLst>
              </p:cNvPr>
              <p:cNvSpPr>
                <a:spLocks noChangeAspect="1"/>
              </p:cNvSpPr>
              <p:nvPr/>
            </p:nvSpPr>
            <p:spPr bwMode="auto">
              <a:xfrm>
                <a:off x="5700799" y="5062634"/>
                <a:ext cx="341795" cy="1214342"/>
              </a:xfrm>
              <a:custGeom>
                <a:avLst/>
                <a:gdLst>
                  <a:gd name="T0" fmla="*/ 11046054 w 10284"/>
                  <a:gd name="T1" fmla="*/ 127820667 h 10000"/>
                  <a:gd name="T2" fmla="*/ 11359765 w 10284"/>
                  <a:gd name="T3" fmla="*/ 23844698 h 10000"/>
                  <a:gd name="T4" fmla="*/ 0 w 10284"/>
                  <a:gd name="T5" fmla="*/ 0 h 10000"/>
                  <a:gd name="T6" fmla="*/ 0 w 10284"/>
                  <a:gd name="T7" fmla="*/ 147462649 h 10000"/>
                  <a:gd name="T8" fmla="*/ 11046054 w 10284"/>
                  <a:gd name="T9" fmla="*/ 12782066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8" name="Line 21">
                <a:extLst>
                  <a:ext uri="{FF2B5EF4-FFF2-40B4-BE49-F238E27FC236}">
                    <a16:creationId xmlns:a16="http://schemas.microsoft.com/office/drawing/2014/main" id="{0DA399A4-352B-416E-86CA-7C2FE6D33357}"/>
                  </a:ext>
                </a:extLst>
              </p:cNvPr>
              <p:cNvSpPr>
                <a:spLocks noChangeAspect="1" noChangeShapeType="1"/>
              </p:cNvSpPr>
              <p:nvPr/>
            </p:nvSpPr>
            <p:spPr bwMode="auto">
              <a:xfrm>
                <a:off x="5347272" y="6089008"/>
                <a:ext cx="34733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317C570E-DCBC-0D43-BE68-74108D8404EA}"/>
                  </a:ext>
                </a:extLst>
              </p:cNvPr>
              <p:cNvSpPr>
                <a:spLocks noChangeAspect="1" noChangeArrowheads="1"/>
              </p:cNvSpPr>
              <p:nvPr/>
            </p:nvSpPr>
            <p:spPr bwMode="auto">
              <a:xfrm>
                <a:off x="5741325" y="5179959"/>
                <a:ext cx="224365" cy="10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8610" name="Line 101">
                <a:extLst>
                  <a:ext uri="{FF2B5EF4-FFF2-40B4-BE49-F238E27FC236}">
                    <a16:creationId xmlns:a16="http://schemas.microsoft.com/office/drawing/2014/main" id="{D3391C6F-F58A-4951-A956-442A15C21F4F}"/>
                  </a:ext>
                </a:extLst>
              </p:cNvPr>
              <p:cNvSpPr>
                <a:spLocks noChangeShapeType="1"/>
              </p:cNvSpPr>
              <p:nvPr/>
            </p:nvSpPr>
            <p:spPr bwMode="auto">
              <a:xfrm flipH="1">
                <a:off x="5833351" y="3755764"/>
                <a:ext cx="2012" cy="13751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11" name="Line 101">
                <a:extLst>
                  <a:ext uri="{FF2B5EF4-FFF2-40B4-BE49-F238E27FC236}">
                    <a16:creationId xmlns:a16="http://schemas.microsoft.com/office/drawing/2014/main" id="{A48879C1-1D05-461E-AB42-1BAEB8E4E9DA}"/>
                  </a:ext>
                </a:extLst>
              </p:cNvPr>
              <p:cNvSpPr>
                <a:spLocks noChangeShapeType="1"/>
              </p:cNvSpPr>
              <p:nvPr/>
            </p:nvSpPr>
            <p:spPr bwMode="auto">
              <a:xfrm flipH="1">
                <a:off x="5961093" y="3484834"/>
                <a:ext cx="61" cy="17259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498" name="Group 5">
              <a:extLst>
                <a:ext uri="{FF2B5EF4-FFF2-40B4-BE49-F238E27FC236}">
                  <a16:creationId xmlns:a16="http://schemas.microsoft.com/office/drawing/2014/main" id="{C75DCE1E-366F-4782-8D1E-57E3B68494DD}"/>
                </a:ext>
              </a:extLst>
            </p:cNvPr>
            <p:cNvGrpSpPr>
              <a:grpSpLocks/>
            </p:cNvGrpSpPr>
            <p:nvPr/>
          </p:nvGrpSpPr>
          <p:grpSpPr bwMode="auto">
            <a:xfrm>
              <a:off x="1416588" y="2286000"/>
              <a:ext cx="885863" cy="2110849"/>
              <a:chOff x="1416588" y="2286000"/>
              <a:chExt cx="885863" cy="2110849"/>
            </a:xfrm>
          </p:grpSpPr>
          <p:sp>
            <p:nvSpPr>
              <p:cNvPr id="148595" name="Line 6">
                <a:extLst>
                  <a:ext uri="{FF2B5EF4-FFF2-40B4-BE49-F238E27FC236}">
                    <a16:creationId xmlns:a16="http://schemas.microsoft.com/office/drawing/2014/main" id="{9D3AC261-2CBC-4983-9A52-026176E7CB78}"/>
                  </a:ext>
                </a:extLst>
              </p:cNvPr>
              <p:cNvSpPr>
                <a:spLocks noChangeAspect="1" noChangeShapeType="1"/>
              </p:cNvSpPr>
              <p:nvPr/>
            </p:nvSpPr>
            <p:spPr bwMode="auto">
              <a:xfrm flipH="1">
                <a:off x="2034748" y="3944441"/>
                <a:ext cx="2677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96" name="Freeform 7">
                <a:extLst>
                  <a:ext uri="{FF2B5EF4-FFF2-40B4-BE49-F238E27FC236}">
                    <a16:creationId xmlns:a16="http://schemas.microsoft.com/office/drawing/2014/main" id="{DD4E6286-4524-4DD0-ADD4-85E326251DE2}"/>
                  </a:ext>
                </a:extLst>
              </p:cNvPr>
              <p:cNvSpPr>
                <a:spLocks noChangeAspect="1"/>
              </p:cNvSpPr>
              <p:nvPr/>
            </p:nvSpPr>
            <p:spPr bwMode="auto">
              <a:xfrm>
                <a:off x="1775794" y="3486080"/>
                <a:ext cx="256348" cy="910769"/>
              </a:xfrm>
              <a:custGeom>
                <a:avLst/>
                <a:gdLst>
                  <a:gd name="T0" fmla="*/ 8284597 w 10284"/>
                  <a:gd name="T1" fmla="*/ 95866816 h 10000"/>
                  <a:gd name="T2" fmla="*/ 8519882 w 10284"/>
                  <a:gd name="T3" fmla="*/ 17883769 h 10000"/>
                  <a:gd name="T4" fmla="*/ 0 w 10284"/>
                  <a:gd name="T5" fmla="*/ 0 h 10000"/>
                  <a:gd name="T6" fmla="*/ 0 w 10284"/>
                  <a:gd name="T7" fmla="*/ 110598505 h 10000"/>
                  <a:gd name="T8" fmla="*/ 8284597 w 10284"/>
                  <a:gd name="T9" fmla="*/ 95866816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84" h="10000">
                    <a:moveTo>
                      <a:pt x="10000" y="8668"/>
                    </a:moveTo>
                    <a:cubicBezTo>
                      <a:pt x="10095" y="6318"/>
                      <a:pt x="10189" y="3967"/>
                      <a:pt x="10284" y="1617"/>
                    </a:cubicBezTo>
                    <a:lnTo>
                      <a:pt x="0" y="0"/>
                    </a:lnTo>
                    <a:lnTo>
                      <a:pt x="0" y="10000"/>
                    </a:lnTo>
                    <a:lnTo>
                      <a:pt x="10000" y="866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97" name="Line 20">
                <a:extLst>
                  <a:ext uri="{FF2B5EF4-FFF2-40B4-BE49-F238E27FC236}">
                    <a16:creationId xmlns:a16="http://schemas.microsoft.com/office/drawing/2014/main" id="{6182167F-0E11-42ED-9069-82DC482A63DE}"/>
                  </a:ext>
                </a:extLst>
              </p:cNvPr>
              <p:cNvSpPr>
                <a:spLocks noChangeAspect="1" noChangeShapeType="1"/>
              </p:cNvSpPr>
              <p:nvPr/>
            </p:nvSpPr>
            <p:spPr bwMode="auto">
              <a:xfrm>
                <a:off x="1497408" y="4046332"/>
                <a:ext cx="26930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98" name="Line 21">
                <a:extLst>
                  <a:ext uri="{FF2B5EF4-FFF2-40B4-BE49-F238E27FC236}">
                    <a16:creationId xmlns:a16="http://schemas.microsoft.com/office/drawing/2014/main" id="{73902F15-65FD-40C4-AB5C-2C51BDE913D2}"/>
                  </a:ext>
                </a:extLst>
              </p:cNvPr>
              <p:cNvSpPr>
                <a:spLocks noChangeAspect="1" noChangeShapeType="1"/>
              </p:cNvSpPr>
              <p:nvPr/>
            </p:nvSpPr>
            <p:spPr bwMode="auto">
              <a:xfrm>
                <a:off x="1509681" y="4255871"/>
                <a:ext cx="2614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14">
                <a:extLst>
                  <a:ext uri="{FF2B5EF4-FFF2-40B4-BE49-F238E27FC236}">
                    <a16:creationId xmlns:a16="http://schemas.microsoft.com/office/drawing/2014/main" id="{74F0D7CF-815F-0041-ABC2-DB9F4491E492}"/>
                  </a:ext>
                </a:extLst>
              </p:cNvPr>
              <p:cNvSpPr>
                <a:spLocks noChangeAspect="1" noChangeArrowheads="1"/>
              </p:cNvSpPr>
              <p:nvPr/>
            </p:nvSpPr>
            <p:spPr bwMode="auto">
              <a:xfrm>
                <a:off x="1806575" y="3575050"/>
                <a:ext cx="16827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01</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10</a:t>
                </a:r>
              </a:p>
              <a:p>
                <a:pPr marL="0" marR="0" lvl="0" indent="0" algn="l" defTabSz="914400" rtl="0" eaLnBrk="0" fontAlgn="base" latinLnBrk="0" hangingPunct="0">
                  <a:lnSpc>
                    <a:spcPct val="100000"/>
                  </a:lnSpc>
                  <a:spcBef>
                    <a:spcPct val="0"/>
                  </a:spcBef>
                  <a:spcAft>
                    <a:spcPts val="300"/>
                  </a:spcAft>
                  <a:buClrTx/>
                  <a:buSzTx/>
                  <a:buFontTx/>
                  <a:buNone/>
                  <a:tabLst/>
                  <a:defRPr/>
                </a:pPr>
                <a:r>
                  <a:rPr kumimoji="0" lang="en-US" altLang="en-US" sz="1000" b="1" i="0" u="none" strike="noStrike" kern="1200" cap="none" spc="0" normalizeH="0" baseline="0" noProof="0" dirty="0">
                    <a:ln>
                      <a:noFill/>
                    </a:ln>
                    <a:solidFill>
                      <a:srgbClr val="000000"/>
                    </a:solidFill>
                    <a:effectLst/>
                    <a:uLnTx/>
                    <a:uFillTx/>
                    <a:latin typeface="Times-Roman" charset="0"/>
                    <a:ea typeface="MS PGothic" charset="-128"/>
                    <a:cs typeface="+mn-cs"/>
                  </a:rPr>
                  <a:t>11</a:t>
                </a: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48600" name="Line 101">
                <a:extLst>
                  <a:ext uri="{FF2B5EF4-FFF2-40B4-BE49-F238E27FC236}">
                    <a16:creationId xmlns:a16="http://schemas.microsoft.com/office/drawing/2014/main" id="{2A332F30-44CC-4FAA-A625-B04DB974EACC}"/>
                  </a:ext>
                </a:extLst>
              </p:cNvPr>
              <p:cNvSpPr>
                <a:spLocks noChangeShapeType="1"/>
              </p:cNvSpPr>
              <p:nvPr/>
            </p:nvSpPr>
            <p:spPr bwMode="auto">
              <a:xfrm flipH="1">
                <a:off x="1875210" y="2496457"/>
                <a:ext cx="4390" cy="10408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1" name="Line 101">
                <a:extLst>
                  <a:ext uri="{FF2B5EF4-FFF2-40B4-BE49-F238E27FC236}">
                    <a16:creationId xmlns:a16="http://schemas.microsoft.com/office/drawing/2014/main" id="{91F9D95F-9488-4589-B77F-E26FC320E509}"/>
                  </a:ext>
                </a:extLst>
              </p:cNvPr>
              <p:cNvSpPr>
                <a:spLocks noChangeShapeType="1"/>
              </p:cNvSpPr>
              <p:nvPr/>
            </p:nvSpPr>
            <p:spPr bwMode="auto">
              <a:xfrm flipH="1">
                <a:off x="1971015" y="2286000"/>
                <a:ext cx="2927" cy="131118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2" name="Line 4">
                <a:extLst>
                  <a:ext uri="{FF2B5EF4-FFF2-40B4-BE49-F238E27FC236}">
                    <a16:creationId xmlns:a16="http://schemas.microsoft.com/office/drawing/2014/main" id="{30CD915D-26AB-4493-9BCB-650961F96D69}"/>
                  </a:ext>
                </a:extLst>
              </p:cNvPr>
              <p:cNvSpPr>
                <a:spLocks noChangeAspect="1" noChangeShapeType="1"/>
              </p:cNvSpPr>
              <p:nvPr/>
            </p:nvSpPr>
            <p:spPr bwMode="auto">
              <a:xfrm>
                <a:off x="1585153" y="3648676"/>
                <a:ext cx="185997" cy="131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603" name="Line 5">
                <a:extLst>
                  <a:ext uri="{FF2B5EF4-FFF2-40B4-BE49-F238E27FC236}">
                    <a16:creationId xmlns:a16="http://schemas.microsoft.com/office/drawing/2014/main" id="{0DEF536D-F11E-4AC6-9519-1E1464A7082F}"/>
                  </a:ext>
                </a:extLst>
              </p:cNvPr>
              <p:cNvSpPr>
                <a:spLocks noChangeAspect="1" noChangeShapeType="1"/>
              </p:cNvSpPr>
              <p:nvPr/>
            </p:nvSpPr>
            <p:spPr bwMode="auto">
              <a:xfrm>
                <a:off x="1416588" y="3849256"/>
                <a:ext cx="35456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499" name="Group 2">
              <a:extLst>
                <a:ext uri="{FF2B5EF4-FFF2-40B4-BE49-F238E27FC236}">
                  <a16:creationId xmlns:a16="http://schemas.microsoft.com/office/drawing/2014/main" id="{2599B815-9394-448E-A522-35BBA6C92E3A}"/>
                </a:ext>
              </a:extLst>
            </p:cNvPr>
            <p:cNvGrpSpPr>
              <a:grpSpLocks/>
            </p:cNvGrpSpPr>
            <p:nvPr/>
          </p:nvGrpSpPr>
          <p:grpSpPr bwMode="auto">
            <a:xfrm>
              <a:off x="3959287" y="3730423"/>
              <a:ext cx="924518" cy="801207"/>
              <a:chOff x="3959287" y="3730423"/>
              <a:chExt cx="924518" cy="801207"/>
            </a:xfrm>
          </p:grpSpPr>
          <p:sp>
            <p:nvSpPr>
              <p:cNvPr id="148587" name="Line 25">
                <a:extLst>
                  <a:ext uri="{FF2B5EF4-FFF2-40B4-BE49-F238E27FC236}">
                    <a16:creationId xmlns:a16="http://schemas.microsoft.com/office/drawing/2014/main" id="{6A8AFCCE-AE9D-4495-9878-B20565613DC3}"/>
                  </a:ext>
                </a:extLst>
              </p:cNvPr>
              <p:cNvSpPr>
                <a:spLocks noChangeShapeType="1"/>
              </p:cNvSpPr>
              <p:nvPr/>
            </p:nvSpPr>
            <p:spPr bwMode="auto">
              <a:xfrm>
                <a:off x="4657490"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88" name="Rectangle 4">
                <a:extLst>
                  <a:ext uri="{FF2B5EF4-FFF2-40B4-BE49-F238E27FC236}">
                    <a16:creationId xmlns:a16="http://schemas.microsoft.com/office/drawing/2014/main" id="{D2CA26DC-C461-4632-B346-C33F86BE1947}"/>
                  </a:ext>
                </a:extLst>
              </p:cNvPr>
              <p:cNvSpPr>
                <a:spLocks noChangeArrowheads="1"/>
              </p:cNvSpPr>
              <p:nvPr/>
            </p:nvSpPr>
            <p:spPr bwMode="auto">
              <a:xfrm>
                <a:off x="4159309"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5">
                <a:extLst>
                  <a:ext uri="{FF2B5EF4-FFF2-40B4-BE49-F238E27FC236}">
                    <a16:creationId xmlns:a16="http://schemas.microsoft.com/office/drawing/2014/main" id="{D717E5CB-7E62-CD44-972A-6FB6C54C1E41}"/>
                  </a:ext>
                </a:extLst>
              </p:cNvPr>
              <p:cNvSpPr>
                <a:spLocks noChangeArrowheads="1"/>
              </p:cNvSpPr>
              <p:nvPr/>
            </p:nvSpPr>
            <p:spPr bwMode="auto">
              <a:xfrm>
                <a:off x="4208463" y="3865563"/>
                <a:ext cx="1317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dirty="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dirty="0">
                  <a:ln>
                    <a:noFill/>
                  </a:ln>
                  <a:solidFill>
                    <a:srgbClr val="000000"/>
                  </a:solidFill>
                  <a:effectLst/>
                  <a:uLnTx/>
                  <a:uFillTx/>
                  <a:latin typeface="Times" charset="0"/>
                  <a:ea typeface="MS PGothic" charset="-128"/>
                  <a:cs typeface="+mn-cs"/>
                </a:endParaRPr>
              </a:p>
            </p:txBody>
          </p:sp>
          <p:sp>
            <p:nvSpPr>
              <p:cNvPr id="137" name="Rectangle 6">
                <a:extLst>
                  <a:ext uri="{FF2B5EF4-FFF2-40B4-BE49-F238E27FC236}">
                    <a16:creationId xmlns:a16="http://schemas.microsoft.com/office/drawing/2014/main" id="{EDAF7727-E218-2343-8F3A-8C1EC2CA778F}"/>
                  </a:ext>
                </a:extLst>
              </p:cNvPr>
              <p:cNvSpPr>
                <a:spLocks noChangeArrowheads="1"/>
              </p:cNvSpPr>
              <p:nvPr/>
            </p:nvSpPr>
            <p:spPr bwMode="auto">
              <a:xfrm>
                <a:off x="4505325" y="3859213"/>
                <a:ext cx="1317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91" name="Line 7">
                <a:extLst>
                  <a:ext uri="{FF2B5EF4-FFF2-40B4-BE49-F238E27FC236}">
                    <a16:creationId xmlns:a16="http://schemas.microsoft.com/office/drawing/2014/main" id="{54D3E96D-C9C6-48CF-B3AB-C06F66C2283F}"/>
                  </a:ext>
                </a:extLst>
              </p:cNvPr>
              <p:cNvSpPr>
                <a:spLocks noChangeShapeType="1"/>
              </p:cNvSpPr>
              <p:nvPr/>
            </p:nvSpPr>
            <p:spPr bwMode="auto">
              <a:xfrm flipH="1">
                <a:off x="4516491"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138">
                <a:extLst>
                  <a:ext uri="{FF2B5EF4-FFF2-40B4-BE49-F238E27FC236}">
                    <a16:creationId xmlns:a16="http://schemas.microsoft.com/office/drawing/2014/main" id="{F1C95A2C-0623-D849-A9E9-C1A7F74B44D7}"/>
                  </a:ext>
                </a:extLst>
              </p:cNvPr>
              <p:cNvSpPr>
                <a:spLocks noChangeArrowheads="1"/>
              </p:cNvSpPr>
              <p:nvPr/>
            </p:nvSpPr>
            <p:spPr bwMode="auto">
              <a:xfrm>
                <a:off x="4506913" y="4268788"/>
                <a:ext cx="13017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93" name="Freeform 36">
                <a:extLst>
                  <a:ext uri="{FF2B5EF4-FFF2-40B4-BE49-F238E27FC236}">
                    <a16:creationId xmlns:a16="http://schemas.microsoft.com/office/drawing/2014/main" id="{E82376C7-5E9F-4EB9-B9A0-0029390955DF}"/>
                  </a:ext>
                </a:extLst>
              </p:cNvPr>
              <p:cNvSpPr>
                <a:spLocks/>
              </p:cNvSpPr>
              <p:nvPr/>
            </p:nvSpPr>
            <p:spPr bwMode="auto">
              <a:xfrm>
                <a:off x="4159309"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94" name="Line 37">
                <a:extLst>
                  <a:ext uri="{FF2B5EF4-FFF2-40B4-BE49-F238E27FC236}">
                    <a16:creationId xmlns:a16="http://schemas.microsoft.com/office/drawing/2014/main" id="{04576D74-BF3C-4053-8A5A-71FD03DFEFB7}"/>
                  </a:ext>
                </a:extLst>
              </p:cNvPr>
              <p:cNvSpPr>
                <a:spLocks noChangeShapeType="1"/>
              </p:cNvSpPr>
              <p:nvPr/>
            </p:nvSpPr>
            <p:spPr bwMode="auto">
              <a:xfrm>
                <a:off x="3959287" y="4330435"/>
                <a:ext cx="200022" cy="1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500" name="Group 1">
              <a:extLst>
                <a:ext uri="{FF2B5EF4-FFF2-40B4-BE49-F238E27FC236}">
                  <a16:creationId xmlns:a16="http://schemas.microsoft.com/office/drawing/2014/main" id="{D3D7B391-B795-476D-BF7B-9D437B37AC11}"/>
                </a:ext>
              </a:extLst>
            </p:cNvPr>
            <p:cNvGrpSpPr>
              <a:grpSpLocks/>
            </p:cNvGrpSpPr>
            <p:nvPr/>
          </p:nvGrpSpPr>
          <p:grpSpPr bwMode="auto">
            <a:xfrm>
              <a:off x="2098202" y="3730423"/>
              <a:ext cx="924518" cy="801207"/>
              <a:chOff x="2098202" y="3730423"/>
              <a:chExt cx="924518" cy="801207"/>
            </a:xfrm>
          </p:grpSpPr>
          <p:sp>
            <p:nvSpPr>
              <p:cNvPr id="148579" name="Line 25">
                <a:extLst>
                  <a:ext uri="{FF2B5EF4-FFF2-40B4-BE49-F238E27FC236}">
                    <a16:creationId xmlns:a16="http://schemas.microsoft.com/office/drawing/2014/main" id="{BF36BE73-5D6C-4C59-BB88-F13E8CD90815}"/>
                  </a:ext>
                </a:extLst>
              </p:cNvPr>
              <p:cNvSpPr>
                <a:spLocks noChangeShapeType="1"/>
              </p:cNvSpPr>
              <p:nvPr/>
            </p:nvSpPr>
            <p:spPr bwMode="auto">
              <a:xfrm>
                <a:off x="2796405"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80" name="Rectangle 4">
                <a:extLst>
                  <a:ext uri="{FF2B5EF4-FFF2-40B4-BE49-F238E27FC236}">
                    <a16:creationId xmlns:a16="http://schemas.microsoft.com/office/drawing/2014/main" id="{4874A852-BDFD-45C7-9DDF-D162832DFE5F}"/>
                  </a:ext>
                </a:extLst>
              </p:cNvPr>
              <p:cNvSpPr>
                <a:spLocks noChangeArrowheads="1"/>
              </p:cNvSpPr>
              <p:nvPr/>
            </p:nvSpPr>
            <p:spPr bwMode="auto">
              <a:xfrm>
                <a:off x="2298224"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5" name="Rectangle 5">
                <a:extLst>
                  <a:ext uri="{FF2B5EF4-FFF2-40B4-BE49-F238E27FC236}">
                    <a16:creationId xmlns:a16="http://schemas.microsoft.com/office/drawing/2014/main" id="{7E1FA6A9-1184-4B43-A93C-47FD6C44B28F}"/>
                  </a:ext>
                </a:extLst>
              </p:cNvPr>
              <p:cNvSpPr>
                <a:spLocks noChangeArrowheads="1"/>
              </p:cNvSpPr>
              <p:nvPr/>
            </p:nvSpPr>
            <p:spPr bwMode="auto">
              <a:xfrm>
                <a:off x="2347913" y="3865563"/>
                <a:ext cx="1317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05566" name="Rectangle 6">
                <a:extLst>
                  <a:ext uri="{FF2B5EF4-FFF2-40B4-BE49-F238E27FC236}">
                    <a16:creationId xmlns:a16="http://schemas.microsoft.com/office/drawing/2014/main" id="{705F09B3-3311-CE48-B022-9A768160BCC9}"/>
                  </a:ext>
                </a:extLst>
              </p:cNvPr>
              <p:cNvSpPr>
                <a:spLocks noChangeArrowheads="1"/>
              </p:cNvSpPr>
              <p:nvPr/>
            </p:nvSpPr>
            <p:spPr bwMode="auto">
              <a:xfrm>
                <a:off x="2644775" y="3859213"/>
                <a:ext cx="1317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83" name="Line 7">
                <a:extLst>
                  <a:ext uri="{FF2B5EF4-FFF2-40B4-BE49-F238E27FC236}">
                    <a16:creationId xmlns:a16="http://schemas.microsoft.com/office/drawing/2014/main" id="{A0E56481-7EE7-4223-B25C-4F831A703F87}"/>
                  </a:ext>
                </a:extLst>
              </p:cNvPr>
              <p:cNvSpPr>
                <a:spLocks noChangeShapeType="1"/>
              </p:cNvSpPr>
              <p:nvPr/>
            </p:nvSpPr>
            <p:spPr bwMode="auto">
              <a:xfrm flipH="1">
                <a:off x="2655406"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568" name="Rectangle 9">
                <a:extLst>
                  <a:ext uri="{FF2B5EF4-FFF2-40B4-BE49-F238E27FC236}">
                    <a16:creationId xmlns:a16="http://schemas.microsoft.com/office/drawing/2014/main" id="{ABDEEC5C-5EDA-2A41-9F40-9192CAD7A67E}"/>
                  </a:ext>
                </a:extLst>
              </p:cNvPr>
              <p:cNvSpPr>
                <a:spLocks noChangeArrowheads="1"/>
              </p:cNvSpPr>
              <p:nvPr/>
            </p:nvSpPr>
            <p:spPr bwMode="auto">
              <a:xfrm>
                <a:off x="2646363" y="4268788"/>
                <a:ext cx="13017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85" name="Freeform 36">
                <a:extLst>
                  <a:ext uri="{FF2B5EF4-FFF2-40B4-BE49-F238E27FC236}">
                    <a16:creationId xmlns:a16="http://schemas.microsoft.com/office/drawing/2014/main" id="{DCDEFA95-F9CA-4D3B-A607-3309BCCA55B0}"/>
                  </a:ext>
                </a:extLst>
              </p:cNvPr>
              <p:cNvSpPr>
                <a:spLocks/>
              </p:cNvSpPr>
              <p:nvPr/>
            </p:nvSpPr>
            <p:spPr bwMode="auto">
              <a:xfrm>
                <a:off x="2298224"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86" name="Line 37">
                <a:extLst>
                  <a:ext uri="{FF2B5EF4-FFF2-40B4-BE49-F238E27FC236}">
                    <a16:creationId xmlns:a16="http://schemas.microsoft.com/office/drawing/2014/main" id="{732510FD-AACE-4CB9-A112-106A3BED738F}"/>
                  </a:ext>
                </a:extLst>
              </p:cNvPr>
              <p:cNvSpPr>
                <a:spLocks noChangeShapeType="1"/>
              </p:cNvSpPr>
              <p:nvPr/>
            </p:nvSpPr>
            <p:spPr bwMode="auto">
              <a:xfrm>
                <a:off x="2098202" y="4330435"/>
                <a:ext cx="200022" cy="1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501" name="Group 3">
              <a:extLst>
                <a:ext uri="{FF2B5EF4-FFF2-40B4-BE49-F238E27FC236}">
                  <a16:creationId xmlns:a16="http://schemas.microsoft.com/office/drawing/2014/main" id="{E24D8060-EE96-43FE-9CCB-88F5281FA61F}"/>
                </a:ext>
              </a:extLst>
            </p:cNvPr>
            <p:cNvGrpSpPr>
              <a:grpSpLocks/>
            </p:cNvGrpSpPr>
            <p:nvPr/>
          </p:nvGrpSpPr>
          <p:grpSpPr bwMode="auto">
            <a:xfrm>
              <a:off x="5826819" y="3730423"/>
              <a:ext cx="924518" cy="801207"/>
              <a:chOff x="5826819" y="3730423"/>
              <a:chExt cx="924518" cy="801207"/>
            </a:xfrm>
          </p:grpSpPr>
          <p:sp>
            <p:nvSpPr>
              <p:cNvPr id="148571" name="Line 25">
                <a:extLst>
                  <a:ext uri="{FF2B5EF4-FFF2-40B4-BE49-F238E27FC236}">
                    <a16:creationId xmlns:a16="http://schemas.microsoft.com/office/drawing/2014/main" id="{A5EACCAA-F57D-4158-92CD-BA4DE1429BD1}"/>
                  </a:ext>
                </a:extLst>
              </p:cNvPr>
              <p:cNvSpPr>
                <a:spLocks noChangeShapeType="1"/>
              </p:cNvSpPr>
              <p:nvPr/>
            </p:nvSpPr>
            <p:spPr bwMode="auto">
              <a:xfrm>
                <a:off x="6525022" y="4332826"/>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72" name="Rectangle 4">
                <a:extLst>
                  <a:ext uri="{FF2B5EF4-FFF2-40B4-BE49-F238E27FC236}">
                    <a16:creationId xmlns:a16="http://schemas.microsoft.com/office/drawing/2014/main" id="{2940DDD1-D066-4F7F-8C50-0BA46102EB43}"/>
                  </a:ext>
                </a:extLst>
              </p:cNvPr>
              <p:cNvSpPr>
                <a:spLocks noChangeArrowheads="1"/>
              </p:cNvSpPr>
              <p:nvPr/>
            </p:nvSpPr>
            <p:spPr bwMode="auto">
              <a:xfrm>
                <a:off x="6026841" y="3730423"/>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5">
                <a:extLst>
                  <a:ext uri="{FF2B5EF4-FFF2-40B4-BE49-F238E27FC236}">
                    <a16:creationId xmlns:a16="http://schemas.microsoft.com/office/drawing/2014/main" id="{113394AE-6463-6C42-B560-9B26FD117314}"/>
                  </a:ext>
                </a:extLst>
              </p:cNvPr>
              <p:cNvSpPr>
                <a:spLocks noChangeArrowheads="1"/>
              </p:cNvSpPr>
              <p:nvPr/>
            </p:nvSpPr>
            <p:spPr bwMode="auto">
              <a:xfrm>
                <a:off x="6076950" y="3865563"/>
                <a:ext cx="1317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65" name="Rectangle 6">
                <a:extLst>
                  <a:ext uri="{FF2B5EF4-FFF2-40B4-BE49-F238E27FC236}">
                    <a16:creationId xmlns:a16="http://schemas.microsoft.com/office/drawing/2014/main" id="{D2CCF301-1E8E-C449-86DD-F12B890217A7}"/>
                  </a:ext>
                </a:extLst>
              </p:cNvPr>
              <p:cNvSpPr>
                <a:spLocks noChangeArrowheads="1"/>
              </p:cNvSpPr>
              <p:nvPr/>
            </p:nvSpPr>
            <p:spPr bwMode="auto">
              <a:xfrm>
                <a:off x="6373813" y="3859213"/>
                <a:ext cx="1317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75" name="Line 7">
                <a:extLst>
                  <a:ext uri="{FF2B5EF4-FFF2-40B4-BE49-F238E27FC236}">
                    <a16:creationId xmlns:a16="http://schemas.microsoft.com/office/drawing/2014/main" id="{3ED1D399-0D9A-4F4D-BADB-5B1A5410AB93}"/>
                  </a:ext>
                </a:extLst>
              </p:cNvPr>
              <p:cNvSpPr>
                <a:spLocks noChangeShapeType="1"/>
              </p:cNvSpPr>
              <p:nvPr/>
            </p:nvSpPr>
            <p:spPr bwMode="auto">
              <a:xfrm flipH="1">
                <a:off x="6384022" y="4259005"/>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166">
                <a:extLst>
                  <a:ext uri="{FF2B5EF4-FFF2-40B4-BE49-F238E27FC236}">
                    <a16:creationId xmlns:a16="http://schemas.microsoft.com/office/drawing/2014/main" id="{C430B592-802D-7640-A5B0-E5900AE5E90A}"/>
                  </a:ext>
                </a:extLst>
              </p:cNvPr>
              <p:cNvSpPr>
                <a:spLocks noChangeArrowheads="1"/>
              </p:cNvSpPr>
              <p:nvPr/>
            </p:nvSpPr>
            <p:spPr bwMode="auto">
              <a:xfrm>
                <a:off x="6375400" y="4268788"/>
                <a:ext cx="13017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77" name="Freeform 36">
                <a:extLst>
                  <a:ext uri="{FF2B5EF4-FFF2-40B4-BE49-F238E27FC236}">
                    <a16:creationId xmlns:a16="http://schemas.microsoft.com/office/drawing/2014/main" id="{34F848B7-6D5C-497F-931C-C92854BD2DF7}"/>
                  </a:ext>
                </a:extLst>
              </p:cNvPr>
              <p:cNvSpPr>
                <a:spLocks/>
              </p:cNvSpPr>
              <p:nvPr/>
            </p:nvSpPr>
            <p:spPr bwMode="auto">
              <a:xfrm>
                <a:off x="6026841" y="4287577"/>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78" name="Line 37">
                <a:extLst>
                  <a:ext uri="{FF2B5EF4-FFF2-40B4-BE49-F238E27FC236}">
                    <a16:creationId xmlns:a16="http://schemas.microsoft.com/office/drawing/2014/main" id="{7D973146-5352-4F64-9139-7D1A069A842F}"/>
                  </a:ext>
                </a:extLst>
              </p:cNvPr>
              <p:cNvSpPr>
                <a:spLocks noChangeShapeType="1"/>
              </p:cNvSpPr>
              <p:nvPr/>
            </p:nvSpPr>
            <p:spPr bwMode="auto">
              <a:xfrm>
                <a:off x="5826819" y="4330435"/>
                <a:ext cx="200022" cy="1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48502" name="Group 4">
              <a:extLst>
                <a:ext uri="{FF2B5EF4-FFF2-40B4-BE49-F238E27FC236}">
                  <a16:creationId xmlns:a16="http://schemas.microsoft.com/office/drawing/2014/main" id="{1562BA51-9923-4170-A239-467D71430545}"/>
                </a:ext>
              </a:extLst>
            </p:cNvPr>
            <p:cNvGrpSpPr>
              <a:grpSpLocks/>
            </p:cNvGrpSpPr>
            <p:nvPr/>
          </p:nvGrpSpPr>
          <p:grpSpPr bwMode="auto">
            <a:xfrm>
              <a:off x="7681824" y="3728222"/>
              <a:ext cx="924518" cy="801207"/>
              <a:chOff x="7681824" y="3728222"/>
              <a:chExt cx="924518" cy="801207"/>
            </a:xfrm>
          </p:grpSpPr>
          <p:sp>
            <p:nvSpPr>
              <p:cNvPr id="148562" name="Line 25">
                <a:extLst>
                  <a:ext uri="{FF2B5EF4-FFF2-40B4-BE49-F238E27FC236}">
                    <a16:creationId xmlns:a16="http://schemas.microsoft.com/office/drawing/2014/main" id="{A4AE3A58-F4EC-447F-83CD-8EBCAE144484}"/>
                  </a:ext>
                </a:extLst>
              </p:cNvPr>
              <p:cNvSpPr>
                <a:spLocks noChangeShapeType="1"/>
              </p:cNvSpPr>
              <p:nvPr/>
            </p:nvSpPr>
            <p:spPr bwMode="auto">
              <a:xfrm>
                <a:off x="8380027" y="3946083"/>
                <a:ext cx="225814"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63" name="Line 25">
                <a:extLst>
                  <a:ext uri="{FF2B5EF4-FFF2-40B4-BE49-F238E27FC236}">
                    <a16:creationId xmlns:a16="http://schemas.microsoft.com/office/drawing/2014/main" id="{4BDA13D9-3ACF-4832-B45F-DE0F7B7CBEAB}"/>
                  </a:ext>
                </a:extLst>
              </p:cNvPr>
              <p:cNvSpPr>
                <a:spLocks noChangeShapeType="1"/>
              </p:cNvSpPr>
              <p:nvPr/>
            </p:nvSpPr>
            <p:spPr bwMode="auto">
              <a:xfrm>
                <a:off x="8380027" y="4330625"/>
                <a:ext cx="226315" cy="1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64" name="Rectangle 4">
                <a:extLst>
                  <a:ext uri="{FF2B5EF4-FFF2-40B4-BE49-F238E27FC236}">
                    <a16:creationId xmlns:a16="http://schemas.microsoft.com/office/drawing/2014/main" id="{E3D8A2BB-E489-44E6-90D6-3D922BEF413C}"/>
                  </a:ext>
                </a:extLst>
              </p:cNvPr>
              <p:cNvSpPr>
                <a:spLocks noChangeArrowheads="1"/>
              </p:cNvSpPr>
              <p:nvPr/>
            </p:nvSpPr>
            <p:spPr bwMode="auto">
              <a:xfrm>
                <a:off x="7881846" y="3728222"/>
                <a:ext cx="500055" cy="801207"/>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5">
                <a:extLst>
                  <a:ext uri="{FF2B5EF4-FFF2-40B4-BE49-F238E27FC236}">
                    <a16:creationId xmlns:a16="http://schemas.microsoft.com/office/drawing/2014/main" id="{D86D2890-0F9A-7445-B3F3-BFC80A5C48AB}"/>
                  </a:ext>
                </a:extLst>
              </p:cNvPr>
              <p:cNvSpPr>
                <a:spLocks noChangeArrowheads="1"/>
              </p:cNvSpPr>
              <p:nvPr/>
            </p:nvSpPr>
            <p:spPr bwMode="auto">
              <a:xfrm>
                <a:off x="7931150" y="3862388"/>
                <a:ext cx="1317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D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93" name="Rectangle 6">
                <a:extLst>
                  <a:ext uri="{FF2B5EF4-FFF2-40B4-BE49-F238E27FC236}">
                    <a16:creationId xmlns:a16="http://schemas.microsoft.com/office/drawing/2014/main" id="{464B2B69-98DB-C640-9BBA-BF779D26DB01}"/>
                  </a:ext>
                </a:extLst>
              </p:cNvPr>
              <p:cNvSpPr>
                <a:spLocks noChangeArrowheads="1"/>
              </p:cNvSpPr>
              <p:nvPr/>
            </p:nvSpPr>
            <p:spPr bwMode="auto">
              <a:xfrm>
                <a:off x="8228013" y="3856038"/>
                <a:ext cx="1317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67" name="Line 7">
                <a:extLst>
                  <a:ext uri="{FF2B5EF4-FFF2-40B4-BE49-F238E27FC236}">
                    <a16:creationId xmlns:a16="http://schemas.microsoft.com/office/drawing/2014/main" id="{2DFAB03B-3EA2-452E-9C9F-88CC198DC2D6}"/>
                  </a:ext>
                </a:extLst>
              </p:cNvPr>
              <p:cNvSpPr>
                <a:spLocks noChangeShapeType="1"/>
              </p:cNvSpPr>
              <p:nvPr/>
            </p:nvSpPr>
            <p:spPr bwMode="auto">
              <a:xfrm flipH="1">
                <a:off x="8239028" y="4256804"/>
                <a:ext cx="71436" cy="11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194">
                <a:extLst>
                  <a:ext uri="{FF2B5EF4-FFF2-40B4-BE49-F238E27FC236}">
                    <a16:creationId xmlns:a16="http://schemas.microsoft.com/office/drawing/2014/main" id="{042B480B-0CFB-5449-8691-F9767A15535C}"/>
                  </a:ext>
                </a:extLst>
              </p:cNvPr>
              <p:cNvSpPr>
                <a:spLocks noChangeArrowheads="1"/>
              </p:cNvSpPr>
              <p:nvPr/>
            </p:nvSpPr>
            <p:spPr bwMode="auto">
              <a:xfrm>
                <a:off x="8229600" y="4265613"/>
                <a:ext cx="13017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charset="0"/>
                    <a:ea typeface="MS PGothic" charset="-128"/>
                  </a:defRPr>
                </a:lvl1pPr>
                <a:lvl2pPr marL="742950" indent="-285750">
                  <a:spcBef>
                    <a:spcPct val="20000"/>
                  </a:spcBef>
                  <a:buFont typeface="Wingdings" charset="2"/>
                  <a:buChar char="§"/>
                  <a:defRPr sz="2000" b="1">
                    <a:solidFill>
                      <a:schemeClr val="tx1"/>
                    </a:solidFill>
                    <a:latin typeface="Arial" charset="0"/>
                    <a:ea typeface="MS PGothic" charset="-128"/>
                  </a:defRPr>
                </a:lvl2pPr>
                <a:lvl3pPr marL="1143000" indent="-228600">
                  <a:spcBef>
                    <a:spcPct val="20000"/>
                  </a:spcBef>
                  <a:buChar char="•"/>
                  <a:defRPr b="1">
                    <a:solidFill>
                      <a:schemeClr val="tx1"/>
                    </a:solidFill>
                    <a:latin typeface="Arial" charset="0"/>
                    <a:ea typeface="MS PGothic" charset="-128"/>
                  </a:defRPr>
                </a:lvl3pPr>
                <a:lvl4pPr marL="1600200" indent="-228600">
                  <a:spcBef>
                    <a:spcPct val="20000"/>
                  </a:spcBef>
                  <a:buChar char="–"/>
                  <a:defRPr b="1">
                    <a:solidFill>
                      <a:schemeClr val="tx1"/>
                    </a:solidFill>
                    <a:latin typeface="Arial" charset="0"/>
                    <a:ea typeface="MS PGothic" charset="-128"/>
                  </a:defRPr>
                </a:lvl4pPr>
                <a:lvl5pPr marL="2057400" indent="-228600">
                  <a:spcBef>
                    <a:spcPct val="20000"/>
                  </a:spcBef>
                  <a:buChar char="»"/>
                  <a:defRPr b="1">
                    <a:solidFill>
                      <a:schemeClr val="tx1"/>
                    </a:solidFill>
                    <a:latin typeface="Arial" charset="0"/>
                    <a:ea typeface="MS PGothic" charset="-128"/>
                  </a:defRPr>
                </a:lvl5pPr>
                <a:lvl6pPr marL="2514600" indent="-228600" eaLnBrk="0" fontAlgn="base" hangingPunct="0">
                  <a:spcBef>
                    <a:spcPct val="20000"/>
                  </a:spcBef>
                  <a:spcAft>
                    <a:spcPct val="0"/>
                  </a:spcAft>
                  <a:buChar char="»"/>
                  <a:defRPr b="1">
                    <a:solidFill>
                      <a:schemeClr val="tx1"/>
                    </a:solidFill>
                    <a:latin typeface="Arial" charset="0"/>
                    <a:ea typeface="MS PGothic" charset="-128"/>
                  </a:defRPr>
                </a:lvl6pPr>
                <a:lvl7pPr marL="2971800" indent="-228600" eaLnBrk="0" fontAlgn="base" hangingPunct="0">
                  <a:spcBef>
                    <a:spcPct val="20000"/>
                  </a:spcBef>
                  <a:spcAft>
                    <a:spcPct val="0"/>
                  </a:spcAft>
                  <a:buChar char="»"/>
                  <a:defRPr b="1">
                    <a:solidFill>
                      <a:schemeClr val="tx1"/>
                    </a:solidFill>
                    <a:latin typeface="Arial" charset="0"/>
                    <a:ea typeface="MS PGothic" charset="-128"/>
                  </a:defRPr>
                </a:lvl7pPr>
                <a:lvl8pPr marL="3429000" indent="-228600" eaLnBrk="0" fontAlgn="base" hangingPunct="0">
                  <a:spcBef>
                    <a:spcPct val="20000"/>
                  </a:spcBef>
                  <a:spcAft>
                    <a:spcPct val="0"/>
                  </a:spcAft>
                  <a:buChar char="»"/>
                  <a:defRPr b="1">
                    <a:solidFill>
                      <a:schemeClr val="tx1"/>
                    </a:solidFill>
                    <a:latin typeface="Arial" charset="0"/>
                    <a:ea typeface="MS PGothic" charset="-128"/>
                  </a:defRPr>
                </a:lvl8pPr>
                <a:lvl9pPr marL="3886200" indent="-228600" eaLnBrk="0" fontAlgn="base" hangingPunct="0">
                  <a:spcBef>
                    <a:spcPct val="20000"/>
                  </a:spcBef>
                  <a:spcAft>
                    <a:spcPct val="0"/>
                  </a:spcAft>
                  <a:buChar char="»"/>
                  <a:defRPr b="1">
                    <a:solidFill>
                      <a:schemeClr val="tx1"/>
                    </a:solidFill>
                    <a:latin typeface="Arial" charset="0"/>
                    <a:ea typeface="MS PGothic"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000000"/>
                    </a:solidFill>
                    <a:effectLst/>
                    <a:uLnTx/>
                    <a:uFillTx/>
                    <a:latin typeface="Times-Roman" charset="0"/>
                    <a:ea typeface="MS PGothic" charset="-128"/>
                    <a:cs typeface="+mn-cs"/>
                  </a:rPr>
                  <a:t>Q </a:t>
                </a:r>
                <a:endParaRPr kumimoji="0" lang="en-US" altLang="en-US" sz="1800" b="0" i="0" u="none" strike="noStrike" kern="1200" cap="none" spc="0" normalizeH="0" baseline="0" noProof="0">
                  <a:ln>
                    <a:noFill/>
                  </a:ln>
                  <a:solidFill>
                    <a:srgbClr val="000000"/>
                  </a:solidFill>
                  <a:effectLst/>
                  <a:uLnTx/>
                  <a:uFillTx/>
                  <a:latin typeface="Times" charset="0"/>
                  <a:ea typeface="MS PGothic" charset="-128"/>
                  <a:cs typeface="+mn-cs"/>
                </a:endParaRPr>
              </a:p>
            </p:txBody>
          </p:sp>
          <p:sp>
            <p:nvSpPr>
              <p:cNvPr id="148569" name="Freeform 36">
                <a:extLst>
                  <a:ext uri="{FF2B5EF4-FFF2-40B4-BE49-F238E27FC236}">
                    <a16:creationId xmlns:a16="http://schemas.microsoft.com/office/drawing/2014/main" id="{83888CE5-E6B1-4872-A113-EB3ECE59634C}"/>
                  </a:ext>
                </a:extLst>
              </p:cNvPr>
              <p:cNvSpPr>
                <a:spLocks/>
              </p:cNvSpPr>
              <p:nvPr/>
            </p:nvSpPr>
            <p:spPr bwMode="auto">
              <a:xfrm>
                <a:off x="7881846" y="4285376"/>
                <a:ext cx="100011" cy="100002"/>
              </a:xfrm>
              <a:custGeom>
                <a:avLst/>
                <a:gdLst>
                  <a:gd name="T0" fmla="*/ 0 w 168"/>
                  <a:gd name="T1" fmla="*/ 2147483646 h 168"/>
                  <a:gd name="T2" fmla="*/ 2147483646 w 168"/>
                  <a:gd name="T3" fmla="*/ 2147483646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70" name="Line 37">
                <a:extLst>
                  <a:ext uri="{FF2B5EF4-FFF2-40B4-BE49-F238E27FC236}">
                    <a16:creationId xmlns:a16="http://schemas.microsoft.com/office/drawing/2014/main" id="{5E32BD63-62EE-425E-8B2D-18D5FDCAEE83}"/>
                  </a:ext>
                </a:extLst>
              </p:cNvPr>
              <p:cNvSpPr>
                <a:spLocks noChangeShapeType="1"/>
              </p:cNvSpPr>
              <p:nvPr/>
            </p:nvSpPr>
            <p:spPr bwMode="auto">
              <a:xfrm>
                <a:off x="7681824" y="4328234"/>
                <a:ext cx="200022" cy="1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8503" name="Line 294">
              <a:extLst>
                <a:ext uri="{FF2B5EF4-FFF2-40B4-BE49-F238E27FC236}">
                  <a16:creationId xmlns:a16="http://schemas.microsoft.com/office/drawing/2014/main" id="{93AB0E0C-C53C-4333-A86B-31199454E2E3}"/>
                </a:ext>
              </a:extLst>
            </p:cNvPr>
            <p:cNvSpPr>
              <a:spLocks noChangeAspect="1" noChangeShapeType="1"/>
            </p:cNvSpPr>
            <p:nvPr/>
          </p:nvSpPr>
          <p:spPr bwMode="auto">
            <a:xfrm>
              <a:off x="2921139" y="2058280"/>
              <a:ext cx="15478" cy="18876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4" name="Line 290">
              <a:extLst>
                <a:ext uri="{FF2B5EF4-FFF2-40B4-BE49-F238E27FC236}">
                  <a16:creationId xmlns:a16="http://schemas.microsoft.com/office/drawing/2014/main" id="{DA3E9D0A-B886-4427-AEEC-DE9B8C6B1F5F}"/>
                </a:ext>
              </a:extLst>
            </p:cNvPr>
            <p:cNvSpPr>
              <a:spLocks noChangeAspect="1" noChangeShapeType="1"/>
            </p:cNvSpPr>
            <p:nvPr/>
          </p:nvSpPr>
          <p:spPr bwMode="auto">
            <a:xfrm>
              <a:off x="1588401" y="3316540"/>
              <a:ext cx="133068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5" name="Line 294">
              <a:extLst>
                <a:ext uri="{FF2B5EF4-FFF2-40B4-BE49-F238E27FC236}">
                  <a16:creationId xmlns:a16="http://schemas.microsoft.com/office/drawing/2014/main" id="{AD7B7452-24DE-49E4-AB8E-73DD06F90C31}"/>
                </a:ext>
              </a:extLst>
            </p:cNvPr>
            <p:cNvSpPr>
              <a:spLocks noChangeAspect="1" noChangeShapeType="1"/>
            </p:cNvSpPr>
            <p:nvPr/>
          </p:nvSpPr>
          <p:spPr bwMode="auto">
            <a:xfrm>
              <a:off x="1590347" y="3310189"/>
              <a:ext cx="0" cy="3409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6" name="Freeform 68">
              <a:extLst>
                <a:ext uri="{FF2B5EF4-FFF2-40B4-BE49-F238E27FC236}">
                  <a16:creationId xmlns:a16="http://schemas.microsoft.com/office/drawing/2014/main" id="{4968B71F-B27B-4DB5-8D7B-1A4805B324DD}"/>
                </a:ext>
              </a:extLst>
            </p:cNvPr>
            <p:cNvSpPr>
              <a:spLocks noChangeAspect="1"/>
            </p:cNvSpPr>
            <p:nvPr/>
          </p:nvSpPr>
          <p:spPr bwMode="auto">
            <a:xfrm>
              <a:off x="2901974" y="329000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7" name="Freeform 68">
              <a:extLst>
                <a:ext uri="{FF2B5EF4-FFF2-40B4-BE49-F238E27FC236}">
                  <a16:creationId xmlns:a16="http://schemas.microsoft.com/office/drawing/2014/main" id="{E1DC5869-FFCF-4252-AB8A-4BAC7A0CD982}"/>
                </a:ext>
              </a:extLst>
            </p:cNvPr>
            <p:cNvSpPr>
              <a:spLocks noChangeAspect="1"/>
            </p:cNvSpPr>
            <p:nvPr/>
          </p:nvSpPr>
          <p:spPr bwMode="auto">
            <a:xfrm>
              <a:off x="2906207" y="391513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8" name="Line 294">
              <a:extLst>
                <a:ext uri="{FF2B5EF4-FFF2-40B4-BE49-F238E27FC236}">
                  <a16:creationId xmlns:a16="http://schemas.microsoft.com/office/drawing/2014/main" id="{A95214D1-9B4F-4F23-9FB5-460076009FD1}"/>
                </a:ext>
              </a:extLst>
            </p:cNvPr>
            <p:cNvSpPr>
              <a:spLocks noChangeAspect="1" noChangeShapeType="1"/>
            </p:cNvSpPr>
            <p:nvPr/>
          </p:nvSpPr>
          <p:spPr bwMode="auto">
            <a:xfrm>
              <a:off x="4782224" y="2058280"/>
              <a:ext cx="15478" cy="18876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09" name="Line 290">
              <a:extLst>
                <a:ext uri="{FF2B5EF4-FFF2-40B4-BE49-F238E27FC236}">
                  <a16:creationId xmlns:a16="http://schemas.microsoft.com/office/drawing/2014/main" id="{B6C91EE2-7548-4AD1-93B7-FBE92E198666}"/>
                </a:ext>
              </a:extLst>
            </p:cNvPr>
            <p:cNvSpPr>
              <a:spLocks noChangeAspect="1" noChangeShapeType="1"/>
            </p:cNvSpPr>
            <p:nvPr/>
          </p:nvSpPr>
          <p:spPr bwMode="auto">
            <a:xfrm>
              <a:off x="3449487" y="3316540"/>
              <a:ext cx="133068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0" name="Line 294">
              <a:extLst>
                <a:ext uri="{FF2B5EF4-FFF2-40B4-BE49-F238E27FC236}">
                  <a16:creationId xmlns:a16="http://schemas.microsoft.com/office/drawing/2014/main" id="{551333B9-98A4-497E-8BAE-6934ACDCC69C}"/>
                </a:ext>
              </a:extLst>
            </p:cNvPr>
            <p:cNvSpPr>
              <a:spLocks noChangeAspect="1" noChangeShapeType="1"/>
            </p:cNvSpPr>
            <p:nvPr/>
          </p:nvSpPr>
          <p:spPr bwMode="auto">
            <a:xfrm>
              <a:off x="3451433" y="3310189"/>
              <a:ext cx="0" cy="3409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1" name="Freeform 68">
              <a:extLst>
                <a:ext uri="{FF2B5EF4-FFF2-40B4-BE49-F238E27FC236}">
                  <a16:creationId xmlns:a16="http://schemas.microsoft.com/office/drawing/2014/main" id="{D19E8400-3C77-4B3F-951C-8A366BF42CDB}"/>
                </a:ext>
              </a:extLst>
            </p:cNvPr>
            <p:cNvSpPr>
              <a:spLocks noChangeAspect="1"/>
            </p:cNvSpPr>
            <p:nvPr/>
          </p:nvSpPr>
          <p:spPr bwMode="auto">
            <a:xfrm>
              <a:off x="4763059" y="329000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2" name="Freeform 68">
              <a:extLst>
                <a:ext uri="{FF2B5EF4-FFF2-40B4-BE49-F238E27FC236}">
                  <a16:creationId xmlns:a16="http://schemas.microsoft.com/office/drawing/2014/main" id="{D935F8A3-796B-44D9-8231-F0EE5CE6B8A8}"/>
                </a:ext>
              </a:extLst>
            </p:cNvPr>
            <p:cNvSpPr>
              <a:spLocks noChangeAspect="1"/>
            </p:cNvSpPr>
            <p:nvPr/>
          </p:nvSpPr>
          <p:spPr bwMode="auto">
            <a:xfrm>
              <a:off x="4767292" y="391513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3" name="Line 294">
              <a:extLst>
                <a:ext uri="{FF2B5EF4-FFF2-40B4-BE49-F238E27FC236}">
                  <a16:creationId xmlns:a16="http://schemas.microsoft.com/office/drawing/2014/main" id="{4FEAA246-CA6F-4EB3-8183-370E339C7292}"/>
                </a:ext>
              </a:extLst>
            </p:cNvPr>
            <p:cNvSpPr>
              <a:spLocks noChangeAspect="1" noChangeShapeType="1"/>
            </p:cNvSpPr>
            <p:nvPr/>
          </p:nvSpPr>
          <p:spPr bwMode="auto">
            <a:xfrm>
              <a:off x="6649756" y="2058280"/>
              <a:ext cx="15478" cy="18876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4" name="Line 290">
              <a:extLst>
                <a:ext uri="{FF2B5EF4-FFF2-40B4-BE49-F238E27FC236}">
                  <a16:creationId xmlns:a16="http://schemas.microsoft.com/office/drawing/2014/main" id="{FF060845-3E54-45DE-B7E5-715CB8F1DDFB}"/>
                </a:ext>
              </a:extLst>
            </p:cNvPr>
            <p:cNvSpPr>
              <a:spLocks noChangeAspect="1" noChangeShapeType="1"/>
            </p:cNvSpPr>
            <p:nvPr/>
          </p:nvSpPr>
          <p:spPr bwMode="auto">
            <a:xfrm>
              <a:off x="5317018" y="3316540"/>
              <a:ext cx="13306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5" name="Line 294">
              <a:extLst>
                <a:ext uri="{FF2B5EF4-FFF2-40B4-BE49-F238E27FC236}">
                  <a16:creationId xmlns:a16="http://schemas.microsoft.com/office/drawing/2014/main" id="{F7E9DA42-159D-4762-90F6-03212F415E41}"/>
                </a:ext>
              </a:extLst>
            </p:cNvPr>
            <p:cNvSpPr>
              <a:spLocks noChangeAspect="1" noChangeShapeType="1"/>
            </p:cNvSpPr>
            <p:nvPr/>
          </p:nvSpPr>
          <p:spPr bwMode="auto">
            <a:xfrm>
              <a:off x="5318964" y="3310189"/>
              <a:ext cx="0" cy="3409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6" name="Freeform 68">
              <a:extLst>
                <a:ext uri="{FF2B5EF4-FFF2-40B4-BE49-F238E27FC236}">
                  <a16:creationId xmlns:a16="http://schemas.microsoft.com/office/drawing/2014/main" id="{856DA004-F134-4EEC-B799-F1FA9D1D7A9F}"/>
                </a:ext>
              </a:extLst>
            </p:cNvPr>
            <p:cNvSpPr>
              <a:spLocks noChangeAspect="1"/>
            </p:cNvSpPr>
            <p:nvPr/>
          </p:nvSpPr>
          <p:spPr bwMode="auto">
            <a:xfrm>
              <a:off x="6630591" y="329000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7" name="Freeform 68">
              <a:extLst>
                <a:ext uri="{FF2B5EF4-FFF2-40B4-BE49-F238E27FC236}">
                  <a16:creationId xmlns:a16="http://schemas.microsoft.com/office/drawing/2014/main" id="{B7256614-0511-4622-8255-867E9D04BB83}"/>
                </a:ext>
              </a:extLst>
            </p:cNvPr>
            <p:cNvSpPr>
              <a:spLocks noChangeAspect="1"/>
            </p:cNvSpPr>
            <p:nvPr/>
          </p:nvSpPr>
          <p:spPr bwMode="auto">
            <a:xfrm>
              <a:off x="6634824" y="391513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8" name="Line 294">
              <a:extLst>
                <a:ext uri="{FF2B5EF4-FFF2-40B4-BE49-F238E27FC236}">
                  <a16:creationId xmlns:a16="http://schemas.microsoft.com/office/drawing/2014/main" id="{E00D4222-D917-4E52-98CF-B6874AC8D2C5}"/>
                </a:ext>
              </a:extLst>
            </p:cNvPr>
            <p:cNvSpPr>
              <a:spLocks noChangeAspect="1" noChangeShapeType="1"/>
            </p:cNvSpPr>
            <p:nvPr/>
          </p:nvSpPr>
          <p:spPr bwMode="auto">
            <a:xfrm>
              <a:off x="8504743" y="2054034"/>
              <a:ext cx="15495" cy="188965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19" name="Line 290">
              <a:extLst>
                <a:ext uri="{FF2B5EF4-FFF2-40B4-BE49-F238E27FC236}">
                  <a16:creationId xmlns:a16="http://schemas.microsoft.com/office/drawing/2014/main" id="{FD4B43A5-ADEE-4AA6-9FCB-E8682EDA884F}"/>
                </a:ext>
              </a:extLst>
            </p:cNvPr>
            <p:cNvSpPr>
              <a:spLocks noChangeAspect="1" noChangeShapeType="1"/>
            </p:cNvSpPr>
            <p:nvPr/>
          </p:nvSpPr>
          <p:spPr bwMode="auto">
            <a:xfrm>
              <a:off x="7172023" y="3314339"/>
              <a:ext cx="133068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0" name="Line 294">
              <a:extLst>
                <a:ext uri="{FF2B5EF4-FFF2-40B4-BE49-F238E27FC236}">
                  <a16:creationId xmlns:a16="http://schemas.microsoft.com/office/drawing/2014/main" id="{F419C371-BF91-47D5-9875-66FDB281BAFD}"/>
                </a:ext>
              </a:extLst>
            </p:cNvPr>
            <p:cNvSpPr>
              <a:spLocks noChangeAspect="1" noChangeShapeType="1"/>
            </p:cNvSpPr>
            <p:nvPr/>
          </p:nvSpPr>
          <p:spPr bwMode="auto">
            <a:xfrm>
              <a:off x="7173970" y="3307989"/>
              <a:ext cx="0" cy="3409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1" name="Freeform 68">
              <a:extLst>
                <a:ext uri="{FF2B5EF4-FFF2-40B4-BE49-F238E27FC236}">
                  <a16:creationId xmlns:a16="http://schemas.microsoft.com/office/drawing/2014/main" id="{E4D8D3A4-134E-4073-B625-DE929E6916A7}"/>
                </a:ext>
              </a:extLst>
            </p:cNvPr>
            <p:cNvSpPr>
              <a:spLocks noChangeAspect="1"/>
            </p:cNvSpPr>
            <p:nvPr/>
          </p:nvSpPr>
          <p:spPr bwMode="auto">
            <a:xfrm>
              <a:off x="8485596" y="3287805"/>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2" name="Freeform 68">
              <a:extLst>
                <a:ext uri="{FF2B5EF4-FFF2-40B4-BE49-F238E27FC236}">
                  <a16:creationId xmlns:a16="http://schemas.microsoft.com/office/drawing/2014/main" id="{8297BD46-CC8E-4C9B-AA60-1CA36C486084}"/>
                </a:ext>
              </a:extLst>
            </p:cNvPr>
            <p:cNvSpPr>
              <a:spLocks noChangeAspect="1"/>
            </p:cNvSpPr>
            <p:nvPr/>
          </p:nvSpPr>
          <p:spPr bwMode="auto">
            <a:xfrm>
              <a:off x="8489829" y="391293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8523" name="Group 114">
              <a:extLst>
                <a:ext uri="{FF2B5EF4-FFF2-40B4-BE49-F238E27FC236}">
                  <a16:creationId xmlns:a16="http://schemas.microsoft.com/office/drawing/2014/main" id="{62928916-7940-4ACC-8118-49B88EA14278}"/>
                </a:ext>
              </a:extLst>
            </p:cNvPr>
            <p:cNvGrpSpPr>
              <a:grpSpLocks/>
            </p:cNvGrpSpPr>
            <p:nvPr/>
          </p:nvGrpSpPr>
          <p:grpSpPr bwMode="auto">
            <a:xfrm>
              <a:off x="2663261" y="1693863"/>
              <a:ext cx="6099739" cy="250166"/>
              <a:chOff x="2663261" y="1693863"/>
              <a:chExt cx="6099739" cy="250166"/>
            </a:xfrm>
          </p:grpSpPr>
          <p:sp>
            <p:nvSpPr>
              <p:cNvPr id="148558" name="Rectangle 41">
                <a:extLst>
                  <a:ext uri="{FF2B5EF4-FFF2-40B4-BE49-F238E27FC236}">
                    <a16:creationId xmlns:a16="http://schemas.microsoft.com/office/drawing/2014/main" id="{08A55E8C-836E-4303-8707-A6ED7A873439}"/>
                  </a:ext>
                </a:extLst>
              </p:cNvPr>
              <p:cNvSpPr>
                <a:spLocks noChangeArrowheads="1"/>
              </p:cNvSpPr>
              <p:nvPr/>
            </p:nvSpPr>
            <p:spPr bwMode="auto">
              <a:xfrm>
                <a:off x="2663261" y="1693863"/>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9" name="Rectangle 41">
                <a:extLst>
                  <a:ext uri="{FF2B5EF4-FFF2-40B4-BE49-F238E27FC236}">
                    <a16:creationId xmlns:a16="http://schemas.microsoft.com/office/drawing/2014/main" id="{64965FCF-99C5-487A-BFF3-49FC3899EDFA}"/>
                  </a:ext>
                </a:extLst>
              </p:cNvPr>
              <p:cNvSpPr>
                <a:spLocks noChangeArrowheads="1"/>
              </p:cNvSpPr>
              <p:nvPr/>
            </p:nvSpPr>
            <p:spPr bwMode="auto">
              <a:xfrm>
                <a:off x="4559074"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60" name="Rectangle 41">
                <a:extLst>
                  <a:ext uri="{FF2B5EF4-FFF2-40B4-BE49-F238E27FC236}">
                    <a16:creationId xmlns:a16="http://schemas.microsoft.com/office/drawing/2014/main" id="{C2637BD5-CC86-4D42-AB8F-49704833219E}"/>
                  </a:ext>
                </a:extLst>
              </p:cNvPr>
              <p:cNvSpPr>
                <a:spLocks noChangeArrowheads="1"/>
              </p:cNvSpPr>
              <p:nvPr/>
            </p:nvSpPr>
            <p:spPr bwMode="auto">
              <a:xfrm>
                <a:off x="6403649" y="1697805"/>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61" name="Rectangle 41">
                <a:extLst>
                  <a:ext uri="{FF2B5EF4-FFF2-40B4-BE49-F238E27FC236}">
                    <a16:creationId xmlns:a16="http://schemas.microsoft.com/office/drawing/2014/main" id="{DF20F2A5-1EC7-49B0-B9D8-810BF67E89DE}"/>
                  </a:ext>
                </a:extLst>
              </p:cNvPr>
              <p:cNvSpPr>
                <a:spLocks noChangeArrowheads="1"/>
              </p:cNvSpPr>
              <p:nvPr/>
            </p:nvSpPr>
            <p:spPr bwMode="auto">
              <a:xfrm>
                <a:off x="8250037" y="1696511"/>
                <a:ext cx="512963"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Out_0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8524" name="Line 290">
              <a:extLst>
                <a:ext uri="{FF2B5EF4-FFF2-40B4-BE49-F238E27FC236}">
                  <a16:creationId xmlns:a16="http://schemas.microsoft.com/office/drawing/2014/main" id="{EE834739-422E-42DC-9465-6991F6695224}"/>
                </a:ext>
              </a:extLst>
            </p:cNvPr>
            <p:cNvSpPr>
              <a:spLocks noChangeAspect="1" noChangeShapeType="1"/>
            </p:cNvSpPr>
            <p:nvPr/>
          </p:nvSpPr>
          <p:spPr bwMode="auto">
            <a:xfrm>
              <a:off x="1420343" y="2729082"/>
              <a:ext cx="337540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5" name="Line 294">
              <a:extLst>
                <a:ext uri="{FF2B5EF4-FFF2-40B4-BE49-F238E27FC236}">
                  <a16:creationId xmlns:a16="http://schemas.microsoft.com/office/drawing/2014/main" id="{D0141554-E92B-4346-A183-A39AF0075797}"/>
                </a:ext>
              </a:extLst>
            </p:cNvPr>
            <p:cNvSpPr>
              <a:spLocks noChangeAspect="1" noChangeShapeType="1"/>
            </p:cNvSpPr>
            <p:nvPr/>
          </p:nvSpPr>
          <p:spPr bwMode="auto">
            <a:xfrm>
              <a:off x="1425541" y="2734524"/>
              <a:ext cx="0" cy="112477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6" name="Freeform 68">
              <a:extLst>
                <a:ext uri="{FF2B5EF4-FFF2-40B4-BE49-F238E27FC236}">
                  <a16:creationId xmlns:a16="http://schemas.microsoft.com/office/drawing/2014/main" id="{7A9C2C27-089C-49E9-89EB-D82F6E1A2E47}"/>
                </a:ext>
              </a:extLst>
            </p:cNvPr>
            <p:cNvSpPr>
              <a:spLocks noChangeAspect="1"/>
            </p:cNvSpPr>
            <p:nvPr/>
          </p:nvSpPr>
          <p:spPr bwMode="auto">
            <a:xfrm>
              <a:off x="4762500" y="2705507"/>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7" name="Line 290">
              <a:extLst>
                <a:ext uri="{FF2B5EF4-FFF2-40B4-BE49-F238E27FC236}">
                  <a16:creationId xmlns:a16="http://schemas.microsoft.com/office/drawing/2014/main" id="{3D31A492-AA59-4380-870C-3B5AF2A83586}"/>
                </a:ext>
              </a:extLst>
            </p:cNvPr>
            <p:cNvSpPr>
              <a:spLocks noChangeAspect="1" noChangeShapeType="1"/>
            </p:cNvSpPr>
            <p:nvPr/>
          </p:nvSpPr>
          <p:spPr bwMode="auto">
            <a:xfrm>
              <a:off x="3292926" y="2916341"/>
              <a:ext cx="337540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8" name="Line 294">
              <a:extLst>
                <a:ext uri="{FF2B5EF4-FFF2-40B4-BE49-F238E27FC236}">
                  <a16:creationId xmlns:a16="http://schemas.microsoft.com/office/drawing/2014/main" id="{55CB40E0-ADE3-41D0-8E66-7031003B0AD3}"/>
                </a:ext>
              </a:extLst>
            </p:cNvPr>
            <p:cNvSpPr>
              <a:spLocks noChangeAspect="1" noChangeShapeType="1"/>
            </p:cNvSpPr>
            <p:nvPr/>
          </p:nvSpPr>
          <p:spPr bwMode="auto">
            <a:xfrm>
              <a:off x="3290829" y="2916341"/>
              <a:ext cx="0" cy="94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29" name="Freeform 68">
              <a:extLst>
                <a:ext uri="{FF2B5EF4-FFF2-40B4-BE49-F238E27FC236}">
                  <a16:creationId xmlns:a16="http://schemas.microsoft.com/office/drawing/2014/main" id="{7577462F-51FC-4FDF-AA95-C35F75942194}"/>
                </a:ext>
              </a:extLst>
            </p:cNvPr>
            <p:cNvSpPr>
              <a:spLocks noChangeAspect="1"/>
            </p:cNvSpPr>
            <p:nvPr/>
          </p:nvSpPr>
          <p:spPr bwMode="auto">
            <a:xfrm>
              <a:off x="6622624" y="2893400"/>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0" name="Line 290">
              <a:extLst>
                <a:ext uri="{FF2B5EF4-FFF2-40B4-BE49-F238E27FC236}">
                  <a16:creationId xmlns:a16="http://schemas.microsoft.com/office/drawing/2014/main" id="{60E147F3-46CE-4768-9827-689B110F8550}"/>
                </a:ext>
              </a:extLst>
            </p:cNvPr>
            <p:cNvSpPr>
              <a:spLocks noChangeAspect="1" noChangeShapeType="1"/>
            </p:cNvSpPr>
            <p:nvPr/>
          </p:nvSpPr>
          <p:spPr bwMode="auto">
            <a:xfrm>
              <a:off x="5201991" y="3081713"/>
              <a:ext cx="331712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1" name="Line 294">
              <a:extLst>
                <a:ext uri="{FF2B5EF4-FFF2-40B4-BE49-F238E27FC236}">
                  <a16:creationId xmlns:a16="http://schemas.microsoft.com/office/drawing/2014/main" id="{56830CA1-0041-443B-9CC7-2062D2CA23E3}"/>
                </a:ext>
              </a:extLst>
            </p:cNvPr>
            <p:cNvSpPr>
              <a:spLocks noChangeAspect="1" noChangeShapeType="1"/>
            </p:cNvSpPr>
            <p:nvPr/>
          </p:nvSpPr>
          <p:spPr bwMode="auto">
            <a:xfrm>
              <a:off x="5210523" y="3076849"/>
              <a:ext cx="0" cy="778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2" name="Freeform 68">
              <a:extLst>
                <a:ext uri="{FF2B5EF4-FFF2-40B4-BE49-F238E27FC236}">
                  <a16:creationId xmlns:a16="http://schemas.microsoft.com/office/drawing/2014/main" id="{33AAB78F-467A-4ADE-81D2-5C6D2B06439E}"/>
                </a:ext>
              </a:extLst>
            </p:cNvPr>
            <p:cNvSpPr>
              <a:spLocks noChangeAspect="1"/>
            </p:cNvSpPr>
            <p:nvPr/>
          </p:nvSpPr>
          <p:spPr bwMode="auto">
            <a:xfrm>
              <a:off x="8478573" y="3052065"/>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3" name="Freeform 68">
              <a:extLst>
                <a:ext uri="{FF2B5EF4-FFF2-40B4-BE49-F238E27FC236}">
                  <a16:creationId xmlns:a16="http://schemas.microsoft.com/office/drawing/2014/main" id="{C2C054D0-85E8-4A06-A287-37EAA935468E}"/>
                </a:ext>
              </a:extLst>
            </p:cNvPr>
            <p:cNvSpPr>
              <a:spLocks noChangeAspect="1"/>
            </p:cNvSpPr>
            <p:nvPr/>
          </p:nvSpPr>
          <p:spPr bwMode="auto">
            <a:xfrm>
              <a:off x="1483833" y="422149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4" name="Line 294">
              <a:extLst>
                <a:ext uri="{FF2B5EF4-FFF2-40B4-BE49-F238E27FC236}">
                  <a16:creationId xmlns:a16="http://schemas.microsoft.com/office/drawing/2014/main" id="{C250A81F-A184-4187-8E2A-8E48FAE38BEA}"/>
                </a:ext>
              </a:extLst>
            </p:cNvPr>
            <p:cNvSpPr>
              <a:spLocks noChangeAspect="1" noChangeShapeType="1"/>
            </p:cNvSpPr>
            <p:nvPr/>
          </p:nvSpPr>
          <p:spPr bwMode="auto">
            <a:xfrm>
              <a:off x="3455075" y="4254329"/>
              <a:ext cx="9950" cy="12134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5" name="Line 294">
              <a:extLst>
                <a:ext uri="{FF2B5EF4-FFF2-40B4-BE49-F238E27FC236}">
                  <a16:creationId xmlns:a16="http://schemas.microsoft.com/office/drawing/2014/main" id="{8D7117D8-6533-4223-AB17-5B67F0A603EE}"/>
                </a:ext>
              </a:extLst>
            </p:cNvPr>
            <p:cNvSpPr>
              <a:spLocks noChangeAspect="1" noChangeShapeType="1"/>
            </p:cNvSpPr>
            <p:nvPr/>
          </p:nvSpPr>
          <p:spPr bwMode="auto">
            <a:xfrm>
              <a:off x="5321711" y="4254329"/>
              <a:ext cx="9950" cy="12134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48536" name="Group 6">
              <a:extLst>
                <a:ext uri="{FF2B5EF4-FFF2-40B4-BE49-F238E27FC236}">
                  <a16:creationId xmlns:a16="http://schemas.microsoft.com/office/drawing/2014/main" id="{74B1A8B3-4239-4EF3-BAD9-E835F1B72FAF}"/>
                </a:ext>
              </a:extLst>
            </p:cNvPr>
            <p:cNvGrpSpPr>
              <a:grpSpLocks/>
            </p:cNvGrpSpPr>
            <p:nvPr/>
          </p:nvGrpSpPr>
          <p:grpSpPr bwMode="auto">
            <a:xfrm>
              <a:off x="1420343" y="5585484"/>
              <a:ext cx="5963047" cy="250166"/>
              <a:chOff x="1420343" y="5585484"/>
              <a:chExt cx="5963047" cy="250166"/>
            </a:xfrm>
          </p:grpSpPr>
          <p:sp>
            <p:nvSpPr>
              <p:cNvPr id="148554" name="Rectangle 41">
                <a:extLst>
                  <a:ext uri="{FF2B5EF4-FFF2-40B4-BE49-F238E27FC236}">
                    <a16:creationId xmlns:a16="http://schemas.microsoft.com/office/drawing/2014/main" id="{E9F103EB-681A-4A63-B60E-D0D633DBF325}"/>
                  </a:ext>
                </a:extLst>
              </p:cNvPr>
              <p:cNvSpPr>
                <a:spLocks noChangeArrowheads="1"/>
              </p:cNvSpPr>
              <p:nvPr/>
            </p:nvSpPr>
            <p:spPr bwMode="auto">
              <a:xfrm>
                <a:off x="7006682" y="5588132"/>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In_0</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5" name="Rectangle 41">
                <a:extLst>
                  <a:ext uri="{FF2B5EF4-FFF2-40B4-BE49-F238E27FC236}">
                    <a16:creationId xmlns:a16="http://schemas.microsoft.com/office/drawing/2014/main" id="{89E216D5-E876-471D-BE1E-0AFB63BB4868}"/>
                  </a:ext>
                </a:extLst>
              </p:cNvPr>
              <p:cNvSpPr>
                <a:spLocks noChangeArrowheads="1"/>
              </p:cNvSpPr>
              <p:nvPr/>
            </p:nvSpPr>
            <p:spPr bwMode="auto">
              <a:xfrm>
                <a:off x="1420343" y="5585484"/>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In_3</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6" name="Rectangle 41">
                <a:extLst>
                  <a:ext uri="{FF2B5EF4-FFF2-40B4-BE49-F238E27FC236}">
                    <a16:creationId xmlns:a16="http://schemas.microsoft.com/office/drawing/2014/main" id="{1361E1A0-893C-4322-82A0-B2D03AD5F286}"/>
                  </a:ext>
                </a:extLst>
              </p:cNvPr>
              <p:cNvSpPr>
                <a:spLocks noChangeArrowheads="1"/>
              </p:cNvSpPr>
              <p:nvPr/>
            </p:nvSpPr>
            <p:spPr bwMode="auto">
              <a:xfrm>
                <a:off x="3316156"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In_2</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7" name="Rectangle 41">
                <a:extLst>
                  <a:ext uri="{FF2B5EF4-FFF2-40B4-BE49-F238E27FC236}">
                    <a16:creationId xmlns:a16="http://schemas.microsoft.com/office/drawing/2014/main" id="{7E7BF40F-AF44-4426-9974-CDE91B952B12}"/>
                  </a:ext>
                </a:extLst>
              </p:cNvPr>
              <p:cNvSpPr>
                <a:spLocks noChangeArrowheads="1"/>
              </p:cNvSpPr>
              <p:nvPr/>
            </p:nvSpPr>
            <p:spPr bwMode="auto">
              <a:xfrm>
                <a:off x="5160731" y="5589426"/>
                <a:ext cx="376708" cy="246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In_1</a:t>
                </a:r>
                <a:endParaRPr kumimoji="0" lang="en-US" altLang="en-US" sz="32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8537" name="Freeform 68">
              <a:extLst>
                <a:ext uri="{FF2B5EF4-FFF2-40B4-BE49-F238E27FC236}">
                  <a16:creationId xmlns:a16="http://schemas.microsoft.com/office/drawing/2014/main" id="{661844D6-9C09-4261-969C-942189FE5282}"/>
                </a:ext>
              </a:extLst>
            </p:cNvPr>
            <p:cNvSpPr>
              <a:spLocks noChangeAspect="1"/>
            </p:cNvSpPr>
            <p:nvPr/>
          </p:nvSpPr>
          <p:spPr bwMode="auto">
            <a:xfrm>
              <a:off x="7068189" y="422522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8" name="Freeform 68">
              <a:extLst>
                <a:ext uri="{FF2B5EF4-FFF2-40B4-BE49-F238E27FC236}">
                  <a16:creationId xmlns:a16="http://schemas.microsoft.com/office/drawing/2014/main" id="{B4D1D219-2A8B-4D76-9F6E-84891C0E1035}"/>
                </a:ext>
              </a:extLst>
            </p:cNvPr>
            <p:cNvSpPr>
              <a:spLocks noChangeAspect="1"/>
            </p:cNvSpPr>
            <p:nvPr/>
          </p:nvSpPr>
          <p:spPr bwMode="auto">
            <a:xfrm>
              <a:off x="1481062" y="4024760"/>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39" name="Freeform 68">
              <a:extLst>
                <a:ext uri="{FF2B5EF4-FFF2-40B4-BE49-F238E27FC236}">
                  <a16:creationId xmlns:a16="http://schemas.microsoft.com/office/drawing/2014/main" id="{BBB93D8C-E31C-4C59-8785-701F1817CD76}"/>
                </a:ext>
              </a:extLst>
            </p:cNvPr>
            <p:cNvSpPr>
              <a:spLocks noChangeAspect="1"/>
            </p:cNvSpPr>
            <p:nvPr/>
          </p:nvSpPr>
          <p:spPr bwMode="auto">
            <a:xfrm>
              <a:off x="7064443" y="3816942"/>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chemeClr val="tx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0" name="Line 290">
              <a:extLst>
                <a:ext uri="{FF2B5EF4-FFF2-40B4-BE49-F238E27FC236}">
                  <a16:creationId xmlns:a16="http://schemas.microsoft.com/office/drawing/2014/main" id="{62C753FB-9BDD-4D5C-8FF3-824E2A9F2D75}"/>
                </a:ext>
              </a:extLst>
            </p:cNvPr>
            <p:cNvSpPr>
              <a:spLocks noChangeAspect="1" noChangeShapeType="1"/>
            </p:cNvSpPr>
            <p:nvPr/>
          </p:nvSpPr>
          <p:spPr bwMode="auto">
            <a:xfrm>
              <a:off x="990875" y="2286562"/>
              <a:ext cx="695457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1" name="Line 290">
              <a:extLst>
                <a:ext uri="{FF2B5EF4-FFF2-40B4-BE49-F238E27FC236}">
                  <a16:creationId xmlns:a16="http://schemas.microsoft.com/office/drawing/2014/main" id="{482EE897-605B-4351-AFC4-56994274B562}"/>
                </a:ext>
              </a:extLst>
            </p:cNvPr>
            <p:cNvSpPr>
              <a:spLocks noChangeAspect="1" noChangeShapeType="1"/>
            </p:cNvSpPr>
            <p:nvPr/>
          </p:nvSpPr>
          <p:spPr bwMode="auto">
            <a:xfrm>
              <a:off x="991717" y="2498275"/>
              <a:ext cx="694558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2" name="Rectangle 11">
              <a:extLst>
                <a:ext uri="{FF2B5EF4-FFF2-40B4-BE49-F238E27FC236}">
                  <a16:creationId xmlns:a16="http://schemas.microsoft.com/office/drawing/2014/main" id="{423C5FC7-52A5-459C-924E-F0AFB2F2E871}"/>
                </a:ext>
              </a:extLst>
            </p:cNvPr>
            <p:cNvSpPr>
              <a:spLocks noChangeArrowheads="1"/>
            </p:cNvSpPr>
            <p:nvPr/>
          </p:nvSpPr>
          <p:spPr bwMode="auto">
            <a:xfrm>
              <a:off x="468585" y="2103886"/>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a:t>
              </a:r>
              <a:r>
                <a:rPr kumimoji="0" lang="en-US" altLang="en-US" sz="1800" b="1" i="0" u="none" strike="noStrike" kern="1200" cap="none" spc="0" normalizeH="0" baseline="-25000" noProof="0">
                  <a:ln>
                    <a:noFill/>
                  </a:ln>
                  <a:solidFill>
                    <a:srgbClr val="000000"/>
                  </a:solidFill>
                  <a:effectLst/>
                  <a:uLnTx/>
                  <a:uFillTx/>
                  <a:latin typeface="Times-Roman" charset="0"/>
                  <a:ea typeface="MS PGothic" panose="020B0600070205080204" pitchFamily="34" charset="-128"/>
                  <a:cs typeface="+mn-cs"/>
                </a:rPr>
                <a:t>0</a:t>
              </a: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3" name="Rectangle 11">
              <a:extLst>
                <a:ext uri="{FF2B5EF4-FFF2-40B4-BE49-F238E27FC236}">
                  <a16:creationId xmlns:a16="http://schemas.microsoft.com/office/drawing/2014/main" id="{6FA0A194-817B-48BE-88FD-1DB7F061B3D6}"/>
                </a:ext>
              </a:extLst>
            </p:cNvPr>
            <p:cNvSpPr>
              <a:spLocks noChangeArrowheads="1"/>
            </p:cNvSpPr>
            <p:nvPr/>
          </p:nvSpPr>
          <p:spPr bwMode="auto">
            <a:xfrm>
              <a:off x="465342" y="2373023"/>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a:t>
              </a:r>
              <a:r>
                <a:rPr kumimoji="0" lang="en-US" altLang="en-US" sz="1800" b="1" i="0" u="none" strike="noStrike" kern="1200" cap="none" spc="0" normalizeH="0" baseline="-25000" noProof="0">
                  <a:ln>
                    <a:noFill/>
                  </a:ln>
                  <a:solidFill>
                    <a:srgbClr val="000000"/>
                  </a:solidFill>
                  <a:effectLst/>
                  <a:uLnTx/>
                  <a:uFillTx/>
                  <a:latin typeface="Times-Roman" charset="0"/>
                  <a:ea typeface="MS PGothic" panose="020B0600070205080204" pitchFamily="34" charset="-128"/>
                  <a:cs typeface="+mn-cs"/>
                </a:rPr>
                <a:t>1</a:t>
              </a:r>
              <a:r>
                <a:rPr kumimoji="0" lang="en-US" altLang="en-US" sz="18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800" b="1"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4" name="Freeform 68">
              <a:extLst>
                <a:ext uri="{FF2B5EF4-FFF2-40B4-BE49-F238E27FC236}">
                  <a16:creationId xmlns:a16="http://schemas.microsoft.com/office/drawing/2014/main" id="{DBE77716-0CAC-4501-AC50-BE4BA20B041A}"/>
                </a:ext>
              </a:extLst>
            </p:cNvPr>
            <p:cNvSpPr>
              <a:spLocks noChangeAspect="1"/>
            </p:cNvSpPr>
            <p:nvPr/>
          </p:nvSpPr>
          <p:spPr bwMode="auto">
            <a:xfrm>
              <a:off x="1942808" y="2265373"/>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5" name="Freeform 68">
              <a:extLst>
                <a:ext uri="{FF2B5EF4-FFF2-40B4-BE49-F238E27FC236}">
                  <a16:creationId xmlns:a16="http://schemas.microsoft.com/office/drawing/2014/main" id="{D5A69918-7B31-4F3A-996E-45F7C2FACCAB}"/>
                </a:ext>
              </a:extLst>
            </p:cNvPr>
            <p:cNvSpPr>
              <a:spLocks noChangeAspect="1"/>
            </p:cNvSpPr>
            <p:nvPr/>
          </p:nvSpPr>
          <p:spPr bwMode="auto">
            <a:xfrm>
              <a:off x="1841868" y="246527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6" name="Freeform 68">
              <a:extLst>
                <a:ext uri="{FF2B5EF4-FFF2-40B4-BE49-F238E27FC236}">
                  <a16:creationId xmlns:a16="http://schemas.microsoft.com/office/drawing/2014/main" id="{34C96AAF-AF41-491B-B292-B9A6DE8A5B4B}"/>
                </a:ext>
              </a:extLst>
            </p:cNvPr>
            <p:cNvSpPr>
              <a:spLocks noChangeAspect="1"/>
            </p:cNvSpPr>
            <p:nvPr/>
          </p:nvSpPr>
          <p:spPr bwMode="auto">
            <a:xfrm>
              <a:off x="3807235" y="2257456"/>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7" name="Freeform 68">
              <a:extLst>
                <a:ext uri="{FF2B5EF4-FFF2-40B4-BE49-F238E27FC236}">
                  <a16:creationId xmlns:a16="http://schemas.microsoft.com/office/drawing/2014/main" id="{52DD0EED-9800-423C-948C-1751A8A91470}"/>
                </a:ext>
              </a:extLst>
            </p:cNvPr>
            <p:cNvSpPr>
              <a:spLocks noChangeAspect="1"/>
            </p:cNvSpPr>
            <p:nvPr/>
          </p:nvSpPr>
          <p:spPr bwMode="auto">
            <a:xfrm>
              <a:off x="3710253" y="2469232"/>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8" name="Freeform 68">
              <a:extLst>
                <a:ext uri="{FF2B5EF4-FFF2-40B4-BE49-F238E27FC236}">
                  <a16:creationId xmlns:a16="http://schemas.microsoft.com/office/drawing/2014/main" id="{691A1150-2BA6-4678-91BD-A6C1DBC81F37}"/>
                </a:ext>
              </a:extLst>
            </p:cNvPr>
            <p:cNvSpPr>
              <a:spLocks noChangeAspect="1"/>
            </p:cNvSpPr>
            <p:nvPr/>
          </p:nvSpPr>
          <p:spPr bwMode="auto">
            <a:xfrm>
              <a:off x="5671660" y="2261414"/>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49" name="Freeform 68">
              <a:extLst>
                <a:ext uri="{FF2B5EF4-FFF2-40B4-BE49-F238E27FC236}">
                  <a16:creationId xmlns:a16="http://schemas.microsoft.com/office/drawing/2014/main" id="{10FF2B7C-C8DE-4A79-B5F4-0C5341A04932}"/>
                </a:ext>
              </a:extLst>
            </p:cNvPr>
            <p:cNvSpPr>
              <a:spLocks noChangeAspect="1"/>
            </p:cNvSpPr>
            <p:nvPr/>
          </p:nvSpPr>
          <p:spPr bwMode="auto">
            <a:xfrm>
              <a:off x="5572699" y="2471212"/>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0" name="Freeform 68">
              <a:extLst>
                <a:ext uri="{FF2B5EF4-FFF2-40B4-BE49-F238E27FC236}">
                  <a16:creationId xmlns:a16="http://schemas.microsoft.com/office/drawing/2014/main" id="{E4288652-61D1-4948-A5FE-FDB42A2A7D9C}"/>
                </a:ext>
              </a:extLst>
            </p:cNvPr>
            <p:cNvSpPr>
              <a:spLocks noChangeAspect="1"/>
            </p:cNvSpPr>
            <p:nvPr/>
          </p:nvSpPr>
          <p:spPr bwMode="auto">
            <a:xfrm>
              <a:off x="7531469" y="2246899"/>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1" name="Freeform 68">
              <a:extLst>
                <a:ext uri="{FF2B5EF4-FFF2-40B4-BE49-F238E27FC236}">
                  <a16:creationId xmlns:a16="http://schemas.microsoft.com/office/drawing/2014/main" id="{74F18FA5-24A6-452D-9164-F167AA6235FB}"/>
                </a:ext>
              </a:extLst>
            </p:cNvPr>
            <p:cNvSpPr>
              <a:spLocks noChangeAspect="1"/>
            </p:cNvSpPr>
            <p:nvPr/>
          </p:nvSpPr>
          <p:spPr bwMode="auto">
            <a:xfrm>
              <a:off x="7425251" y="2463955"/>
              <a:ext cx="58578" cy="58573"/>
            </a:xfrm>
            <a:custGeom>
              <a:avLst/>
              <a:gdLst>
                <a:gd name="T0" fmla="*/ 0 w 72"/>
                <a:gd name="T1" fmla="*/ 2147483646 h 72"/>
                <a:gd name="T2" fmla="*/ 2147483646 w 72"/>
                <a:gd name="T3" fmla="*/ 2147483646 h 72"/>
                <a:gd name="T4" fmla="*/ 2147483646 w 72"/>
                <a:gd name="T5" fmla="*/ 2147483646 h 72"/>
                <a:gd name="T6" fmla="*/ 2147483646 w 72"/>
                <a:gd name="T7" fmla="*/ 2147483646 h 72"/>
                <a:gd name="T8" fmla="*/ 2147483646 w 72"/>
                <a:gd name="T9" fmla="*/ 2147483646 h 72"/>
                <a:gd name="T10" fmla="*/ 2147483646 w 72"/>
                <a:gd name="T11" fmla="*/ 2147483646 h 72"/>
                <a:gd name="T12" fmla="*/ 2147483646 w 72"/>
                <a:gd name="T13" fmla="*/ 2147483646 h 72"/>
                <a:gd name="T14" fmla="*/ 2147483646 w 72"/>
                <a:gd name="T15" fmla="*/ 2147483646 h 72"/>
                <a:gd name="T16" fmla="*/ 2147483646 w 72"/>
                <a:gd name="T17" fmla="*/ 2147483646 h 72"/>
                <a:gd name="T18" fmla="*/ 2147483646 w 72"/>
                <a:gd name="T19" fmla="*/ 0 h 72"/>
                <a:gd name="T20" fmla="*/ 2147483646 w 72"/>
                <a:gd name="T21" fmla="*/ 0 h 72"/>
                <a:gd name="T22" fmla="*/ 2147483646 w 72"/>
                <a:gd name="T23" fmla="*/ 0 h 72"/>
                <a:gd name="T24" fmla="*/ 2147483646 w 72"/>
                <a:gd name="T25" fmla="*/ 0 h 72"/>
                <a:gd name="T26" fmla="*/ 2147483646 w 72"/>
                <a:gd name="T27" fmla="*/ 2147483646 h 72"/>
                <a:gd name="T28" fmla="*/ 2147483646 w 72"/>
                <a:gd name="T29" fmla="*/ 2147483646 h 72"/>
                <a:gd name="T30" fmla="*/ 2147483646 w 72"/>
                <a:gd name="T31" fmla="*/ 2147483646 h 72"/>
                <a:gd name="T32" fmla="*/ 2147483646 w 72"/>
                <a:gd name="T33" fmla="*/ 2147483646 h 72"/>
                <a:gd name="T34" fmla="*/ 2147483646 w 72"/>
                <a:gd name="T35" fmla="*/ 2147483646 h 72"/>
                <a:gd name="T36" fmla="*/ 2147483646 w 72"/>
                <a:gd name="T37" fmla="*/ 2147483646 h 72"/>
                <a:gd name="T38" fmla="*/ 2147483646 w 72"/>
                <a:gd name="T39" fmla="*/ 2147483646 h 72"/>
                <a:gd name="T40" fmla="*/ 2147483646 w 72"/>
                <a:gd name="T41" fmla="*/ 2147483646 h 72"/>
                <a:gd name="T42" fmla="*/ 2147483646 w 72"/>
                <a:gd name="T43" fmla="*/ 2147483646 h 72"/>
                <a:gd name="T44" fmla="*/ 2147483646 w 72"/>
                <a:gd name="T45" fmla="*/ 2147483646 h 72"/>
                <a:gd name="T46" fmla="*/ 2147483646 w 72"/>
                <a:gd name="T47" fmla="*/ 2147483646 h 72"/>
                <a:gd name="T48" fmla="*/ 2147483646 w 72"/>
                <a:gd name="T49" fmla="*/ 2147483646 h 72"/>
                <a:gd name="T50" fmla="*/ 2147483646 w 72"/>
                <a:gd name="T51" fmla="*/ 2147483646 h 72"/>
                <a:gd name="T52" fmla="*/ 2147483646 w 72"/>
                <a:gd name="T53" fmla="*/ 2147483646 h 72"/>
                <a:gd name="T54" fmla="*/ 2147483646 w 72"/>
                <a:gd name="T55" fmla="*/ 2147483646 h 72"/>
                <a:gd name="T56" fmla="*/ 2147483646 w 72"/>
                <a:gd name="T57" fmla="*/ 2147483646 h 72"/>
                <a:gd name="T58" fmla="*/ 2147483646 w 72"/>
                <a:gd name="T59" fmla="*/ 2147483646 h 72"/>
                <a:gd name="T60" fmla="*/ 2147483646 w 72"/>
                <a:gd name="T61" fmla="*/ 2147483646 h 72"/>
                <a:gd name="T62" fmla="*/ 2147483646 w 72"/>
                <a:gd name="T63" fmla="*/ 2147483646 h 72"/>
                <a:gd name="T64" fmla="*/ 2147483646 w 72"/>
                <a:gd name="T65" fmla="*/ 2147483646 h 72"/>
                <a:gd name="T66" fmla="*/ 2147483646 w 72"/>
                <a:gd name="T67" fmla="*/ 2147483646 h 72"/>
                <a:gd name="T68" fmla="*/ 2147483646 w 72"/>
                <a:gd name="T69" fmla="*/ 2147483646 h 72"/>
                <a:gd name="T70" fmla="*/ 2147483646 w 72"/>
                <a:gd name="T71" fmla="*/ 2147483646 h 72"/>
                <a:gd name="T72" fmla="*/ 2147483646 w 72"/>
                <a:gd name="T73" fmla="*/ 2147483646 h 72"/>
                <a:gd name="T74" fmla="*/ 2147483646 w 72"/>
                <a:gd name="T75" fmla="*/ 2147483646 h 72"/>
                <a:gd name="T76" fmla="*/ 2147483646 w 72"/>
                <a:gd name="T77" fmla="*/ 2147483646 h 72"/>
                <a:gd name="T78" fmla="*/ 2147483646 w 72"/>
                <a:gd name="T79" fmla="*/ 2147483646 h 72"/>
                <a:gd name="T80" fmla="*/ 2147483646 w 72"/>
                <a:gd name="T81" fmla="*/ 2147483646 h 72"/>
                <a:gd name="T82" fmla="*/ 2147483646 w 72"/>
                <a:gd name="T83" fmla="*/ 2147483646 h 72"/>
                <a:gd name="T84" fmla="*/ 2147483646 w 72"/>
                <a:gd name="T85" fmla="*/ 2147483646 h 72"/>
                <a:gd name="T86" fmla="*/ 2147483646 w 72"/>
                <a:gd name="T87" fmla="*/ 2147483646 h 72"/>
                <a:gd name="T88" fmla="*/ 2147483646 w 72"/>
                <a:gd name="T89" fmla="*/ 2147483646 h 72"/>
                <a:gd name="T90" fmla="*/ 2147483646 w 72"/>
                <a:gd name="T91" fmla="*/ 2147483646 h 72"/>
                <a:gd name="T92" fmla="*/ 2147483646 w 72"/>
                <a:gd name="T93" fmla="*/ 2147483646 h 72"/>
                <a:gd name="T94" fmla="*/ 2147483646 w 72"/>
                <a:gd name="T95" fmla="*/ 2147483646 h 72"/>
                <a:gd name="T96" fmla="*/ 2147483646 w 72"/>
                <a:gd name="T97" fmla="*/ 2147483646 h 72"/>
                <a:gd name="T98" fmla="*/ 2147483646 w 72"/>
                <a:gd name="T99" fmla="*/ 2147483646 h 72"/>
                <a:gd name="T100" fmla="*/ 2147483646 w 72"/>
                <a:gd name="T101" fmla="*/ 2147483646 h 72"/>
                <a:gd name="T102" fmla="*/ 2147483646 w 72"/>
                <a:gd name="T103" fmla="*/ 2147483646 h 72"/>
                <a:gd name="T104" fmla="*/ 2147483646 w 72"/>
                <a:gd name="T105" fmla="*/ 2147483646 h 72"/>
                <a:gd name="T106" fmla="*/ 2147483646 w 72"/>
                <a:gd name="T107" fmla="*/ 2147483646 h 72"/>
                <a:gd name="T108" fmla="*/ 2147483646 w 72"/>
                <a:gd name="T109" fmla="*/ 2147483646 h 72"/>
                <a:gd name="T110" fmla="*/ 0 w 72"/>
                <a:gd name="T111" fmla="*/ 2147483646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29"/>
                  </a:lnTo>
                  <a:lnTo>
                    <a:pt x="0" y="28"/>
                  </a:lnTo>
                  <a:lnTo>
                    <a:pt x="0" y="26"/>
                  </a:lnTo>
                  <a:lnTo>
                    <a:pt x="1" y="24"/>
                  </a:lnTo>
                  <a:lnTo>
                    <a:pt x="1" y="23"/>
                  </a:lnTo>
                  <a:lnTo>
                    <a:pt x="1" y="22"/>
                  </a:lnTo>
                  <a:lnTo>
                    <a:pt x="1" y="20"/>
                  </a:lnTo>
                  <a:lnTo>
                    <a:pt x="2" y="19"/>
                  </a:lnTo>
                  <a:lnTo>
                    <a:pt x="2" y="18"/>
                  </a:lnTo>
                  <a:lnTo>
                    <a:pt x="3" y="17"/>
                  </a:lnTo>
                  <a:lnTo>
                    <a:pt x="3" y="14"/>
                  </a:lnTo>
                  <a:lnTo>
                    <a:pt x="5" y="13"/>
                  </a:lnTo>
                  <a:lnTo>
                    <a:pt x="5" y="12"/>
                  </a:lnTo>
                  <a:lnTo>
                    <a:pt x="6" y="12"/>
                  </a:lnTo>
                  <a:lnTo>
                    <a:pt x="7" y="11"/>
                  </a:lnTo>
                  <a:lnTo>
                    <a:pt x="8" y="10"/>
                  </a:lnTo>
                  <a:lnTo>
                    <a:pt x="8" y="8"/>
                  </a:lnTo>
                  <a:lnTo>
                    <a:pt x="9" y="7"/>
                  </a:lnTo>
                  <a:lnTo>
                    <a:pt x="11" y="6"/>
                  </a:lnTo>
                  <a:lnTo>
                    <a:pt x="12" y="6"/>
                  </a:lnTo>
                  <a:lnTo>
                    <a:pt x="13" y="5"/>
                  </a:lnTo>
                  <a:lnTo>
                    <a:pt x="14" y="4"/>
                  </a:lnTo>
                  <a:lnTo>
                    <a:pt x="15" y="4"/>
                  </a:lnTo>
                  <a:lnTo>
                    <a:pt x="17" y="2"/>
                  </a:lnTo>
                  <a:lnTo>
                    <a:pt x="18" y="2"/>
                  </a:lnTo>
                  <a:lnTo>
                    <a:pt x="19" y="1"/>
                  </a:lnTo>
                  <a:lnTo>
                    <a:pt x="20" y="1"/>
                  </a:lnTo>
                  <a:lnTo>
                    <a:pt x="21" y="1"/>
                  </a:lnTo>
                  <a:lnTo>
                    <a:pt x="24" y="0"/>
                  </a:lnTo>
                  <a:lnTo>
                    <a:pt x="25" y="0"/>
                  </a:lnTo>
                  <a:lnTo>
                    <a:pt x="26" y="0"/>
                  </a:lnTo>
                  <a:lnTo>
                    <a:pt x="27" y="0"/>
                  </a:lnTo>
                  <a:lnTo>
                    <a:pt x="29" y="0"/>
                  </a:lnTo>
                  <a:lnTo>
                    <a:pt x="43" y="0"/>
                  </a:lnTo>
                  <a:lnTo>
                    <a:pt x="44" y="0"/>
                  </a:lnTo>
                  <a:lnTo>
                    <a:pt x="47" y="0"/>
                  </a:lnTo>
                  <a:lnTo>
                    <a:pt x="48" y="0"/>
                  </a:lnTo>
                  <a:lnTo>
                    <a:pt x="49" y="0"/>
                  </a:lnTo>
                  <a:lnTo>
                    <a:pt x="50" y="1"/>
                  </a:lnTo>
                  <a:lnTo>
                    <a:pt x="51" y="1"/>
                  </a:lnTo>
                  <a:lnTo>
                    <a:pt x="53" y="1"/>
                  </a:lnTo>
                  <a:lnTo>
                    <a:pt x="55" y="2"/>
                  </a:lnTo>
                  <a:lnTo>
                    <a:pt x="56" y="2"/>
                  </a:lnTo>
                  <a:lnTo>
                    <a:pt x="57" y="4"/>
                  </a:lnTo>
                  <a:lnTo>
                    <a:pt x="59" y="4"/>
                  </a:lnTo>
                  <a:lnTo>
                    <a:pt x="60" y="5"/>
                  </a:lnTo>
                  <a:lnTo>
                    <a:pt x="61" y="6"/>
                  </a:lnTo>
                  <a:lnTo>
                    <a:pt x="62" y="7"/>
                  </a:lnTo>
                  <a:lnTo>
                    <a:pt x="63" y="8"/>
                  </a:lnTo>
                  <a:lnTo>
                    <a:pt x="65" y="10"/>
                  </a:lnTo>
                  <a:lnTo>
                    <a:pt x="66" y="11"/>
                  </a:lnTo>
                  <a:lnTo>
                    <a:pt x="66" y="12"/>
                  </a:lnTo>
                  <a:lnTo>
                    <a:pt x="67" y="12"/>
                  </a:lnTo>
                  <a:lnTo>
                    <a:pt x="68" y="13"/>
                  </a:lnTo>
                  <a:lnTo>
                    <a:pt x="68" y="14"/>
                  </a:lnTo>
                  <a:lnTo>
                    <a:pt x="69" y="17"/>
                  </a:lnTo>
                  <a:lnTo>
                    <a:pt x="69" y="18"/>
                  </a:lnTo>
                  <a:lnTo>
                    <a:pt x="71" y="19"/>
                  </a:lnTo>
                  <a:lnTo>
                    <a:pt x="71" y="20"/>
                  </a:lnTo>
                  <a:lnTo>
                    <a:pt x="72" y="22"/>
                  </a:lnTo>
                  <a:lnTo>
                    <a:pt x="72" y="23"/>
                  </a:lnTo>
                  <a:lnTo>
                    <a:pt x="72" y="24"/>
                  </a:lnTo>
                  <a:lnTo>
                    <a:pt x="72" y="26"/>
                  </a:lnTo>
                  <a:lnTo>
                    <a:pt x="72" y="28"/>
                  </a:lnTo>
                  <a:lnTo>
                    <a:pt x="72" y="29"/>
                  </a:lnTo>
                  <a:lnTo>
                    <a:pt x="72" y="43"/>
                  </a:lnTo>
                  <a:lnTo>
                    <a:pt x="72" y="44"/>
                  </a:lnTo>
                  <a:lnTo>
                    <a:pt x="72" y="46"/>
                  </a:lnTo>
                  <a:lnTo>
                    <a:pt x="72" y="47"/>
                  </a:lnTo>
                  <a:lnTo>
                    <a:pt x="72" y="48"/>
                  </a:lnTo>
                  <a:lnTo>
                    <a:pt x="72" y="50"/>
                  </a:lnTo>
                  <a:lnTo>
                    <a:pt x="71" y="52"/>
                  </a:lnTo>
                  <a:lnTo>
                    <a:pt x="71" y="53"/>
                  </a:lnTo>
                  <a:lnTo>
                    <a:pt x="69" y="54"/>
                  </a:lnTo>
                  <a:lnTo>
                    <a:pt x="69" y="55"/>
                  </a:lnTo>
                  <a:lnTo>
                    <a:pt x="68" y="56"/>
                  </a:lnTo>
                  <a:lnTo>
                    <a:pt x="68" y="58"/>
                  </a:lnTo>
                  <a:lnTo>
                    <a:pt x="67" y="59"/>
                  </a:lnTo>
                  <a:lnTo>
                    <a:pt x="66" y="60"/>
                  </a:lnTo>
                  <a:lnTo>
                    <a:pt x="66" y="61"/>
                  </a:lnTo>
                  <a:lnTo>
                    <a:pt x="65" y="62"/>
                  </a:lnTo>
                  <a:lnTo>
                    <a:pt x="63" y="64"/>
                  </a:lnTo>
                  <a:lnTo>
                    <a:pt x="62" y="65"/>
                  </a:lnTo>
                  <a:lnTo>
                    <a:pt x="61" y="65"/>
                  </a:lnTo>
                  <a:lnTo>
                    <a:pt x="61" y="66"/>
                  </a:lnTo>
                  <a:lnTo>
                    <a:pt x="60" y="67"/>
                  </a:lnTo>
                  <a:lnTo>
                    <a:pt x="59" y="67"/>
                  </a:lnTo>
                  <a:lnTo>
                    <a:pt x="57" y="68"/>
                  </a:lnTo>
                  <a:lnTo>
                    <a:pt x="56" y="68"/>
                  </a:lnTo>
                  <a:lnTo>
                    <a:pt x="55" y="70"/>
                  </a:lnTo>
                  <a:lnTo>
                    <a:pt x="53" y="70"/>
                  </a:lnTo>
                  <a:lnTo>
                    <a:pt x="51" y="71"/>
                  </a:lnTo>
                  <a:lnTo>
                    <a:pt x="50" y="71"/>
                  </a:lnTo>
                  <a:lnTo>
                    <a:pt x="49" y="71"/>
                  </a:lnTo>
                  <a:lnTo>
                    <a:pt x="48" y="72"/>
                  </a:lnTo>
                  <a:lnTo>
                    <a:pt x="47" y="72"/>
                  </a:lnTo>
                  <a:lnTo>
                    <a:pt x="44" y="72"/>
                  </a:lnTo>
                  <a:lnTo>
                    <a:pt x="43" y="72"/>
                  </a:lnTo>
                  <a:lnTo>
                    <a:pt x="29" y="72"/>
                  </a:lnTo>
                  <a:lnTo>
                    <a:pt x="27" y="72"/>
                  </a:lnTo>
                  <a:lnTo>
                    <a:pt x="26" y="72"/>
                  </a:lnTo>
                  <a:lnTo>
                    <a:pt x="25" y="72"/>
                  </a:lnTo>
                  <a:lnTo>
                    <a:pt x="24" y="71"/>
                  </a:lnTo>
                  <a:lnTo>
                    <a:pt x="21" y="71"/>
                  </a:lnTo>
                  <a:lnTo>
                    <a:pt x="20" y="71"/>
                  </a:lnTo>
                  <a:lnTo>
                    <a:pt x="19" y="70"/>
                  </a:lnTo>
                  <a:lnTo>
                    <a:pt x="18" y="70"/>
                  </a:lnTo>
                  <a:lnTo>
                    <a:pt x="17" y="68"/>
                  </a:lnTo>
                  <a:lnTo>
                    <a:pt x="15" y="68"/>
                  </a:lnTo>
                  <a:lnTo>
                    <a:pt x="14" y="67"/>
                  </a:lnTo>
                  <a:lnTo>
                    <a:pt x="13" y="67"/>
                  </a:lnTo>
                  <a:lnTo>
                    <a:pt x="12" y="66"/>
                  </a:lnTo>
                  <a:lnTo>
                    <a:pt x="11" y="65"/>
                  </a:lnTo>
                  <a:lnTo>
                    <a:pt x="9" y="65"/>
                  </a:lnTo>
                  <a:lnTo>
                    <a:pt x="8" y="64"/>
                  </a:lnTo>
                  <a:lnTo>
                    <a:pt x="8" y="62"/>
                  </a:lnTo>
                  <a:lnTo>
                    <a:pt x="7" y="61"/>
                  </a:lnTo>
                  <a:lnTo>
                    <a:pt x="6" y="60"/>
                  </a:lnTo>
                  <a:lnTo>
                    <a:pt x="5" y="59"/>
                  </a:lnTo>
                  <a:lnTo>
                    <a:pt x="5" y="58"/>
                  </a:lnTo>
                  <a:lnTo>
                    <a:pt x="3" y="56"/>
                  </a:lnTo>
                  <a:lnTo>
                    <a:pt x="3" y="55"/>
                  </a:lnTo>
                  <a:lnTo>
                    <a:pt x="2" y="54"/>
                  </a:lnTo>
                  <a:lnTo>
                    <a:pt x="2" y="53"/>
                  </a:lnTo>
                  <a:lnTo>
                    <a:pt x="1" y="52"/>
                  </a:lnTo>
                  <a:lnTo>
                    <a:pt x="1" y="50"/>
                  </a:lnTo>
                  <a:lnTo>
                    <a:pt x="1" y="48"/>
                  </a:lnTo>
                  <a:lnTo>
                    <a:pt x="1" y="47"/>
                  </a:lnTo>
                  <a:lnTo>
                    <a:pt x="0" y="46"/>
                  </a:lnTo>
                  <a:lnTo>
                    <a:pt x="0" y="44"/>
                  </a:lnTo>
                  <a:lnTo>
                    <a:pt x="0" y="43"/>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2" name="Line 294">
              <a:extLst>
                <a:ext uri="{FF2B5EF4-FFF2-40B4-BE49-F238E27FC236}">
                  <a16:creationId xmlns:a16="http://schemas.microsoft.com/office/drawing/2014/main" id="{A08A2E2E-C8E2-46DA-8377-45F93E0306F5}"/>
                </a:ext>
              </a:extLst>
            </p:cNvPr>
            <p:cNvSpPr>
              <a:spLocks noChangeAspect="1" noChangeShapeType="1"/>
            </p:cNvSpPr>
            <p:nvPr/>
          </p:nvSpPr>
          <p:spPr bwMode="auto">
            <a:xfrm>
              <a:off x="7093775" y="3846074"/>
              <a:ext cx="13291" cy="16208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553" name="Line 294">
              <a:extLst>
                <a:ext uri="{FF2B5EF4-FFF2-40B4-BE49-F238E27FC236}">
                  <a16:creationId xmlns:a16="http://schemas.microsoft.com/office/drawing/2014/main" id="{F7A642D2-66E4-44FC-8A3D-B38DD257265E}"/>
                </a:ext>
              </a:extLst>
            </p:cNvPr>
            <p:cNvSpPr>
              <a:spLocks noChangeAspect="1" noChangeShapeType="1"/>
            </p:cNvSpPr>
            <p:nvPr/>
          </p:nvSpPr>
          <p:spPr bwMode="auto">
            <a:xfrm>
              <a:off x="1507636" y="4046332"/>
              <a:ext cx="11704" cy="142727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149" name="Picture 5">
            <a:extLst>
              <a:ext uri="{FF2B5EF4-FFF2-40B4-BE49-F238E27FC236}">
                <a16:creationId xmlns:a16="http://schemas.microsoft.com/office/drawing/2014/main" id="{4D861A8C-B6E1-4349-95BE-DD1951F071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4356" y="4619088"/>
            <a:ext cx="8015288" cy="192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Rectangle 3">
            <a:extLst>
              <a:ext uri="{FF2B5EF4-FFF2-40B4-BE49-F238E27FC236}">
                <a16:creationId xmlns:a16="http://schemas.microsoft.com/office/drawing/2014/main" id="{E637319A-53F6-4298-8677-B52415569C8B}"/>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Multiplexer Tricks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(select one of two 2-bit numbers)</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58C0CD5D-6F11-44AA-9B3A-48C0CA5F2F7B}"/>
                  </a:ext>
                </a:extLst>
              </p14:cNvPr>
              <p14:cNvContentPartPr/>
              <p14:nvPr/>
            </p14:nvContentPartPr>
            <p14:xfrm>
              <a:off x="5967360" y="426600"/>
              <a:ext cx="2795040" cy="1494000"/>
            </p14:xfrm>
          </p:contentPart>
        </mc:Choice>
        <mc:Fallback>
          <p:pic>
            <p:nvPicPr>
              <p:cNvPr id="2" name="Ink 1">
                <a:extLst>
                  <a:ext uri="{FF2B5EF4-FFF2-40B4-BE49-F238E27FC236}">
                    <a16:creationId xmlns:a16="http://schemas.microsoft.com/office/drawing/2014/main" id="{58C0CD5D-6F11-44AA-9B3A-48C0CA5F2F7B}"/>
                  </a:ext>
                </a:extLst>
              </p:cNvPr>
              <p:cNvPicPr/>
              <p:nvPr/>
            </p:nvPicPr>
            <p:blipFill>
              <a:blip r:embed="rId3"/>
              <a:stretch>
                <a:fillRect/>
              </a:stretch>
            </p:blipFill>
            <p:spPr>
              <a:xfrm>
                <a:off x="5958000" y="417240"/>
                <a:ext cx="2813760" cy="1512720"/>
              </a:xfrm>
              <a:prstGeom prst="rect">
                <a:avLst/>
              </a:prstGeom>
            </p:spPr>
          </p:pic>
        </mc:Fallback>
      </mc:AlternateContent>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a:extLst>
              <a:ext uri="{FF2B5EF4-FFF2-40B4-BE49-F238E27FC236}">
                <a16:creationId xmlns:a16="http://schemas.microsoft.com/office/drawing/2014/main" id="{744B9ED3-1B8B-486B-AD04-CAC30D6DE6B8}"/>
              </a:ext>
            </a:extLst>
          </p:cNvPr>
          <p:cNvSpPr>
            <a:spLocks noGrp="1" noChangeArrowheads="1"/>
          </p:cNvSpPr>
          <p:nvPr>
            <p:ph type="title"/>
          </p:nvPr>
        </p:nvSpPr>
        <p:spPr/>
        <p:txBody>
          <a:bodyPr/>
          <a:lstStyle/>
          <a:p>
            <a:r>
              <a:rPr lang="en-US" altLang="en-US"/>
              <a:t>Select Either  A=A</a:t>
            </a:r>
            <a:r>
              <a:rPr lang="en-US" altLang="en-US" baseline="-25000"/>
              <a:t>1</a:t>
            </a:r>
            <a:r>
              <a:rPr lang="en-US" altLang="en-US"/>
              <a:t>A</a:t>
            </a:r>
            <a:r>
              <a:rPr lang="en-US" altLang="en-US" baseline="-25000"/>
              <a:t>0</a:t>
            </a:r>
            <a:r>
              <a:rPr lang="en-US" altLang="en-US"/>
              <a:t>  or  B=B</a:t>
            </a:r>
            <a:r>
              <a:rPr lang="en-US" altLang="en-US" baseline="-25000"/>
              <a:t>1</a:t>
            </a:r>
            <a:r>
              <a:rPr lang="en-US" altLang="en-US"/>
              <a:t>B</a:t>
            </a:r>
            <a:r>
              <a:rPr lang="en-US" altLang="en-US" baseline="-25000"/>
              <a:t>0</a:t>
            </a:r>
            <a:r>
              <a:rPr lang="en-US" altLang="en-US"/>
              <a:t> </a:t>
            </a:r>
          </a:p>
        </p:txBody>
      </p:sp>
      <p:sp>
        <p:nvSpPr>
          <p:cNvPr id="150531" name="Line 290">
            <a:extLst>
              <a:ext uri="{FF2B5EF4-FFF2-40B4-BE49-F238E27FC236}">
                <a16:creationId xmlns:a16="http://schemas.microsoft.com/office/drawing/2014/main" id="{8C459BF6-B1BA-4DFA-9D34-FDCA17361ADF}"/>
              </a:ext>
            </a:extLst>
          </p:cNvPr>
          <p:cNvSpPr>
            <a:spLocks noChangeAspect="1" noChangeShapeType="1"/>
          </p:cNvSpPr>
          <p:nvPr/>
        </p:nvSpPr>
        <p:spPr bwMode="auto">
          <a:xfrm>
            <a:off x="4492192" y="4225363"/>
            <a:ext cx="365117" cy="39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2" name="Line 291">
            <a:extLst>
              <a:ext uri="{FF2B5EF4-FFF2-40B4-BE49-F238E27FC236}">
                <a16:creationId xmlns:a16="http://schemas.microsoft.com/office/drawing/2014/main" id="{29A9C6D0-7A93-445F-9A5F-9217D5EEFC3B}"/>
              </a:ext>
            </a:extLst>
          </p:cNvPr>
          <p:cNvSpPr>
            <a:spLocks noChangeAspect="1" noChangeShapeType="1"/>
          </p:cNvSpPr>
          <p:nvPr/>
        </p:nvSpPr>
        <p:spPr bwMode="auto">
          <a:xfrm>
            <a:off x="4454203" y="4735904"/>
            <a:ext cx="392554" cy="19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3" name="Line 292">
            <a:extLst>
              <a:ext uri="{FF2B5EF4-FFF2-40B4-BE49-F238E27FC236}">
                <a16:creationId xmlns:a16="http://schemas.microsoft.com/office/drawing/2014/main" id="{50331CB7-EF68-44B3-975C-51E22D6FFB51}"/>
              </a:ext>
            </a:extLst>
          </p:cNvPr>
          <p:cNvSpPr>
            <a:spLocks noChangeAspect="1" noChangeShapeType="1"/>
          </p:cNvSpPr>
          <p:nvPr/>
        </p:nvSpPr>
        <p:spPr bwMode="auto">
          <a:xfrm flipH="1">
            <a:off x="5363829" y="4483613"/>
            <a:ext cx="100248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4" name="Freeform 293">
            <a:extLst>
              <a:ext uri="{FF2B5EF4-FFF2-40B4-BE49-F238E27FC236}">
                <a16:creationId xmlns:a16="http://schemas.microsoft.com/office/drawing/2014/main" id="{E4E06A9A-69E2-4789-A3EA-6F515771F8E3}"/>
              </a:ext>
            </a:extLst>
          </p:cNvPr>
          <p:cNvSpPr>
            <a:spLocks noChangeAspect="1"/>
          </p:cNvSpPr>
          <p:nvPr/>
        </p:nvSpPr>
        <p:spPr bwMode="auto">
          <a:xfrm>
            <a:off x="4846756" y="3855866"/>
            <a:ext cx="517073" cy="1249534"/>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5" name="Line 294">
            <a:extLst>
              <a:ext uri="{FF2B5EF4-FFF2-40B4-BE49-F238E27FC236}">
                <a16:creationId xmlns:a16="http://schemas.microsoft.com/office/drawing/2014/main" id="{4BC82B5E-6299-4463-97A1-CCB634FDA596}"/>
              </a:ext>
            </a:extLst>
          </p:cNvPr>
          <p:cNvSpPr>
            <a:spLocks noChangeAspect="1" noChangeShapeType="1"/>
          </p:cNvSpPr>
          <p:nvPr/>
        </p:nvSpPr>
        <p:spPr bwMode="auto">
          <a:xfrm>
            <a:off x="5091575" y="3486370"/>
            <a:ext cx="4221" cy="48471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7" name="Rectangle 302">
            <a:extLst>
              <a:ext uri="{FF2B5EF4-FFF2-40B4-BE49-F238E27FC236}">
                <a16:creationId xmlns:a16="http://schemas.microsoft.com/office/drawing/2014/main" id="{F4629C8F-220C-44C9-9052-341DB45C98D6}"/>
              </a:ext>
            </a:extLst>
          </p:cNvPr>
          <p:cNvSpPr>
            <a:spLocks noChangeAspect="1" noChangeArrowheads="1"/>
          </p:cNvSpPr>
          <p:nvPr/>
        </p:nvSpPr>
        <p:spPr bwMode="auto">
          <a:xfrm>
            <a:off x="4937505" y="4106170"/>
            <a:ext cx="202608" cy="30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8" name="Rectangle 303">
            <a:extLst>
              <a:ext uri="{FF2B5EF4-FFF2-40B4-BE49-F238E27FC236}">
                <a16:creationId xmlns:a16="http://schemas.microsoft.com/office/drawing/2014/main" id="{C0D261C0-0121-41B6-8450-6BDC8B4F1735}"/>
              </a:ext>
            </a:extLst>
          </p:cNvPr>
          <p:cNvSpPr>
            <a:spLocks noChangeAspect="1" noChangeArrowheads="1"/>
          </p:cNvSpPr>
          <p:nvPr/>
        </p:nvSpPr>
        <p:spPr bwMode="auto">
          <a:xfrm>
            <a:off x="4933427" y="4605784"/>
            <a:ext cx="202608" cy="30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9" name="Line 290">
            <a:extLst>
              <a:ext uri="{FF2B5EF4-FFF2-40B4-BE49-F238E27FC236}">
                <a16:creationId xmlns:a16="http://schemas.microsoft.com/office/drawing/2014/main" id="{4ACF9CBC-CF0C-4978-BAF6-21E929FC4B54}"/>
              </a:ext>
            </a:extLst>
          </p:cNvPr>
          <p:cNvSpPr>
            <a:spLocks noChangeAspect="1" noChangeShapeType="1"/>
          </p:cNvSpPr>
          <p:nvPr/>
        </p:nvSpPr>
        <p:spPr bwMode="auto">
          <a:xfrm>
            <a:off x="4492192" y="1741195"/>
            <a:ext cx="365117" cy="39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0" name="Line 291">
            <a:extLst>
              <a:ext uri="{FF2B5EF4-FFF2-40B4-BE49-F238E27FC236}">
                <a16:creationId xmlns:a16="http://schemas.microsoft.com/office/drawing/2014/main" id="{1A94C1D7-3F5A-4D04-AC09-589A7BF46FCD}"/>
              </a:ext>
            </a:extLst>
          </p:cNvPr>
          <p:cNvSpPr>
            <a:spLocks noChangeAspect="1" noChangeShapeType="1"/>
          </p:cNvSpPr>
          <p:nvPr/>
        </p:nvSpPr>
        <p:spPr bwMode="auto">
          <a:xfrm>
            <a:off x="4454203" y="2251736"/>
            <a:ext cx="392554" cy="19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1" name="Line 292">
            <a:extLst>
              <a:ext uri="{FF2B5EF4-FFF2-40B4-BE49-F238E27FC236}">
                <a16:creationId xmlns:a16="http://schemas.microsoft.com/office/drawing/2014/main" id="{52FB8AC8-2035-497B-BAB1-9D8B4F88B781}"/>
              </a:ext>
            </a:extLst>
          </p:cNvPr>
          <p:cNvSpPr>
            <a:spLocks noChangeAspect="1" noChangeShapeType="1"/>
          </p:cNvSpPr>
          <p:nvPr/>
        </p:nvSpPr>
        <p:spPr bwMode="auto">
          <a:xfrm flipH="1">
            <a:off x="5363828" y="1999445"/>
            <a:ext cx="10024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2" name="Freeform 293">
            <a:extLst>
              <a:ext uri="{FF2B5EF4-FFF2-40B4-BE49-F238E27FC236}">
                <a16:creationId xmlns:a16="http://schemas.microsoft.com/office/drawing/2014/main" id="{D4CE0E94-46EE-49C7-BB85-ED76C9272475}"/>
              </a:ext>
            </a:extLst>
          </p:cNvPr>
          <p:cNvSpPr>
            <a:spLocks noChangeAspect="1"/>
          </p:cNvSpPr>
          <p:nvPr/>
        </p:nvSpPr>
        <p:spPr bwMode="auto">
          <a:xfrm>
            <a:off x="4846756" y="1371699"/>
            <a:ext cx="517073" cy="1249534"/>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3" name="Line 294">
            <a:extLst>
              <a:ext uri="{FF2B5EF4-FFF2-40B4-BE49-F238E27FC236}">
                <a16:creationId xmlns:a16="http://schemas.microsoft.com/office/drawing/2014/main" id="{0FA36E91-6661-4012-A92D-F42B74D03F8E}"/>
              </a:ext>
            </a:extLst>
          </p:cNvPr>
          <p:cNvSpPr>
            <a:spLocks noChangeAspect="1" noChangeShapeType="1"/>
          </p:cNvSpPr>
          <p:nvPr/>
        </p:nvSpPr>
        <p:spPr bwMode="auto">
          <a:xfrm>
            <a:off x="5091575" y="1002202"/>
            <a:ext cx="4221" cy="48471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4" name="Line 296">
            <a:extLst>
              <a:ext uri="{FF2B5EF4-FFF2-40B4-BE49-F238E27FC236}">
                <a16:creationId xmlns:a16="http://schemas.microsoft.com/office/drawing/2014/main" id="{F0C32C8C-BC3C-4CDC-8C22-F206632CC76F}"/>
              </a:ext>
            </a:extLst>
          </p:cNvPr>
          <p:cNvSpPr>
            <a:spLocks noChangeAspect="1" noChangeShapeType="1"/>
          </p:cNvSpPr>
          <p:nvPr/>
        </p:nvSpPr>
        <p:spPr bwMode="auto">
          <a:xfrm>
            <a:off x="4467638" y="1013765"/>
            <a:ext cx="637372" cy="19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5" name="Rectangle 297">
            <a:extLst>
              <a:ext uri="{FF2B5EF4-FFF2-40B4-BE49-F238E27FC236}">
                <a16:creationId xmlns:a16="http://schemas.microsoft.com/office/drawing/2014/main" id="{1BDFBC46-BABB-4438-B865-566614558564}"/>
              </a:ext>
            </a:extLst>
          </p:cNvPr>
          <p:cNvSpPr>
            <a:spLocks noChangeAspect="1" noChangeArrowheads="1"/>
          </p:cNvSpPr>
          <p:nvPr/>
        </p:nvSpPr>
        <p:spPr bwMode="auto">
          <a:xfrm>
            <a:off x="4179186" y="838200"/>
            <a:ext cx="173061" cy="30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6" name="Rectangle 302">
            <a:extLst>
              <a:ext uri="{FF2B5EF4-FFF2-40B4-BE49-F238E27FC236}">
                <a16:creationId xmlns:a16="http://schemas.microsoft.com/office/drawing/2014/main" id="{9509D79F-9D60-4EEC-957C-E711555ED1D4}"/>
              </a:ext>
            </a:extLst>
          </p:cNvPr>
          <p:cNvSpPr>
            <a:spLocks noChangeAspect="1" noChangeArrowheads="1"/>
          </p:cNvSpPr>
          <p:nvPr/>
        </p:nvSpPr>
        <p:spPr bwMode="auto">
          <a:xfrm>
            <a:off x="4937505" y="1630447"/>
            <a:ext cx="202608" cy="30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7" name="Rectangle 303">
            <a:extLst>
              <a:ext uri="{FF2B5EF4-FFF2-40B4-BE49-F238E27FC236}">
                <a16:creationId xmlns:a16="http://schemas.microsoft.com/office/drawing/2014/main" id="{4DF2BBDF-A69B-4B58-9E2E-5692C479A342}"/>
              </a:ext>
            </a:extLst>
          </p:cNvPr>
          <p:cNvSpPr>
            <a:spLocks noChangeAspect="1" noChangeArrowheads="1"/>
          </p:cNvSpPr>
          <p:nvPr/>
        </p:nvSpPr>
        <p:spPr bwMode="auto">
          <a:xfrm>
            <a:off x="4937505" y="2107356"/>
            <a:ext cx="202608" cy="30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0" name="Oval 68">
            <a:extLst>
              <a:ext uri="{FF2B5EF4-FFF2-40B4-BE49-F238E27FC236}">
                <a16:creationId xmlns:a16="http://schemas.microsoft.com/office/drawing/2014/main" id="{259EFD0B-6DE3-4E71-BEFA-DF51E550E179}"/>
              </a:ext>
            </a:extLst>
          </p:cNvPr>
          <p:cNvSpPr>
            <a:spLocks noChangeArrowheads="1"/>
          </p:cNvSpPr>
          <p:nvPr/>
        </p:nvSpPr>
        <p:spPr bwMode="auto">
          <a:xfrm>
            <a:off x="5031957" y="1152297"/>
            <a:ext cx="126782" cy="127704"/>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1" name="TextBox 92">
            <a:extLst>
              <a:ext uri="{FF2B5EF4-FFF2-40B4-BE49-F238E27FC236}">
                <a16:creationId xmlns:a16="http://schemas.microsoft.com/office/drawing/2014/main" id="{45077731-D8DD-4D69-9F65-B47BE7135DC4}"/>
              </a:ext>
            </a:extLst>
          </p:cNvPr>
          <p:cNvSpPr txBox="1">
            <a:spLocks noChangeArrowheads="1"/>
          </p:cNvSpPr>
          <p:nvPr/>
        </p:nvSpPr>
        <p:spPr bwMode="auto">
          <a:xfrm>
            <a:off x="6568313" y="1782430"/>
            <a:ext cx="518287" cy="462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2" name="TextBox 93">
            <a:extLst>
              <a:ext uri="{FF2B5EF4-FFF2-40B4-BE49-F238E27FC236}">
                <a16:creationId xmlns:a16="http://schemas.microsoft.com/office/drawing/2014/main" id="{BBEC4433-37A8-4007-BA2E-EABDF5C7B493}"/>
              </a:ext>
            </a:extLst>
          </p:cNvPr>
          <p:cNvSpPr txBox="1">
            <a:spLocks noChangeArrowheads="1"/>
          </p:cNvSpPr>
          <p:nvPr/>
        </p:nvSpPr>
        <p:spPr bwMode="auto">
          <a:xfrm>
            <a:off x="6568313" y="4245048"/>
            <a:ext cx="518287" cy="462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79218C32-E3E6-4A8A-B11A-67D770FFCB00}"/>
                  </a:ext>
                </a:extLst>
              </p14:cNvPr>
              <p14:cNvContentPartPr/>
              <p14:nvPr/>
            </p14:nvContentPartPr>
            <p14:xfrm>
              <a:off x="4011840" y="470520"/>
              <a:ext cx="5141880" cy="4510800"/>
            </p14:xfrm>
          </p:contentPart>
        </mc:Choice>
        <mc:Fallback>
          <p:pic>
            <p:nvPicPr>
              <p:cNvPr id="2" name="Ink 1">
                <a:extLst>
                  <a:ext uri="{FF2B5EF4-FFF2-40B4-BE49-F238E27FC236}">
                    <a16:creationId xmlns:a16="http://schemas.microsoft.com/office/drawing/2014/main" id="{79218C32-E3E6-4A8A-B11A-67D770FFCB00}"/>
                  </a:ext>
                </a:extLst>
              </p:cNvPr>
              <p:cNvPicPr/>
              <p:nvPr/>
            </p:nvPicPr>
            <p:blipFill>
              <a:blip r:embed="rId3"/>
              <a:stretch>
                <a:fillRect/>
              </a:stretch>
            </p:blipFill>
            <p:spPr>
              <a:xfrm>
                <a:off x="4002480" y="461160"/>
                <a:ext cx="5160600" cy="4529520"/>
              </a:xfrm>
              <a:prstGeom prst="rect">
                <a:avLst/>
              </a:prstGeom>
            </p:spPr>
          </p:pic>
        </mc:Fallback>
      </mc:AlternateContent>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a:extLst>
              <a:ext uri="{FF2B5EF4-FFF2-40B4-BE49-F238E27FC236}">
                <a16:creationId xmlns:a16="http://schemas.microsoft.com/office/drawing/2014/main" id="{744B9ED3-1B8B-486B-AD04-CAC30D6DE6B8}"/>
              </a:ext>
            </a:extLst>
          </p:cNvPr>
          <p:cNvSpPr>
            <a:spLocks noGrp="1" noChangeArrowheads="1"/>
          </p:cNvSpPr>
          <p:nvPr>
            <p:ph type="title"/>
          </p:nvPr>
        </p:nvSpPr>
        <p:spPr/>
        <p:txBody>
          <a:bodyPr/>
          <a:lstStyle/>
          <a:p>
            <a:r>
              <a:rPr lang="en-US" altLang="en-US"/>
              <a:t>Select Either  A=A</a:t>
            </a:r>
            <a:r>
              <a:rPr lang="en-US" altLang="en-US" baseline="-25000"/>
              <a:t>1</a:t>
            </a:r>
            <a:r>
              <a:rPr lang="en-US" altLang="en-US"/>
              <a:t>A</a:t>
            </a:r>
            <a:r>
              <a:rPr lang="en-US" altLang="en-US" baseline="-25000"/>
              <a:t>0</a:t>
            </a:r>
            <a:r>
              <a:rPr lang="en-US" altLang="en-US"/>
              <a:t>  or  B=B</a:t>
            </a:r>
            <a:r>
              <a:rPr lang="en-US" altLang="en-US" baseline="-25000"/>
              <a:t>1</a:t>
            </a:r>
            <a:r>
              <a:rPr lang="en-US" altLang="en-US"/>
              <a:t>B</a:t>
            </a:r>
            <a:r>
              <a:rPr lang="en-US" altLang="en-US" baseline="-25000"/>
              <a:t>0</a:t>
            </a:r>
            <a:r>
              <a:rPr lang="en-US" altLang="en-US"/>
              <a:t> </a:t>
            </a:r>
          </a:p>
        </p:txBody>
      </p:sp>
      <p:grpSp>
        <p:nvGrpSpPr>
          <p:cNvPr id="150530" name="Group 2">
            <a:extLst>
              <a:ext uri="{FF2B5EF4-FFF2-40B4-BE49-F238E27FC236}">
                <a16:creationId xmlns:a16="http://schemas.microsoft.com/office/drawing/2014/main" id="{FDB6CFAD-E7BD-4C4E-AAF8-3D0F39AA9EB7}"/>
              </a:ext>
            </a:extLst>
          </p:cNvPr>
          <p:cNvGrpSpPr>
            <a:grpSpLocks/>
          </p:cNvGrpSpPr>
          <p:nvPr/>
        </p:nvGrpSpPr>
        <p:grpSpPr bwMode="auto">
          <a:xfrm>
            <a:off x="3886200" y="838200"/>
            <a:ext cx="3200400" cy="4267200"/>
            <a:chOff x="3468479" y="1627097"/>
            <a:chExt cx="2407309" cy="3410041"/>
          </a:xfrm>
        </p:grpSpPr>
        <p:sp>
          <p:nvSpPr>
            <p:cNvPr id="150531" name="Line 290">
              <a:extLst>
                <a:ext uri="{FF2B5EF4-FFF2-40B4-BE49-F238E27FC236}">
                  <a16:creationId xmlns:a16="http://schemas.microsoft.com/office/drawing/2014/main" id="{8C459BF6-B1BA-4DFA-9D34-FDCA17361ADF}"/>
                </a:ext>
              </a:extLst>
            </p:cNvPr>
            <p:cNvSpPr>
              <a:spLocks noChangeAspect="1" noChangeShapeType="1"/>
            </p:cNvSpPr>
            <p:nvPr/>
          </p:nvSpPr>
          <p:spPr bwMode="auto">
            <a:xfrm>
              <a:off x="3924300" y="4333875"/>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2" name="Line 291">
              <a:extLst>
                <a:ext uri="{FF2B5EF4-FFF2-40B4-BE49-F238E27FC236}">
                  <a16:creationId xmlns:a16="http://schemas.microsoft.com/office/drawing/2014/main" id="{29A9C6D0-7A93-445F-9A5F-9217D5EEFC3B}"/>
                </a:ext>
              </a:extLst>
            </p:cNvPr>
            <p:cNvSpPr>
              <a:spLocks noChangeAspect="1" noChangeShapeType="1"/>
            </p:cNvSpPr>
            <p:nvPr/>
          </p:nvSpPr>
          <p:spPr bwMode="auto">
            <a:xfrm>
              <a:off x="3895725" y="4741863"/>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3" name="Line 292">
              <a:extLst>
                <a:ext uri="{FF2B5EF4-FFF2-40B4-BE49-F238E27FC236}">
                  <a16:creationId xmlns:a16="http://schemas.microsoft.com/office/drawing/2014/main" id="{50331CB7-EF68-44B3-975C-51E22D6FFB51}"/>
                </a:ext>
              </a:extLst>
            </p:cNvPr>
            <p:cNvSpPr>
              <a:spLocks noChangeAspect="1" noChangeShapeType="1"/>
            </p:cNvSpPr>
            <p:nvPr/>
          </p:nvSpPr>
          <p:spPr bwMode="auto">
            <a:xfrm flipH="1">
              <a:off x="4579937" y="4540250"/>
              <a:ext cx="7540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4" name="Freeform 293">
              <a:extLst>
                <a:ext uri="{FF2B5EF4-FFF2-40B4-BE49-F238E27FC236}">
                  <a16:creationId xmlns:a16="http://schemas.microsoft.com/office/drawing/2014/main" id="{E4E06A9A-69E2-4789-A3EA-6F515771F8E3}"/>
                </a:ext>
              </a:extLst>
            </p:cNvPr>
            <p:cNvSpPr>
              <a:spLocks noChangeAspect="1"/>
            </p:cNvSpPr>
            <p:nvPr/>
          </p:nvSpPr>
          <p:spPr bwMode="auto">
            <a:xfrm>
              <a:off x="4191000" y="4038600"/>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5" name="Line 294">
              <a:extLst>
                <a:ext uri="{FF2B5EF4-FFF2-40B4-BE49-F238E27FC236}">
                  <a16:creationId xmlns:a16="http://schemas.microsoft.com/office/drawing/2014/main" id="{4BC82B5E-6299-4463-97A1-CCB634FDA596}"/>
                </a:ext>
              </a:extLst>
            </p:cNvPr>
            <p:cNvSpPr>
              <a:spLocks noChangeAspect="1" noChangeShapeType="1"/>
            </p:cNvSpPr>
            <p:nvPr/>
          </p:nvSpPr>
          <p:spPr bwMode="auto">
            <a:xfrm>
              <a:off x="4375150" y="3743325"/>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6" name="Line 296">
              <a:extLst>
                <a:ext uri="{FF2B5EF4-FFF2-40B4-BE49-F238E27FC236}">
                  <a16:creationId xmlns:a16="http://schemas.microsoft.com/office/drawing/2014/main" id="{D7440B70-B365-412D-ABCB-DFE9AF5678F6}"/>
                </a:ext>
              </a:extLst>
            </p:cNvPr>
            <p:cNvSpPr>
              <a:spLocks noChangeAspect="1" noChangeShapeType="1"/>
            </p:cNvSpPr>
            <p:nvPr/>
          </p:nvSpPr>
          <p:spPr bwMode="auto">
            <a:xfrm>
              <a:off x="4361090" y="3759653"/>
              <a:ext cx="4068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7" name="Rectangle 302">
              <a:extLst>
                <a:ext uri="{FF2B5EF4-FFF2-40B4-BE49-F238E27FC236}">
                  <a16:creationId xmlns:a16="http://schemas.microsoft.com/office/drawing/2014/main" id="{F4629C8F-220C-44C9-9052-341DB45C98D6}"/>
                </a:ext>
              </a:extLst>
            </p:cNvPr>
            <p:cNvSpPr>
              <a:spLocks noChangeAspect="1" noChangeArrowheads="1"/>
            </p:cNvSpPr>
            <p:nvPr/>
          </p:nvSpPr>
          <p:spPr bwMode="auto">
            <a:xfrm>
              <a:off x="4259260" y="4238625"/>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8" name="Rectangle 303">
              <a:extLst>
                <a:ext uri="{FF2B5EF4-FFF2-40B4-BE49-F238E27FC236}">
                  <a16:creationId xmlns:a16="http://schemas.microsoft.com/office/drawing/2014/main" id="{C0D261C0-0121-41B6-8450-6BDC8B4F1735}"/>
                </a:ext>
              </a:extLst>
            </p:cNvPr>
            <p:cNvSpPr>
              <a:spLocks noChangeAspect="1" noChangeArrowheads="1"/>
            </p:cNvSpPr>
            <p:nvPr/>
          </p:nvSpPr>
          <p:spPr bwMode="auto">
            <a:xfrm>
              <a:off x="4256193" y="4637881"/>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9" name="Line 290">
              <a:extLst>
                <a:ext uri="{FF2B5EF4-FFF2-40B4-BE49-F238E27FC236}">
                  <a16:creationId xmlns:a16="http://schemas.microsoft.com/office/drawing/2014/main" id="{4ACF9CBC-CF0C-4978-BAF6-21E929FC4B54}"/>
                </a:ext>
              </a:extLst>
            </p:cNvPr>
            <p:cNvSpPr>
              <a:spLocks noChangeAspect="1" noChangeShapeType="1"/>
            </p:cNvSpPr>
            <p:nvPr/>
          </p:nvSpPr>
          <p:spPr bwMode="auto">
            <a:xfrm>
              <a:off x="3924300" y="2348706"/>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0" name="Line 291">
              <a:extLst>
                <a:ext uri="{FF2B5EF4-FFF2-40B4-BE49-F238E27FC236}">
                  <a16:creationId xmlns:a16="http://schemas.microsoft.com/office/drawing/2014/main" id="{1A94C1D7-3F5A-4D04-AC09-589A7BF46FCD}"/>
                </a:ext>
              </a:extLst>
            </p:cNvPr>
            <p:cNvSpPr>
              <a:spLocks noChangeAspect="1" noChangeShapeType="1"/>
            </p:cNvSpPr>
            <p:nvPr/>
          </p:nvSpPr>
          <p:spPr bwMode="auto">
            <a:xfrm>
              <a:off x="3895725" y="2756694"/>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1" name="Line 292">
              <a:extLst>
                <a:ext uri="{FF2B5EF4-FFF2-40B4-BE49-F238E27FC236}">
                  <a16:creationId xmlns:a16="http://schemas.microsoft.com/office/drawing/2014/main" id="{52FB8AC8-2035-497B-BAB1-9D8B4F88B781}"/>
                </a:ext>
              </a:extLst>
            </p:cNvPr>
            <p:cNvSpPr>
              <a:spLocks noChangeAspect="1" noChangeShapeType="1"/>
            </p:cNvSpPr>
            <p:nvPr/>
          </p:nvSpPr>
          <p:spPr bwMode="auto">
            <a:xfrm flipH="1">
              <a:off x="4579936" y="2555081"/>
              <a:ext cx="7540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2" name="Freeform 293">
              <a:extLst>
                <a:ext uri="{FF2B5EF4-FFF2-40B4-BE49-F238E27FC236}">
                  <a16:creationId xmlns:a16="http://schemas.microsoft.com/office/drawing/2014/main" id="{D4CE0E94-46EE-49C7-BB85-ED76C9272475}"/>
                </a:ext>
              </a:extLst>
            </p:cNvPr>
            <p:cNvSpPr>
              <a:spLocks noChangeAspect="1"/>
            </p:cNvSpPr>
            <p:nvPr/>
          </p:nvSpPr>
          <p:spPr bwMode="auto">
            <a:xfrm>
              <a:off x="4191000" y="2053431"/>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3" name="Line 294">
              <a:extLst>
                <a:ext uri="{FF2B5EF4-FFF2-40B4-BE49-F238E27FC236}">
                  <a16:creationId xmlns:a16="http://schemas.microsoft.com/office/drawing/2014/main" id="{0FA36E91-6661-4012-A92D-F42B74D03F8E}"/>
                </a:ext>
              </a:extLst>
            </p:cNvPr>
            <p:cNvSpPr>
              <a:spLocks noChangeAspect="1" noChangeShapeType="1"/>
            </p:cNvSpPr>
            <p:nvPr/>
          </p:nvSpPr>
          <p:spPr bwMode="auto">
            <a:xfrm>
              <a:off x="4375150" y="1758156"/>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4" name="Line 296">
              <a:extLst>
                <a:ext uri="{FF2B5EF4-FFF2-40B4-BE49-F238E27FC236}">
                  <a16:creationId xmlns:a16="http://schemas.microsoft.com/office/drawing/2014/main" id="{F0C32C8C-BC3C-4CDC-8C22-F206632CC76F}"/>
                </a:ext>
              </a:extLst>
            </p:cNvPr>
            <p:cNvSpPr>
              <a:spLocks noChangeAspect="1" noChangeShapeType="1"/>
            </p:cNvSpPr>
            <p:nvPr/>
          </p:nvSpPr>
          <p:spPr bwMode="auto">
            <a:xfrm>
              <a:off x="3905831" y="1767396"/>
              <a:ext cx="479425"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5" name="Rectangle 297">
              <a:extLst>
                <a:ext uri="{FF2B5EF4-FFF2-40B4-BE49-F238E27FC236}">
                  <a16:creationId xmlns:a16="http://schemas.microsoft.com/office/drawing/2014/main" id="{1BDFBC46-BABB-4438-B865-566614558564}"/>
                </a:ext>
              </a:extLst>
            </p:cNvPr>
            <p:cNvSpPr>
              <a:spLocks noChangeAspect="1" noChangeArrowheads="1"/>
            </p:cNvSpPr>
            <p:nvPr/>
          </p:nvSpPr>
          <p:spPr bwMode="auto">
            <a:xfrm>
              <a:off x="3688860" y="1627097"/>
              <a:ext cx="1301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6" name="Rectangle 302">
              <a:extLst>
                <a:ext uri="{FF2B5EF4-FFF2-40B4-BE49-F238E27FC236}">
                  <a16:creationId xmlns:a16="http://schemas.microsoft.com/office/drawing/2014/main" id="{9509D79F-9D60-4EEC-957C-E711555ED1D4}"/>
                </a:ext>
              </a:extLst>
            </p:cNvPr>
            <p:cNvSpPr>
              <a:spLocks noChangeAspect="1" noChangeArrowheads="1"/>
            </p:cNvSpPr>
            <p:nvPr/>
          </p:nvSpPr>
          <p:spPr bwMode="auto">
            <a:xfrm>
              <a:off x="4259260" y="2260204"/>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7" name="Rectangle 303">
              <a:extLst>
                <a:ext uri="{FF2B5EF4-FFF2-40B4-BE49-F238E27FC236}">
                  <a16:creationId xmlns:a16="http://schemas.microsoft.com/office/drawing/2014/main" id="{4DF2BBDF-A69B-4B58-9E2E-5692C479A342}"/>
                </a:ext>
              </a:extLst>
            </p:cNvPr>
            <p:cNvSpPr>
              <a:spLocks noChangeAspect="1" noChangeArrowheads="1"/>
            </p:cNvSpPr>
            <p:nvPr/>
          </p:nvSpPr>
          <p:spPr bwMode="auto">
            <a:xfrm>
              <a:off x="4259260" y="2641316"/>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8" name="Line 294">
              <a:extLst>
                <a:ext uri="{FF2B5EF4-FFF2-40B4-BE49-F238E27FC236}">
                  <a16:creationId xmlns:a16="http://schemas.microsoft.com/office/drawing/2014/main" id="{20757F07-88D5-491D-BC47-3FE9AC8DFFB6}"/>
                </a:ext>
              </a:extLst>
            </p:cNvPr>
            <p:cNvSpPr>
              <a:spLocks noChangeAspect="1" noChangeShapeType="1"/>
            </p:cNvSpPr>
            <p:nvPr/>
          </p:nvSpPr>
          <p:spPr bwMode="auto">
            <a:xfrm>
              <a:off x="4764315" y="1926771"/>
              <a:ext cx="0" cy="1845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9" name="Line 296">
              <a:extLst>
                <a:ext uri="{FF2B5EF4-FFF2-40B4-BE49-F238E27FC236}">
                  <a16:creationId xmlns:a16="http://schemas.microsoft.com/office/drawing/2014/main" id="{03095BA9-7EAB-41E2-A88B-7FBB92CB4750}"/>
                </a:ext>
              </a:extLst>
            </p:cNvPr>
            <p:cNvSpPr>
              <a:spLocks noChangeAspect="1" noChangeShapeType="1"/>
            </p:cNvSpPr>
            <p:nvPr/>
          </p:nvSpPr>
          <p:spPr bwMode="auto">
            <a:xfrm>
              <a:off x="4358368" y="1935049"/>
              <a:ext cx="41773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0" name="Oval 68">
              <a:extLst>
                <a:ext uri="{FF2B5EF4-FFF2-40B4-BE49-F238E27FC236}">
                  <a16:creationId xmlns:a16="http://schemas.microsoft.com/office/drawing/2014/main" id="{259EFD0B-6DE3-4E71-BEFA-DF51E550E179}"/>
                </a:ext>
              </a:extLst>
            </p:cNvPr>
            <p:cNvSpPr>
              <a:spLocks noChangeArrowheads="1"/>
            </p:cNvSpPr>
            <p:nvPr/>
          </p:nvSpPr>
          <p:spPr bwMode="auto">
            <a:xfrm>
              <a:off x="4330306" y="187810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1" name="TextBox 92">
              <a:extLst>
                <a:ext uri="{FF2B5EF4-FFF2-40B4-BE49-F238E27FC236}">
                  <a16:creationId xmlns:a16="http://schemas.microsoft.com/office/drawing/2014/main" id="{45077731-D8DD-4D69-9F65-B47BE7135DC4}"/>
                </a:ext>
              </a:extLst>
            </p:cNvPr>
            <p:cNvSpPr txBox="1">
              <a:spLocks noChangeArrowheads="1"/>
            </p:cNvSpPr>
            <p:nvPr/>
          </p:nvSpPr>
          <p:spPr bwMode="auto">
            <a:xfrm>
              <a:off x="5485938" y="238165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2" name="TextBox 93">
              <a:extLst>
                <a:ext uri="{FF2B5EF4-FFF2-40B4-BE49-F238E27FC236}">
                  <a16:creationId xmlns:a16="http://schemas.microsoft.com/office/drawing/2014/main" id="{BBEC4433-37A8-4007-BA2E-EABDF5C7B493}"/>
                </a:ext>
              </a:extLst>
            </p:cNvPr>
            <p:cNvSpPr txBox="1">
              <a:spLocks noChangeArrowheads="1"/>
            </p:cNvSpPr>
            <p:nvPr/>
          </p:nvSpPr>
          <p:spPr bwMode="auto">
            <a:xfrm>
              <a:off x="5485938" y="434960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0553" name="TextBox 94">
              <a:extLst>
                <a:ext uri="{FF2B5EF4-FFF2-40B4-BE49-F238E27FC236}">
                  <a16:creationId xmlns:a16="http://schemas.microsoft.com/office/drawing/2014/main" id="{4539153E-617B-407A-A56D-68000608A551}"/>
                </a:ext>
              </a:extLst>
            </p:cNvPr>
            <p:cNvSpPr txBox="1">
              <a:spLocks noChangeArrowheads="1"/>
            </p:cNvSpPr>
            <p:nvPr/>
          </p:nvSpPr>
          <p:spPr bwMode="auto">
            <a:xfrm>
              <a:off x="3468479" y="2127229"/>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4" name="TextBox 95">
              <a:extLst>
                <a:ext uri="{FF2B5EF4-FFF2-40B4-BE49-F238E27FC236}">
                  <a16:creationId xmlns:a16="http://schemas.microsoft.com/office/drawing/2014/main" id="{212B020F-9F19-4E01-83FC-BCA8D2C6404E}"/>
                </a:ext>
              </a:extLst>
            </p:cNvPr>
            <p:cNvSpPr txBox="1">
              <a:spLocks noChangeArrowheads="1"/>
            </p:cNvSpPr>
            <p:nvPr/>
          </p:nvSpPr>
          <p:spPr bwMode="auto">
            <a:xfrm>
              <a:off x="3475105" y="2504916"/>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5" name="TextBox 96">
              <a:extLst>
                <a:ext uri="{FF2B5EF4-FFF2-40B4-BE49-F238E27FC236}">
                  <a16:creationId xmlns:a16="http://schemas.microsoft.com/office/drawing/2014/main" id="{29E7582A-E587-4879-9AD6-5BE7D5C5C4AF}"/>
                </a:ext>
              </a:extLst>
            </p:cNvPr>
            <p:cNvSpPr txBox="1">
              <a:spLocks noChangeArrowheads="1"/>
            </p:cNvSpPr>
            <p:nvPr/>
          </p:nvSpPr>
          <p:spPr bwMode="auto">
            <a:xfrm>
              <a:off x="3474640" y="410541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0556" name="TextBox 97">
              <a:extLst>
                <a:ext uri="{FF2B5EF4-FFF2-40B4-BE49-F238E27FC236}">
                  <a16:creationId xmlns:a16="http://schemas.microsoft.com/office/drawing/2014/main" id="{E7EFE4B5-F77F-453C-A6D9-86FBDB0FDD92}"/>
                </a:ext>
              </a:extLst>
            </p:cNvPr>
            <p:cNvSpPr txBox="1">
              <a:spLocks noChangeArrowheads="1"/>
            </p:cNvSpPr>
            <p:nvPr/>
          </p:nvSpPr>
          <p:spPr bwMode="auto">
            <a:xfrm>
              <a:off x="3481266" y="4483100"/>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grpSp>
    </p:spTree>
    <p:extLst>
      <p:ext uri="{BB962C8B-B14F-4D97-AF65-F5344CB8AC3E}">
        <p14:creationId xmlns:p14="http://schemas.microsoft.com/office/powerpoint/2010/main" val="272719680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Title 1">
            <a:extLst>
              <a:ext uri="{FF2B5EF4-FFF2-40B4-BE49-F238E27FC236}">
                <a16:creationId xmlns:a16="http://schemas.microsoft.com/office/drawing/2014/main" id="{DC9D23F5-3137-4C57-924E-CD8CDE59358D}"/>
              </a:ext>
            </a:extLst>
          </p:cNvPr>
          <p:cNvSpPr>
            <a:spLocks noGrp="1" noChangeArrowheads="1"/>
          </p:cNvSpPr>
          <p:nvPr>
            <p:ph type="title"/>
          </p:nvPr>
        </p:nvSpPr>
        <p:spPr/>
        <p:txBody>
          <a:bodyPr/>
          <a:lstStyle/>
          <a:p>
            <a:r>
              <a:rPr lang="en-US" altLang="en-US"/>
              <a:t>Select Either  </a:t>
            </a:r>
            <a:r>
              <a:rPr lang="en-US" altLang="en-US">
                <a:solidFill>
                  <a:srgbClr val="FF0000"/>
                </a:solidFill>
              </a:rPr>
              <a:t>A=A</a:t>
            </a:r>
            <a:r>
              <a:rPr lang="en-US" altLang="en-US" baseline="-25000">
                <a:solidFill>
                  <a:srgbClr val="FF0000"/>
                </a:solidFill>
              </a:rPr>
              <a:t>1</a:t>
            </a:r>
            <a:r>
              <a:rPr lang="en-US" altLang="en-US">
                <a:solidFill>
                  <a:srgbClr val="FF0000"/>
                </a:solidFill>
              </a:rPr>
              <a:t>A</a:t>
            </a:r>
            <a:r>
              <a:rPr lang="en-US" altLang="en-US" baseline="-25000">
                <a:solidFill>
                  <a:srgbClr val="FF0000"/>
                </a:solidFill>
              </a:rPr>
              <a:t>0</a:t>
            </a:r>
            <a:r>
              <a:rPr lang="en-US" altLang="en-US"/>
              <a:t>  or  B=B</a:t>
            </a:r>
            <a:r>
              <a:rPr lang="en-US" altLang="en-US" baseline="-25000"/>
              <a:t>1</a:t>
            </a:r>
            <a:r>
              <a:rPr lang="en-US" altLang="en-US"/>
              <a:t>B</a:t>
            </a:r>
            <a:r>
              <a:rPr lang="en-US" altLang="en-US" baseline="-25000"/>
              <a:t>0</a:t>
            </a:r>
            <a:r>
              <a:rPr lang="en-US" altLang="en-US"/>
              <a:t> </a:t>
            </a:r>
          </a:p>
        </p:txBody>
      </p:sp>
      <p:grpSp>
        <p:nvGrpSpPr>
          <p:cNvPr id="151554" name="Group 2">
            <a:extLst>
              <a:ext uri="{FF2B5EF4-FFF2-40B4-BE49-F238E27FC236}">
                <a16:creationId xmlns:a16="http://schemas.microsoft.com/office/drawing/2014/main" id="{467A3D42-454D-48D2-9382-1A51D486030C}"/>
              </a:ext>
            </a:extLst>
          </p:cNvPr>
          <p:cNvGrpSpPr>
            <a:grpSpLocks/>
          </p:cNvGrpSpPr>
          <p:nvPr/>
        </p:nvGrpSpPr>
        <p:grpSpPr bwMode="auto">
          <a:xfrm>
            <a:off x="3505200" y="2057400"/>
            <a:ext cx="2406650" cy="3409950"/>
            <a:chOff x="3468479" y="1627097"/>
            <a:chExt cx="2407309" cy="3410041"/>
          </a:xfrm>
        </p:grpSpPr>
        <p:sp>
          <p:nvSpPr>
            <p:cNvPr id="151560" name="Line 290">
              <a:extLst>
                <a:ext uri="{FF2B5EF4-FFF2-40B4-BE49-F238E27FC236}">
                  <a16:creationId xmlns:a16="http://schemas.microsoft.com/office/drawing/2014/main" id="{ADB0E1AD-5066-48BA-B3D4-2298011B764C}"/>
                </a:ext>
              </a:extLst>
            </p:cNvPr>
            <p:cNvSpPr>
              <a:spLocks noChangeAspect="1" noChangeShapeType="1"/>
            </p:cNvSpPr>
            <p:nvPr/>
          </p:nvSpPr>
          <p:spPr bwMode="auto">
            <a:xfrm>
              <a:off x="3924300" y="4333875"/>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1" name="Line 291">
              <a:extLst>
                <a:ext uri="{FF2B5EF4-FFF2-40B4-BE49-F238E27FC236}">
                  <a16:creationId xmlns:a16="http://schemas.microsoft.com/office/drawing/2014/main" id="{33AB94B9-3AC5-4E7E-BAEC-74FA88926467}"/>
                </a:ext>
              </a:extLst>
            </p:cNvPr>
            <p:cNvSpPr>
              <a:spLocks noChangeAspect="1" noChangeShapeType="1"/>
            </p:cNvSpPr>
            <p:nvPr/>
          </p:nvSpPr>
          <p:spPr bwMode="auto">
            <a:xfrm>
              <a:off x="3895725" y="4741863"/>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2" name="Line 292">
              <a:extLst>
                <a:ext uri="{FF2B5EF4-FFF2-40B4-BE49-F238E27FC236}">
                  <a16:creationId xmlns:a16="http://schemas.microsoft.com/office/drawing/2014/main" id="{2EC8C9B9-5BE6-4F61-A4A1-1B7B3B704E4F}"/>
                </a:ext>
              </a:extLst>
            </p:cNvPr>
            <p:cNvSpPr>
              <a:spLocks noChangeAspect="1" noChangeShapeType="1"/>
            </p:cNvSpPr>
            <p:nvPr/>
          </p:nvSpPr>
          <p:spPr bwMode="auto">
            <a:xfrm flipH="1">
              <a:off x="4579937" y="4540250"/>
              <a:ext cx="7540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3" name="Freeform 293">
              <a:extLst>
                <a:ext uri="{FF2B5EF4-FFF2-40B4-BE49-F238E27FC236}">
                  <a16:creationId xmlns:a16="http://schemas.microsoft.com/office/drawing/2014/main" id="{162B8F9F-D4F7-43AD-9BB3-1BCCE4663AEF}"/>
                </a:ext>
              </a:extLst>
            </p:cNvPr>
            <p:cNvSpPr>
              <a:spLocks noChangeAspect="1"/>
            </p:cNvSpPr>
            <p:nvPr/>
          </p:nvSpPr>
          <p:spPr bwMode="auto">
            <a:xfrm>
              <a:off x="4191000" y="4038600"/>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4" name="Line 294">
              <a:extLst>
                <a:ext uri="{FF2B5EF4-FFF2-40B4-BE49-F238E27FC236}">
                  <a16:creationId xmlns:a16="http://schemas.microsoft.com/office/drawing/2014/main" id="{2BD34C13-F510-4147-8013-A9FB5739CA4D}"/>
                </a:ext>
              </a:extLst>
            </p:cNvPr>
            <p:cNvSpPr>
              <a:spLocks noChangeAspect="1" noChangeShapeType="1"/>
            </p:cNvSpPr>
            <p:nvPr/>
          </p:nvSpPr>
          <p:spPr bwMode="auto">
            <a:xfrm>
              <a:off x="4375150" y="3743325"/>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5" name="Line 296">
              <a:extLst>
                <a:ext uri="{FF2B5EF4-FFF2-40B4-BE49-F238E27FC236}">
                  <a16:creationId xmlns:a16="http://schemas.microsoft.com/office/drawing/2014/main" id="{DF7D0DC6-E8C1-4E0F-B920-BD4C3C6A9377}"/>
                </a:ext>
              </a:extLst>
            </p:cNvPr>
            <p:cNvSpPr>
              <a:spLocks noChangeAspect="1" noChangeShapeType="1"/>
            </p:cNvSpPr>
            <p:nvPr/>
          </p:nvSpPr>
          <p:spPr bwMode="auto">
            <a:xfrm>
              <a:off x="4361090" y="3759653"/>
              <a:ext cx="4068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6" name="Rectangle 302">
              <a:extLst>
                <a:ext uri="{FF2B5EF4-FFF2-40B4-BE49-F238E27FC236}">
                  <a16:creationId xmlns:a16="http://schemas.microsoft.com/office/drawing/2014/main" id="{77C97A6F-62F4-409D-BCF6-2A1337CA420D}"/>
                </a:ext>
              </a:extLst>
            </p:cNvPr>
            <p:cNvSpPr>
              <a:spLocks noChangeAspect="1" noChangeArrowheads="1"/>
            </p:cNvSpPr>
            <p:nvPr/>
          </p:nvSpPr>
          <p:spPr bwMode="auto">
            <a:xfrm>
              <a:off x="4259260" y="4238625"/>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7" name="Rectangle 303">
              <a:extLst>
                <a:ext uri="{FF2B5EF4-FFF2-40B4-BE49-F238E27FC236}">
                  <a16:creationId xmlns:a16="http://schemas.microsoft.com/office/drawing/2014/main" id="{DE6A6222-2A29-4FE8-B2C6-16ED039DE6BA}"/>
                </a:ext>
              </a:extLst>
            </p:cNvPr>
            <p:cNvSpPr>
              <a:spLocks noChangeAspect="1" noChangeArrowheads="1"/>
            </p:cNvSpPr>
            <p:nvPr/>
          </p:nvSpPr>
          <p:spPr bwMode="auto">
            <a:xfrm>
              <a:off x="4256193" y="4637881"/>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8" name="Line 290">
              <a:extLst>
                <a:ext uri="{FF2B5EF4-FFF2-40B4-BE49-F238E27FC236}">
                  <a16:creationId xmlns:a16="http://schemas.microsoft.com/office/drawing/2014/main" id="{EDA2F809-EDED-4057-B899-B0B3DC627DCA}"/>
                </a:ext>
              </a:extLst>
            </p:cNvPr>
            <p:cNvSpPr>
              <a:spLocks noChangeAspect="1" noChangeShapeType="1"/>
            </p:cNvSpPr>
            <p:nvPr/>
          </p:nvSpPr>
          <p:spPr bwMode="auto">
            <a:xfrm>
              <a:off x="3924300" y="2348706"/>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69" name="Line 291">
              <a:extLst>
                <a:ext uri="{FF2B5EF4-FFF2-40B4-BE49-F238E27FC236}">
                  <a16:creationId xmlns:a16="http://schemas.microsoft.com/office/drawing/2014/main" id="{81754818-5DE7-4140-9EDB-537C287D4A83}"/>
                </a:ext>
              </a:extLst>
            </p:cNvPr>
            <p:cNvSpPr>
              <a:spLocks noChangeAspect="1" noChangeShapeType="1"/>
            </p:cNvSpPr>
            <p:nvPr/>
          </p:nvSpPr>
          <p:spPr bwMode="auto">
            <a:xfrm>
              <a:off x="3895725" y="2756694"/>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0" name="Line 292">
              <a:extLst>
                <a:ext uri="{FF2B5EF4-FFF2-40B4-BE49-F238E27FC236}">
                  <a16:creationId xmlns:a16="http://schemas.microsoft.com/office/drawing/2014/main" id="{DFA7A63F-8030-4850-B86B-EECD71233A4F}"/>
                </a:ext>
              </a:extLst>
            </p:cNvPr>
            <p:cNvSpPr>
              <a:spLocks noChangeAspect="1" noChangeShapeType="1"/>
            </p:cNvSpPr>
            <p:nvPr/>
          </p:nvSpPr>
          <p:spPr bwMode="auto">
            <a:xfrm flipH="1">
              <a:off x="4579936" y="2555081"/>
              <a:ext cx="7540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1" name="Freeform 293">
              <a:extLst>
                <a:ext uri="{FF2B5EF4-FFF2-40B4-BE49-F238E27FC236}">
                  <a16:creationId xmlns:a16="http://schemas.microsoft.com/office/drawing/2014/main" id="{28B826C0-223C-4D3C-B59E-424CEEF691C5}"/>
                </a:ext>
              </a:extLst>
            </p:cNvPr>
            <p:cNvSpPr>
              <a:spLocks noChangeAspect="1"/>
            </p:cNvSpPr>
            <p:nvPr/>
          </p:nvSpPr>
          <p:spPr bwMode="auto">
            <a:xfrm>
              <a:off x="4191000" y="2053431"/>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2" name="Line 294">
              <a:extLst>
                <a:ext uri="{FF2B5EF4-FFF2-40B4-BE49-F238E27FC236}">
                  <a16:creationId xmlns:a16="http://schemas.microsoft.com/office/drawing/2014/main" id="{FEFA22D7-50D9-42DB-8C54-D8FD36D8A2C0}"/>
                </a:ext>
              </a:extLst>
            </p:cNvPr>
            <p:cNvSpPr>
              <a:spLocks noChangeAspect="1" noChangeShapeType="1"/>
            </p:cNvSpPr>
            <p:nvPr/>
          </p:nvSpPr>
          <p:spPr bwMode="auto">
            <a:xfrm>
              <a:off x="4375150" y="1758156"/>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3" name="Line 296">
              <a:extLst>
                <a:ext uri="{FF2B5EF4-FFF2-40B4-BE49-F238E27FC236}">
                  <a16:creationId xmlns:a16="http://schemas.microsoft.com/office/drawing/2014/main" id="{D2E33285-391A-4D47-953B-7B89F6CED5B6}"/>
                </a:ext>
              </a:extLst>
            </p:cNvPr>
            <p:cNvSpPr>
              <a:spLocks noChangeAspect="1" noChangeShapeType="1"/>
            </p:cNvSpPr>
            <p:nvPr/>
          </p:nvSpPr>
          <p:spPr bwMode="auto">
            <a:xfrm>
              <a:off x="3905831" y="1767396"/>
              <a:ext cx="479425"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4" name="Rectangle 297">
              <a:extLst>
                <a:ext uri="{FF2B5EF4-FFF2-40B4-BE49-F238E27FC236}">
                  <a16:creationId xmlns:a16="http://schemas.microsoft.com/office/drawing/2014/main" id="{79087A90-709E-4617-9161-EECCCFFC64E7}"/>
                </a:ext>
              </a:extLst>
            </p:cNvPr>
            <p:cNvSpPr>
              <a:spLocks noChangeAspect="1" noChangeArrowheads="1"/>
            </p:cNvSpPr>
            <p:nvPr/>
          </p:nvSpPr>
          <p:spPr bwMode="auto">
            <a:xfrm>
              <a:off x="3688860" y="1627097"/>
              <a:ext cx="1301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5" name="Rectangle 302">
              <a:extLst>
                <a:ext uri="{FF2B5EF4-FFF2-40B4-BE49-F238E27FC236}">
                  <a16:creationId xmlns:a16="http://schemas.microsoft.com/office/drawing/2014/main" id="{E7655E39-66BC-4783-B6F5-CACDCD9506F5}"/>
                </a:ext>
              </a:extLst>
            </p:cNvPr>
            <p:cNvSpPr>
              <a:spLocks noChangeAspect="1" noChangeArrowheads="1"/>
            </p:cNvSpPr>
            <p:nvPr/>
          </p:nvSpPr>
          <p:spPr bwMode="auto">
            <a:xfrm>
              <a:off x="4259260" y="2260204"/>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6" name="Rectangle 303">
              <a:extLst>
                <a:ext uri="{FF2B5EF4-FFF2-40B4-BE49-F238E27FC236}">
                  <a16:creationId xmlns:a16="http://schemas.microsoft.com/office/drawing/2014/main" id="{88D192F5-8F8F-4796-A177-7143EB56469B}"/>
                </a:ext>
              </a:extLst>
            </p:cNvPr>
            <p:cNvSpPr>
              <a:spLocks noChangeAspect="1" noChangeArrowheads="1"/>
            </p:cNvSpPr>
            <p:nvPr/>
          </p:nvSpPr>
          <p:spPr bwMode="auto">
            <a:xfrm>
              <a:off x="4259260" y="2641316"/>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7" name="Line 294">
              <a:extLst>
                <a:ext uri="{FF2B5EF4-FFF2-40B4-BE49-F238E27FC236}">
                  <a16:creationId xmlns:a16="http://schemas.microsoft.com/office/drawing/2014/main" id="{0C339753-8889-4AFB-85E9-D2AAF70CC26E}"/>
                </a:ext>
              </a:extLst>
            </p:cNvPr>
            <p:cNvSpPr>
              <a:spLocks noChangeAspect="1" noChangeShapeType="1"/>
            </p:cNvSpPr>
            <p:nvPr/>
          </p:nvSpPr>
          <p:spPr bwMode="auto">
            <a:xfrm>
              <a:off x="4764315" y="1926771"/>
              <a:ext cx="0" cy="1845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8" name="Line 296">
              <a:extLst>
                <a:ext uri="{FF2B5EF4-FFF2-40B4-BE49-F238E27FC236}">
                  <a16:creationId xmlns:a16="http://schemas.microsoft.com/office/drawing/2014/main" id="{A37F6970-9AB9-4E19-AE62-26E48BB378EA}"/>
                </a:ext>
              </a:extLst>
            </p:cNvPr>
            <p:cNvSpPr>
              <a:spLocks noChangeAspect="1" noChangeShapeType="1"/>
            </p:cNvSpPr>
            <p:nvPr/>
          </p:nvSpPr>
          <p:spPr bwMode="auto">
            <a:xfrm>
              <a:off x="4358368" y="1935049"/>
              <a:ext cx="41773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79" name="Oval 68">
              <a:extLst>
                <a:ext uri="{FF2B5EF4-FFF2-40B4-BE49-F238E27FC236}">
                  <a16:creationId xmlns:a16="http://schemas.microsoft.com/office/drawing/2014/main" id="{A6F16402-2EA8-48CC-8FF6-9A8FBD5C29DE}"/>
                </a:ext>
              </a:extLst>
            </p:cNvPr>
            <p:cNvSpPr>
              <a:spLocks noChangeArrowheads="1"/>
            </p:cNvSpPr>
            <p:nvPr/>
          </p:nvSpPr>
          <p:spPr bwMode="auto">
            <a:xfrm>
              <a:off x="4330306" y="187810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580" name="TextBox 92">
              <a:extLst>
                <a:ext uri="{FF2B5EF4-FFF2-40B4-BE49-F238E27FC236}">
                  <a16:creationId xmlns:a16="http://schemas.microsoft.com/office/drawing/2014/main" id="{374F2A40-9040-4E21-923F-9D089ABA373E}"/>
                </a:ext>
              </a:extLst>
            </p:cNvPr>
            <p:cNvSpPr txBox="1">
              <a:spLocks noChangeArrowheads="1"/>
            </p:cNvSpPr>
            <p:nvPr/>
          </p:nvSpPr>
          <p:spPr bwMode="auto">
            <a:xfrm>
              <a:off x="5485938" y="238165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1581" name="TextBox 93">
              <a:extLst>
                <a:ext uri="{FF2B5EF4-FFF2-40B4-BE49-F238E27FC236}">
                  <a16:creationId xmlns:a16="http://schemas.microsoft.com/office/drawing/2014/main" id="{EFC25B94-CC55-4E12-B396-1907B06A6201}"/>
                </a:ext>
              </a:extLst>
            </p:cNvPr>
            <p:cNvSpPr txBox="1">
              <a:spLocks noChangeArrowheads="1"/>
            </p:cNvSpPr>
            <p:nvPr/>
          </p:nvSpPr>
          <p:spPr bwMode="auto">
            <a:xfrm>
              <a:off x="5485938" y="434960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1582" name="TextBox 94">
              <a:extLst>
                <a:ext uri="{FF2B5EF4-FFF2-40B4-BE49-F238E27FC236}">
                  <a16:creationId xmlns:a16="http://schemas.microsoft.com/office/drawing/2014/main" id="{853659FE-7DAA-423F-BC7F-60C3DF63F03B}"/>
                </a:ext>
              </a:extLst>
            </p:cNvPr>
            <p:cNvSpPr txBox="1">
              <a:spLocks noChangeArrowheads="1"/>
            </p:cNvSpPr>
            <p:nvPr/>
          </p:nvSpPr>
          <p:spPr bwMode="auto">
            <a:xfrm>
              <a:off x="3468479" y="2127229"/>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1583" name="TextBox 95">
              <a:extLst>
                <a:ext uri="{FF2B5EF4-FFF2-40B4-BE49-F238E27FC236}">
                  <a16:creationId xmlns:a16="http://schemas.microsoft.com/office/drawing/2014/main" id="{C96EC0E1-4DF5-4F8F-8FCC-78C4F67356F0}"/>
                </a:ext>
              </a:extLst>
            </p:cNvPr>
            <p:cNvSpPr txBox="1">
              <a:spLocks noChangeArrowheads="1"/>
            </p:cNvSpPr>
            <p:nvPr/>
          </p:nvSpPr>
          <p:spPr bwMode="auto">
            <a:xfrm>
              <a:off x="3475105" y="2504916"/>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1584" name="TextBox 96">
              <a:extLst>
                <a:ext uri="{FF2B5EF4-FFF2-40B4-BE49-F238E27FC236}">
                  <a16:creationId xmlns:a16="http://schemas.microsoft.com/office/drawing/2014/main" id="{AF689775-2E11-4BD2-A0E8-6D62D8E8D117}"/>
                </a:ext>
              </a:extLst>
            </p:cNvPr>
            <p:cNvSpPr txBox="1">
              <a:spLocks noChangeArrowheads="1"/>
            </p:cNvSpPr>
            <p:nvPr/>
          </p:nvSpPr>
          <p:spPr bwMode="auto">
            <a:xfrm>
              <a:off x="3474640" y="410541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1585" name="TextBox 97">
              <a:extLst>
                <a:ext uri="{FF2B5EF4-FFF2-40B4-BE49-F238E27FC236}">
                  <a16:creationId xmlns:a16="http://schemas.microsoft.com/office/drawing/2014/main" id="{072513DA-9691-43FE-9DD7-6CC78E1C53A6}"/>
                </a:ext>
              </a:extLst>
            </p:cNvPr>
            <p:cNvSpPr txBox="1">
              <a:spLocks noChangeArrowheads="1"/>
            </p:cNvSpPr>
            <p:nvPr/>
          </p:nvSpPr>
          <p:spPr bwMode="auto">
            <a:xfrm>
              <a:off x="3481266" y="4483100"/>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grpSp>
      <p:sp>
        <p:nvSpPr>
          <p:cNvPr id="151555" name="TextBox 29">
            <a:extLst>
              <a:ext uri="{FF2B5EF4-FFF2-40B4-BE49-F238E27FC236}">
                <a16:creationId xmlns:a16="http://schemas.microsoft.com/office/drawing/2014/main" id="{6E9622BA-E483-4404-AF0C-9F23312D8149}"/>
              </a:ext>
            </a:extLst>
          </p:cNvPr>
          <p:cNvSpPr txBox="1">
            <a:spLocks noChangeArrowheads="1"/>
          </p:cNvSpPr>
          <p:nvPr/>
        </p:nvSpPr>
        <p:spPr bwMode="auto">
          <a:xfrm>
            <a:off x="3941763" y="1766888"/>
            <a:ext cx="33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151556" name="Straight Connector 30">
            <a:extLst>
              <a:ext uri="{FF2B5EF4-FFF2-40B4-BE49-F238E27FC236}">
                <a16:creationId xmlns:a16="http://schemas.microsoft.com/office/drawing/2014/main" id="{4DBE188D-7D3D-4905-963B-439721B9E440}"/>
              </a:ext>
            </a:extLst>
          </p:cNvPr>
          <p:cNvCxnSpPr>
            <a:cxnSpLocks noChangeShapeType="1"/>
          </p:cNvCxnSpPr>
          <p:nvPr/>
        </p:nvCxnSpPr>
        <p:spPr bwMode="auto">
          <a:xfrm>
            <a:off x="4222750" y="2784475"/>
            <a:ext cx="395288" cy="193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1557" name="Straight Connector 33">
            <a:extLst>
              <a:ext uri="{FF2B5EF4-FFF2-40B4-BE49-F238E27FC236}">
                <a16:creationId xmlns:a16="http://schemas.microsoft.com/office/drawing/2014/main" id="{86AA178E-E449-4334-8180-020EF5D3E3F5}"/>
              </a:ext>
            </a:extLst>
          </p:cNvPr>
          <p:cNvCxnSpPr>
            <a:cxnSpLocks noChangeShapeType="1"/>
          </p:cNvCxnSpPr>
          <p:nvPr/>
        </p:nvCxnSpPr>
        <p:spPr bwMode="auto">
          <a:xfrm>
            <a:off x="4217988" y="4773613"/>
            <a:ext cx="395287" cy="1952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51558" name="TextBox 34">
            <a:extLst>
              <a:ext uri="{FF2B5EF4-FFF2-40B4-BE49-F238E27FC236}">
                <a16:creationId xmlns:a16="http://schemas.microsoft.com/office/drawing/2014/main" id="{114CD330-C2BB-4787-B2EF-AD3B6FC47846}"/>
              </a:ext>
            </a:extLst>
          </p:cNvPr>
          <p:cNvSpPr txBox="1">
            <a:spLocks noChangeArrowheads="1"/>
          </p:cNvSpPr>
          <p:nvPr/>
        </p:nvSpPr>
        <p:spPr bwMode="auto">
          <a:xfrm>
            <a:off x="5795963" y="2792413"/>
            <a:ext cx="6048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A</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1559" name="TextBox 35">
            <a:extLst>
              <a:ext uri="{FF2B5EF4-FFF2-40B4-BE49-F238E27FC236}">
                <a16:creationId xmlns:a16="http://schemas.microsoft.com/office/drawing/2014/main" id="{7C39623D-1811-454A-A91A-9A6AF3F1F20E}"/>
              </a:ext>
            </a:extLst>
          </p:cNvPr>
          <p:cNvSpPr txBox="1">
            <a:spLocks noChangeArrowheads="1"/>
          </p:cNvSpPr>
          <p:nvPr/>
        </p:nvSpPr>
        <p:spPr bwMode="auto">
          <a:xfrm>
            <a:off x="5791200" y="4773613"/>
            <a:ext cx="603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A</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7" name="Title 1">
            <a:extLst>
              <a:ext uri="{FF2B5EF4-FFF2-40B4-BE49-F238E27FC236}">
                <a16:creationId xmlns:a16="http://schemas.microsoft.com/office/drawing/2014/main" id="{EC333050-D827-4D65-91CF-8BBB633F8B8E}"/>
              </a:ext>
            </a:extLst>
          </p:cNvPr>
          <p:cNvSpPr>
            <a:spLocks noGrp="1" noChangeArrowheads="1"/>
          </p:cNvSpPr>
          <p:nvPr>
            <p:ph type="title"/>
          </p:nvPr>
        </p:nvSpPr>
        <p:spPr/>
        <p:txBody>
          <a:bodyPr/>
          <a:lstStyle/>
          <a:p>
            <a:r>
              <a:rPr lang="en-US" altLang="en-US"/>
              <a:t>Select Either  A=A</a:t>
            </a:r>
            <a:r>
              <a:rPr lang="en-US" altLang="en-US" baseline="-25000"/>
              <a:t>1</a:t>
            </a:r>
            <a:r>
              <a:rPr lang="en-US" altLang="en-US"/>
              <a:t>A</a:t>
            </a:r>
            <a:r>
              <a:rPr lang="en-US" altLang="en-US" baseline="-25000"/>
              <a:t>0</a:t>
            </a:r>
            <a:r>
              <a:rPr lang="en-US" altLang="en-US"/>
              <a:t>  or  </a:t>
            </a:r>
            <a:r>
              <a:rPr lang="en-US" altLang="en-US">
                <a:solidFill>
                  <a:srgbClr val="FF0000"/>
                </a:solidFill>
              </a:rPr>
              <a:t>B=B</a:t>
            </a:r>
            <a:r>
              <a:rPr lang="en-US" altLang="en-US" baseline="-25000">
                <a:solidFill>
                  <a:srgbClr val="FF0000"/>
                </a:solidFill>
              </a:rPr>
              <a:t>1</a:t>
            </a:r>
            <a:r>
              <a:rPr lang="en-US" altLang="en-US">
                <a:solidFill>
                  <a:srgbClr val="FF0000"/>
                </a:solidFill>
              </a:rPr>
              <a:t>B</a:t>
            </a:r>
            <a:r>
              <a:rPr lang="en-US" altLang="en-US" baseline="-25000">
                <a:solidFill>
                  <a:srgbClr val="FF0000"/>
                </a:solidFill>
              </a:rPr>
              <a:t>0</a:t>
            </a:r>
            <a:r>
              <a:rPr lang="en-US" altLang="en-US"/>
              <a:t> </a:t>
            </a:r>
          </a:p>
        </p:txBody>
      </p:sp>
      <p:grpSp>
        <p:nvGrpSpPr>
          <p:cNvPr id="152578" name="Group 2">
            <a:extLst>
              <a:ext uri="{FF2B5EF4-FFF2-40B4-BE49-F238E27FC236}">
                <a16:creationId xmlns:a16="http://schemas.microsoft.com/office/drawing/2014/main" id="{96151AFF-7165-4529-9D24-2928961DC076}"/>
              </a:ext>
            </a:extLst>
          </p:cNvPr>
          <p:cNvGrpSpPr>
            <a:grpSpLocks/>
          </p:cNvGrpSpPr>
          <p:nvPr/>
        </p:nvGrpSpPr>
        <p:grpSpPr bwMode="auto">
          <a:xfrm>
            <a:off x="3505200" y="2057400"/>
            <a:ext cx="2406650" cy="3409950"/>
            <a:chOff x="3468479" y="1627097"/>
            <a:chExt cx="2407309" cy="3410041"/>
          </a:xfrm>
        </p:grpSpPr>
        <p:sp>
          <p:nvSpPr>
            <p:cNvPr id="152584" name="Line 290">
              <a:extLst>
                <a:ext uri="{FF2B5EF4-FFF2-40B4-BE49-F238E27FC236}">
                  <a16:creationId xmlns:a16="http://schemas.microsoft.com/office/drawing/2014/main" id="{1B215E63-499E-49FD-B5B7-D332CDE5C14D}"/>
                </a:ext>
              </a:extLst>
            </p:cNvPr>
            <p:cNvSpPr>
              <a:spLocks noChangeAspect="1" noChangeShapeType="1"/>
            </p:cNvSpPr>
            <p:nvPr/>
          </p:nvSpPr>
          <p:spPr bwMode="auto">
            <a:xfrm>
              <a:off x="3924300" y="4333875"/>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85" name="Line 291">
              <a:extLst>
                <a:ext uri="{FF2B5EF4-FFF2-40B4-BE49-F238E27FC236}">
                  <a16:creationId xmlns:a16="http://schemas.microsoft.com/office/drawing/2014/main" id="{7F97DA83-5207-4384-A26C-AA1E5D7D2060}"/>
                </a:ext>
              </a:extLst>
            </p:cNvPr>
            <p:cNvSpPr>
              <a:spLocks noChangeAspect="1" noChangeShapeType="1"/>
            </p:cNvSpPr>
            <p:nvPr/>
          </p:nvSpPr>
          <p:spPr bwMode="auto">
            <a:xfrm>
              <a:off x="3895725" y="4741863"/>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86" name="Line 292">
              <a:extLst>
                <a:ext uri="{FF2B5EF4-FFF2-40B4-BE49-F238E27FC236}">
                  <a16:creationId xmlns:a16="http://schemas.microsoft.com/office/drawing/2014/main" id="{FA3143DB-A8CE-4311-89E9-8E5BD8366C88}"/>
                </a:ext>
              </a:extLst>
            </p:cNvPr>
            <p:cNvSpPr>
              <a:spLocks noChangeAspect="1" noChangeShapeType="1"/>
            </p:cNvSpPr>
            <p:nvPr/>
          </p:nvSpPr>
          <p:spPr bwMode="auto">
            <a:xfrm flipH="1">
              <a:off x="4579937" y="4540250"/>
              <a:ext cx="7540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87" name="Freeform 293">
              <a:extLst>
                <a:ext uri="{FF2B5EF4-FFF2-40B4-BE49-F238E27FC236}">
                  <a16:creationId xmlns:a16="http://schemas.microsoft.com/office/drawing/2014/main" id="{021A12A7-CC36-4D7C-BB9E-02525137A91A}"/>
                </a:ext>
              </a:extLst>
            </p:cNvPr>
            <p:cNvSpPr>
              <a:spLocks noChangeAspect="1"/>
            </p:cNvSpPr>
            <p:nvPr/>
          </p:nvSpPr>
          <p:spPr bwMode="auto">
            <a:xfrm>
              <a:off x="4191000" y="4038600"/>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88" name="Line 294">
              <a:extLst>
                <a:ext uri="{FF2B5EF4-FFF2-40B4-BE49-F238E27FC236}">
                  <a16:creationId xmlns:a16="http://schemas.microsoft.com/office/drawing/2014/main" id="{968D6745-BCAF-45ED-9EF1-F25A775A2833}"/>
                </a:ext>
              </a:extLst>
            </p:cNvPr>
            <p:cNvSpPr>
              <a:spLocks noChangeAspect="1" noChangeShapeType="1"/>
            </p:cNvSpPr>
            <p:nvPr/>
          </p:nvSpPr>
          <p:spPr bwMode="auto">
            <a:xfrm>
              <a:off x="4375150" y="3743325"/>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89" name="Line 296">
              <a:extLst>
                <a:ext uri="{FF2B5EF4-FFF2-40B4-BE49-F238E27FC236}">
                  <a16:creationId xmlns:a16="http://schemas.microsoft.com/office/drawing/2014/main" id="{6DD307F1-A1B8-4A1E-975B-8E8AF170ABFB}"/>
                </a:ext>
              </a:extLst>
            </p:cNvPr>
            <p:cNvSpPr>
              <a:spLocks noChangeAspect="1" noChangeShapeType="1"/>
            </p:cNvSpPr>
            <p:nvPr/>
          </p:nvSpPr>
          <p:spPr bwMode="auto">
            <a:xfrm>
              <a:off x="4361090" y="3759653"/>
              <a:ext cx="4068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0" name="Rectangle 302">
              <a:extLst>
                <a:ext uri="{FF2B5EF4-FFF2-40B4-BE49-F238E27FC236}">
                  <a16:creationId xmlns:a16="http://schemas.microsoft.com/office/drawing/2014/main" id="{F622894F-375A-4E8D-872E-EAA76F6227D3}"/>
                </a:ext>
              </a:extLst>
            </p:cNvPr>
            <p:cNvSpPr>
              <a:spLocks noChangeAspect="1" noChangeArrowheads="1"/>
            </p:cNvSpPr>
            <p:nvPr/>
          </p:nvSpPr>
          <p:spPr bwMode="auto">
            <a:xfrm>
              <a:off x="4259260" y="4238625"/>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1" name="Rectangle 303">
              <a:extLst>
                <a:ext uri="{FF2B5EF4-FFF2-40B4-BE49-F238E27FC236}">
                  <a16:creationId xmlns:a16="http://schemas.microsoft.com/office/drawing/2014/main" id="{2A73E999-C0E9-436B-986D-1C127BDBB747}"/>
                </a:ext>
              </a:extLst>
            </p:cNvPr>
            <p:cNvSpPr>
              <a:spLocks noChangeAspect="1" noChangeArrowheads="1"/>
            </p:cNvSpPr>
            <p:nvPr/>
          </p:nvSpPr>
          <p:spPr bwMode="auto">
            <a:xfrm>
              <a:off x="4256193" y="4637881"/>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2" name="Line 290">
              <a:extLst>
                <a:ext uri="{FF2B5EF4-FFF2-40B4-BE49-F238E27FC236}">
                  <a16:creationId xmlns:a16="http://schemas.microsoft.com/office/drawing/2014/main" id="{7AC4244C-AD2A-42D7-B94D-4CC8E9E4B4FB}"/>
                </a:ext>
              </a:extLst>
            </p:cNvPr>
            <p:cNvSpPr>
              <a:spLocks noChangeAspect="1" noChangeShapeType="1"/>
            </p:cNvSpPr>
            <p:nvPr/>
          </p:nvSpPr>
          <p:spPr bwMode="auto">
            <a:xfrm>
              <a:off x="3924300" y="2348706"/>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3" name="Line 291">
              <a:extLst>
                <a:ext uri="{FF2B5EF4-FFF2-40B4-BE49-F238E27FC236}">
                  <a16:creationId xmlns:a16="http://schemas.microsoft.com/office/drawing/2014/main" id="{22FE1772-DF89-44CC-8795-A433C5396FBF}"/>
                </a:ext>
              </a:extLst>
            </p:cNvPr>
            <p:cNvSpPr>
              <a:spLocks noChangeAspect="1" noChangeShapeType="1"/>
            </p:cNvSpPr>
            <p:nvPr/>
          </p:nvSpPr>
          <p:spPr bwMode="auto">
            <a:xfrm>
              <a:off x="3895725" y="2756694"/>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4" name="Line 292">
              <a:extLst>
                <a:ext uri="{FF2B5EF4-FFF2-40B4-BE49-F238E27FC236}">
                  <a16:creationId xmlns:a16="http://schemas.microsoft.com/office/drawing/2014/main" id="{25C74661-26D9-4B56-AE25-C6E363D74147}"/>
                </a:ext>
              </a:extLst>
            </p:cNvPr>
            <p:cNvSpPr>
              <a:spLocks noChangeAspect="1" noChangeShapeType="1"/>
            </p:cNvSpPr>
            <p:nvPr/>
          </p:nvSpPr>
          <p:spPr bwMode="auto">
            <a:xfrm flipH="1">
              <a:off x="4579936" y="2555081"/>
              <a:ext cx="7540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5" name="Freeform 293">
              <a:extLst>
                <a:ext uri="{FF2B5EF4-FFF2-40B4-BE49-F238E27FC236}">
                  <a16:creationId xmlns:a16="http://schemas.microsoft.com/office/drawing/2014/main" id="{2B6E7D4F-8472-47D7-B735-51699DC018D2}"/>
                </a:ext>
              </a:extLst>
            </p:cNvPr>
            <p:cNvSpPr>
              <a:spLocks noChangeAspect="1"/>
            </p:cNvSpPr>
            <p:nvPr/>
          </p:nvSpPr>
          <p:spPr bwMode="auto">
            <a:xfrm>
              <a:off x="4191000" y="2053431"/>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6" name="Line 294">
              <a:extLst>
                <a:ext uri="{FF2B5EF4-FFF2-40B4-BE49-F238E27FC236}">
                  <a16:creationId xmlns:a16="http://schemas.microsoft.com/office/drawing/2014/main" id="{A2265533-DA57-458D-AC4E-EC8BBE7A0010}"/>
                </a:ext>
              </a:extLst>
            </p:cNvPr>
            <p:cNvSpPr>
              <a:spLocks noChangeAspect="1" noChangeShapeType="1"/>
            </p:cNvSpPr>
            <p:nvPr/>
          </p:nvSpPr>
          <p:spPr bwMode="auto">
            <a:xfrm>
              <a:off x="4375150" y="1758156"/>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7" name="Line 296">
              <a:extLst>
                <a:ext uri="{FF2B5EF4-FFF2-40B4-BE49-F238E27FC236}">
                  <a16:creationId xmlns:a16="http://schemas.microsoft.com/office/drawing/2014/main" id="{F9843039-B014-4EAB-BB6E-AC1A2162E9FF}"/>
                </a:ext>
              </a:extLst>
            </p:cNvPr>
            <p:cNvSpPr>
              <a:spLocks noChangeAspect="1" noChangeShapeType="1"/>
            </p:cNvSpPr>
            <p:nvPr/>
          </p:nvSpPr>
          <p:spPr bwMode="auto">
            <a:xfrm>
              <a:off x="3905831" y="1767396"/>
              <a:ext cx="479425"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8" name="Rectangle 297">
              <a:extLst>
                <a:ext uri="{FF2B5EF4-FFF2-40B4-BE49-F238E27FC236}">
                  <a16:creationId xmlns:a16="http://schemas.microsoft.com/office/drawing/2014/main" id="{E6738749-B2E9-411C-85AC-B04B21C71902}"/>
                </a:ext>
              </a:extLst>
            </p:cNvPr>
            <p:cNvSpPr>
              <a:spLocks noChangeAspect="1" noChangeArrowheads="1"/>
            </p:cNvSpPr>
            <p:nvPr/>
          </p:nvSpPr>
          <p:spPr bwMode="auto">
            <a:xfrm>
              <a:off x="3688860" y="1627097"/>
              <a:ext cx="1301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599" name="Rectangle 302">
              <a:extLst>
                <a:ext uri="{FF2B5EF4-FFF2-40B4-BE49-F238E27FC236}">
                  <a16:creationId xmlns:a16="http://schemas.microsoft.com/office/drawing/2014/main" id="{00963267-995C-45B5-96A9-E2AC1637C838}"/>
                </a:ext>
              </a:extLst>
            </p:cNvPr>
            <p:cNvSpPr>
              <a:spLocks noChangeAspect="1" noChangeArrowheads="1"/>
            </p:cNvSpPr>
            <p:nvPr/>
          </p:nvSpPr>
          <p:spPr bwMode="auto">
            <a:xfrm>
              <a:off x="4259260" y="2260204"/>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600" name="Rectangle 303">
              <a:extLst>
                <a:ext uri="{FF2B5EF4-FFF2-40B4-BE49-F238E27FC236}">
                  <a16:creationId xmlns:a16="http://schemas.microsoft.com/office/drawing/2014/main" id="{102D1397-3674-447E-BE88-B6D78CC25FF7}"/>
                </a:ext>
              </a:extLst>
            </p:cNvPr>
            <p:cNvSpPr>
              <a:spLocks noChangeAspect="1" noChangeArrowheads="1"/>
            </p:cNvSpPr>
            <p:nvPr/>
          </p:nvSpPr>
          <p:spPr bwMode="auto">
            <a:xfrm>
              <a:off x="4259260" y="2641316"/>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601" name="Line 294">
              <a:extLst>
                <a:ext uri="{FF2B5EF4-FFF2-40B4-BE49-F238E27FC236}">
                  <a16:creationId xmlns:a16="http://schemas.microsoft.com/office/drawing/2014/main" id="{43CFF2E4-278B-442E-8C73-8A9ACA91D044}"/>
                </a:ext>
              </a:extLst>
            </p:cNvPr>
            <p:cNvSpPr>
              <a:spLocks noChangeAspect="1" noChangeShapeType="1"/>
            </p:cNvSpPr>
            <p:nvPr/>
          </p:nvSpPr>
          <p:spPr bwMode="auto">
            <a:xfrm>
              <a:off x="4764315" y="1926771"/>
              <a:ext cx="0" cy="1845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602" name="Line 296">
              <a:extLst>
                <a:ext uri="{FF2B5EF4-FFF2-40B4-BE49-F238E27FC236}">
                  <a16:creationId xmlns:a16="http://schemas.microsoft.com/office/drawing/2014/main" id="{7BC96660-ED45-415C-B7D5-368060F29507}"/>
                </a:ext>
              </a:extLst>
            </p:cNvPr>
            <p:cNvSpPr>
              <a:spLocks noChangeAspect="1" noChangeShapeType="1"/>
            </p:cNvSpPr>
            <p:nvPr/>
          </p:nvSpPr>
          <p:spPr bwMode="auto">
            <a:xfrm>
              <a:off x="4358368" y="1935049"/>
              <a:ext cx="41773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603" name="Oval 68">
              <a:extLst>
                <a:ext uri="{FF2B5EF4-FFF2-40B4-BE49-F238E27FC236}">
                  <a16:creationId xmlns:a16="http://schemas.microsoft.com/office/drawing/2014/main" id="{B2FC45CE-4487-4843-9EC0-57A01B017A05}"/>
                </a:ext>
              </a:extLst>
            </p:cNvPr>
            <p:cNvSpPr>
              <a:spLocks noChangeArrowheads="1"/>
            </p:cNvSpPr>
            <p:nvPr/>
          </p:nvSpPr>
          <p:spPr bwMode="auto">
            <a:xfrm>
              <a:off x="4330306" y="187810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604" name="TextBox 92">
              <a:extLst>
                <a:ext uri="{FF2B5EF4-FFF2-40B4-BE49-F238E27FC236}">
                  <a16:creationId xmlns:a16="http://schemas.microsoft.com/office/drawing/2014/main" id="{C3BE608B-C9E6-4692-B914-35A529C2DD21}"/>
                </a:ext>
              </a:extLst>
            </p:cNvPr>
            <p:cNvSpPr txBox="1">
              <a:spLocks noChangeArrowheads="1"/>
            </p:cNvSpPr>
            <p:nvPr/>
          </p:nvSpPr>
          <p:spPr bwMode="auto">
            <a:xfrm>
              <a:off x="5485938" y="238165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2605" name="TextBox 93">
              <a:extLst>
                <a:ext uri="{FF2B5EF4-FFF2-40B4-BE49-F238E27FC236}">
                  <a16:creationId xmlns:a16="http://schemas.microsoft.com/office/drawing/2014/main" id="{7FA6CB30-9337-40A6-A68F-7B950FF7A352}"/>
                </a:ext>
              </a:extLst>
            </p:cNvPr>
            <p:cNvSpPr txBox="1">
              <a:spLocks noChangeArrowheads="1"/>
            </p:cNvSpPr>
            <p:nvPr/>
          </p:nvSpPr>
          <p:spPr bwMode="auto">
            <a:xfrm>
              <a:off x="5485938" y="434960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2606" name="TextBox 94">
              <a:extLst>
                <a:ext uri="{FF2B5EF4-FFF2-40B4-BE49-F238E27FC236}">
                  <a16:creationId xmlns:a16="http://schemas.microsoft.com/office/drawing/2014/main" id="{E77D3887-D95F-429D-8342-4207CE3B2400}"/>
                </a:ext>
              </a:extLst>
            </p:cNvPr>
            <p:cNvSpPr txBox="1">
              <a:spLocks noChangeArrowheads="1"/>
            </p:cNvSpPr>
            <p:nvPr/>
          </p:nvSpPr>
          <p:spPr bwMode="auto">
            <a:xfrm>
              <a:off x="3468479" y="2127229"/>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2607" name="TextBox 95">
              <a:extLst>
                <a:ext uri="{FF2B5EF4-FFF2-40B4-BE49-F238E27FC236}">
                  <a16:creationId xmlns:a16="http://schemas.microsoft.com/office/drawing/2014/main" id="{317A41BE-F59A-44C6-A401-7409004752EC}"/>
                </a:ext>
              </a:extLst>
            </p:cNvPr>
            <p:cNvSpPr txBox="1">
              <a:spLocks noChangeArrowheads="1"/>
            </p:cNvSpPr>
            <p:nvPr/>
          </p:nvSpPr>
          <p:spPr bwMode="auto">
            <a:xfrm>
              <a:off x="3475105" y="2504916"/>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2608" name="TextBox 96">
              <a:extLst>
                <a:ext uri="{FF2B5EF4-FFF2-40B4-BE49-F238E27FC236}">
                  <a16:creationId xmlns:a16="http://schemas.microsoft.com/office/drawing/2014/main" id="{2170CB50-73BF-43B2-98EA-B1A51C8F535B}"/>
                </a:ext>
              </a:extLst>
            </p:cNvPr>
            <p:cNvSpPr txBox="1">
              <a:spLocks noChangeArrowheads="1"/>
            </p:cNvSpPr>
            <p:nvPr/>
          </p:nvSpPr>
          <p:spPr bwMode="auto">
            <a:xfrm>
              <a:off x="3474640" y="410541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2609" name="TextBox 97">
              <a:extLst>
                <a:ext uri="{FF2B5EF4-FFF2-40B4-BE49-F238E27FC236}">
                  <a16:creationId xmlns:a16="http://schemas.microsoft.com/office/drawing/2014/main" id="{32A3C19C-F6D3-4D31-B5D6-AEAA9BF00502}"/>
                </a:ext>
              </a:extLst>
            </p:cNvPr>
            <p:cNvSpPr txBox="1">
              <a:spLocks noChangeArrowheads="1"/>
            </p:cNvSpPr>
            <p:nvPr/>
          </p:nvSpPr>
          <p:spPr bwMode="auto">
            <a:xfrm>
              <a:off x="3481266" y="4483100"/>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grpSp>
      <p:sp>
        <p:nvSpPr>
          <p:cNvPr id="152579" name="TextBox 29">
            <a:extLst>
              <a:ext uri="{FF2B5EF4-FFF2-40B4-BE49-F238E27FC236}">
                <a16:creationId xmlns:a16="http://schemas.microsoft.com/office/drawing/2014/main" id="{9A89C80B-D4BC-4BBC-8FA9-CF8DBFE9FB8E}"/>
              </a:ext>
            </a:extLst>
          </p:cNvPr>
          <p:cNvSpPr txBox="1">
            <a:spLocks noChangeArrowheads="1"/>
          </p:cNvSpPr>
          <p:nvPr/>
        </p:nvSpPr>
        <p:spPr bwMode="auto">
          <a:xfrm>
            <a:off x="3941763" y="1766888"/>
            <a:ext cx="33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cxnSp>
        <p:nvCxnSpPr>
          <p:cNvPr id="152580" name="Straight Connector 30">
            <a:extLst>
              <a:ext uri="{FF2B5EF4-FFF2-40B4-BE49-F238E27FC236}">
                <a16:creationId xmlns:a16="http://schemas.microsoft.com/office/drawing/2014/main" id="{8DF91A78-39AA-4EC7-8015-C53EFFB71720}"/>
              </a:ext>
            </a:extLst>
          </p:cNvPr>
          <p:cNvCxnSpPr>
            <a:cxnSpLocks noChangeShapeType="1"/>
          </p:cNvCxnSpPr>
          <p:nvPr/>
        </p:nvCxnSpPr>
        <p:spPr bwMode="auto">
          <a:xfrm flipV="1">
            <a:off x="4235450" y="2978150"/>
            <a:ext cx="382588" cy="2111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2581" name="Straight Connector 33">
            <a:extLst>
              <a:ext uri="{FF2B5EF4-FFF2-40B4-BE49-F238E27FC236}">
                <a16:creationId xmlns:a16="http://schemas.microsoft.com/office/drawing/2014/main" id="{05A78912-4BB2-4B0B-B5FD-3F7980D43999}"/>
              </a:ext>
            </a:extLst>
          </p:cNvPr>
          <p:cNvCxnSpPr>
            <a:cxnSpLocks noChangeShapeType="1"/>
            <a:stCxn id="152585" idx="1"/>
          </p:cNvCxnSpPr>
          <p:nvPr/>
        </p:nvCxnSpPr>
        <p:spPr bwMode="auto">
          <a:xfrm flipV="1">
            <a:off x="4227513" y="4968875"/>
            <a:ext cx="385762" cy="2047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sp>
        <p:nvSpPr>
          <p:cNvPr id="152582" name="TextBox 34">
            <a:extLst>
              <a:ext uri="{FF2B5EF4-FFF2-40B4-BE49-F238E27FC236}">
                <a16:creationId xmlns:a16="http://schemas.microsoft.com/office/drawing/2014/main" id="{7313B8AE-8E5A-4EA1-8B09-658A94F8E9A7}"/>
              </a:ext>
            </a:extLst>
          </p:cNvPr>
          <p:cNvSpPr txBox="1">
            <a:spLocks noChangeArrowheads="1"/>
          </p:cNvSpPr>
          <p:nvPr/>
        </p:nvSpPr>
        <p:spPr bwMode="auto">
          <a:xfrm>
            <a:off x="5795963" y="2792413"/>
            <a:ext cx="603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B</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2583" name="TextBox 35">
            <a:extLst>
              <a:ext uri="{FF2B5EF4-FFF2-40B4-BE49-F238E27FC236}">
                <a16:creationId xmlns:a16="http://schemas.microsoft.com/office/drawing/2014/main" id="{914F0A95-105C-43C1-8890-4EBB440BA7C2}"/>
              </a:ext>
            </a:extLst>
          </p:cNvPr>
          <p:cNvSpPr txBox="1">
            <a:spLocks noChangeArrowheads="1"/>
          </p:cNvSpPr>
          <p:nvPr/>
        </p:nvSpPr>
        <p:spPr bwMode="auto">
          <a:xfrm>
            <a:off x="5791200" y="4773613"/>
            <a:ext cx="603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B</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a:extLst>
              <a:ext uri="{FF2B5EF4-FFF2-40B4-BE49-F238E27FC236}">
                <a16:creationId xmlns:a16="http://schemas.microsoft.com/office/drawing/2014/main" id="{744B9ED3-1B8B-486B-AD04-CAC30D6DE6B8}"/>
              </a:ext>
            </a:extLst>
          </p:cNvPr>
          <p:cNvSpPr>
            <a:spLocks noGrp="1" noChangeArrowheads="1"/>
          </p:cNvSpPr>
          <p:nvPr>
            <p:ph type="title"/>
          </p:nvPr>
        </p:nvSpPr>
        <p:spPr/>
        <p:txBody>
          <a:bodyPr/>
          <a:lstStyle/>
          <a:p>
            <a:r>
              <a:rPr lang="en-US" altLang="en-US"/>
              <a:t>Select Either  A=A</a:t>
            </a:r>
            <a:r>
              <a:rPr lang="en-US" altLang="en-US" baseline="-25000"/>
              <a:t>1</a:t>
            </a:r>
            <a:r>
              <a:rPr lang="en-US" altLang="en-US"/>
              <a:t>A</a:t>
            </a:r>
            <a:r>
              <a:rPr lang="en-US" altLang="en-US" baseline="-25000"/>
              <a:t>0</a:t>
            </a:r>
            <a:r>
              <a:rPr lang="en-US" altLang="en-US"/>
              <a:t>  or  B=B</a:t>
            </a:r>
            <a:r>
              <a:rPr lang="en-US" altLang="en-US" baseline="-25000"/>
              <a:t>1</a:t>
            </a:r>
            <a:r>
              <a:rPr lang="en-US" altLang="en-US"/>
              <a:t>B</a:t>
            </a:r>
            <a:r>
              <a:rPr lang="en-US" altLang="en-US" baseline="-25000"/>
              <a:t>0</a:t>
            </a:r>
            <a:r>
              <a:rPr lang="en-US" altLang="en-US"/>
              <a:t> </a:t>
            </a:r>
          </a:p>
        </p:txBody>
      </p:sp>
      <p:grpSp>
        <p:nvGrpSpPr>
          <p:cNvPr id="150530" name="Group 2">
            <a:extLst>
              <a:ext uri="{FF2B5EF4-FFF2-40B4-BE49-F238E27FC236}">
                <a16:creationId xmlns:a16="http://schemas.microsoft.com/office/drawing/2014/main" id="{FDB6CFAD-E7BD-4C4E-AAF8-3D0F39AA9EB7}"/>
              </a:ext>
            </a:extLst>
          </p:cNvPr>
          <p:cNvGrpSpPr>
            <a:grpSpLocks/>
          </p:cNvGrpSpPr>
          <p:nvPr/>
        </p:nvGrpSpPr>
        <p:grpSpPr bwMode="auto">
          <a:xfrm>
            <a:off x="3505200" y="1981200"/>
            <a:ext cx="2406650" cy="3409950"/>
            <a:chOff x="3468479" y="1627097"/>
            <a:chExt cx="2407309" cy="3410041"/>
          </a:xfrm>
        </p:grpSpPr>
        <p:sp>
          <p:nvSpPr>
            <p:cNvPr id="150531" name="Line 290">
              <a:extLst>
                <a:ext uri="{FF2B5EF4-FFF2-40B4-BE49-F238E27FC236}">
                  <a16:creationId xmlns:a16="http://schemas.microsoft.com/office/drawing/2014/main" id="{8C459BF6-B1BA-4DFA-9D34-FDCA17361ADF}"/>
                </a:ext>
              </a:extLst>
            </p:cNvPr>
            <p:cNvSpPr>
              <a:spLocks noChangeAspect="1" noChangeShapeType="1"/>
            </p:cNvSpPr>
            <p:nvPr/>
          </p:nvSpPr>
          <p:spPr bwMode="auto">
            <a:xfrm>
              <a:off x="3924300" y="4333875"/>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2" name="Line 291">
              <a:extLst>
                <a:ext uri="{FF2B5EF4-FFF2-40B4-BE49-F238E27FC236}">
                  <a16:creationId xmlns:a16="http://schemas.microsoft.com/office/drawing/2014/main" id="{29A9C6D0-7A93-445F-9A5F-9217D5EEFC3B}"/>
                </a:ext>
              </a:extLst>
            </p:cNvPr>
            <p:cNvSpPr>
              <a:spLocks noChangeAspect="1" noChangeShapeType="1"/>
            </p:cNvSpPr>
            <p:nvPr/>
          </p:nvSpPr>
          <p:spPr bwMode="auto">
            <a:xfrm>
              <a:off x="3895725" y="4741863"/>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3" name="Line 292">
              <a:extLst>
                <a:ext uri="{FF2B5EF4-FFF2-40B4-BE49-F238E27FC236}">
                  <a16:creationId xmlns:a16="http://schemas.microsoft.com/office/drawing/2014/main" id="{50331CB7-EF68-44B3-975C-51E22D6FFB51}"/>
                </a:ext>
              </a:extLst>
            </p:cNvPr>
            <p:cNvSpPr>
              <a:spLocks noChangeAspect="1" noChangeShapeType="1"/>
            </p:cNvSpPr>
            <p:nvPr/>
          </p:nvSpPr>
          <p:spPr bwMode="auto">
            <a:xfrm flipH="1">
              <a:off x="4579937" y="4540250"/>
              <a:ext cx="7540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4" name="Freeform 293">
              <a:extLst>
                <a:ext uri="{FF2B5EF4-FFF2-40B4-BE49-F238E27FC236}">
                  <a16:creationId xmlns:a16="http://schemas.microsoft.com/office/drawing/2014/main" id="{E4E06A9A-69E2-4789-A3EA-6F515771F8E3}"/>
                </a:ext>
              </a:extLst>
            </p:cNvPr>
            <p:cNvSpPr>
              <a:spLocks noChangeAspect="1"/>
            </p:cNvSpPr>
            <p:nvPr/>
          </p:nvSpPr>
          <p:spPr bwMode="auto">
            <a:xfrm>
              <a:off x="4191000" y="4038600"/>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5" name="Line 294">
              <a:extLst>
                <a:ext uri="{FF2B5EF4-FFF2-40B4-BE49-F238E27FC236}">
                  <a16:creationId xmlns:a16="http://schemas.microsoft.com/office/drawing/2014/main" id="{4BC82B5E-6299-4463-97A1-CCB634FDA596}"/>
                </a:ext>
              </a:extLst>
            </p:cNvPr>
            <p:cNvSpPr>
              <a:spLocks noChangeAspect="1" noChangeShapeType="1"/>
            </p:cNvSpPr>
            <p:nvPr/>
          </p:nvSpPr>
          <p:spPr bwMode="auto">
            <a:xfrm>
              <a:off x="4375150" y="3743325"/>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6" name="Line 296">
              <a:extLst>
                <a:ext uri="{FF2B5EF4-FFF2-40B4-BE49-F238E27FC236}">
                  <a16:creationId xmlns:a16="http://schemas.microsoft.com/office/drawing/2014/main" id="{D7440B70-B365-412D-ABCB-DFE9AF5678F6}"/>
                </a:ext>
              </a:extLst>
            </p:cNvPr>
            <p:cNvSpPr>
              <a:spLocks noChangeAspect="1" noChangeShapeType="1"/>
            </p:cNvSpPr>
            <p:nvPr/>
          </p:nvSpPr>
          <p:spPr bwMode="auto">
            <a:xfrm>
              <a:off x="4361090" y="3759653"/>
              <a:ext cx="4068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7" name="Rectangle 302">
              <a:extLst>
                <a:ext uri="{FF2B5EF4-FFF2-40B4-BE49-F238E27FC236}">
                  <a16:creationId xmlns:a16="http://schemas.microsoft.com/office/drawing/2014/main" id="{F4629C8F-220C-44C9-9052-341DB45C98D6}"/>
                </a:ext>
              </a:extLst>
            </p:cNvPr>
            <p:cNvSpPr>
              <a:spLocks noChangeAspect="1" noChangeArrowheads="1"/>
            </p:cNvSpPr>
            <p:nvPr/>
          </p:nvSpPr>
          <p:spPr bwMode="auto">
            <a:xfrm>
              <a:off x="4259260" y="4238625"/>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8" name="Rectangle 303">
              <a:extLst>
                <a:ext uri="{FF2B5EF4-FFF2-40B4-BE49-F238E27FC236}">
                  <a16:creationId xmlns:a16="http://schemas.microsoft.com/office/drawing/2014/main" id="{C0D261C0-0121-41B6-8450-6BDC8B4F1735}"/>
                </a:ext>
              </a:extLst>
            </p:cNvPr>
            <p:cNvSpPr>
              <a:spLocks noChangeAspect="1" noChangeArrowheads="1"/>
            </p:cNvSpPr>
            <p:nvPr/>
          </p:nvSpPr>
          <p:spPr bwMode="auto">
            <a:xfrm>
              <a:off x="4256193" y="4637881"/>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39" name="Line 290">
              <a:extLst>
                <a:ext uri="{FF2B5EF4-FFF2-40B4-BE49-F238E27FC236}">
                  <a16:creationId xmlns:a16="http://schemas.microsoft.com/office/drawing/2014/main" id="{4ACF9CBC-CF0C-4978-BAF6-21E929FC4B54}"/>
                </a:ext>
              </a:extLst>
            </p:cNvPr>
            <p:cNvSpPr>
              <a:spLocks noChangeAspect="1" noChangeShapeType="1"/>
            </p:cNvSpPr>
            <p:nvPr/>
          </p:nvSpPr>
          <p:spPr bwMode="auto">
            <a:xfrm>
              <a:off x="3924300" y="2348706"/>
              <a:ext cx="274637"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0" name="Line 291">
              <a:extLst>
                <a:ext uri="{FF2B5EF4-FFF2-40B4-BE49-F238E27FC236}">
                  <a16:creationId xmlns:a16="http://schemas.microsoft.com/office/drawing/2014/main" id="{1A94C1D7-3F5A-4D04-AC09-589A7BF46FCD}"/>
                </a:ext>
              </a:extLst>
            </p:cNvPr>
            <p:cNvSpPr>
              <a:spLocks noChangeAspect="1" noChangeShapeType="1"/>
            </p:cNvSpPr>
            <p:nvPr/>
          </p:nvSpPr>
          <p:spPr bwMode="auto">
            <a:xfrm>
              <a:off x="3895725" y="2756694"/>
              <a:ext cx="295275"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1" name="Line 292">
              <a:extLst>
                <a:ext uri="{FF2B5EF4-FFF2-40B4-BE49-F238E27FC236}">
                  <a16:creationId xmlns:a16="http://schemas.microsoft.com/office/drawing/2014/main" id="{52FB8AC8-2035-497B-BAB1-9D8B4F88B781}"/>
                </a:ext>
              </a:extLst>
            </p:cNvPr>
            <p:cNvSpPr>
              <a:spLocks noChangeAspect="1" noChangeShapeType="1"/>
            </p:cNvSpPr>
            <p:nvPr/>
          </p:nvSpPr>
          <p:spPr bwMode="auto">
            <a:xfrm flipH="1">
              <a:off x="4579936" y="2555081"/>
              <a:ext cx="7540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2" name="Freeform 293">
              <a:extLst>
                <a:ext uri="{FF2B5EF4-FFF2-40B4-BE49-F238E27FC236}">
                  <a16:creationId xmlns:a16="http://schemas.microsoft.com/office/drawing/2014/main" id="{D4CE0E94-46EE-49C7-BB85-ED76C9272475}"/>
                </a:ext>
              </a:extLst>
            </p:cNvPr>
            <p:cNvSpPr>
              <a:spLocks noChangeAspect="1"/>
            </p:cNvSpPr>
            <p:nvPr/>
          </p:nvSpPr>
          <p:spPr bwMode="auto">
            <a:xfrm>
              <a:off x="4191000" y="2053431"/>
              <a:ext cx="388937" cy="998538"/>
            </a:xfrm>
            <a:custGeom>
              <a:avLst/>
              <a:gdLst>
                <a:gd name="T0" fmla="*/ 2147483646 w 505"/>
                <a:gd name="T1" fmla="*/ 2147483646 h 1297"/>
                <a:gd name="T2" fmla="*/ 2147483646 w 505"/>
                <a:gd name="T3" fmla="*/ 2147483646 h 1297"/>
                <a:gd name="T4" fmla="*/ 0 w 505"/>
                <a:gd name="T5" fmla="*/ 0 h 1297"/>
                <a:gd name="T6" fmla="*/ 0 w 505"/>
                <a:gd name="T7" fmla="*/ 2147483646 h 1297"/>
                <a:gd name="T8" fmla="*/ 2147483646 w 505"/>
                <a:gd name="T9" fmla="*/ 2147483646 h 12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1297">
                  <a:moveTo>
                    <a:pt x="505" y="1033"/>
                  </a:moveTo>
                  <a:lnTo>
                    <a:pt x="505" y="264"/>
                  </a:lnTo>
                  <a:lnTo>
                    <a:pt x="0" y="0"/>
                  </a:lnTo>
                  <a:lnTo>
                    <a:pt x="0" y="1297"/>
                  </a:lnTo>
                  <a:lnTo>
                    <a:pt x="505" y="1033"/>
                  </a:lnTo>
                  <a:close/>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3" name="Line 294">
              <a:extLst>
                <a:ext uri="{FF2B5EF4-FFF2-40B4-BE49-F238E27FC236}">
                  <a16:creationId xmlns:a16="http://schemas.microsoft.com/office/drawing/2014/main" id="{0FA36E91-6661-4012-A92D-F42B74D03F8E}"/>
                </a:ext>
              </a:extLst>
            </p:cNvPr>
            <p:cNvSpPr>
              <a:spLocks noChangeAspect="1" noChangeShapeType="1"/>
            </p:cNvSpPr>
            <p:nvPr/>
          </p:nvSpPr>
          <p:spPr bwMode="auto">
            <a:xfrm>
              <a:off x="4375150" y="1758156"/>
              <a:ext cx="3175" cy="3873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4" name="Line 296">
              <a:extLst>
                <a:ext uri="{FF2B5EF4-FFF2-40B4-BE49-F238E27FC236}">
                  <a16:creationId xmlns:a16="http://schemas.microsoft.com/office/drawing/2014/main" id="{F0C32C8C-BC3C-4CDC-8C22-F206632CC76F}"/>
                </a:ext>
              </a:extLst>
            </p:cNvPr>
            <p:cNvSpPr>
              <a:spLocks noChangeAspect="1" noChangeShapeType="1"/>
            </p:cNvSpPr>
            <p:nvPr/>
          </p:nvSpPr>
          <p:spPr bwMode="auto">
            <a:xfrm>
              <a:off x="3905831" y="1767396"/>
              <a:ext cx="479425"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5" name="Rectangle 297">
              <a:extLst>
                <a:ext uri="{FF2B5EF4-FFF2-40B4-BE49-F238E27FC236}">
                  <a16:creationId xmlns:a16="http://schemas.microsoft.com/office/drawing/2014/main" id="{1BDFBC46-BABB-4438-B865-566614558564}"/>
                </a:ext>
              </a:extLst>
            </p:cNvPr>
            <p:cNvSpPr>
              <a:spLocks noChangeAspect="1" noChangeArrowheads="1"/>
            </p:cNvSpPr>
            <p:nvPr/>
          </p:nvSpPr>
          <p:spPr bwMode="auto">
            <a:xfrm>
              <a:off x="3688860" y="1627097"/>
              <a:ext cx="1301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6" name="Rectangle 302">
              <a:extLst>
                <a:ext uri="{FF2B5EF4-FFF2-40B4-BE49-F238E27FC236}">
                  <a16:creationId xmlns:a16="http://schemas.microsoft.com/office/drawing/2014/main" id="{9509D79F-9D60-4EEC-957C-E711555ED1D4}"/>
                </a:ext>
              </a:extLst>
            </p:cNvPr>
            <p:cNvSpPr>
              <a:spLocks noChangeAspect="1" noChangeArrowheads="1"/>
            </p:cNvSpPr>
            <p:nvPr/>
          </p:nvSpPr>
          <p:spPr bwMode="auto">
            <a:xfrm>
              <a:off x="4259260" y="2260204"/>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 </a:t>
              </a:r>
              <a:endParaRPr kumimoji="0" lang="en-US" altLang="en-US" sz="16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7" name="Rectangle 303">
              <a:extLst>
                <a:ext uri="{FF2B5EF4-FFF2-40B4-BE49-F238E27FC236}">
                  <a16:creationId xmlns:a16="http://schemas.microsoft.com/office/drawing/2014/main" id="{4DF2BBDF-A69B-4B58-9E2E-5692C479A342}"/>
                </a:ext>
              </a:extLst>
            </p:cNvPr>
            <p:cNvSpPr>
              <a:spLocks noChangeAspect="1" noChangeArrowheads="1"/>
            </p:cNvSpPr>
            <p:nvPr/>
          </p:nvSpPr>
          <p:spPr bwMode="auto">
            <a:xfrm>
              <a:off x="4259260" y="2641316"/>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8" name="Line 294">
              <a:extLst>
                <a:ext uri="{FF2B5EF4-FFF2-40B4-BE49-F238E27FC236}">
                  <a16:creationId xmlns:a16="http://schemas.microsoft.com/office/drawing/2014/main" id="{20757F07-88D5-491D-BC47-3FE9AC8DFFB6}"/>
                </a:ext>
              </a:extLst>
            </p:cNvPr>
            <p:cNvSpPr>
              <a:spLocks noChangeAspect="1" noChangeShapeType="1"/>
            </p:cNvSpPr>
            <p:nvPr/>
          </p:nvSpPr>
          <p:spPr bwMode="auto">
            <a:xfrm>
              <a:off x="4764315" y="1926771"/>
              <a:ext cx="0" cy="1845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49" name="Line 296">
              <a:extLst>
                <a:ext uri="{FF2B5EF4-FFF2-40B4-BE49-F238E27FC236}">
                  <a16:creationId xmlns:a16="http://schemas.microsoft.com/office/drawing/2014/main" id="{03095BA9-7EAB-41E2-A88B-7FBB92CB4750}"/>
                </a:ext>
              </a:extLst>
            </p:cNvPr>
            <p:cNvSpPr>
              <a:spLocks noChangeAspect="1" noChangeShapeType="1"/>
            </p:cNvSpPr>
            <p:nvPr/>
          </p:nvSpPr>
          <p:spPr bwMode="auto">
            <a:xfrm>
              <a:off x="4358368" y="1935049"/>
              <a:ext cx="41773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0" name="Oval 68">
              <a:extLst>
                <a:ext uri="{FF2B5EF4-FFF2-40B4-BE49-F238E27FC236}">
                  <a16:creationId xmlns:a16="http://schemas.microsoft.com/office/drawing/2014/main" id="{259EFD0B-6DE3-4E71-BEFA-DF51E550E179}"/>
                </a:ext>
              </a:extLst>
            </p:cNvPr>
            <p:cNvSpPr>
              <a:spLocks noChangeArrowheads="1"/>
            </p:cNvSpPr>
            <p:nvPr/>
          </p:nvSpPr>
          <p:spPr bwMode="auto">
            <a:xfrm>
              <a:off x="4330306" y="187810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551" name="TextBox 92">
              <a:extLst>
                <a:ext uri="{FF2B5EF4-FFF2-40B4-BE49-F238E27FC236}">
                  <a16:creationId xmlns:a16="http://schemas.microsoft.com/office/drawing/2014/main" id="{45077731-D8DD-4D69-9F65-B47BE7135DC4}"/>
                </a:ext>
              </a:extLst>
            </p:cNvPr>
            <p:cNvSpPr txBox="1">
              <a:spLocks noChangeArrowheads="1"/>
            </p:cNvSpPr>
            <p:nvPr/>
          </p:nvSpPr>
          <p:spPr bwMode="auto">
            <a:xfrm>
              <a:off x="5485938" y="238165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2" name="TextBox 93">
              <a:extLst>
                <a:ext uri="{FF2B5EF4-FFF2-40B4-BE49-F238E27FC236}">
                  <a16:creationId xmlns:a16="http://schemas.microsoft.com/office/drawing/2014/main" id="{BBEC4433-37A8-4007-BA2E-EABDF5C7B493}"/>
                </a:ext>
              </a:extLst>
            </p:cNvPr>
            <p:cNvSpPr txBox="1">
              <a:spLocks noChangeArrowheads="1"/>
            </p:cNvSpPr>
            <p:nvPr/>
          </p:nvSpPr>
          <p:spPr bwMode="auto">
            <a:xfrm>
              <a:off x="5485938" y="434960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0553" name="TextBox 94">
              <a:extLst>
                <a:ext uri="{FF2B5EF4-FFF2-40B4-BE49-F238E27FC236}">
                  <a16:creationId xmlns:a16="http://schemas.microsoft.com/office/drawing/2014/main" id="{4539153E-617B-407A-A56D-68000608A551}"/>
                </a:ext>
              </a:extLst>
            </p:cNvPr>
            <p:cNvSpPr txBox="1">
              <a:spLocks noChangeArrowheads="1"/>
            </p:cNvSpPr>
            <p:nvPr/>
          </p:nvSpPr>
          <p:spPr bwMode="auto">
            <a:xfrm>
              <a:off x="3468479" y="2127229"/>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4" name="TextBox 95">
              <a:extLst>
                <a:ext uri="{FF2B5EF4-FFF2-40B4-BE49-F238E27FC236}">
                  <a16:creationId xmlns:a16="http://schemas.microsoft.com/office/drawing/2014/main" id="{212B020F-9F19-4E01-83FC-BCA8D2C6404E}"/>
                </a:ext>
              </a:extLst>
            </p:cNvPr>
            <p:cNvSpPr txBox="1">
              <a:spLocks noChangeArrowheads="1"/>
            </p:cNvSpPr>
            <p:nvPr/>
          </p:nvSpPr>
          <p:spPr bwMode="auto">
            <a:xfrm>
              <a:off x="3475105" y="2504916"/>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0555" name="TextBox 96">
              <a:extLst>
                <a:ext uri="{FF2B5EF4-FFF2-40B4-BE49-F238E27FC236}">
                  <a16:creationId xmlns:a16="http://schemas.microsoft.com/office/drawing/2014/main" id="{29E7582A-E587-4879-9AD6-5BE7D5C5C4AF}"/>
                </a:ext>
              </a:extLst>
            </p:cNvPr>
            <p:cNvSpPr txBox="1">
              <a:spLocks noChangeArrowheads="1"/>
            </p:cNvSpPr>
            <p:nvPr/>
          </p:nvSpPr>
          <p:spPr bwMode="auto">
            <a:xfrm>
              <a:off x="3474640" y="410541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0556" name="TextBox 97">
              <a:extLst>
                <a:ext uri="{FF2B5EF4-FFF2-40B4-BE49-F238E27FC236}">
                  <a16:creationId xmlns:a16="http://schemas.microsoft.com/office/drawing/2014/main" id="{E7EFE4B5-F77F-453C-A6D9-86FBDB0FDD92}"/>
                </a:ext>
              </a:extLst>
            </p:cNvPr>
            <p:cNvSpPr txBox="1">
              <a:spLocks noChangeArrowheads="1"/>
            </p:cNvSpPr>
            <p:nvPr/>
          </p:nvSpPr>
          <p:spPr bwMode="auto">
            <a:xfrm>
              <a:off x="3481266" y="4483100"/>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grpSp>
      <p:pic>
        <p:nvPicPr>
          <p:cNvPr id="2" name="Picture 1">
            <a:extLst>
              <a:ext uri="{FF2B5EF4-FFF2-40B4-BE49-F238E27FC236}">
                <a16:creationId xmlns:a16="http://schemas.microsoft.com/office/drawing/2014/main" id="{4023080B-4A22-41CF-86CD-D015CDCBBEFE}"/>
              </a:ext>
            </a:extLst>
          </p:cNvPr>
          <p:cNvPicPr>
            <a:picLocks noChangeAspect="1"/>
          </p:cNvPicPr>
          <p:nvPr/>
        </p:nvPicPr>
        <p:blipFill>
          <a:blip r:embed="rId2"/>
          <a:stretch>
            <a:fillRect/>
          </a:stretch>
        </p:blipFill>
        <p:spPr>
          <a:xfrm>
            <a:off x="6477000" y="3269770"/>
            <a:ext cx="809625" cy="1047750"/>
          </a:xfrm>
          <a:prstGeom prst="rect">
            <a:avLst/>
          </a:prstGeom>
        </p:spPr>
      </p:pic>
      <mc:AlternateContent xmlns:mc="http://schemas.openxmlformats.org/markup-compatibility/2006">
        <mc:Choice xmlns:p14="http://schemas.microsoft.com/office/powerpoint/2010/main" Requires="p14">
          <p:contentPart p14:bwMode="auto" r:id="rId3">
            <p14:nvContentPartPr>
              <p14:cNvPr id="3" name="Ink 2">
                <a:extLst>
                  <a:ext uri="{FF2B5EF4-FFF2-40B4-BE49-F238E27FC236}">
                    <a16:creationId xmlns:a16="http://schemas.microsoft.com/office/drawing/2014/main" id="{B0F8D70F-F870-4F24-9120-B7933B8170D7}"/>
                  </a:ext>
                </a:extLst>
              </p14:cNvPr>
              <p14:cNvContentPartPr/>
              <p14:nvPr/>
            </p14:nvContentPartPr>
            <p14:xfrm>
              <a:off x="3332520" y="1132560"/>
              <a:ext cx="4919760" cy="3791520"/>
            </p14:xfrm>
          </p:contentPart>
        </mc:Choice>
        <mc:Fallback>
          <p:pic>
            <p:nvPicPr>
              <p:cNvPr id="3" name="Ink 2">
                <a:extLst>
                  <a:ext uri="{FF2B5EF4-FFF2-40B4-BE49-F238E27FC236}">
                    <a16:creationId xmlns:a16="http://schemas.microsoft.com/office/drawing/2014/main" id="{B0F8D70F-F870-4F24-9120-B7933B8170D7}"/>
                  </a:ext>
                </a:extLst>
              </p:cNvPr>
              <p:cNvPicPr/>
              <p:nvPr/>
            </p:nvPicPr>
            <p:blipFill>
              <a:blip r:embed="rId4"/>
              <a:stretch>
                <a:fillRect/>
              </a:stretch>
            </p:blipFill>
            <p:spPr>
              <a:xfrm>
                <a:off x="3323160" y="1123200"/>
                <a:ext cx="4938480" cy="3810240"/>
              </a:xfrm>
              <a:prstGeom prst="rect">
                <a:avLst/>
              </a:prstGeom>
            </p:spPr>
          </p:pic>
        </mc:Fallback>
      </mc:AlternateContent>
    </p:spTree>
    <p:extLst>
      <p:ext uri="{BB962C8B-B14F-4D97-AF65-F5344CB8AC3E}">
        <p14:creationId xmlns:p14="http://schemas.microsoft.com/office/powerpoint/2010/main" val="95261298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3">
            <a:extLst>
              <a:ext uri="{FF2B5EF4-FFF2-40B4-BE49-F238E27FC236}">
                <a16:creationId xmlns:a16="http://schemas.microsoft.com/office/drawing/2014/main" id="{E5CFC25A-232F-43F6-9FA9-2773D76F7D1A}"/>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Multiplexer Tricks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(select one of four 2-bit numbers)</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5" name="Title 1">
            <a:extLst>
              <a:ext uri="{FF2B5EF4-FFF2-40B4-BE49-F238E27FC236}">
                <a16:creationId xmlns:a16="http://schemas.microsoft.com/office/drawing/2014/main" id="{0BA60A4B-2A05-4678-BD27-7D4DDBD483D8}"/>
              </a:ext>
            </a:extLst>
          </p:cNvPr>
          <p:cNvSpPr>
            <a:spLocks noGrp="1" noChangeArrowheads="1"/>
          </p:cNvSpPr>
          <p:nvPr>
            <p:ph type="title"/>
          </p:nvPr>
        </p:nvSpPr>
        <p:spPr/>
        <p:txBody>
          <a:bodyPr/>
          <a:lstStyle/>
          <a:p>
            <a:r>
              <a:rPr lang="en-US" altLang="en-US" sz="2800"/>
              <a:t>Select  A=A</a:t>
            </a:r>
            <a:r>
              <a:rPr lang="en-US" altLang="en-US" sz="2800" baseline="-25000"/>
              <a:t>1</a:t>
            </a:r>
            <a:r>
              <a:rPr lang="en-US" altLang="en-US" sz="2800"/>
              <a:t>A</a:t>
            </a:r>
            <a:r>
              <a:rPr lang="en-US" altLang="en-US" sz="2800" baseline="-25000"/>
              <a:t>0</a:t>
            </a:r>
            <a:r>
              <a:rPr lang="en-US" altLang="en-US" sz="2800"/>
              <a:t> or  B=B</a:t>
            </a:r>
            <a:r>
              <a:rPr lang="en-US" altLang="en-US" sz="2800" baseline="-25000"/>
              <a:t>1</a:t>
            </a:r>
            <a:r>
              <a:rPr lang="en-US" altLang="en-US" sz="2800"/>
              <a:t>B</a:t>
            </a:r>
            <a:r>
              <a:rPr lang="en-US" altLang="en-US" sz="2800" baseline="-25000"/>
              <a:t>0  </a:t>
            </a:r>
            <a:r>
              <a:rPr lang="en-US" altLang="en-US" sz="2800"/>
              <a:t>or  C=C</a:t>
            </a:r>
            <a:r>
              <a:rPr lang="en-US" altLang="en-US" sz="2800" baseline="-25000"/>
              <a:t>1</a:t>
            </a:r>
            <a:r>
              <a:rPr lang="en-US" altLang="en-US" sz="2800"/>
              <a:t>C</a:t>
            </a:r>
            <a:r>
              <a:rPr lang="en-US" altLang="en-US" sz="2800" baseline="-25000"/>
              <a:t>0</a:t>
            </a:r>
            <a:r>
              <a:rPr lang="en-US" altLang="en-US" sz="2800"/>
              <a:t>  or  D=D</a:t>
            </a:r>
            <a:r>
              <a:rPr lang="en-US" altLang="en-US" sz="2800" baseline="-25000"/>
              <a:t>1</a:t>
            </a:r>
            <a:r>
              <a:rPr lang="en-US" altLang="en-US" sz="2800"/>
              <a:t>D</a:t>
            </a:r>
            <a:r>
              <a:rPr lang="en-US" altLang="en-US" sz="2800" baseline="-25000"/>
              <a:t>0 </a:t>
            </a:r>
            <a:r>
              <a:rPr lang="en-US" altLang="en-US" sz="2800"/>
              <a:t> </a:t>
            </a:r>
          </a:p>
        </p:txBody>
      </p:sp>
      <p:sp>
        <p:nvSpPr>
          <p:cNvPr id="154627" name="Line 4">
            <a:extLst>
              <a:ext uri="{FF2B5EF4-FFF2-40B4-BE49-F238E27FC236}">
                <a16:creationId xmlns:a16="http://schemas.microsoft.com/office/drawing/2014/main" id="{079BBD2B-1F17-4A99-BBA5-01C8988A1870}"/>
              </a:ext>
            </a:extLst>
          </p:cNvPr>
          <p:cNvSpPr>
            <a:spLocks noChangeAspect="1" noChangeShapeType="1"/>
          </p:cNvSpPr>
          <p:nvPr/>
        </p:nvSpPr>
        <p:spPr bwMode="auto">
          <a:xfrm>
            <a:off x="5062502" y="2178734"/>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28" name="Line 5">
            <a:extLst>
              <a:ext uri="{FF2B5EF4-FFF2-40B4-BE49-F238E27FC236}">
                <a16:creationId xmlns:a16="http://schemas.microsoft.com/office/drawing/2014/main" id="{05E2269A-D4AD-4278-8352-9A26EAC144B2}"/>
              </a:ext>
            </a:extLst>
          </p:cNvPr>
          <p:cNvSpPr>
            <a:spLocks noChangeAspect="1" noChangeShapeType="1"/>
          </p:cNvSpPr>
          <p:nvPr/>
        </p:nvSpPr>
        <p:spPr bwMode="auto">
          <a:xfrm>
            <a:off x="5062502" y="2444425"/>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29" name="Line 6">
            <a:extLst>
              <a:ext uri="{FF2B5EF4-FFF2-40B4-BE49-F238E27FC236}">
                <a16:creationId xmlns:a16="http://schemas.microsoft.com/office/drawing/2014/main" id="{9E207B3E-7E8E-480B-8EB5-0A075609249F}"/>
              </a:ext>
            </a:extLst>
          </p:cNvPr>
          <p:cNvSpPr>
            <a:spLocks noChangeAspect="1" noChangeShapeType="1"/>
          </p:cNvSpPr>
          <p:nvPr/>
        </p:nvSpPr>
        <p:spPr bwMode="auto">
          <a:xfrm flipH="1">
            <a:off x="5807280" y="2573082"/>
            <a:ext cx="101837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0" name="Freeform 7">
            <a:extLst>
              <a:ext uri="{FF2B5EF4-FFF2-40B4-BE49-F238E27FC236}">
                <a16:creationId xmlns:a16="http://schemas.microsoft.com/office/drawing/2014/main" id="{36A4F0F5-7213-4AC5-AE3B-F5BA03D89D8B}"/>
              </a:ext>
            </a:extLst>
          </p:cNvPr>
          <p:cNvSpPr>
            <a:spLocks noChangeAspect="1"/>
          </p:cNvSpPr>
          <p:nvPr/>
        </p:nvSpPr>
        <p:spPr bwMode="auto">
          <a:xfrm>
            <a:off x="5316688" y="1961942"/>
            <a:ext cx="482652" cy="1214342"/>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1" name="Line 20">
            <a:extLst>
              <a:ext uri="{FF2B5EF4-FFF2-40B4-BE49-F238E27FC236}">
                <a16:creationId xmlns:a16="http://schemas.microsoft.com/office/drawing/2014/main" id="{B528CDD6-C6C8-494A-9A74-247F4583545B}"/>
              </a:ext>
            </a:extLst>
          </p:cNvPr>
          <p:cNvSpPr>
            <a:spLocks noChangeAspect="1" noChangeShapeType="1"/>
          </p:cNvSpPr>
          <p:nvPr/>
        </p:nvSpPr>
        <p:spPr bwMode="auto">
          <a:xfrm>
            <a:off x="5056585" y="2707188"/>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2" name="Line 21">
            <a:extLst>
              <a:ext uri="{FF2B5EF4-FFF2-40B4-BE49-F238E27FC236}">
                <a16:creationId xmlns:a16="http://schemas.microsoft.com/office/drawing/2014/main" id="{79D02AE7-CDB3-490B-8ABA-FDD7C25F8CCB}"/>
              </a:ext>
            </a:extLst>
          </p:cNvPr>
          <p:cNvSpPr>
            <a:spLocks noChangeAspect="1" noChangeShapeType="1"/>
          </p:cNvSpPr>
          <p:nvPr/>
        </p:nvSpPr>
        <p:spPr bwMode="auto">
          <a:xfrm>
            <a:off x="5062502" y="2986569"/>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4633" name="Group 6">
            <a:extLst>
              <a:ext uri="{FF2B5EF4-FFF2-40B4-BE49-F238E27FC236}">
                <a16:creationId xmlns:a16="http://schemas.microsoft.com/office/drawing/2014/main" id="{7DCC2262-F9E2-4D62-8170-B9BB472C0BE0}"/>
              </a:ext>
            </a:extLst>
          </p:cNvPr>
          <p:cNvGrpSpPr>
            <a:grpSpLocks/>
          </p:cNvGrpSpPr>
          <p:nvPr/>
        </p:nvGrpSpPr>
        <p:grpSpPr bwMode="auto">
          <a:xfrm>
            <a:off x="5589817" y="914400"/>
            <a:ext cx="199876" cy="293361"/>
            <a:chOff x="4071257" y="1928327"/>
            <a:chExt cx="199854" cy="293384"/>
          </a:xfrm>
        </p:grpSpPr>
        <p:sp>
          <p:nvSpPr>
            <p:cNvPr id="154665" name="Rectangle 19">
              <a:extLst>
                <a:ext uri="{FF2B5EF4-FFF2-40B4-BE49-F238E27FC236}">
                  <a16:creationId xmlns:a16="http://schemas.microsoft.com/office/drawing/2014/main" id="{DF1E4D4C-9885-4E52-894D-887D2B2CC073}"/>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6" name="Rectangle 22">
              <a:extLst>
                <a:ext uri="{FF2B5EF4-FFF2-40B4-BE49-F238E27FC236}">
                  <a16:creationId xmlns:a16="http://schemas.microsoft.com/office/drawing/2014/main" id="{FB07B911-933B-4354-8DA5-A5CEFF9F7D28}"/>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4634" name="Line 101">
            <a:extLst>
              <a:ext uri="{FF2B5EF4-FFF2-40B4-BE49-F238E27FC236}">
                <a16:creationId xmlns:a16="http://schemas.microsoft.com/office/drawing/2014/main" id="{85ECB400-A490-4EED-87FB-73FF837110CA}"/>
              </a:ext>
            </a:extLst>
          </p:cNvPr>
          <p:cNvSpPr>
            <a:spLocks noChangeShapeType="1"/>
          </p:cNvSpPr>
          <p:nvPr/>
        </p:nvSpPr>
        <p:spPr bwMode="auto">
          <a:xfrm>
            <a:off x="5419888" y="1220919"/>
            <a:ext cx="0" cy="7891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5" name="Rectangle 14">
            <a:extLst>
              <a:ext uri="{FF2B5EF4-FFF2-40B4-BE49-F238E27FC236}">
                <a16:creationId xmlns:a16="http://schemas.microsoft.com/office/drawing/2014/main" id="{61B69424-966A-4E04-9AFA-518194227119}"/>
              </a:ext>
            </a:extLst>
          </p:cNvPr>
          <p:cNvSpPr>
            <a:spLocks noChangeAspect="1" noChangeArrowheads="1"/>
          </p:cNvSpPr>
          <p:nvPr/>
        </p:nvSpPr>
        <p:spPr bwMode="auto">
          <a:xfrm>
            <a:off x="5358036" y="2066709"/>
            <a:ext cx="217969" cy="101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0" name="TextBox 99">
            <a:extLst>
              <a:ext uri="{FF2B5EF4-FFF2-40B4-BE49-F238E27FC236}">
                <a16:creationId xmlns:a16="http://schemas.microsoft.com/office/drawing/2014/main" id="{EC3B4793-CD20-4825-B50E-1EFBD0A0F33F}"/>
              </a:ext>
            </a:extLst>
          </p:cNvPr>
          <p:cNvSpPr txBox="1">
            <a:spLocks noChangeArrowheads="1"/>
          </p:cNvSpPr>
          <p:nvPr/>
        </p:nvSpPr>
        <p:spPr bwMode="auto">
          <a:xfrm>
            <a:off x="7069835" y="2384856"/>
            <a:ext cx="389892" cy="369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41" name="Line 4">
            <a:extLst>
              <a:ext uri="{FF2B5EF4-FFF2-40B4-BE49-F238E27FC236}">
                <a16:creationId xmlns:a16="http://schemas.microsoft.com/office/drawing/2014/main" id="{5D350B61-C470-416B-BCCE-420364B82F21}"/>
              </a:ext>
            </a:extLst>
          </p:cNvPr>
          <p:cNvSpPr>
            <a:spLocks noChangeAspect="1" noChangeShapeType="1"/>
          </p:cNvSpPr>
          <p:nvPr/>
        </p:nvSpPr>
        <p:spPr bwMode="auto">
          <a:xfrm>
            <a:off x="5065612" y="4331592"/>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2" name="Line 5">
            <a:extLst>
              <a:ext uri="{FF2B5EF4-FFF2-40B4-BE49-F238E27FC236}">
                <a16:creationId xmlns:a16="http://schemas.microsoft.com/office/drawing/2014/main" id="{AC5F4023-B1E7-4FD7-8122-DFA68E50EF59}"/>
              </a:ext>
            </a:extLst>
          </p:cNvPr>
          <p:cNvSpPr>
            <a:spLocks noChangeAspect="1" noChangeShapeType="1"/>
          </p:cNvSpPr>
          <p:nvPr/>
        </p:nvSpPr>
        <p:spPr bwMode="auto">
          <a:xfrm>
            <a:off x="5065612" y="4597282"/>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3" name="Line 6">
            <a:extLst>
              <a:ext uri="{FF2B5EF4-FFF2-40B4-BE49-F238E27FC236}">
                <a16:creationId xmlns:a16="http://schemas.microsoft.com/office/drawing/2014/main" id="{115F3C30-B21B-4CDD-A918-6E0A9AC04F54}"/>
              </a:ext>
            </a:extLst>
          </p:cNvPr>
          <p:cNvSpPr>
            <a:spLocks noChangeAspect="1" noChangeShapeType="1"/>
          </p:cNvSpPr>
          <p:nvPr/>
        </p:nvSpPr>
        <p:spPr bwMode="auto">
          <a:xfrm flipH="1">
            <a:off x="5810390" y="4725939"/>
            <a:ext cx="101837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4" name="Freeform 7">
            <a:extLst>
              <a:ext uri="{FF2B5EF4-FFF2-40B4-BE49-F238E27FC236}">
                <a16:creationId xmlns:a16="http://schemas.microsoft.com/office/drawing/2014/main" id="{DCC73DFF-46CB-41B2-B15B-D73BBDAE27C2}"/>
              </a:ext>
            </a:extLst>
          </p:cNvPr>
          <p:cNvSpPr>
            <a:spLocks noChangeAspect="1"/>
          </p:cNvSpPr>
          <p:nvPr/>
        </p:nvSpPr>
        <p:spPr bwMode="auto">
          <a:xfrm>
            <a:off x="5319799" y="4114800"/>
            <a:ext cx="482652" cy="1214342"/>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6" name="Line 20">
            <a:extLst>
              <a:ext uri="{FF2B5EF4-FFF2-40B4-BE49-F238E27FC236}">
                <a16:creationId xmlns:a16="http://schemas.microsoft.com/office/drawing/2014/main" id="{8D16CFB8-E5D6-4439-BD9C-B531ECD0767E}"/>
              </a:ext>
            </a:extLst>
          </p:cNvPr>
          <p:cNvSpPr>
            <a:spLocks noChangeAspect="1" noChangeShapeType="1"/>
          </p:cNvSpPr>
          <p:nvPr/>
        </p:nvSpPr>
        <p:spPr bwMode="auto">
          <a:xfrm>
            <a:off x="5059696" y="4860046"/>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7" name="Line 21">
            <a:extLst>
              <a:ext uri="{FF2B5EF4-FFF2-40B4-BE49-F238E27FC236}">
                <a16:creationId xmlns:a16="http://schemas.microsoft.com/office/drawing/2014/main" id="{B03E43D4-C96C-498F-8D8C-00EA3F789E1A}"/>
              </a:ext>
            </a:extLst>
          </p:cNvPr>
          <p:cNvSpPr>
            <a:spLocks noChangeAspect="1" noChangeShapeType="1"/>
          </p:cNvSpPr>
          <p:nvPr/>
        </p:nvSpPr>
        <p:spPr bwMode="auto">
          <a:xfrm>
            <a:off x="5065612" y="5139427"/>
            <a:ext cx="247995"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9" name="Rectangle 14">
            <a:extLst>
              <a:ext uri="{FF2B5EF4-FFF2-40B4-BE49-F238E27FC236}">
                <a16:creationId xmlns:a16="http://schemas.microsoft.com/office/drawing/2014/main" id="{C6345677-C5DB-4094-87AA-03B160C75442}"/>
              </a:ext>
            </a:extLst>
          </p:cNvPr>
          <p:cNvSpPr>
            <a:spLocks noChangeAspect="1" noChangeArrowheads="1"/>
          </p:cNvSpPr>
          <p:nvPr/>
        </p:nvSpPr>
        <p:spPr bwMode="auto">
          <a:xfrm>
            <a:off x="5361146" y="4219567"/>
            <a:ext cx="217969" cy="101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54" name="TextBox 120">
            <a:extLst>
              <a:ext uri="{FF2B5EF4-FFF2-40B4-BE49-F238E27FC236}">
                <a16:creationId xmlns:a16="http://schemas.microsoft.com/office/drawing/2014/main" id="{FC728D27-4692-469B-A006-35C2C9975C87}"/>
              </a:ext>
            </a:extLst>
          </p:cNvPr>
          <p:cNvSpPr txBox="1">
            <a:spLocks noChangeArrowheads="1"/>
          </p:cNvSpPr>
          <p:nvPr/>
        </p:nvSpPr>
        <p:spPr bwMode="auto">
          <a:xfrm>
            <a:off x="7072946" y="4537714"/>
            <a:ext cx="389892" cy="369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8" name="Line 101">
            <a:extLst>
              <a:ext uri="{FF2B5EF4-FFF2-40B4-BE49-F238E27FC236}">
                <a16:creationId xmlns:a16="http://schemas.microsoft.com/office/drawing/2014/main" id="{5D07488A-865B-432E-9775-BBAAC1373175}"/>
              </a:ext>
            </a:extLst>
          </p:cNvPr>
          <p:cNvSpPr>
            <a:spLocks noChangeShapeType="1"/>
          </p:cNvSpPr>
          <p:nvPr/>
        </p:nvSpPr>
        <p:spPr bwMode="auto">
          <a:xfrm>
            <a:off x="5631128" y="1231701"/>
            <a:ext cx="2560" cy="8924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4659" name="Group 128">
            <a:extLst>
              <a:ext uri="{FF2B5EF4-FFF2-40B4-BE49-F238E27FC236}">
                <a16:creationId xmlns:a16="http://schemas.microsoft.com/office/drawing/2014/main" id="{85B2BA35-BF7B-4CF8-8DB2-50470E2BBCB9}"/>
              </a:ext>
            </a:extLst>
          </p:cNvPr>
          <p:cNvGrpSpPr>
            <a:grpSpLocks/>
          </p:cNvGrpSpPr>
          <p:nvPr/>
        </p:nvGrpSpPr>
        <p:grpSpPr bwMode="auto">
          <a:xfrm>
            <a:off x="5352625" y="920713"/>
            <a:ext cx="191083" cy="284570"/>
            <a:chOff x="4071257" y="1928327"/>
            <a:chExt cx="191062" cy="284592"/>
          </a:xfrm>
        </p:grpSpPr>
        <p:sp>
          <p:nvSpPr>
            <p:cNvPr id="154663" name="Rectangle 19">
              <a:extLst>
                <a:ext uri="{FF2B5EF4-FFF2-40B4-BE49-F238E27FC236}">
                  <a16:creationId xmlns:a16="http://schemas.microsoft.com/office/drawing/2014/main" id="{6C0F1004-C689-43BA-AAB9-45162402B58B}"/>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4" name="Rectangle 22">
              <a:extLst>
                <a:ext uri="{FF2B5EF4-FFF2-40B4-BE49-F238E27FC236}">
                  <a16:creationId xmlns:a16="http://schemas.microsoft.com/office/drawing/2014/main" id="{531A4D22-113B-4207-812A-0A9B3D134206}"/>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4660" name="Oval 68">
            <a:extLst>
              <a:ext uri="{FF2B5EF4-FFF2-40B4-BE49-F238E27FC236}">
                <a16:creationId xmlns:a16="http://schemas.microsoft.com/office/drawing/2014/main" id="{BCB10D7B-E44D-4BAE-AE3C-B865CB7410C6}"/>
              </a:ext>
            </a:extLst>
          </p:cNvPr>
          <p:cNvSpPr>
            <a:spLocks noChangeArrowheads="1"/>
          </p:cNvSpPr>
          <p:nvPr/>
        </p:nvSpPr>
        <p:spPr bwMode="auto">
          <a:xfrm>
            <a:off x="5375869" y="1731857"/>
            <a:ext cx="95374" cy="102044"/>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1" name="Oval 68">
            <a:extLst>
              <a:ext uri="{FF2B5EF4-FFF2-40B4-BE49-F238E27FC236}">
                <a16:creationId xmlns:a16="http://schemas.microsoft.com/office/drawing/2014/main" id="{C09BDBCE-4440-4F95-8EE3-5852856A1696}"/>
              </a:ext>
            </a:extLst>
          </p:cNvPr>
          <p:cNvSpPr>
            <a:spLocks noChangeArrowheads="1"/>
          </p:cNvSpPr>
          <p:nvPr/>
        </p:nvSpPr>
        <p:spPr bwMode="auto">
          <a:xfrm>
            <a:off x="5583339" y="1528319"/>
            <a:ext cx="95374" cy="102044"/>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51F10B48-AB91-4E12-84DC-10F231A4E4A7}"/>
                  </a:ext>
                </a:extLst>
              </p14:cNvPr>
              <p14:cNvContentPartPr/>
              <p14:nvPr/>
            </p14:nvContentPartPr>
            <p14:xfrm>
              <a:off x="4525200" y="924840"/>
              <a:ext cx="3844080" cy="4495680"/>
            </p14:xfrm>
          </p:contentPart>
        </mc:Choice>
        <mc:Fallback>
          <p:pic>
            <p:nvPicPr>
              <p:cNvPr id="2" name="Ink 1">
                <a:extLst>
                  <a:ext uri="{FF2B5EF4-FFF2-40B4-BE49-F238E27FC236}">
                    <a16:creationId xmlns:a16="http://schemas.microsoft.com/office/drawing/2014/main" id="{51F10B48-AB91-4E12-84DC-10F231A4E4A7}"/>
                  </a:ext>
                </a:extLst>
              </p:cNvPr>
              <p:cNvPicPr/>
              <p:nvPr/>
            </p:nvPicPr>
            <p:blipFill>
              <a:blip r:embed="rId3"/>
              <a:stretch>
                <a:fillRect/>
              </a:stretch>
            </p:blipFill>
            <p:spPr>
              <a:xfrm>
                <a:off x="4515840" y="915480"/>
                <a:ext cx="3862800" cy="4514400"/>
              </a:xfrm>
              <a:prstGeom prst="rect">
                <a:avLst/>
              </a:prstGeom>
            </p:spPr>
          </p:pic>
        </mc:Fallback>
      </mc:AlternateContent>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5" name="Title 1">
            <a:extLst>
              <a:ext uri="{FF2B5EF4-FFF2-40B4-BE49-F238E27FC236}">
                <a16:creationId xmlns:a16="http://schemas.microsoft.com/office/drawing/2014/main" id="{0BA60A4B-2A05-4678-BD27-7D4DDBD483D8}"/>
              </a:ext>
            </a:extLst>
          </p:cNvPr>
          <p:cNvSpPr>
            <a:spLocks noGrp="1" noChangeArrowheads="1"/>
          </p:cNvSpPr>
          <p:nvPr>
            <p:ph type="title"/>
          </p:nvPr>
        </p:nvSpPr>
        <p:spPr/>
        <p:txBody>
          <a:bodyPr/>
          <a:lstStyle/>
          <a:p>
            <a:r>
              <a:rPr lang="en-US" altLang="en-US" sz="2800"/>
              <a:t>Select  A=A</a:t>
            </a:r>
            <a:r>
              <a:rPr lang="en-US" altLang="en-US" sz="2800" baseline="-25000"/>
              <a:t>1</a:t>
            </a:r>
            <a:r>
              <a:rPr lang="en-US" altLang="en-US" sz="2800"/>
              <a:t>A</a:t>
            </a:r>
            <a:r>
              <a:rPr lang="en-US" altLang="en-US" sz="2800" baseline="-25000"/>
              <a:t>0</a:t>
            </a:r>
            <a:r>
              <a:rPr lang="en-US" altLang="en-US" sz="2800"/>
              <a:t> or  B=B</a:t>
            </a:r>
            <a:r>
              <a:rPr lang="en-US" altLang="en-US" sz="2800" baseline="-25000"/>
              <a:t>1</a:t>
            </a:r>
            <a:r>
              <a:rPr lang="en-US" altLang="en-US" sz="2800"/>
              <a:t>B</a:t>
            </a:r>
            <a:r>
              <a:rPr lang="en-US" altLang="en-US" sz="2800" baseline="-25000"/>
              <a:t>0  </a:t>
            </a:r>
            <a:r>
              <a:rPr lang="en-US" altLang="en-US" sz="2800"/>
              <a:t>or  C=C</a:t>
            </a:r>
            <a:r>
              <a:rPr lang="en-US" altLang="en-US" sz="2800" baseline="-25000"/>
              <a:t>1</a:t>
            </a:r>
            <a:r>
              <a:rPr lang="en-US" altLang="en-US" sz="2800"/>
              <a:t>C</a:t>
            </a:r>
            <a:r>
              <a:rPr lang="en-US" altLang="en-US" sz="2800" baseline="-25000"/>
              <a:t>0</a:t>
            </a:r>
            <a:r>
              <a:rPr lang="en-US" altLang="en-US" sz="2800"/>
              <a:t>  or  D=D</a:t>
            </a:r>
            <a:r>
              <a:rPr lang="en-US" altLang="en-US" sz="2800" baseline="-25000"/>
              <a:t>1</a:t>
            </a:r>
            <a:r>
              <a:rPr lang="en-US" altLang="en-US" sz="2800"/>
              <a:t>D</a:t>
            </a:r>
            <a:r>
              <a:rPr lang="en-US" altLang="en-US" sz="2800" baseline="-25000"/>
              <a:t>0 </a:t>
            </a:r>
            <a:r>
              <a:rPr lang="en-US" altLang="en-US" sz="2800"/>
              <a:t> </a:t>
            </a:r>
          </a:p>
        </p:txBody>
      </p:sp>
      <p:grpSp>
        <p:nvGrpSpPr>
          <p:cNvPr id="154626" name="Group 9">
            <a:extLst>
              <a:ext uri="{FF2B5EF4-FFF2-40B4-BE49-F238E27FC236}">
                <a16:creationId xmlns:a16="http://schemas.microsoft.com/office/drawing/2014/main" id="{E5E60579-75CA-47E1-97EF-7B824E7120C8}"/>
              </a:ext>
            </a:extLst>
          </p:cNvPr>
          <p:cNvGrpSpPr>
            <a:grpSpLocks/>
          </p:cNvGrpSpPr>
          <p:nvPr/>
        </p:nvGrpSpPr>
        <p:grpSpPr bwMode="auto">
          <a:xfrm>
            <a:off x="3505200" y="1676400"/>
            <a:ext cx="2814638" cy="4600575"/>
            <a:chOff x="3505200" y="1676400"/>
            <a:chExt cx="2814333" cy="4600934"/>
          </a:xfrm>
        </p:grpSpPr>
        <p:sp>
          <p:nvSpPr>
            <p:cNvPr id="154627" name="Line 4">
              <a:extLst>
                <a:ext uri="{FF2B5EF4-FFF2-40B4-BE49-F238E27FC236}">
                  <a16:creationId xmlns:a16="http://schemas.microsoft.com/office/drawing/2014/main" id="{079BBD2B-1F17-4A99-BBA5-01C8988A1870}"/>
                </a:ext>
              </a:extLst>
            </p:cNvPr>
            <p:cNvSpPr>
              <a:spLocks noChangeAspect="1" noChangeShapeType="1"/>
            </p:cNvSpPr>
            <p:nvPr/>
          </p:nvSpPr>
          <p:spPr bwMode="auto">
            <a:xfrm>
              <a:off x="3919457" y="2940833"/>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28" name="Line 5">
              <a:extLst>
                <a:ext uri="{FF2B5EF4-FFF2-40B4-BE49-F238E27FC236}">
                  <a16:creationId xmlns:a16="http://schemas.microsoft.com/office/drawing/2014/main" id="{05E2269A-D4AD-4278-8352-9A26EAC144B2}"/>
                </a:ext>
              </a:extLst>
            </p:cNvPr>
            <p:cNvSpPr>
              <a:spLocks noChangeAspect="1" noChangeShapeType="1"/>
            </p:cNvSpPr>
            <p:nvPr/>
          </p:nvSpPr>
          <p:spPr bwMode="auto">
            <a:xfrm>
              <a:off x="3919457" y="320654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29" name="Line 6">
              <a:extLst>
                <a:ext uri="{FF2B5EF4-FFF2-40B4-BE49-F238E27FC236}">
                  <a16:creationId xmlns:a16="http://schemas.microsoft.com/office/drawing/2014/main" id="{9E207B3E-7E8E-480B-8EB5-0A075609249F}"/>
                </a:ext>
              </a:extLst>
            </p:cNvPr>
            <p:cNvSpPr>
              <a:spLocks noChangeAspect="1" noChangeShapeType="1"/>
            </p:cNvSpPr>
            <p:nvPr/>
          </p:nvSpPr>
          <p:spPr bwMode="auto">
            <a:xfrm flipH="1">
              <a:off x="4664154" y="3335211"/>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0" name="Freeform 7">
              <a:extLst>
                <a:ext uri="{FF2B5EF4-FFF2-40B4-BE49-F238E27FC236}">
                  <a16:creationId xmlns:a16="http://schemas.microsoft.com/office/drawing/2014/main" id="{36A4F0F5-7213-4AC5-AE3B-F5BA03D89D8B}"/>
                </a:ext>
              </a:extLst>
            </p:cNvPr>
            <p:cNvSpPr>
              <a:spLocks noChangeAspect="1"/>
            </p:cNvSpPr>
            <p:nvPr/>
          </p:nvSpPr>
          <p:spPr bwMode="auto">
            <a:xfrm>
              <a:off x="4173616" y="2724024"/>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1" name="Line 20">
              <a:extLst>
                <a:ext uri="{FF2B5EF4-FFF2-40B4-BE49-F238E27FC236}">
                  <a16:creationId xmlns:a16="http://schemas.microsoft.com/office/drawing/2014/main" id="{B528CDD6-C6C8-494A-9A74-247F4583545B}"/>
                </a:ext>
              </a:extLst>
            </p:cNvPr>
            <p:cNvSpPr>
              <a:spLocks noChangeAspect="1" noChangeShapeType="1"/>
            </p:cNvSpPr>
            <p:nvPr/>
          </p:nvSpPr>
          <p:spPr bwMode="auto">
            <a:xfrm>
              <a:off x="3913541" y="3469328"/>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2" name="Line 21">
              <a:extLst>
                <a:ext uri="{FF2B5EF4-FFF2-40B4-BE49-F238E27FC236}">
                  <a16:creationId xmlns:a16="http://schemas.microsoft.com/office/drawing/2014/main" id="{79D02AE7-CDB3-490B-8ABA-FDD7C25F8CCB}"/>
                </a:ext>
              </a:extLst>
            </p:cNvPr>
            <p:cNvSpPr>
              <a:spLocks noChangeAspect="1" noChangeShapeType="1"/>
            </p:cNvSpPr>
            <p:nvPr/>
          </p:nvSpPr>
          <p:spPr bwMode="auto">
            <a:xfrm>
              <a:off x="3919457" y="374873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4633" name="Group 6">
              <a:extLst>
                <a:ext uri="{FF2B5EF4-FFF2-40B4-BE49-F238E27FC236}">
                  <a16:creationId xmlns:a16="http://schemas.microsoft.com/office/drawing/2014/main" id="{7DCC2262-F9E2-4D62-8170-B9BB472C0BE0}"/>
                </a:ext>
              </a:extLst>
            </p:cNvPr>
            <p:cNvGrpSpPr>
              <a:grpSpLocks/>
            </p:cNvGrpSpPr>
            <p:nvPr/>
          </p:nvGrpSpPr>
          <p:grpSpPr bwMode="auto">
            <a:xfrm>
              <a:off x="4446715" y="1676400"/>
              <a:ext cx="199854" cy="293384"/>
              <a:chOff x="4071257" y="1928327"/>
              <a:chExt cx="199854" cy="293384"/>
            </a:xfrm>
          </p:grpSpPr>
          <p:sp>
            <p:nvSpPr>
              <p:cNvPr id="154665" name="Rectangle 19">
                <a:extLst>
                  <a:ext uri="{FF2B5EF4-FFF2-40B4-BE49-F238E27FC236}">
                    <a16:creationId xmlns:a16="http://schemas.microsoft.com/office/drawing/2014/main" id="{DF1E4D4C-9885-4E52-894D-887D2B2CC073}"/>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6" name="Rectangle 22">
                <a:extLst>
                  <a:ext uri="{FF2B5EF4-FFF2-40B4-BE49-F238E27FC236}">
                    <a16:creationId xmlns:a16="http://schemas.microsoft.com/office/drawing/2014/main" id="{FB07B911-933B-4354-8DA5-A5CEFF9F7D28}"/>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4634" name="Line 101">
              <a:extLst>
                <a:ext uri="{FF2B5EF4-FFF2-40B4-BE49-F238E27FC236}">
                  <a16:creationId xmlns:a16="http://schemas.microsoft.com/office/drawing/2014/main" id="{85ECB400-A490-4EED-87FB-73FF837110CA}"/>
                </a:ext>
              </a:extLst>
            </p:cNvPr>
            <p:cNvSpPr>
              <a:spLocks noChangeShapeType="1"/>
            </p:cNvSpPr>
            <p:nvPr/>
          </p:nvSpPr>
          <p:spPr bwMode="auto">
            <a:xfrm>
              <a:off x="4276804" y="1982943"/>
              <a:ext cx="0" cy="789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5" name="Rectangle 14">
              <a:extLst>
                <a:ext uri="{FF2B5EF4-FFF2-40B4-BE49-F238E27FC236}">
                  <a16:creationId xmlns:a16="http://schemas.microsoft.com/office/drawing/2014/main" id="{61B69424-966A-4E04-9AFA-518194227119}"/>
                </a:ext>
              </a:extLst>
            </p:cNvPr>
            <p:cNvSpPr>
              <a:spLocks noChangeAspect="1" noChangeArrowheads="1"/>
            </p:cNvSpPr>
            <p:nvPr/>
          </p:nvSpPr>
          <p:spPr bwMode="auto">
            <a:xfrm>
              <a:off x="4214959" y="2828799"/>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36" name="TextBox 4">
              <a:extLst>
                <a:ext uri="{FF2B5EF4-FFF2-40B4-BE49-F238E27FC236}">
                  <a16:creationId xmlns:a16="http://schemas.microsoft.com/office/drawing/2014/main" id="{0B21F917-F9F6-45C0-B66D-82C68F8A31F4}"/>
                </a:ext>
              </a:extLst>
            </p:cNvPr>
            <p:cNvSpPr txBox="1">
              <a:spLocks noChangeArrowheads="1"/>
            </p:cNvSpPr>
            <p:nvPr/>
          </p:nvSpPr>
          <p:spPr bwMode="auto">
            <a:xfrm>
              <a:off x="3505200" y="271267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37" name="TextBox 96">
              <a:extLst>
                <a:ext uri="{FF2B5EF4-FFF2-40B4-BE49-F238E27FC236}">
                  <a16:creationId xmlns:a16="http://schemas.microsoft.com/office/drawing/2014/main" id="{5FD7DBD5-0602-4C59-B40B-FBC1B49F0224}"/>
                </a:ext>
              </a:extLst>
            </p:cNvPr>
            <p:cNvSpPr txBox="1">
              <a:spLocks noChangeArrowheads="1"/>
            </p:cNvSpPr>
            <p:nvPr/>
          </p:nvSpPr>
          <p:spPr bwMode="auto">
            <a:xfrm>
              <a:off x="3508645" y="298158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38" name="TextBox 97">
              <a:extLst>
                <a:ext uri="{FF2B5EF4-FFF2-40B4-BE49-F238E27FC236}">
                  <a16:creationId xmlns:a16="http://schemas.microsoft.com/office/drawing/2014/main" id="{A423E61F-7B21-4FFE-A5F1-46135C25A2D4}"/>
                </a:ext>
              </a:extLst>
            </p:cNvPr>
            <p:cNvSpPr txBox="1">
              <a:spLocks noChangeArrowheads="1"/>
            </p:cNvSpPr>
            <p:nvPr/>
          </p:nvSpPr>
          <p:spPr bwMode="auto">
            <a:xfrm>
              <a:off x="3511755" y="32460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39" name="TextBox 98">
              <a:extLst>
                <a:ext uri="{FF2B5EF4-FFF2-40B4-BE49-F238E27FC236}">
                  <a16:creationId xmlns:a16="http://schemas.microsoft.com/office/drawing/2014/main" id="{78A89058-4E87-4FBE-96DF-1B9D2D6859E0}"/>
                </a:ext>
              </a:extLst>
            </p:cNvPr>
            <p:cNvSpPr txBox="1">
              <a:spLocks noChangeArrowheads="1"/>
            </p:cNvSpPr>
            <p:nvPr/>
          </p:nvSpPr>
          <p:spPr bwMode="auto">
            <a:xfrm>
              <a:off x="3509152" y="353603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40" name="TextBox 99">
              <a:extLst>
                <a:ext uri="{FF2B5EF4-FFF2-40B4-BE49-F238E27FC236}">
                  <a16:creationId xmlns:a16="http://schemas.microsoft.com/office/drawing/2014/main" id="{EC3B4793-CD20-4825-B50E-1EFBD0A0F33F}"/>
                </a:ext>
              </a:extLst>
            </p:cNvPr>
            <p:cNvSpPr txBox="1">
              <a:spLocks noChangeArrowheads="1"/>
            </p:cNvSpPr>
            <p:nvPr/>
          </p:nvSpPr>
          <p:spPr bwMode="auto">
            <a:xfrm>
              <a:off x="5926573" y="3146971"/>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4641" name="Line 4">
              <a:extLst>
                <a:ext uri="{FF2B5EF4-FFF2-40B4-BE49-F238E27FC236}">
                  <a16:creationId xmlns:a16="http://schemas.microsoft.com/office/drawing/2014/main" id="{5D350B61-C470-416B-BCCE-420364B82F21}"/>
                </a:ext>
              </a:extLst>
            </p:cNvPr>
            <p:cNvSpPr>
              <a:spLocks noChangeAspect="1" noChangeShapeType="1"/>
            </p:cNvSpPr>
            <p:nvPr/>
          </p:nvSpPr>
          <p:spPr bwMode="auto">
            <a:xfrm>
              <a:off x="3922567" y="5279706"/>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2" name="Line 5">
              <a:extLst>
                <a:ext uri="{FF2B5EF4-FFF2-40B4-BE49-F238E27FC236}">
                  <a16:creationId xmlns:a16="http://schemas.microsoft.com/office/drawing/2014/main" id="{AC5F4023-B1E7-4FD7-8122-DFA68E50EF59}"/>
                </a:ext>
              </a:extLst>
            </p:cNvPr>
            <p:cNvSpPr>
              <a:spLocks noChangeAspect="1" noChangeShapeType="1"/>
            </p:cNvSpPr>
            <p:nvPr/>
          </p:nvSpPr>
          <p:spPr bwMode="auto">
            <a:xfrm>
              <a:off x="3922567" y="5545417"/>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3" name="Line 6">
              <a:extLst>
                <a:ext uri="{FF2B5EF4-FFF2-40B4-BE49-F238E27FC236}">
                  <a16:creationId xmlns:a16="http://schemas.microsoft.com/office/drawing/2014/main" id="{115F3C30-B21B-4CDD-A918-6E0A9AC04F54}"/>
                </a:ext>
              </a:extLst>
            </p:cNvPr>
            <p:cNvSpPr>
              <a:spLocks noChangeAspect="1" noChangeShapeType="1"/>
            </p:cNvSpPr>
            <p:nvPr/>
          </p:nvSpPr>
          <p:spPr bwMode="auto">
            <a:xfrm flipH="1">
              <a:off x="4667264" y="5674084"/>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4" name="Freeform 7">
              <a:extLst>
                <a:ext uri="{FF2B5EF4-FFF2-40B4-BE49-F238E27FC236}">
                  <a16:creationId xmlns:a16="http://schemas.microsoft.com/office/drawing/2014/main" id="{DCC73DFF-46CB-41B2-B15B-D73BBDAE27C2}"/>
                </a:ext>
              </a:extLst>
            </p:cNvPr>
            <p:cNvSpPr>
              <a:spLocks noChangeAspect="1"/>
            </p:cNvSpPr>
            <p:nvPr/>
          </p:nvSpPr>
          <p:spPr bwMode="auto">
            <a:xfrm>
              <a:off x="4176726" y="5062897"/>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5" name="Freeform 17">
              <a:extLst>
                <a:ext uri="{FF2B5EF4-FFF2-40B4-BE49-F238E27FC236}">
                  <a16:creationId xmlns:a16="http://schemas.microsoft.com/office/drawing/2014/main" id="{EFF7BC88-72C2-4574-959F-1E3A208CE865}"/>
                </a:ext>
              </a:extLst>
            </p:cNvPr>
            <p:cNvSpPr>
              <a:spLocks noChangeAspect="1"/>
            </p:cNvSpPr>
            <p:nvPr/>
          </p:nvSpPr>
          <p:spPr bwMode="auto">
            <a:xfrm flipH="1">
              <a:off x="4283526" y="4605416"/>
              <a:ext cx="615704" cy="52047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6" name="Line 20">
              <a:extLst>
                <a:ext uri="{FF2B5EF4-FFF2-40B4-BE49-F238E27FC236}">
                  <a16:creationId xmlns:a16="http://schemas.microsoft.com/office/drawing/2014/main" id="{8D16CFB8-E5D6-4439-BD9C-B531ECD0767E}"/>
                </a:ext>
              </a:extLst>
            </p:cNvPr>
            <p:cNvSpPr>
              <a:spLocks noChangeAspect="1" noChangeShapeType="1"/>
            </p:cNvSpPr>
            <p:nvPr/>
          </p:nvSpPr>
          <p:spPr bwMode="auto">
            <a:xfrm>
              <a:off x="3916651" y="580820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7" name="Line 21">
              <a:extLst>
                <a:ext uri="{FF2B5EF4-FFF2-40B4-BE49-F238E27FC236}">
                  <a16:creationId xmlns:a16="http://schemas.microsoft.com/office/drawing/2014/main" id="{B03E43D4-C96C-498F-8D8C-00EA3F789E1A}"/>
                </a:ext>
              </a:extLst>
            </p:cNvPr>
            <p:cNvSpPr>
              <a:spLocks noChangeAspect="1" noChangeShapeType="1"/>
            </p:cNvSpPr>
            <p:nvPr/>
          </p:nvSpPr>
          <p:spPr bwMode="auto">
            <a:xfrm>
              <a:off x="3922567" y="608760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8" name="Line 101">
              <a:extLst>
                <a:ext uri="{FF2B5EF4-FFF2-40B4-BE49-F238E27FC236}">
                  <a16:creationId xmlns:a16="http://schemas.microsoft.com/office/drawing/2014/main" id="{9A6F2C5C-9DE7-4955-817D-79DE6BA1B0A0}"/>
                </a:ext>
              </a:extLst>
            </p:cNvPr>
            <p:cNvSpPr>
              <a:spLocks noChangeShapeType="1"/>
            </p:cNvSpPr>
            <p:nvPr/>
          </p:nvSpPr>
          <p:spPr bwMode="auto">
            <a:xfrm flipH="1">
              <a:off x="4890245" y="2547864"/>
              <a:ext cx="1834" cy="20605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49" name="Rectangle 14">
              <a:extLst>
                <a:ext uri="{FF2B5EF4-FFF2-40B4-BE49-F238E27FC236}">
                  <a16:creationId xmlns:a16="http://schemas.microsoft.com/office/drawing/2014/main" id="{C6345677-C5DB-4094-87AA-03B160C75442}"/>
                </a:ext>
              </a:extLst>
            </p:cNvPr>
            <p:cNvSpPr>
              <a:spLocks noChangeAspect="1" noChangeArrowheads="1"/>
            </p:cNvSpPr>
            <p:nvPr/>
          </p:nvSpPr>
          <p:spPr bwMode="auto">
            <a:xfrm>
              <a:off x="4218069" y="5167672"/>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50" name="TextBox 116">
              <a:extLst>
                <a:ext uri="{FF2B5EF4-FFF2-40B4-BE49-F238E27FC236}">
                  <a16:creationId xmlns:a16="http://schemas.microsoft.com/office/drawing/2014/main" id="{B4E9159E-5CAF-4BE1-8738-2B910BA0EA68}"/>
                </a:ext>
              </a:extLst>
            </p:cNvPr>
            <p:cNvSpPr txBox="1">
              <a:spLocks noChangeArrowheads="1"/>
            </p:cNvSpPr>
            <p:nvPr/>
          </p:nvSpPr>
          <p:spPr bwMode="auto">
            <a:xfrm>
              <a:off x="3508310" y="5051546"/>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1" name="TextBox 117">
              <a:extLst>
                <a:ext uri="{FF2B5EF4-FFF2-40B4-BE49-F238E27FC236}">
                  <a16:creationId xmlns:a16="http://schemas.microsoft.com/office/drawing/2014/main" id="{4C1AEAA3-4FFF-4557-9EAC-A6A79F3C0060}"/>
                </a:ext>
              </a:extLst>
            </p:cNvPr>
            <p:cNvSpPr txBox="1">
              <a:spLocks noChangeArrowheads="1"/>
            </p:cNvSpPr>
            <p:nvPr/>
          </p:nvSpPr>
          <p:spPr bwMode="auto">
            <a:xfrm>
              <a:off x="3511755" y="532046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2" name="TextBox 118">
              <a:extLst>
                <a:ext uri="{FF2B5EF4-FFF2-40B4-BE49-F238E27FC236}">
                  <a16:creationId xmlns:a16="http://schemas.microsoft.com/office/drawing/2014/main" id="{6EAE7221-44FD-4CD1-8C63-64FAFA99CD80}"/>
                </a:ext>
              </a:extLst>
            </p:cNvPr>
            <p:cNvSpPr txBox="1">
              <a:spLocks noChangeArrowheads="1"/>
            </p:cNvSpPr>
            <p:nvPr/>
          </p:nvSpPr>
          <p:spPr bwMode="auto">
            <a:xfrm>
              <a:off x="3514865" y="558491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3" name="TextBox 119">
              <a:extLst>
                <a:ext uri="{FF2B5EF4-FFF2-40B4-BE49-F238E27FC236}">
                  <a16:creationId xmlns:a16="http://schemas.microsoft.com/office/drawing/2014/main" id="{E7325EFF-3EDE-4EA4-A50E-72B93CB163AC}"/>
                </a:ext>
              </a:extLst>
            </p:cNvPr>
            <p:cNvSpPr txBox="1">
              <a:spLocks noChangeArrowheads="1"/>
            </p:cNvSpPr>
            <p:nvPr/>
          </p:nvSpPr>
          <p:spPr bwMode="auto">
            <a:xfrm>
              <a:off x="3512262" y="5874907"/>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4" name="TextBox 120">
              <a:extLst>
                <a:ext uri="{FF2B5EF4-FFF2-40B4-BE49-F238E27FC236}">
                  <a16:creationId xmlns:a16="http://schemas.microsoft.com/office/drawing/2014/main" id="{FC728D27-4692-469B-A006-35C2C9975C87}"/>
                </a:ext>
              </a:extLst>
            </p:cNvPr>
            <p:cNvSpPr txBox="1">
              <a:spLocks noChangeArrowheads="1"/>
            </p:cNvSpPr>
            <p:nvPr/>
          </p:nvSpPr>
          <p:spPr bwMode="auto">
            <a:xfrm>
              <a:off x="5929683" y="548584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4655" name="Freeform 17">
              <a:extLst>
                <a:ext uri="{FF2B5EF4-FFF2-40B4-BE49-F238E27FC236}">
                  <a16:creationId xmlns:a16="http://schemas.microsoft.com/office/drawing/2014/main" id="{E7178DCC-6585-4B85-B949-AB0B8D310BCA}"/>
                </a:ext>
              </a:extLst>
            </p:cNvPr>
            <p:cNvSpPr>
              <a:spLocks noChangeAspect="1"/>
            </p:cNvSpPr>
            <p:nvPr/>
          </p:nvSpPr>
          <p:spPr bwMode="auto">
            <a:xfrm flipH="1">
              <a:off x="4482990" y="4829534"/>
              <a:ext cx="641378" cy="40168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56" name="Line 101">
              <a:extLst>
                <a:ext uri="{FF2B5EF4-FFF2-40B4-BE49-F238E27FC236}">
                  <a16:creationId xmlns:a16="http://schemas.microsoft.com/office/drawing/2014/main" id="{D42835F0-2C0D-44A6-B6B2-CC3B0377A8F9}"/>
                </a:ext>
              </a:extLst>
            </p:cNvPr>
            <p:cNvSpPr>
              <a:spLocks noChangeShapeType="1"/>
            </p:cNvSpPr>
            <p:nvPr/>
          </p:nvSpPr>
          <p:spPr bwMode="auto">
            <a:xfrm flipH="1">
              <a:off x="5123330" y="2334704"/>
              <a:ext cx="1991" cy="25000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57" name="Freeform 17">
              <a:extLst>
                <a:ext uri="{FF2B5EF4-FFF2-40B4-BE49-F238E27FC236}">
                  <a16:creationId xmlns:a16="http://schemas.microsoft.com/office/drawing/2014/main" id="{764A9BCA-A999-427C-A053-A8FA13C9C325}"/>
                </a:ext>
              </a:extLst>
            </p:cNvPr>
            <p:cNvSpPr>
              <a:spLocks noChangeAspect="1"/>
            </p:cNvSpPr>
            <p:nvPr/>
          </p:nvSpPr>
          <p:spPr bwMode="auto">
            <a:xfrm flipH="1">
              <a:off x="4277400" y="2547864"/>
              <a:ext cx="626539" cy="21109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58" name="Line 101">
              <a:extLst>
                <a:ext uri="{FF2B5EF4-FFF2-40B4-BE49-F238E27FC236}">
                  <a16:creationId xmlns:a16="http://schemas.microsoft.com/office/drawing/2014/main" id="{5D07488A-865B-432E-9775-BBAAC1373175}"/>
                </a:ext>
              </a:extLst>
            </p:cNvPr>
            <p:cNvSpPr>
              <a:spLocks noChangeShapeType="1"/>
            </p:cNvSpPr>
            <p:nvPr/>
          </p:nvSpPr>
          <p:spPr bwMode="auto">
            <a:xfrm>
              <a:off x="4488021" y="1993726"/>
              <a:ext cx="2560" cy="89249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4659" name="Group 128">
              <a:extLst>
                <a:ext uri="{FF2B5EF4-FFF2-40B4-BE49-F238E27FC236}">
                  <a16:creationId xmlns:a16="http://schemas.microsoft.com/office/drawing/2014/main" id="{85B2BA35-BF7B-4CF8-8DB2-50470E2BBCB9}"/>
                </a:ext>
              </a:extLst>
            </p:cNvPr>
            <p:cNvGrpSpPr>
              <a:grpSpLocks/>
            </p:cNvGrpSpPr>
            <p:nvPr/>
          </p:nvGrpSpPr>
          <p:grpSpPr bwMode="auto">
            <a:xfrm>
              <a:off x="4209549" y="1682713"/>
              <a:ext cx="191062" cy="284592"/>
              <a:chOff x="4071257" y="1928327"/>
              <a:chExt cx="191062" cy="284592"/>
            </a:xfrm>
          </p:grpSpPr>
          <p:sp>
            <p:nvSpPr>
              <p:cNvPr id="154663" name="Rectangle 19">
                <a:extLst>
                  <a:ext uri="{FF2B5EF4-FFF2-40B4-BE49-F238E27FC236}">
                    <a16:creationId xmlns:a16="http://schemas.microsoft.com/office/drawing/2014/main" id="{6C0F1004-C689-43BA-AAB9-45162402B58B}"/>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4" name="Rectangle 22">
                <a:extLst>
                  <a:ext uri="{FF2B5EF4-FFF2-40B4-BE49-F238E27FC236}">
                    <a16:creationId xmlns:a16="http://schemas.microsoft.com/office/drawing/2014/main" id="{531A4D22-113B-4207-812A-0A9B3D134206}"/>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4660" name="Oval 68">
              <a:extLst>
                <a:ext uri="{FF2B5EF4-FFF2-40B4-BE49-F238E27FC236}">
                  <a16:creationId xmlns:a16="http://schemas.microsoft.com/office/drawing/2014/main" id="{BCB10D7B-E44D-4BAE-AE3C-B865CB7410C6}"/>
                </a:ext>
              </a:extLst>
            </p:cNvPr>
            <p:cNvSpPr>
              <a:spLocks noChangeArrowheads="1"/>
            </p:cNvSpPr>
            <p:nvPr/>
          </p:nvSpPr>
          <p:spPr bwMode="auto">
            <a:xfrm>
              <a:off x="4232790" y="249392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1" name="Oval 68">
              <a:extLst>
                <a:ext uri="{FF2B5EF4-FFF2-40B4-BE49-F238E27FC236}">
                  <a16:creationId xmlns:a16="http://schemas.microsoft.com/office/drawing/2014/main" id="{C09BDBCE-4440-4F95-8EE3-5852856A1696}"/>
                </a:ext>
              </a:extLst>
            </p:cNvPr>
            <p:cNvSpPr>
              <a:spLocks noChangeArrowheads="1"/>
            </p:cNvSpPr>
            <p:nvPr/>
          </p:nvSpPr>
          <p:spPr bwMode="auto">
            <a:xfrm>
              <a:off x="4440238" y="2290367"/>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662" name="Line 6">
              <a:extLst>
                <a:ext uri="{FF2B5EF4-FFF2-40B4-BE49-F238E27FC236}">
                  <a16:creationId xmlns:a16="http://schemas.microsoft.com/office/drawing/2014/main" id="{4685C456-D64F-43D8-AD99-EE4CCB9D4A54}"/>
                </a:ext>
              </a:extLst>
            </p:cNvPr>
            <p:cNvSpPr>
              <a:spLocks noChangeAspect="1" noChangeShapeType="1"/>
            </p:cNvSpPr>
            <p:nvPr/>
          </p:nvSpPr>
          <p:spPr bwMode="auto">
            <a:xfrm flipH="1">
              <a:off x="4475199" y="2344248"/>
              <a:ext cx="6604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49" name="Title 1">
            <a:extLst>
              <a:ext uri="{FF2B5EF4-FFF2-40B4-BE49-F238E27FC236}">
                <a16:creationId xmlns:a16="http://schemas.microsoft.com/office/drawing/2014/main" id="{08146830-16F1-4585-8EB0-D12F6D1240F6}"/>
              </a:ext>
            </a:extLst>
          </p:cNvPr>
          <p:cNvSpPr>
            <a:spLocks noGrp="1" noChangeArrowheads="1"/>
          </p:cNvSpPr>
          <p:nvPr>
            <p:ph type="title"/>
          </p:nvPr>
        </p:nvSpPr>
        <p:spPr/>
        <p:txBody>
          <a:bodyPr/>
          <a:lstStyle/>
          <a:p>
            <a:r>
              <a:rPr lang="en-US" altLang="en-US" sz="2800"/>
              <a:t>Select  </a:t>
            </a:r>
            <a:r>
              <a:rPr lang="en-US" altLang="en-US" sz="2800">
                <a:solidFill>
                  <a:srgbClr val="FF0000"/>
                </a:solidFill>
              </a:rPr>
              <a:t>A=A</a:t>
            </a:r>
            <a:r>
              <a:rPr lang="en-US" altLang="en-US" sz="2800" baseline="-25000">
                <a:solidFill>
                  <a:srgbClr val="FF0000"/>
                </a:solidFill>
              </a:rPr>
              <a:t>1</a:t>
            </a:r>
            <a:r>
              <a:rPr lang="en-US" altLang="en-US" sz="2800">
                <a:solidFill>
                  <a:srgbClr val="FF0000"/>
                </a:solidFill>
              </a:rPr>
              <a:t>A</a:t>
            </a:r>
            <a:r>
              <a:rPr lang="en-US" altLang="en-US" sz="2800" baseline="-25000">
                <a:solidFill>
                  <a:srgbClr val="FF0000"/>
                </a:solidFill>
              </a:rPr>
              <a:t>0</a:t>
            </a:r>
            <a:r>
              <a:rPr lang="en-US" altLang="en-US" sz="2800"/>
              <a:t> or  B=B</a:t>
            </a:r>
            <a:r>
              <a:rPr lang="en-US" altLang="en-US" sz="2800" baseline="-25000"/>
              <a:t>1</a:t>
            </a:r>
            <a:r>
              <a:rPr lang="en-US" altLang="en-US" sz="2800"/>
              <a:t>B</a:t>
            </a:r>
            <a:r>
              <a:rPr lang="en-US" altLang="en-US" sz="2800" baseline="-25000"/>
              <a:t>0  </a:t>
            </a:r>
            <a:r>
              <a:rPr lang="en-US" altLang="en-US" sz="2800"/>
              <a:t>or  C=C</a:t>
            </a:r>
            <a:r>
              <a:rPr lang="en-US" altLang="en-US" sz="2800" baseline="-25000"/>
              <a:t>1</a:t>
            </a:r>
            <a:r>
              <a:rPr lang="en-US" altLang="en-US" sz="2800"/>
              <a:t>C</a:t>
            </a:r>
            <a:r>
              <a:rPr lang="en-US" altLang="en-US" sz="2800" baseline="-25000"/>
              <a:t>0</a:t>
            </a:r>
            <a:r>
              <a:rPr lang="en-US" altLang="en-US" sz="2800"/>
              <a:t>  or  D=D</a:t>
            </a:r>
            <a:r>
              <a:rPr lang="en-US" altLang="en-US" sz="2800" baseline="-25000"/>
              <a:t>1</a:t>
            </a:r>
            <a:r>
              <a:rPr lang="en-US" altLang="en-US" sz="2800"/>
              <a:t>D</a:t>
            </a:r>
            <a:r>
              <a:rPr lang="en-US" altLang="en-US" sz="2800" baseline="-25000"/>
              <a:t>0 </a:t>
            </a:r>
            <a:r>
              <a:rPr lang="en-US" altLang="en-US" sz="2800"/>
              <a:t> </a:t>
            </a:r>
          </a:p>
        </p:txBody>
      </p:sp>
      <p:sp>
        <p:nvSpPr>
          <p:cNvPr id="155650" name="TextBox 43">
            <a:extLst>
              <a:ext uri="{FF2B5EF4-FFF2-40B4-BE49-F238E27FC236}">
                <a16:creationId xmlns:a16="http://schemas.microsoft.com/office/drawing/2014/main" id="{65799429-D012-4186-B250-2E983CA02778}"/>
              </a:ext>
            </a:extLst>
          </p:cNvPr>
          <p:cNvSpPr txBox="1">
            <a:spLocks noChangeArrowheads="1"/>
          </p:cNvSpPr>
          <p:nvPr/>
        </p:nvSpPr>
        <p:spPr bwMode="auto">
          <a:xfrm>
            <a:off x="6213475" y="3149600"/>
            <a:ext cx="603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A</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5651" name="TextBox 44">
            <a:extLst>
              <a:ext uri="{FF2B5EF4-FFF2-40B4-BE49-F238E27FC236}">
                <a16:creationId xmlns:a16="http://schemas.microsoft.com/office/drawing/2014/main" id="{082CFB89-7D78-4D87-868B-D2C820A0319F}"/>
              </a:ext>
            </a:extLst>
          </p:cNvPr>
          <p:cNvSpPr txBox="1">
            <a:spLocks noChangeArrowheads="1"/>
          </p:cNvSpPr>
          <p:nvPr/>
        </p:nvSpPr>
        <p:spPr bwMode="auto">
          <a:xfrm>
            <a:off x="6207125" y="5487988"/>
            <a:ext cx="6048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A</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5652" name="TextBox 45">
            <a:extLst>
              <a:ext uri="{FF2B5EF4-FFF2-40B4-BE49-F238E27FC236}">
                <a16:creationId xmlns:a16="http://schemas.microsoft.com/office/drawing/2014/main" id="{DCA1415D-A7DF-49EE-9BE1-1035E133A16B}"/>
              </a:ext>
            </a:extLst>
          </p:cNvPr>
          <p:cNvSpPr txBox="1">
            <a:spLocks noChangeArrowheads="1"/>
          </p:cNvSpPr>
          <p:nvPr/>
        </p:nvSpPr>
        <p:spPr bwMode="auto">
          <a:xfrm>
            <a:off x="4087813" y="12906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5653" name="TextBox 50">
            <a:extLst>
              <a:ext uri="{FF2B5EF4-FFF2-40B4-BE49-F238E27FC236}">
                <a16:creationId xmlns:a16="http://schemas.microsoft.com/office/drawing/2014/main" id="{4D951891-D268-4011-86FB-C0EF7AFED246}"/>
              </a:ext>
            </a:extLst>
          </p:cNvPr>
          <p:cNvSpPr txBox="1">
            <a:spLocks noChangeArrowheads="1"/>
          </p:cNvSpPr>
          <p:nvPr/>
        </p:nvSpPr>
        <p:spPr bwMode="auto">
          <a:xfrm>
            <a:off x="4354513" y="12874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155654" name="Straight Connector 51">
            <a:extLst>
              <a:ext uri="{FF2B5EF4-FFF2-40B4-BE49-F238E27FC236}">
                <a16:creationId xmlns:a16="http://schemas.microsoft.com/office/drawing/2014/main" id="{5D4CA7C1-4BF6-486C-A982-CFA3AEE659C4}"/>
              </a:ext>
            </a:extLst>
          </p:cNvPr>
          <p:cNvCxnSpPr>
            <a:cxnSpLocks noChangeShapeType="1"/>
          </p:cNvCxnSpPr>
          <p:nvPr/>
        </p:nvCxnSpPr>
        <p:spPr bwMode="auto">
          <a:xfrm>
            <a:off x="4187825" y="2951163"/>
            <a:ext cx="476250" cy="4000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5655" name="Straight Connector 52">
            <a:extLst>
              <a:ext uri="{FF2B5EF4-FFF2-40B4-BE49-F238E27FC236}">
                <a16:creationId xmlns:a16="http://schemas.microsoft.com/office/drawing/2014/main" id="{EA459841-A561-465C-BCB3-E214FF753118}"/>
              </a:ext>
            </a:extLst>
          </p:cNvPr>
          <p:cNvCxnSpPr>
            <a:cxnSpLocks noChangeShapeType="1"/>
          </p:cNvCxnSpPr>
          <p:nvPr/>
        </p:nvCxnSpPr>
        <p:spPr bwMode="auto">
          <a:xfrm>
            <a:off x="4194175" y="5284788"/>
            <a:ext cx="476250" cy="4000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55656" name="Group 53">
            <a:extLst>
              <a:ext uri="{FF2B5EF4-FFF2-40B4-BE49-F238E27FC236}">
                <a16:creationId xmlns:a16="http://schemas.microsoft.com/office/drawing/2014/main" id="{208E443A-44D6-436D-BE1C-3FC8A977958E}"/>
              </a:ext>
            </a:extLst>
          </p:cNvPr>
          <p:cNvGrpSpPr>
            <a:grpSpLocks/>
          </p:cNvGrpSpPr>
          <p:nvPr/>
        </p:nvGrpSpPr>
        <p:grpSpPr bwMode="auto">
          <a:xfrm>
            <a:off x="3505200" y="1676400"/>
            <a:ext cx="2814638" cy="4600575"/>
            <a:chOff x="3505200" y="1676400"/>
            <a:chExt cx="2814333" cy="4600934"/>
          </a:xfrm>
        </p:grpSpPr>
        <p:sp>
          <p:nvSpPr>
            <p:cNvPr id="155657" name="Line 4">
              <a:extLst>
                <a:ext uri="{FF2B5EF4-FFF2-40B4-BE49-F238E27FC236}">
                  <a16:creationId xmlns:a16="http://schemas.microsoft.com/office/drawing/2014/main" id="{CE7D692E-3797-4E86-A730-0EB1A3886DA0}"/>
                </a:ext>
              </a:extLst>
            </p:cNvPr>
            <p:cNvSpPr>
              <a:spLocks noChangeAspect="1" noChangeShapeType="1"/>
            </p:cNvSpPr>
            <p:nvPr/>
          </p:nvSpPr>
          <p:spPr bwMode="auto">
            <a:xfrm>
              <a:off x="3919457" y="2940833"/>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58" name="Line 5">
              <a:extLst>
                <a:ext uri="{FF2B5EF4-FFF2-40B4-BE49-F238E27FC236}">
                  <a16:creationId xmlns:a16="http://schemas.microsoft.com/office/drawing/2014/main" id="{A918FAE0-5027-4C4F-A42D-00EA81CA9A43}"/>
                </a:ext>
              </a:extLst>
            </p:cNvPr>
            <p:cNvSpPr>
              <a:spLocks noChangeAspect="1" noChangeShapeType="1"/>
            </p:cNvSpPr>
            <p:nvPr/>
          </p:nvSpPr>
          <p:spPr bwMode="auto">
            <a:xfrm>
              <a:off x="3919457" y="320654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59" name="Line 6">
              <a:extLst>
                <a:ext uri="{FF2B5EF4-FFF2-40B4-BE49-F238E27FC236}">
                  <a16:creationId xmlns:a16="http://schemas.microsoft.com/office/drawing/2014/main" id="{7489B98F-C12B-4D13-8252-1431A567962B}"/>
                </a:ext>
              </a:extLst>
            </p:cNvPr>
            <p:cNvSpPr>
              <a:spLocks noChangeAspect="1" noChangeShapeType="1"/>
            </p:cNvSpPr>
            <p:nvPr/>
          </p:nvSpPr>
          <p:spPr bwMode="auto">
            <a:xfrm flipH="1">
              <a:off x="4664154" y="3335211"/>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60" name="Freeform 7">
              <a:extLst>
                <a:ext uri="{FF2B5EF4-FFF2-40B4-BE49-F238E27FC236}">
                  <a16:creationId xmlns:a16="http://schemas.microsoft.com/office/drawing/2014/main" id="{C06040FD-9C24-4F58-8291-D101409BE3C8}"/>
                </a:ext>
              </a:extLst>
            </p:cNvPr>
            <p:cNvSpPr>
              <a:spLocks noChangeAspect="1"/>
            </p:cNvSpPr>
            <p:nvPr/>
          </p:nvSpPr>
          <p:spPr bwMode="auto">
            <a:xfrm>
              <a:off x="4173616" y="2724024"/>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61" name="Line 20">
              <a:extLst>
                <a:ext uri="{FF2B5EF4-FFF2-40B4-BE49-F238E27FC236}">
                  <a16:creationId xmlns:a16="http://schemas.microsoft.com/office/drawing/2014/main" id="{95769B32-87F8-4E79-8874-03FF686165F2}"/>
                </a:ext>
              </a:extLst>
            </p:cNvPr>
            <p:cNvSpPr>
              <a:spLocks noChangeAspect="1" noChangeShapeType="1"/>
            </p:cNvSpPr>
            <p:nvPr/>
          </p:nvSpPr>
          <p:spPr bwMode="auto">
            <a:xfrm>
              <a:off x="3913541" y="3469328"/>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62" name="Line 21">
              <a:extLst>
                <a:ext uri="{FF2B5EF4-FFF2-40B4-BE49-F238E27FC236}">
                  <a16:creationId xmlns:a16="http://schemas.microsoft.com/office/drawing/2014/main" id="{E40D1B8D-A55A-4905-88BA-88904C88F2CB}"/>
                </a:ext>
              </a:extLst>
            </p:cNvPr>
            <p:cNvSpPr>
              <a:spLocks noChangeAspect="1" noChangeShapeType="1"/>
            </p:cNvSpPr>
            <p:nvPr/>
          </p:nvSpPr>
          <p:spPr bwMode="auto">
            <a:xfrm>
              <a:off x="3919457" y="374873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5663" name="Group 66">
              <a:extLst>
                <a:ext uri="{FF2B5EF4-FFF2-40B4-BE49-F238E27FC236}">
                  <a16:creationId xmlns:a16="http://schemas.microsoft.com/office/drawing/2014/main" id="{1DEA1C5B-6805-4AFC-8E55-DA03AA285E8D}"/>
                </a:ext>
              </a:extLst>
            </p:cNvPr>
            <p:cNvGrpSpPr>
              <a:grpSpLocks/>
            </p:cNvGrpSpPr>
            <p:nvPr/>
          </p:nvGrpSpPr>
          <p:grpSpPr bwMode="auto">
            <a:xfrm>
              <a:off x="4446715" y="1676400"/>
              <a:ext cx="199854" cy="293384"/>
              <a:chOff x="4071257" y="1928327"/>
              <a:chExt cx="199854" cy="293384"/>
            </a:xfrm>
          </p:grpSpPr>
          <p:sp>
            <p:nvSpPr>
              <p:cNvPr id="155695" name="Rectangle 19">
                <a:extLst>
                  <a:ext uri="{FF2B5EF4-FFF2-40B4-BE49-F238E27FC236}">
                    <a16:creationId xmlns:a16="http://schemas.microsoft.com/office/drawing/2014/main" id="{79E34E60-D451-405A-BC46-7DFECE52D9AC}"/>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96" name="Rectangle 22">
                <a:extLst>
                  <a:ext uri="{FF2B5EF4-FFF2-40B4-BE49-F238E27FC236}">
                    <a16:creationId xmlns:a16="http://schemas.microsoft.com/office/drawing/2014/main" id="{BD9421BE-855D-41B1-8982-9C97F0DAA6AB}"/>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5664" name="Line 101">
              <a:extLst>
                <a:ext uri="{FF2B5EF4-FFF2-40B4-BE49-F238E27FC236}">
                  <a16:creationId xmlns:a16="http://schemas.microsoft.com/office/drawing/2014/main" id="{9F6EA6CD-1242-4EBF-92EC-7DC47EFA8C21}"/>
                </a:ext>
              </a:extLst>
            </p:cNvPr>
            <p:cNvSpPr>
              <a:spLocks noChangeShapeType="1"/>
            </p:cNvSpPr>
            <p:nvPr/>
          </p:nvSpPr>
          <p:spPr bwMode="auto">
            <a:xfrm>
              <a:off x="4276804" y="1982943"/>
              <a:ext cx="0" cy="789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65" name="Rectangle 14">
              <a:extLst>
                <a:ext uri="{FF2B5EF4-FFF2-40B4-BE49-F238E27FC236}">
                  <a16:creationId xmlns:a16="http://schemas.microsoft.com/office/drawing/2014/main" id="{8AA2073B-58EC-4B56-83A1-27135498CE9F}"/>
                </a:ext>
              </a:extLst>
            </p:cNvPr>
            <p:cNvSpPr>
              <a:spLocks noChangeAspect="1" noChangeArrowheads="1"/>
            </p:cNvSpPr>
            <p:nvPr/>
          </p:nvSpPr>
          <p:spPr bwMode="auto">
            <a:xfrm>
              <a:off x="4214959" y="2828799"/>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66" name="TextBox 69">
              <a:extLst>
                <a:ext uri="{FF2B5EF4-FFF2-40B4-BE49-F238E27FC236}">
                  <a16:creationId xmlns:a16="http://schemas.microsoft.com/office/drawing/2014/main" id="{06B06A96-E164-4CAE-9756-5EDEA990CE10}"/>
                </a:ext>
              </a:extLst>
            </p:cNvPr>
            <p:cNvSpPr txBox="1">
              <a:spLocks noChangeArrowheads="1"/>
            </p:cNvSpPr>
            <p:nvPr/>
          </p:nvSpPr>
          <p:spPr bwMode="auto">
            <a:xfrm>
              <a:off x="3505200" y="271267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5667" name="TextBox 70">
              <a:extLst>
                <a:ext uri="{FF2B5EF4-FFF2-40B4-BE49-F238E27FC236}">
                  <a16:creationId xmlns:a16="http://schemas.microsoft.com/office/drawing/2014/main" id="{FBB05E55-97C1-41E7-A9D0-FB5CA50D38E3}"/>
                </a:ext>
              </a:extLst>
            </p:cNvPr>
            <p:cNvSpPr txBox="1">
              <a:spLocks noChangeArrowheads="1"/>
            </p:cNvSpPr>
            <p:nvPr/>
          </p:nvSpPr>
          <p:spPr bwMode="auto">
            <a:xfrm>
              <a:off x="3508645" y="298158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5668" name="TextBox 71">
              <a:extLst>
                <a:ext uri="{FF2B5EF4-FFF2-40B4-BE49-F238E27FC236}">
                  <a16:creationId xmlns:a16="http://schemas.microsoft.com/office/drawing/2014/main" id="{379A57C6-434A-4209-AFF3-8489E624867D}"/>
                </a:ext>
              </a:extLst>
            </p:cNvPr>
            <p:cNvSpPr txBox="1">
              <a:spLocks noChangeArrowheads="1"/>
            </p:cNvSpPr>
            <p:nvPr/>
          </p:nvSpPr>
          <p:spPr bwMode="auto">
            <a:xfrm>
              <a:off x="3511755" y="32460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5669" name="TextBox 72">
              <a:extLst>
                <a:ext uri="{FF2B5EF4-FFF2-40B4-BE49-F238E27FC236}">
                  <a16:creationId xmlns:a16="http://schemas.microsoft.com/office/drawing/2014/main" id="{3A9B700D-5F12-4F52-91A4-3D2DDEA4D9DB}"/>
                </a:ext>
              </a:extLst>
            </p:cNvPr>
            <p:cNvSpPr txBox="1">
              <a:spLocks noChangeArrowheads="1"/>
            </p:cNvSpPr>
            <p:nvPr/>
          </p:nvSpPr>
          <p:spPr bwMode="auto">
            <a:xfrm>
              <a:off x="3509152" y="353603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5670" name="TextBox 73">
              <a:extLst>
                <a:ext uri="{FF2B5EF4-FFF2-40B4-BE49-F238E27FC236}">
                  <a16:creationId xmlns:a16="http://schemas.microsoft.com/office/drawing/2014/main" id="{744BFC80-E007-43B6-A3A1-68B1AC3EE19E}"/>
                </a:ext>
              </a:extLst>
            </p:cNvPr>
            <p:cNvSpPr txBox="1">
              <a:spLocks noChangeArrowheads="1"/>
            </p:cNvSpPr>
            <p:nvPr/>
          </p:nvSpPr>
          <p:spPr bwMode="auto">
            <a:xfrm>
              <a:off x="5926573" y="3146971"/>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5671" name="Line 4">
              <a:extLst>
                <a:ext uri="{FF2B5EF4-FFF2-40B4-BE49-F238E27FC236}">
                  <a16:creationId xmlns:a16="http://schemas.microsoft.com/office/drawing/2014/main" id="{1F77D7B7-DF57-4FF4-B5E9-0ABB6C252031}"/>
                </a:ext>
              </a:extLst>
            </p:cNvPr>
            <p:cNvSpPr>
              <a:spLocks noChangeAspect="1" noChangeShapeType="1"/>
            </p:cNvSpPr>
            <p:nvPr/>
          </p:nvSpPr>
          <p:spPr bwMode="auto">
            <a:xfrm>
              <a:off x="3922567" y="5279706"/>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2" name="Line 5">
              <a:extLst>
                <a:ext uri="{FF2B5EF4-FFF2-40B4-BE49-F238E27FC236}">
                  <a16:creationId xmlns:a16="http://schemas.microsoft.com/office/drawing/2014/main" id="{B4FA58A2-5648-4676-A936-C7BF21C86571}"/>
                </a:ext>
              </a:extLst>
            </p:cNvPr>
            <p:cNvSpPr>
              <a:spLocks noChangeAspect="1" noChangeShapeType="1"/>
            </p:cNvSpPr>
            <p:nvPr/>
          </p:nvSpPr>
          <p:spPr bwMode="auto">
            <a:xfrm>
              <a:off x="3922567" y="5545417"/>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3" name="Line 6">
              <a:extLst>
                <a:ext uri="{FF2B5EF4-FFF2-40B4-BE49-F238E27FC236}">
                  <a16:creationId xmlns:a16="http://schemas.microsoft.com/office/drawing/2014/main" id="{9CE3038D-D90E-4C2B-97C8-CC8FB53BA1E2}"/>
                </a:ext>
              </a:extLst>
            </p:cNvPr>
            <p:cNvSpPr>
              <a:spLocks noChangeAspect="1" noChangeShapeType="1"/>
            </p:cNvSpPr>
            <p:nvPr/>
          </p:nvSpPr>
          <p:spPr bwMode="auto">
            <a:xfrm flipH="1">
              <a:off x="4667264" y="5674084"/>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4" name="Freeform 7">
              <a:extLst>
                <a:ext uri="{FF2B5EF4-FFF2-40B4-BE49-F238E27FC236}">
                  <a16:creationId xmlns:a16="http://schemas.microsoft.com/office/drawing/2014/main" id="{AFC99D4F-A0BB-408B-B4EA-C0D4780146F4}"/>
                </a:ext>
              </a:extLst>
            </p:cNvPr>
            <p:cNvSpPr>
              <a:spLocks noChangeAspect="1"/>
            </p:cNvSpPr>
            <p:nvPr/>
          </p:nvSpPr>
          <p:spPr bwMode="auto">
            <a:xfrm>
              <a:off x="4176726" y="5062897"/>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5" name="Freeform 17">
              <a:extLst>
                <a:ext uri="{FF2B5EF4-FFF2-40B4-BE49-F238E27FC236}">
                  <a16:creationId xmlns:a16="http://schemas.microsoft.com/office/drawing/2014/main" id="{6883ED46-86A5-4AC8-B5EF-9076EB82047A}"/>
                </a:ext>
              </a:extLst>
            </p:cNvPr>
            <p:cNvSpPr>
              <a:spLocks noChangeAspect="1"/>
            </p:cNvSpPr>
            <p:nvPr/>
          </p:nvSpPr>
          <p:spPr bwMode="auto">
            <a:xfrm flipH="1">
              <a:off x="4283526" y="4605416"/>
              <a:ext cx="615704" cy="52047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6" name="Line 20">
              <a:extLst>
                <a:ext uri="{FF2B5EF4-FFF2-40B4-BE49-F238E27FC236}">
                  <a16:creationId xmlns:a16="http://schemas.microsoft.com/office/drawing/2014/main" id="{F5BC6F42-C9AE-451A-B159-6F69625A3AFC}"/>
                </a:ext>
              </a:extLst>
            </p:cNvPr>
            <p:cNvSpPr>
              <a:spLocks noChangeAspect="1" noChangeShapeType="1"/>
            </p:cNvSpPr>
            <p:nvPr/>
          </p:nvSpPr>
          <p:spPr bwMode="auto">
            <a:xfrm>
              <a:off x="3916651" y="580820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7" name="Line 21">
              <a:extLst>
                <a:ext uri="{FF2B5EF4-FFF2-40B4-BE49-F238E27FC236}">
                  <a16:creationId xmlns:a16="http://schemas.microsoft.com/office/drawing/2014/main" id="{03D3B5B2-D761-4E0F-846A-04051091CDF3}"/>
                </a:ext>
              </a:extLst>
            </p:cNvPr>
            <p:cNvSpPr>
              <a:spLocks noChangeAspect="1" noChangeShapeType="1"/>
            </p:cNvSpPr>
            <p:nvPr/>
          </p:nvSpPr>
          <p:spPr bwMode="auto">
            <a:xfrm>
              <a:off x="3922567" y="608760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8" name="Line 101">
              <a:extLst>
                <a:ext uri="{FF2B5EF4-FFF2-40B4-BE49-F238E27FC236}">
                  <a16:creationId xmlns:a16="http://schemas.microsoft.com/office/drawing/2014/main" id="{BDB5AC87-DEE5-4E16-80F7-4F0F422A39D7}"/>
                </a:ext>
              </a:extLst>
            </p:cNvPr>
            <p:cNvSpPr>
              <a:spLocks noChangeShapeType="1"/>
            </p:cNvSpPr>
            <p:nvPr/>
          </p:nvSpPr>
          <p:spPr bwMode="auto">
            <a:xfrm flipH="1">
              <a:off x="4890245" y="2547864"/>
              <a:ext cx="1834" cy="20605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79" name="Rectangle 14">
              <a:extLst>
                <a:ext uri="{FF2B5EF4-FFF2-40B4-BE49-F238E27FC236}">
                  <a16:creationId xmlns:a16="http://schemas.microsoft.com/office/drawing/2014/main" id="{6E6EBA7D-7948-4440-88CE-A4B825224D35}"/>
                </a:ext>
              </a:extLst>
            </p:cNvPr>
            <p:cNvSpPr>
              <a:spLocks noChangeAspect="1" noChangeArrowheads="1"/>
            </p:cNvSpPr>
            <p:nvPr/>
          </p:nvSpPr>
          <p:spPr bwMode="auto">
            <a:xfrm>
              <a:off x="4218069" y="5167672"/>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80" name="TextBox 83">
              <a:extLst>
                <a:ext uri="{FF2B5EF4-FFF2-40B4-BE49-F238E27FC236}">
                  <a16:creationId xmlns:a16="http://schemas.microsoft.com/office/drawing/2014/main" id="{2B62BDB2-41C1-46D7-90EA-9542C1B2D9AC}"/>
                </a:ext>
              </a:extLst>
            </p:cNvPr>
            <p:cNvSpPr txBox="1">
              <a:spLocks noChangeArrowheads="1"/>
            </p:cNvSpPr>
            <p:nvPr/>
          </p:nvSpPr>
          <p:spPr bwMode="auto">
            <a:xfrm>
              <a:off x="3508310" y="5051546"/>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5681" name="TextBox 84">
              <a:extLst>
                <a:ext uri="{FF2B5EF4-FFF2-40B4-BE49-F238E27FC236}">
                  <a16:creationId xmlns:a16="http://schemas.microsoft.com/office/drawing/2014/main" id="{15BAFF8F-8421-4743-9030-BC8FE81D5660}"/>
                </a:ext>
              </a:extLst>
            </p:cNvPr>
            <p:cNvSpPr txBox="1">
              <a:spLocks noChangeArrowheads="1"/>
            </p:cNvSpPr>
            <p:nvPr/>
          </p:nvSpPr>
          <p:spPr bwMode="auto">
            <a:xfrm>
              <a:off x="3511755" y="532046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5682" name="TextBox 85">
              <a:extLst>
                <a:ext uri="{FF2B5EF4-FFF2-40B4-BE49-F238E27FC236}">
                  <a16:creationId xmlns:a16="http://schemas.microsoft.com/office/drawing/2014/main" id="{7681D741-87D2-4CE6-B583-469D53AB4E59}"/>
                </a:ext>
              </a:extLst>
            </p:cNvPr>
            <p:cNvSpPr txBox="1">
              <a:spLocks noChangeArrowheads="1"/>
            </p:cNvSpPr>
            <p:nvPr/>
          </p:nvSpPr>
          <p:spPr bwMode="auto">
            <a:xfrm>
              <a:off x="3514865" y="558491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5683" name="TextBox 86">
              <a:extLst>
                <a:ext uri="{FF2B5EF4-FFF2-40B4-BE49-F238E27FC236}">
                  <a16:creationId xmlns:a16="http://schemas.microsoft.com/office/drawing/2014/main" id="{3B896BCF-1DDE-4CDC-8B41-5AEE3A10B35D}"/>
                </a:ext>
              </a:extLst>
            </p:cNvPr>
            <p:cNvSpPr txBox="1">
              <a:spLocks noChangeArrowheads="1"/>
            </p:cNvSpPr>
            <p:nvPr/>
          </p:nvSpPr>
          <p:spPr bwMode="auto">
            <a:xfrm>
              <a:off x="3512262" y="5874907"/>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5684" name="TextBox 87">
              <a:extLst>
                <a:ext uri="{FF2B5EF4-FFF2-40B4-BE49-F238E27FC236}">
                  <a16:creationId xmlns:a16="http://schemas.microsoft.com/office/drawing/2014/main" id="{E72156AC-DBD5-402C-9B85-D88DDC800F56}"/>
                </a:ext>
              </a:extLst>
            </p:cNvPr>
            <p:cNvSpPr txBox="1">
              <a:spLocks noChangeArrowheads="1"/>
            </p:cNvSpPr>
            <p:nvPr/>
          </p:nvSpPr>
          <p:spPr bwMode="auto">
            <a:xfrm>
              <a:off x="5929683" y="548584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5685" name="Freeform 17">
              <a:extLst>
                <a:ext uri="{FF2B5EF4-FFF2-40B4-BE49-F238E27FC236}">
                  <a16:creationId xmlns:a16="http://schemas.microsoft.com/office/drawing/2014/main" id="{6EE0626A-220D-4FB6-A339-A510A80DD992}"/>
                </a:ext>
              </a:extLst>
            </p:cNvPr>
            <p:cNvSpPr>
              <a:spLocks noChangeAspect="1"/>
            </p:cNvSpPr>
            <p:nvPr/>
          </p:nvSpPr>
          <p:spPr bwMode="auto">
            <a:xfrm flipH="1">
              <a:off x="4482990" y="4829534"/>
              <a:ext cx="641378" cy="40168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86" name="Line 101">
              <a:extLst>
                <a:ext uri="{FF2B5EF4-FFF2-40B4-BE49-F238E27FC236}">
                  <a16:creationId xmlns:a16="http://schemas.microsoft.com/office/drawing/2014/main" id="{F7EC54DA-73F2-4BFB-A484-C2580AC9F2CD}"/>
                </a:ext>
              </a:extLst>
            </p:cNvPr>
            <p:cNvSpPr>
              <a:spLocks noChangeShapeType="1"/>
            </p:cNvSpPr>
            <p:nvPr/>
          </p:nvSpPr>
          <p:spPr bwMode="auto">
            <a:xfrm flipH="1">
              <a:off x="5123330" y="2334704"/>
              <a:ext cx="1991" cy="25000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87" name="Freeform 17">
              <a:extLst>
                <a:ext uri="{FF2B5EF4-FFF2-40B4-BE49-F238E27FC236}">
                  <a16:creationId xmlns:a16="http://schemas.microsoft.com/office/drawing/2014/main" id="{5F888C7D-6E49-42C0-B7BB-6F8626EF774F}"/>
                </a:ext>
              </a:extLst>
            </p:cNvPr>
            <p:cNvSpPr>
              <a:spLocks noChangeAspect="1"/>
            </p:cNvSpPr>
            <p:nvPr/>
          </p:nvSpPr>
          <p:spPr bwMode="auto">
            <a:xfrm flipH="1">
              <a:off x="4277400" y="2547864"/>
              <a:ext cx="626539" cy="21109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88" name="Line 101">
              <a:extLst>
                <a:ext uri="{FF2B5EF4-FFF2-40B4-BE49-F238E27FC236}">
                  <a16:creationId xmlns:a16="http://schemas.microsoft.com/office/drawing/2014/main" id="{58F9949F-CA17-4559-881B-39B9535B70B8}"/>
                </a:ext>
              </a:extLst>
            </p:cNvPr>
            <p:cNvSpPr>
              <a:spLocks noChangeShapeType="1"/>
            </p:cNvSpPr>
            <p:nvPr/>
          </p:nvSpPr>
          <p:spPr bwMode="auto">
            <a:xfrm>
              <a:off x="4488021" y="1993726"/>
              <a:ext cx="2560" cy="89249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5689" name="Group 92">
              <a:extLst>
                <a:ext uri="{FF2B5EF4-FFF2-40B4-BE49-F238E27FC236}">
                  <a16:creationId xmlns:a16="http://schemas.microsoft.com/office/drawing/2014/main" id="{8F518584-927A-4C89-A24F-F3B4F7A54EF2}"/>
                </a:ext>
              </a:extLst>
            </p:cNvPr>
            <p:cNvGrpSpPr>
              <a:grpSpLocks/>
            </p:cNvGrpSpPr>
            <p:nvPr/>
          </p:nvGrpSpPr>
          <p:grpSpPr bwMode="auto">
            <a:xfrm>
              <a:off x="4209549" y="1682713"/>
              <a:ext cx="191062" cy="284592"/>
              <a:chOff x="4071257" y="1928327"/>
              <a:chExt cx="191062" cy="284592"/>
            </a:xfrm>
          </p:grpSpPr>
          <p:sp>
            <p:nvSpPr>
              <p:cNvPr id="155693" name="Rectangle 19">
                <a:extLst>
                  <a:ext uri="{FF2B5EF4-FFF2-40B4-BE49-F238E27FC236}">
                    <a16:creationId xmlns:a16="http://schemas.microsoft.com/office/drawing/2014/main" id="{E80B1FFC-5796-4078-881A-314C4DECFA34}"/>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94" name="Rectangle 22">
                <a:extLst>
                  <a:ext uri="{FF2B5EF4-FFF2-40B4-BE49-F238E27FC236}">
                    <a16:creationId xmlns:a16="http://schemas.microsoft.com/office/drawing/2014/main" id="{717092D9-669D-4644-9EE8-5D45AFA27E67}"/>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5690" name="Oval 68">
              <a:extLst>
                <a:ext uri="{FF2B5EF4-FFF2-40B4-BE49-F238E27FC236}">
                  <a16:creationId xmlns:a16="http://schemas.microsoft.com/office/drawing/2014/main" id="{5F807809-5924-46B4-9960-076BD6D32D3C}"/>
                </a:ext>
              </a:extLst>
            </p:cNvPr>
            <p:cNvSpPr>
              <a:spLocks noChangeArrowheads="1"/>
            </p:cNvSpPr>
            <p:nvPr/>
          </p:nvSpPr>
          <p:spPr bwMode="auto">
            <a:xfrm>
              <a:off x="4232790" y="249392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91" name="Oval 68">
              <a:extLst>
                <a:ext uri="{FF2B5EF4-FFF2-40B4-BE49-F238E27FC236}">
                  <a16:creationId xmlns:a16="http://schemas.microsoft.com/office/drawing/2014/main" id="{D5FD6F2A-A049-4ABD-93FC-92DAAA0D1C54}"/>
                </a:ext>
              </a:extLst>
            </p:cNvPr>
            <p:cNvSpPr>
              <a:spLocks noChangeArrowheads="1"/>
            </p:cNvSpPr>
            <p:nvPr/>
          </p:nvSpPr>
          <p:spPr bwMode="auto">
            <a:xfrm>
              <a:off x="4440238" y="2290367"/>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692" name="Line 6">
              <a:extLst>
                <a:ext uri="{FF2B5EF4-FFF2-40B4-BE49-F238E27FC236}">
                  <a16:creationId xmlns:a16="http://schemas.microsoft.com/office/drawing/2014/main" id="{F41469F7-53BC-412A-B8FD-3BF704D51C03}"/>
                </a:ext>
              </a:extLst>
            </p:cNvPr>
            <p:cNvSpPr>
              <a:spLocks noChangeAspect="1" noChangeShapeType="1"/>
            </p:cNvSpPr>
            <p:nvPr/>
          </p:nvSpPr>
          <p:spPr bwMode="auto">
            <a:xfrm flipH="1">
              <a:off x="4475199" y="2344248"/>
              <a:ext cx="6604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Title 1">
            <a:extLst>
              <a:ext uri="{FF2B5EF4-FFF2-40B4-BE49-F238E27FC236}">
                <a16:creationId xmlns:a16="http://schemas.microsoft.com/office/drawing/2014/main" id="{4E59912C-6DC6-4EE3-92E0-0249B5AE9394}"/>
              </a:ext>
            </a:extLst>
          </p:cNvPr>
          <p:cNvSpPr>
            <a:spLocks noGrp="1" noChangeArrowheads="1"/>
          </p:cNvSpPr>
          <p:nvPr>
            <p:ph type="title"/>
          </p:nvPr>
        </p:nvSpPr>
        <p:spPr/>
        <p:txBody>
          <a:bodyPr/>
          <a:lstStyle/>
          <a:p>
            <a:r>
              <a:rPr lang="en-US" altLang="en-US" sz="2800"/>
              <a:t>Select  A=A</a:t>
            </a:r>
            <a:r>
              <a:rPr lang="en-US" altLang="en-US" sz="2800" baseline="-25000"/>
              <a:t>1</a:t>
            </a:r>
            <a:r>
              <a:rPr lang="en-US" altLang="en-US" sz="2800"/>
              <a:t>A</a:t>
            </a:r>
            <a:r>
              <a:rPr lang="en-US" altLang="en-US" sz="2800" baseline="-25000"/>
              <a:t>0</a:t>
            </a:r>
            <a:r>
              <a:rPr lang="en-US" altLang="en-US" sz="2800"/>
              <a:t> or  </a:t>
            </a:r>
            <a:r>
              <a:rPr lang="en-US" altLang="en-US" sz="2800">
                <a:solidFill>
                  <a:srgbClr val="FF0000"/>
                </a:solidFill>
              </a:rPr>
              <a:t>B=B</a:t>
            </a:r>
            <a:r>
              <a:rPr lang="en-US" altLang="en-US" sz="2800" baseline="-25000">
                <a:solidFill>
                  <a:srgbClr val="FF0000"/>
                </a:solidFill>
              </a:rPr>
              <a:t>1</a:t>
            </a:r>
            <a:r>
              <a:rPr lang="en-US" altLang="en-US" sz="2800">
                <a:solidFill>
                  <a:srgbClr val="FF0000"/>
                </a:solidFill>
              </a:rPr>
              <a:t>B</a:t>
            </a:r>
            <a:r>
              <a:rPr lang="en-US" altLang="en-US" sz="2800" baseline="-25000">
                <a:solidFill>
                  <a:srgbClr val="FF0000"/>
                </a:solidFill>
              </a:rPr>
              <a:t>0</a:t>
            </a:r>
            <a:r>
              <a:rPr lang="en-US" altLang="en-US" sz="2800" baseline="-25000"/>
              <a:t>  </a:t>
            </a:r>
            <a:r>
              <a:rPr lang="en-US" altLang="en-US" sz="2800"/>
              <a:t>or  C=C</a:t>
            </a:r>
            <a:r>
              <a:rPr lang="en-US" altLang="en-US" sz="2800" baseline="-25000"/>
              <a:t>1</a:t>
            </a:r>
            <a:r>
              <a:rPr lang="en-US" altLang="en-US" sz="2800"/>
              <a:t>C</a:t>
            </a:r>
            <a:r>
              <a:rPr lang="en-US" altLang="en-US" sz="2800" baseline="-25000"/>
              <a:t>0</a:t>
            </a:r>
            <a:r>
              <a:rPr lang="en-US" altLang="en-US" sz="2800"/>
              <a:t>  or  D=D</a:t>
            </a:r>
            <a:r>
              <a:rPr lang="en-US" altLang="en-US" sz="2800" baseline="-25000"/>
              <a:t>1</a:t>
            </a:r>
            <a:r>
              <a:rPr lang="en-US" altLang="en-US" sz="2800"/>
              <a:t>D</a:t>
            </a:r>
            <a:r>
              <a:rPr lang="en-US" altLang="en-US" sz="2800" baseline="-25000"/>
              <a:t>0 </a:t>
            </a:r>
            <a:r>
              <a:rPr lang="en-US" altLang="en-US" sz="2800"/>
              <a:t> </a:t>
            </a:r>
          </a:p>
        </p:txBody>
      </p:sp>
      <p:sp>
        <p:nvSpPr>
          <p:cNvPr id="156674" name="TextBox 43">
            <a:extLst>
              <a:ext uri="{FF2B5EF4-FFF2-40B4-BE49-F238E27FC236}">
                <a16:creationId xmlns:a16="http://schemas.microsoft.com/office/drawing/2014/main" id="{27E8475E-509F-41CE-8D58-C1CC46141367}"/>
              </a:ext>
            </a:extLst>
          </p:cNvPr>
          <p:cNvSpPr txBox="1">
            <a:spLocks noChangeArrowheads="1"/>
          </p:cNvSpPr>
          <p:nvPr/>
        </p:nvSpPr>
        <p:spPr bwMode="auto">
          <a:xfrm>
            <a:off x="6213475" y="3149600"/>
            <a:ext cx="603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B</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6675" name="TextBox 44">
            <a:extLst>
              <a:ext uri="{FF2B5EF4-FFF2-40B4-BE49-F238E27FC236}">
                <a16:creationId xmlns:a16="http://schemas.microsoft.com/office/drawing/2014/main" id="{D6E668F0-5633-496A-97F9-B2CB426BAE6D}"/>
              </a:ext>
            </a:extLst>
          </p:cNvPr>
          <p:cNvSpPr txBox="1">
            <a:spLocks noChangeArrowheads="1"/>
          </p:cNvSpPr>
          <p:nvPr/>
        </p:nvSpPr>
        <p:spPr bwMode="auto">
          <a:xfrm>
            <a:off x="6207125" y="5487988"/>
            <a:ext cx="6032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B</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6676" name="TextBox 45">
            <a:extLst>
              <a:ext uri="{FF2B5EF4-FFF2-40B4-BE49-F238E27FC236}">
                <a16:creationId xmlns:a16="http://schemas.microsoft.com/office/drawing/2014/main" id="{C49FB055-6F53-4FA5-8B58-EB7654A170E0}"/>
              </a:ext>
            </a:extLst>
          </p:cNvPr>
          <p:cNvSpPr txBox="1">
            <a:spLocks noChangeArrowheads="1"/>
          </p:cNvSpPr>
          <p:nvPr/>
        </p:nvSpPr>
        <p:spPr bwMode="auto">
          <a:xfrm>
            <a:off x="4087813" y="12906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6677" name="TextBox 50">
            <a:extLst>
              <a:ext uri="{FF2B5EF4-FFF2-40B4-BE49-F238E27FC236}">
                <a16:creationId xmlns:a16="http://schemas.microsoft.com/office/drawing/2014/main" id="{CB888F1D-AC6D-47BD-A916-48A4B4A05779}"/>
              </a:ext>
            </a:extLst>
          </p:cNvPr>
          <p:cNvSpPr txBox="1">
            <a:spLocks noChangeArrowheads="1"/>
          </p:cNvSpPr>
          <p:nvPr/>
        </p:nvSpPr>
        <p:spPr bwMode="auto">
          <a:xfrm>
            <a:off x="4354513" y="12874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cxnSp>
        <p:nvCxnSpPr>
          <p:cNvPr id="156678" name="Straight Connector 51">
            <a:extLst>
              <a:ext uri="{FF2B5EF4-FFF2-40B4-BE49-F238E27FC236}">
                <a16:creationId xmlns:a16="http://schemas.microsoft.com/office/drawing/2014/main" id="{7C3744BE-2B42-41BC-A7F9-758623EB5A28}"/>
              </a:ext>
            </a:extLst>
          </p:cNvPr>
          <p:cNvCxnSpPr>
            <a:cxnSpLocks noChangeShapeType="1"/>
          </p:cNvCxnSpPr>
          <p:nvPr/>
        </p:nvCxnSpPr>
        <p:spPr bwMode="auto">
          <a:xfrm>
            <a:off x="4176713" y="3232150"/>
            <a:ext cx="487362" cy="1190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6679" name="Straight Connector 52">
            <a:extLst>
              <a:ext uri="{FF2B5EF4-FFF2-40B4-BE49-F238E27FC236}">
                <a16:creationId xmlns:a16="http://schemas.microsoft.com/office/drawing/2014/main" id="{73C6866E-9082-48C9-B593-8CA9C2B7EADF}"/>
              </a:ext>
            </a:extLst>
          </p:cNvPr>
          <p:cNvCxnSpPr>
            <a:cxnSpLocks noChangeShapeType="1"/>
          </p:cNvCxnSpPr>
          <p:nvPr/>
        </p:nvCxnSpPr>
        <p:spPr bwMode="auto">
          <a:xfrm>
            <a:off x="4173538" y="5556250"/>
            <a:ext cx="487362" cy="1190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56680" name="Group 53">
            <a:extLst>
              <a:ext uri="{FF2B5EF4-FFF2-40B4-BE49-F238E27FC236}">
                <a16:creationId xmlns:a16="http://schemas.microsoft.com/office/drawing/2014/main" id="{10F3F6BA-ABC8-4B30-BE20-5BA0CCBC5B45}"/>
              </a:ext>
            </a:extLst>
          </p:cNvPr>
          <p:cNvGrpSpPr>
            <a:grpSpLocks/>
          </p:cNvGrpSpPr>
          <p:nvPr/>
        </p:nvGrpSpPr>
        <p:grpSpPr bwMode="auto">
          <a:xfrm>
            <a:off x="3505200" y="1676400"/>
            <a:ext cx="2814638" cy="4600575"/>
            <a:chOff x="3505200" y="1676400"/>
            <a:chExt cx="2814333" cy="4600934"/>
          </a:xfrm>
        </p:grpSpPr>
        <p:sp>
          <p:nvSpPr>
            <p:cNvPr id="156681" name="Line 4">
              <a:extLst>
                <a:ext uri="{FF2B5EF4-FFF2-40B4-BE49-F238E27FC236}">
                  <a16:creationId xmlns:a16="http://schemas.microsoft.com/office/drawing/2014/main" id="{5B95C409-89C7-4BC9-94D2-21E97D3DB175}"/>
                </a:ext>
              </a:extLst>
            </p:cNvPr>
            <p:cNvSpPr>
              <a:spLocks noChangeAspect="1" noChangeShapeType="1"/>
            </p:cNvSpPr>
            <p:nvPr/>
          </p:nvSpPr>
          <p:spPr bwMode="auto">
            <a:xfrm>
              <a:off x="3919457" y="2940833"/>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2" name="Line 5">
              <a:extLst>
                <a:ext uri="{FF2B5EF4-FFF2-40B4-BE49-F238E27FC236}">
                  <a16:creationId xmlns:a16="http://schemas.microsoft.com/office/drawing/2014/main" id="{F65D774B-F044-4B98-9C9A-7529C2E8F7DC}"/>
                </a:ext>
              </a:extLst>
            </p:cNvPr>
            <p:cNvSpPr>
              <a:spLocks noChangeAspect="1" noChangeShapeType="1"/>
            </p:cNvSpPr>
            <p:nvPr/>
          </p:nvSpPr>
          <p:spPr bwMode="auto">
            <a:xfrm>
              <a:off x="3919457" y="320654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3" name="Line 6">
              <a:extLst>
                <a:ext uri="{FF2B5EF4-FFF2-40B4-BE49-F238E27FC236}">
                  <a16:creationId xmlns:a16="http://schemas.microsoft.com/office/drawing/2014/main" id="{97F21D1D-13E5-4847-BF08-EF7D34F307A6}"/>
                </a:ext>
              </a:extLst>
            </p:cNvPr>
            <p:cNvSpPr>
              <a:spLocks noChangeAspect="1" noChangeShapeType="1"/>
            </p:cNvSpPr>
            <p:nvPr/>
          </p:nvSpPr>
          <p:spPr bwMode="auto">
            <a:xfrm flipH="1">
              <a:off x="4664154" y="3335211"/>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4" name="Freeform 7">
              <a:extLst>
                <a:ext uri="{FF2B5EF4-FFF2-40B4-BE49-F238E27FC236}">
                  <a16:creationId xmlns:a16="http://schemas.microsoft.com/office/drawing/2014/main" id="{DCED2ED2-5656-4887-AD3E-3B200327C638}"/>
                </a:ext>
              </a:extLst>
            </p:cNvPr>
            <p:cNvSpPr>
              <a:spLocks noChangeAspect="1"/>
            </p:cNvSpPr>
            <p:nvPr/>
          </p:nvSpPr>
          <p:spPr bwMode="auto">
            <a:xfrm>
              <a:off x="4173616" y="2724024"/>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5" name="Line 20">
              <a:extLst>
                <a:ext uri="{FF2B5EF4-FFF2-40B4-BE49-F238E27FC236}">
                  <a16:creationId xmlns:a16="http://schemas.microsoft.com/office/drawing/2014/main" id="{B6FFECA4-2A2A-476A-B776-0A864E373D90}"/>
                </a:ext>
              </a:extLst>
            </p:cNvPr>
            <p:cNvSpPr>
              <a:spLocks noChangeAspect="1" noChangeShapeType="1"/>
            </p:cNvSpPr>
            <p:nvPr/>
          </p:nvSpPr>
          <p:spPr bwMode="auto">
            <a:xfrm>
              <a:off x="3913541" y="3469328"/>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6" name="Line 21">
              <a:extLst>
                <a:ext uri="{FF2B5EF4-FFF2-40B4-BE49-F238E27FC236}">
                  <a16:creationId xmlns:a16="http://schemas.microsoft.com/office/drawing/2014/main" id="{1102B13B-0D54-49D5-B440-118E0AE30ADD}"/>
                </a:ext>
              </a:extLst>
            </p:cNvPr>
            <p:cNvSpPr>
              <a:spLocks noChangeAspect="1" noChangeShapeType="1"/>
            </p:cNvSpPr>
            <p:nvPr/>
          </p:nvSpPr>
          <p:spPr bwMode="auto">
            <a:xfrm>
              <a:off x="3919457" y="374873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6687" name="Group 66">
              <a:extLst>
                <a:ext uri="{FF2B5EF4-FFF2-40B4-BE49-F238E27FC236}">
                  <a16:creationId xmlns:a16="http://schemas.microsoft.com/office/drawing/2014/main" id="{50A5A9B1-6854-4A82-86B9-A98CB2402EDF}"/>
                </a:ext>
              </a:extLst>
            </p:cNvPr>
            <p:cNvGrpSpPr>
              <a:grpSpLocks/>
            </p:cNvGrpSpPr>
            <p:nvPr/>
          </p:nvGrpSpPr>
          <p:grpSpPr bwMode="auto">
            <a:xfrm>
              <a:off x="4446715" y="1676400"/>
              <a:ext cx="199854" cy="293384"/>
              <a:chOff x="4071257" y="1928327"/>
              <a:chExt cx="199854" cy="293384"/>
            </a:xfrm>
          </p:grpSpPr>
          <p:sp>
            <p:nvSpPr>
              <p:cNvPr id="156719" name="Rectangle 19">
                <a:extLst>
                  <a:ext uri="{FF2B5EF4-FFF2-40B4-BE49-F238E27FC236}">
                    <a16:creationId xmlns:a16="http://schemas.microsoft.com/office/drawing/2014/main" id="{3170E03B-2970-48E1-B53B-F3E36D35FBA3}"/>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20" name="Rectangle 22">
                <a:extLst>
                  <a:ext uri="{FF2B5EF4-FFF2-40B4-BE49-F238E27FC236}">
                    <a16:creationId xmlns:a16="http://schemas.microsoft.com/office/drawing/2014/main" id="{D3724231-77ED-4995-8329-DDFF67701C76}"/>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6688" name="Line 101">
              <a:extLst>
                <a:ext uri="{FF2B5EF4-FFF2-40B4-BE49-F238E27FC236}">
                  <a16:creationId xmlns:a16="http://schemas.microsoft.com/office/drawing/2014/main" id="{91FB37C1-6CFF-442C-8841-0872029EDF76}"/>
                </a:ext>
              </a:extLst>
            </p:cNvPr>
            <p:cNvSpPr>
              <a:spLocks noChangeShapeType="1"/>
            </p:cNvSpPr>
            <p:nvPr/>
          </p:nvSpPr>
          <p:spPr bwMode="auto">
            <a:xfrm>
              <a:off x="4276804" y="1982943"/>
              <a:ext cx="0" cy="789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89" name="Rectangle 14">
              <a:extLst>
                <a:ext uri="{FF2B5EF4-FFF2-40B4-BE49-F238E27FC236}">
                  <a16:creationId xmlns:a16="http://schemas.microsoft.com/office/drawing/2014/main" id="{F36E4D0A-4905-4056-8AF6-FDA405D62621}"/>
                </a:ext>
              </a:extLst>
            </p:cNvPr>
            <p:cNvSpPr>
              <a:spLocks noChangeAspect="1" noChangeArrowheads="1"/>
            </p:cNvSpPr>
            <p:nvPr/>
          </p:nvSpPr>
          <p:spPr bwMode="auto">
            <a:xfrm>
              <a:off x="4214959" y="2828799"/>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90" name="TextBox 69">
              <a:extLst>
                <a:ext uri="{FF2B5EF4-FFF2-40B4-BE49-F238E27FC236}">
                  <a16:creationId xmlns:a16="http://schemas.microsoft.com/office/drawing/2014/main" id="{7DFA541D-DD8E-44A1-B131-831A489E1A81}"/>
                </a:ext>
              </a:extLst>
            </p:cNvPr>
            <p:cNvSpPr txBox="1">
              <a:spLocks noChangeArrowheads="1"/>
            </p:cNvSpPr>
            <p:nvPr/>
          </p:nvSpPr>
          <p:spPr bwMode="auto">
            <a:xfrm>
              <a:off x="3505200" y="271267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6691" name="TextBox 70">
              <a:extLst>
                <a:ext uri="{FF2B5EF4-FFF2-40B4-BE49-F238E27FC236}">
                  <a16:creationId xmlns:a16="http://schemas.microsoft.com/office/drawing/2014/main" id="{981E2652-588E-40DB-B54C-DBA8A42FC3FD}"/>
                </a:ext>
              </a:extLst>
            </p:cNvPr>
            <p:cNvSpPr txBox="1">
              <a:spLocks noChangeArrowheads="1"/>
            </p:cNvSpPr>
            <p:nvPr/>
          </p:nvSpPr>
          <p:spPr bwMode="auto">
            <a:xfrm>
              <a:off x="3508645" y="298158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6692" name="TextBox 71">
              <a:extLst>
                <a:ext uri="{FF2B5EF4-FFF2-40B4-BE49-F238E27FC236}">
                  <a16:creationId xmlns:a16="http://schemas.microsoft.com/office/drawing/2014/main" id="{B73B5E03-D2A0-4CE7-AA9C-F287937DA116}"/>
                </a:ext>
              </a:extLst>
            </p:cNvPr>
            <p:cNvSpPr txBox="1">
              <a:spLocks noChangeArrowheads="1"/>
            </p:cNvSpPr>
            <p:nvPr/>
          </p:nvSpPr>
          <p:spPr bwMode="auto">
            <a:xfrm>
              <a:off x="3511755" y="32460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6693" name="TextBox 72">
              <a:extLst>
                <a:ext uri="{FF2B5EF4-FFF2-40B4-BE49-F238E27FC236}">
                  <a16:creationId xmlns:a16="http://schemas.microsoft.com/office/drawing/2014/main" id="{9111EBBD-EBBC-403B-B73D-111CCF88169B}"/>
                </a:ext>
              </a:extLst>
            </p:cNvPr>
            <p:cNvSpPr txBox="1">
              <a:spLocks noChangeArrowheads="1"/>
            </p:cNvSpPr>
            <p:nvPr/>
          </p:nvSpPr>
          <p:spPr bwMode="auto">
            <a:xfrm>
              <a:off x="3509152" y="353603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6694" name="TextBox 73">
              <a:extLst>
                <a:ext uri="{FF2B5EF4-FFF2-40B4-BE49-F238E27FC236}">
                  <a16:creationId xmlns:a16="http://schemas.microsoft.com/office/drawing/2014/main" id="{BBDF6016-609B-4987-8CE9-EBD5166F45B3}"/>
                </a:ext>
              </a:extLst>
            </p:cNvPr>
            <p:cNvSpPr txBox="1">
              <a:spLocks noChangeArrowheads="1"/>
            </p:cNvSpPr>
            <p:nvPr/>
          </p:nvSpPr>
          <p:spPr bwMode="auto">
            <a:xfrm>
              <a:off x="5926573" y="3146971"/>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6695" name="Line 4">
              <a:extLst>
                <a:ext uri="{FF2B5EF4-FFF2-40B4-BE49-F238E27FC236}">
                  <a16:creationId xmlns:a16="http://schemas.microsoft.com/office/drawing/2014/main" id="{0E9AB4FA-EF0E-47F1-935D-9C8E4B1AD215}"/>
                </a:ext>
              </a:extLst>
            </p:cNvPr>
            <p:cNvSpPr>
              <a:spLocks noChangeAspect="1" noChangeShapeType="1"/>
            </p:cNvSpPr>
            <p:nvPr/>
          </p:nvSpPr>
          <p:spPr bwMode="auto">
            <a:xfrm>
              <a:off x="3922567" y="5279706"/>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96" name="Line 5">
              <a:extLst>
                <a:ext uri="{FF2B5EF4-FFF2-40B4-BE49-F238E27FC236}">
                  <a16:creationId xmlns:a16="http://schemas.microsoft.com/office/drawing/2014/main" id="{67898B3D-ED35-4CAE-83D9-182E87CF7973}"/>
                </a:ext>
              </a:extLst>
            </p:cNvPr>
            <p:cNvSpPr>
              <a:spLocks noChangeAspect="1" noChangeShapeType="1"/>
            </p:cNvSpPr>
            <p:nvPr/>
          </p:nvSpPr>
          <p:spPr bwMode="auto">
            <a:xfrm>
              <a:off x="3922567" y="5545417"/>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97" name="Line 6">
              <a:extLst>
                <a:ext uri="{FF2B5EF4-FFF2-40B4-BE49-F238E27FC236}">
                  <a16:creationId xmlns:a16="http://schemas.microsoft.com/office/drawing/2014/main" id="{25BFD474-6AC6-481B-AF2D-E6AEF0E594A7}"/>
                </a:ext>
              </a:extLst>
            </p:cNvPr>
            <p:cNvSpPr>
              <a:spLocks noChangeAspect="1" noChangeShapeType="1"/>
            </p:cNvSpPr>
            <p:nvPr/>
          </p:nvSpPr>
          <p:spPr bwMode="auto">
            <a:xfrm flipH="1">
              <a:off x="4667264" y="5674084"/>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98" name="Freeform 7">
              <a:extLst>
                <a:ext uri="{FF2B5EF4-FFF2-40B4-BE49-F238E27FC236}">
                  <a16:creationId xmlns:a16="http://schemas.microsoft.com/office/drawing/2014/main" id="{78863317-63A5-4221-9D18-A752DC89D5AE}"/>
                </a:ext>
              </a:extLst>
            </p:cNvPr>
            <p:cNvSpPr>
              <a:spLocks noChangeAspect="1"/>
            </p:cNvSpPr>
            <p:nvPr/>
          </p:nvSpPr>
          <p:spPr bwMode="auto">
            <a:xfrm>
              <a:off x="4176726" y="5062897"/>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699" name="Freeform 17">
              <a:extLst>
                <a:ext uri="{FF2B5EF4-FFF2-40B4-BE49-F238E27FC236}">
                  <a16:creationId xmlns:a16="http://schemas.microsoft.com/office/drawing/2014/main" id="{32FDC0F1-3822-4C11-9C1B-70F0F661FC28}"/>
                </a:ext>
              </a:extLst>
            </p:cNvPr>
            <p:cNvSpPr>
              <a:spLocks noChangeAspect="1"/>
            </p:cNvSpPr>
            <p:nvPr/>
          </p:nvSpPr>
          <p:spPr bwMode="auto">
            <a:xfrm flipH="1">
              <a:off x="4283526" y="4605416"/>
              <a:ext cx="615704" cy="52047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00" name="Line 20">
              <a:extLst>
                <a:ext uri="{FF2B5EF4-FFF2-40B4-BE49-F238E27FC236}">
                  <a16:creationId xmlns:a16="http://schemas.microsoft.com/office/drawing/2014/main" id="{4C55DC04-B48F-49EA-AF8E-4C2A25AAB10B}"/>
                </a:ext>
              </a:extLst>
            </p:cNvPr>
            <p:cNvSpPr>
              <a:spLocks noChangeAspect="1" noChangeShapeType="1"/>
            </p:cNvSpPr>
            <p:nvPr/>
          </p:nvSpPr>
          <p:spPr bwMode="auto">
            <a:xfrm>
              <a:off x="3916651" y="580820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01" name="Line 21">
              <a:extLst>
                <a:ext uri="{FF2B5EF4-FFF2-40B4-BE49-F238E27FC236}">
                  <a16:creationId xmlns:a16="http://schemas.microsoft.com/office/drawing/2014/main" id="{F3CB3EF5-99EB-4B65-96E2-F89BC92E4B07}"/>
                </a:ext>
              </a:extLst>
            </p:cNvPr>
            <p:cNvSpPr>
              <a:spLocks noChangeAspect="1" noChangeShapeType="1"/>
            </p:cNvSpPr>
            <p:nvPr/>
          </p:nvSpPr>
          <p:spPr bwMode="auto">
            <a:xfrm>
              <a:off x="3922567" y="608760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02" name="Line 101">
              <a:extLst>
                <a:ext uri="{FF2B5EF4-FFF2-40B4-BE49-F238E27FC236}">
                  <a16:creationId xmlns:a16="http://schemas.microsoft.com/office/drawing/2014/main" id="{18A762E5-6C3E-4299-97B1-51AB8B300737}"/>
                </a:ext>
              </a:extLst>
            </p:cNvPr>
            <p:cNvSpPr>
              <a:spLocks noChangeShapeType="1"/>
            </p:cNvSpPr>
            <p:nvPr/>
          </p:nvSpPr>
          <p:spPr bwMode="auto">
            <a:xfrm flipH="1">
              <a:off x="4890245" y="2547864"/>
              <a:ext cx="1834" cy="20605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03" name="Rectangle 14">
              <a:extLst>
                <a:ext uri="{FF2B5EF4-FFF2-40B4-BE49-F238E27FC236}">
                  <a16:creationId xmlns:a16="http://schemas.microsoft.com/office/drawing/2014/main" id="{B462E07A-2AC1-4324-8876-80CF4E5C7B1B}"/>
                </a:ext>
              </a:extLst>
            </p:cNvPr>
            <p:cNvSpPr>
              <a:spLocks noChangeAspect="1" noChangeArrowheads="1"/>
            </p:cNvSpPr>
            <p:nvPr/>
          </p:nvSpPr>
          <p:spPr bwMode="auto">
            <a:xfrm>
              <a:off x="4218069" y="5167672"/>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04" name="TextBox 83">
              <a:extLst>
                <a:ext uri="{FF2B5EF4-FFF2-40B4-BE49-F238E27FC236}">
                  <a16:creationId xmlns:a16="http://schemas.microsoft.com/office/drawing/2014/main" id="{FF9CC0A4-B3BD-403E-98A9-D9B6735CEAA8}"/>
                </a:ext>
              </a:extLst>
            </p:cNvPr>
            <p:cNvSpPr txBox="1">
              <a:spLocks noChangeArrowheads="1"/>
            </p:cNvSpPr>
            <p:nvPr/>
          </p:nvSpPr>
          <p:spPr bwMode="auto">
            <a:xfrm>
              <a:off x="3508310" y="5051546"/>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6705" name="TextBox 84">
              <a:extLst>
                <a:ext uri="{FF2B5EF4-FFF2-40B4-BE49-F238E27FC236}">
                  <a16:creationId xmlns:a16="http://schemas.microsoft.com/office/drawing/2014/main" id="{4111DAB1-883D-4345-BD43-6AA07314A83D}"/>
                </a:ext>
              </a:extLst>
            </p:cNvPr>
            <p:cNvSpPr txBox="1">
              <a:spLocks noChangeArrowheads="1"/>
            </p:cNvSpPr>
            <p:nvPr/>
          </p:nvSpPr>
          <p:spPr bwMode="auto">
            <a:xfrm>
              <a:off x="3511755" y="532046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6706" name="TextBox 85">
              <a:extLst>
                <a:ext uri="{FF2B5EF4-FFF2-40B4-BE49-F238E27FC236}">
                  <a16:creationId xmlns:a16="http://schemas.microsoft.com/office/drawing/2014/main" id="{1821AE19-7C40-436F-A539-95BD623009D5}"/>
                </a:ext>
              </a:extLst>
            </p:cNvPr>
            <p:cNvSpPr txBox="1">
              <a:spLocks noChangeArrowheads="1"/>
            </p:cNvSpPr>
            <p:nvPr/>
          </p:nvSpPr>
          <p:spPr bwMode="auto">
            <a:xfrm>
              <a:off x="3514865" y="558491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6707" name="TextBox 86">
              <a:extLst>
                <a:ext uri="{FF2B5EF4-FFF2-40B4-BE49-F238E27FC236}">
                  <a16:creationId xmlns:a16="http://schemas.microsoft.com/office/drawing/2014/main" id="{680004B3-D77F-400D-99E5-852FFCD97958}"/>
                </a:ext>
              </a:extLst>
            </p:cNvPr>
            <p:cNvSpPr txBox="1">
              <a:spLocks noChangeArrowheads="1"/>
            </p:cNvSpPr>
            <p:nvPr/>
          </p:nvSpPr>
          <p:spPr bwMode="auto">
            <a:xfrm>
              <a:off x="3512262" y="5874907"/>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6708" name="TextBox 87">
              <a:extLst>
                <a:ext uri="{FF2B5EF4-FFF2-40B4-BE49-F238E27FC236}">
                  <a16:creationId xmlns:a16="http://schemas.microsoft.com/office/drawing/2014/main" id="{6286C172-B920-4A8E-8A66-B7BDF272DAB8}"/>
                </a:ext>
              </a:extLst>
            </p:cNvPr>
            <p:cNvSpPr txBox="1">
              <a:spLocks noChangeArrowheads="1"/>
            </p:cNvSpPr>
            <p:nvPr/>
          </p:nvSpPr>
          <p:spPr bwMode="auto">
            <a:xfrm>
              <a:off x="5929683" y="548584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6709" name="Freeform 17">
              <a:extLst>
                <a:ext uri="{FF2B5EF4-FFF2-40B4-BE49-F238E27FC236}">
                  <a16:creationId xmlns:a16="http://schemas.microsoft.com/office/drawing/2014/main" id="{01C39617-DB74-472D-8740-24B36D1150B7}"/>
                </a:ext>
              </a:extLst>
            </p:cNvPr>
            <p:cNvSpPr>
              <a:spLocks noChangeAspect="1"/>
            </p:cNvSpPr>
            <p:nvPr/>
          </p:nvSpPr>
          <p:spPr bwMode="auto">
            <a:xfrm flipH="1">
              <a:off x="4482990" y="4829534"/>
              <a:ext cx="641378" cy="40168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0" name="Line 101">
              <a:extLst>
                <a:ext uri="{FF2B5EF4-FFF2-40B4-BE49-F238E27FC236}">
                  <a16:creationId xmlns:a16="http://schemas.microsoft.com/office/drawing/2014/main" id="{FF8EF1CF-3AD7-4A0D-9067-366769922C2D}"/>
                </a:ext>
              </a:extLst>
            </p:cNvPr>
            <p:cNvSpPr>
              <a:spLocks noChangeShapeType="1"/>
            </p:cNvSpPr>
            <p:nvPr/>
          </p:nvSpPr>
          <p:spPr bwMode="auto">
            <a:xfrm flipH="1">
              <a:off x="5123330" y="2334704"/>
              <a:ext cx="1991" cy="25000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1" name="Freeform 17">
              <a:extLst>
                <a:ext uri="{FF2B5EF4-FFF2-40B4-BE49-F238E27FC236}">
                  <a16:creationId xmlns:a16="http://schemas.microsoft.com/office/drawing/2014/main" id="{97F05E35-C05C-419C-97BE-E63E38EF3DD7}"/>
                </a:ext>
              </a:extLst>
            </p:cNvPr>
            <p:cNvSpPr>
              <a:spLocks noChangeAspect="1"/>
            </p:cNvSpPr>
            <p:nvPr/>
          </p:nvSpPr>
          <p:spPr bwMode="auto">
            <a:xfrm flipH="1">
              <a:off x="4277400" y="2547864"/>
              <a:ext cx="626539" cy="21109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2" name="Line 101">
              <a:extLst>
                <a:ext uri="{FF2B5EF4-FFF2-40B4-BE49-F238E27FC236}">
                  <a16:creationId xmlns:a16="http://schemas.microsoft.com/office/drawing/2014/main" id="{4D7D5C4B-F38F-430C-B57D-43F04C6011D4}"/>
                </a:ext>
              </a:extLst>
            </p:cNvPr>
            <p:cNvSpPr>
              <a:spLocks noChangeShapeType="1"/>
            </p:cNvSpPr>
            <p:nvPr/>
          </p:nvSpPr>
          <p:spPr bwMode="auto">
            <a:xfrm>
              <a:off x="4488021" y="1993726"/>
              <a:ext cx="2560" cy="89249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6713" name="Group 92">
              <a:extLst>
                <a:ext uri="{FF2B5EF4-FFF2-40B4-BE49-F238E27FC236}">
                  <a16:creationId xmlns:a16="http://schemas.microsoft.com/office/drawing/2014/main" id="{1EB18C30-B808-4354-96E2-9EF6888FC80A}"/>
                </a:ext>
              </a:extLst>
            </p:cNvPr>
            <p:cNvGrpSpPr>
              <a:grpSpLocks/>
            </p:cNvGrpSpPr>
            <p:nvPr/>
          </p:nvGrpSpPr>
          <p:grpSpPr bwMode="auto">
            <a:xfrm>
              <a:off x="4209549" y="1682713"/>
              <a:ext cx="191062" cy="284592"/>
              <a:chOff x="4071257" y="1928327"/>
              <a:chExt cx="191062" cy="284592"/>
            </a:xfrm>
          </p:grpSpPr>
          <p:sp>
            <p:nvSpPr>
              <p:cNvPr id="156717" name="Rectangle 19">
                <a:extLst>
                  <a:ext uri="{FF2B5EF4-FFF2-40B4-BE49-F238E27FC236}">
                    <a16:creationId xmlns:a16="http://schemas.microsoft.com/office/drawing/2014/main" id="{2D518D07-B46D-4FDA-8C1E-9449907F130A}"/>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8" name="Rectangle 22">
                <a:extLst>
                  <a:ext uri="{FF2B5EF4-FFF2-40B4-BE49-F238E27FC236}">
                    <a16:creationId xmlns:a16="http://schemas.microsoft.com/office/drawing/2014/main" id="{2514FF28-10C8-4735-BF0E-0472B8263C5C}"/>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6714" name="Oval 68">
              <a:extLst>
                <a:ext uri="{FF2B5EF4-FFF2-40B4-BE49-F238E27FC236}">
                  <a16:creationId xmlns:a16="http://schemas.microsoft.com/office/drawing/2014/main" id="{4C423365-E1A1-443A-B15E-CAB214F90E5C}"/>
                </a:ext>
              </a:extLst>
            </p:cNvPr>
            <p:cNvSpPr>
              <a:spLocks noChangeArrowheads="1"/>
            </p:cNvSpPr>
            <p:nvPr/>
          </p:nvSpPr>
          <p:spPr bwMode="auto">
            <a:xfrm>
              <a:off x="4232790" y="249392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5" name="Oval 68">
              <a:extLst>
                <a:ext uri="{FF2B5EF4-FFF2-40B4-BE49-F238E27FC236}">
                  <a16:creationId xmlns:a16="http://schemas.microsoft.com/office/drawing/2014/main" id="{46AD7B9A-7F1D-4570-9FC4-A583CE967507}"/>
                </a:ext>
              </a:extLst>
            </p:cNvPr>
            <p:cNvSpPr>
              <a:spLocks noChangeArrowheads="1"/>
            </p:cNvSpPr>
            <p:nvPr/>
          </p:nvSpPr>
          <p:spPr bwMode="auto">
            <a:xfrm>
              <a:off x="4440238" y="2290367"/>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716" name="Line 6">
              <a:extLst>
                <a:ext uri="{FF2B5EF4-FFF2-40B4-BE49-F238E27FC236}">
                  <a16:creationId xmlns:a16="http://schemas.microsoft.com/office/drawing/2014/main" id="{7D509A6F-30E9-4DB1-B0C6-AD24D1D4D8B1}"/>
                </a:ext>
              </a:extLst>
            </p:cNvPr>
            <p:cNvSpPr>
              <a:spLocks noChangeAspect="1" noChangeShapeType="1"/>
            </p:cNvSpPr>
            <p:nvPr/>
          </p:nvSpPr>
          <p:spPr bwMode="auto">
            <a:xfrm flipH="1">
              <a:off x="4475199" y="2344248"/>
              <a:ext cx="6604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Title 1">
            <a:extLst>
              <a:ext uri="{FF2B5EF4-FFF2-40B4-BE49-F238E27FC236}">
                <a16:creationId xmlns:a16="http://schemas.microsoft.com/office/drawing/2014/main" id="{66E5F98C-D78A-4114-BEA9-34269A6CF918}"/>
              </a:ext>
            </a:extLst>
          </p:cNvPr>
          <p:cNvSpPr>
            <a:spLocks noGrp="1" noChangeArrowheads="1"/>
          </p:cNvSpPr>
          <p:nvPr>
            <p:ph type="title"/>
          </p:nvPr>
        </p:nvSpPr>
        <p:spPr/>
        <p:txBody>
          <a:bodyPr/>
          <a:lstStyle/>
          <a:p>
            <a:r>
              <a:rPr lang="en-US" altLang="en-US" sz="2800"/>
              <a:t>Select  A=A</a:t>
            </a:r>
            <a:r>
              <a:rPr lang="en-US" altLang="en-US" sz="2800" baseline="-25000"/>
              <a:t>1</a:t>
            </a:r>
            <a:r>
              <a:rPr lang="en-US" altLang="en-US" sz="2800"/>
              <a:t>A</a:t>
            </a:r>
            <a:r>
              <a:rPr lang="en-US" altLang="en-US" sz="2800" baseline="-25000"/>
              <a:t>0</a:t>
            </a:r>
            <a:r>
              <a:rPr lang="en-US" altLang="en-US" sz="2800"/>
              <a:t> or  B=B</a:t>
            </a:r>
            <a:r>
              <a:rPr lang="en-US" altLang="en-US" sz="2800" baseline="-25000"/>
              <a:t>1</a:t>
            </a:r>
            <a:r>
              <a:rPr lang="en-US" altLang="en-US" sz="2800"/>
              <a:t>B</a:t>
            </a:r>
            <a:r>
              <a:rPr lang="en-US" altLang="en-US" sz="2800" baseline="-25000"/>
              <a:t>0  </a:t>
            </a:r>
            <a:r>
              <a:rPr lang="en-US" altLang="en-US" sz="2800"/>
              <a:t>or  </a:t>
            </a:r>
            <a:r>
              <a:rPr lang="en-US" altLang="en-US" sz="2800">
                <a:solidFill>
                  <a:srgbClr val="FF0000"/>
                </a:solidFill>
              </a:rPr>
              <a:t>C=C</a:t>
            </a:r>
            <a:r>
              <a:rPr lang="en-US" altLang="en-US" sz="2800" baseline="-25000">
                <a:solidFill>
                  <a:srgbClr val="FF0000"/>
                </a:solidFill>
              </a:rPr>
              <a:t>1</a:t>
            </a:r>
            <a:r>
              <a:rPr lang="en-US" altLang="en-US" sz="2800">
                <a:solidFill>
                  <a:srgbClr val="FF0000"/>
                </a:solidFill>
              </a:rPr>
              <a:t>C</a:t>
            </a:r>
            <a:r>
              <a:rPr lang="en-US" altLang="en-US" sz="2800" baseline="-25000">
                <a:solidFill>
                  <a:srgbClr val="FF0000"/>
                </a:solidFill>
              </a:rPr>
              <a:t>0</a:t>
            </a:r>
            <a:r>
              <a:rPr lang="en-US" altLang="en-US" sz="2800"/>
              <a:t>  or  D=D</a:t>
            </a:r>
            <a:r>
              <a:rPr lang="en-US" altLang="en-US" sz="2800" baseline="-25000"/>
              <a:t>1</a:t>
            </a:r>
            <a:r>
              <a:rPr lang="en-US" altLang="en-US" sz="2800"/>
              <a:t>D</a:t>
            </a:r>
            <a:r>
              <a:rPr lang="en-US" altLang="en-US" sz="2800" baseline="-25000"/>
              <a:t>0 </a:t>
            </a:r>
            <a:r>
              <a:rPr lang="en-US" altLang="en-US" sz="2800"/>
              <a:t> </a:t>
            </a:r>
          </a:p>
        </p:txBody>
      </p:sp>
      <p:sp>
        <p:nvSpPr>
          <p:cNvPr id="157698" name="TextBox 43">
            <a:extLst>
              <a:ext uri="{FF2B5EF4-FFF2-40B4-BE49-F238E27FC236}">
                <a16:creationId xmlns:a16="http://schemas.microsoft.com/office/drawing/2014/main" id="{7839C4A1-0300-43ED-8785-A1D747818426}"/>
              </a:ext>
            </a:extLst>
          </p:cNvPr>
          <p:cNvSpPr txBox="1">
            <a:spLocks noChangeArrowheads="1"/>
          </p:cNvSpPr>
          <p:nvPr/>
        </p:nvSpPr>
        <p:spPr bwMode="auto">
          <a:xfrm>
            <a:off x="6213475" y="3149600"/>
            <a:ext cx="603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C</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7699" name="TextBox 44">
            <a:extLst>
              <a:ext uri="{FF2B5EF4-FFF2-40B4-BE49-F238E27FC236}">
                <a16:creationId xmlns:a16="http://schemas.microsoft.com/office/drawing/2014/main" id="{1CACE967-A81B-4A1A-81F0-2B471EE9D5BB}"/>
              </a:ext>
            </a:extLst>
          </p:cNvPr>
          <p:cNvSpPr txBox="1">
            <a:spLocks noChangeArrowheads="1"/>
          </p:cNvSpPr>
          <p:nvPr/>
        </p:nvSpPr>
        <p:spPr bwMode="auto">
          <a:xfrm>
            <a:off x="6207125" y="5487988"/>
            <a:ext cx="6032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C</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7700" name="TextBox 45">
            <a:extLst>
              <a:ext uri="{FF2B5EF4-FFF2-40B4-BE49-F238E27FC236}">
                <a16:creationId xmlns:a16="http://schemas.microsoft.com/office/drawing/2014/main" id="{59B8C39C-ACF3-4079-A6FD-32E39A6B7C23}"/>
              </a:ext>
            </a:extLst>
          </p:cNvPr>
          <p:cNvSpPr txBox="1">
            <a:spLocks noChangeArrowheads="1"/>
          </p:cNvSpPr>
          <p:nvPr/>
        </p:nvSpPr>
        <p:spPr bwMode="auto">
          <a:xfrm>
            <a:off x="4087813" y="12906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7701" name="TextBox 50">
            <a:extLst>
              <a:ext uri="{FF2B5EF4-FFF2-40B4-BE49-F238E27FC236}">
                <a16:creationId xmlns:a16="http://schemas.microsoft.com/office/drawing/2014/main" id="{73BD21F6-0FA0-4540-9C1A-3C4756ADFC00}"/>
              </a:ext>
            </a:extLst>
          </p:cNvPr>
          <p:cNvSpPr txBox="1">
            <a:spLocks noChangeArrowheads="1"/>
          </p:cNvSpPr>
          <p:nvPr/>
        </p:nvSpPr>
        <p:spPr bwMode="auto">
          <a:xfrm>
            <a:off x="4354513" y="12874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157702" name="Straight Connector 51">
            <a:extLst>
              <a:ext uri="{FF2B5EF4-FFF2-40B4-BE49-F238E27FC236}">
                <a16:creationId xmlns:a16="http://schemas.microsoft.com/office/drawing/2014/main" id="{B1814046-ED98-440A-B52A-67522847732C}"/>
              </a:ext>
            </a:extLst>
          </p:cNvPr>
          <p:cNvCxnSpPr>
            <a:cxnSpLocks noChangeShapeType="1"/>
          </p:cNvCxnSpPr>
          <p:nvPr/>
        </p:nvCxnSpPr>
        <p:spPr bwMode="auto">
          <a:xfrm flipV="1">
            <a:off x="4170363" y="3351213"/>
            <a:ext cx="493712" cy="1174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7703" name="Straight Connector 52">
            <a:extLst>
              <a:ext uri="{FF2B5EF4-FFF2-40B4-BE49-F238E27FC236}">
                <a16:creationId xmlns:a16="http://schemas.microsoft.com/office/drawing/2014/main" id="{90438577-8BDB-4A09-A4F4-8F4FF64D3166}"/>
              </a:ext>
            </a:extLst>
          </p:cNvPr>
          <p:cNvCxnSpPr>
            <a:cxnSpLocks noChangeShapeType="1"/>
          </p:cNvCxnSpPr>
          <p:nvPr/>
        </p:nvCxnSpPr>
        <p:spPr bwMode="auto">
          <a:xfrm flipV="1">
            <a:off x="4170363" y="5675313"/>
            <a:ext cx="490537" cy="1333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57704" name="Group 53">
            <a:extLst>
              <a:ext uri="{FF2B5EF4-FFF2-40B4-BE49-F238E27FC236}">
                <a16:creationId xmlns:a16="http://schemas.microsoft.com/office/drawing/2014/main" id="{2257818C-1D5F-4C87-866D-C0743AC20A8B}"/>
              </a:ext>
            </a:extLst>
          </p:cNvPr>
          <p:cNvGrpSpPr>
            <a:grpSpLocks/>
          </p:cNvGrpSpPr>
          <p:nvPr/>
        </p:nvGrpSpPr>
        <p:grpSpPr bwMode="auto">
          <a:xfrm>
            <a:off x="3505200" y="1676400"/>
            <a:ext cx="2814638" cy="4600575"/>
            <a:chOff x="3505200" y="1676400"/>
            <a:chExt cx="2814333" cy="4600934"/>
          </a:xfrm>
        </p:grpSpPr>
        <p:sp>
          <p:nvSpPr>
            <p:cNvPr id="157705" name="Line 4">
              <a:extLst>
                <a:ext uri="{FF2B5EF4-FFF2-40B4-BE49-F238E27FC236}">
                  <a16:creationId xmlns:a16="http://schemas.microsoft.com/office/drawing/2014/main" id="{EE16234B-0373-4345-BFF1-8D98C6D92A3C}"/>
                </a:ext>
              </a:extLst>
            </p:cNvPr>
            <p:cNvSpPr>
              <a:spLocks noChangeAspect="1" noChangeShapeType="1"/>
            </p:cNvSpPr>
            <p:nvPr/>
          </p:nvSpPr>
          <p:spPr bwMode="auto">
            <a:xfrm>
              <a:off x="3919457" y="2940833"/>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06" name="Line 5">
              <a:extLst>
                <a:ext uri="{FF2B5EF4-FFF2-40B4-BE49-F238E27FC236}">
                  <a16:creationId xmlns:a16="http://schemas.microsoft.com/office/drawing/2014/main" id="{528BC27B-0E4C-4BB1-B3EB-1A2F4E36B046}"/>
                </a:ext>
              </a:extLst>
            </p:cNvPr>
            <p:cNvSpPr>
              <a:spLocks noChangeAspect="1" noChangeShapeType="1"/>
            </p:cNvSpPr>
            <p:nvPr/>
          </p:nvSpPr>
          <p:spPr bwMode="auto">
            <a:xfrm>
              <a:off x="3919457" y="320654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07" name="Line 6">
              <a:extLst>
                <a:ext uri="{FF2B5EF4-FFF2-40B4-BE49-F238E27FC236}">
                  <a16:creationId xmlns:a16="http://schemas.microsoft.com/office/drawing/2014/main" id="{4BDBAB07-D052-4309-8998-87ECEBE82847}"/>
                </a:ext>
              </a:extLst>
            </p:cNvPr>
            <p:cNvSpPr>
              <a:spLocks noChangeAspect="1" noChangeShapeType="1"/>
            </p:cNvSpPr>
            <p:nvPr/>
          </p:nvSpPr>
          <p:spPr bwMode="auto">
            <a:xfrm flipH="1">
              <a:off x="4664154" y="3335211"/>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08" name="Freeform 7">
              <a:extLst>
                <a:ext uri="{FF2B5EF4-FFF2-40B4-BE49-F238E27FC236}">
                  <a16:creationId xmlns:a16="http://schemas.microsoft.com/office/drawing/2014/main" id="{E3D10A57-C914-475A-8E75-A8F8F47DB170}"/>
                </a:ext>
              </a:extLst>
            </p:cNvPr>
            <p:cNvSpPr>
              <a:spLocks noChangeAspect="1"/>
            </p:cNvSpPr>
            <p:nvPr/>
          </p:nvSpPr>
          <p:spPr bwMode="auto">
            <a:xfrm>
              <a:off x="4173616" y="2724024"/>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09" name="Line 20">
              <a:extLst>
                <a:ext uri="{FF2B5EF4-FFF2-40B4-BE49-F238E27FC236}">
                  <a16:creationId xmlns:a16="http://schemas.microsoft.com/office/drawing/2014/main" id="{3AEC4260-4B69-4B93-BACF-6FADE655F5E7}"/>
                </a:ext>
              </a:extLst>
            </p:cNvPr>
            <p:cNvSpPr>
              <a:spLocks noChangeAspect="1" noChangeShapeType="1"/>
            </p:cNvSpPr>
            <p:nvPr/>
          </p:nvSpPr>
          <p:spPr bwMode="auto">
            <a:xfrm>
              <a:off x="3913541" y="3469328"/>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10" name="Line 21">
              <a:extLst>
                <a:ext uri="{FF2B5EF4-FFF2-40B4-BE49-F238E27FC236}">
                  <a16:creationId xmlns:a16="http://schemas.microsoft.com/office/drawing/2014/main" id="{56B6B527-2624-4E0E-B59A-E772C61A4D79}"/>
                </a:ext>
              </a:extLst>
            </p:cNvPr>
            <p:cNvSpPr>
              <a:spLocks noChangeAspect="1" noChangeShapeType="1"/>
            </p:cNvSpPr>
            <p:nvPr/>
          </p:nvSpPr>
          <p:spPr bwMode="auto">
            <a:xfrm>
              <a:off x="3919457" y="374873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7711" name="Group 66">
              <a:extLst>
                <a:ext uri="{FF2B5EF4-FFF2-40B4-BE49-F238E27FC236}">
                  <a16:creationId xmlns:a16="http://schemas.microsoft.com/office/drawing/2014/main" id="{4EAA2BCD-458D-4126-91C0-DC1E9A0DC5A0}"/>
                </a:ext>
              </a:extLst>
            </p:cNvPr>
            <p:cNvGrpSpPr>
              <a:grpSpLocks/>
            </p:cNvGrpSpPr>
            <p:nvPr/>
          </p:nvGrpSpPr>
          <p:grpSpPr bwMode="auto">
            <a:xfrm>
              <a:off x="4446715" y="1676400"/>
              <a:ext cx="199854" cy="293384"/>
              <a:chOff x="4071257" y="1928327"/>
              <a:chExt cx="199854" cy="293384"/>
            </a:xfrm>
          </p:grpSpPr>
          <p:sp>
            <p:nvSpPr>
              <p:cNvPr id="157743" name="Rectangle 19">
                <a:extLst>
                  <a:ext uri="{FF2B5EF4-FFF2-40B4-BE49-F238E27FC236}">
                    <a16:creationId xmlns:a16="http://schemas.microsoft.com/office/drawing/2014/main" id="{88110B6A-D2B1-455C-ABA9-6090BEAC1F06}"/>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44" name="Rectangle 22">
                <a:extLst>
                  <a:ext uri="{FF2B5EF4-FFF2-40B4-BE49-F238E27FC236}">
                    <a16:creationId xmlns:a16="http://schemas.microsoft.com/office/drawing/2014/main" id="{7CA609FF-D0AE-40C4-BDF9-5F4D5F853724}"/>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7712" name="Line 101">
              <a:extLst>
                <a:ext uri="{FF2B5EF4-FFF2-40B4-BE49-F238E27FC236}">
                  <a16:creationId xmlns:a16="http://schemas.microsoft.com/office/drawing/2014/main" id="{2D2A221D-0CF3-424F-A10B-9869B86ACA44}"/>
                </a:ext>
              </a:extLst>
            </p:cNvPr>
            <p:cNvSpPr>
              <a:spLocks noChangeShapeType="1"/>
            </p:cNvSpPr>
            <p:nvPr/>
          </p:nvSpPr>
          <p:spPr bwMode="auto">
            <a:xfrm>
              <a:off x="4276804" y="1982943"/>
              <a:ext cx="0" cy="789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13" name="Rectangle 14">
              <a:extLst>
                <a:ext uri="{FF2B5EF4-FFF2-40B4-BE49-F238E27FC236}">
                  <a16:creationId xmlns:a16="http://schemas.microsoft.com/office/drawing/2014/main" id="{F0FDBF28-9224-4B65-91D9-409626BC59DD}"/>
                </a:ext>
              </a:extLst>
            </p:cNvPr>
            <p:cNvSpPr>
              <a:spLocks noChangeAspect="1" noChangeArrowheads="1"/>
            </p:cNvSpPr>
            <p:nvPr/>
          </p:nvSpPr>
          <p:spPr bwMode="auto">
            <a:xfrm>
              <a:off x="4214959" y="2828799"/>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14" name="TextBox 69">
              <a:extLst>
                <a:ext uri="{FF2B5EF4-FFF2-40B4-BE49-F238E27FC236}">
                  <a16:creationId xmlns:a16="http://schemas.microsoft.com/office/drawing/2014/main" id="{8EAD82CB-47F9-4B72-B1FA-CBF474CB0822}"/>
                </a:ext>
              </a:extLst>
            </p:cNvPr>
            <p:cNvSpPr txBox="1">
              <a:spLocks noChangeArrowheads="1"/>
            </p:cNvSpPr>
            <p:nvPr/>
          </p:nvSpPr>
          <p:spPr bwMode="auto">
            <a:xfrm>
              <a:off x="3505200" y="271267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7715" name="TextBox 70">
              <a:extLst>
                <a:ext uri="{FF2B5EF4-FFF2-40B4-BE49-F238E27FC236}">
                  <a16:creationId xmlns:a16="http://schemas.microsoft.com/office/drawing/2014/main" id="{9291D710-F6FE-4E6F-8872-366A79138616}"/>
                </a:ext>
              </a:extLst>
            </p:cNvPr>
            <p:cNvSpPr txBox="1">
              <a:spLocks noChangeArrowheads="1"/>
            </p:cNvSpPr>
            <p:nvPr/>
          </p:nvSpPr>
          <p:spPr bwMode="auto">
            <a:xfrm>
              <a:off x="3508645" y="298158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7716" name="TextBox 71">
              <a:extLst>
                <a:ext uri="{FF2B5EF4-FFF2-40B4-BE49-F238E27FC236}">
                  <a16:creationId xmlns:a16="http://schemas.microsoft.com/office/drawing/2014/main" id="{5C00D3F4-C6EA-4C80-9D87-123FC40917E6}"/>
                </a:ext>
              </a:extLst>
            </p:cNvPr>
            <p:cNvSpPr txBox="1">
              <a:spLocks noChangeArrowheads="1"/>
            </p:cNvSpPr>
            <p:nvPr/>
          </p:nvSpPr>
          <p:spPr bwMode="auto">
            <a:xfrm>
              <a:off x="3511755" y="32460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7717" name="TextBox 72">
              <a:extLst>
                <a:ext uri="{FF2B5EF4-FFF2-40B4-BE49-F238E27FC236}">
                  <a16:creationId xmlns:a16="http://schemas.microsoft.com/office/drawing/2014/main" id="{D57AE9DD-82F9-4322-9D7A-920CE5172BA7}"/>
                </a:ext>
              </a:extLst>
            </p:cNvPr>
            <p:cNvSpPr txBox="1">
              <a:spLocks noChangeArrowheads="1"/>
            </p:cNvSpPr>
            <p:nvPr/>
          </p:nvSpPr>
          <p:spPr bwMode="auto">
            <a:xfrm>
              <a:off x="3509152" y="353603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7718" name="TextBox 73">
              <a:extLst>
                <a:ext uri="{FF2B5EF4-FFF2-40B4-BE49-F238E27FC236}">
                  <a16:creationId xmlns:a16="http://schemas.microsoft.com/office/drawing/2014/main" id="{782A8F5B-672A-4FAF-9D7B-5ED3E16A3E8A}"/>
                </a:ext>
              </a:extLst>
            </p:cNvPr>
            <p:cNvSpPr txBox="1">
              <a:spLocks noChangeArrowheads="1"/>
            </p:cNvSpPr>
            <p:nvPr/>
          </p:nvSpPr>
          <p:spPr bwMode="auto">
            <a:xfrm>
              <a:off x="5926573" y="3146971"/>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7719" name="Line 4">
              <a:extLst>
                <a:ext uri="{FF2B5EF4-FFF2-40B4-BE49-F238E27FC236}">
                  <a16:creationId xmlns:a16="http://schemas.microsoft.com/office/drawing/2014/main" id="{38ACA139-701A-4FF4-A0E1-BB6D22557D62}"/>
                </a:ext>
              </a:extLst>
            </p:cNvPr>
            <p:cNvSpPr>
              <a:spLocks noChangeAspect="1" noChangeShapeType="1"/>
            </p:cNvSpPr>
            <p:nvPr/>
          </p:nvSpPr>
          <p:spPr bwMode="auto">
            <a:xfrm>
              <a:off x="3922567" y="5279706"/>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0" name="Line 5">
              <a:extLst>
                <a:ext uri="{FF2B5EF4-FFF2-40B4-BE49-F238E27FC236}">
                  <a16:creationId xmlns:a16="http://schemas.microsoft.com/office/drawing/2014/main" id="{B801B3CA-8DE2-4D34-A4FE-8937A5582D82}"/>
                </a:ext>
              </a:extLst>
            </p:cNvPr>
            <p:cNvSpPr>
              <a:spLocks noChangeAspect="1" noChangeShapeType="1"/>
            </p:cNvSpPr>
            <p:nvPr/>
          </p:nvSpPr>
          <p:spPr bwMode="auto">
            <a:xfrm>
              <a:off x="3922567" y="5545417"/>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1" name="Line 6">
              <a:extLst>
                <a:ext uri="{FF2B5EF4-FFF2-40B4-BE49-F238E27FC236}">
                  <a16:creationId xmlns:a16="http://schemas.microsoft.com/office/drawing/2014/main" id="{0CE08F42-C8BD-4ED2-8E16-597600A4FA7E}"/>
                </a:ext>
              </a:extLst>
            </p:cNvPr>
            <p:cNvSpPr>
              <a:spLocks noChangeAspect="1" noChangeShapeType="1"/>
            </p:cNvSpPr>
            <p:nvPr/>
          </p:nvSpPr>
          <p:spPr bwMode="auto">
            <a:xfrm flipH="1">
              <a:off x="4667264" y="5674084"/>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2" name="Freeform 7">
              <a:extLst>
                <a:ext uri="{FF2B5EF4-FFF2-40B4-BE49-F238E27FC236}">
                  <a16:creationId xmlns:a16="http://schemas.microsoft.com/office/drawing/2014/main" id="{D13FD29F-510D-4E14-8194-21F91DE25EE2}"/>
                </a:ext>
              </a:extLst>
            </p:cNvPr>
            <p:cNvSpPr>
              <a:spLocks noChangeAspect="1"/>
            </p:cNvSpPr>
            <p:nvPr/>
          </p:nvSpPr>
          <p:spPr bwMode="auto">
            <a:xfrm>
              <a:off x="4176726" y="5062897"/>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3" name="Freeform 17">
              <a:extLst>
                <a:ext uri="{FF2B5EF4-FFF2-40B4-BE49-F238E27FC236}">
                  <a16:creationId xmlns:a16="http://schemas.microsoft.com/office/drawing/2014/main" id="{8ED0F780-107B-4EB0-82C3-BA9D780A943F}"/>
                </a:ext>
              </a:extLst>
            </p:cNvPr>
            <p:cNvSpPr>
              <a:spLocks noChangeAspect="1"/>
            </p:cNvSpPr>
            <p:nvPr/>
          </p:nvSpPr>
          <p:spPr bwMode="auto">
            <a:xfrm flipH="1">
              <a:off x="4283526" y="4605416"/>
              <a:ext cx="615704" cy="52047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4" name="Line 20">
              <a:extLst>
                <a:ext uri="{FF2B5EF4-FFF2-40B4-BE49-F238E27FC236}">
                  <a16:creationId xmlns:a16="http://schemas.microsoft.com/office/drawing/2014/main" id="{EAF05474-C07C-4C0E-B447-09E19B69FE07}"/>
                </a:ext>
              </a:extLst>
            </p:cNvPr>
            <p:cNvSpPr>
              <a:spLocks noChangeAspect="1" noChangeShapeType="1"/>
            </p:cNvSpPr>
            <p:nvPr/>
          </p:nvSpPr>
          <p:spPr bwMode="auto">
            <a:xfrm>
              <a:off x="3916651" y="580820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5" name="Line 21">
              <a:extLst>
                <a:ext uri="{FF2B5EF4-FFF2-40B4-BE49-F238E27FC236}">
                  <a16:creationId xmlns:a16="http://schemas.microsoft.com/office/drawing/2014/main" id="{A21746CC-64F3-411F-AB74-7D52382299CA}"/>
                </a:ext>
              </a:extLst>
            </p:cNvPr>
            <p:cNvSpPr>
              <a:spLocks noChangeAspect="1" noChangeShapeType="1"/>
            </p:cNvSpPr>
            <p:nvPr/>
          </p:nvSpPr>
          <p:spPr bwMode="auto">
            <a:xfrm>
              <a:off x="3922567" y="608760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6" name="Line 101">
              <a:extLst>
                <a:ext uri="{FF2B5EF4-FFF2-40B4-BE49-F238E27FC236}">
                  <a16:creationId xmlns:a16="http://schemas.microsoft.com/office/drawing/2014/main" id="{C1BC3BA7-71B3-4BFF-AD85-12D8A743A01E}"/>
                </a:ext>
              </a:extLst>
            </p:cNvPr>
            <p:cNvSpPr>
              <a:spLocks noChangeShapeType="1"/>
            </p:cNvSpPr>
            <p:nvPr/>
          </p:nvSpPr>
          <p:spPr bwMode="auto">
            <a:xfrm flipH="1">
              <a:off x="4890245" y="2547864"/>
              <a:ext cx="1834" cy="20605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7" name="Rectangle 14">
              <a:extLst>
                <a:ext uri="{FF2B5EF4-FFF2-40B4-BE49-F238E27FC236}">
                  <a16:creationId xmlns:a16="http://schemas.microsoft.com/office/drawing/2014/main" id="{2251580C-6B7B-4CDE-BB19-2E902EEC1E1B}"/>
                </a:ext>
              </a:extLst>
            </p:cNvPr>
            <p:cNvSpPr>
              <a:spLocks noChangeAspect="1" noChangeArrowheads="1"/>
            </p:cNvSpPr>
            <p:nvPr/>
          </p:nvSpPr>
          <p:spPr bwMode="auto">
            <a:xfrm>
              <a:off x="4218069" y="5167672"/>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28" name="TextBox 83">
              <a:extLst>
                <a:ext uri="{FF2B5EF4-FFF2-40B4-BE49-F238E27FC236}">
                  <a16:creationId xmlns:a16="http://schemas.microsoft.com/office/drawing/2014/main" id="{D71685F4-52C2-4A48-8B94-29868D1B4BD4}"/>
                </a:ext>
              </a:extLst>
            </p:cNvPr>
            <p:cNvSpPr txBox="1">
              <a:spLocks noChangeArrowheads="1"/>
            </p:cNvSpPr>
            <p:nvPr/>
          </p:nvSpPr>
          <p:spPr bwMode="auto">
            <a:xfrm>
              <a:off x="3508310" y="5051546"/>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7729" name="TextBox 84">
              <a:extLst>
                <a:ext uri="{FF2B5EF4-FFF2-40B4-BE49-F238E27FC236}">
                  <a16:creationId xmlns:a16="http://schemas.microsoft.com/office/drawing/2014/main" id="{284E64DF-E425-4437-8FC6-3CFC6DCD2BE9}"/>
                </a:ext>
              </a:extLst>
            </p:cNvPr>
            <p:cNvSpPr txBox="1">
              <a:spLocks noChangeArrowheads="1"/>
            </p:cNvSpPr>
            <p:nvPr/>
          </p:nvSpPr>
          <p:spPr bwMode="auto">
            <a:xfrm>
              <a:off x="3511755" y="532046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7730" name="TextBox 85">
              <a:extLst>
                <a:ext uri="{FF2B5EF4-FFF2-40B4-BE49-F238E27FC236}">
                  <a16:creationId xmlns:a16="http://schemas.microsoft.com/office/drawing/2014/main" id="{83BE93A5-435C-43D2-A1D0-912BB910FBFB}"/>
                </a:ext>
              </a:extLst>
            </p:cNvPr>
            <p:cNvSpPr txBox="1">
              <a:spLocks noChangeArrowheads="1"/>
            </p:cNvSpPr>
            <p:nvPr/>
          </p:nvSpPr>
          <p:spPr bwMode="auto">
            <a:xfrm>
              <a:off x="3514865" y="558491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7731" name="TextBox 86">
              <a:extLst>
                <a:ext uri="{FF2B5EF4-FFF2-40B4-BE49-F238E27FC236}">
                  <a16:creationId xmlns:a16="http://schemas.microsoft.com/office/drawing/2014/main" id="{ADD6B76F-6873-4788-AAF0-71CC689DF170}"/>
                </a:ext>
              </a:extLst>
            </p:cNvPr>
            <p:cNvSpPr txBox="1">
              <a:spLocks noChangeArrowheads="1"/>
            </p:cNvSpPr>
            <p:nvPr/>
          </p:nvSpPr>
          <p:spPr bwMode="auto">
            <a:xfrm>
              <a:off x="3512262" y="5874907"/>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7732" name="TextBox 87">
              <a:extLst>
                <a:ext uri="{FF2B5EF4-FFF2-40B4-BE49-F238E27FC236}">
                  <a16:creationId xmlns:a16="http://schemas.microsoft.com/office/drawing/2014/main" id="{097B4F5D-88BA-4F7A-9ED7-1260F2419803}"/>
                </a:ext>
              </a:extLst>
            </p:cNvPr>
            <p:cNvSpPr txBox="1">
              <a:spLocks noChangeArrowheads="1"/>
            </p:cNvSpPr>
            <p:nvPr/>
          </p:nvSpPr>
          <p:spPr bwMode="auto">
            <a:xfrm>
              <a:off x="5929683" y="548584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7733" name="Freeform 17">
              <a:extLst>
                <a:ext uri="{FF2B5EF4-FFF2-40B4-BE49-F238E27FC236}">
                  <a16:creationId xmlns:a16="http://schemas.microsoft.com/office/drawing/2014/main" id="{9DF0311B-9439-4F9B-B78E-986EBA2B4966}"/>
                </a:ext>
              </a:extLst>
            </p:cNvPr>
            <p:cNvSpPr>
              <a:spLocks noChangeAspect="1"/>
            </p:cNvSpPr>
            <p:nvPr/>
          </p:nvSpPr>
          <p:spPr bwMode="auto">
            <a:xfrm flipH="1">
              <a:off x="4482990" y="4829534"/>
              <a:ext cx="641378" cy="40168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34" name="Line 101">
              <a:extLst>
                <a:ext uri="{FF2B5EF4-FFF2-40B4-BE49-F238E27FC236}">
                  <a16:creationId xmlns:a16="http://schemas.microsoft.com/office/drawing/2014/main" id="{E4DA7CA4-5EE2-4AA0-8D9C-DB7D23ACA468}"/>
                </a:ext>
              </a:extLst>
            </p:cNvPr>
            <p:cNvSpPr>
              <a:spLocks noChangeShapeType="1"/>
            </p:cNvSpPr>
            <p:nvPr/>
          </p:nvSpPr>
          <p:spPr bwMode="auto">
            <a:xfrm flipH="1">
              <a:off x="5123330" y="2334704"/>
              <a:ext cx="1991" cy="25000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35" name="Freeform 17">
              <a:extLst>
                <a:ext uri="{FF2B5EF4-FFF2-40B4-BE49-F238E27FC236}">
                  <a16:creationId xmlns:a16="http://schemas.microsoft.com/office/drawing/2014/main" id="{8753E2AC-26F8-428A-B5E3-85099C87DFC5}"/>
                </a:ext>
              </a:extLst>
            </p:cNvPr>
            <p:cNvSpPr>
              <a:spLocks noChangeAspect="1"/>
            </p:cNvSpPr>
            <p:nvPr/>
          </p:nvSpPr>
          <p:spPr bwMode="auto">
            <a:xfrm flipH="1">
              <a:off x="4277400" y="2547864"/>
              <a:ext cx="626539" cy="21109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36" name="Line 101">
              <a:extLst>
                <a:ext uri="{FF2B5EF4-FFF2-40B4-BE49-F238E27FC236}">
                  <a16:creationId xmlns:a16="http://schemas.microsoft.com/office/drawing/2014/main" id="{F792E1DF-1E1A-4B64-81CF-29D09717F6C3}"/>
                </a:ext>
              </a:extLst>
            </p:cNvPr>
            <p:cNvSpPr>
              <a:spLocks noChangeShapeType="1"/>
            </p:cNvSpPr>
            <p:nvPr/>
          </p:nvSpPr>
          <p:spPr bwMode="auto">
            <a:xfrm>
              <a:off x="4488021" y="1993726"/>
              <a:ext cx="2560" cy="89249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7737" name="Group 92">
              <a:extLst>
                <a:ext uri="{FF2B5EF4-FFF2-40B4-BE49-F238E27FC236}">
                  <a16:creationId xmlns:a16="http://schemas.microsoft.com/office/drawing/2014/main" id="{31DC42E0-2A96-4E3C-AEAA-BA920C8B64D2}"/>
                </a:ext>
              </a:extLst>
            </p:cNvPr>
            <p:cNvGrpSpPr>
              <a:grpSpLocks/>
            </p:cNvGrpSpPr>
            <p:nvPr/>
          </p:nvGrpSpPr>
          <p:grpSpPr bwMode="auto">
            <a:xfrm>
              <a:off x="4209549" y="1682713"/>
              <a:ext cx="191062" cy="284592"/>
              <a:chOff x="4071257" y="1928327"/>
              <a:chExt cx="191062" cy="284592"/>
            </a:xfrm>
          </p:grpSpPr>
          <p:sp>
            <p:nvSpPr>
              <p:cNvPr id="157741" name="Rectangle 19">
                <a:extLst>
                  <a:ext uri="{FF2B5EF4-FFF2-40B4-BE49-F238E27FC236}">
                    <a16:creationId xmlns:a16="http://schemas.microsoft.com/office/drawing/2014/main" id="{BF115EBE-2AEB-45AE-8C27-83F09C9BC1E7}"/>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42" name="Rectangle 22">
                <a:extLst>
                  <a:ext uri="{FF2B5EF4-FFF2-40B4-BE49-F238E27FC236}">
                    <a16:creationId xmlns:a16="http://schemas.microsoft.com/office/drawing/2014/main" id="{358B73DE-BD42-4C9E-A8A0-1007CEBEA493}"/>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7738" name="Oval 68">
              <a:extLst>
                <a:ext uri="{FF2B5EF4-FFF2-40B4-BE49-F238E27FC236}">
                  <a16:creationId xmlns:a16="http://schemas.microsoft.com/office/drawing/2014/main" id="{9C4AD5C4-255B-46D1-A340-CA8BFE8DB50E}"/>
                </a:ext>
              </a:extLst>
            </p:cNvPr>
            <p:cNvSpPr>
              <a:spLocks noChangeArrowheads="1"/>
            </p:cNvSpPr>
            <p:nvPr/>
          </p:nvSpPr>
          <p:spPr bwMode="auto">
            <a:xfrm>
              <a:off x="4232790" y="249392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39" name="Oval 68">
              <a:extLst>
                <a:ext uri="{FF2B5EF4-FFF2-40B4-BE49-F238E27FC236}">
                  <a16:creationId xmlns:a16="http://schemas.microsoft.com/office/drawing/2014/main" id="{5EE58C44-632C-4784-A09A-1D91BF68DCB4}"/>
                </a:ext>
              </a:extLst>
            </p:cNvPr>
            <p:cNvSpPr>
              <a:spLocks noChangeArrowheads="1"/>
            </p:cNvSpPr>
            <p:nvPr/>
          </p:nvSpPr>
          <p:spPr bwMode="auto">
            <a:xfrm>
              <a:off x="4440238" y="2290367"/>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740" name="Line 6">
              <a:extLst>
                <a:ext uri="{FF2B5EF4-FFF2-40B4-BE49-F238E27FC236}">
                  <a16:creationId xmlns:a16="http://schemas.microsoft.com/office/drawing/2014/main" id="{5B1761F9-7278-4F76-B104-C6B0AD6E5B05}"/>
                </a:ext>
              </a:extLst>
            </p:cNvPr>
            <p:cNvSpPr>
              <a:spLocks noChangeAspect="1" noChangeShapeType="1"/>
            </p:cNvSpPr>
            <p:nvPr/>
          </p:nvSpPr>
          <p:spPr bwMode="auto">
            <a:xfrm flipH="1">
              <a:off x="4475199" y="2344248"/>
              <a:ext cx="6604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Title 1">
            <a:extLst>
              <a:ext uri="{FF2B5EF4-FFF2-40B4-BE49-F238E27FC236}">
                <a16:creationId xmlns:a16="http://schemas.microsoft.com/office/drawing/2014/main" id="{46EE9B5E-4DDB-4663-BDEF-2B0252BF9E96}"/>
              </a:ext>
            </a:extLst>
          </p:cNvPr>
          <p:cNvSpPr>
            <a:spLocks noGrp="1" noChangeArrowheads="1"/>
          </p:cNvSpPr>
          <p:nvPr>
            <p:ph type="title"/>
          </p:nvPr>
        </p:nvSpPr>
        <p:spPr/>
        <p:txBody>
          <a:bodyPr/>
          <a:lstStyle/>
          <a:p>
            <a:r>
              <a:rPr lang="en-US" altLang="en-US" sz="2800"/>
              <a:t>Select  A=A</a:t>
            </a:r>
            <a:r>
              <a:rPr lang="en-US" altLang="en-US" sz="2800" baseline="-25000"/>
              <a:t>1</a:t>
            </a:r>
            <a:r>
              <a:rPr lang="en-US" altLang="en-US" sz="2800"/>
              <a:t>A</a:t>
            </a:r>
            <a:r>
              <a:rPr lang="en-US" altLang="en-US" sz="2800" baseline="-25000"/>
              <a:t>0</a:t>
            </a:r>
            <a:r>
              <a:rPr lang="en-US" altLang="en-US" sz="2800"/>
              <a:t> or  B=B</a:t>
            </a:r>
            <a:r>
              <a:rPr lang="en-US" altLang="en-US" sz="2800" baseline="-25000"/>
              <a:t>1</a:t>
            </a:r>
            <a:r>
              <a:rPr lang="en-US" altLang="en-US" sz="2800"/>
              <a:t>B</a:t>
            </a:r>
            <a:r>
              <a:rPr lang="en-US" altLang="en-US" sz="2800" baseline="-25000"/>
              <a:t>0  </a:t>
            </a:r>
            <a:r>
              <a:rPr lang="en-US" altLang="en-US" sz="2800"/>
              <a:t>or  C=C</a:t>
            </a:r>
            <a:r>
              <a:rPr lang="en-US" altLang="en-US" sz="2800" baseline="-25000"/>
              <a:t>1</a:t>
            </a:r>
            <a:r>
              <a:rPr lang="en-US" altLang="en-US" sz="2800"/>
              <a:t>C</a:t>
            </a:r>
            <a:r>
              <a:rPr lang="en-US" altLang="en-US" sz="2800" baseline="-25000"/>
              <a:t>0</a:t>
            </a:r>
            <a:r>
              <a:rPr lang="en-US" altLang="en-US" sz="2800"/>
              <a:t>  or  </a:t>
            </a:r>
            <a:r>
              <a:rPr lang="en-US" altLang="en-US" sz="2800">
                <a:solidFill>
                  <a:srgbClr val="FF0000"/>
                </a:solidFill>
              </a:rPr>
              <a:t>D=D</a:t>
            </a:r>
            <a:r>
              <a:rPr lang="en-US" altLang="en-US" sz="2800" baseline="-25000">
                <a:solidFill>
                  <a:srgbClr val="FF0000"/>
                </a:solidFill>
              </a:rPr>
              <a:t>1</a:t>
            </a:r>
            <a:r>
              <a:rPr lang="en-US" altLang="en-US" sz="2800">
                <a:solidFill>
                  <a:srgbClr val="FF0000"/>
                </a:solidFill>
              </a:rPr>
              <a:t>D</a:t>
            </a:r>
            <a:r>
              <a:rPr lang="en-US" altLang="en-US" sz="2800" baseline="-25000">
                <a:solidFill>
                  <a:srgbClr val="FF0000"/>
                </a:solidFill>
              </a:rPr>
              <a:t>0</a:t>
            </a:r>
            <a:r>
              <a:rPr lang="en-US" altLang="en-US" sz="2800" baseline="-25000"/>
              <a:t> </a:t>
            </a:r>
            <a:r>
              <a:rPr lang="en-US" altLang="en-US" sz="2800"/>
              <a:t> </a:t>
            </a:r>
          </a:p>
        </p:txBody>
      </p:sp>
      <p:sp>
        <p:nvSpPr>
          <p:cNvPr id="158722" name="TextBox 43">
            <a:extLst>
              <a:ext uri="{FF2B5EF4-FFF2-40B4-BE49-F238E27FC236}">
                <a16:creationId xmlns:a16="http://schemas.microsoft.com/office/drawing/2014/main" id="{32BEBF1B-7156-4990-AE25-C261BB1342B2}"/>
              </a:ext>
            </a:extLst>
          </p:cNvPr>
          <p:cNvSpPr txBox="1">
            <a:spLocks noChangeArrowheads="1"/>
          </p:cNvSpPr>
          <p:nvPr/>
        </p:nvSpPr>
        <p:spPr bwMode="auto">
          <a:xfrm>
            <a:off x="6213475" y="3149600"/>
            <a:ext cx="615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D</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58723" name="TextBox 44">
            <a:extLst>
              <a:ext uri="{FF2B5EF4-FFF2-40B4-BE49-F238E27FC236}">
                <a16:creationId xmlns:a16="http://schemas.microsoft.com/office/drawing/2014/main" id="{A5B645B4-A041-4397-A759-3FD9E3DF3D26}"/>
              </a:ext>
            </a:extLst>
          </p:cNvPr>
          <p:cNvSpPr txBox="1">
            <a:spLocks noChangeArrowheads="1"/>
          </p:cNvSpPr>
          <p:nvPr/>
        </p:nvSpPr>
        <p:spPr bwMode="auto">
          <a:xfrm>
            <a:off x="6207125" y="5487988"/>
            <a:ext cx="6159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D</a:t>
            </a:r>
            <a:r>
              <a:rPr kumimoji="0" lang="en-US" altLang="en-US" sz="18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8724" name="TextBox 45">
            <a:extLst>
              <a:ext uri="{FF2B5EF4-FFF2-40B4-BE49-F238E27FC236}">
                <a16:creationId xmlns:a16="http://schemas.microsoft.com/office/drawing/2014/main" id="{094B462B-0ECC-489A-877B-AA31E69EF622}"/>
              </a:ext>
            </a:extLst>
          </p:cNvPr>
          <p:cNvSpPr txBox="1">
            <a:spLocks noChangeArrowheads="1"/>
          </p:cNvSpPr>
          <p:nvPr/>
        </p:nvSpPr>
        <p:spPr bwMode="auto">
          <a:xfrm>
            <a:off x="4087813" y="12906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58725" name="TextBox 50">
            <a:extLst>
              <a:ext uri="{FF2B5EF4-FFF2-40B4-BE49-F238E27FC236}">
                <a16:creationId xmlns:a16="http://schemas.microsoft.com/office/drawing/2014/main" id="{3A9A7E74-2497-4371-A1A7-3EAB9F394B63}"/>
              </a:ext>
            </a:extLst>
          </p:cNvPr>
          <p:cNvSpPr txBox="1">
            <a:spLocks noChangeArrowheads="1"/>
          </p:cNvSpPr>
          <p:nvPr/>
        </p:nvSpPr>
        <p:spPr bwMode="auto">
          <a:xfrm>
            <a:off x="4354513" y="12874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cxnSp>
        <p:nvCxnSpPr>
          <p:cNvPr id="158726" name="Straight Connector 51">
            <a:extLst>
              <a:ext uri="{FF2B5EF4-FFF2-40B4-BE49-F238E27FC236}">
                <a16:creationId xmlns:a16="http://schemas.microsoft.com/office/drawing/2014/main" id="{ED8AE578-4098-492E-B907-6DAC09E48F51}"/>
              </a:ext>
            </a:extLst>
          </p:cNvPr>
          <p:cNvCxnSpPr>
            <a:cxnSpLocks noChangeShapeType="1"/>
          </p:cNvCxnSpPr>
          <p:nvPr/>
        </p:nvCxnSpPr>
        <p:spPr bwMode="auto">
          <a:xfrm flipV="1">
            <a:off x="4170363" y="3351213"/>
            <a:ext cx="493712" cy="3968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cxnSp>
        <p:nvCxnSpPr>
          <p:cNvPr id="158727" name="Straight Connector 52">
            <a:extLst>
              <a:ext uri="{FF2B5EF4-FFF2-40B4-BE49-F238E27FC236}">
                <a16:creationId xmlns:a16="http://schemas.microsoft.com/office/drawing/2014/main" id="{0CACF0A2-35DA-4922-8781-47833498CF4D}"/>
              </a:ext>
            </a:extLst>
          </p:cNvPr>
          <p:cNvCxnSpPr>
            <a:cxnSpLocks noChangeShapeType="1"/>
          </p:cNvCxnSpPr>
          <p:nvPr/>
        </p:nvCxnSpPr>
        <p:spPr bwMode="auto">
          <a:xfrm flipV="1">
            <a:off x="4170363" y="5675313"/>
            <a:ext cx="490537" cy="4127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cxnSp>
      <p:grpSp>
        <p:nvGrpSpPr>
          <p:cNvPr id="158728" name="Group 53">
            <a:extLst>
              <a:ext uri="{FF2B5EF4-FFF2-40B4-BE49-F238E27FC236}">
                <a16:creationId xmlns:a16="http://schemas.microsoft.com/office/drawing/2014/main" id="{6AAA46CD-08BD-4A4B-860C-DDF72618B407}"/>
              </a:ext>
            </a:extLst>
          </p:cNvPr>
          <p:cNvGrpSpPr>
            <a:grpSpLocks/>
          </p:cNvGrpSpPr>
          <p:nvPr/>
        </p:nvGrpSpPr>
        <p:grpSpPr bwMode="auto">
          <a:xfrm>
            <a:off x="3505200" y="1676400"/>
            <a:ext cx="2814638" cy="4600575"/>
            <a:chOff x="3505200" y="1676400"/>
            <a:chExt cx="2814333" cy="4600934"/>
          </a:xfrm>
        </p:grpSpPr>
        <p:sp>
          <p:nvSpPr>
            <p:cNvPr id="158729" name="Line 4">
              <a:extLst>
                <a:ext uri="{FF2B5EF4-FFF2-40B4-BE49-F238E27FC236}">
                  <a16:creationId xmlns:a16="http://schemas.microsoft.com/office/drawing/2014/main" id="{470F4A47-AD6B-4874-AEF1-2883E6C5350C}"/>
                </a:ext>
              </a:extLst>
            </p:cNvPr>
            <p:cNvSpPr>
              <a:spLocks noChangeAspect="1" noChangeShapeType="1"/>
            </p:cNvSpPr>
            <p:nvPr/>
          </p:nvSpPr>
          <p:spPr bwMode="auto">
            <a:xfrm>
              <a:off x="3919457" y="2940833"/>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0" name="Line 5">
              <a:extLst>
                <a:ext uri="{FF2B5EF4-FFF2-40B4-BE49-F238E27FC236}">
                  <a16:creationId xmlns:a16="http://schemas.microsoft.com/office/drawing/2014/main" id="{974847E2-5346-471A-B5FA-A48639C661AE}"/>
                </a:ext>
              </a:extLst>
            </p:cNvPr>
            <p:cNvSpPr>
              <a:spLocks noChangeAspect="1" noChangeShapeType="1"/>
            </p:cNvSpPr>
            <p:nvPr/>
          </p:nvSpPr>
          <p:spPr bwMode="auto">
            <a:xfrm>
              <a:off x="3919457" y="320654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1" name="Line 6">
              <a:extLst>
                <a:ext uri="{FF2B5EF4-FFF2-40B4-BE49-F238E27FC236}">
                  <a16:creationId xmlns:a16="http://schemas.microsoft.com/office/drawing/2014/main" id="{4AE4C26A-ED23-462F-B8A7-33A12117A622}"/>
                </a:ext>
              </a:extLst>
            </p:cNvPr>
            <p:cNvSpPr>
              <a:spLocks noChangeAspect="1" noChangeShapeType="1"/>
            </p:cNvSpPr>
            <p:nvPr/>
          </p:nvSpPr>
          <p:spPr bwMode="auto">
            <a:xfrm flipH="1">
              <a:off x="4664154" y="3335211"/>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2" name="Freeform 7">
              <a:extLst>
                <a:ext uri="{FF2B5EF4-FFF2-40B4-BE49-F238E27FC236}">
                  <a16:creationId xmlns:a16="http://schemas.microsoft.com/office/drawing/2014/main" id="{A4DECBAC-947B-4991-9C3E-35C73A09D25D}"/>
                </a:ext>
              </a:extLst>
            </p:cNvPr>
            <p:cNvSpPr>
              <a:spLocks noChangeAspect="1"/>
            </p:cNvSpPr>
            <p:nvPr/>
          </p:nvSpPr>
          <p:spPr bwMode="auto">
            <a:xfrm>
              <a:off x="4173616" y="2724024"/>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3" name="Line 20">
              <a:extLst>
                <a:ext uri="{FF2B5EF4-FFF2-40B4-BE49-F238E27FC236}">
                  <a16:creationId xmlns:a16="http://schemas.microsoft.com/office/drawing/2014/main" id="{4601EF67-97BB-4706-88D5-710F0A2F5066}"/>
                </a:ext>
              </a:extLst>
            </p:cNvPr>
            <p:cNvSpPr>
              <a:spLocks noChangeAspect="1" noChangeShapeType="1"/>
            </p:cNvSpPr>
            <p:nvPr/>
          </p:nvSpPr>
          <p:spPr bwMode="auto">
            <a:xfrm>
              <a:off x="3913541" y="3469328"/>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4" name="Line 21">
              <a:extLst>
                <a:ext uri="{FF2B5EF4-FFF2-40B4-BE49-F238E27FC236}">
                  <a16:creationId xmlns:a16="http://schemas.microsoft.com/office/drawing/2014/main" id="{D506BE14-84FD-487A-B556-9DD7A5E37995}"/>
                </a:ext>
              </a:extLst>
            </p:cNvPr>
            <p:cNvSpPr>
              <a:spLocks noChangeAspect="1" noChangeShapeType="1"/>
            </p:cNvSpPr>
            <p:nvPr/>
          </p:nvSpPr>
          <p:spPr bwMode="auto">
            <a:xfrm>
              <a:off x="3919457" y="374873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8735" name="Group 66">
              <a:extLst>
                <a:ext uri="{FF2B5EF4-FFF2-40B4-BE49-F238E27FC236}">
                  <a16:creationId xmlns:a16="http://schemas.microsoft.com/office/drawing/2014/main" id="{2303222B-634A-4E99-9E19-969DCEB3C897}"/>
                </a:ext>
              </a:extLst>
            </p:cNvPr>
            <p:cNvGrpSpPr>
              <a:grpSpLocks/>
            </p:cNvGrpSpPr>
            <p:nvPr/>
          </p:nvGrpSpPr>
          <p:grpSpPr bwMode="auto">
            <a:xfrm>
              <a:off x="4446715" y="1676400"/>
              <a:ext cx="199854" cy="293384"/>
              <a:chOff x="4071257" y="1928327"/>
              <a:chExt cx="199854" cy="293384"/>
            </a:xfrm>
          </p:grpSpPr>
          <p:sp>
            <p:nvSpPr>
              <p:cNvPr id="158767" name="Rectangle 19">
                <a:extLst>
                  <a:ext uri="{FF2B5EF4-FFF2-40B4-BE49-F238E27FC236}">
                    <a16:creationId xmlns:a16="http://schemas.microsoft.com/office/drawing/2014/main" id="{9289E6BB-8C1B-4A5E-8460-D2778186EBEF}"/>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68" name="Rectangle 22">
                <a:extLst>
                  <a:ext uri="{FF2B5EF4-FFF2-40B4-BE49-F238E27FC236}">
                    <a16:creationId xmlns:a16="http://schemas.microsoft.com/office/drawing/2014/main" id="{BA49855D-19A8-458F-A317-479A14380528}"/>
                  </a:ext>
                </a:extLst>
              </p:cNvPr>
              <p:cNvSpPr>
                <a:spLocks noChangeAspect="1" noChangeArrowheads="1"/>
              </p:cNvSpPr>
              <p:nvPr/>
            </p:nvSpPr>
            <p:spPr bwMode="auto">
              <a:xfrm>
                <a:off x="4165313" y="2052434"/>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8736" name="Line 101">
              <a:extLst>
                <a:ext uri="{FF2B5EF4-FFF2-40B4-BE49-F238E27FC236}">
                  <a16:creationId xmlns:a16="http://schemas.microsoft.com/office/drawing/2014/main" id="{DD80FE86-4C1F-4A1B-94EC-0ED974CCB54B}"/>
                </a:ext>
              </a:extLst>
            </p:cNvPr>
            <p:cNvSpPr>
              <a:spLocks noChangeShapeType="1"/>
            </p:cNvSpPr>
            <p:nvPr/>
          </p:nvSpPr>
          <p:spPr bwMode="auto">
            <a:xfrm>
              <a:off x="4276804" y="1982943"/>
              <a:ext cx="0" cy="789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7" name="Rectangle 14">
              <a:extLst>
                <a:ext uri="{FF2B5EF4-FFF2-40B4-BE49-F238E27FC236}">
                  <a16:creationId xmlns:a16="http://schemas.microsoft.com/office/drawing/2014/main" id="{6BDC117C-F30D-4C36-AAD0-CF0B2C0074B5}"/>
                </a:ext>
              </a:extLst>
            </p:cNvPr>
            <p:cNvSpPr>
              <a:spLocks noChangeAspect="1" noChangeArrowheads="1"/>
            </p:cNvSpPr>
            <p:nvPr/>
          </p:nvSpPr>
          <p:spPr bwMode="auto">
            <a:xfrm>
              <a:off x="4214959" y="2828799"/>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38" name="TextBox 69">
              <a:extLst>
                <a:ext uri="{FF2B5EF4-FFF2-40B4-BE49-F238E27FC236}">
                  <a16:creationId xmlns:a16="http://schemas.microsoft.com/office/drawing/2014/main" id="{0A1CA7D6-40EF-4AF8-9443-76E9A5F55529}"/>
                </a:ext>
              </a:extLst>
            </p:cNvPr>
            <p:cNvSpPr txBox="1">
              <a:spLocks noChangeArrowheads="1"/>
            </p:cNvSpPr>
            <p:nvPr/>
          </p:nvSpPr>
          <p:spPr bwMode="auto">
            <a:xfrm>
              <a:off x="3505200" y="2712673"/>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8739" name="TextBox 70">
              <a:extLst>
                <a:ext uri="{FF2B5EF4-FFF2-40B4-BE49-F238E27FC236}">
                  <a16:creationId xmlns:a16="http://schemas.microsoft.com/office/drawing/2014/main" id="{B2F2DCA5-5188-4D41-8F68-A1A0C7C4521F}"/>
                </a:ext>
              </a:extLst>
            </p:cNvPr>
            <p:cNvSpPr txBox="1">
              <a:spLocks noChangeArrowheads="1"/>
            </p:cNvSpPr>
            <p:nvPr/>
          </p:nvSpPr>
          <p:spPr bwMode="auto">
            <a:xfrm>
              <a:off x="3508645" y="298158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8740" name="TextBox 71">
              <a:extLst>
                <a:ext uri="{FF2B5EF4-FFF2-40B4-BE49-F238E27FC236}">
                  <a16:creationId xmlns:a16="http://schemas.microsoft.com/office/drawing/2014/main" id="{84AF110D-EDF1-4A9C-9059-7A19F42EA431}"/>
                </a:ext>
              </a:extLst>
            </p:cNvPr>
            <p:cNvSpPr txBox="1">
              <a:spLocks noChangeArrowheads="1"/>
            </p:cNvSpPr>
            <p:nvPr/>
          </p:nvSpPr>
          <p:spPr bwMode="auto">
            <a:xfrm>
              <a:off x="3511755" y="32460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8741" name="TextBox 72">
              <a:extLst>
                <a:ext uri="{FF2B5EF4-FFF2-40B4-BE49-F238E27FC236}">
                  <a16:creationId xmlns:a16="http://schemas.microsoft.com/office/drawing/2014/main" id="{5D91FDF4-D9BB-4E2F-9497-71C9E49082C1}"/>
                </a:ext>
              </a:extLst>
            </p:cNvPr>
            <p:cNvSpPr txBox="1">
              <a:spLocks noChangeArrowheads="1"/>
            </p:cNvSpPr>
            <p:nvPr/>
          </p:nvSpPr>
          <p:spPr bwMode="auto">
            <a:xfrm>
              <a:off x="3509152" y="353603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8742" name="TextBox 73">
              <a:extLst>
                <a:ext uri="{FF2B5EF4-FFF2-40B4-BE49-F238E27FC236}">
                  <a16:creationId xmlns:a16="http://schemas.microsoft.com/office/drawing/2014/main" id="{FA6E7B5E-E98A-4D90-AEB1-BE5A05D5FA4C}"/>
                </a:ext>
              </a:extLst>
            </p:cNvPr>
            <p:cNvSpPr txBox="1">
              <a:spLocks noChangeArrowheads="1"/>
            </p:cNvSpPr>
            <p:nvPr/>
          </p:nvSpPr>
          <p:spPr bwMode="auto">
            <a:xfrm>
              <a:off x="5926573" y="3146971"/>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158743" name="Line 4">
              <a:extLst>
                <a:ext uri="{FF2B5EF4-FFF2-40B4-BE49-F238E27FC236}">
                  <a16:creationId xmlns:a16="http://schemas.microsoft.com/office/drawing/2014/main" id="{A8CF66B5-244F-4E7F-AC4E-55D323D7DEE6}"/>
                </a:ext>
              </a:extLst>
            </p:cNvPr>
            <p:cNvSpPr>
              <a:spLocks noChangeAspect="1" noChangeShapeType="1"/>
            </p:cNvSpPr>
            <p:nvPr/>
          </p:nvSpPr>
          <p:spPr bwMode="auto">
            <a:xfrm>
              <a:off x="3922567" y="5279706"/>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4" name="Line 5">
              <a:extLst>
                <a:ext uri="{FF2B5EF4-FFF2-40B4-BE49-F238E27FC236}">
                  <a16:creationId xmlns:a16="http://schemas.microsoft.com/office/drawing/2014/main" id="{286EF1C3-7E93-4589-98D5-59FE1F30D181}"/>
                </a:ext>
              </a:extLst>
            </p:cNvPr>
            <p:cNvSpPr>
              <a:spLocks noChangeAspect="1" noChangeShapeType="1"/>
            </p:cNvSpPr>
            <p:nvPr/>
          </p:nvSpPr>
          <p:spPr bwMode="auto">
            <a:xfrm>
              <a:off x="3922567" y="5545417"/>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5" name="Line 6">
              <a:extLst>
                <a:ext uri="{FF2B5EF4-FFF2-40B4-BE49-F238E27FC236}">
                  <a16:creationId xmlns:a16="http://schemas.microsoft.com/office/drawing/2014/main" id="{97B6C3F5-E851-403B-8A23-AC09FB02F401}"/>
                </a:ext>
              </a:extLst>
            </p:cNvPr>
            <p:cNvSpPr>
              <a:spLocks noChangeAspect="1" noChangeShapeType="1"/>
            </p:cNvSpPr>
            <p:nvPr/>
          </p:nvSpPr>
          <p:spPr bwMode="auto">
            <a:xfrm flipH="1">
              <a:off x="4667264" y="5674084"/>
              <a:ext cx="10182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6" name="Freeform 7">
              <a:extLst>
                <a:ext uri="{FF2B5EF4-FFF2-40B4-BE49-F238E27FC236}">
                  <a16:creationId xmlns:a16="http://schemas.microsoft.com/office/drawing/2014/main" id="{555B2327-2515-455A-9003-C0BD1CB88831}"/>
                </a:ext>
              </a:extLst>
            </p:cNvPr>
            <p:cNvSpPr>
              <a:spLocks noChangeAspect="1"/>
            </p:cNvSpPr>
            <p:nvPr/>
          </p:nvSpPr>
          <p:spPr bwMode="auto">
            <a:xfrm>
              <a:off x="4176726" y="5062897"/>
              <a:ext cx="482600" cy="1214437"/>
            </a:xfrm>
            <a:custGeom>
              <a:avLst/>
              <a:gdLst>
                <a:gd name="T0" fmla="*/ 2147483646 w 456"/>
                <a:gd name="T1" fmla="*/ 2147483646 h 1152"/>
                <a:gd name="T2" fmla="*/ 2147483646 w 456"/>
                <a:gd name="T3" fmla="*/ 2147483646 h 1152"/>
                <a:gd name="T4" fmla="*/ 0 w 456"/>
                <a:gd name="T5" fmla="*/ 0 h 1152"/>
                <a:gd name="T6" fmla="*/ 0 w 456"/>
                <a:gd name="T7" fmla="*/ 2147483646 h 1152"/>
                <a:gd name="T8" fmla="*/ 2147483646 w 456"/>
                <a:gd name="T9" fmla="*/ 2147483646 h 1152"/>
                <a:gd name="T10" fmla="*/ 0 60000 65536"/>
                <a:gd name="T11" fmla="*/ 0 60000 65536"/>
                <a:gd name="T12" fmla="*/ 0 60000 65536"/>
                <a:gd name="T13" fmla="*/ 0 60000 65536"/>
                <a:gd name="T14" fmla="*/ 0 60000 65536"/>
                <a:gd name="T15" fmla="*/ 0 w 456"/>
                <a:gd name="T16" fmla="*/ 0 h 1152"/>
                <a:gd name="T17" fmla="*/ 456 w 456"/>
                <a:gd name="T18" fmla="*/ 1152 h 1152"/>
              </a:gdLst>
              <a:ahLst/>
              <a:cxnLst>
                <a:cxn ang="T10">
                  <a:pos x="T0" y="T1"/>
                </a:cxn>
                <a:cxn ang="T11">
                  <a:pos x="T2" y="T3"/>
                </a:cxn>
                <a:cxn ang="T12">
                  <a:pos x="T4" y="T5"/>
                </a:cxn>
                <a:cxn ang="T13">
                  <a:pos x="T6" y="T7"/>
                </a:cxn>
                <a:cxn ang="T14">
                  <a:pos x="T8" y="T9"/>
                </a:cxn>
              </a:cxnLst>
              <a:rect l="T15" t="T16" r="T17" b="T18"/>
              <a:pathLst>
                <a:path w="456" h="1152">
                  <a:moveTo>
                    <a:pt x="456" y="936"/>
                  </a:moveTo>
                  <a:lnTo>
                    <a:pt x="456" y="240"/>
                  </a:lnTo>
                  <a:lnTo>
                    <a:pt x="0" y="0"/>
                  </a:lnTo>
                  <a:lnTo>
                    <a:pt x="0" y="1152"/>
                  </a:lnTo>
                  <a:lnTo>
                    <a:pt x="456" y="93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7" name="Freeform 17">
              <a:extLst>
                <a:ext uri="{FF2B5EF4-FFF2-40B4-BE49-F238E27FC236}">
                  <a16:creationId xmlns:a16="http://schemas.microsoft.com/office/drawing/2014/main" id="{D8A324D6-1AEF-4A32-B3E6-F195D461E7C9}"/>
                </a:ext>
              </a:extLst>
            </p:cNvPr>
            <p:cNvSpPr>
              <a:spLocks noChangeAspect="1"/>
            </p:cNvSpPr>
            <p:nvPr/>
          </p:nvSpPr>
          <p:spPr bwMode="auto">
            <a:xfrm flipH="1">
              <a:off x="4283526" y="4605416"/>
              <a:ext cx="615704" cy="52047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8" name="Line 20">
              <a:extLst>
                <a:ext uri="{FF2B5EF4-FFF2-40B4-BE49-F238E27FC236}">
                  <a16:creationId xmlns:a16="http://schemas.microsoft.com/office/drawing/2014/main" id="{34EE4BE5-0F5E-4C43-ABEA-A1811B56C656}"/>
                </a:ext>
              </a:extLst>
            </p:cNvPr>
            <p:cNvSpPr>
              <a:spLocks noChangeAspect="1" noChangeShapeType="1"/>
            </p:cNvSpPr>
            <p:nvPr/>
          </p:nvSpPr>
          <p:spPr bwMode="auto">
            <a:xfrm>
              <a:off x="3916651" y="5808201"/>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49" name="Line 21">
              <a:extLst>
                <a:ext uri="{FF2B5EF4-FFF2-40B4-BE49-F238E27FC236}">
                  <a16:creationId xmlns:a16="http://schemas.microsoft.com/office/drawing/2014/main" id="{EA70066F-A734-441C-A126-480942090C8D}"/>
                </a:ext>
              </a:extLst>
            </p:cNvPr>
            <p:cNvSpPr>
              <a:spLocks noChangeAspect="1" noChangeShapeType="1"/>
            </p:cNvSpPr>
            <p:nvPr/>
          </p:nvSpPr>
          <p:spPr bwMode="auto">
            <a:xfrm>
              <a:off x="3922567" y="6087604"/>
              <a:ext cx="247968" cy="17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50" name="Line 101">
              <a:extLst>
                <a:ext uri="{FF2B5EF4-FFF2-40B4-BE49-F238E27FC236}">
                  <a16:creationId xmlns:a16="http://schemas.microsoft.com/office/drawing/2014/main" id="{07C5AC77-BC54-4722-BBD6-2F068A7930A0}"/>
                </a:ext>
              </a:extLst>
            </p:cNvPr>
            <p:cNvSpPr>
              <a:spLocks noChangeShapeType="1"/>
            </p:cNvSpPr>
            <p:nvPr/>
          </p:nvSpPr>
          <p:spPr bwMode="auto">
            <a:xfrm flipH="1">
              <a:off x="4890245" y="2547864"/>
              <a:ext cx="1834" cy="20605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51" name="Rectangle 14">
              <a:extLst>
                <a:ext uri="{FF2B5EF4-FFF2-40B4-BE49-F238E27FC236}">
                  <a16:creationId xmlns:a16="http://schemas.microsoft.com/office/drawing/2014/main" id="{E167D731-D8A8-429A-B118-3F5E4172E1EA}"/>
                </a:ext>
              </a:extLst>
            </p:cNvPr>
            <p:cNvSpPr>
              <a:spLocks noChangeAspect="1" noChangeArrowheads="1"/>
            </p:cNvSpPr>
            <p:nvPr/>
          </p:nvSpPr>
          <p:spPr bwMode="auto">
            <a:xfrm>
              <a:off x="4218069" y="5167672"/>
              <a:ext cx="2179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p>
            <a:p>
              <a:pPr marL="0" marR="0" lvl="0" indent="0" algn="l" defTabSz="914400" rtl="0" eaLnBrk="0" fontAlgn="base" latinLnBrk="0" hangingPunct="0">
                <a:lnSpc>
                  <a:spcPct val="100000"/>
                </a:lnSpc>
                <a:spcBef>
                  <a:spcPct val="0"/>
                </a:spcBef>
                <a:spcAft>
                  <a:spcPts val="40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52" name="TextBox 83">
              <a:extLst>
                <a:ext uri="{FF2B5EF4-FFF2-40B4-BE49-F238E27FC236}">
                  <a16:creationId xmlns:a16="http://schemas.microsoft.com/office/drawing/2014/main" id="{97C3D8B8-DF4E-46B9-B585-2C35395F4A6E}"/>
                </a:ext>
              </a:extLst>
            </p:cNvPr>
            <p:cNvSpPr txBox="1">
              <a:spLocks noChangeArrowheads="1"/>
            </p:cNvSpPr>
            <p:nvPr/>
          </p:nvSpPr>
          <p:spPr bwMode="auto">
            <a:xfrm>
              <a:off x="3508310" y="5051546"/>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8753" name="TextBox 84">
              <a:extLst>
                <a:ext uri="{FF2B5EF4-FFF2-40B4-BE49-F238E27FC236}">
                  <a16:creationId xmlns:a16="http://schemas.microsoft.com/office/drawing/2014/main" id="{4F20E782-8BD8-42D0-97A5-7B7F784F0A5E}"/>
                </a:ext>
              </a:extLst>
            </p:cNvPr>
            <p:cNvSpPr txBox="1">
              <a:spLocks noChangeArrowheads="1"/>
            </p:cNvSpPr>
            <p:nvPr/>
          </p:nvSpPr>
          <p:spPr bwMode="auto">
            <a:xfrm>
              <a:off x="3511755" y="532046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8754" name="TextBox 85">
              <a:extLst>
                <a:ext uri="{FF2B5EF4-FFF2-40B4-BE49-F238E27FC236}">
                  <a16:creationId xmlns:a16="http://schemas.microsoft.com/office/drawing/2014/main" id="{4AADBA82-DC6F-4E5C-B7EC-7F40B23050CB}"/>
                </a:ext>
              </a:extLst>
            </p:cNvPr>
            <p:cNvSpPr txBox="1">
              <a:spLocks noChangeArrowheads="1"/>
            </p:cNvSpPr>
            <p:nvPr/>
          </p:nvSpPr>
          <p:spPr bwMode="auto">
            <a:xfrm>
              <a:off x="3514865" y="5584911"/>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8755" name="TextBox 86">
              <a:extLst>
                <a:ext uri="{FF2B5EF4-FFF2-40B4-BE49-F238E27FC236}">
                  <a16:creationId xmlns:a16="http://schemas.microsoft.com/office/drawing/2014/main" id="{51E74834-E35B-4F59-9878-257FCB525DCB}"/>
                </a:ext>
              </a:extLst>
            </p:cNvPr>
            <p:cNvSpPr txBox="1">
              <a:spLocks noChangeArrowheads="1"/>
            </p:cNvSpPr>
            <p:nvPr/>
          </p:nvSpPr>
          <p:spPr bwMode="auto">
            <a:xfrm>
              <a:off x="3512262" y="5874907"/>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8756" name="TextBox 87">
              <a:extLst>
                <a:ext uri="{FF2B5EF4-FFF2-40B4-BE49-F238E27FC236}">
                  <a16:creationId xmlns:a16="http://schemas.microsoft.com/office/drawing/2014/main" id="{54E6BBB9-128A-42EC-9F82-D72A35CDE900}"/>
                </a:ext>
              </a:extLst>
            </p:cNvPr>
            <p:cNvSpPr txBox="1">
              <a:spLocks noChangeArrowheads="1"/>
            </p:cNvSpPr>
            <p:nvPr/>
          </p:nvSpPr>
          <p:spPr bwMode="auto">
            <a:xfrm>
              <a:off x="5929683" y="548584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r>
                <a:rPr kumimoji="0" lang="en-US" altLang="en-US" sz="1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158757" name="Freeform 17">
              <a:extLst>
                <a:ext uri="{FF2B5EF4-FFF2-40B4-BE49-F238E27FC236}">
                  <a16:creationId xmlns:a16="http://schemas.microsoft.com/office/drawing/2014/main" id="{E52B4AEA-24E3-4E02-92E5-85F9AF5822BB}"/>
                </a:ext>
              </a:extLst>
            </p:cNvPr>
            <p:cNvSpPr>
              <a:spLocks noChangeAspect="1"/>
            </p:cNvSpPr>
            <p:nvPr/>
          </p:nvSpPr>
          <p:spPr bwMode="auto">
            <a:xfrm flipH="1">
              <a:off x="4482990" y="4829534"/>
              <a:ext cx="641378" cy="40168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58" name="Line 101">
              <a:extLst>
                <a:ext uri="{FF2B5EF4-FFF2-40B4-BE49-F238E27FC236}">
                  <a16:creationId xmlns:a16="http://schemas.microsoft.com/office/drawing/2014/main" id="{C142F865-DDD1-4C86-B83A-918CCBC9536D}"/>
                </a:ext>
              </a:extLst>
            </p:cNvPr>
            <p:cNvSpPr>
              <a:spLocks noChangeShapeType="1"/>
            </p:cNvSpPr>
            <p:nvPr/>
          </p:nvSpPr>
          <p:spPr bwMode="auto">
            <a:xfrm flipH="1">
              <a:off x="5123330" y="2334704"/>
              <a:ext cx="1991" cy="25000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59" name="Freeform 17">
              <a:extLst>
                <a:ext uri="{FF2B5EF4-FFF2-40B4-BE49-F238E27FC236}">
                  <a16:creationId xmlns:a16="http://schemas.microsoft.com/office/drawing/2014/main" id="{6528AC9A-D851-4DE3-8640-7C491F5EC172}"/>
                </a:ext>
              </a:extLst>
            </p:cNvPr>
            <p:cNvSpPr>
              <a:spLocks noChangeAspect="1"/>
            </p:cNvSpPr>
            <p:nvPr/>
          </p:nvSpPr>
          <p:spPr bwMode="auto">
            <a:xfrm flipH="1">
              <a:off x="4277400" y="2547864"/>
              <a:ext cx="626539" cy="21109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60" name="Line 101">
              <a:extLst>
                <a:ext uri="{FF2B5EF4-FFF2-40B4-BE49-F238E27FC236}">
                  <a16:creationId xmlns:a16="http://schemas.microsoft.com/office/drawing/2014/main" id="{5CEC2A5E-C933-4067-9BF8-08F852DF02E5}"/>
                </a:ext>
              </a:extLst>
            </p:cNvPr>
            <p:cNvSpPr>
              <a:spLocks noChangeShapeType="1"/>
            </p:cNvSpPr>
            <p:nvPr/>
          </p:nvSpPr>
          <p:spPr bwMode="auto">
            <a:xfrm>
              <a:off x="4488021" y="1993726"/>
              <a:ext cx="2560" cy="89249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58761" name="Group 92">
              <a:extLst>
                <a:ext uri="{FF2B5EF4-FFF2-40B4-BE49-F238E27FC236}">
                  <a16:creationId xmlns:a16="http://schemas.microsoft.com/office/drawing/2014/main" id="{080AFDCF-DB41-456A-AE53-29B6DA94B626}"/>
                </a:ext>
              </a:extLst>
            </p:cNvPr>
            <p:cNvGrpSpPr>
              <a:grpSpLocks/>
            </p:cNvGrpSpPr>
            <p:nvPr/>
          </p:nvGrpSpPr>
          <p:grpSpPr bwMode="auto">
            <a:xfrm>
              <a:off x="4209549" y="1682713"/>
              <a:ext cx="191062" cy="284592"/>
              <a:chOff x="4071257" y="1928327"/>
              <a:chExt cx="191062" cy="284592"/>
            </a:xfrm>
          </p:grpSpPr>
          <p:sp>
            <p:nvSpPr>
              <p:cNvPr id="158765" name="Rectangle 19">
                <a:extLst>
                  <a:ext uri="{FF2B5EF4-FFF2-40B4-BE49-F238E27FC236}">
                    <a16:creationId xmlns:a16="http://schemas.microsoft.com/office/drawing/2014/main" id="{E245133C-4CAC-43EB-AE83-6DC8EF7AC44A}"/>
                  </a:ext>
                </a:extLst>
              </p:cNvPr>
              <p:cNvSpPr>
                <a:spLocks noChangeAspect="1" noChangeArrowheads="1"/>
              </p:cNvSpPr>
              <p:nvPr/>
            </p:nvSpPr>
            <p:spPr bwMode="auto">
              <a:xfrm>
                <a:off x="4071257" y="1928327"/>
                <a:ext cx="1154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66" name="Rectangle 22">
                <a:extLst>
                  <a:ext uri="{FF2B5EF4-FFF2-40B4-BE49-F238E27FC236}">
                    <a16:creationId xmlns:a16="http://schemas.microsoft.com/office/drawing/2014/main" id="{84967A8B-EDA7-45C2-A06F-2F03E8144691}"/>
                  </a:ext>
                </a:extLst>
              </p:cNvPr>
              <p:cNvSpPr>
                <a:spLocks noChangeAspect="1" noChangeArrowheads="1"/>
              </p:cNvSpPr>
              <p:nvPr/>
            </p:nvSpPr>
            <p:spPr bwMode="auto">
              <a:xfrm>
                <a:off x="4156521" y="2043642"/>
                <a:ext cx="1057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58762" name="Oval 68">
              <a:extLst>
                <a:ext uri="{FF2B5EF4-FFF2-40B4-BE49-F238E27FC236}">
                  <a16:creationId xmlns:a16="http://schemas.microsoft.com/office/drawing/2014/main" id="{AD852DA0-4F7D-42C3-889E-B91C0E8B8272}"/>
                </a:ext>
              </a:extLst>
            </p:cNvPr>
            <p:cNvSpPr>
              <a:spLocks noChangeArrowheads="1"/>
            </p:cNvSpPr>
            <p:nvPr/>
          </p:nvSpPr>
          <p:spPr bwMode="auto">
            <a:xfrm>
              <a:off x="4232790" y="2493921"/>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63" name="Oval 68">
              <a:extLst>
                <a:ext uri="{FF2B5EF4-FFF2-40B4-BE49-F238E27FC236}">
                  <a16:creationId xmlns:a16="http://schemas.microsoft.com/office/drawing/2014/main" id="{F9687C03-4694-46CC-AFA9-27421245A221}"/>
                </a:ext>
              </a:extLst>
            </p:cNvPr>
            <p:cNvSpPr>
              <a:spLocks noChangeArrowheads="1"/>
            </p:cNvSpPr>
            <p:nvPr/>
          </p:nvSpPr>
          <p:spPr bwMode="auto">
            <a:xfrm>
              <a:off x="4440238" y="2290367"/>
              <a:ext cx="95364" cy="10205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764" name="Line 6">
              <a:extLst>
                <a:ext uri="{FF2B5EF4-FFF2-40B4-BE49-F238E27FC236}">
                  <a16:creationId xmlns:a16="http://schemas.microsoft.com/office/drawing/2014/main" id="{2FBB25C9-0C33-4EB3-BCC2-E339FE8A617F}"/>
                </a:ext>
              </a:extLst>
            </p:cNvPr>
            <p:cNvSpPr>
              <a:spLocks noChangeAspect="1" noChangeShapeType="1"/>
            </p:cNvSpPr>
            <p:nvPr/>
          </p:nvSpPr>
          <p:spPr bwMode="auto">
            <a:xfrm flipH="1">
              <a:off x="4475199" y="2344248"/>
              <a:ext cx="6604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Rectangle 3">
            <a:extLst>
              <a:ext uri="{FF2B5EF4-FFF2-40B4-BE49-F238E27FC236}">
                <a16:creationId xmlns:a16="http://schemas.microsoft.com/office/drawing/2014/main" id="{2F4CD303-0849-48E1-AE01-BBF01DCD946F}"/>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Register File</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4">
            <a:extLst>
              <a:ext uri="{FF2B5EF4-FFF2-40B4-BE49-F238E27FC236}">
                <a16:creationId xmlns:a16="http://schemas.microsoft.com/office/drawing/2014/main" id="{ED139CFA-A8FD-4101-8BFE-C864536D2D13}"/>
              </a:ext>
            </a:extLst>
          </p:cNvPr>
          <p:cNvSpPr txBox="1">
            <a:spLocks noChangeArrowheads="1"/>
          </p:cNvSpPr>
          <p:nvPr/>
        </p:nvSpPr>
        <p:spPr bwMode="auto">
          <a:xfrm>
            <a:off x="0" y="23813"/>
            <a:ext cx="9144000" cy="310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Design a register file with </a:t>
            </a:r>
            <a:r>
              <a:rPr kumimoji="0" lang="en-US" altLang="en-US" sz="2800" b="1"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rPr>
              <a:t>four 2-bit registers</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one write port, one read port, and one write enable line. </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4">
            <a:extLst>
              <a:ext uri="{FF2B5EF4-FFF2-40B4-BE49-F238E27FC236}">
                <a16:creationId xmlns:a16="http://schemas.microsoft.com/office/drawing/2014/main" id="{ED139CFA-A8FD-4101-8BFE-C864536D2D13}"/>
              </a:ext>
            </a:extLst>
          </p:cNvPr>
          <p:cNvSpPr txBox="1">
            <a:spLocks noChangeArrowheads="1"/>
          </p:cNvSpPr>
          <p:nvPr/>
        </p:nvSpPr>
        <p:spPr bwMode="auto">
          <a:xfrm>
            <a:off x="0" y="23813"/>
            <a:ext cx="9144000" cy="607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2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Design a register file with </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rPr>
              <a:t>four 2-bit registers</a:t>
            </a:r>
            <a:r>
              <a:rPr kumimoji="0" lang="en-US" altLang="en-US" sz="22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one write port, one read port, and one write enable line. </a:t>
            </a:r>
          </a:p>
        </p:txBody>
      </p:sp>
      <p:pic>
        <p:nvPicPr>
          <p:cNvPr id="2" name="Picture 1">
            <a:extLst>
              <a:ext uri="{FF2B5EF4-FFF2-40B4-BE49-F238E27FC236}">
                <a16:creationId xmlns:a16="http://schemas.microsoft.com/office/drawing/2014/main" id="{4D238992-9E42-4D14-8891-87E34B929DFE}"/>
              </a:ext>
            </a:extLst>
          </p:cNvPr>
          <p:cNvPicPr>
            <a:picLocks noChangeAspect="1"/>
          </p:cNvPicPr>
          <p:nvPr/>
        </p:nvPicPr>
        <p:blipFill>
          <a:blip r:embed="rId2"/>
          <a:stretch>
            <a:fillRect/>
          </a:stretch>
        </p:blipFill>
        <p:spPr>
          <a:xfrm>
            <a:off x="4038600" y="907431"/>
            <a:ext cx="3429000" cy="4578969"/>
          </a:xfrm>
          <a:prstGeom prst="rect">
            <a:avLst/>
          </a:prstGeom>
        </p:spPr>
      </p:pic>
      <p:pic>
        <p:nvPicPr>
          <p:cNvPr id="3" name="Picture 2">
            <a:extLst>
              <a:ext uri="{FF2B5EF4-FFF2-40B4-BE49-F238E27FC236}">
                <a16:creationId xmlns:a16="http://schemas.microsoft.com/office/drawing/2014/main" id="{4637C3F7-819A-4C13-A447-D3BFD7B8B19A}"/>
              </a:ext>
            </a:extLst>
          </p:cNvPr>
          <p:cNvPicPr>
            <a:picLocks noChangeAspect="1"/>
          </p:cNvPicPr>
          <p:nvPr/>
        </p:nvPicPr>
        <p:blipFill>
          <a:blip r:embed="rId3"/>
          <a:stretch>
            <a:fillRect/>
          </a:stretch>
        </p:blipFill>
        <p:spPr>
          <a:xfrm>
            <a:off x="2053225" y="5531787"/>
            <a:ext cx="1375775" cy="1097613"/>
          </a:xfrm>
          <a:prstGeom prst="rect">
            <a:avLst/>
          </a:prstGeom>
        </p:spPr>
      </p:pic>
      <p:pic>
        <p:nvPicPr>
          <p:cNvPr id="4" name="Picture 3">
            <a:extLst>
              <a:ext uri="{FF2B5EF4-FFF2-40B4-BE49-F238E27FC236}">
                <a16:creationId xmlns:a16="http://schemas.microsoft.com/office/drawing/2014/main" id="{302B3A7E-26DB-4B1F-B033-15E50ADBFF4F}"/>
              </a:ext>
            </a:extLst>
          </p:cNvPr>
          <p:cNvPicPr>
            <a:picLocks noChangeAspect="1"/>
          </p:cNvPicPr>
          <p:nvPr/>
        </p:nvPicPr>
        <p:blipFill>
          <a:blip r:embed="rId4"/>
          <a:stretch>
            <a:fillRect/>
          </a:stretch>
        </p:blipFill>
        <p:spPr>
          <a:xfrm>
            <a:off x="5119572" y="5584174"/>
            <a:ext cx="1190859" cy="893144"/>
          </a:xfrm>
          <a:prstGeom prst="rect">
            <a:avLst/>
          </a:prstGeom>
        </p:spPr>
      </p:pic>
      <p:pic>
        <p:nvPicPr>
          <p:cNvPr id="7" name="Picture 6">
            <a:extLst>
              <a:ext uri="{FF2B5EF4-FFF2-40B4-BE49-F238E27FC236}">
                <a16:creationId xmlns:a16="http://schemas.microsoft.com/office/drawing/2014/main" id="{ABC4ED8E-B749-4DA4-A7CE-91751C5808F5}"/>
              </a:ext>
            </a:extLst>
          </p:cNvPr>
          <p:cNvPicPr>
            <a:picLocks noChangeAspect="1"/>
          </p:cNvPicPr>
          <p:nvPr/>
        </p:nvPicPr>
        <p:blipFill>
          <a:blip r:embed="rId4"/>
          <a:stretch>
            <a:fillRect/>
          </a:stretch>
        </p:blipFill>
        <p:spPr>
          <a:xfrm>
            <a:off x="7162800" y="5584174"/>
            <a:ext cx="1190859" cy="893144"/>
          </a:xfrm>
          <a:prstGeom prst="rect">
            <a:avLst/>
          </a:prstGeom>
        </p:spPr>
      </p:pic>
    </p:spTree>
    <p:extLst>
      <p:ext uri="{BB962C8B-B14F-4D97-AF65-F5344CB8AC3E}">
        <p14:creationId xmlns:p14="http://schemas.microsoft.com/office/powerpoint/2010/main" val="51241310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3" name="Picture 3" descr="Screen shot 2017-02-17 at 11.57.02 AM.png">
            <a:extLst>
              <a:ext uri="{FF2B5EF4-FFF2-40B4-BE49-F238E27FC236}">
                <a16:creationId xmlns:a16="http://schemas.microsoft.com/office/drawing/2014/main" id="{57B57BFD-F1D8-4BA0-89D2-42941CA0818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19163" y="4763"/>
            <a:ext cx="68357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FC087D50-3374-4BAD-AF1C-065DE1ACB0C2}"/>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841" name="Group 4">
            <a:extLst>
              <a:ext uri="{FF2B5EF4-FFF2-40B4-BE49-F238E27FC236}">
                <a16:creationId xmlns:a16="http://schemas.microsoft.com/office/drawing/2014/main" id="{459F0A9E-8FB0-496D-BA6E-49E8FBE6D4AF}"/>
              </a:ext>
            </a:extLst>
          </p:cNvPr>
          <p:cNvGrpSpPr>
            <a:grpSpLocks/>
          </p:cNvGrpSpPr>
          <p:nvPr/>
        </p:nvGrpSpPr>
        <p:grpSpPr bwMode="auto">
          <a:xfrm>
            <a:off x="919163" y="152399"/>
            <a:ext cx="7634287" cy="6477001"/>
            <a:chOff x="762000" y="5442"/>
            <a:chExt cx="7634209" cy="6858000"/>
          </a:xfrm>
        </p:grpSpPr>
        <p:pic>
          <p:nvPicPr>
            <p:cNvPr id="163842" name="Picture 3" descr="Screen shot 2017-02-17 at 11.57.02 AM.png">
              <a:extLst>
                <a:ext uri="{FF2B5EF4-FFF2-40B4-BE49-F238E27FC236}">
                  <a16:creationId xmlns:a16="http://schemas.microsoft.com/office/drawing/2014/main" id="{54C75CCF-CE3B-42B7-96DE-97B190F15C4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843" name="Group 7">
              <a:extLst>
                <a:ext uri="{FF2B5EF4-FFF2-40B4-BE49-F238E27FC236}">
                  <a16:creationId xmlns:a16="http://schemas.microsoft.com/office/drawing/2014/main" id="{82EFDB82-C118-4044-85A5-7DBC00E6454D}"/>
                </a:ext>
              </a:extLst>
            </p:cNvPr>
            <p:cNvGrpSpPr>
              <a:grpSpLocks/>
            </p:cNvGrpSpPr>
            <p:nvPr/>
          </p:nvGrpSpPr>
          <p:grpSpPr bwMode="auto">
            <a:xfrm>
              <a:off x="2552700" y="381000"/>
              <a:ext cx="5818193" cy="1142999"/>
              <a:chOff x="2590799" y="381000"/>
              <a:chExt cx="5780093" cy="1142999"/>
            </a:xfrm>
          </p:grpSpPr>
          <p:sp>
            <p:nvSpPr>
              <p:cNvPr id="163856" name="Rectangle 5">
                <a:extLst>
                  <a:ext uri="{FF2B5EF4-FFF2-40B4-BE49-F238E27FC236}">
                    <a16:creationId xmlns:a16="http://schemas.microsoft.com/office/drawing/2014/main" id="{B40868F5-FCB2-4C38-9DF7-3FB6E1FDA7DD}"/>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857" name="TextBox 2">
                <a:extLst>
                  <a:ext uri="{FF2B5EF4-FFF2-40B4-BE49-F238E27FC236}">
                    <a16:creationId xmlns:a16="http://schemas.microsoft.com/office/drawing/2014/main" id="{2D825D02-8046-4DC4-8FA9-333206876480}"/>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3858" name="Straight Connector 3">
                <a:extLst>
                  <a:ext uri="{FF2B5EF4-FFF2-40B4-BE49-F238E27FC236}">
                    <a16:creationId xmlns:a16="http://schemas.microsoft.com/office/drawing/2014/main" id="{BAE7CB59-8416-49C3-8A8D-72E31F47940B}"/>
                  </a:ext>
                </a:extLst>
              </p:cNvPr>
              <p:cNvCxnSpPr>
                <a:cxnSpLocks noChangeShapeType="1"/>
                <a:stCxn id="163856" idx="0"/>
                <a:endCxn id="163856"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3844" name="Group 8">
              <a:extLst>
                <a:ext uri="{FF2B5EF4-FFF2-40B4-BE49-F238E27FC236}">
                  <a16:creationId xmlns:a16="http://schemas.microsoft.com/office/drawing/2014/main" id="{B87E2805-02EA-4110-AE3B-23965F9E96B1}"/>
                </a:ext>
              </a:extLst>
            </p:cNvPr>
            <p:cNvGrpSpPr>
              <a:grpSpLocks/>
            </p:cNvGrpSpPr>
            <p:nvPr/>
          </p:nvGrpSpPr>
          <p:grpSpPr bwMode="auto">
            <a:xfrm>
              <a:off x="2552699" y="1672167"/>
              <a:ext cx="5821523" cy="1145055"/>
              <a:chOff x="2595154" y="1672167"/>
              <a:chExt cx="5779067" cy="1145055"/>
            </a:xfrm>
          </p:grpSpPr>
          <p:sp>
            <p:nvSpPr>
              <p:cNvPr id="163853" name="Rectangle 18">
                <a:extLst>
                  <a:ext uri="{FF2B5EF4-FFF2-40B4-BE49-F238E27FC236}">
                    <a16:creationId xmlns:a16="http://schemas.microsoft.com/office/drawing/2014/main" id="{CA466FF3-13B4-4E45-8B3D-045E5B920846}"/>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854" name="TextBox 19">
                <a:extLst>
                  <a:ext uri="{FF2B5EF4-FFF2-40B4-BE49-F238E27FC236}">
                    <a16:creationId xmlns:a16="http://schemas.microsoft.com/office/drawing/2014/main" id="{8FBA29B0-8265-47EF-BE36-0CC7BEAA10B1}"/>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3855" name="Straight Connector 26">
                <a:extLst>
                  <a:ext uri="{FF2B5EF4-FFF2-40B4-BE49-F238E27FC236}">
                    <a16:creationId xmlns:a16="http://schemas.microsoft.com/office/drawing/2014/main" id="{16A6D35D-7C2F-4692-ADAE-7DB2BF43BEC9}"/>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3845" name="Group 9">
              <a:extLst>
                <a:ext uri="{FF2B5EF4-FFF2-40B4-BE49-F238E27FC236}">
                  <a16:creationId xmlns:a16="http://schemas.microsoft.com/office/drawing/2014/main" id="{372785B7-B838-415A-9F03-3BC0958518D5}"/>
                </a:ext>
              </a:extLst>
            </p:cNvPr>
            <p:cNvGrpSpPr>
              <a:grpSpLocks/>
            </p:cNvGrpSpPr>
            <p:nvPr/>
          </p:nvGrpSpPr>
          <p:grpSpPr bwMode="auto">
            <a:xfrm>
              <a:off x="2552699" y="2999079"/>
              <a:ext cx="5825877" cy="1146200"/>
              <a:chOff x="2599508" y="2999079"/>
              <a:chExt cx="5779067" cy="1146200"/>
            </a:xfrm>
          </p:grpSpPr>
          <p:sp>
            <p:nvSpPr>
              <p:cNvPr id="163850" name="Rectangle 21">
                <a:extLst>
                  <a:ext uri="{FF2B5EF4-FFF2-40B4-BE49-F238E27FC236}">
                    <a16:creationId xmlns:a16="http://schemas.microsoft.com/office/drawing/2014/main" id="{F86CD155-142D-4D4E-8A57-4495C14EEF79}"/>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851" name="TextBox 22">
                <a:extLst>
                  <a:ext uri="{FF2B5EF4-FFF2-40B4-BE49-F238E27FC236}">
                    <a16:creationId xmlns:a16="http://schemas.microsoft.com/office/drawing/2014/main" id="{F5C48539-A7DA-49CA-8CC2-90745DC6B0A2}"/>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3852" name="Straight Connector 27">
                <a:extLst>
                  <a:ext uri="{FF2B5EF4-FFF2-40B4-BE49-F238E27FC236}">
                    <a16:creationId xmlns:a16="http://schemas.microsoft.com/office/drawing/2014/main" id="{0268E16A-3286-4B61-9691-0BC84B6C763D}"/>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3846" name="Group 10">
              <a:extLst>
                <a:ext uri="{FF2B5EF4-FFF2-40B4-BE49-F238E27FC236}">
                  <a16:creationId xmlns:a16="http://schemas.microsoft.com/office/drawing/2014/main" id="{A1CFC3AD-319C-4F8C-A4D0-C42A0EEE8A81}"/>
                </a:ext>
              </a:extLst>
            </p:cNvPr>
            <p:cNvGrpSpPr>
              <a:grpSpLocks/>
            </p:cNvGrpSpPr>
            <p:nvPr/>
          </p:nvGrpSpPr>
          <p:grpSpPr bwMode="auto">
            <a:xfrm>
              <a:off x="2552701" y="4256315"/>
              <a:ext cx="5843508" cy="1142999"/>
              <a:chOff x="2599508" y="4256315"/>
              <a:chExt cx="5796699" cy="1142999"/>
            </a:xfrm>
          </p:grpSpPr>
          <p:sp>
            <p:nvSpPr>
              <p:cNvPr id="163847" name="Rectangle 24">
                <a:extLst>
                  <a:ext uri="{FF2B5EF4-FFF2-40B4-BE49-F238E27FC236}">
                    <a16:creationId xmlns:a16="http://schemas.microsoft.com/office/drawing/2014/main" id="{07101005-F216-4C28-90E7-08055DA7E06C}"/>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848" name="TextBox 25">
                <a:extLst>
                  <a:ext uri="{FF2B5EF4-FFF2-40B4-BE49-F238E27FC236}">
                    <a16:creationId xmlns:a16="http://schemas.microsoft.com/office/drawing/2014/main" id="{A914F431-FB20-4B85-9718-2A21FA7277ED}"/>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3849" name="Straight Connector 28">
                <a:extLst>
                  <a:ext uri="{FF2B5EF4-FFF2-40B4-BE49-F238E27FC236}">
                    <a16:creationId xmlns:a16="http://schemas.microsoft.com/office/drawing/2014/main" id="{10E6BBAD-400A-47A1-9ABD-234324D14CA5}"/>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sp>
        <p:nvSpPr>
          <p:cNvPr id="20" name="Rectangle 19">
            <a:extLst>
              <a:ext uri="{FF2B5EF4-FFF2-40B4-BE49-F238E27FC236}">
                <a16:creationId xmlns:a16="http://schemas.microsoft.com/office/drawing/2014/main" id="{8D88C29C-D634-4FE2-B73B-C83B255B60E4}"/>
              </a:ext>
            </a:extLst>
          </p:cNvPr>
          <p:cNvSpPr/>
          <p:nvPr/>
        </p:nvSpPr>
        <p:spPr>
          <a:xfrm>
            <a:off x="0" y="76200"/>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4865" name="Group 4">
            <a:extLst>
              <a:ext uri="{FF2B5EF4-FFF2-40B4-BE49-F238E27FC236}">
                <a16:creationId xmlns:a16="http://schemas.microsoft.com/office/drawing/2014/main" id="{52BC1C72-84FD-4675-9367-9029ABB75AAE}"/>
              </a:ext>
            </a:extLst>
          </p:cNvPr>
          <p:cNvGrpSpPr>
            <a:grpSpLocks/>
          </p:cNvGrpSpPr>
          <p:nvPr/>
        </p:nvGrpSpPr>
        <p:grpSpPr bwMode="auto">
          <a:xfrm>
            <a:off x="919163" y="152399"/>
            <a:ext cx="7634287" cy="6553201"/>
            <a:chOff x="762000" y="5442"/>
            <a:chExt cx="7634209" cy="6858000"/>
          </a:xfrm>
        </p:grpSpPr>
        <p:pic>
          <p:nvPicPr>
            <p:cNvPr id="164866" name="Picture 3" descr="Screen shot 2017-02-17 at 11.57.02 AM.png">
              <a:extLst>
                <a:ext uri="{FF2B5EF4-FFF2-40B4-BE49-F238E27FC236}">
                  <a16:creationId xmlns:a16="http://schemas.microsoft.com/office/drawing/2014/main" id="{4F63794B-25A4-49C8-90A0-36FEC40A098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4867" name="Group 7">
              <a:extLst>
                <a:ext uri="{FF2B5EF4-FFF2-40B4-BE49-F238E27FC236}">
                  <a16:creationId xmlns:a16="http://schemas.microsoft.com/office/drawing/2014/main" id="{2833A7A2-CA75-4880-AA41-C564DCCC08F7}"/>
                </a:ext>
              </a:extLst>
            </p:cNvPr>
            <p:cNvGrpSpPr>
              <a:grpSpLocks/>
            </p:cNvGrpSpPr>
            <p:nvPr/>
          </p:nvGrpSpPr>
          <p:grpSpPr bwMode="auto">
            <a:xfrm>
              <a:off x="2552700" y="381000"/>
              <a:ext cx="5818193" cy="1142999"/>
              <a:chOff x="2590799" y="381000"/>
              <a:chExt cx="5780093" cy="1142999"/>
            </a:xfrm>
          </p:grpSpPr>
          <p:sp>
            <p:nvSpPr>
              <p:cNvPr id="164888" name="Rectangle 5">
                <a:extLst>
                  <a:ext uri="{FF2B5EF4-FFF2-40B4-BE49-F238E27FC236}">
                    <a16:creationId xmlns:a16="http://schemas.microsoft.com/office/drawing/2014/main" id="{AA6B31F4-A193-43C4-897B-87087950D383}"/>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889" name="TextBox 2">
                <a:extLst>
                  <a:ext uri="{FF2B5EF4-FFF2-40B4-BE49-F238E27FC236}">
                    <a16:creationId xmlns:a16="http://schemas.microsoft.com/office/drawing/2014/main" id="{4076D971-2F8B-4D37-9E4D-442F6C99FD3B}"/>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4890" name="Straight Connector 3">
                <a:extLst>
                  <a:ext uri="{FF2B5EF4-FFF2-40B4-BE49-F238E27FC236}">
                    <a16:creationId xmlns:a16="http://schemas.microsoft.com/office/drawing/2014/main" id="{829319B3-6E74-4F85-A6F3-342C1455E9C0}"/>
                  </a:ext>
                </a:extLst>
              </p:cNvPr>
              <p:cNvCxnSpPr>
                <a:cxnSpLocks noChangeShapeType="1"/>
                <a:stCxn id="164888" idx="0"/>
                <a:endCxn id="164888"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4868" name="Group 8">
              <a:extLst>
                <a:ext uri="{FF2B5EF4-FFF2-40B4-BE49-F238E27FC236}">
                  <a16:creationId xmlns:a16="http://schemas.microsoft.com/office/drawing/2014/main" id="{EA21C197-BA33-4E10-B906-69DABFF66C83}"/>
                </a:ext>
              </a:extLst>
            </p:cNvPr>
            <p:cNvGrpSpPr>
              <a:grpSpLocks/>
            </p:cNvGrpSpPr>
            <p:nvPr/>
          </p:nvGrpSpPr>
          <p:grpSpPr bwMode="auto">
            <a:xfrm>
              <a:off x="2552699" y="1672167"/>
              <a:ext cx="5821523" cy="1145055"/>
              <a:chOff x="2595154" y="1672167"/>
              <a:chExt cx="5779067" cy="1145055"/>
            </a:xfrm>
          </p:grpSpPr>
          <p:sp>
            <p:nvSpPr>
              <p:cNvPr id="164885" name="Rectangle 18">
                <a:extLst>
                  <a:ext uri="{FF2B5EF4-FFF2-40B4-BE49-F238E27FC236}">
                    <a16:creationId xmlns:a16="http://schemas.microsoft.com/office/drawing/2014/main" id="{00E65D98-2764-4107-A69F-889BB7EB6538}"/>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886" name="TextBox 19">
                <a:extLst>
                  <a:ext uri="{FF2B5EF4-FFF2-40B4-BE49-F238E27FC236}">
                    <a16:creationId xmlns:a16="http://schemas.microsoft.com/office/drawing/2014/main" id="{31670B00-0765-4950-ADC3-52617041C13E}"/>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4887" name="Straight Connector 26">
                <a:extLst>
                  <a:ext uri="{FF2B5EF4-FFF2-40B4-BE49-F238E27FC236}">
                    <a16:creationId xmlns:a16="http://schemas.microsoft.com/office/drawing/2014/main" id="{8A5798D3-9F55-45C2-BDDB-18EA026BC125}"/>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4869" name="Group 9">
              <a:extLst>
                <a:ext uri="{FF2B5EF4-FFF2-40B4-BE49-F238E27FC236}">
                  <a16:creationId xmlns:a16="http://schemas.microsoft.com/office/drawing/2014/main" id="{6934A269-401B-46F2-AC20-D1AAC9660274}"/>
                </a:ext>
              </a:extLst>
            </p:cNvPr>
            <p:cNvGrpSpPr>
              <a:grpSpLocks/>
            </p:cNvGrpSpPr>
            <p:nvPr/>
          </p:nvGrpSpPr>
          <p:grpSpPr bwMode="auto">
            <a:xfrm>
              <a:off x="2552699" y="2999079"/>
              <a:ext cx="5825877" cy="1146200"/>
              <a:chOff x="2599508" y="2999079"/>
              <a:chExt cx="5779067" cy="1146200"/>
            </a:xfrm>
          </p:grpSpPr>
          <p:sp>
            <p:nvSpPr>
              <p:cNvPr id="164882" name="Rectangle 21">
                <a:extLst>
                  <a:ext uri="{FF2B5EF4-FFF2-40B4-BE49-F238E27FC236}">
                    <a16:creationId xmlns:a16="http://schemas.microsoft.com/office/drawing/2014/main" id="{F4ED16B5-A998-4C57-825F-0E506197F287}"/>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883" name="TextBox 22">
                <a:extLst>
                  <a:ext uri="{FF2B5EF4-FFF2-40B4-BE49-F238E27FC236}">
                    <a16:creationId xmlns:a16="http://schemas.microsoft.com/office/drawing/2014/main" id="{FBBCBC24-EEA4-450C-9EDE-8598561F3E24}"/>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4884" name="Straight Connector 27">
                <a:extLst>
                  <a:ext uri="{FF2B5EF4-FFF2-40B4-BE49-F238E27FC236}">
                    <a16:creationId xmlns:a16="http://schemas.microsoft.com/office/drawing/2014/main" id="{8370D9D6-17A9-49A0-B382-D0C3E55C6DD6}"/>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4870" name="Group 10">
              <a:extLst>
                <a:ext uri="{FF2B5EF4-FFF2-40B4-BE49-F238E27FC236}">
                  <a16:creationId xmlns:a16="http://schemas.microsoft.com/office/drawing/2014/main" id="{9348EC8F-E40D-4024-B02F-D5D65B6EB7F7}"/>
                </a:ext>
              </a:extLst>
            </p:cNvPr>
            <p:cNvGrpSpPr>
              <a:grpSpLocks/>
            </p:cNvGrpSpPr>
            <p:nvPr/>
          </p:nvGrpSpPr>
          <p:grpSpPr bwMode="auto">
            <a:xfrm>
              <a:off x="2552701" y="4256315"/>
              <a:ext cx="5843508" cy="1142999"/>
              <a:chOff x="2599508" y="4256315"/>
              <a:chExt cx="5796699" cy="1142999"/>
            </a:xfrm>
          </p:grpSpPr>
          <p:sp>
            <p:nvSpPr>
              <p:cNvPr id="164879" name="Rectangle 24">
                <a:extLst>
                  <a:ext uri="{FF2B5EF4-FFF2-40B4-BE49-F238E27FC236}">
                    <a16:creationId xmlns:a16="http://schemas.microsoft.com/office/drawing/2014/main" id="{DD461EBF-5C84-4F3A-B99B-5E364D191B98}"/>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880" name="TextBox 25">
                <a:extLst>
                  <a:ext uri="{FF2B5EF4-FFF2-40B4-BE49-F238E27FC236}">
                    <a16:creationId xmlns:a16="http://schemas.microsoft.com/office/drawing/2014/main" id="{466157A8-6FDA-4268-A652-05A322CF1D05}"/>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4881" name="Straight Connector 28">
                <a:extLst>
                  <a:ext uri="{FF2B5EF4-FFF2-40B4-BE49-F238E27FC236}">
                    <a16:creationId xmlns:a16="http://schemas.microsoft.com/office/drawing/2014/main" id="{39B59D7B-F9B6-44E9-B15D-3EB83301995F}"/>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4871" name="TextBox 20">
              <a:extLst>
                <a:ext uri="{FF2B5EF4-FFF2-40B4-BE49-F238E27FC236}">
                  <a16:creationId xmlns:a16="http://schemas.microsoft.com/office/drawing/2014/main" id="{E3EFED68-7AC5-4E97-9E0B-6C5285B3E768}"/>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4872" name="TextBox 23">
              <a:extLst>
                <a:ext uri="{FF2B5EF4-FFF2-40B4-BE49-F238E27FC236}">
                  <a16:creationId xmlns:a16="http://schemas.microsoft.com/office/drawing/2014/main" id="{EB788BE2-FC9F-4211-897A-8DFD7CBA752F}"/>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4873" name="TextBox 30">
              <a:extLst>
                <a:ext uri="{FF2B5EF4-FFF2-40B4-BE49-F238E27FC236}">
                  <a16:creationId xmlns:a16="http://schemas.microsoft.com/office/drawing/2014/main" id="{69630302-4B92-4F17-98F2-6B3F7A8ED22D}"/>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4874" name="TextBox 31">
              <a:extLst>
                <a:ext uri="{FF2B5EF4-FFF2-40B4-BE49-F238E27FC236}">
                  <a16:creationId xmlns:a16="http://schemas.microsoft.com/office/drawing/2014/main" id="{4DC54EAE-1582-49A3-B301-BDB8F3132F46}"/>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4875" name="TextBox 32">
              <a:extLst>
                <a:ext uri="{FF2B5EF4-FFF2-40B4-BE49-F238E27FC236}">
                  <a16:creationId xmlns:a16="http://schemas.microsoft.com/office/drawing/2014/main" id="{F0C0BE22-2899-480E-8124-C02713EBB702}"/>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4876" name="TextBox 33">
              <a:extLst>
                <a:ext uri="{FF2B5EF4-FFF2-40B4-BE49-F238E27FC236}">
                  <a16:creationId xmlns:a16="http://schemas.microsoft.com/office/drawing/2014/main" id="{0C411991-D9D3-4838-8AFC-67B762A73CB9}"/>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4877" name="TextBox 34">
              <a:extLst>
                <a:ext uri="{FF2B5EF4-FFF2-40B4-BE49-F238E27FC236}">
                  <a16:creationId xmlns:a16="http://schemas.microsoft.com/office/drawing/2014/main" id="{B43FE167-C320-4056-8A34-BBF9EEF3E30C}"/>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4878" name="TextBox 35">
              <a:extLst>
                <a:ext uri="{FF2B5EF4-FFF2-40B4-BE49-F238E27FC236}">
                  <a16:creationId xmlns:a16="http://schemas.microsoft.com/office/drawing/2014/main" id="{A7D07657-1B67-4DC7-BDE0-BB8F8385967C}"/>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grpSp>
      <p:sp>
        <p:nvSpPr>
          <p:cNvPr id="28" name="Rectangle 27">
            <a:extLst>
              <a:ext uri="{FF2B5EF4-FFF2-40B4-BE49-F238E27FC236}">
                <a16:creationId xmlns:a16="http://schemas.microsoft.com/office/drawing/2014/main" id="{72236D69-0008-45F5-BEC6-72D6C7B9A677}"/>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5889" name="Group 4">
            <a:extLst>
              <a:ext uri="{FF2B5EF4-FFF2-40B4-BE49-F238E27FC236}">
                <a16:creationId xmlns:a16="http://schemas.microsoft.com/office/drawing/2014/main" id="{DF58CF38-F338-4773-9EDF-9668ABAA2C99}"/>
              </a:ext>
            </a:extLst>
          </p:cNvPr>
          <p:cNvGrpSpPr>
            <a:grpSpLocks/>
          </p:cNvGrpSpPr>
          <p:nvPr/>
        </p:nvGrpSpPr>
        <p:grpSpPr bwMode="auto">
          <a:xfrm>
            <a:off x="919163" y="152401"/>
            <a:ext cx="7634287" cy="6477000"/>
            <a:chOff x="762000" y="-15051"/>
            <a:chExt cx="7634209" cy="6878493"/>
          </a:xfrm>
        </p:grpSpPr>
        <p:pic>
          <p:nvPicPr>
            <p:cNvPr id="165890" name="Picture 3" descr="Screen shot 2017-02-17 at 11.57.02 AM.png">
              <a:extLst>
                <a:ext uri="{FF2B5EF4-FFF2-40B4-BE49-F238E27FC236}">
                  <a16:creationId xmlns:a16="http://schemas.microsoft.com/office/drawing/2014/main" id="{DC4F2744-6D53-4F29-A442-0A50B653F0F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5891" name="Group 7">
              <a:extLst>
                <a:ext uri="{FF2B5EF4-FFF2-40B4-BE49-F238E27FC236}">
                  <a16:creationId xmlns:a16="http://schemas.microsoft.com/office/drawing/2014/main" id="{FBD44DE7-50E3-4342-8B3C-E49382004638}"/>
                </a:ext>
              </a:extLst>
            </p:cNvPr>
            <p:cNvGrpSpPr>
              <a:grpSpLocks/>
            </p:cNvGrpSpPr>
            <p:nvPr/>
          </p:nvGrpSpPr>
          <p:grpSpPr bwMode="auto">
            <a:xfrm>
              <a:off x="2552700" y="381000"/>
              <a:ext cx="5818193" cy="1142999"/>
              <a:chOff x="2590799" y="381000"/>
              <a:chExt cx="5780093" cy="1142999"/>
            </a:xfrm>
          </p:grpSpPr>
          <p:sp>
            <p:nvSpPr>
              <p:cNvPr id="165922" name="Rectangle 5">
                <a:extLst>
                  <a:ext uri="{FF2B5EF4-FFF2-40B4-BE49-F238E27FC236}">
                    <a16:creationId xmlns:a16="http://schemas.microsoft.com/office/drawing/2014/main" id="{223229A1-D726-4C7C-B7C3-F15E6628DAE9}"/>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23" name="TextBox 2">
                <a:extLst>
                  <a:ext uri="{FF2B5EF4-FFF2-40B4-BE49-F238E27FC236}">
                    <a16:creationId xmlns:a16="http://schemas.microsoft.com/office/drawing/2014/main" id="{38950E87-D555-42BE-808A-196A442F6172}"/>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5924" name="Straight Connector 3">
                <a:extLst>
                  <a:ext uri="{FF2B5EF4-FFF2-40B4-BE49-F238E27FC236}">
                    <a16:creationId xmlns:a16="http://schemas.microsoft.com/office/drawing/2014/main" id="{2F02E28F-4DFB-438A-821B-53876DCAD1F4}"/>
                  </a:ext>
                </a:extLst>
              </p:cNvPr>
              <p:cNvCxnSpPr>
                <a:cxnSpLocks noChangeShapeType="1"/>
                <a:stCxn id="165922" idx="0"/>
                <a:endCxn id="165922"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5892" name="Group 8">
              <a:extLst>
                <a:ext uri="{FF2B5EF4-FFF2-40B4-BE49-F238E27FC236}">
                  <a16:creationId xmlns:a16="http://schemas.microsoft.com/office/drawing/2014/main" id="{24542096-8B3B-44E6-870B-FB5737A5377B}"/>
                </a:ext>
              </a:extLst>
            </p:cNvPr>
            <p:cNvGrpSpPr>
              <a:grpSpLocks/>
            </p:cNvGrpSpPr>
            <p:nvPr/>
          </p:nvGrpSpPr>
          <p:grpSpPr bwMode="auto">
            <a:xfrm>
              <a:off x="2552699" y="1672167"/>
              <a:ext cx="5821523" cy="1145055"/>
              <a:chOff x="2595154" y="1672167"/>
              <a:chExt cx="5779067" cy="1145055"/>
            </a:xfrm>
          </p:grpSpPr>
          <p:sp>
            <p:nvSpPr>
              <p:cNvPr id="165919" name="Rectangle 18">
                <a:extLst>
                  <a:ext uri="{FF2B5EF4-FFF2-40B4-BE49-F238E27FC236}">
                    <a16:creationId xmlns:a16="http://schemas.microsoft.com/office/drawing/2014/main" id="{202965D0-6D42-4A07-8914-F274749D514B}"/>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20" name="TextBox 19">
                <a:extLst>
                  <a:ext uri="{FF2B5EF4-FFF2-40B4-BE49-F238E27FC236}">
                    <a16:creationId xmlns:a16="http://schemas.microsoft.com/office/drawing/2014/main" id="{3235B2FA-503F-4C01-9A05-73962D944EB7}"/>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5921" name="Straight Connector 26">
                <a:extLst>
                  <a:ext uri="{FF2B5EF4-FFF2-40B4-BE49-F238E27FC236}">
                    <a16:creationId xmlns:a16="http://schemas.microsoft.com/office/drawing/2014/main" id="{F4F35F6D-A1CF-4D1A-BF0B-374469038D62}"/>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5893" name="Group 9">
              <a:extLst>
                <a:ext uri="{FF2B5EF4-FFF2-40B4-BE49-F238E27FC236}">
                  <a16:creationId xmlns:a16="http://schemas.microsoft.com/office/drawing/2014/main" id="{B0BA9CD9-A197-4A03-9B57-73454D8FC81B}"/>
                </a:ext>
              </a:extLst>
            </p:cNvPr>
            <p:cNvGrpSpPr>
              <a:grpSpLocks/>
            </p:cNvGrpSpPr>
            <p:nvPr/>
          </p:nvGrpSpPr>
          <p:grpSpPr bwMode="auto">
            <a:xfrm>
              <a:off x="2552699" y="2999079"/>
              <a:ext cx="5825877" cy="1146200"/>
              <a:chOff x="2599508" y="2999079"/>
              <a:chExt cx="5779067" cy="1146200"/>
            </a:xfrm>
          </p:grpSpPr>
          <p:sp>
            <p:nvSpPr>
              <p:cNvPr id="165916" name="Rectangle 21">
                <a:extLst>
                  <a:ext uri="{FF2B5EF4-FFF2-40B4-BE49-F238E27FC236}">
                    <a16:creationId xmlns:a16="http://schemas.microsoft.com/office/drawing/2014/main" id="{BF660C98-5AE5-4D10-8802-DDCE464BB391}"/>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17" name="TextBox 22">
                <a:extLst>
                  <a:ext uri="{FF2B5EF4-FFF2-40B4-BE49-F238E27FC236}">
                    <a16:creationId xmlns:a16="http://schemas.microsoft.com/office/drawing/2014/main" id="{F62C1C7C-3DDB-4BB0-988B-28B2689E8D9E}"/>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5918" name="Straight Connector 27">
                <a:extLst>
                  <a:ext uri="{FF2B5EF4-FFF2-40B4-BE49-F238E27FC236}">
                    <a16:creationId xmlns:a16="http://schemas.microsoft.com/office/drawing/2014/main" id="{9D976F1E-B1DB-49C6-BB4D-F7955C179810}"/>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5894" name="Group 10">
              <a:extLst>
                <a:ext uri="{FF2B5EF4-FFF2-40B4-BE49-F238E27FC236}">
                  <a16:creationId xmlns:a16="http://schemas.microsoft.com/office/drawing/2014/main" id="{CFFD472A-9048-4532-8574-1217154A9572}"/>
                </a:ext>
              </a:extLst>
            </p:cNvPr>
            <p:cNvGrpSpPr>
              <a:grpSpLocks/>
            </p:cNvGrpSpPr>
            <p:nvPr/>
          </p:nvGrpSpPr>
          <p:grpSpPr bwMode="auto">
            <a:xfrm>
              <a:off x="2552701" y="4256315"/>
              <a:ext cx="5843508" cy="1142999"/>
              <a:chOff x="2599508" y="4256315"/>
              <a:chExt cx="5796699" cy="1142999"/>
            </a:xfrm>
          </p:grpSpPr>
          <p:sp>
            <p:nvSpPr>
              <p:cNvPr id="165913" name="Rectangle 24">
                <a:extLst>
                  <a:ext uri="{FF2B5EF4-FFF2-40B4-BE49-F238E27FC236}">
                    <a16:creationId xmlns:a16="http://schemas.microsoft.com/office/drawing/2014/main" id="{8E50E526-27E9-47BB-85C3-398D01D8193D}"/>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14" name="TextBox 25">
                <a:extLst>
                  <a:ext uri="{FF2B5EF4-FFF2-40B4-BE49-F238E27FC236}">
                    <a16:creationId xmlns:a16="http://schemas.microsoft.com/office/drawing/2014/main" id="{48F7C5CC-AC9E-48FB-80EB-7AAA74DDD02C}"/>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5915" name="Straight Connector 28">
                <a:extLst>
                  <a:ext uri="{FF2B5EF4-FFF2-40B4-BE49-F238E27FC236}">
                    <a16:creationId xmlns:a16="http://schemas.microsoft.com/office/drawing/2014/main" id="{4F153497-2137-4EE5-AF01-91FE1721E2E3}"/>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5895" name="TextBox 20">
              <a:extLst>
                <a:ext uri="{FF2B5EF4-FFF2-40B4-BE49-F238E27FC236}">
                  <a16:creationId xmlns:a16="http://schemas.microsoft.com/office/drawing/2014/main" id="{BD323879-0293-4ED6-8BD5-56BADE6F4FCC}"/>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5896" name="TextBox 23">
              <a:extLst>
                <a:ext uri="{FF2B5EF4-FFF2-40B4-BE49-F238E27FC236}">
                  <a16:creationId xmlns:a16="http://schemas.microsoft.com/office/drawing/2014/main" id="{4E495081-E1B8-4F84-97BE-B40492E0787C}"/>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5897" name="TextBox 30">
              <a:extLst>
                <a:ext uri="{FF2B5EF4-FFF2-40B4-BE49-F238E27FC236}">
                  <a16:creationId xmlns:a16="http://schemas.microsoft.com/office/drawing/2014/main" id="{FF9269D2-722E-420F-B3F1-69EBC2D4FC9D}"/>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5898" name="TextBox 31">
              <a:extLst>
                <a:ext uri="{FF2B5EF4-FFF2-40B4-BE49-F238E27FC236}">
                  <a16:creationId xmlns:a16="http://schemas.microsoft.com/office/drawing/2014/main" id="{57BFD400-CCDA-44B0-BC77-5EF3643C9001}"/>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5899" name="TextBox 32">
              <a:extLst>
                <a:ext uri="{FF2B5EF4-FFF2-40B4-BE49-F238E27FC236}">
                  <a16:creationId xmlns:a16="http://schemas.microsoft.com/office/drawing/2014/main" id="{B0504C8B-F36A-4540-8467-6ECB86E63F7C}"/>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5900" name="TextBox 33">
              <a:extLst>
                <a:ext uri="{FF2B5EF4-FFF2-40B4-BE49-F238E27FC236}">
                  <a16:creationId xmlns:a16="http://schemas.microsoft.com/office/drawing/2014/main" id="{0C792702-4C0B-4DDB-BC42-44599E75178D}"/>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5901" name="TextBox 34">
              <a:extLst>
                <a:ext uri="{FF2B5EF4-FFF2-40B4-BE49-F238E27FC236}">
                  <a16:creationId xmlns:a16="http://schemas.microsoft.com/office/drawing/2014/main" id="{B4EC8479-F2ED-4785-B085-781CAC3B518A}"/>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5902" name="TextBox 35">
              <a:extLst>
                <a:ext uri="{FF2B5EF4-FFF2-40B4-BE49-F238E27FC236}">
                  <a16:creationId xmlns:a16="http://schemas.microsoft.com/office/drawing/2014/main" id="{C7696591-CD35-43B3-AFE6-AD37FE82D158}"/>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5903" name="Freeform 17">
              <a:extLst>
                <a:ext uri="{FF2B5EF4-FFF2-40B4-BE49-F238E27FC236}">
                  <a16:creationId xmlns:a16="http://schemas.microsoft.com/office/drawing/2014/main" id="{04A193A4-C443-48AB-BC65-313B6173ACB1}"/>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4" name="Freeform 17">
              <a:extLst>
                <a:ext uri="{FF2B5EF4-FFF2-40B4-BE49-F238E27FC236}">
                  <a16:creationId xmlns:a16="http://schemas.microsoft.com/office/drawing/2014/main" id="{195CAF74-387B-47AF-A400-2EC326DDC4E5}"/>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5" name="Line 101">
              <a:extLst>
                <a:ext uri="{FF2B5EF4-FFF2-40B4-BE49-F238E27FC236}">
                  <a16:creationId xmlns:a16="http://schemas.microsoft.com/office/drawing/2014/main" id="{65F62C66-7F2D-4875-A196-89705E5B41EF}"/>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6" name="Line 101">
              <a:extLst>
                <a:ext uri="{FF2B5EF4-FFF2-40B4-BE49-F238E27FC236}">
                  <a16:creationId xmlns:a16="http://schemas.microsoft.com/office/drawing/2014/main" id="{98A228C6-668D-4CD0-B311-86225AA921B1}"/>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7" name="Line 101">
              <a:extLst>
                <a:ext uri="{FF2B5EF4-FFF2-40B4-BE49-F238E27FC236}">
                  <a16:creationId xmlns:a16="http://schemas.microsoft.com/office/drawing/2014/main" id="{77264213-8BE5-4089-8880-AA7F11C71D85}"/>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8" name="Line 101">
              <a:extLst>
                <a:ext uri="{FF2B5EF4-FFF2-40B4-BE49-F238E27FC236}">
                  <a16:creationId xmlns:a16="http://schemas.microsoft.com/office/drawing/2014/main" id="{DFCBF836-7F15-41E0-B14A-5E8526ECB342}"/>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09" name="Line 101">
              <a:extLst>
                <a:ext uri="{FF2B5EF4-FFF2-40B4-BE49-F238E27FC236}">
                  <a16:creationId xmlns:a16="http://schemas.microsoft.com/office/drawing/2014/main" id="{41EF9C22-50CD-49B0-882B-1F141F9F1F87}"/>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10" name="Line 101">
              <a:extLst>
                <a:ext uri="{FF2B5EF4-FFF2-40B4-BE49-F238E27FC236}">
                  <a16:creationId xmlns:a16="http://schemas.microsoft.com/office/drawing/2014/main" id="{2A58EC8F-C406-4E07-AEF2-837F859545BF}"/>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911" name="TextBox 57">
              <a:extLst>
                <a:ext uri="{FF2B5EF4-FFF2-40B4-BE49-F238E27FC236}">
                  <a16:creationId xmlns:a16="http://schemas.microsoft.com/office/drawing/2014/main" id="{B296CA5A-F869-450E-96CE-76E7F19D0FBA}"/>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65912" name="TextBox 58">
              <a:extLst>
                <a:ext uri="{FF2B5EF4-FFF2-40B4-BE49-F238E27FC236}">
                  <a16:creationId xmlns:a16="http://schemas.microsoft.com/office/drawing/2014/main" id="{D84C086A-3F09-4EEE-B3CD-FF0C3DC03CCF}"/>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grpSp>
      <p:sp>
        <p:nvSpPr>
          <p:cNvPr id="38" name="Rectangle 37">
            <a:extLst>
              <a:ext uri="{FF2B5EF4-FFF2-40B4-BE49-F238E27FC236}">
                <a16:creationId xmlns:a16="http://schemas.microsoft.com/office/drawing/2014/main" id="{F45E9D51-11D1-4D9D-AE94-72A74E245C31}"/>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913" name="Group 4">
            <a:extLst>
              <a:ext uri="{FF2B5EF4-FFF2-40B4-BE49-F238E27FC236}">
                <a16:creationId xmlns:a16="http://schemas.microsoft.com/office/drawing/2014/main" id="{0A1A46FC-1B58-4F99-942A-4559EBB09B17}"/>
              </a:ext>
            </a:extLst>
          </p:cNvPr>
          <p:cNvGrpSpPr>
            <a:grpSpLocks/>
          </p:cNvGrpSpPr>
          <p:nvPr/>
        </p:nvGrpSpPr>
        <p:grpSpPr bwMode="auto">
          <a:xfrm>
            <a:off x="155575" y="228601"/>
            <a:ext cx="8397875" cy="6400799"/>
            <a:chOff x="-983" y="-15051"/>
            <a:chExt cx="8397192" cy="6878493"/>
          </a:xfrm>
        </p:grpSpPr>
        <p:pic>
          <p:nvPicPr>
            <p:cNvPr id="166914" name="Picture 3" descr="Screen shot 2017-02-17 at 11.57.02 AM.png">
              <a:extLst>
                <a:ext uri="{FF2B5EF4-FFF2-40B4-BE49-F238E27FC236}">
                  <a16:creationId xmlns:a16="http://schemas.microsoft.com/office/drawing/2014/main" id="{8248ED9E-FFFA-415E-8C82-C4AFD72CCE5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915" name="Group 7">
              <a:extLst>
                <a:ext uri="{FF2B5EF4-FFF2-40B4-BE49-F238E27FC236}">
                  <a16:creationId xmlns:a16="http://schemas.microsoft.com/office/drawing/2014/main" id="{5019D4F3-2D31-456F-81C8-8D892A3CB0FE}"/>
                </a:ext>
              </a:extLst>
            </p:cNvPr>
            <p:cNvGrpSpPr>
              <a:grpSpLocks/>
            </p:cNvGrpSpPr>
            <p:nvPr/>
          </p:nvGrpSpPr>
          <p:grpSpPr bwMode="auto">
            <a:xfrm>
              <a:off x="2552700" y="381000"/>
              <a:ext cx="5818193" cy="1142999"/>
              <a:chOff x="2590799" y="381000"/>
              <a:chExt cx="5780093" cy="1142999"/>
            </a:xfrm>
          </p:grpSpPr>
          <p:sp>
            <p:nvSpPr>
              <p:cNvPr id="166953" name="Rectangle 5">
                <a:extLst>
                  <a:ext uri="{FF2B5EF4-FFF2-40B4-BE49-F238E27FC236}">
                    <a16:creationId xmlns:a16="http://schemas.microsoft.com/office/drawing/2014/main" id="{9585F237-7169-46CD-97C3-00174253B9A5}"/>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54" name="TextBox 2">
                <a:extLst>
                  <a:ext uri="{FF2B5EF4-FFF2-40B4-BE49-F238E27FC236}">
                    <a16:creationId xmlns:a16="http://schemas.microsoft.com/office/drawing/2014/main" id="{6DD10737-5BDF-4D6D-9885-3E8454E542C8}"/>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6955" name="Straight Connector 3">
                <a:extLst>
                  <a:ext uri="{FF2B5EF4-FFF2-40B4-BE49-F238E27FC236}">
                    <a16:creationId xmlns:a16="http://schemas.microsoft.com/office/drawing/2014/main" id="{26E6D985-D2D3-40A0-A0AB-BE2E5DF08FBB}"/>
                  </a:ext>
                </a:extLst>
              </p:cNvPr>
              <p:cNvCxnSpPr>
                <a:cxnSpLocks noChangeShapeType="1"/>
                <a:stCxn id="166953" idx="0"/>
                <a:endCxn id="166953"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6916" name="Group 8">
              <a:extLst>
                <a:ext uri="{FF2B5EF4-FFF2-40B4-BE49-F238E27FC236}">
                  <a16:creationId xmlns:a16="http://schemas.microsoft.com/office/drawing/2014/main" id="{8235E3E8-8B61-48FB-99F6-167C0B370E2C}"/>
                </a:ext>
              </a:extLst>
            </p:cNvPr>
            <p:cNvGrpSpPr>
              <a:grpSpLocks/>
            </p:cNvGrpSpPr>
            <p:nvPr/>
          </p:nvGrpSpPr>
          <p:grpSpPr bwMode="auto">
            <a:xfrm>
              <a:off x="2552699" y="1672167"/>
              <a:ext cx="5821523" cy="1145055"/>
              <a:chOff x="2595154" y="1672167"/>
              <a:chExt cx="5779067" cy="1145055"/>
            </a:xfrm>
          </p:grpSpPr>
          <p:sp>
            <p:nvSpPr>
              <p:cNvPr id="166950" name="Rectangle 18">
                <a:extLst>
                  <a:ext uri="{FF2B5EF4-FFF2-40B4-BE49-F238E27FC236}">
                    <a16:creationId xmlns:a16="http://schemas.microsoft.com/office/drawing/2014/main" id="{511251CB-EECC-4868-8C8E-B20F345B8479}"/>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51" name="TextBox 19">
                <a:extLst>
                  <a:ext uri="{FF2B5EF4-FFF2-40B4-BE49-F238E27FC236}">
                    <a16:creationId xmlns:a16="http://schemas.microsoft.com/office/drawing/2014/main" id="{3179B76E-9D6A-4B8E-8822-48DBAF683FCB}"/>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6952" name="Straight Connector 26">
                <a:extLst>
                  <a:ext uri="{FF2B5EF4-FFF2-40B4-BE49-F238E27FC236}">
                    <a16:creationId xmlns:a16="http://schemas.microsoft.com/office/drawing/2014/main" id="{C95C9ACA-3456-4B09-BC4D-E9C60FEFFAA1}"/>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6917" name="Group 9">
              <a:extLst>
                <a:ext uri="{FF2B5EF4-FFF2-40B4-BE49-F238E27FC236}">
                  <a16:creationId xmlns:a16="http://schemas.microsoft.com/office/drawing/2014/main" id="{DB014B0E-E6CB-4B2F-8224-DCED6B8F4FC6}"/>
                </a:ext>
              </a:extLst>
            </p:cNvPr>
            <p:cNvGrpSpPr>
              <a:grpSpLocks/>
            </p:cNvGrpSpPr>
            <p:nvPr/>
          </p:nvGrpSpPr>
          <p:grpSpPr bwMode="auto">
            <a:xfrm>
              <a:off x="2552699" y="2999079"/>
              <a:ext cx="5825877" cy="1146200"/>
              <a:chOff x="2599508" y="2999079"/>
              <a:chExt cx="5779067" cy="1146200"/>
            </a:xfrm>
          </p:grpSpPr>
          <p:sp>
            <p:nvSpPr>
              <p:cNvPr id="166947" name="Rectangle 21">
                <a:extLst>
                  <a:ext uri="{FF2B5EF4-FFF2-40B4-BE49-F238E27FC236}">
                    <a16:creationId xmlns:a16="http://schemas.microsoft.com/office/drawing/2014/main" id="{0746DF9B-49D1-4BEB-B78B-C4D4280980BE}"/>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48" name="TextBox 22">
                <a:extLst>
                  <a:ext uri="{FF2B5EF4-FFF2-40B4-BE49-F238E27FC236}">
                    <a16:creationId xmlns:a16="http://schemas.microsoft.com/office/drawing/2014/main" id="{7DB36992-00DA-4DF4-8023-503E93569D86}"/>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6949" name="Straight Connector 27">
                <a:extLst>
                  <a:ext uri="{FF2B5EF4-FFF2-40B4-BE49-F238E27FC236}">
                    <a16:creationId xmlns:a16="http://schemas.microsoft.com/office/drawing/2014/main" id="{F36209F3-84C2-42C5-B61E-E957E95571CA}"/>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6918" name="Group 10">
              <a:extLst>
                <a:ext uri="{FF2B5EF4-FFF2-40B4-BE49-F238E27FC236}">
                  <a16:creationId xmlns:a16="http://schemas.microsoft.com/office/drawing/2014/main" id="{C19E77DD-8D93-44C3-B3A0-84737B77BFEE}"/>
                </a:ext>
              </a:extLst>
            </p:cNvPr>
            <p:cNvGrpSpPr>
              <a:grpSpLocks/>
            </p:cNvGrpSpPr>
            <p:nvPr/>
          </p:nvGrpSpPr>
          <p:grpSpPr bwMode="auto">
            <a:xfrm>
              <a:off x="2552701" y="4256315"/>
              <a:ext cx="5843508" cy="1142999"/>
              <a:chOff x="2599508" y="4256315"/>
              <a:chExt cx="5796699" cy="1142999"/>
            </a:xfrm>
          </p:grpSpPr>
          <p:sp>
            <p:nvSpPr>
              <p:cNvPr id="166944" name="Rectangle 24">
                <a:extLst>
                  <a:ext uri="{FF2B5EF4-FFF2-40B4-BE49-F238E27FC236}">
                    <a16:creationId xmlns:a16="http://schemas.microsoft.com/office/drawing/2014/main" id="{53394A0F-4CDF-4727-B701-01AAF0D218BF}"/>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45" name="TextBox 25">
                <a:extLst>
                  <a:ext uri="{FF2B5EF4-FFF2-40B4-BE49-F238E27FC236}">
                    <a16:creationId xmlns:a16="http://schemas.microsoft.com/office/drawing/2014/main" id="{C8153937-5F7E-45F7-B008-A9331347026A}"/>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6946" name="Straight Connector 28">
                <a:extLst>
                  <a:ext uri="{FF2B5EF4-FFF2-40B4-BE49-F238E27FC236}">
                    <a16:creationId xmlns:a16="http://schemas.microsoft.com/office/drawing/2014/main" id="{B86B3BC0-838E-4038-A088-EE63CD951FAA}"/>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6919" name="TextBox 20">
              <a:extLst>
                <a:ext uri="{FF2B5EF4-FFF2-40B4-BE49-F238E27FC236}">
                  <a16:creationId xmlns:a16="http://schemas.microsoft.com/office/drawing/2014/main" id="{8C2EB485-C97D-4D38-A618-450B0AF7801E}"/>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6920" name="TextBox 23">
              <a:extLst>
                <a:ext uri="{FF2B5EF4-FFF2-40B4-BE49-F238E27FC236}">
                  <a16:creationId xmlns:a16="http://schemas.microsoft.com/office/drawing/2014/main" id="{94D36128-D13A-478F-9455-CD27CBC5C952}"/>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6921" name="TextBox 30">
              <a:extLst>
                <a:ext uri="{FF2B5EF4-FFF2-40B4-BE49-F238E27FC236}">
                  <a16:creationId xmlns:a16="http://schemas.microsoft.com/office/drawing/2014/main" id="{FD84034A-033E-4697-A13A-EA1F76B43738}"/>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6922" name="TextBox 31">
              <a:extLst>
                <a:ext uri="{FF2B5EF4-FFF2-40B4-BE49-F238E27FC236}">
                  <a16:creationId xmlns:a16="http://schemas.microsoft.com/office/drawing/2014/main" id="{575254ED-27AC-4A04-A47A-32ED22109BFA}"/>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6923" name="TextBox 32">
              <a:extLst>
                <a:ext uri="{FF2B5EF4-FFF2-40B4-BE49-F238E27FC236}">
                  <a16:creationId xmlns:a16="http://schemas.microsoft.com/office/drawing/2014/main" id="{6F93EBE6-300E-452C-9EE6-6852D712BD13}"/>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6924" name="TextBox 33">
              <a:extLst>
                <a:ext uri="{FF2B5EF4-FFF2-40B4-BE49-F238E27FC236}">
                  <a16:creationId xmlns:a16="http://schemas.microsoft.com/office/drawing/2014/main" id="{7B3B7985-5326-43A3-BB88-7E7A68AB0D03}"/>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6925" name="TextBox 34">
              <a:extLst>
                <a:ext uri="{FF2B5EF4-FFF2-40B4-BE49-F238E27FC236}">
                  <a16:creationId xmlns:a16="http://schemas.microsoft.com/office/drawing/2014/main" id="{05E3FDA9-BDB3-4A1D-A556-F499E4466C84}"/>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6926" name="TextBox 35">
              <a:extLst>
                <a:ext uri="{FF2B5EF4-FFF2-40B4-BE49-F238E27FC236}">
                  <a16:creationId xmlns:a16="http://schemas.microsoft.com/office/drawing/2014/main" id="{67B783ED-A8C7-418F-AE39-7A203D904151}"/>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6927" name="Freeform 51">
              <a:extLst>
                <a:ext uri="{FF2B5EF4-FFF2-40B4-BE49-F238E27FC236}">
                  <a16:creationId xmlns:a16="http://schemas.microsoft.com/office/drawing/2014/main" id="{740C1DB1-8B65-4CE1-9C6D-DE2A7681A8D2}"/>
                </a:ext>
              </a:extLst>
            </p:cNvPr>
            <p:cNvSpPr>
              <a:spLocks/>
            </p:cNvSpPr>
            <p:nvPr/>
          </p:nvSpPr>
          <p:spPr bwMode="auto">
            <a:xfrm rot="5400000" flipV="1">
              <a:off x="863411" y="1780734"/>
              <a:ext cx="5599288" cy="3074140"/>
            </a:xfrm>
            <a:custGeom>
              <a:avLst/>
              <a:gdLst>
                <a:gd name="T0" fmla="*/ 2147483646 w 10027"/>
                <a:gd name="T1" fmla="*/ 0 h 223130"/>
                <a:gd name="T2" fmla="*/ 2147483646 w 10027"/>
                <a:gd name="T3" fmla="*/ 180942437 h 223130"/>
                <a:gd name="T4" fmla="*/ 2147483646 w 10027"/>
                <a:gd name="T5" fmla="*/ 180942437 h 223130"/>
                <a:gd name="T6" fmla="*/ 0 w 10027"/>
                <a:gd name="T7" fmla="*/ 2147483646 h 2231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27" h="223130">
                  <a:moveTo>
                    <a:pt x="10026" y="0"/>
                  </a:moveTo>
                  <a:cubicBezTo>
                    <a:pt x="10021" y="1490"/>
                    <a:pt x="10031" y="3532"/>
                    <a:pt x="10026" y="5022"/>
                  </a:cubicBezTo>
                  <a:lnTo>
                    <a:pt x="26" y="5022"/>
                  </a:lnTo>
                  <a:cubicBezTo>
                    <a:pt x="26" y="3378"/>
                    <a:pt x="0" y="224765"/>
                    <a:pt x="0" y="223121"/>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28" name="Freeform 51">
              <a:extLst>
                <a:ext uri="{FF2B5EF4-FFF2-40B4-BE49-F238E27FC236}">
                  <a16:creationId xmlns:a16="http://schemas.microsoft.com/office/drawing/2014/main" id="{B562419F-90E7-4DE3-8F97-0E1A7F49C2BC}"/>
                </a:ext>
              </a:extLst>
            </p:cNvPr>
            <p:cNvSpPr>
              <a:spLocks/>
            </p:cNvSpPr>
            <p:nvPr/>
          </p:nvSpPr>
          <p:spPr bwMode="auto">
            <a:xfrm rot="5400000" flipV="1">
              <a:off x="1431419" y="2477646"/>
              <a:ext cx="4455651" cy="3081760"/>
            </a:xfrm>
            <a:custGeom>
              <a:avLst/>
              <a:gdLst>
                <a:gd name="T0" fmla="*/ 2147483646 w 10043"/>
                <a:gd name="T1" fmla="*/ 0 h 223683"/>
                <a:gd name="T2" fmla="*/ 2147483646 w 10043"/>
                <a:gd name="T3" fmla="*/ 400147585 h 223683"/>
                <a:gd name="T4" fmla="*/ 2147483646 w 10043"/>
                <a:gd name="T5" fmla="*/ 400147585 h 223683"/>
                <a:gd name="T6" fmla="*/ 0 w 10043"/>
                <a:gd name="T7" fmla="*/ 2147483646 h 2236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43" h="223683">
                  <a:moveTo>
                    <a:pt x="10043" y="0"/>
                  </a:moveTo>
                  <a:cubicBezTo>
                    <a:pt x="10032" y="5361"/>
                    <a:pt x="10037" y="5745"/>
                    <a:pt x="10026" y="11106"/>
                  </a:cubicBezTo>
                  <a:lnTo>
                    <a:pt x="26" y="11106"/>
                  </a:lnTo>
                  <a:cubicBezTo>
                    <a:pt x="26" y="9462"/>
                    <a:pt x="0" y="225318"/>
                    <a:pt x="0" y="223674"/>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29" name="Freeform 51">
              <a:extLst>
                <a:ext uri="{FF2B5EF4-FFF2-40B4-BE49-F238E27FC236}">
                  <a16:creationId xmlns:a16="http://schemas.microsoft.com/office/drawing/2014/main" id="{D34F015C-0BBA-49FD-AAE9-79BF4ABDBA14}"/>
                </a:ext>
              </a:extLst>
            </p:cNvPr>
            <p:cNvSpPr>
              <a:spLocks/>
            </p:cNvSpPr>
            <p:nvPr/>
          </p:nvSpPr>
          <p:spPr bwMode="auto">
            <a:xfrm rot="5400000" flipV="1">
              <a:off x="2046182" y="3219232"/>
              <a:ext cx="3232377" cy="3072794"/>
            </a:xfrm>
            <a:custGeom>
              <a:avLst/>
              <a:gdLst>
                <a:gd name="T0" fmla="*/ 2147483646 w 10030"/>
                <a:gd name="T1" fmla="*/ 0 h 223651"/>
                <a:gd name="T2" fmla="*/ 2147483646 w 10030"/>
                <a:gd name="T3" fmla="*/ 612101826 h 223651"/>
                <a:gd name="T4" fmla="*/ 2147483646 w 10030"/>
                <a:gd name="T5" fmla="*/ 612101826 h 223651"/>
                <a:gd name="T6" fmla="*/ 0 w 10030"/>
                <a:gd name="T7" fmla="*/ 2147483646 h 2236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30" h="223651">
                  <a:moveTo>
                    <a:pt x="10025" y="0"/>
                  </a:moveTo>
                  <a:cubicBezTo>
                    <a:pt x="10009" y="7389"/>
                    <a:pt x="10042" y="9789"/>
                    <a:pt x="10026" y="17178"/>
                  </a:cubicBezTo>
                  <a:lnTo>
                    <a:pt x="26" y="17178"/>
                  </a:lnTo>
                  <a:cubicBezTo>
                    <a:pt x="26" y="15534"/>
                    <a:pt x="0" y="225286"/>
                    <a:pt x="0" y="223642"/>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0" name="Freeform 51">
              <a:extLst>
                <a:ext uri="{FF2B5EF4-FFF2-40B4-BE49-F238E27FC236}">
                  <a16:creationId xmlns:a16="http://schemas.microsoft.com/office/drawing/2014/main" id="{02ECDD1F-970F-4B7D-A1EC-9FF998928AFE}"/>
                </a:ext>
              </a:extLst>
            </p:cNvPr>
            <p:cNvSpPr>
              <a:spLocks/>
            </p:cNvSpPr>
            <p:nvPr/>
          </p:nvSpPr>
          <p:spPr bwMode="auto">
            <a:xfrm rot="5400000" flipV="1">
              <a:off x="2619070" y="3941755"/>
              <a:ext cx="2095587" cy="3066521"/>
            </a:xfrm>
            <a:custGeom>
              <a:avLst/>
              <a:gdLst>
                <a:gd name="T0" fmla="*/ 2147483646 w 10063"/>
                <a:gd name="T1" fmla="*/ 0 h 222577"/>
                <a:gd name="T2" fmla="*/ 2147483646 w 10063"/>
                <a:gd name="T3" fmla="*/ 838559020 h 222577"/>
                <a:gd name="T4" fmla="*/ 2147483646 w 10063"/>
                <a:gd name="T5" fmla="*/ 838559020 h 222577"/>
                <a:gd name="T6" fmla="*/ 0 w 10063"/>
                <a:gd name="T7" fmla="*/ 2147483646 h 2225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63" h="222577">
                  <a:moveTo>
                    <a:pt x="10063" y="0"/>
                  </a:moveTo>
                  <a:cubicBezTo>
                    <a:pt x="10051" y="7758"/>
                    <a:pt x="10038" y="15516"/>
                    <a:pt x="10026" y="23274"/>
                  </a:cubicBezTo>
                  <a:lnTo>
                    <a:pt x="26" y="23274"/>
                  </a:lnTo>
                  <a:cubicBezTo>
                    <a:pt x="26" y="21630"/>
                    <a:pt x="0" y="224212"/>
                    <a:pt x="0" y="222568"/>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1" name="Freeform 17">
              <a:extLst>
                <a:ext uri="{FF2B5EF4-FFF2-40B4-BE49-F238E27FC236}">
                  <a16:creationId xmlns:a16="http://schemas.microsoft.com/office/drawing/2014/main" id="{B0A1B1B9-AC17-4EC7-80ED-83B9522489A3}"/>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2" name="Freeform 17">
              <a:extLst>
                <a:ext uri="{FF2B5EF4-FFF2-40B4-BE49-F238E27FC236}">
                  <a16:creationId xmlns:a16="http://schemas.microsoft.com/office/drawing/2014/main" id="{54BFDDBA-4899-44A7-8C30-2B5D157ACD0C}"/>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3" name="Line 101">
              <a:extLst>
                <a:ext uri="{FF2B5EF4-FFF2-40B4-BE49-F238E27FC236}">
                  <a16:creationId xmlns:a16="http://schemas.microsoft.com/office/drawing/2014/main" id="{C445F3B0-B567-42FF-95AB-5FF0CD20446C}"/>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4" name="Line 101">
              <a:extLst>
                <a:ext uri="{FF2B5EF4-FFF2-40B4-BE49-F238E27FC236}">
                  <a16:creationId xmlns:a16="http://schemas.microsoft.com/office/drawing/2014/main" id="{CD20DDA0-88A8-4C69-B15A-B6969ABCAD2E}"/>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5" name="Line 101">
              <a:extLst>
                <a:ext uri="{FF2B5EF4-FFF2-40B4-BE49-F238E27FC236}">
                  <a16:creationId xmlns:a16="http://schemas.microsoft.com/office/drawing/2014/main" id="{C8B2CC27-868C-450F-9EFE-765CBC2A61BA}"/>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6" name="Line 101">
              <a:extLst>
                <a:ext uri="{FF2B5EF4-FFF2-40B4-BE49-F238E27FC236}">
                  <a16:creationId xmlns:a16="http://schemas.microsoft.com/office/drawing/2014/main" id="{67593463-D962-4E10-B340-59CF73C57617}"/>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7" name="Line 101">
              <a:extLst>
                <a:ext uri="{FF2B5EF4-FFF2-40B4-BE49-F238E27FC236}">
                  <a16:creationId xmlns:a16="http://schemas.microsoft.com/office/drawing/2014/main" id="{E7B2E0EC-7146-43D6-AA99-B9D9AEAE12E9}"/>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8" name="Line 101">
              <a:extLst>
                <a:ext uri="{FF2B5EF4-FFF2-40B4-BE49-F238E27FC236}">
                  <a16:creationId xmlns:a16="http://schemas.microsoft.com/office/drawing/2014/main" id="{90C4BFB5-6044-44A1-99A1-81A244956EA0}"/>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939" name="TextBox 57">
              <a:extLst>
                <a:ext uri="{FF2B5EF4-FFF2-40B4-BE49-F238E27FC236}">
                  <a16:creationId xmlns:a16="http://schemas.microsoft.com/office/drawing/2014/main" id="{0ECF55CE-898C-4653-BCF4-5A8E5621C61D}"/>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66940" name="TextBox 58">
              <a:extLst>
                <a:ext uri="{FF2B5EF4-FFF2-40B4-BE49-F238E27FC236}">
                  <a16:creationId xmlns:a16="http://schemas.microsoft.com/office/drawing/2014/main" id="{6922FD6B-D2D7-42B4-903B-AA09FFF8A403}"/>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sp>
          <p:nvSpPr>
            <p:cNvPr id="166941" name="TextBox 61">
              <a:extLst>
                <a:ext uri="{FF2B5EF4-FFF2-40B4-BE49-F238E27FC236}">
                  <a16:creationId xmlns:a16="http://schemas.microsoft.com/office/drawing/2014/main" id="{0F755343-9391-409D-AE17-DA96C2B2ED7A}"/>
                </a:ext>
              </a:extLst>
            </p:cNvPr>
            <p:cNvSpPr txBox="1">
              <a:spLocks noChangeArrowheads="1"/>
            </p:cNvSpPr>
            <p:nvPr/>
          </p:nvSpPr>
          <p:spPr bwMode="auto">
            <a:xfrm>
              <a:off x="242542" y="6321332"/>
              <a:ext cx="12187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Write_enable</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6942" name="TextBox 62">
              <a:extLst>
                <a:ext uri="{FF2B5EF4-FFF2-40B4-BE49-F238E27FC236}">
                  <a16:creationId xmlns:a16="http://schemas.microsoft.com/office/drawing/2014/main" id="{7B6DBBD6-D873-4945-B81A-C5A4C4ADF058}"/>
                </a:ext>
              </a:extLst>
            </p:cNvPr>
            <p:cNvSpPr txBox="1">
              <a:spLocks noChangeArrowheads="1"/>
            </p:cNvSpPr>
            <p:nvPr/>
          </p:nvSpPr>
          <p:spPr bwMode="auto">
            <a:xfrm>
              <a:off x="-983" y="589869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Write_address_0</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6943" name="TextBox 63">
              <a:extLst>
                <a:ext uri="{FF2B5EF4-FFF2-40B4-BE49-F238E27FC236}">
                  <a16:creationId xmlns:a16="http://schemas.microsoft.com/office/drawing/2014/main" id="{746FAF17-5A4A-4654-A2B2-0D2D2EB1E3F2}"/>
                </a:ext>
              </a:extLst>
            </p:cNvPr>
            <p:cNvSpPr txBox="1">
              <a:spLocks noChangeArrowheads="1"/>
            </p:cNvSpPr>
            <p:nvPr/>
          </p:nvSpPr>
          <p:spPr bwMode="auto">
            <a:xfrm>
              <a:off x="588" y="610765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Write_address_1</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grpSp>
      <p:sp>
        <p:nvSpPr>
          <p:cNvPr id="45" name="Rectangle 44">
            <a:extLst>
              <a:ext uri="{FF2B5EF4-FFF2-40B4-BE49-F238E27FC236}">
                <a16:creationId xmlns:a16="http://schemas.microsoft.com/office/drawing/2014/main" id="{7117061D-BF8F-4D0F-A8BE-A733FB3B7896}"/>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937" name="Group 4">
            <a:extLst>
              <a:ext uri="{FF2B5EF4-FFF2-40B4-BE49-F238E27FC236}">
                <a16:creationId xmlns:a16="http://schemas.microsoft.com/office/drawing/2014/main" id="{151E5AAA-FD36-458D-B424-E22A42E8C8AA}"/>
              </a:ext>
            </a:extLst>
          </p:cNvPr>
          <p:cNvGrpSpPr>
            <a:grpSpLocks/>
          </p:cNvGrpSpPr>
          <p:nvPr/>
        </p:nvGrpSpPr>
        <p:grpSpPr bwMode="auto">
          <a:xfrm>
            <a:off x="155575" y="228601"/>
            <a:ext cx="8397875" cy="6400800"/>
            <a:chOff x="-983" y="-15051"/>
            <a:chExt cx="8397192" cy="6878493"/>
          </a:xfrm>
        </p:grpSpPr>
        <p:pic>
          <p:nvPicPr>
            <p:cNvPr id="167938" name="Picture 3" descr="Screen shot 2017-02-17 at 11.57.02 AM.png">
              <a:extLst>
                <a:ext uri="{FF2B5EF4-FFF2-40B4-BE49-F238E27FC236}">
                  <a16:creationId xmlns:a16="http://schemas.microsoft.com/office/drawing/2014/main" id="{2DAF4633-9F25-4D10-A348-717BF06B5A8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7939" name="Group 7">
              <a:extLst>
                <a:ext uri="{FF2B5EF4-FFF2-40B4-BE49-F238E27FC236}">
                  <a16:creationId xmlns:a16="http://schemas.microsoft.com/office/drawing/2014/main" id="{08548704-2A3B-4D47-9228-8C135B9858D7}"/>
                </a:ext>
              </a:extLst>
            </p:cNvPr>
            <p:cNvGrpSpPr>
              <a:grpSpLocks/>
            </p:cNvGrpSpPr>
            <p:nvPr/>
          </p:nvGrpSpPr>
          <p:grpSpPr bwMode="auto">
            <a:xfrm>
              <a:off x="2552700" y="381000"/>
              <a:ext cx="5818193" cy="1142999"/>
              <a:chOff x="2590799" y="381000"/>
              <a:chExt cx="5780093" cy="1142999"/>
            </a:xfrm>
          </p:grpSpPr>
          <p:sp>
            <p:nvSpPr>
              <p:cNvPr id="167985" name="Rectangle 5">
                <a:extLst>
                  <a:ext uri="{FF2B5EF4-FFF2-40B4-BE49-F238E27FC236}">
                    <a16:creationId xmlns:a16="http://schemas.microsoft.com/office/drawing/2014/main" id="{D124A72C-20CF-4CFE-B402-B66F65054E6E}"/>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86" name="TextBox 2">
                <a:extLst>
                  <a:ext uri="{FF2B5EF4-FFF2-40B4-BE49-F238E27FC236}">
                    <a16:creationId xmlns:a16="http://schemas.microsoft.com/office/drawing/2014/main" id="{5272E44C-E0D2-4F28-A8DD-C3B2AEFE9C54}"/>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7987" name="Straight Connector 3">
                <a:extLst>
                  <a:ext uri="{FF2B5EF4-FFF2-40B4-BE49-F238E27FC236}">
                    <a16:creationId xmlns:a16="http://schemas.microsoft.com/office/drawing/2014/main" id="{8383DE2D-300D-4058-83D0-D1D8DBAE9FF8}"/>
                  </a:ext>
                </a:extLst>
              </p:cNvPr>
              <p:cNvCxnSpPr>
                <a:cxnSpLocks noChangeShapeType="1"/>
                <a:stCxn id="167985" idx="0"/>
                <a:endCxn id="167985"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7940" name="Group 8">
              <a:extLst>
                <a:ext uri="{FF2B5EF4-FFF2-40B4-BE49-F238E27FC236}">
                  <a16:creationId xmlns:a16="http://schemas.microsoft.com/office/drawing/2014/main" id="{AC2E70FF-258C-4ADF-B466-4A1DFD7F1682}"/>
                </a:ext>
              </a:extLst>
            </p:cNvPr>
            <p:cNvGrpSpPr>
              <a:grpSpLocks/>
            </p:cNvGrpSpPr>
            <p:nvPr/>
          </p:nvGrpSpPr>
          <p:grpSpPr bwMode="auto">
            <a:xfrm>
              <a:off x="2552699" y="1672167"/>
              <a:ext cx="5821523" cy="1145055"/>
              <a:chOff x="2595154" y="1672167"/>
              <a:chExt cx="5779067" cy="1145055"/>
            </a:xfrm>
          </p:grpSpPr>
          <p:sp>
            <p:nvSpPr>
              <p:cNvPr id="167982" name="Rectangle 18">
                <a:extLst>
                  <a:ext uri="{FF2B5EF4-FFF2-40B4-BE49-F238E27FC236}">
                    <a16:creationId xmlns:a16="http://schemas.microsoft.com/office/drawing/2014/main" id="{8985C558-DB1F-4D25-AADD-5966BA8ABE09}"/>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83" name="TextBox 19">
                <a:extLst>
                  <a:ext uri="{FF2B5EF4-FFF2-40B4-BE49-F238E27FC236}">
                    <a16:creationId xmlns:a16="http://schemas.microsoft.com/office/drawing/2014/main" id="{1C3DB192-EE1E-424A-B202-1A574EDFBBF5}"/>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7984" name="Straight Connector 26">
                <a:extLst>
                  <a:ext uri="{FF2B5EF4-FFF2-40B4-BE49-F238E27FC236}">
                    <a16:creationId xmlns:a16="http://schemas.microsoft.com/office/drawing/2014/main" id="{F37B888A-078F-43CC-A83C-6252832F68B0}"/>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7941" name="Group 9">
              <a:extLst>
                <a:ext uri="{FF2B5EF4-FFF2-40B4-BE49-F238E27FC236}">
                  <a16:creationId xmlns:a16="http://schemas.microsoft.com/office/drawing/2014/main" id="{852B8EE3-B5F3-4478-A315-57B86A805B78}"/>
                </a:ext>
              </a:extLst>
            </p:cNvPr>
            <p:cNvGrpSpPr>
              <a:grpSpLocks/>
            </p:cNvGrpSpPr>
            <p:nvPr/>
          </p:nvGrpSpPr>
          <p:grpSpPr bwMode="auto">
            <a:xfrm>
              <a:off x="2552699" y="2999079"/>
              <a:ext cx="5825877" cy="1146200"/>
              <a:chOff x="2599508" y="2999079"/>
              <a:chExt cx="5779067" cy="1146200"/>
            </a:xfrm>
          </p:grpSpPr>
          <p:sp>
            <p:nvSpPr>
              <p:cNvPr id="167979" name="Rectangle 21">
                <a:extLst>
                  <a:ext uri="{FF2B5EF4-FFF2-40B4-BE49-F238E27FC236}">
                    <a16:creationId xmlns:a16="http://schemas.microsoft.com/office/drawing/2014/main" id="{A6DFA661-731D-4960-AA9C-16E95FB39E9A}"/>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80" name="TextBox 22">
                <a:extLst>
                  <a:ext uri="{FF2B5EF4-FFF2-40B4-BE49-F238E27FC236}">
                    <a16:creationId xmlns:a16="http://schemas.microsoft.com/office/drawing/2014/main" id="{81F30DC7-F67C-46E3-BA90-B4E80A7D0E3B}"/>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7981" name="Straight Connector 27">
                <a:extLst>
                  <a:ext uri="{FF2B5EF4-FFF2-40B4-BE49-F238E27FC236}">
                    <a16:creationId xmlns:a16="http://schemas.microsoft.com/office/drawing/2014/main" id="{0542A0E8-BADA-4E84-9E9F-7F32BA65649A}"/>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7942" name="Group 10">
              <a:extLst>
                <a:ext uri="{FF2B5EF4-FFF2-40B4-BE49-F238E27FC236}">
                  <a16:creationId xmlns:a16="http://schemas.microsoft.com/office/drawing/2014/main" id="{A118C776-2E21-4BB2-B47D-6C896020B140}"/>
                </a:ext>
              </a:extLst>
            </p:cNvPr>
            <p:cNvGrpSpPr>
              <a:grpSpLocks/>
            </p:cNvGrpSpPr>
            <p:nvPr/>
          </p:nvGrpSpPr>
          <p:grpSpPr bwMode="auto">
            <a:xfrm>
              <a:off x="2552701" y="4256315"/>
              <a:ext cx="5843508" cy="1142999"/>
              <a:chOff x="2599508" y="4256315"/>
              <a:chExt cx="5796699" cy="1142999"/>
            </a:xfrm>
          </p:grpSpPr>
          <p:sp>
            <p:nvSpPr>
              <p:cNvPr id="167976" name="Rectangle 24">
                <a:extLst>
                  <a:ext uri="{FF2B5EF4-FFF2-40B4-BE49-F238E27FC236}">
                    <a16:creationId xmlns:a16="http://schemas.microsoft.com/office/drawing/2014/main" id="{76552C5E-7171-4B29-B7DF-9B5FBE7E75E4}"/>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77" name="TextBox 25">
                <a:extLst>
                  <a:ext uri="{FF2B5EF4-FFF2-40B4-BE49-F238E27FC236}">
                    <a16:creationId xmlns:a16="http://schemas.microsoft.com/office/drawing/2014/main" id="{C26B6AA0-55FB-4D7F-BF93-F29BFFF58F27}"/>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7978" name="Straight Connector 28">
                <a:extLst>
                  <a:ext uri="{FF2B5EF4-FFF2-40B4-BE49-F238E27FC236}">
                    <a16:creationId xmlns:a16="http://schemas.microsoft.com/office/drawing/2014/main" id="{A33430F0-C1BB-4EC4-82F7-075F26F57585}"/>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7943" name="TextBox 20">
              <a:extLst>
                <a:ext uri="{FF2B5EF4-FFF2-40B4-BE49-F238E27FC236}">
                  <a16:creationId xmlns:a16="http://schemas.microsoft.com/office/drawing/2014/main" id="{B7B88BAA-EB5D-4101-B703-B67EA6497DF1}"/>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7944" name="TextBox 23">
              <a:extLst>
                <a:ext uri="{FF2B5EF4-FFF2-40B4-BE49-F238E27FC236}">
                  <a16:creationId xmlns:a16="http://schemas.microsoft.com/office/drawing/2014/main" id="{807B792D-5357-4709-BC19-EFCFAD03E3A1}"/>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7945" name="TextBox 30">
              <a:extLst>
                <a:ext uri="{FF2B5EF4-FFF2-40B4-BE49-F238E27FC236}">
                  <a16:creationId xmlns:a16="http://schemas.microsoft.com/office/drawing/2014/main" id="{C78CA7C3-FD7B-4EB1-A50B-47E2186BF8A6}"/>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7946" name="TextBox 31">
              <a:extLst>
                <a:ext uri="{FF2B5EF4-FFF2-40B4-BE49-F238E27FC236}">
                  <a16:creationId xmlns:a16="http://schemas.microsoft.com/office/drawing/2014/main" id="{927C972D-7087-4B40-A157-CE3A99F54FFA}"/>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7947" name="TextBox 32">
              <a:extLst>
                <a:ext uri="{FF2B5EF4-FFF2-40B4-BE49-F238E27FC236}">
                  <a16:creationId xmlns:a16="http://schemas.microsoft.com/office/drawing/2014/main" id="{AAD87A73-43DE-4DF5-9DCE-FDB29931AB93}"/>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7948" name="TextBox 33">
              <a:extLst>
                <a:ext uri="{FF2B5EF4-FFF2-40B4-BE49-F238E27FC236}">
                  <a16:creationId xmlns:a16="http://schemas.microsoft.com/office/drawing/2014/main" id="{BAA8E650-ED81-4A79-A3BB-91719C3A8989}"/>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7949" name="Freeform 17">
              <a:extLst>
                <a:ext uri="{FF2B5EF4-FFF2-40B4-BE49-F238E27FC236}">
                  <a16:creationId xmlns:a16="http://schemas.microsoft.com/office/drawing/2014/main" id="{90A8D016-AD5E-420C-80BB-48CAC58DFFA8}"/>
                </a:ext>
              </a:extLst>
            </p:cNvPr>
            <p:cNvSpPr>
              <a:spLocks noChangeAspect="1"/>
            </p:cNvSpPr>
            <p:nvPr/>
          </p:nvSpPr>
          <p:spPr bwMode="auto">
            <a:xfrm>
              <a:off x="3640667" y="3589868"/>
              <a:ext cx="371926"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0" name="Freeform 17">
              <a:extLst>
                <a:ext uri="{FF2B5EF4-FFF2-40B4-BE49-F238E27FC236}">
                  <a16:creationId xmlns:a16="http://schemas.microsoft.com/office/drawing/2014/main" id="{7FA870BE-64DE-4D5E-80E2-1A9D122C5033}"/>
                </a:ext>
              </a:extLst>
            </p:cNvPr>
            <p:cNvSpPr>
              <a:spLocks noChangeAspect="1"/>
            </p:cNvSpPr>
            <p:nvPr/>
          </p:nvSpPr>
          <p:spPr bwMode="auto">
            <a:xfrm>
              <a:off x="3649133" y="4859866"/>
              <a:ext cx="185660"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1" name="Freeform 17">
              <a:extLst>
                <a:ext uri="{FF2B5EF4-FFF2-40B4-BE49-F238E27FC236}">
                  <a16:creationId xmlns:a16="http://schemas.microsoft.com/office/drawing/2014/main" id="{39924F3F-9E99-42B7-BA05-D1D7B2C6AE05}"/>
                </a:ext>
              </a:extLst>
            </p:cNvPr>
            <p:cNvSpPr>
              <a:spLocks noChangeAspect="1"/>
            </p:cNvSpPr>
            <p:nvPr/>
          </p:nvSpPr>
          <p:spPr bwMode="auto">
            <a:xfrm>
              <a:off x="3657600" y="2243667"/>
              <a:ext cx="549726"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2" name="Freeform 17">
              <a:extLst>
                <a:ext uri="{FF2B5EF4-FFF2-40B4-BE49-F238E27FC236}">
                  <a16:creationId xmlns:a16="http://schemas.microsoft.com/office/drawing/2014/main" id="{25B47A52-5670-4A85-A746-95D245709756}"/>
                </a:ext>
              </a:extLst>
            </p:cNvPr>
            <p:cNvSpPr>
              <a:spLocks noChangeAspect="1"/>
            </p:cNvSpPr>
            <p:nvPr/>
          </p:nvSpPr>
          <p:spPr bwMode="auto">
            <a:xfrm>
              <a:off x="3657600"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3" name="TextBox 34">
              <a:extLst>
                <a:ext uri="{FF2B5EF4-FFF2-40B4-BE49-F238E27FC236}">
                  <a16:creationId xmlns:a16="http://schemas.microsoft.com/office/drawing/2014/main" id="{83226161-FBAF-4B07-8BB4-BC4CFE01F53C}"/>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7954" name="Freeform 17">
              <a:extLst>
                <a:ext uri="{FF2B5EF4-FFF2-40B4-BE49-F238E27FC236}">
                  <a16:creationId xmlns:a16="http://schemas.microsoft.com/office/drawing/2014/main" id="{553FB606-AFF8-4AAD-A654-96EAA3049015}"/>
                </a:ext>
              </a:extLst>
            </p:cNvPr>
            <p:cNvSpPr>
              <a:spLocks noChangeAspect="1"/>
            </p:cNvSpPr>
            <p:nvPr/>
          </p:nvSpPr>
          <p:spPr bwMode="auto">
            <a:xfrm>
              <a:off x="5857461" y="3589868"/>
              <a:ext cx="347998"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5" name="Freeform 17">
              <a:extLst>
                <a:ext uri="{FF2B5EF4-FFF2-40B4-BE49-F238E27FC236}">
                  <a16:creationId xmlns:a16="http://schemas.microsoft.com/office/drawing/2014/main" id="{DB9685A8-883C-4ACE-8973-9588C5C1E4FA}"/>
                </a:ext>
              </a:extLst>
            </p:cNvPr>
            <p:cNvSpPr>
              <a:spLocks noChangeAspect="1"/>
            </p:cNvSpPr>
            <p:nvPr/>
          </p:nvSpPr>
          <p:spPr bwMode="auto">
            <a:xfrm>
              <a:off x="5857461" y="4859866"/>
              <a:ext cx="176824"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6" name="Freeform 17">
              <a:extLst>
                <a:ext uri="{FF2B5EF4-FFF2-40B4-BE49-F238E27FC236}">
                  <a16:creationId xmlns:a16="http://schemas.microsoft.com/office/drawing/2014/main" id="{A918E1F2-EAC7-44B7-B4C7-07B4EB3339C6}"/>
                </a:ext>
              </a:extLst>
            </p:cNvPr>
            <p:cNvSpPr>
              <a:spLocks noChangeAspect="1"/>
            </p:cNvSpPr>
            <p:nvPr/>
          </p:nvSpPr>
          <p:spPr bwMode="auto">
            <a:xfrm>
              <a:off x="5857460" y="2243667"/>
              <a:ext cx="542731"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7" name="Freeform 17">
              <a:extLst>
                <a:ext uri="{FF2B5EF4-FFF2-40B4-BE49-F238E27FC236}">
                  <a16:creationId xmlns:a16="http://schemas.microsoft.com/office/drawing/2014/main" id="{E2908CAA-32D0-4335-991E-DFB57160E936}"/>
                </a:ext>
              </a:extLst>
            </p:cNvPr>
            <p:cNvSpPr>
              <a:spLocks noChangeAspect="1"/>
            </p:cNvSpPr>
            <p:nvPr/>
          </p:nvSpPr>
          <p:spPr bwMode="auto">
            <a:xfrm>
              <a:off x="5863718"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58" name="TextBox 35">
              <a:extLst>
                <a:ext uri="{FF2B5EF4-FFF2-40B4-BE49-F238E27FC236}">
                  <a16:creationId xmlns:a16="http://schemas.microsoft.com/office/drawing/2014/main" id="{558DC1DD-508E-4D35-AB6F-5B549CE7095F}"/>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7959" name="Freeform 51">
              <a:extLst>
                <a:ext uri="{FF2B5EF4-FFF2-40B4-BE49-F238E27FC236}">
                  <a16:creationId xmlns:a16="http://schemas.microsoft.com/office/drawing/2014/main" id="{3BEAE3D1-2F23-4D84-97D2-EE017DAB5159}"/>
                </a:ext>
              </a:extLst>
            </p:cNvPr>
            <p:cNvSpPr>
              <a:spLocks/>
            </p:cNvSpPr>
            <p:nvPr/>
          </p:nvSpPr>
          <p:spPr bwMode="auto">
            <a:xfrm rot="5400000" flipV="1">
              <a:off x="863411" y="1780734"/>
              <a:ext cx="5599288" cy="3074140"/>
            </a:xfrm>
            <a:custGeom>
              <a:avLst/>
              <a:gdLst>
                <a:gd name="T0" fmla="*/ 2147483646 w 10027"/>
                <a:gd name="T1" fmla="*/ 0 h 223130"/>
                <a:gd name="T2" fmla="*/ 2147483646 w 10027"/>
                <a:gd name="T3" fmla="*/ 180942437 h 223130"/>
                <a:gd name="T4" fmla="*/ 2147483646 w 10027"/>
                <a:gd name="T5" fmla="*/ 180942437 h 223130"/>
                <a:gd name="T6" fmla="*/ 0 w 10027"/>
                <a:gd name="T7" fmla="*/ 2147483646 h 2231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27" h="223130">
                  <a:moveTo>
                    <a:pt x="10026" y="0"/>
                  </a:moveTo>
                  <a:cubicBezTo>
                    <a:pt x="10021" y="1490"/>
                    <a:pt x="10031" y="3532"/>
                    <a:pt x="10026" y="5022"/>
                  </a:cubicBezTo>
                  <a:lnTo>
                    <a:pt x="26" y="5022"/>
                  </a:lnTo>
                  <a:cubicBezTo>
                    <a:pt x="26" y="3378"/>
                    <a:pt x="0" y="224765"/>
                    <a:pt x="0" y="223121"/>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0" name="Freeform 51">
              <a:extLst>
                <a:ext uri="{FF2B5EF4-FFF2-40B4-BE49-F238E27FC236}">
                  <a16:creationId xmlns:a16="http://schemas.microsoft.com/office/drawing/2014/main" id="{94284A02-1421-417C-AD7B-D80AB81067AB}"/>
                </a:ext>
              </a:extLst>
            </p:cNvPr>
            <p:cNvSpPr>
              <a:spLocks/>
            </p:cNvSpPr>
            <p:nvPr/>
          </p:nvSpPr>
          <p:spPr bwMode="auto">
            <a:xfrm rot="5400000" flipV="1">
              <a:off x="1431419" y="2477646"/>
              <a:ext cx="4455651" cy="3081760"/>
            </a:xfrm>
            <a:custGeom>
              <a:avLst/>
              <a:gdLst>
                <a:gd name="T0" fmla="*/ 2147483646 w 10043"/>
                <a:gd name="T1" fmla="*/ 0 h 223683"/>
                <a:gd name="T2" fmla="*/ 2147483646 w 10043"/>
                <a:gd name="T3" fmla="*/ 400147585 h 223683"/>
                <a:gd name="T4" fmla="*/ 2147483646 w 10043"/>
                <a:gd name="T5" fmla="*/ 400147585 h 223683"/>
                <a:gd name="T6" fmla="*/ 0 w 10043"/>
                <a:gd name="T7" fmla="*/ 2147483646 h 2236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43" h="223683">
                  <a:moveTo>
                    <a:pt x="10043" y="0"/>
                  </a:moveTo>
                  <a:cubicBezTo>
                    <a:pt x="10032" y="5361"/>
                    <a:pt x="10037" y="5745"/>
                    <a:pt x="10026" y="11106"/>
                  </a:cubicBezTo>
                  <a:lnTo>
                    <a:pt x="26" y="11106"/>
                  </a:lnTo>
                  <a:cubicBezTo>
                    <a:pt x="26" y="9462"/>
                    <a:pt x="0" y="225318"/>
                    <a:pt x="0" y="223674"/>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1" name="Freeform 51">
              <a:extLst>
                <a:ext uri="{FF2B5EF4-FFF2-40B4-BE49-F238E27FC236}">
                  <a16:creationId xmlns:a16="http://schemas.microsoft.com/office/drawing/2014/main" id="{12E4CA70-9175-45EB-B89A-BACE52C7D0A9}"/>
                </a:ext>
              </a:extLst>
            </p:cNvPr>
            <p:cNvSpPr>
              <a:spLocks/>
            </p:cNvSpPr>
            <p:nvPr/>
          </p:nvSpPr>
          <p:spPr bwMode="auto">
            <a:xfrm rot="5400000" flipV="1">
              <a:off x="2046182" y="3219232"/>
              <a:ext cx="3232377" cy="3072794"/>
            </a:xfrm>
            <a:custGeom>
              <a:avLst/>
              <a:gdLst>
                <a:gd name="T0" fmla="*/ 2147483646 w 10030"/>
                <a:gd name="T1" fmla="*/ 0 h 223651"/>
                <a:gd name="T2" fmla="*/ 2147483646 w 10030"/>
                <a:gd name="T3" fmla="*/ 612101826 h 223651"/>
                <a:gd name="T4" fmla="*/ 2147483646 w 10030"/>
                <a:gd name="T5" fmla="*/ 612101826 h 223651"/>
                <a:gd name="T6" fmla="*/ 0 w 10030"/>
                <a:gd name="T7" fmla="*/ 2147483646 h 2236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30" h="223651">
                  <a:moveTo>
                    <a:pt x="10025" y="0"/>
                  </a:moveTo>
                  <a:cubicBezTo>
                    <a:pt x="10009" y="7389"/>
                    <a:pt x="10042" y="9789"/>
                    <a:pt x="10026" y="17178"/>
                  </a:cubicBezTo>
                  <a:lnTo>
                    <a:pt x="26" y="17178"/>
                  </a:lnTo>
                  <a:cubicBezTo>
                    <a:pt x="26" y="15534"/>
                    <a:pt x="0" y="225286"/>
                    <a:pt x="0" y="223642"/>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2" name="Freeform 51">
              <a:extLst>
                <a:ext uri="{FF2B5EF4-FFF2-40B4-BE49-F238E27FC236}">
                  <a16:creationId xmlns:a16="http://schemas.microsoft.com/office/drawing/2014/main" id="{8F519028-5B5A-4EE8-900B-073BD6563A6D}"/>
                </a:ext>
              </a:extLst>
            </p:cNvPr>
            <p:cNvSpPr>
              <a:spLocks/>
            </p:cNvSpPr>
            <p:nvPr/>
          </p:nvSpPr>
          <p:spPr bwMode="auto">
            <a:xfrm rot="5400000" flipV="1">
              <a:off x="2619070" y="3941755"/>
              <a:ext cx="2095587" cy="3066521"/>
            </a:xfrm>
            <a:custGeom>
              <a:avLst/>
              <a:gdLst>
                <a:gd name="T0" fmla="*/ 2147483646 w 10063"/>
                <a:gd name="T1" fmla="*/ 0 h 222577"/>
                <a:gd name="T2" fmla="*/ 2147483646 w 10063"/>
                <a:gd name="T3" fmla="*/ 838559020 h 222577"/>
                <a:gd name="T4" fmla="*/ 2147483646 w 10063"/>
                <a:gd name="T5" fmla="*/ 838559020 h 222577"/>
                <a:gd name="T6" fmla="*/ 0 w 10063"/>
                <a:gd name="T7" fmla="*/ 2147483646 h 2225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63" h="222577">
                  <a:moveTo>
                    <a:pt x="10063" y="0"/>
                  </a:moveTo>
                  <a:cubicBezTo>
                    <a:pt x="10051" y="7758"/>
                    <a:pt x="10038" y="15516"/>
                    <a:pt x="10026" y="23274"/>
                  </a:cubicBezTo>
                  <a:lnTo>
                    <a:pt x="26" y="23274"/>
                  </a:lnTo>
                  <a:cubicBezTo>
                    <a:pt x="26" y="21630"/>
                    <a:pt x="0" y="224212"/>
                    <a:pt x="0" y="222568"/>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3" name="Freeform 17">
              <a:extLst>
                <a:ext uri="{FF2B5EF4-FFF2-40B4-BE49-F238E27FC236}">
                  <a16:creationId xmlns:a16="http://schemas.microsoft.com/office/drawing/2014/main" id="{E54A71B4-20FC-4E5C-8549-43516CE60096}"/>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4" name="Freeform 17">
              <a:extLst>
                <a:ext uri="{FF2B5EF4-FFF2-40B4-BE49-F238E27FC236}">
                  <a16:creationId xmlns:a16="http://schemas.microsoft.com/office/drawing/2014/main" id="{99530CBC-63E6-4AB4-B4BD-E30A73A9750A}"/>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5" name="Line 101">
              <a:extLst>
                <a:ext uri="{FF2B5EF4-FFF2-40B4-BE49-F238E27FC236}">
                  <a16:creationId xmlns:a16="http://schemas.microsoft.com/office/drawing/2014/main" id="{849A0476-03B7-40ED-BAC6-1A96AE14AD33}"/>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6" name="Line 101">
              <a:extLst>
                <a:ext uri="{FF2B5EF4-FFF2-40B4-BE49-F238E27FC236}">
                  <a16:creationId xmlns:a16="http://schemas.microsoft.com/office/drawing/2014/main" id="{58B613AD-4781-41B1-A9D6-A22632F02BAE}"/>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7" name="Line 101">
              <a:extLst>
                <a:ext uri="{FF2B5EF4-FFF2-40B4-BE49-F238E27FC236}">
                  <a16:creationId xmlns:a16="http://schemas.microsoft.com/office/drawing/2014/main" id="{457BBC77-E9B0-40C7-81FA-7F483530E807}"/>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8" name="Line 101">
              <a:extLst>
                <a:ext uri="{FF2B5EF4-FFF2-40B4-BE49-F238E27FC236}">
                  <a16:creationId xmlns:a16="http://schemas.microsoft.com/office/drawing/2014/main" id="{4D5D78FA-9AE0-4B82-8605-63FBB1CF8A2D}"/>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69" name="Line 101">
              <a:extLst>
                <a:ext uri="{FF2B5EF4-FFF2-40B4-BE49-F238E27FC236}">
                  <a16:creationId xmlns:a16="http://schemas.microsoft.com/office/drawing/2014/main" id="{A32080A7-5D98-47C2-A382-1D4E755C7D8B}"/>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70" name="Line 101">
              <a:extLst>
                <a:ext uri="{FF2B5EF4-FFF2-40B4-BE49-F238E27FC236}">
                  <a16:creationId xmlns:a16="http://schemas.microsoft.com/office/drawing/2014/main" id="{E689BC1D-2A86-4627-B8BE-6776AC5EA775}"/>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971" name="TextBox 57">
              <a:extLst>
                <a:ext uri="{FF2B5EF4-FFF2-40B4-BE49-F238E27FC236}">
                  <a16:creationId xmlns:a16="http://schemas.microsoft.com/office/drawing/2014/main" id="{7E634D9F-7D12-401D-8967-C5B4A768E790}"/>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67972" name="TextBox 58">
              <a:extLst>
                <a:ext uri="{FF2B5EF4-FFF2-40B4-BE49-F238E27FC236}">
                  <a16:creationId xmlns:a16="http://schemas.microsoft.com/office/drawing/2014/main" id="{FE3F4174-85CA-4CE5-B789-539445735649}"/>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sp>
          <p:nvSpPr>
            <p:cNvPr id="167973" name="TextBox 61">
              <a:extLst>
                <a:ext uri="{FF2B5EF4-FFF2-40B4-BE49-F238E27FC236}">
                  <a16:creationId xmlns:a16="http://schemas.microsoft.com/office/drawing/2014/main" id="{21CEDB46-588C-42BA-8A3E-89A235882F5C}"/>
                </a:ext>
              </a:extLst>
            </p:cNvPr>
            <p:cNvSpPr txBox="1">
              <a:spLocks noChangeArrowheads="1"/>
            </p:cNvSpPr>
            <p:nvPr/>
          </p:nvSpPr>
          <p:spPr bwMode="auto">
            <a:xfrm>
              <a:off x="242542" y="6321332"/>
              <a:ext cx="12187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Write_enable</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7974" name="TextBox 62">
              <a:extLst>
                <a:ext uri="{FF2B5EF4-FFF2-40B4-BE49-F238E27FC236}">
                  <a16:creationId xmlns:a16="http://schemas.microsoft.com/office/drawing/2014/main" id="{B8328958-B83A-4A00-ABDB-F6A231D20B08}"/>
                </a:ext>
              </a:extLst>
            </p:cNvPr>
            <p:cNvSpPr txBox="1">
              <a:spLocks noChangeArrowheads="1"/>
            </p:cNvSpPr>
            <p:nvPr/>
          </p:nvSpPr>
          <p:spPr bwMode="auto">
            <a:xfrm>
              <a:off x="-983" y="589869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Write_address_0</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7975" name="TextBox 63">
              <a:extLst>
                <a:ext uri="{FF2B5EF4-FFF2-40B4-BE49-F238E27FC236}">
                  <a16:creationId xmlns:a16="http://schemas.microsoft.com/office/drawing/2014/main" id="{5E607CDA-6BDF-4FB9-B13A-494E585BA488}"/>
                </a:ext>
              </a:extLst>
            </p:cNvPr>
            <p:cNvSpPr txBox="1">
              <a:spLocks noChangeArrowheads="1"/>
            </p:cNvSpPr>
            <p:nvPr/>
          </p:nvSpPr>
          <p:spPr bwMode="auto">
            <a:xfrm>
              <a:off x="588" y="610765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Write_address_1</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grpSp>
      <p:sp>
        <p:nvSpPr>
          <p:cNvPr id="53" name="Rectangle 52">
            <a:extLst>
              <a:ext uri="{FF2B5EF4-FFF2-40B4-BE49-F238E27FC236}">
                <a16:creationId xmlns:a16="http://schemas.microsoft.com/office/drawing/2014/main" id="{B243F76F-F56A-4DCB-B124-C47445A27C03}"/>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1" name="Group 4">
            <a:extLst>
              <a:ext uri="{FF2B5EF4-FFF2-40B4-BE49-F238E27FC236}">
                <a16:creationId xmlns:a16="http://schemas.microsoft.com/office/drawing/2014/main" id="{1CC62224-5F6D-451F-AFFA-7B4183721271}"/>
              </a:ext>
            </a:extLst>
          </p:cNvPr>
          <p:cNvGrpSpPr>
            <a:grpSpLocks/>
          </p:cNvGrpSpPr>
          <p:nvPr/>
        </p:nvGrpSpPr>
        <p:grpSpPr bwMode="auto">
          <a:xfrm>
            <a:off x="155575" y="228601"/>
            <a:ext cx="8836025" cy="6477000"/>
            <a:chOff x="-983" y="-15051"/>
            <a:chExt cx="8835814" cy="6922430"/>
          </a:xfrm>
        </p:grpSpPr>
        <p:pic>
          <p:nvPicPr>
            <p:cNvPr id="168962" name="Picture 3" descr="Screen shot 2017-02-17 at 11.57.02 AM.png">
              <a:extLst>
                <a:ext uri="{FF2B5EF4-FFF2-40B4-BE49-F238E27FC236}">
                  <a16:creationId xmlns:a16="http://schemas.microsoft.com/office/drawing/2014/main" id="{A9E580AC-90F1-4755-AA31-99C75C53933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8963" name="Group 7">
              <a:extLst>
                <a:ext uri="{FF2B5EF4-FFF2-40B4-BE49-F238E27FC236}">
                  <a16:creationId xmlns:a16="http://schemas.microsoft.com/office/drawing/2014/main" id="{D9E8B7D4-AEF0-4FD9-B302-1E006B6C82FA}"/>
                </a:ext>
              </a:extLst>
            </p:cNvPr>
            <p:cNvGrpSpPr>
              <a:grpSpLocks/>
            </p:cNvGrpSpPr>
            <p:nvPr/>
          </p:nvGrpSpPr>
          <p:grpSpPr bwMode="auto">
            <a:xfrm>
              <a:off x="2552700" y="381000"/>
              <a:ext cx="5818193" cy="1142999"/>
              <a:chOff x="2590799" y="381000"/>
              <a:chExt cx="5780093" cy="1142999"/>
            </a:xfrm>
          </p:grpSpPr>
          <p:sp>
            <p:nvSpPr>
              <p:cNvPr id="169024" name="Rectangle 5">
                <a:extLst>
                  <a:ext uri="{FF2B5EF4-FFF2-40B4-BE49-F238E27FC236}">
                    <a16:creationId xmlns:a16="http://schemas.microsoft.com/office/drawing/2014/main" id="{8E9DAB49-630E-426A-980C-3F2D0AEE737F}"/>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25" name="TextBox 2">
                <a:extLst>
                  <a:ext uri="{FF2B5EF4-FFF2-40B4-BE49-F238E27FC236}">
                    <a16:creationId xmlns:a16="http://schemas.microsoft.com/office/drawing/2014/main" id="{E084DEBA-A2B5-4305-A66B-06CFA070C8FA}"/>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69026" name="Straight Connector 3">
                <a:extLst>
                  <a:ext uri="{FF2B5EF4-FFF2-40B4-BE49-F238E27FC236}">
                    <a16:creationId xmlns:a16="http://schemas.microsoft.com/office/drawing/2014/main" id="{A99EB8B9-AC67-47DF-A29C-4C1A38D54780}"/>
                  </a:ext>
                </a:extLst>
              </p:cNvPr>
              <p:cNvCxnSpPr>
                <a:cxnSpLocks noChangeShapeType="1"/>
                <a:stCxn id="169024" idx="0"/>
                <a:endCxn id="169024"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8964" name="Group 8">
              <a:extLst>
                <a:ext uri="{FF2B5EF4-FFF2-40B4-BE49-F238E27FC236}">
                  <a16:creationId xmlns:a16="http://schemas.microsoft.com/office/drawing/2014/main" id="{D6951622-A88D-495A-BAC5-17C45BA08164}"/>
                </a:ext>
              </a:extLst>
            </p:cNvPr>
            <p:cNvGrpSpPr>
              <a:grpSpLocks/>
            </p:cNvGrpSpPr>
            <p:nvPr/>
          </p:nvGrpSpPr>
          <p:grpSpPr bwMode="auto">
            <a:xfrm>
              <a:off x="2552699" y="1672167"/>
              <a:ext cx="5821523" cy="1145055"/>
              <a:chOff x="2595154" y="1672167"/>
              <a:chExt cx="5779067" cy="1145055"/>
            </a:xfrm>
          </p:grpSpPr>
          <p:sp>
            <p:nvSpPr>
              <p:cNvPr id="169021" name="Rectangle 18">
                <a:extLst>
                  <a:ext uri="{FF2B5EF4-FFF2-40B4-BE49-F238E27FC236}">
                    <a16:creationId xmlns:a16="http://schemas.microsoft.com/office/drawing/2014/main" id="{1DA87AE6-6FF8-49BA-A04D-21818B35AF21}"/>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22" name="TextBox 19">
                <a:extLst>
                  <a:ext uri="{FF2B5EF4-FFF2-40B4-BE49-F238E27FC236}">
                    <a16:creationId xmlns:a16="http://schemas.microsoft.com/office/drawing/2014/main" id="{FCBC3B8A-8C57-44B2-9074-D0153B34F875}"/>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69023" name="Straight Connector 26">
                <a:extLst>
                  <a:ext uri="{FF2B5EF4-FFF2-40B4-BE49-F238E27FC236}">
                    <a16:creationId xmlns:a16="http://schemas.microsoft.com/office/drawing/2014/main" id="{F07C6851-4A0B-4F3D-BFC5-8E786C16D358}"/>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8965" name="Group 9">
              <a:extLst>
                <a:ext uri="{FF2B5EF4-FFF2-40B4-BE49-F238E27FC236}">
                  <a16:creationId xmlns:a16="http://schemas.microsoft.com/office/drawing/2014/main" id="{182E2FE4-0691-466D-A20B-B32E0E3E4C45}"/>
                </a:ext>
              </a:extLst>
            </p:cNvPr>
            <p:cNvGrpSpPr>
              <a:grpSpLocks/>
            </p:cNvGrpSpPr>
            <p:nvPr/>
          </p:nvGrpSpPr>
          <p:grpSpPr bwMode="auto">
            <a:xfrm>
              <a:off x="2552699" y="2999079"/>
              <a:ext cx="5825877" cy="1146200"/>
              <a:chOff x="2599508" y="2999079"/>
              <a:chExt cx="5779067" cy="1146200"/>
            </a:xfrm>
          </p:grpSpPr>
          <p:sp>
            <p:nvSpPr>
              <p:cNvPr id="169018" name="Rectangle 21">
                <a:extLst>
                  <a:ext uri="{FF2B5EF4-FFF2-40B4-BE49-F238E27FC236}">
                    <a16:creationId xmlns:a16="http://schemas.microsoft.com/office/drawing/2014/main" id="{BDE19065-790E-433F-9ECD-07C36945C619}"/>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9" name="TextBox 22">
                <a:extLst>
                  <a:ext uri="{FF2B5EF4-FFF2-40B4-BE49-F238E27FC236}">
                    <a16:creationId xmlns:a16="http://schemas.microsoft.com/office/drawing/2014/main" id="{3C1F5CC2-B595-431A-8BAF-6038DAD998B9}"/>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69020" name="Straight Connector 27">
                <a:extLst>
                  <a:ext uri="{FF2B5EF4-FFF2-40B4-BE49-F238E27FC236}">
                    <a16:creationId xmlns:a16="http://schemas.microsoft.com/office/drawing/2014/main" id="{52971B11-17BF-4534-A6D0-AB1833DC33B2}"/>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8966" name="Group 10">
              <a:extLst>
                <a:ext uri="{FF2B5EF4-FFF2-40B4-BE49-F238E27FC236}">
                  <a16:creationId xmlns:a16="http://schemas.microsoft.com/office/drawing/2014/main" id="{5F47D566-08CB-43F3-B7D0-754AFB894727}"/>
                </a:ext>
              </a:extLst>
            </p:cNvPr>
            <p:cNvGrpSpPr>
              <a:grpSpLocks/>
            </p:cNvGrpSpPr>
            <p:nvPr/>
          </p:nvGrpSpPr>
          <p:grpSpPr bwMode="auto">
            <a:xfrm>
              <a:off x="2552701" y="4256315"/>
              <a:ext cx="5843508" cy="1142999"/>
              <a:chOff x="2599508" y="4256315"/>
              <a:chExt cx="5796699" cy="1142999"/>
            </a:xfrm>
          </p:grpSpPr>
          <p:sp>
            <p:nvSpPr>
              <p:cNvPr id="169015" name="Rectangle 24">
                <a:extLst>
                  <a:ext uri="{FF2B5EF4-FFF2-40B4-BE49-F238E27FC236}">
                    <a16:creationId xmlns:a16="http://schemas.microsoft.com/office/drawing/2014/main" id="{01E9AE1D-0131-4783-882F-49F5C7AB6B10}"/>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6" name="TextBox 25">
                <a:extLst>
                  <a:ext uri="{FF2B5EF4-FFF2-40B4-BE49-F238E27FC236}">
                    <a16:creationId xmlns:a16="http://schemas.microsoft.com/office/drawing/2014/main" id="{FDC1B86C-FF7C-466A-BFCB-12B7D153C1F8}"/>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69017" name="Straight Connector 28">
                <a:extLst>
                  <a:ext uri="{FF2B5EF4-FFF2-40B4-BE49-F238E27FC236}">
                    <a16:creationId xmlns:a16="http://schemas.microsoft.com/office/drawing/2014/main" id="{F48CD6CA-D8F9-45BA-B320-9248199005A2}"/>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8967" name="TextBox 20">
              <a:extLst>
                <a:ext uri="{FF2B5EF4-FFF2-40B4-BE49-F238E27FC236}">
                  <a16:creationId xmlns:a16="http://schemas.microsoft.com/office/drawing/2014/main" id="{4D4B72F4-2796-499D-8BD2-415CC4C8CCB6}"/>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8968" name="TextBox 23">
              <a:extLst>
                <a:ext uri="{FF2B5EF4-FFF2-40B4-BE49-F238E27FC236}">
                  <a16:creationId xmlns:a16="http://schemas.microsoft.com/office/drawing/2014/main" id="{4E49DDF0-B723-4E6E-87B0-B9110237BA47}"/>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8969" name="TextBox 30">
              <a:extLst>
                <a:ext uri="{FF2B5EF4-FFF2-40B4-BE49-F238E27FC236}">
                  <a16:creationId xmlns:a16="http://schemas.microsoft.com/office/drawing/2014/main" id="{6968A31D-0106-49EE-A1F7-01B566396A0D}"/>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8970" name="TextBox 31">
              <a:extLst>
                <a:ext uri="{FF2B5EF4-FFF2-40B4-BE49-F238E27FC236}">
                  <a16:creationId xmlns:a16="http://schemas.microsoft.com/office/drawing/2014/main" id="{58400C5C-6E2D-4DCB-84B0-4520DA1106FF}"/>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8971" name="TextBox 32">
              <a:extLst>
                <a:ext uri="{FF2B5EF4-FFF2-40B4-BE49-F238E27FC236}">
                  <a16:creationId xmlns:a16="http://schemas.microsoft.com/office/drawing/2014/main" id="{3C6D619B-2DDD-490D-9AA6-254FCE36C569}"/>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8972" name="TextBox 33">
              <a:extLst>
                <a:ext uri="{FF2B5EF4-FFF2-40B4-BE49-F238E27FC236}">
                  <a16:creationId xmlns:a16="http://schemas.microsoft.com/office/drawing/2014/main" id="{28070F31-0B19-42DA-84D2-163E20B3B872}"/>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8973" name="Freeform 17">
              <a:extLst>
                <a:ext uri="{FF2B5EF4-FFF2-40B4-BE49-F238E27FC236}">
                  <a16:creationId xmlns:a16="http://schemas.microsoft.com/office/drawing/2014/main" id="{445D4086-EEA2-42C9-BE9C-91B9D122AB4D}"/>
                </a:ext>
              </a:extLst>
            </p:cNvPr>
            <p:cNvSpPr>
              <a:spLocks noChangeAspect="1"/>
            </p:cNvSpPr>
            <p:nvPr/>
          </p:nvSpPr>
          <p:spPr bwMode="auto">
            <a:xfrm>
              <a:off x="3640667" y="3589868"/>
              <a:ext cx="371926"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74" name="Freeform 17">
              <a:extLst>
                <a:ext uri="{FF2B5EF4-FFF2-40B4-BE49-F238E27FC236}">
                  <a16:creationId xmlns:a16="http://schemas.microsoft.com/office/drawing/2014/main" id="{1E86FA00-4549-4F56-A0BB-CB4B87A3B87E}"/>
                </a:ext>
              </a:extLst>
            </p:cNvPr>
            <p:cNvSpPr>
              <a:spLocks noChangeAspect="1"/>
            </p:cNvSpPr>
            <p:nvPr/>
          </p:nvSpPr>
          <p:spPr bwMode="auto">
            <a:xfrm>
              <a:off x="3649133" y="4859866"/>
              <a:ext cx="185660"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75" name="Freeform 17">
              <a:extLst>
                <a:ext uri="{FF2B5EF4-FFF2-40B4-BE49-F238E27FC236}">
                  <a16:creationId xmlns:a16="http://schemas.microsoft.com/office/drawing/2014/main" id="{CE8D3291-0B90-47F5-A247-2AC1DB9FB8C0}"/>
                </a:ext>
              </a:extLst>
            </p:cNvPr>
            <p:cNvSpPr>
              <a:spLocks noChangeAspect="1"/>
            </p:cNvSpPr>
            <p:nvPr/>
          </p:nvSpPr>
          <p:spPr bwMode="auto">
            <a:xfrm>
              <a:off x="3657600" y="2243667"/>
              <a:ext cx="549726"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76" name="Freeform 17">
              <a:extLst>
                <a:ext uri="{FF2B5EF4-FFF2-40B4-BE49-F238E27FC236}">
                  <a16:creationId xmlns:a16="http://schemas.microsoft.com/office/drawing/2014/main" id="{D7971D00-EAC4-4AAA-9240-509717E6806B}"/>
                </a:ext>
              </a:extLst>
            </p:cNvPr>
            <p:cNvSpPr>
              <a:spLocks noChangeAspect="1"/>
            </p:cNvSpPr>
            <p:nvPr/>
          </p:nvSpPr>
          <p:spPr bwMode="auto">
            <a:xfrm>
              <a:off x="3657600"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77" name="TextBox 34">
              <a:extLst>
                <a:ext uri="{FF2B5EF4-FFF2-40B4-BE49-F238E27FC236}">
                  <a16:creationId xmlns:a16="http://schemas.microsoft.com/office/drawing/2014/main" id="{D5787FC3-5586-48E1-8C82-CD0520B38BD0}"/>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8978" name="Freeform 17">
              <a:extLst>
                <a:ext uri="{FF2B5EF4-FFF2-40B4-BE49-F238E27FC236}">
                  <a16:creationId xmlns:a16="http://schemas.microsoft.com/office/drawing/2014/main" id="{DCCBE65E-F94C-4B7B-A92C-6E75A704DD56}"/>
                </a:ext>
              </a:extLst>
            </p:cNvPr>
            <p:cNvSpPr>
              <a:spLocks noChangeAspect="1"/>
            </p:cNvSpPr>
            <p:nvPr/>
          </p:nvSpPr>
          <p:spPr bwMode="auto">
            <a:xfrm>
              <a:off x="5857461" y="3589868"/>
              <a:ext cx="347998"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79" name="Freeform 17">
              <a:extLst>
                <a:ext uri="{FF2B5EF4-FFF2-40B4-BE49-F238E27FC236}">
                  <a16:creationId xmlns:a16="http://schemas.microsoft.com/office/drawing/2014/main" id="{B29E351A-7320-44FB-AACE-BDAB92D5AF6D}"/>
                </a:ext>
              </a:extLst>
            </p:cNvPr>
            <p:cNvSpPr>
              <a:spLocks noChangeAspect="1"/>
            </p:cNvSpPr>
            <p:nvPr/>
          </p:nvSpPr>
          <p:spPr bwMode="auto">
            <a:xfrm>
              <a:off x="5857461" y="4859866"/>
              <a:ext cx="176824"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0" name="Freeform 17">
              <a:extLst>
                <a:ext uri="{FF2B5EF4-FFF2-40B4-BE49-F238E27FC236}">
                  <a16:creationId xmlns:a16="http://schemas.microsoft.com/office/drawing/2014/main" id="{64E269DF-97A9-4FA3-9FFF-AADEE7BAE2D8}"/>
                </a:ext>
              </a:extLst>
            </p:cNvPr>
            <p:cNvSpPr>
              <a:spLocks noChangeAspect="1"/>
            </p:cNvSpPr>
            <p:nvPr/>
          </p:nvSpPr>
          <p:spPr bwMode="auto">
            <a:xfrm>
              <a:off x="5857460" y="2243667"/>
              <a:ext cx="542731"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1" name="Freeform 17">
              <a:extLst>
                <a:ext uri="{FF2B5EF4-FFF2-40B4-BE49-F238E27FC236}">
                  <a16:creationId xmlns:a16="http://schemas.microsoft.com/office/drawing/2014/main" id="{1E557FA1-2030-4A39-90B5-E11073D9AC72}"/>
                </a:ext>
              </a:extLst>
            </p:cNvPr>
            <p:cNvSpPr>
              <a:spLocks noChangeAspect="1"/>
            </p:cNvSpPr>
            <p:nvPr/>
          </p:nvSpPr>
          <p:spPr bwMode="auto">
            <a:xfrm>
              <a:off x="5863718"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2" name="TextBox 35">
              <a:extLst>
                <a:ext uri="{FF2B5EF4-FFF2-40B4-BE49-F238E27FC236}">
                  <a16:creationId xmlns:a16="http://schemas.microsoft.com/office/drawing/2014/main" id="{D21C5219-7F72-4A87-8856-1BA99438BE8F}"/>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grpSp>
          <p:nvGrpSpPr>
            <p:cNvPr id="168983" name="Group 127">
              <a:extLst>
                <a:ext uri="{FF2B5EF4-FFF2-40B4-BE49-F238E27FC236}">
                  <a16:creationId xmlns:a16="http://schemas.microsoft.com/office/drawing/2014/main" id="{74182EA6-1DD0-4905-9611-250B93C914AD}"/>
                </a:ext>
              </a:extLst>
            </p:cNvPr>
            <p:cNvGrpSpPr>
              <a:grpSpLocks noChangeAspect="1"/>
            </p:cNvGrpSpPr>
            <p:nvPr/>
          </p:nvGrpSpPr>
          <p:grpSpPr bwMode="auto">
            <a:xfrm>
              <a:off x="4438897" y="6214992"/>
              <a:ext cx="2964591" cy="374566"/>
              <a:chOff x="3688829" y="3297291"/>
              <a:chExt cx="3397195" cy="429223"/>
            </a:xfrm>
          </p:grpSpPr>
          <p:sp>
            <p:nvSpPr>
              <p:cNvPr id="169005" name="Line 101">
                <a:extLst>
                  <a:ext uri="{FF2B5EF4-FFF2-40B4-BE49-F238E27FC236}">
                    <a16:creationId xmlns:a16="http://schemas.microsoft.com/office/drawing/2014/main" id="{13688F90-95EE-4A4E-8423-E9D789646DA3}"/>
                  </a:ext>
                </a:extLst>
              </p:cNvPr>
              <p:cNvSpPr>
                <a:spLocks noChangeShapeType="1"/>
              </p:cNvSpPr>
              <p:nvPr/>
            </p:nvSpPr>
            <p:spPr bwMode="auto">
              <a:xfrm rot="5400000">
                <a:off x="6667572" y="2955370"/>
                <a:ext cx="0" cy="78919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06" name="Freeform 17">
                <a:extLst>
                  <a:ext uri="{FF2B5EF4-FFF2-40B4-BE49-F238E27FC236}">
                    <a16:creationId xmlns:a16="http://schemas.microsoft.com/office/drawing/2014/main" id="{AF757AC9-A832-41C4-A6EE-6CC9369AFA8B}"/>
                  </a:ext>
                </a:extLst>
              </p:cNvPr>
              <p:cNvSpPr>
                <a:spLocks noChangeAspect="1"/>
              </p:cNvSpPr>
              <p:nvPr/>
            </p:nvSpPr>
            <p:spPr bwMode="auto">
              <a:xfrm rot="5400000" flipH="1">
                <a:off x="3843953" y="3267418"/>
                <a:ext cx="279505" cy="44071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07" name="Line 101">
                <a:extLst>
                  <a:ext uri="{FF2B5EF4-FFF2-40B4-BE49-F238E27FC236}">
                    <a16:creationId xmlns:a16="http://schemas.microsoft.com/office/drawing/2014/main" id="{31E635EF-434E-420F-9317-8DA57A7816DC}"/>
                  </a:ext>
                </a:extLst>
              </p:cNvPr>
              <p:cNvSpPr>
                <a:spLocks noChangeShapeType="1"/>
              </p:cNvSpPr>
              <p:nvPr/>
            </p:nvSpPr>
            <p:spPr bwMode="auto">
              <a:xfrm rot="5400000" flipH="1">
                <a:off x="5341358" y="2474118"/>
                <a:ext cx="5133" cy="231196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08" name="Freeform 17">
                <a:extLst>
                  <a:ext uri="{FF2B5EF4-FFF2-40B4-BE49-F238E27FC236}">
                    <a16:creationId xmlns:a16="http://schemas.microsoft.com/office/drawing/2014/main" id="{9DB7A4A6-1FEC-4430-9A97-AD2794CBDF76}"/>
                  </a:ext>
                </a:extLst>
              </p:cNvPr>
              <p:cNvSpPr>
                <a:spLocks noChangeAspect="1"/>
              </p:cNvSpPr>
              <p:nvPr/>
            </p:nvSpPr>
            <p:spPr bwMode="auto">
              <a:xfrm rot="5400000" flipH="1">
                <a:off x="3757776" y="3414297"/>
                <a:ext cx="241658" cy="379552"/>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09" name="Line 101">
                <a:extLst>
                  <a:ext uri="{FF2B5EF4-FFF2-40B4-BE49-F238E27FC236}">
                    <a16:creationId xmlns:a16="http://schemas.microsoft.com/office/drawing/2014/main" id="{6A88E72A-04BD-49D6-B9BD-CA25A42EAD15}"/>
                  </a:ext>
                </a:extLst>
              </p:cNvPr>
              <p:cNvSpPr>
                <a:spLocks noChangeShapeType="1"/>
              </p:cNvSpPr>
              <p:nvPr/>
            </p:nvSpPr>
            <p:spPr bwMode="auto">
              <a:xfrm rot="5400000" flipH="1">
                <a:off x="5409823" y="2369784"/>
                <a:ext cx="1611" cy="271185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0" name="Freeform 17">
                <a:extLst>
                  <a:ext uri="{FF2B5EF4-FFF2-40B4-BE49-F238E27FC236}">
                    <a16:creationId xmlns:a16="http://schemas.microsoft.com/office/drawing/2014/main" id="{1AED2A4D-CC1A-4034-87A4-BC18B142FCD9}"/>
                  </a:ext>
                </a:extLst>
              </p:cNvPr>
              <p:cNvSpPr>
                <a:spLocks noChangeAspect="1"/>
              </p:cNvSpPr>
              <p:nvPr/>
            </p:nvSpPr>
            <p:spPr bwMode="auto">
              <a:xfrm rot="5400000" flipH="1">
                <a:off x="6236878" y="3376594"/>
                <a:ext cx="285121" cy="21674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1" name="Line 101">
                <a:extLst>
                  <a:ext uri="{FF2B5EF4-FFF2-40B4-BE49-F238E27FC236}">
                    <a16:creationId xmlns:a16="http://schemas.microsoft.com/office/drawing/2014/main" id="{7FBF2FFE-24BC-4798-B29D-6D16DB67D67D}"/>
                  </a:ext>
                </a:extLst>
              </p:cNvPr>
              <p:cNvSpPr>
                <a:spLocks noChangeShapeType="1"/>
              </p:cNvSpPr>
              <p:nvPr/>
            </p:nvSpPr>
            <p:spPr bwMode="auto">
              <a:xfrm rot="5400000">
                <a:off x="6638496" y="3038276"/>
                <a:ext cx="2560" cy="89249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2" name="Oval 68">
                <a:extLst>
                  <a:ext uri="{FF2B5EF4-FFF2-40B4-BE49-F238E27FC236}">
                    <a16:creationId xmlns:a16="http://schemas.microsoft.com/office/drawing/2014/main" id="{F2295849-75BC-4E76-8336-6F97D560D7F2}"/>
                  </a:ext>
                </a:extLst>
              </p:cNvPr>
              <p:cNvSpPr>
                <a:spLocks noChangeArrowheads="1"/>
              </p:cNvSpPr>
              <p:nvPr/>
            </p:nvSpPr>
            <p:spPr bwMode="auto">
              <a:xfrm rot="5400000">
                <a:off x="6435163" y="3293947"/>
                <a:ext cx="95365"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3" name="Oval 68">
                <a:extLst>
                  <a:ext uri="{FF2B5EF4-FFF2-40B4-BE49-F238E27FC236}">
                    <a16:creationId xmlns:a16="http://schemas.microsoft.com/office/drawing/2014/main" id="{FEF6532F-C48B-45AE-A3EC-0D11F6A3B4F3}"/>
                  </a:ext>
                </a:extLst>
              </p:cNvPr>
              <p:cNvSpPr>
                <a:spLocks noChangeArrowheads="1"/>
              </p:cNvSpPr>
              <p:nvPr/>
            </p:nvSpPr>
            <p:spPr bwMode="auto">
              <a:xfrm rot="5400000">
                <a:off x="6711505" y="3449437"/>
                <a:ext cx="95364"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014" name="Line 6">
                <a:extLst>
                  <a:ext uri="{FF2B5EF4-FFF2-40B4-BE49-F238E27FC236}">
                    <a16:creationId xmlns:a16="http://schemas.microsoft.com/office/drawing/2014/main" id="{680D64CA-C6A0-4321-9D19-E5BAC46801E7}"/>
                  </a:ext>
                </a:extLst>
              </p:cNvPr>
              <p:cNvSpPr>
                <a:spLocks noChangeAspect="1" noChangeShapeType="1"/>
              </p:cNvSpPr>
              <p:nvPr/>
            </p:nvSpPr>
            <p:spPr bwMode="auto">
              <a:xfrm rot="5400000" flipH="1">
                <a:off x="6638062" y="3605626"/>
                <a:ext cx="233001"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68984" name="Freeform 51">
              <a:extLst>
                <a:ext uri="{FF2B5EF4-FFF2-40B4-BE49-F238E27FC236}">
                  <a16:creationId xmlns:a16="http://schemas.microsoft.com/office/drawing/2014/main" id="{0C94AE7F-A2EB-4B1F-9D9E-480028E5A7FB}"/>
                </a:ext>
              </a:extLst>
            </p:cNvPr>
            <p:cNvSpPr>
              <a:spLocks/>
            </p:cNvSpPr>
            <p:nvPr/>
          </p:nvSpPr>
          <p:spPr bwMode="auto">
            <a:xfrm rot="5400000" flipV="1">
              <a:off x="863411" y="1780734"/>
              <a:ext cx="5599288" cy="3074140"/>
            </a:xfrm>
            <a:custGeom>
              <a:avLst/>
              <a:gdLst>
                <a:gd name="T0" fmla="*/ 2147483646 w 10027"/>
                <a:gd name="T1" fmla="*/ 0 h 223130"/>
                <a:gd name="T2" fmla="*/ 2147483646 w 10027"/>
                <a:gd name="T3" fmla="*/ 180942437 h 223130"/>
                <a:gd name="T4" fmla="*/ 2147483646 w 10027"/>
                <a:gd name="T5" fmla="*/ 180942437 h 223130"/>
                <a:gd name="T6" fmla="*/ 0 w 10027"/>
                <a:gd name="T7" fmla="*/ 2147483646 h 2231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27" h="223130">
                  <a:moveTo>
                    <a:pt x="10026" y="0"/>
                  </a:moveTo>
                  <a:cubicBezTo>
                    <a:pt x="10021" y="1490"/>
                    <a:pt x="10031" y="3532"/>
                    <a:pt x="10026" y="5022"/>
                  </a:cubicBezTo>
                  <a:lnTo>
                    <a:pt x="26" y="5022"/>
                  </a:lnTo>
                  <a:cubicBezTo>
                    <a:pt x="26" y="3378"/>
                    <a:pt x="0" y="224765"/>
                    <a:pt x="0" y="223121"/>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5" name="Freeform 51">
              <a:extLst>
                <a:ext uri="{FF2B5EF4-FFF2-40B4-BE49-F238E27FC236}">
                  <a16:creationId xmlns:a16="http://schemas.microsoft.com/office/drawing/2014/main" id="{6C49B2DF-8431-47E3-8962-8B320DB64BB7}"/>
                </a:ext>
              </a:extLst>
            </p:cNvPr>
            <p:cNvSpPr>
              <a:spLocks/>
            </p:cNvSpPr>
            <p:nvPr/>
          </p:nvSpPr>
          <p:spPr bwMode="auto">
            <a:xfrm rot="5400000" flipV="1">
              <a:off x="1431419" y="2477646"/>
              <a:ext cx="4455651" cy="3081760"/>
            </a:xfrm>
            <a:custGeom>
              <a:avLst/>
              <a:gdLst>
                <a:gd name="T0" fmla="*/ 2147483646 w 10043"/>
                <a:gd name="T1" fmla="*/ 0 h 223683"/>
                <a:gd name="T2" fmla="*/ 2147483646 w 10043"/>
                <a:gd name="T3" fmla="*/ 400147585 h 223683"/>
                <a:gd name="T4" fmla="*/ 2147483646 w 10043"/>
                <a:gd name="T5" fmla="*/ 400147585 h 223683"/>
                <a:gd name="T6" fmla="*/ 0 w 10043"/>
                <a:gd name="T7" fmla="*/ 2147483646 h 2236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43" h="223683">
                  <a:moveTo>
                    <a:pt x="10043" y="0"/>
                  </a:moveTo>
                  <a:cubicBezTo>
                    <a:pt x="10032" y="5361"/>
                    <a:pt x="10037" y="5745"/>
                    <a:pt x="10026" y="11106"/>
                  </a:cubicBezTo>
                  <a:lnTo>
                    <a:pt x="26" y="11106"/>
                  </a:lnTo>
                  <a:cubicBezTo>
                    <a:pt x="26" y="9462"/>
                    <a:pt x="0" y="225318"/>
                    <a:pt x="0" y="223674"/>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6" name="Freeform 51">
              <a:extLst>
                <a:ext uri="{FF2B5EF4-FFF2-40B4-BE49-F238E27FC236}">
                  <a16:creationId xmlns:a16="http://schemas.microsoft.com/office/drawing/2014/main" id="{5D3FEFC5-748D-4024-B75C-D7AA797020BF}"/>
                </a:ext>
              </a:extLst>
            </p:cNvPr>
            <p:cNvSpPr>
              <a:spLocks/>
            </p:cNvSpPr>
            <p:nvPr/>
          </p:nvSpPr>
          <p:spPr bwMode="auto">
            <a:xfrm rot="5400000" flipV="1">
              <a:off x="2046182" y="3219232"/>
              <a:ext cx="3232377" cy="3072794"/>
            </a:xfrm>
            <a:custGeom>
              <a:avLst/>
              <a:gdLst>
                <a:gd name="T0" fmla="*/ 2147483646 w 10030"/>
                <a:gd name="T1" fmla="*/ 0 h 223651"/>
                <a:gd name="T2" fmla="*/ 2147483646 w 10030"/>
                <a:gd name="T3" fmla="*/ 612101826 h 223651"/>
                <a:gd name="T4" fmla="*/ 2147483646 w 10030"/>
                <a:gd name="T5" fmla="*/ 612101826 h 223651"/>
                <a:gd name="T6" fmla="*/ 0 w 10030"/>
                <a:gd name="T7" fmla="*/ 2147483646 h 2236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30" h="223651">
                  <a:moveTo>
                    <a:pt x="10025" y="0"/>
                  </a:moveTo>
                  <a:cubicBezTo>
                    <a:pt x="10009" y="7389"/>
                    <a:pt x="10042" y="9789"/>
                    <a:pt x="10026" y="17178"/>
                  </a:cubicBezTo>
                  <a:lnTo>
                    <a:pt x="26" y="17178"/>
                  </a:lnTo>
                  <a:cubicBezTo>
                    <a:pt x="26" y="15534"/>
                    <a:pt x="0" y="225286"/>
                    <a:pt x="0" y="223642"/>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7" name="Freeform 51">
              <a:extLst>
                <a:ext uri="{FF2B5EF4-FFF2-40B4-BE49-F238E27FC236}">
                  <a16:creationId xmlns:a16="http://schemas.microsoft.com/office/drawing/2014/main" id="{DB92416A-9BFC-4F60-A495-BD8FFB7D2259}"/>
                </a:ext>
              </a:extLst>
            </p:cNvPr>
            <p:cNvSpPr>
              <a:spLocks/>
            </p:cNvSpPr>
            <p:nvPr/>
          </p:nvSpPr>
          <p:spPr bwMode="auto">
            <a:xfrm rot="5400000" flipV="1">
              <a:off x="2619070" y="3941755"/>
              <a:ext cx="2095587" cy="3066521"/>
            </a:xfrm>
            <a:custGeom>
              <a:avLst/>
              <a:gdLst>
                <a:gd name="T0" fmla="*/ 2147483646 w 10063"/>
                <a:gd name="T1" fmla="*/ 0 h 222577"/>
                <a:gd name="T2" fmla="*/ 2147483646 w 10063"/>
                <a:gd name="T3" fmla="*/ 838559020 h 222577"/>
                <a:gd name="T4" fmla="*/ 2147483646 w 10063"/>
                <a:gd name="T5" fmla="*/ 838559020 h 222577"/>
                <a:gd name="T6" fmla="*/ 0 w 10063"/>
                <a:gd name="T7" fmla="*/ 2147483646 h 2225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63" h="222577">
                  <a:moveTo>
                    <a:pt x="10063" y="0"/>
                  </a:moveTo>
                  <a:cubicBezTo>
                    <a:pt x="10051" y="7758"/>
                    <a:pt x="10038" y="15516"/>
                    <a:pt x="10026" y="23274"/>
                  </a:cubicBezTo>
                  <a:lnTo>
                    <a:pt x="26" y="23274"/>
                  </a:lnTo>
                  <a:cubicBezTo>
                    <a:pt x="26" y="21630"/>
                    <a:pt x="0" y="224212"/>
                    <a:pt x="0" y="222568"/>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8" name="Freeform 17">
              <a:extLst>
                <a:ext uri="{FF2B5EF4-FFF2-40B4-BE49-F238E27FC236}">
                  <a16:creationId xmlns:a16="http://schemas.microsoft.com/office/drawing/2014/main" id="{DAD4BD08-5301-426F-89A6-E92F68251786}"/>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89" name="Freeform 17">
              <a:extLst>
                <a:ext uri="{FF2B5EF4-FFF2-40B4-BE49-F238E27FC236}">
                  <a16:creationId xmlns:a16="http://schemas.microsoft.com/office/drawing/2014/main" id="{B4639B70-AA38-46E3-816B-FC2A30E14CA7}"/>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0" name="Line 101">
              <a:extLst>
                <a:ext uri="{FF2B5EF4-FFF2-40B4-BE49-F238E27FC236}">
                  <a16:creationId xmlns:a16="http://schemas.microsoft.com/office/drawing/2014/main" id="{CEA055DA-ED9F-4993-94C1-C0BDC1BEB6AB}"/>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1" name="Line 101">
              <a:extLst>
                <a:ext uri="{FF2B5EF4-FFF2-40B4-BE49-F238E27FC236}">
                  <a16:creationId xmlns:a16="http://schemas.microsoft.com/office/drawing/2014/main" id="{21D315D4-2CAE-4DAF-8DA2-6453B524C52E}"/>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2" name="Line 101">
              <a:extLst>
                <a:ext uri="{FF2B5EF4-FFF2-40B4-BE49-F238E27FC236}">
                  <a16:creationId xmlns:a16="http://schemas.microsoft.com/office/drawing/2014/main" id="{DCE8FA0F-046E-4101-8A66-647A4DAF3AA0}"/>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3" name="Line 101">
              <a:extLst>
                <a:ext uri="{FF2B5EF4-FFF2-40B4-BE49-F238E27FC236}">
                  <a16:creationId xmlns:a16="http://schemas.microsoft.com/office/drawing/2014/main" id="{20D740A6-0136-48EA-BC17-2C5889984516}"/>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4" name="Line 101">
              <a:extLst>
                <a:ext uri="{FF2B5EF4-FFF2-40B4-BE49-F238E27FC236}">
                  <a16:creationId xmlns:a16="http://schemas.microsoft.com/office/drawing/2014/main" id="{76307862-F7B9-4D53-9723-37B65EC5F9E8}"/>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5" name="Line 101">
              <a:extLst>
                <a:ext uri="{FF2B5EF4-FFF2-40B4-BE49-F238E27FC236}">
                  <a16:creationId xmlns:a16="http://schemas.microsoft.com/office/drawing/2014/main" id="{1814520A-2171-4E38-B431-0AB416FCD09F}"/>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996" name="TextBox 57">
              <a:extLst>
                <a:ext uri="{FF2B5EF4-FFF2-40B4-BE49-F238E27FC236}">
                  <a16:creationId xmlns:a16="http://schemas.microsoft.com/office/drawing/2014/main" id="{2937BE53-848E-4C96-94E3-5FCAC4C24DD4}"/>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68997" name="TextBox 58">
              <a:extLst>
                <a:ext uri="{FF2B5EF4-FFF2-40B4-BE49-F238E27FC236}">
                  <a16:creationId xmlns:a16="http://schemas.microsoft.com/office/drawing/2014/main" id="{CD994470-09FA-4463-94D5-D0C82C461258}"/>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sp>
          <p:nvSpPr>
            <p:cNvPr id="168998" name="TextBox 59">
              <a:extLst>
                <a:ext uri="{FF2B5EF4-FFF2-40B4-BE49-F238E27FC236}">
                  <a16:creationId xmlns:a16="http://schemas.microsoft.com/office/drawing/2014/main" id="{70C9BFF0-6A90-4119-B397-B20257B7AAF9}"/>
                </a:ext>
              </a:extLst>
            </p:cNvPr>
            <p:cNvSpPr txBox="1">
              <a:spLocks noChangeArrowheads="1"/>
            </p:cNvSpPr>
            <p:nvPr/>
          </p:nvSpPr>
          <p:spPr bwMode="auto">
            <a:xfrm>
              <a:off x="3419130" y="6483056"/>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sp>
          <p:nvSpPr>
            <p:cNvPr id="168999" name="TextBox 60">
              <a:extLst>
                <a:ext uri="{FF2B5EF4-FFF2-40B4-BE49-F238E27FC236}">
                  <a16:creationId xmlns:a16="http://schemas.microsoft.com/office/drawing/2014/main" id="{253434EF-4344-4BC8-ACA2-C07D363240AA}"/>
                </a:ext>
              </a:extLst>
            </p:cNvPr>
            <p:cNvSpPr txBox="1">
              <a:spLocks noChangeArrowheads="1"/>
            </p:cNvSpPr>
            <p:nvPr/>
          </p:nvSpPr>
          <p:spPr bwMode="auto">
            <a:xfrm>
              <a:off x="5622521" y="6507269"/>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sp>
          <p:nvSpPr>
            <p:cNvPr id="169000" name="TextBox 61">
              <a:extLst>
                <a:ext uri="{FF2B5EF4-FFF2-40B4-BE49-F238E27FC236}">
                  <a16:creationId xmlns:a16="http://schemas.microsoft.com/office/drawing/2014/main" id="{03B6A79A-A523-4A8A-8138-55E854B1588B}"/>
                </a:ext>
              </a:extLst>
            </p:cNvPr>
            <p:cNvSpPr txBox="1">
              <a:spLocks noChangeArrowheads="1"/>
            </p:cNvSpPr>
            <p:nvPr/>
          </p:nvSpPr>
          <p:spPr bwMode="auto">
            <a:xfrm>
              <a:off x="242542" y="6321332"/>
              <a:ext cx="12187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Write_enable</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9001" name="TextBox 62">
              <a:extLst>
                <a:ext uri="{FF2B5EF4-FFF2-40B4-BE49-F238E27FC236}">
                  <a16:creationId xmlns:a16="http://schemas.microsoft.com/office/drawing/2014/main" id="{30BB483B-D972-4495-B25C-0070F5D7B5F0}"/>
                </a:ext>
              </a:extLst>
            </p:cNvPr>
            <p:cNvSpPr txBox="1">
              <a:spLocks noChangeArrowheads="1"/>
            </p:cNvSpPr>
            <p:nvPr/>
          </p:nvSpPr>
          <p:spPr bwMode="auto">
            <a:xfrm>
              <a:off x="-983" y="589869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Write_address_0</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9002" name="TextBox 63">
              <a:extLst>
                <a:ext uri="{FF2B5EF4-FFF2-40B4-BE49-F238E27FC236}">
                  <a16:creationId xmlns:a16="http://schemas.microsoft.com/office/drawing/2014/main" id="{FB2C4721-4483-4277-8132-18F259754389}"/>
                </a:ext>
              </a:extLst>
            </p:cNvPr>
            <p:cNvSpPr txBox="1">
              <a:spLocks noChangeArrowheads="1"/>
            </p:cNvSpPr>
            <p:nvPr/>
          </p:nvSpPr>
          <p:spPr bwMode="auto">
            <a:xfrm>
              <a:off x="588" y="610765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Write_address_1</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69003" name="TextBox 64">
              <a:extLst>
                <a:ext uri="{FF2B5EF4-FFF2-40B4-BE49-F238E27FC236}">
                  <a16:creationId xmlns:a16="http://schemas.microsoft.com/office/drawing/2014/main" id="{174086E8-A986-46AF-AB57-CA3BFBBA4DCA}"/>
                </a:ext>
              </a:extLst>
            </p:cNvPr>
            <p:cNvSpPr txBox="1">
              <a:spLocks noChangeArrowheads="1"/>
            </p:cNvSpPr>
            <p:nvPr/>
          </p:nvSpPr>
          <p:spPr bwMode="auto">
            <a:xfrm>
              <a:off x="7393313" y="6057433"/>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Read_address_1</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sp>
          <p:nvSpPr>
            <p:cNvPr id="169004" name="TextBox 65">
              <a:extLst>
                <a:ext uri="{FF2B5EF4-FFF2-40B4-BE49-F238E27FC236}">
                  <a16:creationId xmlns:a16="http://schemas.microsoft.com/office/drawing/2014/main" id="{9FCFDEC0-9F5C-4617-8FA8-6C17AE17F0C4}"/>
                </a:ext>
              </a:extLst>
            </p:cNvPr>
            <p:cNvSpPr txBox="1">
              <a:spLocks noChangeArrowheads="1"/>
            </p:cNvSpPr>
            <p:nvPr/>
          </p:nvSpPr>
          <p:spPr bwMode="auto">
            <a:xfrm>
              <a:off x="7394885" y="6247540"/>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Read_address_0</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grpSp>
      <p:sp>
        <p:nvSpPr>
          <p:cNvPr id="68" name="Rectangle 67">
            <a:extLst>
              <a:ext uri="{FF2B5EF4-FFF2-40B4-BE49-F238E27FC236}">
                <a16:creationId xmlns:a16="http://schemas.microsoft.com/office/drawing/2014/main" id="{79C25A8E-E452-4541-9392-58AD1F2AAB28}"/>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985" name="Group 4">
            <a:extLst>
              <a:ext uri="{FF2B5EF4-FFF2-40B4-BE49-F238E27FC236}">
                <a16:creationId xmlns:a16="http://schemas.microsoft.com/office/drawing/2014/main" id="{D0C71CED-003C-4208-B51A-D5773F591B26}"/>
              </a:ext>
            </a:extLst>
          </p:cNvPr>
          <p:cNvGrpSpPr>
            <a:grpSpLocks/>
          </p:cNvGrpSpPr>
          <p:nvPr/>
        </p:nvGrpSpPr>
        <p:grpSpPr bwMode="auto">
          <a:xfrm>
            <a:off x="155575" y="152401"/>
            <a:ext cx="8836025" cy="6553200"/>
            <a:chOff x="-983" y="-15051"/>
            <a:chExt cx="8835814" cy="6922430"/>
          </a:xfrm>
        </p:grpSpPr>
        <p:pic>
          <p:nvPicPr>
            <p:cNvPr id="169986" name="Picture 3" descr="Screen shot 2017-02-17 at 11.57.02 AM.png">
              <a:extLst>
                <a:ext uri="{FF2B5EF4-FFF2-40B4-BE49-F238E27FC236}">
                  <a16:creationId xmlns:a16="http://schemas.microsoft.com/office/drawing/2014/main" id="{41911A17-5ED2-46CC-9179-FF48E2B695F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9987" name="Group 7">
              <a:extLst>
                <a:ext uri="{FF2B5EF4-FFF2-40B4-BE49-F238E27FC236}">
                  <a16:creationId xmlns:a16="http://schemas.microsoft.com/office/drawing/2014/main" id="{3E91F7FC-0504-4011-96E4-6F9009B1ED81}"/>
                </a:ext>
              </a:extLst>
            </p:cNvPr>
            <p:cNvGrpSpPr>
              <a:grpSpLocks/>
            </p:cNvGrpSpPr>
            <p:nvPr/>
          </p:nvGrpSpPr>
          <p:grpSpPr bwMode="auto">
            <a:xfrm>
              <a:off x="2552700" y="381000"/>
              <a:ext cx="5818193" cy="1142999"/>
              <a:chOff x="2590799" y="381000"/>
              <a:chExt cx="5780093" cy="1142999"/>
            </a:xfrm>
          </p:grpSpPr>
          <p:sp>
            <p:nvSpPr>
              <p:cNvPr id="170059" name="Rectangle 5">
                <a:extLst>
                  <a:ext uri="{FF2B5EF4-FFF2-40B4-BE49-F238E27FC236}">
                    <a16:creationId xmlns:a16="http://schemas.microsoft.com/office/drawing/2014/main" id="{D61D70AF-378D-4319-BDFB-392A8A615034}"/>
                  </a:ext>
                </a:extLst>
              </p:cNvPr>
              <p:cNvSpPr>
                <a:spLocks noChangeArrowheads="1"/>
              </p:cNvSpPr>
              <p:nvPr/>
            </p:nvSpPr>
            <p:spPr bwMode="auto">
              <a:xfrm>
                <a:off x="2590799" y="381000"/>
                <a:ext cx="4129008"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60" name="TextBox 2">
                <a:extLst>
                  <a:ext uri="{FF2B5EF4-FFF2-40B4-BE49-F238E27FC236}">
                    <a16:creationId xmlns:a16="http://schemas.microsoft.com/office/drawing/2014/main" id="{A8DB6458-E141-4331-A11F-D18231DECB90}"/>
                  </a:ext>
                </a:extLst>
              </p:cNvPr>
              <p:cNvSpPr txBox="1">
                <a:spLocks noChangeArrowheads="1"/>
              </p:cNvSpPr>
              <p:nvPr/>
            </p:nvSpPr>
            <p:spPr bwMode="auto">
              <a:xfrm>
                <a:off x="6878752" y="721666"/>
                <a:ext cx="14921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A</a:t>
                </a:r>
              </a:p>
            </p:txBody>
          </p:sp>
          <p:cxnSp>
            <p:nvCxnSpPr>
              <p:cNvPr id="170061" name="Straight Connector 3">
                <a:extLst>
                  <a:ext uri="{FF2B5EF4-FFF2-40B4-BE49-F238E27FC236}">
                    <a16:creationId xmlns:a16="http://schemas.microsoft.com/office/drawing/2014/main" id="{72BE4477-E68E-43EB-B5E5-7BA03368066B}"/>
                  </a:ext>
                </a:extLst>
              </p:cNvPr>
              <p:cNvCxnSpPr>
                <a:cxnSpLocks noChangeShapeType="1"/>
                <a:stCxn id="170059" idx="0"/>
                <a:endCxn id="170059" idx="2"/>
              </p:cNvCxnSpPr>
              <p:nvPr/>
            </p:nvCxnSpPr>
            <p:spPr bwMode="auto">
              <a:xfrm>
                <a:off x="4655303" y="381000"/>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9988" name="Group 8">
              <a:extLst>
                <a:ext uri="{FF2B5EF4-FFF2-40B4-BE49-F238E27FC236}">
                  <a16:creationId xmlns:a16="http://schemas.microsoft.com/office/drawing/2014/main" id="{E7A334E5-1E3D-4256-8709-A73F8129D6EF}"/>
                </a:ext>
              </a:extLst>
            </p:cNvPr>
            <p:cNvGrpSpPr>
              <a:grpSpLocks/>
            </p:cNvGrpSpPr>
            <p:nvPr/>
          </p:nvGrpSpPr>
          <p:grpSpPr bwMode="auto">
            <a:xfrm>
              <a:off x="2552699" y="1672167"/>
              <a:ext cx="5821523" cy="1145055"/>
              <a:chOff x="2595154" y="1672167"/>
              <a:chExt cx="5779067" cy="1145055"/>
            </a:xfrm>
          </p:grpSpPr>
          <p:sp>
            <p:nvSpPr>
              <p:cNvPr id="170056" name="Rectangle 18">
                <a:extLst>
                  <a:ext uri="{FF2B5EF4-FFF2-40B4-BE49-F238E27FC236}">
                    <a16:creationId xmlns:a16="http://schemas.microsoft.com/office/drawing/2014/main" id="{2A1F31F1-23FC-4B74-AF79-94F791E84B15}"/>
                  </a:ext>
                </a:extLst>
              </p:cNvPr>
              <p:cNvSpPr>
                <a:spLocks noChangeArrowheads="1"/>
              </p:cNvSpPr>
              <p:nvPr/>
            </p:nvSpPr>
            <p:spPr bwMode="auto">
              <a:xfrm>
                <a:off x="2595154" y="1674223"/>
                <a:ext cx="4124653"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57" name="TextBox 19">
                <a:extLst>
                  <a:ext uri="{FF2B5EF4-FFF2-40B4-BE49-F238E27FC236}">
                    <a16:creationId xmlns:a16="http://schemas.microsoft.com/office/drawing/2014/main" id="{FE1A8098-FB86-42F8-BE7C-C6A5A2445A60}"/>
                  </a:ext>
                </a:extLst>
              </p:cNvPr>
              <p:cNvSpPr txBox="1">
                <a:spLocks noChangeArrowheads="1"/>
              </p:cNvSpPr>
              <p:nvPr/>
            </p:nvSpPr>
            <p:spPr bwMode="auto">
              <a:xfrm>
                <a:off x="6883107" y="2014889"/>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B</a:t>
                </a:r>
              </a:p>
            </p:txBody>
          </p:sp>
          <p:cxnSp>
            <p:nvCxnSpPr>
              <p:cNvPr id="170058" name="Straight Connector 26">
                <a:extLst>
                  <a:ext uri="{FF2B5EF4-FFF2-40B4-BE49-F238E27FC236}">
                    <a16:creationId xmlns:a16="http://schemas.microsoft.com/office/drawing/2014/main" id="{47E2F036-AA57-4306-A7E0-1626FAE3A851}"/>
                  </a:ext>
                </a:extLst>
              </p:cNvPr>
              <p:cNvCxnSpPr>
                <a:cxnSpLocks noChangeShapeType="1"/>
              </p:cNvCxnSpPr>
              <p:nvPr/>
            </p:nvCxnSpPr>
            <p:spPr bwMode="auto">
              <a:xfrm>
                <a:off x="4651769" y="1672167"/>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9989" name="Group 9">
              <a:extLst>
                <a:ext uri="{FF2B5EF4-FFF2-40B4-BE49-F238E27FC236}">
                  <a16:creationId xmlns:a16="http://schemas.microsoft.com/office/drawing/2014/main" id="{31784D6F-3F18-4E8F-951C-81572436675E}"/>
                </a:ext>
              </a:extLst>
            </p:cNvPr>
            <p:cNvGrpSpPr>
              <a:grpSpLocks/>
            </p:cNvGrpSpPr>
            <p:nvPr/>
          </p:nvGrpSpPr>
          <p:grpSpPr bwMode="auto">
            <a:xfrm>
              <a:off x="2552699" y="2999079"/>
              <a:ext cx="5825877" cy="1146200"/>
              <a:chOff x="2599508" y="2999079"/>
              <a:chExt cx="5779067" cy="1146200"/>
            </a:xfrm>
          </p:grpSpPr>
          <p:sp>
            <p:nvSpPr>
              <p:cNvPr id="170053" name="Rectangle 21">
                <a:extLst>
                  <a:ext uri="{FF2B5EF4-FFF2-40B4-BE49-F238E27FC236}">
                    <a16:creationId xmlns:a16="http://schemas.microsoft.com/office/drawing/2014/main" id="{223700A9-6389-4EB6-8C96-E631A2A76078}"/>
                  </a:ext>
                </a:extLst>
              </p:cNvPr>
              <p:cNvSpPr>
                <a:spLocks noChangeArrowheads="1"/>
              </p:cNvSpPr>
              <p:nvPr/>
            </p:nvSpPr>
            <p:spPr bwMode="auto">
              <a:xfrm>
                <a:off x="2599508" y="3002280"/>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54" name="TextBox 22">
                <a:extLst>
                  <a:ext uri="{FF2B5EF4-FFF2-40B4-BE49-F238E27FC236}">
                    <a16:creationId xmlns:a16="http://schemas.microsoft.com/office/drawing/2014/main" id="{18D7B6BB-DA66-421D-86A1-25AAA5109498}"/>
                  </a:ext>
                </a:extLst>
              </p:cNvPr>
              <p:cNvSpPr txBox="1">
                <a:spLocks noChangeArrowheads="1"/>
              </p:cNvSpPr>
              <p:nvPr/>
            </p:nvSpPr>
            <p:spPr bwMode="auto">
              <a:xfrm>
                <a:off x="6887461" y="3342946"/>
                <a:ext cx="14911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C</a:t>
                </a:r>
              </a:p>
            </p:txBody>
          </p:sp>
          <p:cxnSp>
            <p:nvCxnSpPr>
              <p:cNvPr id="170055" name="Straight Connector 27">
                <a:extLst>
                  <a:ext uri="{FF2B5EF4-FFF2-40B4-BE49-F238E27FC236}">
                    <a16:creationId xmlns:a16="http://schemas.microsoft.com/office/drawing/2014/main" id="{6D23BE52-FE24-46A0-A6FD-9CBDDEF95B21}"/>
                  </a:ext>
                </a:extLst>
              </p:cNvPr>
              <p:cNvCxnSpPr>
                <a:cxnSpLocks noChangeShapeType="1"/>
              </p:cNvCxnSpPr>
              <p:nvPr/>
            </p:nvCxnSpPr>
            <p:spPr bwMode="auto">
              <a:xfrm>
                <a:off x="4651769" y="2999079"/>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grpSp>
          <p:nvGrpSpPr>
            <p:cNvPr id="169990" name="Group 10">
              <a:extLst>
                <a:ext uri="{FF2B5EF4-FFF2-40B4-BE49-F238E27FC236}">
                  <a16:creationId xmlns:a16="http://schemas.microsoft.com/office/drawing/2014/main" id="{94EC6932-D056-411C-970E-F9FDCC00091B}"/>
                </a:ext>
              </a:extLst>
            </p:cNvPr>
            <p:cNvGrpSpPr>
              <a:grpSpLocks/>
            </p:cNvGrpSpPr>
            <p:nvPr/>
          </p:nvGrpSpPr>
          <p:grpSpPr bwMode="auto">
            <a:xfrm>
              <a:off x="2552701" y="4256315"/>
              <a:ext cx="5843508" cy="1142999"/>
              <a:chOff x="2599508" y="4256315"/>
              <a:chExt cx="5796699" cy="1142999"/>
            </a:xfrm>
          </p:grpSpPr>
          <p:sp>
            <p:nvSpPr>
              <p:cNvPr id="170050" name="Rectangle 24">
                <a:extLst>
                  <a:ext uri="{FF2B5EF4-FFF2-40B4-BE49-F238E27FC236}">
                    <a16:creationId xmlns:a16="http://schemas.microsoft.com/office/drawing/2014/main" id="{E31BF736-2754-4F36-A145-746F88B9B8D7}"/>
                  </a:ext>
                </a:extLst>
              </p:cNvPr>
              <p:cNvSpPr>
                <a:spLocks noChangeArrowheads="1"/>
              </p:cNvSpPr>
              <p:nvPr/>
            </p:nvSpPr>
            <p:spPr bwMode="auto">
              <a:xfrm>
                <a:off x="2599508" y="4256315"/>
                <a:ext cx="4120299" cy="1142999"/>
              </a:xfrm>
              <a:prstGeom prst="rect">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51" name="TextBox 25">
                <a:extLst>
                  <a:ext uri="{FF2B5EF4-FFF2-40B4-BE49-F238E27FC236}">
                    <a16:creationId xmlns:a16="http://schemas.microsoft.com/office/drawing/2014/main" id="{0A93D10A-6906-4F63-897F-0C960833B464}"/>
                  </a:ext>
                </a:extLst>
              </p:cNvPr>
              <p:cNvSpPr txBox="1">
                <a:spLocks noChangeArrowheads="1"/>
              </p:cNvSpPr>
              <p:nvPr/>
            </p:nvSpPr>
            <p:spPr bwMode="auto">
              <a:xfrm>
                <a:off x="6887461" y="4596981"/>
                <a:ext cx="1508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Register D</a:t>
                </a:r>
              </a:p>
            </p:txBody>
          </p:sp>
          <p:cxnSp>
            <p:nvCxnSpPr>
              <p:cNvPr id="170052" name="Straight Connector 28">
                <a:extLst>
                  <a:ext uri="{FF2B5EF4-FFF2-40B4-BE49-F238E27FC236}">
                    <a16:creationId xmlns:a16="http://schemas.microsoft.com/office/drawing/2014/main" id="{85DC3837-C3B1-496A-86A3-40DD96C8C990}"/>
                  </a:ext>
                </a:extLst>
              </p:cNvPr>
              <p:cNvCxnSpPr>
                <a:cxnSpLocks noChangeShapeType="1"/>
              </p:cNvCxnSpPr>
              <p:nvPr/>
            </p:nvCxnSpPr>
            <p:spPr bwMode="auto">
              <a:xfrm>
                <a:off x="4651769" y="4256315"/>
                <a:ext cx="0" cy="114299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cxnSp>
        </p:grpSp>
        <p:sp>
          <p:nvSpPr>
            <p:cNvPr id="169991" name="TextBox 20">
              <a:extLst>
                <a:ext uri="{FF2B5EF4-FFF2-40B4-BE49-F238E27FC236}">
                  <a16:creationId xmlns:a16="http://schemas.microsoft.com/office/drawing/2014/main" id="{31359DBC-C666-4B4C-9A8A-2ABA06B81FA8}"/>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9992" name="TextBox 23">
              <a:extLst>
                <a:ext uri="{FF2B5EF4-FFF2-40B4-BE49-F238E27FC236}">
                  <a16:creationId xmlns:a16="http://schemas.microsoft.com/office/drawing/2014/main" id="{68D94141-3914-4545-B55A-4263B7D55B0C}"/>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9993" name="TextBox 30">
              <a:extLst>
                <a:ext uri="{FF2B5EF4-FFF2-40B4-BE49-F238E27FC236}">
                  <a16:creationId xmlns:a16="http://schemas.microsoft.com/office/drawing/2014/main" id="{E3F97980-35DE-4F0D-91E9-C59A895E795F}"/>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9994" name="TextBox 31">
              <a:extLst>
                <a:ext uri="{FF2B5EF4-FFF2-40B4-BE49-F238E27FC236}">
                  <a16:creationId xmlns:a16="http://schemas.microsoft.com/office/drawing/2014/main" id="{F54893B5-C6F3-4A56-8BCD-7603236EC267}"/>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9995" name="TextBox 32">
              <a:extLst>
                <a:ext uri="{FF2B5EF4-FFF2-40B4-BE49-F238E27FC236}">
                  <a16:creationId xmlns:a16="http://schemas.microsoft.com/office/drawing/2014/main" id="{B0BEAE95-CCE4-4A1C-9AC3-8E6621C560F7}"/>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69996" name="TextBox 33">
              <a:extLst>
                <a:ext uri="{FF2B5EF4-FFF2-40B4-BE49-F238E27FC236}">
                  <a16:creationId xmlns:a16="http://schemas.microsoft.com/office/drawing/2014/main" id="{01DBC238-8608-45BE-9B42-8647FEC7696C}"/>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69997" name="Freeform 17">
              <a:extLst>
                <a:ext uri="{FF2B5EF4-FFF2-40B4-BE49-F238E27FC236}">
                  <a16:creationId xmlns:a16="http://schemas.microsoft.com/office/drawing/2014/main" id="{CE7BFBEF-0DF9-441A-9767-AB2D7DEA637B}"/>
                </a:ext>
              </a:extLst>
            </p:cNvPr>
            <p:cNvSpPr>
              <a:spLocks noChangeAspect="1"/>
            </p:cNvSpPr>
            <p:nvPr/>
          </p:nvSpPr>
          <p:spPr bwMode="auto">
            <a:xfrm>
              <a:off x="3640667" y="3589868"/>
              <a:ext cx="371926"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998" name="Freeform 17">
              <a:extLst>
                <a:ext uri="{FF2B5EF4-FFF2-40B4-BE49-F238E27FC236}">
                  <a16:creationId xmlns:a16="http://schemas.microsoft.com/office/drawing/2014/main" id="{5DCFC978-39EC-4196-BC32-F5120FE0BD13}"/>
                </a:ext>
              </a:extLst>
            </p:cNvPr>
            <p:cNvSpPr>
              <a:spLocks noChangeAspect="1"/>
            </p:cNvSpPr>
            <p:nvPr/>
          </p:nvSpPr>
          <p:spPr bwMode="auto">
            <a:xfrm>
              <a:off x="3649133" y="4859866"/>
              <a:ext cx="185660"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999" name="Freeform 17">
              <a:extLst>
                <a:ext uri="{FF2B5EF4-FFF2-40B4-BE49-F238E27FC236}">
                  <a16:creationId xmlns:a16="http://schemas.microsoft.com/office/drawing/2014/main" id="{15AB855A-5874-4953-B5DE-663ADF927673}"/>
                </a:ext>
              </a:extLst>
            </p:cNvPr>
            <p:cNvSpPr>
              <a:spLocks noChangeAspect="1"/>
            </p:cNvSpPr>
            <p:nvPr/>
          </p:nvSpPr>
          <p:spPr bwMode="auto">
            <a:xfrm>
              <a:off x="3657600" y="2243667"/>
              <a:ext cx="549726"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0" name="Freeform 17">
              <a:extLst>
                <a:ext uri="{FF2B5EF4-FFF2-40B4-BE49-F238E27FC236}">
                  <a16:creationId xmlns:a16="http://schemas.microsoft.com/office/drawing/2014/main" id="{E986580D-B112-4E29-B6B8-3E94E610F474}"/>
                </a:ext>
              </a:extLst>
            </p:cNvPr>
            <p:cNvSpPr>
              <a:spLocks noChangeAspect="1"/>
            </p:cNvSpPr>
            <p:nvPr/>
          </p:nvSpPr>
          <p:spPr bwMode="auto">
            <a:xfrm>
              <a:off x="3657600"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1" name="TextBox 34">
              <a:extLst>
                <a:ext uri="{FF2B5EF4-FFF2-40B4-BE49-F238E27FC236}">
                  <a16:creationId xmlns:a16="http://schemas.microsoft.com/office/drawing/2014/main" id="{75F20222-D96C-4B5D-A316-0E4DC048DFAB}"/>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70002" name="Freeform 17">
              <a:extLst>
                <a:ext uri="{FF2B5EF4-FFF2-40B4-BE49-F238E27FC236}">
                  <a16:creationId xmlns:a16="http://schemas.microsoft.com/office/drawing/2014/main" id="{3A8A5465-4916-45CF-AD9F-19D78B7B6328}"/>
                </a:ext>
              </a:extLst>
            </p:cNvPr>
            <p:cNvSpPr>
              <a:spLocks noChangeAspect="1"/>
            </p:cNvSpPr>
            <p:nvPr/>
          </p:nvSpPr>
          <p:spPr bwMode="auto">
            <a:xfrm>
              <a:off x="5857461" y="3589868"/>
              <a:ext cx="347998"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3" name="Freeform 17">
              <a:extLst>
                <a:ext uri="{FF2B5EF4-FFF2-40B4-BE49-F238E27FC236}">
                  <a16:creationId xmlns:a16="http://schemas.microsoft.com/office/drawing/2014/main" id="{4FB01D14-E4F3-4237-91F8-5FF0A0C4B616}"/>
                </a:ext>
              </a:extLst>
            </p:cNvPr>
            <p:cNvSpPr>
              <a:spLocks noChangeAspect="1"/>
            </p:cNvSpPr>
            <p:nvPr/>
          </p:nvSpPr>
          <p:spPr bwMode="auto">
            <a:xfrm>
              <a:off x="5857461" y="4859866"/>
              <a:ext cx="176824"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4" name="Freeform 17">
              <a:extLst>
                <a:ext uri="{FF2B5EF4-FFF2-40B4-BE49-F238E27FC236}">
                  <a16:creationId xmlns:a16="http://schemas.microsoft.com/office/drawing/2014/main" id="{DF96D8B2-2F44-4D4F-9586-387F1F9F1E5D}"/>
                </a:ext>
              </a:extLst>
            </p:cNvPr>
            <p:cNvSpPr>
              <a:spLocks noChangeAspect="1"/>
            </p:cNvSpPr>
            <p:nvPr/>
          </p:nvSpPr>
          <p:spPr bwMode="auto">
            <a:xfrm>
              <a:off x="5857460" y="2243667"/>
              <a:ext cx="542731"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5" name="Freeform 17">
              <a:extLst>
                <a:ext uri="{FF2B5EF4-FFF2-40B4-BE49-F238E27FC236}">
                  <a16:creationId xmlns:a16="http://schemas.microsoft.com/office/drawing/2014/main" id="{C75AB2E2-B096-4E27-8D43-6EFCA7859EA3}"/>
                </a:ext>
              </a:extLst>
            </p:cNvPr>
            <p:cNvSpPr>
              <a:spLocks noChangeAspect="1"/>
            </p:cNvSpPr>
            <p:nvPr/>
          </p:nvSpPr>
          <p:spPr bwMode="auto">
            <a:xfrm>
              <a:off x="5863718"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6" name="TextBox 35">
              <a:extLst>
                <a:ext uri="{FF2B5EF4-FFF2-40B4-BE49-F238E27FC236}">
                  <a16:creationId xmlns:a16="http://schemas.microsoft.com/office/drawing/2014/main" id="{239DD7F5-99C0-4FC4-BC86-16379B594631}"/>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grpSp>
          <p:nvGrpSpPr>
            <p:cNvPr id="170007" name="Group 127">
              <a:extLst>
                <a:ext uri="{FF2B5EF4-FFF2-40B4-BE49-F238E27FC236}">
                  <a16:creationId xmlns:a16="http://schemas.microsoft.com/office/drawing/2014/main" id="{17D0D544-6874-4DA0-874A-AFE5C6812617}"/>
                </a:ext>
              </a:extLst>
            </p:cNvPr>
            <p:cNvGrpSpPr>
              <a:grpSpLocks noChangeAspect="1"/>
            </p:cNvGrpSpPr>
            <p:nvPr/>
          </p:nvGrpSpPr>
          <p:grpSpPr bwMode="auto">
            <a:xfrm>
              <a:off x="4438897" y="6214992"/>
              <a:ext cx="2964591" cy="374566"/>
              <a:chOff x="3688829" y="3297291"/>
              <a:chExt cx="3397195" cy="429223"/>
            </a:xfrm>
          </p:grpSpPr>
          <p:sp>
            <p:nvSpPr>
              <p:cNvPr id="170040" name="Line 101">
                <a:extLst>
                  <a:ext uri="{FF2B5EF4-FFF2-40B4-BE49-F238E27FC236}">
                    <a16:creationId xmlns:a16="http://schemas.microsoft.com/office/drawing/2014/main" id="{01FCB8DD-5A5F-40C1-B843-AC31A78B491A}"/>
                  </a:ext>
                </a:extLst>
              </p:cNvPr>
              <p:cNvSpPr>
                <a:spLocks noChangeShapeType="1"/>
              </p:cNvSpPr>
              <p:nvPr/>
            </p:nvSpPr>
            <p:spPr bwMode="auto">
              <a:xfrm rot="5400000">
                <a:off x="6667572" y="2955370"/>
                <a:ext cx="0" cy="78919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1" name="Freeform 17">
                <a:extLst>
                  <a:ext uri="{FF2B5EF4-FFF2-40B4-BE49-F238E27FC236}">
                    <a16:creationId xmlns:a16="http://schemas.microsoft.com/office/drawing/2014/main" id="{5E0EEB36-5B60-40B0-A1D9-40C28C9B7884}"/>
                  </a:ext>
                </a:extLst>
              </p:cNvPr>
              <p:cNvSpPr>
                <a:spLocks noChangeAspect="1"/>
              </p:cNvSpPr>
              <p:nvPr/>
            </p:nvSpPr>
            <p:spPr bwMode="auto">
              <a:xfrm rot="5400000" flipH="1">
                <a:off x="3843953" y="3267418"/>
                <a:ext cx="279505" cy="44071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2" name="Line 101">
                <a:extLst>
                  <a:ext uri="{FF2B5EF4-FFF2-40B4-BE49-F238E27FC236}">
                    <a16:creationId xmlns:a16="http://schemas.microsoft.com/office/drawing/2014/main" id="{3330CBD9-6085-4061-858B-80B9EAD90B8F}"/>
                  </a:ext>
                </a:extLst>
              </p:cNvPr>
              <p:cNvSpPr>
                <a:spLocks noChangeShapeType="1"/>
              </p:cNvSpPr>
              <p:nvPr/>
            </p:nvSpPr>
            <p:spPr bwMode="auto">
              <a:xfrm rot="5400000" flipH="1">
                <a:off x="5341358" y="2474118"/>
                <a:ext cx="5133" cy="231196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3" name="Freeform 17">
                <a:extLst>
                  <a:ext uri="{FF2B5EF4-FFF2-40B4-BE49-F238E27FC236}">
                    <a16:creationId xmlns:a16="http://schemas.microsoft.com/office/drawing/2014/main" id="{ECB1411C-73E8-45A9-A6F6-8FC1FC46ADF3}"/>
                  </a:ext>
                </a:extLst>
              </p:cNvPr>
              <p:cNvSpPr>
                <a:spLocks noChangeAspect="1"/>
              </p:cNvSpPr>
              <p:nvPr/>
            </p:nvSpPr>
            <p:spPr bwMode="auto">
              <a:xfrm rot="5400000" flipH="1">
                <a:off x="3757776" y="3414297"/>
                <a:ext cx="241658" cy="379552"/>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4" name="Line 101">
                <a:extLst>
                  <a:ext uri="{FF2B5EF4-FFF2-40B4-BE49-F238E27FC236}">
                    <a16:creationId xmlns:a16="http://schemas.microsoft.com/office/drawing/2014/main" id="{7016F830-72AF-4FCE-A9B7-0E28676B4868}"/>
                  </a:ext>
                </a:extLst>
              </p:cNvPr>
              <p:cNvSpPr>
                <a:spLocks noChangeShapeType="1"/>
              </p:cNvSpPr>
              <p:nvPr/>
            </p:nvSpPr>
            <p:spPr bwMode="auto">
              <a:xfrm rot="5400000" flipH="1">
                <a:off x="5409823" y="2369784"/>
                <a:ext cx="1611" cy="271185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5" name="Freeform 17">
                <a:extLst>
                  <a:ext uri="{FF2B5EF4-FFF2-40B4-BE49-F238E27FC236}">
                    <a16:creationId xmlns:a16="http://schemas.microsoft.com/office/drawing/2014/main" id="{C5A54FCE-1B18-4F6C-AEBC-35236939817D}"/>
                  </a:ext>
                </a:extLst>
              </p:cNvPr>
              <p:cNvSpPr>
                <a:spLocks noChangeAspect="1"/>
              </p:cNvSpPr>
              <p:nvPr/>
            </p:nvSpPr>
            <p:spPr bwMode="auto">
              <a:xfrm rot="5400000" flipH="1">
                <a:off x="6236878" y="3376594"/>
                <a:ext cx="285121" cy="21674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6" name="Line 101">
                <a:extLst>
                  <a:ext uri="{FF2B5EF4-FFF2-40B4-BE49-F238E27FC236}">
                    <a16:creationId xmlns:a16="http://schemas.microsoft.com/office/drawing/2014/main" id="{23299DC8-C0A6-44EF-ACBD-8FD1B18B6E9E}"/>
                  </a:ext>
                </a:extLst>
              </p:cNvPr>
              <p:cNvSpPr>
                <a:spLocks noChangeShapeType="1"/>
              </p:cNvSpPr>
              <p:nvPr/>
            </p:nvSpPr>
            <p:spPr bwMode="auto">
              <a:xfrm rot="5400000">
                <a:off x="6638496" y="3038276"/>
                <a:ext cx="2560" cy="89249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7" name="Oval 68">
                <a:extLst>
                  <a:ext uri="{FF2B5EF4-FFF2-40B4-BE49-F238E27FC236}">
                    <a16:creationId xmlns:a16="http://schemas.microsoft.com/office/drawing/2014/main" id="{0E23118B-D6A1-4879-B9D4-3E8EA71599DF}"/>
                  </a:ext>
                </a:extLst>
              </p:cNvPr>
              <p:cNvSpPr>
                <a:spLocks noChangeArrowheads="1"/>
              </p:cNvSpPr>
              <p:nvPr/>
            </p:nvSpPr>
            <p:spPr bwMode="auto">
              <a:xfrm rot="5400000">
                <a:off x="6435163" y="3293947"/>
                <a:ext cx="95365"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8" name="Oval 68">
                <a:extLst>
                  <a:ext uri="{FF2B5EF4-FFF2-40B4-BE49-F238E27FC236}">
                    <a16:creationId xmlns:a16="http://schemas.microsoft.com/office/drawing/2014/main" id="{193F16E0-5817-4E89-876F-0D1D90456EC8}"/>
                  </a:ext>
                </a:extLst>
              </p:cNvPr>
              <p:cNvSpPr>
                <a:spLocks noChangeArrowheads="1"/>
              </p:cNvSpPr>
              <p:nvPr/>
            </p:nvSpPr>
            <p:spPr bwMode="auto">
              <a:xfrm rot="5400000">
                <a:off x="6711505" y="3449437"/>
                <a:ext cx="95364"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49" name="Line 6">
                <a:extLst>
                  <a:ext uri="{FF2B5EF4-FFF2-40B4-BE49-F238E27FC236}">
                    <a16:creationId xmlns:a16="http://schemas.microsoft.com/office/drawing/2014/main" id="{8A980123-C243-4E47-B373-0139875DBD8B}"/>
                  </a:ext>
                </a:extLst>
              </p:cNvPr>
              <p:cNvSpPr>
                <a:spLocks noChangeAspect="1" noChangeShapeType="1"/>
              </p:cNvSpPr>
              <p:nvPr/>
            </p:nvSpPr>
            <p:spPr bwMode="auto">
              <a:xfrm rot="5400000" flipH="1">
                <a:off x="6638062" y="3605626"/>
                <a:ext cx="233001"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70008" name="Freeform 51">
              <a:extLst>
                <a:ext uri="{FF2B5EF4-FFF2-40B4-BE49-F238E27FC236}">
                  <a16:creationId xmlns:a16="http://schemas.microsoft.com/office/drawing/2014/main" id="{E49354D3-21C1-4A62-B7C1-87C021013D50}"/>
                </a:ext>
              </a:extLst>
            </p:cNvPr>
            <p:cNvSpPr>
              <a:spLocks/>
            </p:cNvSpPr>
            <p:nvPr/>
          </p:nvSpPr>
          <p:spPr bwMode="auto">
            <a:xfrm rot="5400000" flipV="1">
              <a:off x="863411" y="1780734"/>
              <a:ext cx="5599288" cy="3074140"/>
            </a:xfrm>
            <a:custGeom>
              <a:avLst/>
              <a:gdLst>
                <a:gd name="T0" fmla="*/ 2147483646 w 10027"/>
                <a:gd name="T1" fmla="*/ 0 h 223130"/>
                <a:gd name="T2" fmla="*/ 2147483646 w 10027"/>
                <a:gd name="T3" fmla="*/ 180942437 h 223130"/>
                <a:gd name="T4" fmla="*/ 2147483646 w 10027"/>
                <a:gd name="T5" fmla="*/ 180942437 h 223130"/>
                <a:gd name="T6" fmla="*/ 0 w 10027"/>
                <a:gd name="T7" fmla="*/ 2147483646 h 2231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27" h="223130">
                  <a:moveTo>
                    <a:pt x="10026" y="0"/>
                  </a:moveTo>
                  <a:cubicBezTo>
                    <a:pt x="10021" y="1490"/>
                    <a:pt x="10031" y="3532"/>
                    <a:pt x="10026" y="5022"/>
                  </a:cubicBezTo>
                  <a:lnTo>
                    <a:pt x="26" y="5022"/>
                  </a:lnTo>
                  <a:cubicBezTo>
                    <a:pt x="26" y="3378"/>
                    <a:pt x="0" y="224765"/>
                    <a:pt x="0" y="223121"/>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09" name="Freeform 51">
              <a:extLst>
                <a:ext uri="{FF2B5EF4-FFF2-40B4-BE49-F238E27FC236}">
                  <a16:creationId xmlns:a16="http://schemas.microsoft.com/office/drawing/2014/main" id="{141AEC6E-6F73-4A6F-9260-55411FE85AC2}"/>
                </a:ext>
              </a:extLst>
            </p:cNvPr>
            <p:cNvSpPr>
              <a:spLocks/>
            </p:cNvSpPr>
            <p:nvPr/>
          </p:nvSpPr>
          <p:spPr bwMode="auto">
            <a:xfrm rot="5400000" flipV="1">
              <a:off x="1431419" y="2477646"/>
              <a:ext cx="4455651" cy="3081760"/>
            </a:xfrm>
            <a:custGeom>
              <a:avLst/>
              <a:gdLst>
                <a:gd name="T0" fmla="*/ 2147483646 w 10043"/>
                <a:gd name="T1" fmla="*/ 0 h 223683"/>
                <a:gd name="T2" fmla="*/ 2147483646 w 10043"/>
                <a:gd name="T3" fmla="*/ 400147585 h 223683"/>
                <a:gd name="T4" fmla="*/ 2147483646 w 10043"/>
                <a:gd name="T5" fmla="*/ 400147585 h 223683"/>
                <a:gd name="T6" fmla="*/ 0 w 10043"/>
                <a:gd name="T7" fmla="*/ 2147483646 h 2236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43" h="223683">
                  <a:moveTo>
                    <a:pt x="10043" y="0"/>
                  </a:moveTo>
                  <a:cubicBezTo>
                    <a:pt x="10032" y="5361"/>
                    <a:pt x="10037" y="5745"/>
                    <a:pt x="10026" y="11106"/>
                  </a:cubicBezTo>
                  <a:lnTo>
                    <a:pt x="26" y="11106"/>
                  </a:lnTo>
                  <a:cubicBezTo>
                    <a:pt x="26" y="9462"/>
                    <a:pt x="0" y="225318"/>
                    <a:pt x="0" y="223674"/>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0" name="Freeform 51">
              <a:extLst>
                <a:ext uri="{FF2B5EF4-FFF2-40B4-BE49-F238E27FC236}">
                  <a16:creationId xmlns:a16="http://schemas.microsoft.com/office/drawing/2014/main" id="{96E5EE24-4F9C-40D5-B20B-4012CB548785}"/>
                </a:ext>
              </a:extLst>
            </p:cNvPr>
            <p:cNvSpPr>
              <a:spLocks/>
            </p:cNvSpPr>
            <p:nvPr/>
          </p:nvSpPr>
          <p:spPr bwMode="auto">
            <a:xfrm rot="5400000" flipV="1">
              <a:off x="2046182" y="3219232"/>
              <a:ext cx="3232377" cy="3072794"/>
            </a:xfrm>
            <a:custGeom>
              <a:avLst/>
              <a:gdLst>
                <a:gd name="T0" fmla="*/ 2147483646 w 10030"/>
                <a:gd name="T1" fmla="*/ 0 h 223651"/>
                <a:gd name="T2" fmla="*/ 2147483646 w 10030"/>
                <a:gd name="T3" fmla="*/ 612101826 h 223651"/>
                <a:gd name="T4" fmla="*/ 2147483646 w 10030"/>
                <a:gd name="T5" fmla="*/ 612101826 h 223651"/>
                <a:gd name="T6" fmla="*/ 0 w 10030"/>
                <a:gd name="T7" fmla="*/ 2147483646 h 2236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30" h="223651">
                  <a:moveTo>
                    <a:pt x="10025" y="0"/>
                  </a:moveTo>
                  <a:cubicBezTo>
                    <a:pt x="10009" y="7389"/>
                    <a:pt x="10042" y="9789"/>
                    <a:pt x="10026" y="17178"/>
                  </a:cubicBezTo>
                  <a:lnTo>
                    <a:pt x="26" y="17178"/>
                  </a:lnTo>
                  <a:cubicBezTo>
                    <a:pt x="26" y="15534"/>
                    <a:pt x="0" y="225286"/>
                    <a:pt x="0" y="223642"/>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1" name="Freeform 51">
              <a:extLst>
                <a:ext uri="{FF2B5EF4-FFF2-40B4-BE49-F238E27FC236}">
                  <a16:creationId xmlns:a16="http://schemas.microsoft.com/office/drawing/2014/main" id="{474BDE45-32FB-4870-9752-CE237684840B}"/>
                </a:ext>
              </a:extLst>
            </p:cNvPr>
            <p:cNvSpPr>
              <a:spLocks/>
            </p:cNvSpPr>
            <p:nvPr/>
          </p:nvSpPr>
          <p:spPr bwMode="auto">
            <a:xfrm rot="5400000" flipV="1">
              <a:off x="2619070" y="3941755"/>
              <a:ext cx="2095587" cy="3066521"/>
            </a:xfrm>
            <a:custGeom>
              <a:avLst/>
              <a:gdLst>
                <a:gd name="T0" fmla="*/ 2147483646 w 10063"/>
                <a:gd name="T1" fmla="*/ 0 h 222577"/>
                <a:gd name="T2" fmla="*/ 2147483646 w 10063"/>
                <a:gd name="T3" fmla="*/ 838559020 h 222577"/>
                <a:gd name="T4" fmla="*/ 2147483646 w 10063"/>
                <a:gd name="T5" fmla="*/ 838559020 h 222577"/>
                <a:gd name="T6" fmla="*/ 0 w 10063"/>
                <a:gd name="T7" fmla="*/ 2147483646 h 2225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63" h="222577">
                  <a:moveTo>
                    <a:pt x="10063" y="0"/>
                  </a:moveTo>
                  <a:cubicBezTo>
                    <a:pt x="10051" y="7758"/>
                    <a:pt x="10038" y="15516"/>
                    <a:pt x="10026" y="23274"/>
                  </a:cubicBezTo>
                  <a:lnTo>
                    <a:pt x="26" y="23274"/>
                  </a:lnTo>
                  <a:cubicBezTo>
                    <a:pt x="26" y="21630"/>
                    <a:pt x="0" y="224212"/>
                    <a:pt x="0" y="222568"/>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2" name="Freeform 17">
              <a:extLst>
                <a:ext uri="{FF2B5EF4-FFF2-40B4-BE49-F238E27FC236}">
                  <a16:creationId xmlns:a16="http://schemas.microsoft.com/office/drawing/2014/main" id="{16148F02-644D-4691-AAA6-8C9BEFFBE8FE}"/>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3" name="Freeform 17">
              <a:extLst>
                <a:ext uri="{FF2B5EF4-FFF2-40B4-BE49-F238E27FC236}">
                  <a16:creationId xmlns:a16="http://schemas.microsoft.com/office/drawing/2014/main" id="{164A7336-81DB-4B15-B3A0-3D75B4B43109}"/>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4" name="Line 101">
              <a:extLst>
                <a:ext uri="{FF2B5EF4-FFF2-40B4-BE49-F238E27FC236}">
                  <a16:creationId xmlns:a16="http://schemas.microsoft.com/office/drawing/2014/main" id="{AF0E7303-C8C4-44FD-BF82-604A08E6A719}"/>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5" name="Line 101">
              <a:extLst>
                <a:ext uri="{FF2B5EF4-FFF2-40B4-BE49-F238E27FC236}">
                  <a16:creationId xmlns:a16="http://schemas.microsoft.com/office/drawing/2014/main" id="{BB607DB5-7780-4679-A4D0-10C3C6F5BEEC}"/>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6" name="Line 101">
              <a:extLst>
                <a:ext uri="{FF2B5EF4-FFF2-40B4-BE49-F238E27FC236}">
                  <a16:creationId xmlns:a16="http://schemas.microsoft.com/office/drawing/2014/main" id="{A5C8F180-51AB-4AAC-B7D9-6AA75061A5B9}"/>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7" name="Line 101">
              <a:extLst>
                <a:ext uri="{FF2B5EF4-FFF2-40B4-BE49-F238E27FC236}">
                  <a16:creationId xmlns:a16="http://schemas.microsoft.com/office/drawing/2014/main" id="{022F4733-0EAA-42D1-9330-48BEA843E780}"/>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8" name="Line 101">
              <a:extLst>
                <a:ext uri="{FF2B5EF4-FFF2-40B4-BE49-F238E27FC236}">
                  <a16:creationId xmlns:a16="http://schemas.microsoft.com/office/drawing/2014/main" id="{7122A4B7-8EEE-4ACE-8546-885E8F4CCAB9}"/>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19" name="Line 101">
              <a:extLst>
                <a:ext uri="{FF2B5EF4-FFF2-40B4-BE49-F238E27FC236}">
                  <a16:creationId xmlns:a16="http://schemas.microsoft.com/office/drawing/2014/main" id="{B4309AA7-FC96-453E-9DC9-F18C07843ECC}"/>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20" name="TextBox 57">
              <a:extLst>
                <a:ext uri="{FF2B5EF4-FFF2-40B4-BE49-F238E27FC236}">
                  <a16:creationId xmlns:a16="http://schemas.microsoft.com/office/drawing/2014/main" id="{7FD30E30-49C1-4159-980D-A2D4C33A5AC4}"/>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70021" name="TextBox 58">
              <a:extLst>
                <a:ext uri="{FF2B5EF4-FFF2-40B4-BE49-F238E27FC236}">
                  <a16:creationId xmlns:a16="http://schemas.microsoft.com/office/drawing/2014/main" id="{F6BC148C-C00E-48AC-8EC1-28BE2E5BD3DE}"/>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sp>
          <p:nvSpPr>
            <p:cNvPr id="170022" name="TextBox 59">
              <a:extLst>
                <a:ext uri="{FF2B5EF4-FFF2-40B4-BE49-F238E27FC236}">
                  <a16:creationId xmlns:a16="http://schemas.microsoft.com/office/drawing/2014/main" id="{7AA90349-5EB5-49F2-A10A-2D831F3CD788}"/>
                </a:ext>
              </a:extLst>
            </p:cNvPr>
            <p:cNvSpPr txBox="1">
              <a:spLocks noChangeArrowheads="1"/>
            </p:cNvSpPr>
            <p:nvPr/>
          </p:nvSpPr>
          <p:spPr bwMode="auto">
            <a:xfrm>
              <a:off x="3419130" y="6483056"/>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sp>
          <p:nvSpPr>
            <p:cNvPr id="170023" name="TextBox 60">
              <a:extLst>
                <a:ext uri="{FF2B5EF4-FFF2-40B4-BE49-F238E27FC236}">
                  <a16:creationId xmlns:a16="http://schemas.microsoft.com/office/drawing/2014/main" id="{F95982D3-2805-47C2-908A-4F3C6C4DD24A}"/>
                </a:ext>
              </a:extLst>
            </p:cNvPr>
            <p:cNvSpPr txBox="1">
              <a:spLocks noChangeArrowheads="1"/>
            </p:cNvSpPr>
            <p:nvPr/>
          </p:nvSpPr>
          <p:spPr bwMode="auto">
            <a:xfrm>
              <a:off x="5622521" y="6507269"/>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sp>
          <p:nvSpPr>
            <p:cNvPr id="170024" name="TextBox 61">
              <a:extLst>
                <a:ext uri="{FF2B5EF4-FFF2-40B4-BE49-F238E27FC236}">
                  <a16:creationId xmlns:a16="http://schemas.microsoft.com/office/drawing/2014/main" id="{616D4D15-8FCF-4F0A-AEC7-660C5DF10017}"/>
                </a:ext>
              </a:extLst>
            </p:cNvPr>
            <p:cNvSpPr txBox="1">
              <a:spLocks noChangeArrowheads="1"/>
            </p:cNvSpPr>
            <p:nvPr/>
          </p:nvSpPr>
          <p:spPr bwMode="auto">
            <a:xfrm>
              <a:off x="242542" y="6321332"/>
              <a:ext cx="12187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Write_enable</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0025" name="TextBox 62">
              <a:extLst>
                <a:ext uri="{FF2B5EF4-FFF2-40B4-BE49-F238E27FC236}">
                  <a16:creationId xmlns:a16="http://schemas.microsoft.com/office/drawing/2014/main" id="{8B74D838-47E2-44B8-A0D2-ED4657C99B07}"/>
                </a:ext>
              </a:extLst>
            </p:cNvPr>
            <p:cNvSpPr txBox="1">
              <a:spLocks noChangeArrowheads="1"/>
            </p:cNvSpPr>
            <p:nvPr/>
          </p:nvSpPr>
          <p:spPr bwMode="auto">
            <a:xfrm>
              <a:off x="-983" y="589869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Write_address_0</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0026" name="TextBox 63">
              <a:extLst>
                <a:ext uri="{FF2B5EF4-FFF2-40B4-BE49-F238E27FC236}">
                  <a16:creationId xmlns:a16="http://schemas.microsoft.com/office/drawing/2014/main" id="{A96BC5E5-2E8D-4745-8351-9F419D598D56}"/>
                </a:ext>
              </a:extLst>
            </p:cNvPr>
            <p:cNvSpPr txBox="1">
              <a:spLocks noChangeArrowheads="1"/>
            </p:cNvSpPr>
            <p:nvPr/>
          </p:nvSpPr>
          <p:spPr bwMode="auto">
            <a:xfrm>
              <a:off x="588" y="610765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Write_address_1</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0027" name="TextBox 64">
              <a:extLst>
                <a:ext uri="{FF2B5EF4-FFF2-40B4-BE49-F238E27FC236}">
                  <a16:creationId xmlns:a16="http://schemas.microsoft.com/office/drawing/2014/main" id="{78BF4435-CA74-4F66-B61E-8AE063B281B2}"/>
                </a:ext>
              </a:extLst>
            </p:cNvPr>
            <p:cNvSpPr txBox="1">
              <a:spLocks noChangeArrowheads="1"/>
            </p:cNvSpPr>
            <p:nvPr/>
          </p:nvSpPr>
          <p:spPr bwMode="auto">
            <a:xfrm>
              <a:off x="7393313" y="6057433"/>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Read_address_1</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sp>
          <p:nvSpPr>
            <p:cNvPr id="170028" name="TextBox 65">
              <a:extLst>
                <a:ext uri="{FF2B5EF4-FFF2-40B4-BE49-F238E27FC236}">
                  <a16:creationId xmlns:a16="http://schemas.microsoft.com/office/drawing/2014/main" id="{D2A3572A-6EF7-4840-A061-68BF03ACC79C}"/>
                </a:ext>
              </a:extLst>
            </p:cNvPr>
            <p:cNvSpPr txBox="1">
              <a:spLocks noChangeArrowheads="1"/>
            </p:cNvSpPr>
            <p:nvPr/>
          </p:nvSpPr>
          <p:spPr bwMode="auto">
            <a:xfrm>
              <a:off x="7394885" y="6247540"/>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Read_address_0</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sp>
          <p:nvSpPr>
            <p:cNvPr id="170029" name="Freeform 17">
              <a:extLst>
                <a:ext uri="{FF2B5EF4-FFF2-40B4-BE49-F238E27FC236}">
                  <a16:creationId xmlns:a16="http://schemas.microsoft.com/office/drawing/2014/main" id="{946452C3-67E8-4658-8A95-AA4CC9462725}"/>
                </a:ext>
              </a:extLst>
            </p:cNvPr>
            <p:cNvSpPr>
              <a:spLocks noChangeAspect="1"/>
            </p:cNvSpPr>
            <p:nvPr/>
          </p:nvSpPr>
          <p:spPr bwMode="auto">
            <a:xfrm flipV="1">
              <a:off x="709082" y="1245324"/>
              <a:ext cx="4647718" cy="439628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FFC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0" name="TextBox 69">
              <a:extLst>
                <a:ext uri="{FF2B5EF4-FFF2-40B4-BE49-F238E27FC236}">
                  <a16:creationId xmlns:a16="http://schemas.microsoft.com/office/drawing/2014/main" id="{B8AADF08-C07F-45B4-8459-AF9C1232171F}"/>
                </a:ext>
              </a:extLst>
            </p:cNvPr>
            <p:cNvSpPr txBox="1">
              <a:spLocks noChangeArrowheads="1"/>
            </p:cNvSpPr>
            <p:nvPr/>
          </p:nvSpPr>
          <p:spPr bwMode="auto">
            <a:xfrm>
              <a:off x="42142" y="5472932"/>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Clock</a:t>
              </a:r>
              <a:endParaRPr kumimoji="0" lang="en-US" altLang="en-US" sz="2000" b="1" i="0" u="none" strike="noStrike" kern="1200" cap="none" spc="0" normalizeH="0" baseline="-2500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70031" name="Line 101">
              <a:extLst>
                <a:ext uri="{FF2B5EF4-FFF2-40B4-BE49-F238E27FC236}">
                  <a16:creationId xmlns:a16="http://schemas.microsoft.com/office/drawing/2014/main" id="{FA8CF9A0-3B6A-43B3-9747-14066C498047}"/>
                </a:ext>
              </a:extLst>
            </p:cNvPr>
            <p:cNvSpPr>
              <a:spLocks noChangeShapeType="1"/>
            </p:cNvSpPr>
            <p:nvPr/>
          </p:nvSpPr>
          <p:spPr bwMode="auto">
            <a:xfrm rot="5400000" flipH="1">
              <a:off x="3225588" y="50615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2" name="Line 101">
              <a:extLst>
                <a:ext uri="{FF2B5EF4-FFF2-40B4-BE49-F238E27FC236}">
                  <a16:creationId xmlns:a16="http://schemas.microsoft.com/office/drawing/2014/main" id="{A15F8689-5E7B-4D43-A8A1-32B5F4B0D9FD}"/>
                </a:ext>
              </a:extLst>
            </p:cNvPr>
            <p:cNvSpPr>
              <a:spLocks noChangeShapeType="1"/>
            </p:cNvSpPr>
            <p:nvPr/>
          </p:nvSpPr>
          <p:spPr bwMode="auto">
            <a:xfrm rot="5400000" flipH="1">
              <a:off x="3222540" y="3792097"/>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3" name="Line 101">
              <a:extLst>
                <a:ext uri="{FF2B5EF4-FFF2-40B4-BE49-F238E27FC236}">
                  <a16:creationId xmlns:a16="http://schemas.microsoft.com/office/drawing/2014/main" id="{5542658E-1302-47DE-9C50-3F3FA618CFB5}"/>
                </a:ext>
              </a:extLst>
            </p:cNvPr>
            <p:cNvSpPr>
              <a:spLocks noChangeShapeType="1"/>
            </p:cNvSpPr>
            <p:nvPr/>
          </p:nvSpPr>
          <p:spPr bwMode="auto">
            <a:xfrm rot="5400000" flipH="1">
              <a:off x="3217968" y="2438785"/>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4" name="Line 101">
              <a:extLst>
                <a:ext uri="{FF2B5EF4-FFF2-40B4-BE49-F238E27FC236}">
                  <a16:creationId xmlns:a16="http://schemas.microsoft.com/office/drawing/2014/main" id="{AAC879FE-2BA6-4528-97EC-ACD71A9C6C8B}"/>
                </a:ext>
              </a:extLst>
            </p:cNvPr>
            <p:cNvSpPr>
              <a:spLocks noChangeShapeType="1"/>
            </p:cNvSpPr>
            <p:nvPr/>
          </p:nvSpPr>
          <p:spPr bwMode="auto">
            <a:xfrm rot="5400000" flipH="1">
              <a:off x="3210348" y="1173865"/>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5" name="Line 101">
              <a:extLst>
                <a:ext uri="{FF2B5EF4-FFF2-40B4-BE49-F238E27FC236}">
                  <a16:creationId xmlns:a16="http://schemas.microsoft.com/office/drawing/2014/main" id="{B66BF6C7-F604-4468-841A-D31EBA8775A5}"/>
                </a:ext>
              </a:extLst>
            </p:cNvPr>
            <p:cNvSpPr>
              <a:spLocks noChangeShapeType="1"/>
            </p:cNvSpPr>
            <p:nvPr/>
          </p:nvSpPr>
          <p:spPr bwMode="auto">
            <a:xfrm rot="5400000" flipH="1">
              <a:off x="5424720" y="11753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6" name="Line 101">
              <a:extLst>
                <a:ext uri="{FF2B5EF4-FFF2-40B4-BE49-F238E27FC236}">
                  <a16:creationId xmlns:a16="http://schemas.microsoft.com/office/drawing/2014/main" id="{FC5820AA-0A26-471F-B558-196A809F3DB1}"/>
                </a:ext>
              </a:extLst>
            </p:cNvPr>
            <p:cNvSpPr>
              <a:spLocks noChangeShapeType="1"/>
            </p:cNvSpPr>
            <p:nvPr/>
          </p:nvSpPr>
          <p:spPr bwMode="auto">
            <a:xfrm rot="5400000" flipH="1">
              <a:off x="5421672" y="244792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7" name="Line 101">
              <a:extLst>
                <a:ext uri="{FF2B5EF4-FFF2-40B4-BE49-F238E27FC236}">
                  <a16:creationId xmlns:a16="http://schemas.microsoft.com/office/drawing/2014/main" id="{D2B7FB20-C7F4-486E-9D25-E8899056EE7E}"/>
                </a:ext>
              </a:extLst>
            </p:cNvPr>
            <p:cNvSpPr>
              <a:spLocks noChangeShapeType="1"/>
            </p:cNvSpPr>
            <p:nvPr/>
          </p:nvSpPr>
          <p:spPr bwMode="auto">
            <a:xfrm rot="5400000" flipH="1">
              <a:off x="5423196" y="3793621"/>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038" name="Line 101">
              <a:extLst>
                <a:ext uri="{FF2B5EF4-FFF2-40B4-BE49-F238E27FC236}">
                  <a16:creationId xmlns:a16="http://schemas.microsoft.com/office/drawing/2014/main" id="{50A25F52-3EE4-4F28-81AD-F258B609F71D}"/>
                </a:ext>
              </a:extLst>
            </p:cNvPr>
            <p:cNvSpPr>
              <a:spLocks noChangeShapeType="1"/>
            </p:cNvSpPr>
            <p:nvPr/>
          </p:nvSpPr>
          <p:spPr bwMode="auto">
            <a:xfrm rot="5400000" flipH="1">
              <a:off x="5420148" y="50615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70039" name="Straight Connector 80">
              <a:extLst>
                <a:ext uri="{FF2B5EF4-FFF2-40B4-BE49-F238E27FC236}">
                  <a16:creationId xmlns:a16="http://schemas.microsoft.com/office/drawing/2014/main" id="{0E19C684-5BE7-4524-8337-91A610A76BB6}"/>
                </a:ext>
              </a:extLst>
            </p:cNvPr>
            <p:cNvCxnSpPr>
              <a:cxnSpLocks noChangeShapeType="1"/>
            </p:cNvCxnSpPr>
            <p:nvPr/>
          </p:nvCxnSpPr>
          <p:spPr bwMode="auto">
            <a:xfrm>
              <a:off x="3147277" y="1243052"/>
              <a:ext cx="0" cy="439753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cxnSp>
      </p:grpSp>
      <p:sp>
        <p:nvSpPr>
          <p:cNvPr id="80" name="Rectangle 79">
            <a:extLst>
              <a:ext uri="{FF2B5EF4-FFF2-40B4-BE49-F238E27FC236}">
                <a16:creationId xmlns:a16="http://schemas.microsoft.com/office/drawing/2014/main" id="{37F56ACD-E63A-4D88-914B-CA49BFF59669}"/>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1009" name="Group 4">
            <a:extLst>
              <a:ext uri="{FF2B5EF4-FFF2-40B4-BE49-F238E27FC236}">
                <a16:creationId xmlns:a16="http://schemas.microsoft.com/office/drawing/2014/main" id="{8BA51503-5519-4807-A06C-51EBDF6CD8DE}"/>
              </a:ext>
            </a:extLst>
          </p:cNvPr>
          <p:cNvGrpSpPr>
            <a:grpSpLocks/>
          </p:cNvGrpSpPr>
          <p:nvPr/>
        </p:nvGrpSpPr>
        <p:grpSpPr bwMode="auto">
          <a:xfrm>
            <a:off x="155575" y="152401"/>
            <a:ext cx="8836025" cy="6553200"/>
            <a:chOff x="-983" y="-15051"/>
            <a:chExt cx="8835814" cy="6922430"/>
          </a:xfrm>
        </p:grpSpPr>
        <p:pic>
          <p:nvPicPr>
            <p:cNvPr id="171010" name="Picture 3" descr="Screen shot 2017-02-17 at 11.57.02 AM.png">
              <a:extLst>
                <a:ext uri="{FF2B5EF4-FFF2-40B4-BE49-F238E27FC236}">
                  <a16:creationId xmlns:a16="http://schemas.microsoft.com/office/drawing/2014/main" id="{0F93DE0A-D165-4AB8-B744-6888E7C97BD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2000" y="5442"/>
              <a:ext cx="683666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011" name="TextBox 20">
              <a:extLst>
                <a:ext uri="{FF2B5EF4-FFF2-40B4-BE49-F238E27FC236}">
                  <a16:creationId xmlns:a16="http://schemas.microsoft.com/office/drawing/2014/main" id="{26100847-3DBE-48BB-A81D-43D63086D1C9}"/>
                </a:ext>
              </a:extLst>
            </p:cNvPr>
            <p:cNvSpPr txBox="1">
              <a:spLocks noChangeArrowheads="1"/>
            </p:cNvSpPr>
            <p:nvPr/>
          </p:nvSpPr>
          <p:spPr bwMode="auto">
            <a:xfrm>
              <a:off x="3783873" y="483280"/>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71012" name="TextBox 23">
              <a:extLst>
                <a:ext uri="{FF2B5EF4-FFF2-40B4-BE49-F238E27FC236}">
                  <a16:creationId xmlns:a16="http://schemas.microsoft.com/office/drawing/2014/main" id="{756CFF82-D5CC-4024-B26E-DA0F23CD727D}"/>
                </a:ext>
              </a:extLst>
            </p:cNvPr>
            <p:cNvSpPr txBox="1">
              <a:spLocks noChangeArrowheads="1"/>
            </p:cNvSpPr>
            <p:nvPr/>
          </p:nvSpPr>
          <p:spPr bwMode="auto">
            <a:xfrm>
              <a:off x="5939245" y="487635"/>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71013" name="TextBox 30">
              <a:extLst>
                <a:ext uri="{FF2B5EF4-FFF2-40B4-BE49-F238E27FC236}">
                  <a16:creationId xmlns:a16="http://schemas.microsoft.com/office/drawing/2014/main" id="{53F0A490-30ED-49B5-9B66-682D8946FD83}"/>
                </a:ext>
              </a:extLst>
            </p:cNvPr>
            <p:cNvSpPr txBox="1">
              <a:spLocks noChangeArrowheads="1"/>
            </p:cNvSpPr>
            <p:nvPr/>
          </p:nvSpPr>
          <p:spPr bwMode="auto">
            <a:xfrm>
              <a:off x="3783873" y="1734070"/>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71014" name="TextBox 31">
              <a:extLst>
                <a:ext uri="{FF2B5EF4-FFF2-40B4-BE49-F238E27FC236}">
                  <a16:creationId xmlns:a16="http://schemas.microsoft.com/office/drawing/2014/main" id="{68C355D8-E384-4621-9CAD-87DD53C319E3}"/>
                </a:ext>
              </a:extLst>
            </p:cNvPr>
            <p:cNvSpPr txBox="1">
              <a:spLocks noChangeArrowheads="1"/>
            </p:cNvSpPr>
            <p:nvPr/>
          </p:nvSpPr>
          <p:spPr bwMode="auto">
            <a:xfrm>
              <a:off x="5939245" y="173842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B</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71015" name="TextBox 32">
              <a:extLst>
                <a:ext uri="{FF2B5EF4-FFF2-40B4-BE49-F238E27FC236}">
                  <a16:creationId xmlns:a16="http://schemas.microsoft.com/office/drawing/2014/main" id="{359C261B-A543-4DC1-9BCF-853A0BB0A574}"/>
                </a:ext>
              </a:extLst>
            </p:cNvPr>
            <p:cNvSpPr txBox="1">
              <a:spLocks noChangeArrowheads="1"/>
            </p:cNvSpPr>
            <p:nvPr/>
          </p:nvSpPr>
          <p:spPr bwMode="auto">
            <a:xfrm>
              <a:off x="3788227" y="3108914"/>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71016" name="TextBox 33">
              <a:extLst>
                <a:ext uri="{FF2B5EF4-FFF2-40B4-BE49-F238E27FC236}">
                  <a16:creationId xmlns:a16="http://schemas.microsoft.com/office/drawing/2014/main" id="{1772A304-2653-4128-8472-CCB1A46E2B32}"/>
                </a:ext>
              </a:extLst>
            </p:cNvPr>
            <p:cNvSpPr txBox="1">
              <a:spLocks noChangeArrowheads="1"/>
            </p:cNvSpPr>
            <p:nvPr/>
          </p:nvSpPr>
          <p:spPr bwMode="auto">
            <a:xfrm>
              <a:off x="5943599" y="3113269"/>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sp>
          <p:nvSpPr>
            <p:cNvPr id="171017" name="Freeform 17">
              <a:extLst>
                <a:ext uri="{FF2B5EF4-FFF2-40B4-BE49-F238E27FC236}">
                  <a16:creationId xmlns:a16="http://schemas.microsoft.com/office/drawing/2014/main" id="{3AA6EE15-4EA0-4E0E-A814-E21271837727}"/>
                </a:ext>
              </a:extLst>
            </p:cNvPr>
            <p:cNvSpPr>
              <a:spLocks noChangeAspect="1"/>
            </p:cNvSpPr>
            <p:nvPr/>
          </p:nvSpPr>
          <p:spPr bwMode="auto">
            <a:xfrm>
              <a:off x="3640667" y="3589868"/>
              <a:ext cx="371926"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18" name="Freeform 17">
              <a:extLst>
                <a:ext uri="{FF2B5EF4-FFF2-40B4-BE49-F238E27FC236}">
                  <a16:creationId xmlns:a16="http://schemas.microsoft.com/office/drawing/2014/main" id="{E71CB414-64B6-486E-8402-2D040A3246FC}"/>
                </a:ext>
              </a:extLst>
            </p:cNvPr>
            <p:cNvSpPr>
              <a:spLocks noChangeAspect="1"/>
            </p:cNvSpPr>
            <p:nvPr/>
          </p:nvSpPr>
          <p:spPr bwMode="auto">
            <a:xfrm>
              <a:off x="3649133" y="4859866"/>
              <a:ext cx="185660"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19" name="Freeform 17">
              <a:extLst>
                <a:ext uri="{FF2B5EF4-FFF2-40B4-BE49-F238E27FC236}">
                  <a16:creationId xmlns:a16="http://schemas.microsoft.com/office/drawing/2014/main" id="{3AB9D5E0-A67F-4BB5-8287-BCB6C69509B1}"/>
                </a:ext>
              </a:extLst>
            </p:cNvPr>
            <p:cNvSpPr>
              <a:spLocks noChangeAspect="1"/>
            </p:cNvSpPr>
            <p:nvPr/>
          </p:nvSpPr>
          <p:spPr bwMode="auto">
            <a:xfrm>
              <a:off x="3657600" y="2243667"/>
              <a:ext cx="549726"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0" name="Freeform 17">
              <a:extLst>
                <a:ext uri="{FF2B5EF4-FFF2-40B4-BE49-F238E27FC236}">
                  <a16:creationId xmlns:a16="http://schemas.microsoft.com/office/drawing/2014/main" id="{B833223A-FD5D-436F-A6E8-B6554D11277E}"/>
                </a:ext>
              </a:extLst>
            </p:cNvPr>
            <p:cNvSpPr>
              <a:spLocks noChangeAspect="1"/>
            </p:cNvSpPr>
            <p:nvPr/>
          </p:nvSpPr>
          <p:spPr bwMode="auto">
            <a:xfrm>
              <a:off x="3657600"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1" name="TextBox 34">
              <a:extLst>
                <a:ext uri="{FF2B5EF4-FFF2-40B4-BE49-F238E27FC236}">
                  <a16:creationId xmlns:a16="http://schemas.microsoft.com/office/drawing/2014/main" id="{C4BB48A2-9B64-4083-8A30-B38597ED6CD9}"/>
                </a:ext>
              </a:extLst>
            </p:cNvPr>
            <p:cNvSpPr txBox="1">
              <a:spLocks noChangeArrowheads="1"/>
            </p:cNvSpPr>
            <p:nvPr/>
          </p:nvSpPr>
          <p:spPr bwMode="auto">
            <a:xfrm>
              <a:off x="3779519" y="4380366"/>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
          <p:nvSpPr>
            <p:cNvPr id="171022" name="Freeform 17">
              <a:extLst>
                <a:ext uri="{FF2B5EF4-FFF2-40B4-BE49-F238E27FC236}">
                  <a16:creationId xmlns:a16="http://schemas.microsoft.com/office/drawing/2014/main" id="{84908D02-7B89-40A3-84D8-71C6D93CAC88}"/>
                </a:ext>
              </a:extLst>
            </p:cNvPr>
            <p:cNvSpPr>
              <a:spLocks noChangeAspect="1"/>
            </p:cNvSpPr>
            <p:nvPr/>
          </p:nvSpPr>
          <p:spPr bwMode="auto">
            <a:xfrm>
              <a:off x="5857461" y="3589868"/>
              <a:ext cx="347998" cy="2594354"/>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3" name="Freeform 17">
              <a:extLst>
                <a:ext uri="{FF2B5EF4-FFF2-40B4-BE49-F238E27FC236}">
                  <a16:creationId xmlns:a16="http://schemas.microsoft.com/office/drawing/2014/main" id="{A866B623-FA6C-4657-8135-D55B74E41008}"/>
                </a:ext>
              </a:extLst>
            </p:cNvPr>
            <p:cNvSpPr>
              <a:spLocks noChangeAspect="1"/>
            </p:cNvSpPr>
            <p:nvPr/>
          </p:nvSpPr>
          <p:spPr bwMode="auto">
            <a:xfrm>
              <a:off x="5857461" y="4859866"/>
              <a:ext cx="176824" cy="1324355"/>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4" name="Freeform 17">
              <a:extLst>
                <a:ext uri="{FF2B5EF4-FFF2-40B4-BE49-F238E27FC236}">
                  <a16:creationId xmlns:a16="http://schemas.microsoft.com/office/drawing/2014/main" id="{F3AECF00-14A9-4001-853E-59829A8B4699}"/>
                </a:ext>
              </a:extLst>
            </p:cNvPr>
            <p:cNvSpPr>
              <a:spLocks noChangeAspect="1"/>
            </p:cNvSpPr>
            <p:nvPr/>
          </p:nvSpPr>
          <p:spPr bwMode="auto">
            <a:xfrm>
              <a:off x="5857460" y="2243667"/>
              <a:ext cx="542731" cy="393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5" name="Freeform 17">
              <a:extLst>
                <a:ext uri="{FF2B5EF4-FFF2-40B4-BE49-F238E27FC236}">
                  <a16:creationId xmlns:a16="http://schemas.microsoft.com/office/drawing/2014/main" id="{57A02E75-763B-4FF8-A5E9-B1D524BA6152}"/>
                </a:ext>
              </a:extLst>
            </p:cNvPr>
            <p:cNvSpPr>
              <a:spLocks noChangeAspect="1"/>
            </p:cNvSpPr>
            <p:nvPr/>
          </p:nvSpPr>
          <p:spPr bwMode="auto">
            <a:xfrm>
              <a:off x="5863718" y="973667"/>
              <a:ext cx="719059" cy="520208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6" name="TextBox 35">
              <a:extLst>
                <a:ext uri="{FF2B5EF4-FFF2-40B4-BE49-F238E27FC236}">
                  <a16:creationId xmlns:a16="http://schemas.microsoft.com/office/drawing/2014/main" id="{E4EDFA40-5167-4AEF-B01B-0E6F2720AD80}"/>
                </a:ext>
              </a:extLst>
            </p:cNvPr>
            <p:cNvSpPr txBox="1">
              <a:spLocks noChangeArrowheads="1"/>
            </p:cNvSpPr>
            <p:nvPr/>
          </p:nvSpPr>
          <p:spPr bwMode="auto">
            <a:xfrm>
              <a:off x="5934891" y="4384721"/>
              <a:ext cx="510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D</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grpSp>
          <p:nvGrpSpPr>
            <p:cNvPr id="171027" name="Group 127">
              <a:extLst>
                <a:ext uri="{FF2B5EF4-FFF2-40B4-BE49-F238E27FC236}">
                  <a16:creationId xmlns:a16="http://schemas.microsoft.com/office/drawing/2014/main" id="{847DE55F-AA8D-4FD1-BB47-DEB8573C6E33}"/>
                </a:ext>
              </a:extLst>
            </p:cNvPr>
            <p:cNvGrpSpPr>
              <a:grpSpLocks noChangeAspect="1"/>
            </p:cNvGrpSpPr>
            <p:nvPr/>
          </p:nvGrpSpPr>
          <p:grpSpPr bwMode="auto">
            <a:xfrm>
              <a:off x="4438897" y="6214992"/>
              <a:ext cx="2964591" cy="374566"/>
              <a:chOff x="3688829" y="3297291"/>
              <a:chExt cx="3397195" cy="429223"/>
            </a:xfrm>
          </p:grpSpPr>
          <p:sp>
            <p:nvSpPr>
              <p:cNvPr id="171060" name="Line 101">
                <a:extLst>
                  <a:ext uri="{FF2B5EF4-FFF2-40B4-BE49-F238E27FC236}">
                    <a16:creationId xmlns:a16="http://schemas.microsoft.com/office/drawing/2014/main" id="{C9A4A6EF-610C-49DD-B249-4BB6C82DAD9C}"/>
                  </a:ext>
                </a:extLst>
              </p:cNvPr>
              <p:cNvSpPr>
                <a:spLocks noChangeShapeType="1"/>
              </p:cNvSpPr>
              <p:nvPr/>
            </p:nvSpPr>
            <p:spPr bwMode="auto">
              <a:xfrm rot="5400000">
                <a:off x="6667572" y="2955370"/>
                <a:ext cx="0" cy="78919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1" name="Freeform 17">
                <a:extLst>
                  <a:ext uri="{FF2B5EF4-FFF2-40B4-BE49-F238E27FC236}">
                    <a16:creationId xmlns:a16="http://schemas.microsoft.com/office/drawing/2014/main" id="{DEB441BE-5B5A-44B3-AE36-9BC7BFA619CF}"/>
                  </a:ext>
                </a:extLst>
              </p:cNvPr>
              <p:cNvSpPr>
                <a:spLocks noChangeAspect="1"/>
              </p:cNvSpPr>
              <p:nvPr/>
            </p:nvSpPr>
            <p:spPr bwMode="auto">
              <a:xfrm rot="5400000" flipH="1">
                <a:off x="3843953" y="3267418"/>
                <a:ext cx="279505" cy="440719"/>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2" name="Line 101">
                <a:extLst>
                  <a:ext uri="{FF2B5EF4-FFF2-40B4-BE49-F238E27FC236}">
                    <a16:creationId xmlns:a16="http://schemas.microsoft.com/office/drawing/2014/main" id="{CF08AAC7-FB50-45FB-838F-E7986981EA7C}"/>
                  </a:ext>
                </a:extLst>
              </p:cNvPr>
              <p:cNvSpPr>
                <a:spLocks noChangeShapeType="1"/>
              </p:cNvSpPr>
              <p:nvPr/>
            </p:nvSpPr>
            <p:spPr bwMode="auto">
              <a:xfrm rot="5400000" flipH="1">
                <a:off x="5341358" y="2474118"/>
                <a:ext cx="5133" cy="2311961"/>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3" name="Freeform 17">
                <a:extLst>
                  <a:ext uri="{FF2B5EF4-FFF2-40B4-BE49-F238E27FC236}">
                    <a16:creationId xmlns:a16="http://schemas.microsoft.com/office/drawing/2014/main" id="{06546B58-EB2C-4BDB-8690-01F37F9C0961}"/>
                  </a:ext>
                </a:extLst>
              </p:cNvPr>
              <p:cNvSpPr>
                <a:spLocks noChangeAspect="1"/>
              </p:cNvSpPr>
              <p:nvPr/>
            </p:nvSpPr>
            <p:spPr bwMode="auto">
              <a:xfrm rot="5400000" flipH="1">
                <a:off x="3757776" y="3414297"/>
                <a:ext cx="241658" cy="379552"/>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4" name="Line 101">
                <a:extLst>
                  <a:ext uri="{FF2B5EF4-FFF2-40B4-BE49-F238E27FC236}">
                    <a16:creationId xmlns:a16="http://schemas.microsoft.com/office/drawing/2014/main" id="{A7D6DD83-A2F4-4A4E-A0D7-68687A666C5E}"/>
                  </a:ext>
                </a:extLst>
              </p:cNvPr>
              <p:cNvSpPr>
                <a:spLocks noChangeShapeType="1"/>
              </p:cNvSpPr>
              <p:nvPr/>
            </p:nvSpPr>
            <p:spPr bwMode="auto">
              <a:xfrm rot="5400000" flipH="1">
                <a:off x="5409823" y="2369784"/>
                <a:ext cx="1611" cy="271185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5" name="Freeform 17">
                <a:extLst>
                  <a:ext uri="{FF2B5EF4-FFF2-40B4-BE49-F238E27FC236}">
                    <a16:creationId xmlns:a16="http://schemas.microsoft.com/office/drawing/2014/main" id="{20C58DC8-CC0A-4042-9B5D-FF17522BAC8F}"/>
                  </a:ext>
                </a:extLst>
              </p:cNvPr>
              <p:cNvSpPr>
                <a:spLocks noChangeAspect="1"/>
              </p:cNvSpPr>
              <p:nvPr/>
            </p:nvSpPr>
            <p:spPr bwMode="auto">
              <a:xfrm rot="5400000" flipH="1">
                <a:off x="6236878" y="3376594"/>
                <a:ext cx="285121" cy="216748"/>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6" name="Line 101">
                <a:extLst>
                  <a:ext uri="{FF2B5EF4-FFF2-40B4-BE49-F238E27FC236}">
                    <a16:creationId xmlns:a16="http://schemas.microsoft.com/office/drawing/2014/main" id="{69872D7E-3D66-40FF-9488-ECDFDA21589D}"/>
                  </a:ext>
                </a:extLst>
              </p:cNvPr>
              <p:cNvSpPr>
                <a:spLocks noChangeShapeType="1"/>
              </p:cNvSpPr>
              <p:nvPr/>
            </p:nvSpPr>
            <p:spPr bwMode="auto">
              <a:xfrm rot="5400000">
                <a:off x="6638496" y="3038276"/>
                <a:ext cx="2560" cy="892496"/>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7" name="Oval 68">
                <a:extLst>
                  <a:ext uri="{FF2B5EF4-FFF2-40B4-BE49-F238E27FC236}">
                    <a16:creationId xmlns:a16="http://schemas.microsoft.com/office/drawing/2014/main" id="{CC37E02F-7F1C-46B7-97BB-7376B0E1E74A}"/>
                  </a:ext>
                </a:extLst>
              </p:cNvPr>
              <p:cNvSpPr>
                <a:spLocks noChangeArrowheads="1"/>
              </p:cNvSpPr>
              <p:nvPr/>
            </p:nvSpPr>
            <p:spPr bwMode="auto">
              <a:xfrm rot="5400000">
                <a:off x="6435163" y="3293947"/>
                <a:ext cx="95365"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8" name="Oval 68">
                <a:extLst>
                  <a:ext uri="{FF2B5EF4-FFF2-40B4-BE49-F238E27FC236}">
                    <a16:creationId xmlns:a16="http://schemas.microsoft.com/office/drawing/2014/main" id="{5764CC46-4EB0-4508-89B8-02B989840F26}"/>
                  </a:ext>
                </a:extLst>
              </p:cNvPr>
              <p:cNvSpPr>
                <a:spLocks noChangeArrowheads="1"/>
              </p:cNvSpPr>
              <p:nvPr/>
            </p:nvSpPr>
            <p:spPr bwMode="auto">
              <a:xfrm rot="5400000">
                <a:off x="6711505" y="3449437"/>
                <a:ext cx="95364" cy="102053"/>
              </a:xfrm>
              <a:prstGeom prst="ellipse">
                <a:avLst/>
              </a:prstGeom>
              <a:solidFill>
                <a:srgbClr val="0070C0"/>
              </a:solidFill>
              <a:ln w="9525">
                <a:solidFill>
                  <a:srgbClr val="0070C0"/>
                </a:solidFill>
                <a:round/>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69" name="Line 6">
                <a:extLst>
                  <a:ext uri="{FF2B5EF4-FFF2-40B4-BE49-F238E27FC236}">
                    <a16:creationId xmlns:a16="http://schemas.microsoft.com/office/drawing/2014/main" id="{BBD9A51D-CFA1-42F8-B81C-6E4732CAEE06}"/>
                  </a:ext>
                </a:extLst>
              </p:cNvPr>
              <p:cNvSpPr>
                <a:spLocks noChangeAspect="1" noChangeShapeType="1"/>
              </p:cNvSpPr>
              <p:nvPr/>
            </p:nvSpPr>
            <p:spPr bwMode="auto">
              <a:xfrm rot="5400000" flipH="1">
                <a:off x="6638062" y="3605626"/>
                <a:ext cx="233001" cy="0"/>
              </a:xfrm>
              <a:prstGeom prst="line">
                <a:avLst/>
              </a:prstGeom>
              <a:noFill/>
              <a:ln w="28575">
                <a:solidFill>
                  <a:srgbClr val="0070C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71028" name="Freeform 51">
              <a:extLst>
                <a:ext uri="{FF2B5EF4-FFF2-40B4-BE49-F238E27FC236}">
                  <a16:creationId xmlns:a16="http://schemas.microsoft.com/office/drawing/2014/main" id="{51260931-9AEE-48E5-866E-3726495CB35D}"/>
                </a:ext>
              </a:extLst>
            </p:cNvPr>
            <p:cNvSpPr>
              <a:spLocks/>
            </p:cNvSpPr>
            <p:nvPr/>
          </p:nvSpPr>
          <p:spPr bwMode="auto">
            <a:xfrm rot="5400000" flipV="1">
              <a:off x="863411" y="1780734"/>
              <a:ext cx="5599288" cy="3074140"/>
            </a:xfrm>
            <a:custGeom>
              <a:avLst/>
              <a:gdLst>
                <a:gd name="T0" fmla="*/ 2147483646 w 10027"/>
                <a:gd name="T1" fmla="*/ 0 h 223130"/>
                <a:gd name="T2" fmla="*/ 2147483646 w 10027"/>
                <a:gd name="T3" fmla="*/ 180942437 h 223130"/>
                <a:gd name="T4" fmla="*/ 2147483646 w 10027"/>
                <a:gd name="T5" fmla="*/ 180942437 h 223130"/>
                <a:gd name="T6" fmla="*/ 0 w 10027"/>
                <a:gd name="T7" fmla="*/ 2147483646 h 2231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27" h="223130">
                  <a:moveTo>
                    <a:pt x="10026" y="0"/>
                  </a:moveTo>
                  <a:cubicBezTo>
                    <a:pt x="10021" y="1490"/>
                    <a:pt x="10031" y="3532"/>
                    <a:pt x="10026" y="5022"/>
                  </a:cubicBezTo>
                  <a:lnTo>
                    <a:pt x="26" y="5022"/>
                  </a:lnTo>
                  <a:cubicBezTo>
                    <a:pt x="26" y="3378"/>
                    <a:pt x="0" y="224765"/>
                    <a:pt x="0" y="223121"/>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29" name="Freeform 51">
              <a:extLst>
                <a:ext uri="{FF2B5EF4-FFF2-40B4-BE49-F238E27FC236}">
                  <a16:creationId xmlns:a16="http://schemas.microsoft.com/office/drawing/2014/main" id="{9679107A-E8AA-4398-AFFE-50014EB6B0FA}"/>
                </a:ext>
              </a:extLst>
            </p:cNvPr>
            <p:cNvSpPr>
              <a:spLocks/>
            </p:cNvSpPr>
            <p:nvPr/>
          </p:nvSpPr>
          <p:spPr bwMode="auto">
            <a:xfrm rot="5400000" flipV="1">
              <a:off x="1431419" y="2477646"/>
              <a:ext cx="4455651" cy="3081760"/>
            </a:xfrm>
            <a:custGeom>
              <a:avLst/>
              <a:gdLst>
                <a:gd name="T0" fmla="*/ 2147483646 w 10043"/>
                <a:gd name="T1" fmla="*/ 0 h 223683"/>
                <a:gd name="T2" fmla="*/ 2147483646 w 10043"/>
                <a:gd name="T3" fmla="*/ 400147585 h 223683"/>
                <a:gd name="T4" fmla="*/ 2147483646 w 10043"/>
                <a:gd name="T5" fmla="*/ 400147585 h 223683"/>
                <a:gd name="T6" fmla="*/ 0 w 10043"/>
                <a:gd name="T7" fmla="*/ 2147483646 h 2236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43" h="223683">
                  <a:moveTo>
                    <a:pt x="10043" y="0"/>
                  </a:moveTo>
                  <a:cubicBezTo>
                    <a:pt x="10032" y="5361"/>
                    <a:pt x="10037" y="5745"/>
                    <a:pt x="10026" y="11106"/>
                  </a:cubicBezTo>
                  <a:lnTo>
                    <a:pt x="26" y="11106"/>
                  </a:lnTo>
                  <a:cubicBezTo>
                    <a:pt x="26" y="9462"/>
                    <a:pt x="0" y="225318"/>
                    <a:pt x="0" y="223674"/>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0" name="Freeform 51">
              <a:extLst>
                <a:ext uri="{FF2B5EF4-FFF2-40B4-BE49-F238E27FC236}">
                  <a16:creationId xmlns:a16="http://schemas.microsoft.com/office/drawing/2014/main" id="{96954590-7560-4F93-BFA3-4772C4F3DB62}"/>
                </a:ext>
              </a:extLst>
            </p:cNvPr>
            <p:cNvSpPr>
              <a:spLocks/>
            </p:cNvSpPr>
            <p:nvPr/>
          </p:nvSpPr>
          <p:spPr bwMode="auto">
            <a:xfrm rot="5400000" flipV="1">
              <a:off x="2046182" y="3219232"/>
              <a:ext cx="3232377" cy="3072794"/>
            </a:xfrm>
            <a:custGeom>
              <a:avLst/>
              <a:gdLst>
                <a:gd name="T0" fmla="*/ 2147483646 w 10030"/>
                <a:gd name="T1" fmla="*/ 0 h 223651"/>
                <a:gd name="T2" fmla="*/ 2147483646 w 10030"/>
                <a:gd name="T3" fmla="*/ 612101826 h 223651"/>
                <a:gd name="T4" fmla="*/ 2147483646 w 10030"/>
                <a:gd name="T5" fmla="*/ 612101826 h 223651"/>
                <a:gd name="T6" fmla="*/ 0 w 10030"/>
                <a:gd name="T7" fmla="*/ 2147483646 h 2236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30" h="223651">
                  <a:moveTo>
                    <a:pt x="10025" y="0"/>
                  </a:moveTo>
                  <a:cubicBezTo>
                    <a:pt x="10009" y="7389"/>
                    <a:pt x="10042" y="9789"/>
                    <a:pt x="10026" y="17178"/>
                  </a:cubicBezTo>
                  <a:lnTo>
                    <a:pt x="26" y="17178"/>
                  </a:lnTo>
                  <a:cubicBezTo>
                    <a:pt x="26" y="15534"/>
                    <a:pt x="0" y="225286"/>
                    <a:pt x="0" y="223642"/>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1" name="Freeform 51">
              <a:extLst>
                <a:ext uri="{FF2B5EF4-FFF2-40B4-BE49-F238E27FC236}">
                  <a16:creationId xmlns:a16="http://schemas.microsoft.com/office/drawing/2014/main" id="{E50C4D1C-A73D-4BA5-8F34-019574980166}"/>
                </a:ext>
              </a:extLst>
            </p:cNvPr>
            <p:cNvSpPr>
              <a:spLocks/>
            </p:cNvSpPr>
            <p:nvPr/>
          </p:nvSpPr>
          <p:spPr bwMode="auto">
            <a:xfrm rot="5400000" flipV="1">
              <a:off x="2619070" y="3941755"/>
              <a:ext cx="2095587" cy="3066521"/>
            </a:xfrm>
            <a:custGeom>
              <a:avLst/>
              <a:gdLst>
                <a:gd name="T0" fmla="*/ 2147483646 w 10063"/>
                <a:gd name="T1" fmla="*/ 0 h 222577"/>
                <a:gd name="T2" fmla="*/ 2147483646 w 10063"/>
                <a:gd name="T3" fmla="*/ 838559020 h 222577"/>
                <a:gd name="T4" fmla="*/ 2147483646 w 10063"/>
                <a:gd name="T5" fmla="*/ 838559020 h 222577"/>
                <a:gd name="T6" fmla="*/ 0 w 10063"/>
                <a:gd name="T7" fmla="*/ 2147483646 h 2225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063" h="222577">
                  <a:moveTo>
                    <a:pt x="10063" y="0"/>
                  </a:moveTo>
                  <a:cubicBezTo>
                    <a:pt x="10051" y="7758"/>
                    <a:pt x="10038" y="15516"/>
                    <a:pt x="10026" y="23274"/>
                  </a:cubicBezTo>
                  <a:lnTo>
                    <a:pt x="26" y="23274"/>
                  </a:lnTo>
                  <a:cubicBezTo>
                    <a:pt x="26" y="21630"/>
                    <a:pt x="0" y="224212"/>
                    <a:pt x="0" y="222568"/>
                  </a:cubicBezTo>
                </a:path>
              </a:pathLst>
            </a:custGeom>
            <a:noFill/>
            <a:ln w="28575">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2" name="Freeform 17">
              <a:extLst>
                <a:ext uri="{FF2B5EF4-FFF2-40B4-BE49-F238E27FC236}">
                  <a16:creationId xmlns:a16="http://schemas.microsoft.com/office/drawing/2014/main" id="{37CB4F37-99DD-4161-B970-E2FEE5D494E9}"/>
                </a:ext>
              </a:extLst>
            </p:cNvPr>
            <p:cNvSpPr>
              <a:spLocks noChangeAspect="1"/>
            </p:cNvSpPr>
            <p:nvPr/>
          </p:nvSpPr>
          <p:spPr bwMode="auto">
            <a:xfrm flipH="1" flipV="1">
              <a:off x="2648486" y="121920"/>
              <a:ext cx="239493"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3" name="Freeform 17">
              <a:extLst>
                <a:ext uri="{FF2B5EF4-FFF2-40B4-BE49-F238E27FC236}">
                  <a16:creationId xmlns:a16="http://schemas.microsoft.com/office/drawing/2014/main" id="{1CCA2DD0-178F-407B-97D4-3137CB33790D}"/>
                </a:ext>
              </a:extLst>
            </p:cNvPr>
            <p:cNvSpPr>
              <a:spLocks noChangeAspect="1"/>
            </p:cNvSpPr>
            <p:nvPr/>
          </p:nvSpPr>
          <p:spPr bwMode="auto">
            <a:xfrm flipH="1" flipV="1">
              <a:off x="4777739" y="114300"/>
              <a:ext cx="327659" cy="4838700"/>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00B05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4" name="Line 101">
              <a:extLst>
                <a:ext uri="{FF2B5EF4-FFF2-40B4-BE49-F238E27FC236}">
                  <a16:creationId xmlns:a16="http://schemas.microsoft.com/office/drawing/2014/main" id="{170412E6-56B1-4F40-A923-580BE030594E}"/>
                </a:ext>
              </a:extLst>
            </p:cNvPr>
            <p:cNvSpPr>
              <a:spLocks noChangeShapeType="1"/>
            </p:cNvSpPr>
            <p:nvPr/>
          </p:nvSpPr>
          <p:spPr bwMode="auto">
            <a:xfrm rot="5400000">
              <a:off x="4938365" y="3518369"/>
              <a:ext cx="2404" cy="33166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5" name="Line 101">
              <a:extLst>
                <a:ext uri="{FF2B5EF4-FFF2-40B4-BE49-F238E27FC236}">
                  <a16:creationId xmlns:a16="http://schemas.microsoft.com/office/drawing/2014/main" id="{394EF64F-7B55-42EB-A7F9-9DED1CF6FDED}"/>
                </a:ext>
              </a:extLst>
            </p:cNvPr>
            <p:cNvSpPr>
              <a:spLocks noChangeShapeType="1"/>
            </p:cNvSpPr>
            <p:nvPr/>
          </p:nvSpPr>
          <p:spPr bwMode="auto">
            <a:xfrm rot="5400000">
              <a:off x="4946158" y="2173559"/>
              <a:ext cx="1081" cy="3174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6" name="Line 101">
              <a:extLst>
                <a:ext uri="{FF2B5EF4-FFF2-40B4-BE49-F238E27FC236}">
                  <a16:creationId xmlns:a16="http://schemas.microsoft.com/office/drawing/2014/main" id="{FF9AB3EA-AF77-42DD-B2B1-DE30DF58B6D2}"/>
                </a:ext>
              </a:extLst>
            </p:cNvPr>
            <p:cNvSpPr>
              <a:spLocks noChangeShapeType="1"/>
            </p:cNvSpPr>
            <p:nvPr/>
          </p:nvSpPr>
          <p:spPr bwMode="auto">
            <a:xfrm rot="5400000" flipH="1">
              <a:off x="4942040" y="888199"/>
              <a:ext cx="2675" cy="33928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7" name="Line 101">
              <a:extLst>
                <a:ext uri="{FF2B5EF4-FFF2-40B4-BE49-F238E27FC236}">
                  <a16:creationId xmlns:a16="http://schemas.microsoft.com/office/drawing/2014/main" id="{E8B53442-977A-4ACA-AE61-CC26C064505D}"/>
                </a:ext>
              </a:extLst>
            </p:cNvPr>
            <p:cNvSpPr>
              <a:spLocks noChangeShapeType="1"/>
            </p:cNvSpPr>
            <p:nvPr/>
          </p:nvSpPr>
          <p:spPr bwMode="auto">
            <a:xfrm rot="5400000" flipH="1">
              <a:off x="2774750" y="926899"/>
              <a:ext cx="1619" cy="26802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8" name="Line 101">
              <a:extLst>
                <a:ext uri="{FF2B5EF4-FFF2-40B4-BE49-F238E27FC236}">
                  <a16:creationId xmlns:a16="http://schemas.microsoft.com/office/drawing/2014/main" id="{3564F6C6-BBDE-4242-B3B7-8DB1776731B7}"/>
                </a:ext>
              </a:extLst>
            </p:cNvPr>
            <p:cNvSpPr>
              <a:spLocks noChangeShapeType="1"/>
            </p:cNvSpPr>
            <p:nvPr/>
          </p:nvSpPr>
          <p:spPr bwMode="auto">
            <a:xfrm rot="5400000">
              <a:off x="2772059" y="2209259"/>
              <a:ext cx="1081" cy="246000"/>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39" name="Line 101">
              <a:extLst>
                <a:ext uri="{FF2B5EF4-FFF2-40B4-BE49-F238E27FC236}">
                  <a16:creationId xmlns:a16="http://schemas.microsoft.com/office/drawing/2014/main" id="{9E4F7205-1D44-4B15-A9E4-A78FC9939E86}"/>
                </a:ext>
              </a:extLst>
            </p:cNvPr>
            <p:cNvSpPr>
              <a:spLocks noChangeShapeType="1"/>
            </p:cNvSpPr>
            <p:nvPr/>
          </p:nvSpPr>
          <p:spPr bwMode="auto">
            <a:xfrm rot="5400000">
              <a:off x="2785080" y="3554564"/>
              <a:ext cx="1133" cy="245305"/>
            </a:xfrm>
            <a:prstGeom prst="line">
              <a:avLst/>
            </a:prstGeom>
            <a:noFill/>
            <a:ln w="28575">
              <a:solidFill>
                <a:srgbClr val="00B05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40" name="TextBox 57">
              <a:extLst>
                <a:ext uri="{FF2B5EF4-FFF2-40B4-BE49-F238E27FC236}">
                  <a16:creationId xmlns:a16="http://schemas.microsoft.com/office/drawing/2014/main" id="{4D791D2D-A52F-45D8-ACAE-C7D0A66AA3E3}"/>
                </a:ext>
              </a:extLst>
            </p:cNvPr>
            <p:cNvSpPr txBox="1">
              <a:spLocks noChangeArrowheads="1"/>
            </p:cNvSpPr>
            <p:nvPr/>
          </p:nvSpPr>
          <p:spPr bwMode="auto">
            <a:xfrm>
              <a:off x="2644805" y="-15051"/>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1</a:t>
              </a:r>
            </a:p>
          </p:txBody>
        </p:sp>
        <p:sp>
          <p:nvSpPr>
            <p:cNvPr id="171041" name="TextBox 58">
              <a:extLst>
                <a:ext uri="{FF2B5EF4-FFF2-40B4-BE49-F238E27FC236}">
                  <a16:creationId xmlns:a16="http://schemas.microsoft.com/office/drawing/2014/main" id="{342F1F1D-3166-4951-B3FB-7900B0575779}"/>
                </a:ext>
              </a:extLst>
            </p:cNvPr>
            <p:cNvSpPr txBox="1">
              <a:spLocks noChangeArrowheads="1"/>
            </p:cNvSpPr>
            <p:nvPr/>
          </p:nvSpPr>
          <p:spPr bwMode="auto">
            <a:xfrm>
              <a:off x="4779829" y="-7929"/>
              <a:ext cx="511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B050"/>
                  </a:solidFill>
                  <a:effectLst/>
                  <a:uLnTx/>
                  <a:uFillTx/>
                  <a:latin typeface="Times" panose="02020603050405020304" pitchFamily="18" charset="0"/>
                  <a:ea typeface="MS PGothic" panose="020B0600070205080204" pitchFamily="34" charset="-128"/>
                  <a:cs typeface="+mn-cs"/>
                </a:rPr>
                <a:t>In</a:t>
              </a:r>
              <a:r>
                <a:rPr kumimoji="0" lang="en-US" altLang="en-US" sz="2000" b="1" i="0" u="none" strike="noStrike" kern="1200" cap="none" spc="0" normalizeH="0" baseline="-25000" noProof="0">
                  <a:ln>
                    <a:noFill/>
                  </a:ln>
                  <a:solidFill>
                    <a:srgbClr val="00B050"/>
                  </a:solidFill>
                  <a:effectLst/>
                  <a:uLnTx/>
                  <a:uFillTx/>
                  <a:latin typeface="Times" panose="02020603050405020304" pitchFamily="18" charset="0"/>
                  <a:ea typeface="MS PGothic" panose="020B0600070205080204" pitchFamily="34" charset="-128"/>
                  <a:cs typeface="+mn-cs"/>
                </a:rPr>
                <a:t>0</a:t>
              </a:r>
            </a:p>
          </p:txBody>
        </p:sp>
        <p:sp>
          <p:nvSpPr>
            <p:cNvPr id="171042" name="TextBox 59">
              <a:extLst>
                <a:ext uri="{FF2B5EF4-FFF2-40B4-BE49-F238E27FC236}">
                  <a16:creationId xmlns:a16="http://schemas.microsoft.com/office/drawing/2014/main" id="{536D39EE-1AC9-463E-9DA8-CCE5F5F6D545}"/>
                </a:ext>
              </a:extLst>
            </p:cNvPr>
            <p:cNvSpPr txBox="1">
              <a:spLocks noChangeArrowheads="1"/>
            </p:cNvSpPr>
            <p:nvPr/>
          </p:nvSpPr>
          <p:spPr bwMode="auto">
            <a:xfrm>
              <a:off x="3419130" y="6483056"/>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1</a:t>
              </a:r>
            </a:p>
          </p:txBody>
        </p:sp>
        <p:sp>
          <p:nvSpPr>
            <p:cNvPr id="171043" name="TextBox 60">
              <a:extLst>
                <a:ext uri="{FF2B5EF4-FFF2-40B4-BE49-F238E27FC236}">
                  <a16:creationId xmlns:a16="http://schemas.microsoft.com/office/drawing/2014/main" id="{C9ACB92D-EA64-4701-9BB8-2DB878BE6CF8}"/>
                </a:ext>
              </a:extLst>
            </p:cNvPr>
            <p:cNvSpPr txBox="1">
              <a:spLocks noChangeArrowheads="1"/>
            </p:cNvSpPr>
            <p:nvPr/>
          </p:nvSpPr>
          <p:spPr bwMode="auto">
            <a:xfrm>
              <a:off x="5622521" y="6507269"/>
              <a:ext cx="6960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Out</a:t>
              </a:r>
              <a:r>
                <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rPr>
                <a:t>0</a:t>
              </a:r>
            </a:p>
          </p:txBody>
        </p:sp>
        <p:sp>
          <p:nvSpPr>
            <p:cNvPr id="171044" name="TextBox 61">
              <a:extLst>
                <a:ext uri="{FF2B5EF4-FFF2-40B4-BE49-F238E27FC236}">
                  <a16:creationId xmlns:a16="http://schemas.microsoft.com/office/drawing/2014/main" id="{ED7113B3-7210-464B-98C8-1D265922101A}"/>
                </a:ext>
              </a:extLst>
            </p:cNvPr>
            <p:cNvSpPr txBox="1">
              <a:spLocks noChangeArrowheads="1"/>
            </p:cNvSpPr>
            <p:nvPr/>
          </p:nvSpPr>
          <p:spPr bwMode="auto">
            <a:xfrm>
              <a:off x="242542" y="6321332"/>
              <a:ext cx="12187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Write_enable</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1045" name="TextBox 62">
              <a:extLst>
                <a:ext uri="{FF2B5EF4-FFF2-40B4-BE49-F238E27FC236}">
                  <a16:creationId xmlns:a16="http://schemas.microsoft.com/office/drawing/2014/main" id="{8F808A69-2D4D-433C-8C9F-9B4F3A0C365D}"/>
                </a:ext>
              </a:extLst>
            </p:cNvPr>
            <p:cNvSpPr txBox="1">
              <a:spLocks noChangeArrowheads="1"/>
            </p:cNvSpPr>
            <p:nvPr/>
          </p:nvSpPr>
          <p:spPr bwMode="auto">
            <a:xfrm>
              <a:off x="-983" y="589869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Write_address_0</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1046" name="TextBox 63">
              <a:extLst>
                <a:ext uri="{FF2B5EF4-FFF2-40B4-BE49-F238E27FC236}">
                  <a16:creationId xmlns:a16="http://schemas.microsoft.com/office/drawing/2014/main" id="{F81A5345-3879-404C-8706-4DA4CF1EE99B}"/>
                </a:ext>
              </a:extLst>
            </p:cNvPr>
            <p:cNvSpPr txBox="1">
              <a:spLocks noChangeArrowheads="1"/>
            </p:cNvSpPr>
            <p:nvPr/>
          </p:nvSpPr>
          <p:spPr bwMode="auto">
            <a:xfrm>
              <a:off x="588" y="6107657"/>
              <a:ext cx="14865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7030A0"/>
                  </a:solidFill>
                  <a:effectLst/>
                  <a:uLnTx/>
                  <a:uFillTx/>
                  <a:latin typeface="Times" panose="02020603050405020304" pitchFamily="18" charset="0"/>
                  <a:ea typeface="MS PGothic" panose="020B0600070205080204" pitchFamily="34" charset="-128"/>
                  <a:cs typeface="+mn-cs"/>
                </a:rPr>
                <a:t>Write_address_1</a:t>
              </a:r>
              <a:endParaRPr kumimoji="0" lang="en-US" altLang="en-US" sz="2000" b="1" i="0" u="none" strike="noStrike" kern="1200" cap="none" spc="0" normalizeH="0" baseline="-25000" noProof="0">
                <a:ln>
                  <a:noFill/>
                </a:ln>
                <a:solidFill>
                  <a:srgbClr val="7030A0"/>
                </a:solidFill>
                <a:effectLst/>
                <a:uLnTx/>
                <a:uFillTx/>
                <a:latin typeface="Times" panose="02020603050405020304" pitchFamily="18" charset="0"/>
                <a:ea typeface="MS PGothic" panose="020B0600070205080204" pitchFamily="34" charset="-128"/>
                <a:cs typeface="+mn-cs"/>
              </a:endParaRPr>
            </a:p>
          </p:txBody>
        </p:sp>
        <p:sp>
          <p:nvSpPr>
            <p:cNvPr id="171047" name="TextBox 64">
              <a:extLst>
                <a:ext uri="{FF2B5EF4-FFF2-40B4-BE49-F238E27FC236}">
                  <a16:creationId xmlns:a16="http://schemas.microsoft.com/office/drawing/2014/main" id="{F6C09879-179A-4CD7-8C9A-ED3FE36C6C3C}"/>
                </a:ext>
              </a:extLst>
            </p:cNvPr>
            <p:cNvSpPr txBox="1">
              <a:spLocks noChangeArrowheads="1"/>
            </p:cNvSpPr>
            <p:nvPr/>
          </p:nvSpPr>
          <p:spPr bwMode="auto">
            <a:xfrm>
              <a:off x="7393313" y="6057433"/>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Read_address_1</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sp>
          <p:nvSpPr>
            <p:cNvPr id="171048" name="TextBox 65">
              <a:extLst>
                <a:ext uri="{FF2B5EF4-FFF2-40B4-BE49-F238E27FC236}">
                  <a16:creationId xmlns:a16="http://schemas.microsoft.com/office/drawing/2014/main" id="{92F56391-0218-4458-B54E-84F02194BE1B}"/>
                </a:ext>
              </a:extLst>
            </p:cNvPr>
            <p:cNvSpPr txBox="1">
              <a:spLocks noChangeArrowheads="1"/>
            </p:cNvSpPr>
            <p:nvPr/>
          </p:nvSpPr>
          <p:spPr bwMode="auto">
            <a:xfrm>
              <a:off x="7394885" y="6247540"/>
              <a:ext cx="1439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0070C0"/>
                  </a:solidFill>
                  <a:effectLst/>
                  <a:uLnTx/>
                  <a:uFillTx/>
                  <a:latin typeface="Times" panose="02020603050405020304" pitchFamily="18" charset="0"/>
                  <a:ea typeface="MS PGothic" panose="020B0600070205080204" pitchFamily="34" charset="-128"/>
                  <a:cs typeface="+mn-cs"/>
                </a:rPr>
                <a:t>Read_address_0</a:t>
              </a:r>
              <a:endParaRPr kumimoji="0" lang="en-US" altLang="en-US" sz="2000" b="1" i="0" u="none" strike="noStrike" kern="1200" cap="none" spc="0" normalizeH="0" baseline="-25000" noProof="0">
                <a:ln>
                  <a:noFill/>
                </a:ln>
                <a:solidFill>
                  <a:srgbClr val="0070C0"/>
                </a:solidFill>
                <a:effectLst/>
                <a:uLnTx/>
                <a:uFillTx/>
                <a:latin typeface="Times" panose="02020603050405020304" pitchFamily="18" charset="0"/>
                <a:ea typeface="MS PGothic" panose="020B0600070205080204" pitchFamily="34" charset="-128"/>
                <a:cs typeface="+mn-cs"/>
              </a:endParaRPr>
            </a:p>
          </p:txBody>
        </p:sp>
        <p:sp>
          <p:nvSpPr>
            <p:cNvPr id="171049" name="Freeform 17">
              <a:extLst>
                <a:ext uri="{FF2B5EF4-FFF2-40B4-BE49-F238E27FC236}">
                  <a16:creationId xmlns:a16="http://schemas.microsoft.com/office/drawing/2014/main" id="{DCBEB98D-EC72-4B22-87B0-56AE3D20B87F}"/>
                </a:ext>
              </a:extLst>
            </p:cNvPr>
            <p:cNvSpPr>
              <a:spLocks noChangeAspect="1"/>
            </p:cNvSpPr>
            <p:nvPr/>
          </p:nvSpPr>
          <p:spPr bwMode="auto">
            <a:xfrm flipV="1">
              <a:off x="709082" y="1245324"/>
              <a:ext cx="4647718" cy="4396281"/>
            </a:xfrm>
            <a:custGeom>
              <a:avLst/>
              <a:gdLst>
                <a:gd name="T0" fmla="*/ 0 w 528"/>
                <a:gd name="T1" fmla="*/ 0 h 600"/>
                <a:gd name="T2" fmla="*/ 2147483646 w 528"/>
                <a:gd name="T3" fmla="*/ 0 h 600"/>
                <a:gd name="T4" fmla="*/ 2147483646 w 528"/>
                <a:gd name="T5" fmla="*/ 2147483646 h 600"/>
                <a:gd name="T6" fmla="*/ 0 60000 65536"/>
                <a:gd name="T7" fmla="*/ 0 60000 65536"/>
                <a:gd name="T8" fmla="*/ 0 60000 65536"/>
                <a:gd name="T9" fmla="*/ 0 w 528"/>
                <a:gd name="T10" fmla="*/ 0 h 600"/>
                <a:gd name="T11" fmla="*/ 528 w 528"/>
                <a:gd name="T12" fmla="*/ 600 h 600"/>
              </a:gdLst>
              <a:ahLst/>
              <a:cxnLst>
                <a:cxn ang="T6">
                  <a:pos x="T0" y="T1"/>
                </a:cxn>
                <a:cxn ang="T7">
                  <a:pos x="T2" y="T3"/>
                </a:cxn>
                <a:cxn ang="T8">
                  <a:pos x="T4" y="T5"/>
                </a:cxn>
              </a:cxnLst>
              <a:rect l="T9" t="T10" r="T11" b="T12"/>
              <a:pathLst>
                <a:path w="528" h="600">
                  <a:moveTo>
                    <a:pt x="0" y="0"/>
                  </a:moveTo>
                  <a:lnTo>
                    <a:pt x="528" y="0"/>
                  </a:lnTo>
                  <a:lnTo>
                    <a:pt x="528" y="600"/>
                  </a:lnTo>
                </a:path>
              </a:pathLst>
            </a:custGeom>
            <a:noFill/>
            <a:ln w="28575">
              <a:solidFill>
                <a:srgbClr val="FFC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0" name="TextBox 69">
              <a:extLst>
                <a:ext uri="{FF2B5EF4-FFF2-40B4-BE49-F238E27FC236}">
                  <a16:creationId xmlns:a16="http://schemas.microsoft.com/office/drawing/2014/main" id="{EB48B897-13A6-40BA-80A4-5ECC49C7BB9A}"/>
                </a:ext>
              </a:extLst>
            </p:cNvPr>
            <p:cNvSpPr txBox="1">
              <a:spLocks noChangeArrowheads="1"/>
            </p:cNvSpPr>
            <p:nvPr/>
          </p:nvSpPr>
          <p:spPr bwMode="auto">
            <a:xfrm>
              <a:off x="42142" y="5472932"/>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Clock</a:t>
              </a:r>
              <a:endParaRPr kumimoji="0" lang="en-US" altLang="en-US" sz="2000" b="1" i="0" u="none" strike="noStrike" kern="1200" cap="none" spc="0" normalizeH="0" baseline="-2500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71051" name="Line 101">
              <a:extLst>
                <a:ext uri="{FF2B5EF4-FFF2-40B4-BE49-F238E27FC236}">
                  <a16:creationId xmlns:a16="http://schemas.microsoft.com/office/drawing/2014/main" id="{CA6BDC85-5DB2-4B9D-A6F2-3F3745E65593}"/>
                </a:ext>
              </a:extLst>
            </p:cNvPr>
            <p:cNvSpPr>
              <a:spLocks noChangeShapeType="1"/>
            </p:cNvSpPr>
            <p:nvPr/>
          </p:nvSpPr>
          <p:spPr bwMode="auto">
            <a:xfrm rot="5400000" flipH="1">
              <a:off x="3225588" y="50615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2" name="Line 101">
              <a:extLst>
                <a:ext uri="{FF2B5EF4-FFF2-40B4-BE49-F238E27FC236}">
                  <a16:creationId xmlns:a16="http://schemas.microsoft.com/office/drawing/2014/main" id="{814CA317-E27C-40E6-AEE8-9CB75AA0C026}"/>
                </a:ext>
              </a:extLst>
            </p:cNvPr>
            <p:cNvSpPr>
              <a:spLocks noChangeShapeType="1"/>
            </p:cNvSpPr>
            <p:nvPr/>
          </p:nvSpPr>
          <p:spPr bwMode="auto">
            <a:xfrm rot="5400000" flipH="1">
              <a:off x="3222540" y="3792097"/>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3" name="Line 101">
              <a:extLst>
                <a:ext uri="{FF2B5EF4-FFF2-40B4-BE49-F238E27FC236}">
                  <a16:creationId xmlns:a16="http://schemas.microsoft.com/office/drawing/2014/main" id="{02F818DA-0494-4946-84B6-493A85F42775}"/>
                </a:ext>
              </a:extLst>
            </p:cNvPr>
            <p:cNvSpPr>
              <a:spLocks noChangeShapeType="1"/>
            </p:cNvSpPr>
            <p:nvPr/>
          </p:nvSpPr>
          <p:spPr bwMode="auto">
            <a:xfrm rot="5400000" flipH="1">
              <a:off x="3217968" y="2438785"/>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4" name="Line 101">
              <a:extLst>
                <a:ext uri="{FF2B5EF4-FFF2-40B4-BE49-F238E27FC236}">
                  <a16:creationId xmlns:a16="http://schemas.microsoft.com/office/drawing/2014/main" id="{F152E884-7A60-496E-99BC-3D36E46D5821}"/>
                </a:ext>
              </a:extLst>
            </p:cNvPr>
            <p:cNvSpPr>
              <a:spLocks noChangeShapeType="1"/>
            </p:cNvSpPr>
            <p:nvPr/>
          </p:nvSpPr>
          <p:spPr bwMode="auto">
            <a:xfrm rot="5400000" flipH="1">
              <a:off x="3210348" y="1173865"/>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5" name="Line 101">
              <a:extLst>
                <a:ext uri="{FF2B5EF4-FFF2-40B4-BE49-F238E27FC236}">
                  <a16:creationId xmlns:a16="http://schemas.microsoft.com/office/drawing/2014/main" id="{17132E6A-3AEC-4CDF-B29A-DFDCEB942134}"/>
                </a:ext>
              </a:extLst>
            </p:cNvPr>
            <p:cNvSpPr>
              <a:spLocks noChangeShapeType="1"/>
            </p:cNvSpPr>
            <p:nvPr/>
          </p:nvSpPr>
          <p:spPr bwMode="auto">
            <a:xfrm rot="5400000" flipH="1">
              <a:off x="5424720" y="11753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6" name="Line 101">
              <a:extLst>
                <a:ext uri="{FF2B5EF4-FFF2-40B4-BE49-F238E27FC236}">
                  <a16:creationId xmlns:a16="http://schemas.microsoft.com/office/drawing/2014/main" id="{0E7EB18C-40E1-4165-BBAE-016D9270A474}"/>
                </a:ext>
              </a:extLst>
            </p:cNvPr>
            <p:cNvSpPr>
              <a:spLocks noChangeShapeType="1"/>
            </p:cNvSpPr>
            <p:nvPr/>
          </p:nvSpPr>
          <p:spPr bwMode="auto">
            <a:xfrm rot="5400000" flipH="1">
              <a:off x="5421672" y="244792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7" name="Line 101">
              <a:extLst>
                <a:ext uri="{FF2B5EF4-FFF2-40B4-BE49-F238E27FC236}">
                  <a16:creationId xmlns:a16="http://schemas.microsoft.com/office/drawing/2014/main" id="{D49C7102-E28F-4DD1-8019-340636180C96}"/>
                </a:ext>
              </a:extLst>
            </p:cNvPr>
            <p:cNvSpPr>
              <a:spLocks noChangeShapeType="1"/>
            </p:cNvSpPr>
            <p:nvPr/>
          </p:nvSpPr>
          <p:spPr bwMode="auto">
            <a:xfrm rot="5400000" flipH="1">
              <a:off x="5423196" y="3793621"/>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058" name="Line 101">
              <a:extLst>
                <a:ext uri="{FF2B5EF4-FFF2-40B4-BE49-F238E27FC236}">
                  <a16:creationId xmlns:a16="http://schemas.microsoft.com/office/drawing/2014/main" id="{4C35AE0B-E450-4CE3-92E2-4A2AD262BF68}"/>
                </a:ext>
              </a:extLst>
            </p:cNvPr>
            <p:cNvSpPr>
              <a:spLocks noChangeShapeType="1"/>
            </p:cNvSpPr>
            <p:nvPr/>
          </p:nvSpPr>
          <p:spPr bwMode="auto">
            <a:xfrm rot="5400000" flipH="1">
              <a:off x="5420148" y="5061589"/>
              <a:ext cx="217" cy="143805"/>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71059" name="Straight Connector 80">
              <a:extLst>
                <a:ext uri="{FF2B5EF4-FFF2-40B4-BE49-F238E27FC236}">
                  <a16:creationId xmlns:a16="http://schemas.microsoft.com/office/drawing/2014/main" id="{33DBCD0D-E4DC-450E-9BB0-B12FC66230D7}"/>
                </a:ext>
              </a:extLst>
            </p:cNvPr>
            <p:cNvCxnSpPr>
              <a:cxnSpLocks noChangeShapeType="1"/>
            </p:cNvCxnSpPr>
            <p:nvPr/>
          </p:nvCxnSpPr>
          <p:spPr bwMode="auto">
            <a:xfrm>
              <a:off x="3147277" y="1243052"/>
              <a:ext cx="0" cy="4397531"/>
            </a:xfrm>
            <a:prstGeom prst="line">
              <a:avLst/>
            </a:prstGeom>
            <a:noFill/>
            <a:ln w="28575">
              <a:solidFill>
                <a:srgbClr val="FFC000"/>
              </a:solidFill>
              <a:round/>
              <a:headEnd/>
              <a:tailEnd/>
            </a:ln>
            <a:extLst>
              <a:ext uri="{909E8E84-426E-40DD-AFC4-6F175D3DCCD1}">
                <a14:hiddenFill xmlns:a14="http://schemas.microsoft.com/office/drawing/2010/main">
                  <a:noFill/>
                </a14:hiddenFill>
              </a:ext>
            </a:extLst>
          </p:spPr>
        </p:cxnSp>
      </p:grpSp>
      <p:sp>
        <p:nvSpPr>
          <p:cNvPr id="63" name="Rectangle 62">
            <a:extLst>
              <a:ext uri="{FF2B5EF4-FFF2-40B4-BE49-F238E27FC236}">
                <a16:creationId xmlns:a16="http://schemas.microsoft.com/office/drawing/2014/main" id="{7BDDC596-6B88-441B-9B1C-2897ED9FA769}"/>
              </a:ext>
            </a:extLst>
          </p:cNvPr>
          <p:cNvSpPr/>
          <p:nvPr/>
        </p:nvSpPr>
        <p:spPr>
          <a:xfrm>
            <a:off x="0" y="11668"/>
            <a:ext cx="9149108" cy="369332"/>
          </a:xfrm>
          <a:prstGeom prst="rect">
            <a:avLst/>
          </a:prstGeom>
        </p:spPr>
        <p:txBody>
          <a:bodyPr wrap="square">
            <a:spAutoFit/>
          </a:bodyPr>
          <a:lstStyle/>
          <a:p>
            <a:pPr lvl="0" algn="ctr">
              <a:defRPr/>
            </a:pPr>
            <a:r>
              <a:rPr lang="en-US" altLang="en-US" sz="1800" b="1" dirty="0">
                <a:solidFill>
                  <a:srgbClr val="FF0000"/>
                </a:solidFill>
                <a:latin typeface="Arial" panose="020B0604020202020204" pitchFamily="34" charset="0"/>
              </a:rPr>
              <a:t>Four 2-bit registers</a:t>
            </a:r>
            <a:r>
              <a:rPr lang="en-US" altLang="en-US" sz="1800" b="1" dirty="0">
                <a:solidFill>
                  <a:srgbClr val="000000"/>
                </a:solidFill>
                <a:latin typeface="Arial" panose="020B0604020202020204" pitchFamily="34" charset="0"/>
              </a:rPr>
              <a:t>, one write port, one read port, and one write enable line. </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6A6597-0E44-4F9E-9167-9A8E3C21418B}"/>
              </a:ext>
            </a:extLst>
          </p:cNvPr>
          <p:cNvSpPr>
            <a:spLocks noGrp="1"/>
          </p:cNvSpPr>
          <p:nvPr>
            <p:ph type="title"/>
          </p:nvPr>
        </p:nvSpPr>
        <p:spPr>
          <a:xfrm>
            <a:off x="228600" y="228600"/>
            <a:ext cx="8686800" cy="609600"/>
          </a:xfrm>
        </p:spPr>
        <p:txBody>
          <a:bodyPr/>
          <a:lstStyle/>
          <a:p>
            <a:r>
              <a:rPr lang="en-US" sz="4800" dirty="0"/>
              <a:t>END Slide</a:t>
            </a:r>
          </a:p>
        </p:txBody>
      </p:sp>
      <p:sp>
        <p:nvSpPr>
          <p:cNvPr id="3" name="Slide Number Placeholder 2">
            <a:extLst>
              <a:ext uri="{FF2B5EF4-FFF2-40B4-BE49-F238E27FC236}">
                <a16:creationId xmlns:a16="http://schemas.microsoft.com/office/drawing/2014/main" id="{890BAC1C-2592-44F2-852C-C27A9C18F2EA}"/>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98</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pic>
        <p:nvPicPr>
          <p:cNvPr id="5" name="Picture 2" descr="Q &amp; A – Mechatronics World">
            <a:extLst>
              <a:ext uri="{FF2B5EF4-FFF2-40B4-BE49-F238E27FC236}">
                <a16:creationId xmlns:a16="http://schemas.microsoft.com/office/drawing/2014/main" id="{B84F8481-55AC-4F48-B0CC-DA3B1C727772}"/>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38934" y="1295400"/>
            <a:ext cx="7971420" cy="478285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61507520"/>
      </p:ext>
    </p:extLst>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D927F5C48263E44CA0E4BF48DA5842DF" ma:contentTypeVersion="10" ma:contentTypeDescription="Create a new document." ma:contentTypeScope="" ma:versionID="cc6a9fdc59c3920af0e32ab9cc6bc759">
  <xsd:schema xmlns:xsd="http://www.w3.org/2001/XMLSchema" xmlns:xs="http://www.w3.org/2001/XMLSchema" xmlns:p="http://schemas.microsoft.com/office/2006/metadata/properties" xmlns:ns3="2545ccdc-34fc-4cec-a48d-ba29d7877a97" targetNamespace="http://schemas.microsoft.com/office/2006/metadata/properties" ma:root="true" ma:fieldsID="7474bca7c2d6847eb37e3847f5421f7f" ns3:_="">
    <xsd:import namespace="2545ccdc-34fc-4cec-a48d-ba29d7877a97"/>
    <xsd:element name="properties">
      <xsd:complexType>
        <xsd:sequence>
          <xsd:element name="documentManagement">
            <xsd:complexType>
              <xsd:all>
                <xsd:element ref="ns3:MediaServiceMetadata" minOccurs="0"/>
                <xsd:element ref="ns3:MediaServiceFastMetadata" minOccurs="0"/>
                <xsd:element ref="ns3:MediaServiceDateTaken" minOccurs="0"/>
                <xsd:element ref="ns3:MediaServiceAutoTags" minOccurs="0"/>
                <xsd:element ref="ns3:MediaServiceGenerationTime" minOccurs="0"/>
                <xsd:element ref="ns3:MediaServiceEventHashCode" minOccurs="0"/>
                <xsd:element ref="ns3:MediaServiceOCR" minOccurs="0"/>
                <xsd:element ref="ns3:MediaServiceAutoKeyPoints" minOccurs="0"/>
                <xsd:element ref="ns3:MediaServiceKeyPoints"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545ccdc-34fc-4cec-a48d-ba29d7877a9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ternalName="MediaServiceDateTaken" ma:readOnly="true">
      <xsd:simpleType>
        <xsd:restriction base="dms:Text"/>
      </xsd:simpleType>
    </xsd:element>
    <xsd:element name="MediaServiceAutoTags" ma:index="11" nillable="true" ma:displayName="Tags" ma:internalName="MediaServiceAutoTags"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AutoKeyPoints" ma:index="15" nillable="true" ma:displayName="MediaServiceAutoKeyPoints" ma:hidden="true" ma:internalName="MediaServiceAutoKeyPoints" ma:readOnly="true">
      <xsd:simpleType>
        <xsd:restriction base="dms:Note"/>
      </xsd:simpleType>
    </xsd:element>
    <xsd:element name="MediaServiceKeyPoints" ma:index="16" nillable="true" ma:displayName="KeyPoints" ma:internalName="MediaServiceKeyPoints"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2C638D98-A44F-4A29-B2B9-D9FD8ACC44EE}">
  <ds:schemaRefs>
    <ds:schemaRef ds:uri="http://schemas.microsoft.com/sharepoint/v3/contenttype/forms"/>
  </ds:schemaRefs>
</ds:datastoreItem>
</file>

<file path=customXml/itemProps2.xml><?xml version="1.0" encoding="utf-8"?>
<ds:datastoreItem xmlns:ds="http://schemas.openxmlformats.org/officeDocument/2006/customXml" ds:itemID="{E956FE2E-B4F1-4025-B184-05238CA68BD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545ccdc-34fc-4cec-a48d-ba29d7877a9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9D90360-3B21-4048-9E84-CD66033C6025}">
  <ds:schemaRefs>
    <ds:schemaRef ds:uri="http://purl.org/dc/elements/1.1/"/>
    <ds:schemaRef ds:uri="http://schemas.microsoft.com/office/infopath/2007/PartnerControls"/>
    <ds:schemaRef ds:uri="http://schemas.microsoft.com/office/2006/metadata/properties"/>
    <ds:schemaRef ds:uri="http://schemas.microsoft.com/office/2006/documentManagement/types"/>
    <ds:schemaRef ds:uri="http://www.w3.org/XML/1998/namespace"/>
    <ds:schemaRef ds:uri="2545ccdc-34fc-4cec-a48d-ba29d7877a97"/>
    <ds:schemaRef ds:uri="http://purl.org/dc/terms/"/>
    <ds:schemaRef ds:uri="http://schemas.openxmlformats.org/package/2006/metadata/core-properties"/>
    <ds:schemaRef ds:uri="http://purl.org/dc/dcmitype/"/>
  </ds:schemaRefs>
</ds:datastoreItem>
</file>

<file path=docProps/app.xml><?xml version="1.0" encoding="utf-8"?>
<Properties xmlns="http://schemas.openxmlformats.org/officeDocument/2006/extended-properties" xmlns:vt="http://schemas.openxmlformats.org/officeDocument/2006/docPropsVTypes">
  <TotalTime>11165</TotalTime>
  <Words>3766</Words>
  <Application>Microsoft Office PowerPoint</Application>
  <PresentationFormat>On-screen Show (4:3)</PresentationFormat>
  <Paragraphs>2070</Paragraphs>
  <Slides>98</Slides>
  <Notes>0</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98</vt:i4>
      </vt:variant>
    </vt:vector>
  </HeadingPairs>
  <TitlesOfParts>
    <vt:vector size="108" baseType="lpstr">
      <vt:lpstr>ＭＳ Ｐゴシック</vt:lpstr>
      <vt:lpstr>ＭＳ Ｐゴシック</vt:lpstr>
      <vt:lpstr>Arial</vt:lpstr>
      <vt:lpstr>Calibri</vt:lpstr>
      <vt:lpstr>Helvetica</vt:lpstr>
      <vt:lpstr>Times</vt:lpstr>
      <vt:lpstr>Times New Roman</vt:lpstr>
      <vt:lpstr>Times-Roman</vt:lpstr>
      <vt:lpstr>Wingdings</vt:lpstr>
      <vt:lpstr>Default Design</vt:lpstr>
      <vt:lpstr>PowerPoint Presentation</vt:lpstr>
      <vt:lpstr>24-Registers </vt:lpstr>
      <vt:lpstr>Administrative Stuff</vt:lpstr>
      <vt:lpstr>Midterm 2: Bonus</vt:lpstr>
      <vt:lpstr>Midterm 2: Format</vt:lpstr>
      <vt:lpstr>PowerPoint Presentation</vt:lpstr>
      <vt:lpstr>Midterm 2: Syllabus</vt:lpstr>
      <vt:lpstr>Midterm 2: Topics</vt:lpstr>
      <vt:lpstr>Midterm 2: Topics cont.</vt:lpstr>
      <vt:lpstr>PowerPoint Presentation</vt:lpstr>
      <vt:lpstr>Register (Definition)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Select Either  A=A1A0  or  B=B1B0 </vt:lpstr>
      <vt:lpstr>Select Either  A=A1A0  or  B=B1B0 </vt:lpstr>
      <vt:lpstr>Select Either  A=A1A0  or  B=B1B0 </vt:lpstr>
      <vt:lpstr>Select Either  A=A1A0  or  B=B1B0 </vt:lpstr>
      <vt:lpstr>Select Either  A=A1A0  or  B=B1B0 </vt:lpstr>
      <vt:lpstr>PowerPoint Presentation</vt:lpstr>
      <vt:lpstr>Select  A=A1A0 or  B=B1B0  or  C=C1C0  or  D=D1D0  </vt:lpstr>
      <vt:lpstr>Select  A=A1A0 or  B=B1B0  or  C=C1C0  or  D=D1D0  </vt:lpstr>
      <vt:lpstr>Select  A=A1A0 or  B=B1B0  or  C=C1C0  or  D=D1D0  </vt:lpstr>
      <vt:lpstr>Select  A=A1A0 or  B=B1B0  or  C=C1C0  or  D=D1D0  </vt:lpstr>
      <vt:lpstr>Select  A=A1A0 or  B=B1B0  or  C=C1C0  or  D=D1D0  </vt:lpstr>
      <vt:lpstr>Select  A=A1A0 or  B=B1B0  or  C=C1C0  or  D=D1D0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END Slide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Copyright 2004 Pearson Addison-Wesley</dc:creator>
  <cp:lastModifiedBy>Ahamed, Md Maruf [E CPE]</cp:lastModifiedBy>
  <cp:revision>236</cp:revision>
  <dcterms:created xsi:type="dcterms:W3CDTF">2003-05-23T15:49:24Z</dcterms:created>
  <dcterms:modified xsi:type="dcterms:W3CDTF">2022-03-25T22:18:40Z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0x010100D927F5C48263E44CA0E4BF48DA5842DF</vt:lpwstr>
  </property>
</Properties>
</file>